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44"/>
  </p:notesMasterIdLst>
  <p:handoutMasterIdLst>
    <p:handoutMasterId r:id="rId45"/>
  </p:handoutMasterIdLst>
  <p:sldIdLst>
    <p:sldId id="628" r:id="rId2"/>
    <p:sldId id="592" r:id="rId3"/>
    <p:sldId id="612" r:id="rId4"/>
    <p:sldId id="594" r:id="rId5"/>
    <p:sldId id="625" r:id="rId6"/>
    <p:sldId id="596" r:id="rId7"/>
    <p:sldId id="597" r:id="rId8"/>
    <p:sldId id="601" r:id="rId9"/>
    <p:sldId id="602" r:id="rId10"/>
    <p:sldId id="598" r:id="rId11"/>
    <p:sldId id="599" r:id="rId12"/>
    <p:sldId id="600" r:id="rId13"/>
    <p:sldId id="582" r:id="rId14"/>
    <p:sldId id="603" r:id="rId15"/>
    <p:sldId id="608" r:id="rId16"/>
    <p:sldId id="626" r:id="rId17"/>
    <p:sldId id="605" r:id="rId18"/>
    <p:sldId id="606" r:id="rId19"/>
    <p:sldId id="627" r:id="rId20"/>
    <p:sldId id="587" r:id="rId21"/>
    <p:sldId id="630" r:id="rId22"/>
    <p:sldId id="607" r:id="rId23"/>
    <p:sldId id="609" r:id="rId24"/>
    <p:sldId id="581" r:id="rId25"/>
    <p:sldId id="610" r:id="rId26"/>
    <p:sldId id="584" r:id="rId27"/>
    <p:sldId id="585" r:id="rId28"/>
    <p:sldId id="588" r:id="rId29"/>
    <p:sldId id="589" r:id="rId30"/>
    <p:sldId id="586" r:id="rId31"/>
    <p:sldId id="613" r:id="rId32"/>
    <p:sldId id="614" r:id="rId33"/>
    <p:sldId id="615" r:id="rId34"/>
    <p:sldId id="616" r:id="rId35"/>
    <p:sldId id="617" r:id="rId36"/>
    <p:sldId id="618" r:id="rId37"/>
    <p:sldId id="619" r:id="rId38"/>
    <p:sldId id="620" r:id="rId39"/>
    <p:sldId id="621" r:id="rId40"/>
    <p:sldId id="622" r:id="rId41"/>
    <p:sldId id="623" r:id="rId42"/>
    <p:sldId id="624" r:id="rId43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12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3840" userDrawn="1">
          <p15:clr>
            <a:srgbClr val="A4A3A4"/>
          </p15:clr>
        </p15:guide>
        <p15:guide id="6" orient="horz" pos="480" userDrawn="1">
          <p15:clr>
            <a:srgbClr val="A4A3A4"/>
          </p15:clr>
        </p15:guide>
        <p15:guide id="7" orient="horz" pos="1608" userDrawn="1">
          <p15:clr>
            <a:srgbClr val="A4A3A4"/>
          </p15:clr>
        </p15:guide>
        <p15:guide id="8" pos="2712" userDrawn="1">
          <p15:clr>
            <a:srgbClr val="A4A3A4"/>
          </p15:clr>
        </p15:guide>
        <p15:guide id="9" pos="4968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9FD6"/>
    <a:srgbClr val="000000"/>
    <a:srgbClr val="ADB5DF"/>
    <a:srgbClr val="6472C3"/>
    <a:srgbClr val="0EAAE3"/>
    <a:srgbClr val="262626"/>
    <a:srgbClr val="FCFCFC"/>
    <a:srgbClr val="DCDEE0"/>
    <a:srgbClr val="AAB3B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47" autoAdjust="0"/>
    <p:restoredTop sz="94249" autoAdjust="0"/>
  </p:normalViewPr>
  <p:slideViewPr>
    <p:cSldViewPr snapToGrid="0">
      <p:cViewPr varScale="1">
        <p:scale>
          <a:sx n="193" d="100"/>
          <a:sy n="193" d="100"/>
        </p:scale>
        <p:origin x="920" y="208"/>
      </p:cViewPr>
      <p:guideLst>
        <p:guide orient="horz" pos="2712"/>
        <p:guide pos="456"/>
        <p:guide pos="7224"/>
        <p:guide orient="horz" pos="3840"/>
        <p:guide orient="horz" pos="480"/>
        <p:guide orient="horz" pos="1608"/>
        <p:guide pos="2712"/>
        <p:guide pos="4968"/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1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"/>
          <c:y val="0.00133891098079248"/>
          <c:w val="0.992944367743457"/>
          <c:h val="0.9986610890192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7D8993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8B8-442A-95D8-2E7960128F33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8B8-442A-95D8-2E7960128F3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40.0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8B8-442A-95D8-2E7960128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0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"/>
          <c:y val="0.00133891098079248"/>
          <c:w val="0.992944367743457"/>
          <c:h val="0.9986610890192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6D8-4A6F-AA8B-D25DFD73FB8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6D8-4A6F-AA8B-D25DFD73FB8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20.0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6D8-4A6F-AA8B-D25DFD73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0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"/>
          <c:y val="0.00133891098079248"/>
          <c:w val="0.992944367743457"/>
          <c:h val="0.9986610890192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7D8993"/>
            </a:solidFill>
          </c:spPr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796-4BBD-B66D-162BD9E690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796-4BBD-B66D-162BD9E6905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86.0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796-4BBD-B66D-162BD9E69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45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0382464250702333"/>
          <c:y val="0.0"/>
          <c:w val="0.996175360892388"/>
          <c:h val="0.99617536089238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2017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FAF-4E6A-AB0A-F7CB38E43EB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AFAF-4E6A-AB0A-F7CB38E43EB2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FAF-4E6A-AB0A-F7CB38E43EB2}"/>
              </c:ext>
            </c:extLst>
          </c:dPt>
          <c:dLbls>
            <c:dLbl>
              <c:idx val="0"/>
              <c:layout>
                <c:manualLayout>
                  <c:x val="-0.14004337988821"/>
                  <c:y val="0.1235027717542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FAF-4E6A-AB0A-F7CB38E43EB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110823381435624"/>
                  <c:y val="-0.11249887603326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AFAF-4E6A-AB0A-F7CB38E43EB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89870419704862"/>
                  <c:y val="0.0134491768381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FAF-4E6A-AB0A-F7CB38E43EB2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Source Serif Pro" panose="02040603050405020204" pitchFamily="18" charset="0"/>
                    <a:ea typeface="Source Serif Pro" panose="02040603050405020204" pitchFamily="18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Rival Company One</c:v>
                </c:pt>
                <c:pt idx="1">
                  <c:v>Rival Company Two</c:v>
                </c:pt>
                <c:pt idx="2">
                  <c:v>Our Company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703.0</c:v>
                </c:pt>
                <c:pt idx="1">
                  <c:v>659.0</c:v>
                </c:pt>
                <c:pt idx="2" formatCode="General">
                  <c:v>982.0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AFAF-4E6A-AB0A-F7CB38E43E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7D8993"/>
            </a:solidFill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7A4-4CF1-A97A-912FC8E78BFD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7A4-4CF1-A97A-912FC8E78BF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88.0</c:v>
                </c:pt>
                <c:pt idx="1">
                  <c:v>12.0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7A4-4CF1-A97A-912FC8E7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D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7D8993"/>
            </a:solidFill>
          </c:spPr>
          <c:dPt>
            <c:idx val="0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71F-4EE5-9188-58E4E7E1DEF7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71F-4EE5-9188-58E4E7E1DEF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65.0</c:v>
                </c:pt>
                <c:pt idx="1">
                  <c:v>35.0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71F-4EE5-9188-58E4E7E1DE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0298A-A03F-418F-998A-F7CA54F8B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894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FF55F-8596-4ED6-A487-C5C49AFFE812}" type="datetimeFigureOut">
              <a:rPr lang="id-ID" smtClean="0"/>
              <a:t>22/04/20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0106B-FE1C-4EDD-AE60-AB8F600726B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235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13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3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>
          <p15:clr>
            <a:srgbClr val="F26B43"/>
          </p15:clr>
        </p15:guide>
        <p15:guide id="2" pos="456">
          <p15:clr>
            <a:srgbClr val="F26B43"/>
          </p15:clr>
        </p15:guide>
        <p15:guide id="3" pos="2712">
          <p15:clr>
            <a:srgbClr val="F26B43"/>
          </p15:clr>
        </p15:guide>
        <p15:guide id="4" pos="4968">
          <p15:clr>
            <a:srgbClr val="F26B43"/>
          </p15:clr>
        </p15:guide>
        <p15:guide id="5" pos="7224">
          <p15:clr>
            <a:srgbClr val="F26B43"/>
          </p15:clr>
        </p15:guide>
        <p15:guide id="6" orient="horz" pos="2712">
          <p15:clr>
            <a:srgbClr val="F26B43"/>
          </p15:clr>
        </p15:guide>
        <p15:guide id="7" orient="horz" pos="1608">
          <p15:clr>
            <a:srgbClr val="F26B43"/>
          </p15:clr>
        </p15:guide>
        <p15:guide id="8" orient="horz" pos="480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FD5F6A9-9D2C-448D-ADA5-C371A82AA6AB}"/>
              </a:ext>
            </a:extLst>
          </p:cNvPr>
          <p:cNvSpPr/>
          <p:nvPr/>
        </p:nvSpPr>
        <p:spPr>
          <a:xfrm>
            <a:off x="360001" y="4268150"/>
            <a:ext cx="11471998" cy="21636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xmlns="" id="{DFB16B01-F9D0-49E8-9206-2DAEBC9ED9C8}"/>
              </a:ext>
            </a:extLst>
          </p:cNvPr>
          <p:cNvSpPr txBox="1"/>
          <p:nvPr/>
        </p:nvSpPr>
        <p:spPr>
          <a:xfrm>
            <a:off x="3434869" y="4663014"/>
            <a:ext cx="5322261" cy="12311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erif Pro" panose="02040603050405020204" pitchFamily="18" charset="0"/>
                <a:cs typeface="Open Sans" panose="020B0606030504020204" pitchFamily="34" charset="0"/>
              </a:rPr>
              <a:t>ARKENA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xmlns="" id="{9C54122E-F1C7-4DC3-B9E6-2B1F0C6681D8}"/>
              </a:ext>
            </a:extLst>
          </p:cNvPr>
          <p:cNvSpPr txBox="1"/>
          <p:nvPr/>
        </p:nvSpPr>
        <p:spPr>
          <a:xfrm>
            <a:off x="4905954" y="426213"/>
            <a:ext cx="238009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rPr>
              <a:t>LAW INFOGRAPHIC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897C154-0BB1-4A4C-B12B-F91FDE6C5A33}"/>
              </a:ext>
            </a:extLst>
          </p:cNvPr>
          <p:cNvGrpSpPr/>
          <p:nvPr/>
        </p:nvGrpSpPr>
        <p:grpSpPr>
          <a:xfrm>
            <a:off x="4743634" y="1181433"/>
            <a:ext cx="2704730" cy="2698561"/>
            <a:chOff x="4195070" y="3951072"/>
            <a:chExt cx="833822" cy="831922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xmlns="" id="{B41D8AEC-79C9-4F7E-B4AE-C65FF7E11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0" y="4205587"/>
              <a:ext cx="767344" cy="26591"/>
            </a:xfrm>
            <a:custGeom>
              <a:avLst/>
              <a:gdLst>
                <a:gd name="T0" fmla="*/ 1779 w 1780"/>
                <a:gd name="T1" fmla="*/ 0 h 63"/>
                <a:gd name="T2" fmla="*/ 1779 w 1780"/>
                <a:gd name="T3" fmla="*/ 32 h 63"/>
                <a:gd name="T4" fmla="*/ 1749 w 1780"/>
                <a:gd name="T5" fmla="*/ 62 h 63"/>
                <a:gd name="T6" fmla="*/ 30 w 1780"/>
                <a:gd name="T7" fmla="*/ 62 h 63"/>
                <a:gd name="T8" fmla="*/ 0 w 1780"/>
                <a:gd name="T9" fmla="*/ 32 h 63"/>
                <a:gd name="T10" fmla="*/ 0 w 1780"/>
                <a:gd name="T11" fmla="*/ 0 h 63"/>
                <a:gd name="T12" fmla="*/ 1779 w 1780"/>
                <a:gd name="T1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0" h="63">
                  <a:moveTo>
                    <a:pt x="1779" y="0"/>
                  </a:moveTo>
                  <a:lnTo>
                    <a:pt x="1779" y="32"/>
                  </a:lnTo>
                  <a:cubicBezTo>
                    <a:pt x="1779" y="47"/>
                    <a:pt x="1764" y="62"/>
                    <a:pt x="1749" y="62"/>
                  </a:cubicBezTo>
                  <a:lnTo>
                    <a:pt x="30" y="62"/>
                  </a:lnTo>
                  <a:cubicBezTo>
                    <a:pt x="15" y="62"/>
                    <a:pt x="0" y="47"/>
                    <a:pt x="0" y="32"/>
                  </a:cubicBezTo>
                  <a:lnTo>
                    <a:pt x="0" y="0"/>
                  </a:lnTo>
                  <a:lnTo>
                    <a:pt x="177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xmlns="" id="{4B17FC8B-384C-4F7B-9E55-B0B8BB19D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050" y="4256871"/>
              <a:ext cx="102566" cy="379873"/>
            </a:xfrm>
            <a:custGeom>
              <a:avLst/>
              <a:gdLst>
                <a:gd name="T0" fmla="*/ 118 w 238"/>
                <a:gd name="T1" fmla="*/ 881 h 882"/>
                <a:gd name="T2" fmla="*/ 0 w 238"/>
                <a:gd name="T3" fmla="*/ 881 h 882"/>
                <a:gd name="T4" fmla="*/ 0 w 238"/>
                <a:gd name="T5" fmla="*/ 0 h 882"/>
                <a:gd name="T6" fmla="*/ 237 w 238"/>
                <a:gd name="T7" fmla="*/ 0 h 882"/>
                <a:gd name="T8" fmla="*/ 237 w 238"/>
                <a:gd name="T9" fmla="*/ 881 h 882"/>
                <a:gd name="T10" fmla="*/ 118 w 238"/>
                <a:gd name="T11" fmla="*/ 881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882">
                  <a:moveTo>
                    <a:pt x="118" y="881"/>
                  </a:moveTo>
                  <a:lnTo>
                    <a:pt x="0" y="881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881"/>
                  </a:lnTo>
                  <a:lnTo>
                    <a:pt x="118" y="88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xmlns="" id="{B065D5CA-B3A3-4B79-ABC8-A255C9B6C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447" y="4256871"/>
              <a:ext cx="102566" cy="379873"/>
            </a:xfrm>
            <a:custGeom>
              <a:avLst/>
              <a:gdLst>
                <a:gd name="T0" fmla="*/ 119 w 238"/>
                <a:gd name="T1" fmla="*/ 881 h 882"/>
                <a:gd name="T2" fmla="*/ 0 w 238"/>
                <a:gd name="T3" fmla="*/ 881 h 882"/>
                <a:gd name="T4" fmla="*/ 0 w 238"/>
                <a:gd name="T5" fmla="*/ 0 h 882"/>
                <a:gd name="T6" fmla="*/ 237 w 238"/>
                <a:gd name="T7" fmla="*/ 0 h 882"/>
                <a:gd name="T8" fmla="*/ 237 w 238"/>
                <a:gd name="T9" fmla="*/ 881 h 882"/>
                <a:gd name="T10" fmla="*/ 119 w 238"/>
                <a:gd name="T11" fmla="*/ 881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882">
                  <a:moveTo>
                    <a:pt x="119" y="881"/>
                  </a:moveTo>
                  <a:lnTo>
                    <a:pt x="0" y="881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881"/>
                  </a:lnTo>
                  <a:lnTo>
                    <a:pt x="119" y="88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xmlns="" id="{403F6E22-053C-4D3B-A61D-712B602D6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856" y="4663335"/>
              <a:ext cx="155748" cy="119659"/>
            </a:xfrm>
            <a:custGeom>
              <a:avLst/>
              <a:gdLst>
                <a:gd name="T0" fmla="*/ 362 w 363"/>
                <a:gd name="T1" fmla="*/ 30 h 277"/>
                <a:gd name="T2" fmla="*/ 362 w 363"/>
                <a:gd name="T3" fmla="*/ 246 h 277"/>
                <a:gd name="T4" fmla="*/ 332 w 363"/>
                <a:gd name="T5" fmla="*/ 276 h 277"/>
                <a:gd name="T6" fmla="*/ 30 w 363"/>
                <a:gd name="T7" fmla="*/ 276 h 277"/>
                <a:gd name="T8" fmla="*/ 0 w 363"/>
                <a:gd name="T9" fmla="*/ 246 h 277"/>
                <a:gd name="T10" fmla="*/ 0 w 363"/>
                <a:gd name="T11" fmla="*/ 30 h 277"/>
                <a:gd name="T12" fmla="*/ 30 w 363"/>
                <a:gd name="T13" fmla="*/ 0 h 277"/>
                <a:gd name="T14" fmla="*/ 332 w 363"/>
                <a:gd name="T15" fmla="*/ 0 h 277"/>
                <a:gd name="T16" fmla="*/ 362 w 363"/>
                <a:gd name="T17" fmla="*/ 3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3" h="277">
                  <a:moveTo>
                    <a:pt x="362" y="30"/>
                  </a:moveTo>
                  <a:lnTo>
                    <a:pt x="362" y="246"/>
                  </a:lnTo>
                  <a:cubicBezTo>
                    <a:pt x="362" y="264"/>
                    <a:pt x="350" y="276"/>
                    <a:pt x="332" y="276"/>
                  </a:cubicBezTo>
                  <a:lnTo>
                    <a:pt x="30" y="276"/>
                  </a:lnTo>
                  <a:cubicBezTo>
                    <a:pt x="12" y="276"/>
                    <a:pt x="0" y="264"/>
                    <a:pt x="0" y="246"/>
                  </a:cubicBezTo>
                  <a:lnTo>
                    <a:pt x="0" y="30"/>
                  </a:lnTo>
                  <a:cubicBezTo>
                    <a:pt x="0" y="15"/>
                    <a:pt x="12" y="0"/>
                    <a:pt x="30" y="0"/>
                  </a:cubicBezTo>
                  <a:lnTo>
                    <a:pt x="332" y="0"/>
                  </a:lnTo>
                  <a:cubicBezTo>
                    <a:pt x="347" y="0"/>
                    <a:pt x="362" y="12"/>
                    <a:pt x="362" y="3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xmlns="" id="{014EDA26-DF24-4BB7-8646-171E4EB7D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458" y="4663335"/>
              <a:ext cx="155748" cy="119659"/>
            </a:xfrm>
            <a:custGeom>
              <a:avLst/>
              <a:gdLst>
                <a:gd name="T0" fmla="*/ 362 w 363"/>
                <a:gd name="T1" fmla="*/ 30 h 277"/>
                <a:gd name="T2" fmla="*/ 362 w 363"/>
                <a:gd name="T3" fmla="*/ 246 h 277"/>
                <a:gd name="T4" fmla="*/ 333 w 363"/>
                <a:gd name="T5" fmla="*/ 276 h 277"/>
                <a:gd name="T6" fmla="*/ 30 w 363"/>
                <a:gd name="T7" fmla="*/ 276 h 277"/>
                <a:gd name="T8" fmla="*/ 0 w 363"/>
                <a:gd name="T9" fmla="*/ 246 h 277"/>
                <a:gd name="T10" fmla="*/ 0 w 363"/>
                <a:gd name="T11" fmla="*/ 30 h 277"/>
                <a:gd name="T12" fmla="*/ 30 w 363"/>
                <a:gd name="T13" fmla="*/ 0 h 277"/>
                <a:gd name="T14" fmla="*/ 333 w 363"/>
                <a:gd name="T15" fmla="*/ 0 h 277"/>
                <a:gd name="T16" fmla="*/ 362 w 363"/>
                <a:gd name="T17" fmla="*/ 3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3" h="277">
                  <a:moveTo>
                    <a:pt x="362" y="30"/>
                  </a:moveTo>
                  <a:lnTo>
                    <a:pt x="362" y="246"/>
                  </a:lnTo>
                  <a:cubicBezTo>
                    <a:pt x="362" y="264"/>
                    <a:pt x="347" y="276"/>
                    <a:pt x="333" y="276"/>
                  </a:cubicBezTo>
                  <a:lnTo>
                    <a:pt x="30" y="276"/>
                  </a:lnTo>
                  <a:cubicBezTo>
                    <a:pt x="15" y="276"/>
                    <a:pt x="0" y="264"/>
                    <a:pt x="0" y="246"/>
                  </a:cubicBezTo>
                  <a:lnTo>
                    <a:pt x="0" y="30"/>
                  </a:lnTo>
                  <a:cubicBezTo>
                    <a:pt x="0" y="15"/>
                    <a:pt x="15" y="0"/>
                    <a:pt x="30" y="0"/>
                  </a:cubicBezTo>
                  <a:lnTo>
                    <a:pt x="333" y="0"/>
                  </a:lnTo>
                  <a:cubicBezTo>
                    <a:pt x="350" y="0"/>
                    <a:pt x="362" y="12"/>
                    <a:pt x="362" y="3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xmlns="" id="{EDFD7B62-CF6A-41C5-801C-3FF972CD7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742" y="4040343"/>
              <a:ext cx="64578" cy="64578"/>
            </a:xfrm>
            <a:custGeom>
              <a:avLst/>
              <a:gdLst>
                <a:gd name="T0" fmla="*/ 149 w 150"/>
                <a:gd name="T1" fmla="*/ 74 h 149"/>
                <a:gd name="T2" fmla="*/ 139 w 150"/>
                <a:gd name="T3" fmla="*/ 111 h 149"/>
                <a:gd name="T4" fmla="*/ 112 w 150"/>
                <a:gd name="T5" fmla="*/ 139 h 149"/>
                <a:gd name="T6" fmla="*/ 75 w 150"/>
                <a:gd name="T7" fmla="*/ 148 h 149"/>
                <a:gd name="T8" fmla="*/ 37 w 150"/>
                <a:gd name="T9" fmla="*/ 139 h 149"/>
                <a:gd name="T10" fmla="*/ 10 w 150"/>
                <a:gd name="T11" fmla="*/ 111 h 149"/>
                <a:gd name="T12" fmla="*/ 0 w 150"/>
                <a:gd name="T13" fmla="*/ 74 h 149"/>
                <a:gd name="T14" fmla="*/ 10 w 150"/>
                <a:gd name="T15" fmla="*/ 37 h 149"/>
                <a:gd name="T16" fmla="*/ 37 w 150"/>
                <a:gd name="T17" fmla="*/ 10 h 149"/>
                <a:gd name="T18" fmla="*/ 75 w 150"/>
                <a:gd name="T19" fmla="*/ 0 h 149"/>
                <a:gd name="T20" fmla="*/ 112 w 150"/>
                <a:gd name="T21" fmla="*/ 10 h 149"/>
                <a:gd name="T22" fmla="*/ 139 w 150"/>
                <a:gd name="T23" fmla="*/ 37 h 149"/>
                <a:gd name="T24" fmla="*/ 149 w 150"/>
                <a:gd name="T25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" h="149">
                  <a:moveTo>
                    <a:pt x="149" y="74"/>
                  </a:moveTo>
                  <a:cubicBezTo>
                    <a:pt x="149" y="88"/>
                    <a:pt x="146" y="100"/>
                    <a:pt x="139" y="111"/>
                  </a:cubicBezTo>
                  <a:cubicBezTo>
                    <a:pt x="132" y="123"/>
                    <a:pt x="123" y="133"/>
                    <a:pt x="112" y="139"/>
                  </a:cubicBezTo>
                  <a:cubicBezTo>
                    <a:pt x="100" y="146"/>
                    <a:pt x="88" y="148"/>
                    <a:pt x="75" y="148"/>
                  </a:cubicBezTo>
                  <a:cubicBezTo>
                    <a:pt x="61" y="148"/>
                    <a:pt x="48" y="146"/>
                    <a:pt x="37" y="139"/>
                  </a:cubicBezTo>
                  <a:cubicBezTo>
                    <a:pt x="25" y="133"/>
                    <a:pt x="16" y="123"/>
                    <a:pt x="10" y="111"/>
                  </a:cubicBezTo>
                  <a:cubicBezTo>
                    <a:pt x="3" y="100"/>
                    <a:pt x="0" y="88"/>
                    <a:pt x="0" y="74"/>
                  </a:cubicBezTo>
                  <a:cubicBezTo>
                    <a:pt x="0" y="61"/>
                    <a:pt x="3" y="49"/>
                    <a:pt x="10" y="37"/>
                  </a:cubicBezTo>
                  <a:cubicBezTo>
                    <a:pt x="16" y="25"/>
                    <a:pt x="25" y="17"/>
                    <a:pt x="37" y="10"/>
                  </a:cubicBezTo>
                  <a:cubicBezTo>
                    <a:pt x="48" y="3"/>
                    <a:pt x="61" y="0"/>
                    <a:pt x="75" y="0"/>
                  </a:cubicBezTo>
                  <a:cubicBezTo>
                    <a:pt x="88" y="0"/>
                    <a:pt x="100" y="3"/>
                    <a:pt x="112" y="10"/>
                  </a:cubicBezTo>
                  <a:cubicBezTo>
                    <a:pt x="123" y="17"/>
                    <a:pt x="132" y="25"/>
                    <a:pt x="139" y="37"/>
                  </a:cubicBezTo>
                  <a:cubicBezTo>
                    <a:pt x="146" y="49"/>
                    <a:pt x="149" y="61"/>
                    <a:pt x="149" y="7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xmlns="" id="{E50317ED-542E-4214-8E69-9A1747B28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070" y="3951072"/>
              <a:ext cx="833822" cy="227924"/>
            </a:xfrm>
            <a:custGeom>
              <a:avLst/>
              <a:gdLst>
                <a:gd name="T0" fmla="*/ 1912 w 1934"/>
                <a:gd name="T1" fmla="*/ 474 h 531"/>
                <a:gd name="T2" fmla="*/ 978 w 1934"/>
                <a:gd name="T3" fmla="*/ 3 h 531"/>
                <a:gd name="T4" fmla="*/ 952 w 1934"/>
                <a:gd name="T5" fmla="*/ 3 h 531"/>
                <a:gd name="T6" fmla="*/ 18 w 1934"/>
                <a:gd name="T7" fmla="*/ 474 h 531"/>
                <a:gd name="T8" fmla="*/ 3 w 1934"/>
                <a:gd name="T9" fmla="*/ 507 h 531"/>
                <a:gd name="T10" fmla="*/ 33 w 1934"/>
                <a:gd name="T11" fmla="*/ 530 h 531"/>
                <a:gd name="T12" fmla="*/ 1900 w 1934"/>
                <a:gd name="T13" fmla="*/ 530 h 531"/>
                <a:gd name="T14" fmla="*/ 1930 w 1934"/>
                <a:gd name="T15" fmla="*/ 507 h 531"/>
                <a:gd name="T16" fmla="*/ 1912 w 1934"/>
                <a:gd name="T17" fmla="*/ 474 h 531"/>
                <a:gd name="T18" fmla="*/ 967 w 1934"/>
                <a:gd name="T19" fmla="*/ 415 h 531"/>
                <a:gd name="T20" fmla="*/ 833 w 1934"/>
                <a:gd name="T21" fmla="*/ 281 h 531"/>
                <a:gd name="T22" fmla="*/ 967 w 1934"/>
                <a:gd name="T23" fmla="*/ 148 h 531"/>
                <a:gd name="T24" fmla="*/ 1100 w 1934"/>
                <a:gd name="T25" fmla="*/ 281 h 531"/>
                <a:gd name="T26" fmla="*/ 967 w 1934"/>
                <a:gd name="T27" fmla="*/ 415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34" h="531">
                  <a:moveTo>
                    <a:pt x="1912" y="474"/>
                  </a:moveTo>
                  <a:lnTo>
                    <a:pt x="978" y="3"/>
                  </a:lnTo>
                  <a:cubicBezTo>
                    <a:pt x="970" y="0"/>
                    <a:pt x="961" y="0"/>
                    <a:pt x="952" y="3"/>
                  </a:cubicBezTo>
                  <a:lnTo>
                    <a:pt x="18" y="474"/>
                  </a:lnTo>
                  <a:cubicBezTo>
                    <a:pt x="6" y="480"/>
                    <a:pt x="0" y="495"/>
                    <a:pt x="3" y="507"/>
                  </a:cubicBezTo>
                  <a:cubicBezTo>
                    <a:pt x="6" y="521"/>
                    <a:pt x="18" y="530"/>
                    <a:pt x="33" y="530"/>
                  </a:cubicBezTo>
                  <a:lnTo>
                    <a:pt x="1900" y="530"/>
                  </a:lnTo>
                  <a:cubicBezTo>
                    <a:pt x="1915" y="530"/>
                    <a:pt x="1927" y="521"/>
                    <a:pt x="1930" y="507"/>
                  </a:cubicBezTo>
                  <a:cubicBezTo>
                    <a:pt x="1933" y="492"/>
                    <a:pt x="1927" y="480"/>
                    <a:pt x="1912" y="474"/>
                  </a:cubicBezTo>
                  <a:close/>
                  <a:moveTo>
                    <a:pt x="967" y="415"/>
                  </a:moveTo>
                  <a:cubicBezTo>
                    <a:pt x="892" y="415"/>
                    <a:pt x="833" y="355"/>
                    <a:pt x="833" y="281"/>
                  </a:cubicBezTo>
                  <a:cubicBezTo>
                    <a:pt x="833" y="207"/>
                    <a:pt x="892" y="148"/>
                    <a:pt x="967" y="148"/>
                  </a:cubicBezTo>
                  <a:cubicBezTo>
                    <a:pt x="1041" y="148"/>
                    <a:pt x="1100" y="207"/>
                    <a:pt x="1100" y="281"/>
                  </a:cubicBezTo>
                  <a:cubicBezTo>
                    <a:pt x="1100" y="355"/>
                    <a:pt x="1041" y="415"/>
                    <a:pt x="967" y="4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xmlns="" id="{D901980D-9121-417C-99E5-4DE7181F4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869" y="4705121"/>
              <a:ext cx="222225" cy="77873"/>
            </a:xfrm>
            <a:custGeom>
              <a:avLst/>
              <a:gdLst>
                <a:gd name="T0" fmla="*/ 456 w 516"/>
                <a:gd name="T1" fmla="*/ 0 h 179"/>
                <a:gd name="T2" fmla="*/ 59 w 516"/>
                <a:gd name="T3" fmla="*/ 0 h 179"/>
                <a:gd name="T4" fmla="*/ 0 w 516"/>
                <a:gd name="T5" fmla="*/ 59 h 179"/>
                <a:gd name="T6" fmla="*/ 0 w 516"/>
                <a:gd name="T7" fmla="*/ 178 h 179"/>
                <a:gd name="T8" fmla="*/ 515 w 516"/>
                <a:gd name="T9" fmla="*/ 178 h 179"/>
                <a:gd name="T10" fmla="*/ 515 w 516"/>
                <a:gd name="T11" fmla="*/ 59 h 179"/>
                <a:gd name="T12" fmla="*/ 456 w 516"/>
                <a:gd name="T1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6" h="179">
                  <a:moveTo>
                    <a:pt x="456" y="0"/>
                  </a:moveTo>
                  <a:lnTo>
                    <a:pt x="59" y="0"/>
                  </a:lnTo>
                  <a:cubicBezTo>
                    <a:pt x="26" y="0"/>
                    <a:pt x="0" y="26"/>
                    <a:pt x="0" y="59"/>
                  </a:cubicBezTo>
                  <a:lnTo>
                    <a:pt x="0" y="178"/>
                  </a:lnTo>
                  <a:lnTo>
                    <a:pt x="515" y="178"/>
                  </a:lnTo>
                  <a:lnTo>
                    <a:pt x="515" y="59"/>
                  </a:lnTo>
                  <a:cubicBezTo>
                    <a:pt x="515" y="26"/>
                    <a:pt x="489" y="0"/>
                    <a:pt x="456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xmlns="" id="{B82753C4-BA04-4AA9-B676-3A38758B3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950" y="4277763"/>
              <a:ext cx="108264" cy="398867"/>
            </a:xfrm>
            <a:custGeom>
              <a:avLst/>
              <a:gdLst>
                <a:gd name="T0" fmla="*/ 98 w 253"/>
                <a:gd name="T1" fmla="*/ 293 h 928"/>
                <a:gd name="T2" fmla="*/ 98 w 253"/>
                <a:gd name="T3" fmla="*/ 865 h 928"/>
                <a:gd name="T4" fmla="*/ 0 w 253"/>
                <a:gd name="T5" fmla="*/ 927 h 928"/>
                <a:gd name="T6" fmla="*/ 252 w 253"/>
                <a:gd name="T7" fmla="*/ 927 h 928"/>
                <a:gd name="T8" fmla="*/ 154 w 253"/>
                <a:gd name="T9" fmla="*/ 865 h 928"/>
                <a:gd name="T10" fmla="*/ 154 w 253"/>
                <a:gd name="T11" fmla="*/ 293 h 928"/>
                <a:gd name="T12" fmla="*/ 222 w 253"/>
                <a:gd name="T13" fmla="*/ 198 h 928"/>
                <a:gd name="T14" fmla="*/ 154 w 253"/>
                <a:gd name="T15" fmla="*/ 103 h 928"/>
                <a:gd name="T16" fmla="*/ 154 w 253"/>
                <a:gd name="T17" fmla="*/ 29 h 928"/>
                <a:gd name="T18" fmla="*/ 125 w 253"/>
                <a:gd name="T19" fmla="*/ 0 h 928"/>
                <a:gd name="T20" fmla="*/ 95 w 253"/>
                <a:gd name="T21" fmla="*/ 29 h 928"/>
                <a:gd name="T22" fmla="*/ 95 w 253"/>
                <a:gd name="T23" fmla="*/ 103 h 928"/>
                <a:gd name="T24" fmla="*/ 27 w 253"/>
                <a:gd name="T25" fmla="*/ 198 h 928"/>
                <a:gd name="T26" fmla="*/ 98 w 253"/>
                <a:gd name="T27" fmla="*/ 293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3" h="928">
                  <a:moveTo>
                    <a:pt x="98" y="293"/>
                  </a:moveTo>
                  <a:lnTo>
                    <a:pt x="98" y="865"/>
                  </a:lnTo>
                  <a:cubicBezTo>
                    <a:pt x="59" y="874"/>
                    <a:pt x="24" y="895"/>
                    <a:pt x="0" y="927"/>
                  </a:cubicBezTo>
                  <a:lnTo>
                    <a:pt x="252" y="927"/>
                  </a:lnTo>
                  <a:cubicBezTo>
                    <a:pt x="228" y="895"/>
                    <a:pt x="196" y="871"/>
                    <a:pt x="154" y="865"/>
                  </a:cubicBezTo>
                  <a:lnTo>
                    <a:pt x="154" y="293"/>
                  </a:lnTo>
                  <a:cubicBezTo>
                    <a:pt x="196" y="281"/>
                    <a:pt x="222" y="243"/>
                    <a:pt x="222" y="198"/>
                  </a:cubicBezTo>
                  <a:cubicBezTo>
                    <a:pt x="222" y="154"/>
                    <a:pt x="193" y="118"/>
                    <a:pt x="154" y="103"/>
                  </a:cubicBezTo>
                  <a:lnTo>
                    <a:pt x="154" y="29"/>
                  </a:lnTo>
                  <a:cubicBezTo>
                    <a:pt x="154" y="11"/>
                    <a:pt x="139" y="0"/>
                    <a:pt x="125" y="0"/>
                  </a:cubicBezTo>
                  <a:cubicBezTo>
                    <a:pt x="110" y="0"/>
                    <a:pt x="95" y="11"/>
                    <a:pt x="95" y="29"/>
                  </a:cubicBezTo>
                  <a:lnTo>
                    <a:pt x="95" y="103"/>
                  </a:lnTo>
                  <a:cubicBezTo>
                    <a:pt x="56" y="115"/>
                    <a:pt x="27" y="154"/>
                    <a:pt x="27" y="198"/>
                  </a:cubicBezTo>
                  <a:cubicBezTo>
                    <a:pt x="27" y="243"/>
                    <a:pt x="59" y="281"/>
                    <a:pt x="98" y="29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xmlns="" id="{4B529C1A-18CF-4788-B111-541BF3F31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812" y="4330946"/>
              <a:ext cx="132956" cy="186138"/>
            </a:xfrm>
            <a:custGeom>
              <a:avLst/>
              <a:gdLst>
                <a:gd name="T0" fmla="*/ 121 w 309"/>
                <a:gd name="T1" fmla="*/ 92 h 434"/>
                <a:gd name="T2" fmla="*/ 6 w 309"/>
                <a:gd name="T3" fmla="*/ 433 h 434"/>
                <a:gd name="T4" fmla="*/ 68 w 309"/>
                <a:gd name="T5" fmla="*/ 433 h 434"/>
                <a:gd name="T6" fmla="*/ 157 w 309"/>
                <a:gd name="T7" fmla="*/ 169 h 434"/>
                <a:gd name="T8" fmla="*/ 246 w 309"/>
                <a:gd name="T9" fmla="*/ 433 h 434"/>
                <a:gd name="T10" fmla="*/ 308 w 309"/>
                <a:gd name="T11" fmla="*/ 433 h 434"/>
                <a:gd name="T12" fmla="*/ 172 w 309"/>
                <a:gd name="T13" fmla="*/ 51 h 434"/>
                <a:gd name="T14" fmla="*/ 0 w 309"/>
                <a:gd name="T15" fmla="*/ 9 h 434"/>
                <a:gd name="T16" fmla="*/ 15 w 309"/>
                <a:gd name="T17" fmla="*/ 68 h 434"/>
                <a:gd name="T18" fmla="*/ 121 w 309"/>
                <a:gd name="T19" fmla="*/ 92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434">
                  <a:moveTo>
                    <a:pt x="121" y="92"/>
                  </a:moveTo>
                  <a:lnTo>
                    <a:pt x="6" y="433"/>
                  </a:lnTo>
                  <a:lnTo>
                    <a:pt x="68" y="433"/>
                  </a:lnTo>
                  <a:lnTo>
                    <a:pt x="157" y="169"/>
                  </a:lnTo>
                  <a:lnTo>
                    <a:pt x="246" y="433"/>
                  </a:lnTo>
                  <a:lnTo>
                    <a:pt x="308" y="433"/>
                  </a:lnTo>
                  <a:cubicBezTo>
                    <a:pt x="187" y="86"/>
                    <a:pt x="193" y="62"/>
                    <a:pt x="172" y="51"/>
                  </a:cubicBezTo>
                  <a:cubicBezTo>
                    <a:pt x="163" y="42"/>
                    <a:pt x="77" y="0"/>
                    <a:pt x="0" y="9"/>
                  </a:cubicBezTo>
                  <a:cubicBezTo>
                    <a:pt x="9" y="27"/>
                    <a:pt x="15" y="48"/>
                    <a:pt x="15" y="68"/>
                  </a:cubicBezTo>
                  <a:cubicBezTo>
                    <a:pt x="41" y="68"/>
                    <a:pt x="77" y="71"/>
                    <a:pt x="121" y="9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xmlns="" id="{B535E2E8-3590-4223-A855-206CFD8C4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195" y="4332846"/>
              <a:ext cx="131057" cy="186138"/>
            </a:xfrm>
            <a:custGeom>
              <a:avLst/>
              <a:gdLst>
                <a:gd name="T0" fmla="*/ 148 w 306"/>
                <a:gd name="T1" fmla="*/ 166 h 431"/>
                <a:gd name="T2" fmla="*/ 237 w 306"/>
                <a:gd name="T3" fmla="*/ 430 h 431"/>
                <a:gd name="T4" fmla="*/ 299 w 306"/>
                <a:gd name="T5" fmla="*/ 430 h 431"/>
                <a:gd name="T6" fmla="*/ 184 w 306"/>
                <a:gd name="T7" fmla="*/ 89 h 431"/>
                <a:gd name="T8" fmla="*/ 290 w 306"/>
                <a:gd name="T9" fmla="*/ 65 h 431"/>
                <a:gd name="T10" fmla="*/ 305 w 306"/>
                <a:gd name="T11" fmla="*/ 6 h 431"/>
                <a:gd name="T12" fmla="*/ 121 w 306"/>
                <a:gd name="T13" fmla="*/ 62 h 431"/>
                <a:gd name="T14" fmla="*/ 0 w 306"/>
                <a:gd name="T15" fmla="*/ 427 h 431"/>
                <a:gd name="T16" fmla="*/ 62 w 306"/>
                <a:gd name="T17" fmla="*/ 427 h 431"/>
                <a:gd name="T18" fmla="*/ 148 w 306"/>
                <a:gd name="T19" fmla="*/ 166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6" h="431">
                  <a:moveTo>
                    <a:pt x="148" y="166"/>
                  </a:moveTo>
                  <a:lnTo>
                    <a:pt x="237" y="430"/>
                  </a:lnTo>
                  <a:lnTo>
                    <a:pt x="299" y="430"/>
                  </a:lnTo>
                  <a:lnTo>
                    <a:pt x="184" y="89"/>
                  </a:lnTo>
                  <a:cubicBezTo>
                    <a:pt x="228" y="68"/>
                    <a:pt x="264" y="65"/>
                    <a:pt x="290" y="65"/>
                  </a:cubicBezTo>
                  <a:cubicBezTo>
                    <a:pt x="290" y="45"/>
                    <a:pt x="296" y="24"/>
                    <a:pt x="305" y="6"/>
                  </a:cubicBezTo>
                  <a:cubicBezTo>
                    <a:pt x="252" y="0"/>
                    <a:pt x="133" y="30"/>
                    <a:pt x="121" y="62"/>
                  </a:cubicBezTo>
                  <a:lnTo>
                    <a:pt x="0" y="427"/>
                  </a:lnTo>
                  <a:lnTo>
                    <a:pt x="62" y="427"/>
                  </a:lnTo>
                  <a:lnTo>
                    <a:pt x="148" y="16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xmlns="" id="{3FD01AE8-3A5C-4250-ABE1-042FF5D49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918" y="4543675"/>
              <a:ext cx="176642" cy="81673"/>
            </a:xfrm>
            <a:custGeom>
              <a:avLst/>
              <a:gdLst>
                <a:gd name="T0" fmla="*/ 380 w 411"/>
                <a:gd name="T1" fmla="*/ 0 h 191"/>
                <a:gd name="T2" fmla="*/ 30 w 411"/>
                <a:gd name="T3" fmla="*/ 0 h 191"/>
                <a:gd name="T4" fmla="*/ 0 w 411"/>
                <a:gd name="T5" fmla="*/ 30 h 191"/>
                <a:gd name="T6" fmla="*/ 205 w 411"/>
                <a:gd name="T7" fmla="*/ 190 h 191"/>
                <a:gd name="T8" fmla="*/ 410 w 411"/>
                <a:gd name="T9" fmla="*/ 30 h 191"/>
                <a:gd name="T10" fmla="*/ 380 w 411"/>
                <a:gd name="T11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1" h="191">
                  <a:moveTo>
                    <a:pt x="380" y="0"/>
                  </a:moveTo>
                  <a:lnTo>
                    <a:pt x="30" y="0"/>
                  </a:lnTo>
                  <a:cubicBezTo>
                    <a:pt x="15" y="0"/>
                    <a:pt x="0" y="15"/>
                    <a:pt x="0" y="30"/>
                  </a:cubicBezTo>
                  <a:cubicBezTo>
                    <a:pt x="0" y="119"/>
                    <a:pt x="92" y="190"/>
                    <a:pt x="205" y="190"/>
                  </a:cubicBezTo>
                  <a:cubicBezTo>
                    <a:pt x="318" y="190"/>
                    <a:pt x="410" y="119"/>
                    <a:pt x="410" y="30"/>
                  </a:cubicBezTo>
                  <a:cubicBezTo>
                    <a:pt x="410" y="12"/>
                    <a:pt x="395" y="0"/>
                    <a:pt x="38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xmlns="" id="{114D2089-5E46-4D5E-BE0D-F45DBAF40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504" y="4543675"/>
              <a:ext cx="176640" cy="81673"/>
            </a:xfrm>
            <a:custGeom>
              <a:avLst/>
              <a:gdLst>
                <a:gd name="T0" fmla="*/ 409 w 410"/>
                <a:gd name="T1" fmla="*/ 30 h 191"/>
                <a:gd name="T2" fmla="*/ 379 w 410"/>
                <a:gd name="T3" fmla="*/ 0 h 191"/>
                <a:gd name="T4" fmla="*/ 29 w 410"/>
                <a:gd name="T5" fmla="*/ 0 h 191"/>
                <a:gd name="T6" fmla="*/ 0 w 410"/>
                <a:gd name="T7" fmla="*/ 30 h 191"/>
                <a:gd name="T8" fmla="*/ 204 w 410"/>
                <a:gd name="T9" fmla="*/ 190 h 191"/>
                <a:gd name="T10" fmla="*/ 409 w 410"/>
                <a:gd name="T11" fmla="*/ 3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91">
                  <a:moveTo>
                    <a:pt x="409" y="30"/>
                  </a:moveTo>
                  <a:cubicBezTo>
                    <a:pt x="409" y="15"/>
                    <a:pt x="394" y="0"/>
                    <a:pt x="379" y="0"/>
                  </a:cubicBezTo>
                  <a:lnTo>
                    <a:pt x="29" y="0"/>
                  </a:lnTo>
                  <a:cubicBezTo>
                    <a:pt x="14" y="0"/>
                    <a:pt x="0" y="15"/>
                    <a:pt x="0" y="30"/>
                  </a:cubicBezTo>
                  <a:cubicBezTo>
                    <a:pt x="0" y="119"/>
                    <a:pt x="91" y="190"/>
                    <a:pt x="204" y="190"/>
                  </a:cubicBezTo>
                  <a:cubicBezTo>
                    <a:pt x="317" y="190"/>
                    <a:pt x="409" y="119"/>
                    <a:pt x="409" y="3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marL="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7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54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3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09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886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62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40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18" algn="l" defTabSz="914354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3918A4AF-539B-4E44-A868-E8164E65B640}"/>
              </a:ext>
            </a:extLst>
          </p:cNvPr>
          <p:cNvSpPr/>
          <p:nvPr/>
        </p:nvSpPr>
        <p:spPr>
          <a:xfrm rot="5400000">
            <a:off x="7629775" y="2143499"/>
            <a:ext cx="2224138" cy="3000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3D3A1FC-D3EB-4332-9631-F70B0FA88510}"/>
              </a:ext>
            </a:extLst>
          </p:cNvPr>
          <p:cNvSpPr/>
          <p:nvPr/>
        </p:nvSpPr>
        <p:spPr>
          <a:xfrm rot="5400000">
            <a:off x="2338087" y="2143497"/>
            <a:ext cx="2224137" cy="3000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507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4EB9A7E-BAF5-4E26-B8BB-B4C61BB55038}"/>
              </a:ext>
            </a:extLst>
          </p:cNvPr>
          <p:cNvSpPr/>
          <p:nvPr/>
        </p:nvSpPr>
        <p:spPr>
          <a:xfrm>
            <a:off x="6523878" y="2055560"/>
            <a:ext cx="5668123" cy="495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27A5C88-46E6-4387-9FE9-66C7471D7C64}"/>
              </a:ext>
            </a:extLst>
          </p:cNvPr>
          <p:cNvSpPr/>
          <p:nvPr/>
        </p:nvSpPr>
        <p:spPr>
          <a:xfrm>
            <a:off x="1101781" y="0"/>
            <a:ext cx="443091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F73B285-7ED3-41B3-8DC5-420FF5EE9FEB}"/>
              </a:ext>
            </a:extLst>
          </p:cNvPr>
          <p:cNvSpPr txBox="1"/>
          <p:nvPr/>
        </p:nvSpPr>
        <p:spPr>
          <a:xfrm>
            <a:off x="2092961" y="1177919"/>
            <a:ext cx="24485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Innovators at Law</a:t>
            </a: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xmlns="" id="{E2814578-55B9-453C-91B4-EF3411EBA365}"/>
              </a:ext>
            </a:extLst>
          </p:cNvPr>
          <p:cNvSpPr txBox="1"/>
          <p:nvPr/>
        </p:nvSpPr>
        <p:spPr>
          <a:xfrm>
            <a:off x="2092960" y="1422836"/>
            <a:ext cx="2448560" cy="801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Collaboratively empowered markets via plug-and-play networks users after capital without superior.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D764C8D-F2BC-44E5-A2BA-0E91ACA50EB1}"/>
              </a:ext>
            </a:extLst>
          </p:cNvPr>
          <p:cNvSpPr txBox="1"/>
          <p:nvPr/>
        </p:nvSpPr>
        <p:spPr>
          <a:xfrm>
            <a:off x="2092961" y="3197067"/>
            <a:ext cx="24485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Law, Less Ordinary</a:t>
            </a:r>
          </a:p>
        </p:txBody>
      </p:sp>
      <p:sp>
        <p:nvSpPr>
          <p:cNvPr id="7" name="7 CuadroTexto">
            <a:extLst>
              <a:ext uri="{FF2B5EF4-FFF2-40B4-BE49-F238E27FC236}">
                <a16:creationId xmlns:a16="http://schemas.microsoft.com/office/drawing/2014/main" xmlns="" id="{7D41828C-22B5-4183-BE1D-A2138812F458}"/>
              </a:ext>
            </a:extLst>
          </p:cNvPr>
          <p:cNvSpPr txBox="1"/>
          <p:nvPr/>
        </p:nvSpPr>
        <p:spPr>
          <a:xfrm>
            <a:off x="2092960" y="3446542"/>
            <a:ext cx="2448560" cy="801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Collaboratively empowered markets via plug-and-play networks users after capital without superior.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42D013E-FA43-48A0-B90C-BFA863E9659C}"/>
              </a:ext>
            </a:extLst>
          </p:cNvPr>
          <p:cNvSpPr txBox="1"/>
          <p:nvPr/>
        </p:nvSpPr>
        <p:spPr>
          <a:xfrm>
            <a:off x="2092961" y="5220773"/>
            <a:ext cx="24485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Not Just Any Law Firm</a:t>
            </a:r>
          </a:p>
        </p:txBody>
      </p:sp>
      <p:sp>
        <p:nvSpPr>
          <p:cNvPr id="10" name="7 CuadroTexto">
            <a:extLst>
              <a:ext uri="{FF2B5EF4-FFF2-40B4-BE49-F238E27FC236}">
                <a16:creationId xmlns:a16="http://schemas.microsoft.com/office/drawing/2014/main" xmlns="" id="{04B6FF26-858A-4C35-90BF-033EC06995BB}"/>
              </a:ext>
            </a:extLst>
          </p:cNvPr>
          <p:cNvSpPr txBox="1"/>
          <p:nvPr/>
        </p:nvSpPr>
        <p:spPr>
          <a:xfrm>
            <a:off x="2092960" y="5470248"/>
            <a:ext cx="2448560" cy="8011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Collaboratively empowered markets via plug-and-play networks users after capital without superior.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37DC19B8-2898-4F67-8BEB-852869CB66D0}"/>
              </a:ext>
            </a:extLst>
          </p:cNvPr>
          <p:cNvGrpSpPr/>
          <p:nvPr/>
        </p:nvGrpSpPr>
        <p:grpSpPr>
          <a:xfrm>
            <a:off x="6718588" y="2097609"/>
            <a:ext cx="4287522" cy="2662782"/>
            <a:chOff x="6827519" y="1865822"/>
            <a:chExt cx="4287522" cy="26627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2D351061-DB88-4A50-AC6A-BE37C41A12D2}"/>
                </a:ext>
              </a:extLst>
            </p:cNvPr>
            <p:cNvSpPr/>
            <p:nvPr/>
          </p:nvSpPr>
          <p:spPr>
            <a:xfrm>
              <a:off x="6827519" y="2896491"/>
              <a:ext cx="4287522" cy="1632113"/>
            </a:xfrm>
            <a:prstGeom prst="rect">
              <a:avLst/>
            </a:prstGeom>
          </p:spPr>
          <p:txBody>
            <a:bodyPr wrap="square" lIns="0" tIns="0" rIns="0" bIns="0" num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Proactively envisioned multimedia based expertise and cross media growth strategies visualize quality collaboration. </a:t>
              </a:r>
            </a:p>
            <a:p>
              <a:pPr>
                <a:lnSpc>
                  <a:spcPct val="150000"/>
                </a:lnSpc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Leverage agile frameworks to provide a robust. Seamlessly visualize quality intellectual capital without superior collaboration and idea sharing coordinate proactive.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FFD7077C-E169-486A-982D-DFA5DC729E3A}"/>
                </a:ext>
              </a:extLst>
            </p:cNvPr>
            <p:cNvSpPr txBox="1"/>
            <p:nvPr/>
          </p:nvSpPr>
          <p:spPr>
            <a:xfrm>
              <a:off x="6827519" y="1865822"/>
              <a:ext cx="4287522" cy="8617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PT Sans" panose="020B0503020203020204" pitchFamily="34" charset="0"/>
                </a:rPr>
                <a:t>What’s </a:t>
              </a:r>
            </a:p>
            <a:p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PT Sans" panose="020B0503020203020204" pitchFamily="34" charset="0"/>
                </a:rPr>
                <a:t>Law Enforcement Points</a:t>
              </a:r>
            </a:p>
          </p:txBody>
        </p:sp>
      </p:grpSp>
      <p:sp>
        <p:nvSpPr>
          <p:cNvPr id="19" name="Freeform 6">
            <a:extLst>
              <a:ext uri="{FF2B5EF4-FFF2-40B4-BE49-F238E27FC236}">
                <a16:creationId xmlns:a16="http://schemas.microsoft.com/office/drawing/2014/main" xmlns="" id="{AABB3F4D-C6D3-42CF-9D25-DC9978C2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959" y="682563"/>
            <a:ext cx="252413" cy="419100"/>
          </a:xfrm>
          <a:custGeom>
            <a:avLst/>
            <a:gdLst>
              <a:gd name="T0" fmla="*/ 350 w 701"/>
              <a:gd name="T1" fmla="*/ 552 h 1166"/>
              <a:gd name="T2" fmla="*/ 583 w 701"/>
              <a:gd name="T3" fmla="*/ 320 h 1166"/>
              <a:gd name="T4" fmla="*/ 583 w 701"/>
              <a:gd name="T5" fmla="*/ 115 h 1166"/>
              <a:gd name="T6" fmla="*/ 118 w 701"/>
              <a:gd name="T7" fmla="*/ 115 h 1166"/>
              <a:gd name="T8" fmla="*/ 118 w 701"/>
              <a:gd name="T9" fmla="*/ 320 h 1166"/>
              <a:gd name="T10" fmla="*/ 350 w 701"/>
              <a:gd name="T11" fmla="*/ 552 h 1166"/>
              <a:gd name="T12" fmla="*/ 583 w 701"/>
              <a:gd name="T13" fmla="*/ 845 h 1166"/>
              <a:gd name="T14" fmla="*/ 350 w 701"/>
              <a:gd name="T15" fmla="*/ 612 h 1166"/>
              <a:gd name="T16" fmla="*/ 118 w 701"/>
              <a:gd name="T17" fmla="*/ 845 h 1166"/>
              <a:gd name="T18" fmla="*/ 118 w 701"/>
              <a:gd name="T19" fmla="*/ 1050 h 1166"/>
              <a:gd name="T20" fmla="*/ 583 w 701"/>
              <a:gd name="T21" fmla="*/ 1050 h 1166"/>
              <a:gd name="T22" fmla="*/ 583 w 701"/>
              <a:gd name="T23" fmla="*/ 845 h 1166"/>
              <a:gd name="T24" fmla="*/ 0 w 701"/>
              <a:gd name="T25" fmla="*/ 0 h 1166"/>
              <a:gd name="T26" fmla="*/ 700 w 701"/>
              <a:gd name="T27" fmla="*/ 0 h 1166"/>
              <a:gd name="T28" fmla="*/ 700 w 701"/>
              <a:gd name="T29" fmla="*/ 350 h 1166"/>
              <a:gd name="T30" fmla="*/ 468 w 701"/>
              <a:gd name="T31" fmla="*/ 582 h 1166"/>
              <a:gd name="T32" fmla="*/ 700 w 701"/>
              <a:gd name="T33" fmla="*/ 815 h 1166"/>
              <a:gd name="T34" fmla="*/ 700 w 701"/>
              <a:gd name="T35" fmla="*/ 1165 h 1166"/>
              <a:gd name="T36" fmla="*/ 0 w 701"/>
              <a:gd name="T37" fmla="*/ 1165 h 1166"/>
              <a:gd name="T38" fmla="*/ 0 w 701"/>
              <a:gd name="T39" fmla="*/ 815 h 1166"/>
              <a:gd name="T40" fmla="*/ 233 w 701"/>
              <a:gd name="T41" fmla="*/ 582 h 1166"/>
              <a:gd name="T42" fmla="*/ 0 w 701"/>
              <a:gd name="T43" fmla="*/ 350 h 1166"/>
              <a:gd name="T44" fmla="*/ 0 w 701"/>
              <a:gd name="T4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01" h="1166">
                <a:moveTo>
                  <a:pt x="350" y="552"/>
                </a:moveTo>
                <a:lnTo>
                  <a:pt x="583" y="320"/>
                </a:lnTo>
                <a:lnTo>
                  <a:pt x="583" y="115"/>
                </a:lnTo>
                <a:lnTo>
                  <a:pt x="118" y="115"/>
                </a:lnTo>
                <a:lnTo>
                  <a:pt x="118" y="320"/>
                </a:lnTo>
                <a:lnTo>
                  <a:pt x="350" y="552"/>
                </a:lnTo>
                <a:close/>
                <a:moveTo>
                  <a:pt x="583" y="845"/>
                </a:moveTo>
                <a:lnTo>
                  <a:pt x="350" y="612"/>
                </a:lnTo>
                <a:lnTo>
                  <a:pt x="118" y="845"/>
                </a:lnTo>
                <a:lnTo>
                  <a:pt x="118" y="1050"/>
                </a:lnTo>
                <a:lnTo>
                  <a:pt x="583" y="1050"/>
                </a:lnTo>
                <a:lnTo>
                  <a:pt x="583" y="845"/>
                </a:lnTo>
                <a:close/>
                <a:moveTo>
                  <a:pt x="0" y="0"/>
                </a:moveTo>
                <a:lnTo>
                  <a:pt x="700" y="0"/>
                </a:lnTo>
                <a:lnTo>
                  <a:pt x="700" y="350"/>
                </a:lnTo>
                <a:lnTo>
                  <a:pt x="468" y="582"/>
                </a:lnTo>
                <a:lnTo>
                  <a:pt x="700" y="815"/>
                </a:lnTo>
                <a:lnTo>
                  <a:pt x="700" y="1165"/>
                </a:lnTo>
                <a:lnTo>
                  <a:pt x="0" y="1165"/>
                </a:lnTo>
                <a:lnTo>
                  <a:pt x="0" y="815"/>
                </a:lnTo>
                <a:lnTo>
                  <a:pt x="233" y="582"/>
                </a:lnTo>
                <a:lnTo>
                  <a:pt x="0" y="35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30">
            <a:extLst>
              <a:ext uri="{FF2B5EF4-FFF2-40B4-BE49-F238E27FC236}">
                <a16:creationId xmlns:a16="http://schemas.microsoft.com/office/drawing/2014/main" xmlns="" id="{9CAED903-FC23-444A-AB44-3AEAEB7E6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959" y="2718969"/>
            <a:ext cx="369888" cy="406400"/>
          </a:xfrm>
          <a:custGeom>
            <a:avLst/>
            <a:gdLst>
              <a:gd name="T0" fmla="*/ 514 w 1029"/>
              <a:gd name="T1" fmla="*/ 1012 h 1128"/>
              <a:gd name="T2" fmla="*/ 514 w 1029"/>
              <a:gd name="T3" fmla="*/ 167 h 1128"/>
              <a:gd name="T4" fmla="*/ 268 w 1029"/>
              <a:gd name="T5" fmla="*/ 413 h 1128"/>
              <a:gd name="T6" fmla="*/ 164 w 1029"/>
              <a:gd name="T7" fmla="*/ 662 h 1128"/>
              <a:gd name="T8" fmla="*/ 514 w 1029"/>
              <a:gd name="T9" fmla="*/ 1012 h 1128"/>
              <a:gd name="T10" fmla="*/ 845 w 1029"/>
              <a:gd name="T11" fmla="*/ 331 h 1128"/>
              <a:gd name="T12" fmla="*/ 845 w 1029"/>
              <a:gd name="T13" fmla="*/ 990 h 1128"/>
              <a:gd name="T14" fmla="*/ 514 w 1029"/>
              <a:gd name="T15" fmla="*/ 1127 h 1128"/>
              <a:gd name="T16" fmla="*/ 183 w 1029"/>
              <a:gd name="T17" fmla="*/ 990 h 1128"/>
              <a:gd name="T18" fmla="*/ 183 w 1029"/>
              <a:gd name="T19" fmla="*/ 331 h 1128"/>
              <a:gd name="T20" fmla="*/ 514 w 1029"/>
              <a:gd name="T21" fmla="*/ 0 h 1128"/>
              <a:gd name="T22" fmla="*/ 845 w 1029"/>
              <a:gd name="T23" fmla="*/ 331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9" h="1128">
                <a:moveTo>
                  <a:pt x="514" y="1012"/>
                </a:moveTo>
                <a:lnTo>
                  <a:pt x="514" y="167"/>
                </a:lnTo>
                <a:lnTo>
                  <a:pt x="268" y="413"/>
                </a:lnTo>
                <a:cubicBezTo>
                  <a:pt x="202" y="479"/>
                  <a:pt x="164" y="569"/>
                  <a:pt x="164" y="662"/>
                </a:cubicBezTo>
                <a:cubicBezTo>
                  <a:pt x="164" y="850"/>
                  <a:pt x="326" y="1012"/>
                  <a:pt x="514" y="1012"/>
                </a:cubicBezTo>
                <a:close/>
                <a:moveTo>
                  <a:pt x="845" y="331"/>
                </a:moveTo>
                <a:cubicBezTo>
                  <a:pt x="1028" y="514"/>
                  <a:pt x="1028" y="807"/>
                  <a:pt x="845" y="990"/>
                </a:cubicBezTo>
                <a:cubicBezTo>
                  <a:pt x="754" y="1080"/>
                  <a:pt x="635" y="1127"/>
                  <a:pt x="514" y="1127"/>
                </a:cubicBezTo>
                <a:cubicBezTo>
                  <a:pt x="394" y="1127"/>
                  <a:pt x="273" y="1080"/>
                  <a:pt x="183" y="990"/>
                </a:cubicBezTo>
                <a:cubicBezTo>
                  <a:pt x="0" y="807"/>
                  <a:pt x="0" y="514"/>
                  <a:pt x="183" y="331"/>
                </a:cubicBezTo>
                <a:lnTo>
                  <a:pt x="514" y="0"/>
                </a:lnTo>
                <a:lnTo>
                  <a:pt x="845" y="3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61">
            <a:extLst>
              <a:ext uri="{FF2B5EF4-FFF2-40B4-BE49-F238E27FC236}">
                <a16:creationId xmlns:a16="http://schemas.microsoft.com/office/drawing/2014/main" xmlns="" id="{2747021A-72CB-4906-B740-6148F833D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958" y="4729975"/>
            <a:ext cx="293687" cy="419100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8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D892F883-CEF2-4008-87AE-45BD46E300B4}"/>
              </a:ext>
            </a:extLst>
          </p:cNvPr>
          <p:cNvSpPr/>
          <p:nvPr/>
        </p:nvSpPr>
        <p:spPr>
          <a:xfrm>
            <a:off x="0" y="972273"/>
            <a:ext cx="12192000" cy="4913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F895F69-54DD-4004-BF55-3CD31FC1E69C}"/>
              </a:ext>
            </a:extLst>
          </p:cNvPr>
          <p:cNvGrpSpPr/>
          <p:nvPr/>
        </p:nvGrpSpPr>
        <p:grpSpPr>
          <a:xfrm>
            <a:off x="4297674" y="1557713"/>
            <a:ext cx="4396678" cy="3742575"/>
            <a:chOff x="4297674" y="1580708"/>
            <a:chExt cx="4396678" cy="3742575"/>
          </a:xfrm>
        </p:grpSpPr>
        <p:sp>
          <p:nvSpPr>
            <p:cNvPr id="2" name="Oval 1"/>
            <p:cNvSpPr/>
            <p:nvPr/>
          </p:nvSpPr>
          <p:spPr>
            <a:xfrm>
              <a:off x="5161035" y="2114058"/>
              <a:ext cx="2649060" cy="2649069"/>
            </a:xfrm>
            <a:prstGeom prst="ellipse">
              <a:avLst/>
            </a:prstGeom>
            <a:noFill/>
            <a:ln w="1143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26949" y="1755441"/>
              <a:ext cx="717232" cy="717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90228" y="3078778"/>
              <a:ext cx="717232" cy="717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26949" y="4437218"/>
              <a:ext cx="717232" cy="717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02419" y="3067805"/>
              <a:ext cx="717232" cy="7172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3" name="Freeform 93">
              <a:extLst>
                <a:ext uri="{FF2B5EF4-FFF2-40B4-BE49-F238E27FC236}">
                  <a16:creationId xmlns:a16="http://schemas.microsoft.com/office/drawing/2014/main" xmlns="" id="{A36D4DF3-17CB-4C47-A119-588196509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0877" y="1899371"/>
              <a:ext cx="429376" cy="429374"/>
            </a:xfrm>
            <a:custGeom>
              <a:avLst/>
              <a:gdLst>
                <a:gd name="T0" fmla="*/ 874 w 1165"/>
                <a:gd name="T1" fmla="*/ 640 h 1165"/>
                <a:gd name="T2" fmla="*/ 874 w 1165"/>
                <a:gd name="T3" fmla="*/ 525 h 1165"/>
                <a:gd name="T4" fmla="*/ 639 w 1165"/>
                <a:gd name="T5" fmla="*/ 525 h 1165"/>
                <a:gd name="T6" fmla="*/ 639 w 1165"/>
                <a:gd name="T7" fmla="*/ 290 h 1165"/>
                <a:gd name="T8" fmla="*/ 524 w 1165"/>
                <a:gd name="T9" fmla="*/ 290 h 1165"/>
                <a:gd name="T10" fmla="*/ 524 w 1165"/>
                <a:gd name="T11" fmla="*/ 525 h 1165"/>
                <a:gd name="T12" fmla="*/ 289 w 1165"/>
                <a:gd name="T13" fmla="*/ 525 h 1165"/>
                <a:gd name="T14" fmla="*/ 289 w 1165"/>
                <a:gd name="T15" fmla="*/ 640 h 1165"/>
                <a:gd name="T16" fmla="*/ 524 w 1165"/>
                <a:gd name="T17" fmla="*/ 640 h 1165"/>
                <a:gd name="T18" fmla="*/ 524 w 1165"/>
                <a:gd name="T19" fmla="*/ 875 h 1165"/>
                <a:gd name="T20" fmla="*/ 639 w 1165"/>
                <a:gd name="T21" fmla="*/ 875 h 1165"/>
                <a:gd name="T22" fmla="*/ 639 w 1165"/>
                <a:gd name="T23" fmla="*/ 640 h 1165"/>
                <a:gd name="T24" fmla="*/ 874 w 1165"/>
                <a:gd name="T25" fmla="*/ 640 h 1165"/>
                <a:gd name="T26" fmla="*/ 582 w 1165"/>
                <a:gd name="T27" fmla="*/ 0 h 1165"/>
                <a:gd name="T28" fmla="*/ 1164 w 1165"/>
                <a:gd name="T29" fmla="*/ 582 h 1165"/>
                <a:gd name="T30" fmla="*/ 582 w 1165"/>
                <a:gd name="T31" fmla="*/ 1164 h 1165"/>
                <a:gd name="T32" fmla="*/ 0 w 1165"/>
                <a:gd name="T33" fmla="*/ 582 h 1165"/>
                <a:gd name="T34" fmla="*/ 582 w 1165"/>
                <a:gd name="T35" fmla="*/ 0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5" h="1165">
                  <a:moveTo>
                    <a:pt x="874" y="640"/>
                  </a:moveTo>
                  <a:lnTo>
                    <a:pt x="874" y="525"/>
                  </a:lnTo>
                  <a:lnTo>
                    <a:pt x="639" y="525"/>
                  </a:lnTo>
                  <a:lnTo>
                    <a:pt x="639" y="290"/>
                  </a:lnTo>
                  <a:lnTo>
                    <a:pt x="524" y="290"/>
                  </a:lnTo>
                  <a:lnTo>
                    <a:pt x="524" y="525"/>
                  </a:lnTo>
                  <a:lnTo>
                    <a:pt x="289" y="525"/>
                  </a:lnTo>
                  <a:lnTo>
                    <a:pt x="289" y="640"/>
                  </a:lnTo>
                  <a:lnTo>
                    <a:pt x="524" y="640"/>
                  </a:lnTo>
                  <a:lnTo>
                    <a:pt x="524" y="875"/>
                  </a:lnTo>
                  <a:lnTo>
                    <a:pt x="639" y="875"/>
                  </a:lnTo>
                  <a:lnTo>
                    <a:pt x="639" y="640"/>
                  </a:lnTo>
                  <a:lnTo>
                    <a:pt x="874" y="640"/>
                  </a:lnTo>
                  <a:close/>
                  <a:moveTo>
                    <a:pt x="582" y="0"/>
                  </a:moveTo>
                  <a:cubicBezTo>
                    <a:pt x="904" y="0"/>
                    <a:pt x="1164" y="259"/>
                    <a:pt x="1164" y="582"/>
                  </a:cubicBezTo>
                  <a:cubicBezTo>
                    <a:pt x="1164" y="904"/>
                    <a:pt x="905" y="1164"/>
                    <a:pt x="582" y="1164"/>
                  </a:cubicBezTo>
                  <a:cubicBezTo>
                    <a:pt x="260" y="1164"/>
                    <a:pt x="0" y="904"/>
                    <a:pt x="0" y="582"/>
                  </a:cubicBezTo>
                  <a:cubicBezTo>
                    <a:pt x="0" y="259"/>
                    <a:pt x="259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4" name="Freeform 79">
              <a:extLst>
                <a:ext uri="{FF2B5EF4-FFF2-40B4-BE49-F238E27FC236}">
                  <a16:creationId xmlns:a16="http://schemas.microsoft.com/office/drawing/2014/main" xmlns="" id="{D1DCF968-2C08-4580-86C1-9B7416A79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643" y="3211735"/>
              <a:ext cx="429376" cy="429374"/>
            </a:xfrm>
            <a:custGeom>
              <a:avLst/>
              <a:gdLst>
                <a:gd name="T0" fmla="*/ 582 w 1165"/>
                <a:gd name="T1" fmla="*/ 1003 h 1165"/>
                <a:gd name="T2" fmla="*/ 932 w 1165"/>
                <a:gd name="T3" fmla="*/ 814 h 1165"/>
                <a:gd name="T4" fmla="*/ 582 w 1165"/>
                <a:gd name="T5" fmla="*/ 634 h 1165"/>
                <a:gd name="T6" fmla="*/ 232 w 1165"/>
                <a:gd name="T7" fmla="*/ 814 h 1165"/>
                <a:gd name="T8" fmla="*/ 582 w 1165"/>
                <a:gd name="T9" fmla="*/ 1003 h 1165"/>
                <a:gd name="T10" fmla="*/ 582 w 1165"/>
                <a:gd name="T11" fmla="*/ 175 h 1165"/>
                <a:gd name="T12" fmla="*/ 407 w 1165"/>
                <a:gd name="T13" fmla="*/ 350 h 1165"/>
                <a:gd name="T14" fmla="*/ 582 w 1165"/>
                <a:gd name="T15" fmla="*/ 524 h 1165"/>
                <a:gd name="T16" fmla="*/ 757 w 1165"/>
                <a:gd name="T17" fmla="*/ 350 h 1165"/>
                <a:gd name="T18" fmla="*/ 582 w 1165"/>
                <a:gd name="T19" fmla="*/ 175 h 1165"/>
                <a:gd name="T20" fmla="*/ 582 w 1165"/>
                <a:gd name="T21" fmla="*/ 0 h 1165"/>
                <a:gd name="T22" fmla="*/ 1164 w 1165"/>
                <a:gd name="T23" fmla="*/ 582 h 1165"/>
                <a:gd name="T24" fmla="*/ 582 w 1165"/>
                <a:gd name="T25" fmla="*/ 1164 h 1165"/>
                <a:gd name="T26" fmla="*/ 0 w 1165"/>
                <a:gd name="T27" fmla="*/ 582 h 1165"/>
                <a:gd name="T28" fmla="*/ 582 w 1165"/>
                <a:gd name="T29" fmla="*/ 0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65" h="1165">
                  <a:moveTo>
                    <a:pt x="582" y="1003"/>
                  </a:moveTo>
                  <a:cubicBezTo>
                    <a:pt x="727" y="1003"/>
                    <a:pt x="855" y="926"/>
                    <a:pt x="932" y="814"/>
                  </a:cubicBezTo>
                  <a:cubicBezTo>
                    <a:pt x="929" y="699"/>
                    <a:pt x="697" y="634"/>
                    <a:pt x="582" y="634"/>
                  </a:cubicBezTo>
                  <a:cubicBezTo>
                    <a:pt x="464" y="634"/>
                    <a:pt x="235" y="699"/>
                    <a:pt x="232" y="814"/>
                  </a:cubicBezTo>
                  <a:cubicBezTo>
                    <a:pt x="308" y="926"/>
                    <a:pt x="437" y="1003"/>
                    <a:pt x="582" y="1003"/>
                  </a:cubicBezTo>
                  <a:close/>
                  <a:moveTo>
                    <a:pt x="582" y="175"/>
                  </a:moveTo>
                  <a:cubicBezTo>
                    <a:pt x="486" y="175"/>
                    <a:pt x="407" y="254"/>
                    <a:pt x="407" y="350"/>
                  </a:cubicBezTo>
                  <a:cubicBezTo>
                    <a:pt x="407" y="445"/>
                    <a:pt x="487" y="524"/>
                    <a:pt x="582" y="524"/>
                  </a:cubicBezTo>
                  <a:cubicBezTo>
                    <a:pt x="678" y="524"/>
                    <a:pt x="757" y="445"/>
                    <a:pt x="757" y="350"/>
                  </a:cubicBezTo>
                  <a:cubicBezTo>
                    <a:pt x="757" y="254"/>
                    <a:pt x="677" y="175"/>
                    <a:pt x="582" y="175"/>
                  </a:cubicBezTo>
                  <a:close/>
                  <a:moveTo>
                    <a:pt x="582" y="0"/>
                  </a:moveTo>
                  <a:cubicBezTo>
                    <a:pt x="904" y="0"/>
                    <a:pt x="1164" y="259"/>
                    <a:pt x="1164" y="582"/>
                  </a:cubicBezTo>
                  <a:cubicBezTo>
                    <a:pt x="1164" y="904"/>
                    <a:pt x="905" y="1164"/>
                    <a:pt x="582" y="1164"/>
                  </a:cubicBezTo>
                  <a:cubicBezTo>
                    <a:pt x="260" y="1164"/>
                    <a:pt x="0" y="904"/>
                    <a:pt x="0" y="582"/>
                  </a:cubicBezTo>
                  <a:cubicBezTo>
                    <a:pt x="0" y="259"/>
                    <a:pt x="259" y="0"/>
                    <a:pt x="5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xmlns="" id="{1A49FC61-2DA1-48AB-859D-FA4DEB2CF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0877" y="4548440"/>
              <a:ext cx="429376" cy="429374"/>
            </a:xfrm>
            <a:custGeom>
              <a:avLst/>
              <a:gdLst>
                <a:gd name="T0" fmla="*/ 845 w 1166"/>
                <a:gd name="T1" fmla="*/ 815 h 1166"/>
                <a:gd name="T2" fmla="*/ 990 w 1166"/>
                <a:gd name="T3" fmla="*/ 670 h 1166"/>
                <a:gd name="T4" fmla="*/ 845 w 1166"/>
                <a:gd name="T5" fmla="*/ 525 h 1166"/>
                <a:gd name="T6" fmla="*/ 815 w 1166"/>
                <a:gd name="T7" fmla="*/ 525 h 1166"/>
                <a:gd name="T8" fmla="*/ 583 w 1166"/>
                <a:gd name="T9" fmla="*/ 290 h 1166"/>
                <a:gd name="T10" fmla="*/ 359 w 1166"/>
                <a:gd name="T11" fmla="*/ 468 h 1166"/>
                <a:gd name="T12" fmla="*/ 350 w 1166"/>
                <a:gd name="T13" fmla="*/ 465 h 1166"/>
                <a:gd name="T14" fmla="*/ 175 w 1166"/>
                <a:gd name="T15" fmla="*/ 640 h 1166"/>
                <a:gd name="T16" fmla="*/ 350 w 1166"/>
                <a:gd name="T17" fmla="*/ 815 h 1166"/>
                <a:gd name="T18" fmla="*/ 845 w 1166"/>
                <a:gd name="T19" fmla="*/ 815 h 1166"/>
                <a:gd name="T20" fmla="*/ 583 w 1166"/>
                <a:gd name="T21" fmla="*/ 0 h 1166"/>
                <a:gd name="T22" fmla="*/ 1165 w 1166"/>
                <a:gd name="T23" fmla="*/ 582 h 1166"/>
                <a:gd name="T24" fmla="*/ 583 w 1166"/>
                <a:gd name="T25" fmla="*/ 1165 h 1166"/>
                <a:gd name="T26" fmla="*/ 0 w 1166"/>
                <a:gd name="T27" fmla="*/ 582 h 1166"/>
                <a:gd name="T28" fmla="*/ 583 w 1166"/>
                <a:gd name="T29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66" h="1166">
                  <a:moveTo>
                    <a:pt x="845" y="815"/>
                  </a:moveTo>
                  <a:cubicBezTo>
                    <a:pt x="925" y="815"/>
                    <a:pt x="990" y="749"/>
                    <a:pt x="990" y="670"/>
                  </a:cubicBezTo>
                  <a:cubicBezTo>
                    <a:pt x="990" y="591"/>
                    <a:pt x="925" y="525"/>
                    <a:pt x="845" y="525"/>
                  </a:cubicBezTo>
                  <a:lnTo>
                    <a:pt x="815" y="525"/>
                  </a:lnTo>
                  <a:cubicBezTo>
                    <a:pt x="815" y="396"/>
                    <a:pt x="711" y="290"/>
                    <a:pt x="583" y="290"/>
                  </a:cubicBezTo>
                  <a:cubicBezTo>
                    <a:pt x="473" y="290"/>
                    <a:pt x="383" y="366"/>
                    <a:pt x="359" y="468"/>
                  </a:cubicBezTo>
                  <a:lnTo>
                    <a:pt x="350" y="465"/>
                  </a:lnTo>
                  <a:cubicBezTo>
                    <a:pt x="255" y="465"/>
                    <a:pt x="175" y="544"/>
                    <a:pt x="175" y="640"/>
                  </a:cubicBezTo>
                  <a:cubicBezTo>
                    <a:pt x="175" y="735"/>
                    <a:pt x="255" y="815"/>
                    <a:pt x="350" y="815"/>
                  </a:cubicBezTo>
                  <a:lnTo>
                    <a:pt x="845" y="815"/>
                  </a:lnTo>
                  <a:close/>
                  <a:moveTo>
                    <a:pt x="583" y="0"/>
                  </a:moveTo>
                  <a:cubicBezTo>
                    <a:pt x="905" y="0"/>
                    <a:pt x="1165" y="259"/>
                    <a:pt x="1165" y="582"/>
                  </a:cubicBezTo>
                  <a:cubicBezTo>
                    <a:pt x="1165" y="904"/>
                    <a:pt x="906" y="1165"/>
                    <a:pt x="583" y="1165"/>
                  </a:cubicBezTo>
                  <a:cubicBezTo>
                    <a:pt x="261" y="1165"/>
                    <a:pt x="0" y="904"/>
                    <a:pt x="0" y="582"/>
                  </a:cubicBezTo>
                  <a:cubicBezTo>
                    <a:pt x="0" y="259"/>
                    <a:pt x="260" y="0"/>
                    <a:pt x="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200">
                <a:solidFill>
                  <a:schemeClr val="accent6"/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6" name="Freeform 25"/>
            <p:cNvSpPr>
              <a:spLocks noChangeArrowheads="1"/>
            </p:cNvSpPr>
            <p:nvPr/>
          </p:nvSpPr>
          <p:spPr bwMode="auto">
            <a:xfrm>
              <a:off x="7594174" y="3222268"/>
              <a:ext cx="430257" cy="430255"/>
            </a:xfrm>
            <a:custGeom>
              <a:avLst/>
              <a:gdLst>
                <a:gd name="T0" fmla="*/ 464 w 1165"/>
                <a:gd name="T1" fmla="*/ 845 h 1166"/>
                <a:gd name="T2" fmla="*/ 814 w 1165"/>
                <a:gd name="T3" fmla="*/ 582 h 1166"/>
                <a:gd name="T4" fmla="*/ 464 w 1165"/>
                <a:gd name="T5" fmla="*/ 320 h 1166"/>
                <a:gd name="T6" fmla="*/ 464 w 1165"/>
                <a:gd name="T7" fmla="*/ 845 h 1166"/>
                <a:gd name="T8" fmla="*/ 582 w 1165"/>
                <a:gd name="T9" fmla="*/ 0 h 1166"/>
                <a:gd name="T10" fmla="*/ 1164 w 1165"/>
                <a:gd name="T11" fmla="*/ 582 h 1166"/>
                <a:gd name="T12" fmla="*/ 582 w 1165"/>
                <a:gd name="T13" fmla="*/ 1165 h 1166"/>
                <a:gd name="T14" fmla="*/ 0 w 1165"/>
                <a:gd name="T15" fmla="*/ 582 h 1166"/>
                <a:gd name="T16" fmla="*/ 582 w 1165"/>
                <a:gd name="T17" fmla="*/ 0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5" h="1166">
                  <a:moveTo>
                    <a:pt x="464" y="845"/>
                  </a:moveTo>
                  <a:lnTo>
                    <a:pt x="814" y="582"/>
                  </a:lnTo>
                  <a:lnTo>
                    <a:pt x="464" y="320"/>
                  </a:lnTo>
                  <a:lnTo>
                    <a:pt x="464" y="845"/>
                  </a:lnTo>
                  <a:close/>
                  <a:moveTo>
                    <a:pt x="582" y="0"/>
                  </a:moveTo>
                  <a:cubicBezTo>
                    <a:pt x="905" y="0"/>
                    <a:pt x="1164" y="259"/>
                    <a:pt x="1164" y="582"/>
                  </a:cubicBezTo>
                  <a:cubicBezTo>
                    <a:pt x="1164" y="904"/>
                    <a:pt x="905" y="1165"/>
                    <a:pt x="582" y="1165"/>
                  </a:cubicBezTo>
                  <a:cubicBezTo>
                    <a:pt x="259" y="1165"/>
                    <a:pt x="0" y="904"/>
                    <a:pt x="0" y="582"/>
                  </a:cubicBezTo>
                  <a:cubicBezTo>
                    <a:pt x="0" y="259"/>
                    <a:pt x="259" y="0"/>
                    <a:pt x="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F0B80651-EE7B-46BD-B3DA-5790206FB1F5}"/>
                </a:ext>
              </a:extLst>
            </p:cNvPr>
            <p:cNvSpPr txBox="1"/>
            <p:nvPr/>
          </p:nvSpPr>
          <p:spPr>
            <a:xfrm>
              <a:off x="6195094" y="1580708"/>
              <a:ext cx="580942" cy="225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16%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F0B80651-EE7B-46BD-B3DA-5790206FB1F5}"/>
                </a:ext>
              </a:extLst>
            </p:cNvPr>
            <p:cNvSpPr txBox="1"/>
            <p:nvPr/>
          </p:nvSpPr>
          <p:spPr>
            <a:xfrm>
              <a:off x="8113410" y="3324444"/>
              <a:ext cx="580942" cy="2259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23%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F0B80651-EE7B-46BD-B3DA-5790206FB1F5}"/>
                </a:ext>
              </a:extLst>
            </p:cNvPr>
            <p:cNvSpPr txBox="1"/>
            <p:nvPr/>
          </p:nvSpPr>
          <p:spPr>
            <a:xfrm>
              <a:off x="4297674" y="3321651"/>
              <a:ext cx="580942" cy="2259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4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47%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0B80651-EE7B-46BD-B3DA-5790206FB1F5}"/>
                </a:ext>
              </a:extLst>
            </p:cNvPr>
            <p:cNvSpPr txBox="1"/>
            <p:nvPr/>
          </p:nvSpPr>
          <p:spPr>
            <a:xfrm>
              <a:off x="6191552" y="5077062"/>
              <a:ext cx="58094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6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24%</a:t>
              </a: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xmlns="" id="{75448C76-653F-4D99-BBAD-C4EC1DCC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1620" y="2987687"/>
              <a:ext cx="562560" cy="562561"/>
            </a:xfrm>
            <a:custGeom>
              <a:avLst/>
              <a:gdLst>
                <a:gd name="T0" fmla="*/ 735 w 955"/>
                <a:gd name="T1" fmla="*/ 736 h 955"/>
                <a:gd name="T2" fmla="*/ 516 w 955"/>
                <a:gd name="T3" fmla="*/ 954 h 955"/>
                <a:gd name="T4" fmla="*/ 0 w 955"/>
                <a:gd name="T5" fmla="*/ 438 h 955"/>
                <a:gd name="T6" fmla="*/ 438 w 955"/>
                <a:gd name="T7" fmla="*/ 0 h 955"/>
                <a:gd name="T8" fmla="*/ 954 w 955"/>
                <a:gd name="T9" fmla="*/ 517 h 955"/>
                <a:gd name="T10" fmla="*/ 735 w 955"/>
                <a:gd name="T11" fmla="*/ 736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5" h="955">
                  <a:moveTo>
                    <a:pt x="735" y="736"/>
                  </a:moveTo>
                  <a:lnTo>
                    <a:pt x="516" y="954"/>
                  </a:lnTo>
                  <a:lnTo>
                    <a:pt x="0" y="438"/>
                  </a:lnTo>
                  <a:lnTo>
                    <a:pt x="438" y="0"/>
                  </a:lnTo>
                  <a:lnTo>
                    <a:pt x="954" y="517"/>
                  </a:lnTo>
                  <a:lnTo>
                    <a:pt x="735" y="736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xmlns="" id="{FF757695-FB7B-4C79-8A65-81A759DD0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935" y="3291003"/>
              <a:ext cx="396641" cy="396643"/>
            </a:xfrm>
            <a:custGeom>
              <a:avLst/>
              <a:gdLst>
                <a:gd name="T0" fmla="*/ 174 w 676"/>
                <a:gd name="T1" fmla="*/ 636 h 675"/>
                <a:gd name="T2" fmla="*/ 38 w 676"/>
                <a:gd name="T3" fmla="*/ 636 h 675"/>
                <a:gd name="T4" fmla="*/ 38 w 676"/>
                <a:gd name="T5" fmla="*/ 636 h 675"/>
                <a:gd name="T6" fmla="*/ 38 w 676"/>
                <a:gd name="T7" fmla="*/ 500 h 675"/>
                <a:gd name="T8" fmla="*/ 500 w 676"/>
                <a:gd name="T9" fmla="*/ 37 h 675"/>
                <a:gd name="T10" fmla="*/ 637 w 676"/>
                <a:gd name="T11" fmla="*/ 37 h 675"/>
                <a:gd name="T12" fmla="*/ 637 w 676"/>
                <a:gd name="T13" fmla="*/ 37 h 675"/>
                <a:gd name="T14" fmla="*/ 637 w 676"/>
                <a:gd name="T15" fmla="*/ 174 h 675"/>
                <a:gd name="T16" fmla="*/ 174 w 676"/>
                <a:gd name="T17" fmla="*/ 636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6" h="675">
                  <a:moveTo>
                    <a:pt x="174" y="636"/>
                  </a:moveTo>
                  <a:cubicBezTo>
                    <a:pt x="137" y="674"/>
                    <a:pt x="76" y="674"/>
                    <a:pt x="38" y="636"/>
                  </a:cubicBezTo>
                  <a:lnTo>
                    <a:pt x="38" y="636"/>
                  </a:lnTo>
                  <a:cubicBezTo>
                    <a:pt x="0" y="599"/>
                    <a:pt x="0" y="537"/>
                    <a:pt x="38" y="500"/>
                  </a:cubicBezTo>
                  <a:lnTo>
                    <a:pt x="500" y="37"/>
                  </a:lnTo>
                  <a:cubicBezTo>
                    <a:pt x="538" y="0"/>
                    <a:pt x="599" y="0"/>
                    <a:pt x="637" y="37"/>
                  </a:cubicBezTo>
                  <a:lnTo>
                    <a:pt x="637" y="37"/>
                  </a:lnTo>
                  <a:cubicBezTo>
                    <a:pt x="675" y="75"/>
                    <a:pt x="675" y="136"/>
                    <a:pt x="637" y="174"/>
                  </a:cubicBezTo>
                  <a:lnTo>
                    <a:pt x="174" y="63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xmlns="" id="{EF497E6B-24DB-455D-ADCF-04BF0B828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1628" y="2850287"/>
              <a:ext cx="396644" cy="396643"/>
            </a:xfrm>
            <a:custGeom>
              <a:avLst/>
              <a:gdLst>
                <a:gd name="T0" fmla="*/ 174 w 676"/>
                <a:gd name="T1" fmla="*/ 636 h 675"/>
                <a:gd name="T2" fmla="*/ 38 w 676"/>
                <a:gd name="T3" fmla="*/ 636 h 675"/>
                <a:gd name="T4" fmla="*/ 38 w 676"/>
                <a:gd name="T5" fmla="*/ 636 h 675"/>
                <a:gd name="T6" fmla="*/ 38 w 676"/>
                <a:gd name="T7" fmla="*/ 500 h 675"/>
                <a:gd name="T8" fmla="*/ 500 w 676"/>
                <a:gd name="T9" fmla="*/ 37 h 675"/>
                <a:gd name="T10" fmla="*/ 637 w 676"/>
                <a:gd name="T11" fmla="*/ 37 h 675"/>
                <a:gd name="T12" fmla="*/ 637 w 676"/>
                <a:gd name="T13" fmla="*/ 37 h 675"/>
                <a:gd name="T14" fmla="*/ 637 w 676"/>
                <a:gd name="T15" fmla="*/ 174 h 675"/>
                <a:gd name="T16" fmla="*/ 174 w 676"/>
                <a:gd name="T17" fmla="*/ 636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6" h="675">
                  <a:moveTo>
                    <a:pt x="174" y="636"/>
                  </a:moveTo>
                  <a:cubicBezTo>
                    <a:pt x="137" y="674"/>
                    <a:pt x="76" y="674"/>
                    <a:pt x="38" y="636"/>
                  </a:cubicBezTo>
                  <a:lnTo>
                    <a:pt x="38" y="636"/>
                  </a:lnTo>
                  <a:cubicBezTo>
                    <a:pt x="0" y="599"/>
                    <a:pt x="0" y="537"/>
                    <a:pt x="38" y="500"/>
                  </a:cubicBezTo>
                  <a:lnTo>
                    <a:pt x="500" y="37"/>
                  </a:lnTo>
                  <a:cubicBezTo>
                    <a:pt x="538" y="0"/>
                    <a:pt x="599" y="0"/>
                    <a:pt x="637" y="37"/>
                  </a:cubicBezTo>
                  <a:lnTo>
                    <a:pt x="637" y="37"/>
                  </a:lnTo>
                  <a:cubicBezTo>
                    <a:pt x="675" y="75"/>
                    <a:pt x="675" y="136"/>
                    <a:pt x="637" y="174"/>
                  </a:cubicBezTo>
                  <a:lnTo>
                    <a:pt x="174" y="63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xmlns="" id="{8D12C274-614D-457C-B602-C6BB0698B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115" y="3075829"/>
              <a:ext cx="88143" cy="93328"/>
            </a:xfrm>
            <a:custGeom>
              <a:avLst/>
              <a:gdLst>
                <a:gd name="T0" fmla="*/ 130 w 151"/>
                <a:gd name="T1" fmla="*/ 130 h 159"/>
                <a:gd name="T2" fmla="*/ 102 w 151"/>
                <a:gd name="T3" fmla="*/ 158 h 159"/>
                <a:gd name="T4" fmla="*/ 0 w 151"/>
                <a:gd name="T5" fmla="*/ 57 h 159"/>
                <a:gd name="T6" fmla="*/ 28 w 151"/>
                <a:gd name="T7" fmla="*/ 29 h 159"/>
                <a:gd name="T8" fmla="*/ 129 w 151"/>
                <a:gd name="T9" fmla="*/ 28 h 159"/>
                <a:gd name="T10" fmla="*/ 150 w 151"/>
                <a:gd name="T11" fmla="*/ 79 h 159"/>
                <a:gd name="T12" fmla="*/ 130 w 151"/>
                <a:gd name="T13" fmla="*/ 13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59">
                  <a:moveTo>
                    <a:pt x="130" y="130"/>
                  </a:moveTo>
                  <a:lnTo>
                    <a:pt x="102" y="158"/>
                  </a:lnTo>
                  <a:lnTo>
                    <a:pt x="0" y="57"/>
                  </a:lnTo>
                  <a:lnTo>
                    <a:pt x="28" y="29"/>
                  </a:lnTo>
                  <a:cubicBezTo>
                    <a:pt x="56" y="1"/>
                    <a:pt x="101" y="0"/>
                    <a:pt x="129" y="28"/>
                  </a:cubicBezTo>
                  <a:cubicBezTo>
                    <a:pt x="143" y="42"/>
                    <a:pt x="150" y="61"/>
                    <a:pt x="150" y="79"/>
                  </a:cubicBezTo>
                  <a:cubicBezTo>
                    <a:pt x="150" y="98"/>
                    <a:pt x="144" y="116"/>
                    <a:pt x="130" y="13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xmlns="" id="{062F0337-5725-4B99-AAFA-D42E56325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566" y="3366183"/>
              <a:ext cx="505525" cy="510713"/>
            </a:xfrm>
            <a:custGeom>
              <a:avLst/>
              <a:gdLst>
                <a:gd name="T0" fmla="*/ 757 w 860"/>
                <a:gd name="T1" fmla="*/ 0 h 867"/>
                <a:gd name="T2" fmla="*/ 859 w 860"/>
                <a:gd name="T3" fmla="*/ 102 h 867"/>
                <a:gd name="T4" fmla="*/ 123 w 860"/>
                <a:gd name="T5" fmla="*/ 837 h 867"/>
                <a:gd name="T6" fmla="*/ 21 w 860"/>
                <a:gd name="T7" fmla="*/ 837 h 867"/>
                <a:gd name="T8" fmla="*/ 0 w 860"/>
                <a:gd name="T9" fmla="*/ 787 h 867"/>
                <a:gd name="T10" fmla="*/ 22 w 860"/>
                <a:gd name="T11" fmla="*/ 736 h 867"/>
                <a:gd name="T12" fmla="*/ 757 w 860"/>
                <a:gd name="T13" fmla="*/ 0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0" h="867">
                  <a:moveTo>
                    <a:pt x="757" y="0"/>
                  </a:moveTo>
                  <a:lnTo>
                    <a:pt x="859" y="102"/>
                  </a:lnTo>
                  <a:lnTo>
                    <a:pt x="123" y="837"/>
                  </a:lnTo>
                  <a:cubicBezTo>
                    <a:pt x="95" y="866"/>
                    <a:pt x="49" y="865"/>
                    <a:pt x="21" y="837"/>
                  </a:cubicBezTo>
                  <a:cubicBezTo>
                    <a:pt x="7" y="823"/>
                    <a:pt x="0" y="805"/>
                    <a:pt x="0" y="787"/>
                  </a:cubicBezTo>
                  <a:cubicBezTo>
                    <a:pt x="0" y="768"/>
                    <a:pt x="8" y="750"/>
                    <a:pt x="22" y="736"/>
                  </a:cubicBezTo>
                  <a:lnTo>
                    <a:pt x="757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xmlns="" id="{E8AD418F-0360-43BE-8642-2E2E97AA9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138" y="3760235"/>
              <a:ext cx="764768" cy="114067"/>
            </a:xfrm>
            <a:custGeom>
              <a:avLst/>
              <a:gdLst>
                <a:gd name="T0" fmla="*/ 0 w 1302"/>
                <a:gd name="T1" fmla="*/ 191 h 192"/>
                <a:gd name="T2" fmla="*/ 190 w 1302"/>
                <a:gd name="T3" fmla="*/ 0 h 192"/>
                <a:gd name="T4" fmla="*/ 1110 w 1302"/>
                <a:gd name="T5" fmla="*/ 0 h 192"/>
                <a:gd name="T6" fmla="*/ 1301 w 1302"/>
                <a:gd name="T7" fmla="*/ 191 h 192"/>
                <a:gd name="T8" fmla="*/ 0 w 1302"/>
                <a:gd name="T9" fmla="*/ 19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2" h="192">
                  <a:moveTo>
                    <a:pt x="0" y="191"/>
                  </a:moveTo>
                  <a:cubicBezTo>
                    <a:pt x="0" y="86"/>
                    <a:pt x="85" y="0"/>
                    <a:pt x="190" y="0"/>
                  </a:cubicBezTo>
                  <a:lnTo>
                    <a:pt x="1110" y="0"/>
                  </a:lnTo>
                  <a:cubicBezTo>
                    <a:pt x="1215" y="0"/>
                    <a:pt x="1301" y="86"/>
                    <a:pt x="1301" y="191"/>
                  </a:cubicBezTo>
                  <a:lnTo>
                    <a:pt x="0" y="191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481104C-E374-4EFE-A465-15B2D048BB9C}"/>
              </a:ext>
            </a:extLst>
          </p:cNvPr>
          <p:cNvGrpSpPr/>
          <p:nvPr/>
        </p:nvGrpSpPr>
        <p:grpSpPr>
          <a:xfrm>
            <a:off x="649011" y="2073840"/>
            <a:ext cx="2999652" cy="2710321"/>
            <a:chOff x="649011" y="2073840"/>
            <a:chExt cx="2999652" cy="2710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09499A7A-2373-46F2-B904-091B5083BFC1}"/>
                </a:ext>
              </a:extLst>
            </p:cNvPr>
            <p:cNvSpPr txBox="1"/>
            <p:nvPr/>
          </p:nvSpPr>
          <p:spPr>
            <a:xfrm>
              <a:off x="649011" y="2073840"/>
              <a:ext cx="2999652" cy="8617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Source Sans Pro" panose="020B0503030403020204" pitchFamily="34" charset="0"/>
                </a:rPr>
                <a:t>New Frontiers In The Law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xmlns="" id="{9A2C2D59-6B1A-4872-A0A8-38FCF1965693}"/>
                </a:ext>
              </a:extLst>
            </p:cNvPr>
            <p:cNvSpPr/>
            <p:nvPr/>
          </p:nvSpPr>
          <p:spPr>
            <a:xfrm>
              <a:off x="649011" y="3706045"/>
              <a:ext cx="2999652" cy="107811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Interactively coordinate proactive e-commerce via process centric pursue outside the box  thinking pursue scalable customer service through administrate.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99EF070-7A4E-4816-8EC2-13B27D693EF0}"/>
              </a:ext>
            </a:extLst>
          </p:cNvPr>
          <p:cNvGrpSpPr/>
          <p:nvPr/>
        </p:nvGrpSpPr>
        <p:grpSpPr>
          <a:xfrm>
            <a:off x="9343363" y="2185756"/>
            <a:ext cx="2199626" cy="2486488"/>
            <a:chOff x="9343363" y="2185756"/>
            <a:chExt cx="2199626" cy="248648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F0B80651-EE7B-46BD-B3DA-5790206FB1F5}"/>
                </a:ext>
              </a:extLst>
            </p:cNvPr>
            <p:cNvSpPr txBox="1"/>
            <p:nvPr/>
          </p:nvSpPr>
          <p:spPr>
            <a:xfrm>
              <a:off x="9343363" y="3679268"/>
              <a:ext cx="219850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1600" b="1" dirty="0">
                  <a:solidFill>
                    <a:schemeClr val="accent6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Your Lawn's Beautician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ECB9ECE0-F37B-4CC5-A316-5198977C5D71}"/>
                </a:ext>
              </a:extLst>
            </p:cNvPr>
            <p:cNvSpPr txBox="1"/>
            <p:nvPr/>
          </p:nvSpPr>
          <p:spPr>
            <a:xfrm>
              <a:off x="9345227" y="2185756"/>
              <a:ext cx="21977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For a Worry-free Lawn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CB5AE2E-A47A-4DF1-AD81-90A2050D8263}"/>
                </a:ext>
              </a:extLst>
            </p:cNvPr>
            <p:cNvSpPr txBox="1"/>
            <p:nvPr/>
          </p:nvSpPr>
          <p:spPr>
            <a:xfrm>
              <a:off x="9343363" y="2932512"/>
              <a:ext cx="21977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The Art Of Law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83B403AD-393B-42FD-B0DF-9BA87B118CB9}"/>
                </a:ext>
              </a:extLst>
            </p:cNvPr>
            <p:cNvSpPr txBox="1"/>
            <p:nvPr/>
          </p:nvSpPr>
          <p:spPr>
            <a:xfrm>
              <a:off x="9343363" y="4426023"/>
              <a:ext cx="219776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en-US" sz="1600" b="1" dirty="0">
                  <a:solidFill>
                    <a:schemeClr val="accent4"/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 Extrabold" panose="020B0906030804020204" pitchFamily="34" charset="0"/>
                </a:rPr>
                <a:t>Law, Less Ordinary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4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F29213F-1E72-492E-9910-2CD3FC36FB27}"/>
              </a:ext>
            </a:extLst>
          </p:cNvPr>
          <p:cNvSpPr txBox="1"/>
          <p:nvPr/>
        </p:nvSpPr>
        <p:spPr>
          <a:xfrm>
            <a:off x="2121764" y="1380195"/>
            <a:ext cx="7948472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ans Pro" panose="020B0503030403020204" pitchFamily="34" charset="0"/>
              </a:rPr>
              <a:t>Where Good People Become Exceptional Lawyers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B6DFF4E-4385-4794-A38B-4F46DD0245CE}"/>
              </a:ext>
            </a:extLst>
          </p:cNvPr>
          <p:cNvSpPr/>
          <p:nvPr/>
        </p:nvSpPr>
        <p:spPr>
          <a:xfrm>
            <a:off x="6435513" y="3525702"/>
            <a:ext cx="3634723" cy="1632113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Proactively envisioned multimedia based expertise and cross-media growth strategies. </a:t>
            </a:r>
          </a:p>
          <a:p>
            <a:pPr>
              <a:lnSpc>
                <a:spcPct val="150000"/>
              </a:lnSpc>
            </a:pP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Collaboration agile frameworks to provide a robust. Seamlessly visualize quality intellectual capital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superior collaboration and idea sharing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0B80651-EE7B-46BD-B3DA-5790206FB1F5}"/>
              </a:ext>
            </a:extLst>
          </p:cNvPr>
          <p:cNvSpPr txBox="1"/>
          <p:nvPr/>
        </p:nvSpPr>
        <p:spPr>
          <a:xfrm>
            <a:off x="6435514" y="2631558"/>
            <a:ext cx="3634722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Taking Today's Students Where 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The Law Is Going.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6B37DD7-8990-42D2-92E8-A41701BEA03A}"/>
              </a:ext>
            </a:extLst>
          </p:cNvPr>
          <p:cNvGrpSpPr/>
          <p:nvPr/>
        </p:nvGrpSpPr>
        <p:grpSpPr>
          <a:xfrm>
            <a:off x="3367245" y="2631558"/>
            <a:ext cx="2007455" cy="2852018"/>
            <a:chOff x="3114445" y="1679267"/>
            <a:chExt cx="1667664" cy="2369272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xmlns="" id="{B856238E-B7B2-4E4F-8323-E91FAB49C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445" y="1679267"/>
              <a:ext cx="1667664" cy="2369272"/>
            </a:xfrm>
            <a:custGeom>
              <a:avLst/>
              <a:gdLst>
                <a:gd name="T0" fmla="*/ 1339 w 1361"/>
                <a:gd name="T1" fmla="*/ 0 h 1938"/>
                <a:gd name="T2" fmla="*/ 20 w 1361"/>
                <a:gd name="T3" fmla="*/ 0 h 1938"/>
                <a:gd name="T4" fmla="*/ 0 w 1361"/>
                <a:gd name="T5" fmla="*/ 22 h 1938"/>
                <a:gd name="T6" fmla="*/ 0 w 1361"/>
                <a:gd name="T7" fmla="*/ 1679 h 1938"/>
                <a:gd name="T8" fmla="*/ 22 w 1361"/>
                <a:gd name="T9" fmla="*/ 1701 h 1938"/>
                <a:gd name="T10" fmla="*/ 212 w 1361"/>
                <a:gd name="T11" fmla="*/ 1701 h 1938"/>
                <a:gd name="T12" fmla="*/ 212 w 1361"/>
                <a:gd name="T13" fmla="*/ 1897 h 1938"/>
                <a:gd name="T14" fmla="*/ 250 w 1361"/>
                <a:gd name="T15" fmla="*/ 1912 h 1938"/>
                <a:gd name="T16" fmla="*/ 372 w 1361"/>
                <a:gd name="T17" fmla="*/ 1772 h 1938"/>
                <a:gd name="T18" fmla="*/ 489 w 1361"/>
                <a:gd name="T19" fmla="*/ 1923 h 1938"/>
                <a:gd name="T20" fmla="*/ 528 w 1361"/>
                <a:gd name="T21" fmla="*/ 1908 h 1938"/>
                <a:gd name="T22" fmla="*/ 528 w 1361"/>
                <a:gd name="T23" fmla="*/ 1701 h 1938"/>
                <a:gd name="T24" fmla="*/ 1339 w 1361"/>
                <a:gd name="T25" fmla="*/ 1701 h 1938"/>
                <a:gd name="T26" fmla="*/ 1360 w 1361"/>
                <a:gd name="T27" fmla="*/ 1679 h 1938"/>
                <a:gd name="T28" fmla="*/ 1360 w 1361"/>
                <a:gd name="T29" fmla="*/ 22 h 1938"/>
                <a:gd name="T30" fmla="*/ 1339 w 1361"/>
                <a:gd name="T31" fmla="*/ 0 h 1938"/>
                <a:gd name="T32" fmla="*/ 214 w 1361"/>
                <a:gd name="T33" fmla="*/ 137 h 1938"/>
                <a:gd name="T34" fmla="*/ 1147 w 1361"/>
                <a:gd name="T35" fmla="*/ 137 h 1938"/>
                <a:gd name="T36" fmla="*/ 1147 w 1361"/>
                <a:gd name="T37" fmla="*/ 182 h 1938"/>
                <a:gd name="T38" fmla="*/ 214 w 1361"/>
                <a:gd name="T39" fmla="*/ 182 h 1938"/>
                <a:gd name="T40" fmla="*/ 214 w 1361"/>
                <a:gd name="T41" fmla="*/ 137 h 1938"/>
                <a:gd name="T42" fmla="*/ 214 w 1361"/>
                <a:gd name="T43" fmla="*/ 415 h 1938"/>
                <a:gd name="T44" fmla="*/ 1147 w 1361"/>
                <a:gd name="T45" fmla="*/ 415 h 1938"/>
                <a:gd name="T46" fmla="*/ 1147 w 1361"/>
                <a:gd name="T47" fmla="*/ 460 h 1938"/>
                <a:gd name="T48" fmla="*/ 214 w 1361"/>
                <a:gd name="T49" fmla="*/ 460 h 1938"/>
                <a:gd name="T50" fmla="*/ 214 w 1361"/>
                <a:gd name="T51" fmla="*/ 415 h 1938"/>
                <a:gd name="T52" fmla="*/ 214 w 1361"/>
                <a:gd name="T53" fmla="*/ 690 h 1938"/>
                <a:gd name="T54" fmla="*/ 1147 w 1361"/>
                <a:gd name="T55" fmla="*/ 690 h 1938"/>
                <a:gd name="T56" fmla="*/ 1147 w 1361"/>
                <a:gd name="T57" fmla="*/ 735 h 1938"/>
                <a:gd name="T58" fmla="*/ 214 w 1361"/>
                <a:gd name="T59" fmla="*/ 735 h 1938"/>
                <a:gd name="T60" fmla="*/ 214 w 1361"/>
                <a:gd name="T61" fmla="*/ 690 h 1938"/>
                <a:gd name="T62" fmla="*/ 484 w 1361"/>
                <a:gd name="T63" fmla="*/ 1844 h 1938"/>
                <a:gd name="T64" fmla="*/ 391 w 1361"/>
                <a:gd name="T65" fmla="*/ 1724 h 1938"/>
                <a:gd name="T66" fmla="*/ 356 w 1361"/>
                <a:gd name="T67" fmla="*/ 1723 h 1938"/>
                <a:gd name="T68" fmla="*/ 256 w 1361"/>
                <a:gd name="T69" fmla="*/ 1838 h 1938"/>
                <a:gd name="T70" fmla="*/ 256 w 1361"/>
                <a:gd name="T71" fmla="*/ 1590 h 1938"/>
                <a:gd name="T72" fmla="*/ 484 w 1361"/>
                <a:gd name="T73" fmla="*/ 1590 h 1938"/>
                <a:gd name="T74" fmla="*/ 484 w 1361"/>
                <a:gd name="T75" fmla="*/ 1844 h 1938"/>
                <a:gd name="T76" fmla="*/ 370 w 1361"/>
                <a:gd name="T77" fmla="*/ 1578 h 1938"/>
                <a:gd name="T78" fmla="*/ 195 w 1361"/>
                <a:gd name="T79" fmla="*/ 1400 h 1938"/>
                <a:gd name="T80" fmla="*/ 370 w 1361"/>
                <a:gd name="T81" fmla="*/ 1222 h 1938"/>
                <a:gd name="T82" fmla="*/ 546 w 1361"/>
                <a:gd name="T83" fmla="*/ 1400 h 1938"/>
                <a:gd name="T84" fmla="*/ 370 w 1361"/>
                <a:gd name="T85" fmla="*/ 1578 h 1938"/>
                <a:gd name="T86" fmla="*/ 1088 w 1361"/>
                <a:gd name="T87" fmla="*/ 1229 h 1938"/>
                <a:gd name="T88" fmla="*/ 622 w 1361"/>
                <a:gd name="T89" fmla="*/ 1229 h 1938"/>
                <a:gd name="T90" fmla="*/ 622 w 1361"/>
                <a:gd name="T91" fmla="*/ 1185 h 1938"/>
                <a:gd name="T92" fmla="*/ 1088 w 1361"/>
                <a:gd name="T93" fmla="*/ 1185 h 1938"/>
                <a:gd name="T94" fmla="*/ 1088 w 1361"/>
                <a:gd name="T95" fmla="*/ 1229 h 1938"/>
                <a:gd name="T96" fmla="*/ 1147 w 1361"/>
                <a:gd name="T97" fmla="*/ 972 h 1938"/>
                <a:gd name="T98" fmla="*/ 214 w 1361"/>
                <a:gd name="T99" fmla="*/ 972 h 1938"/>
                <a:gd name="T100" fmla="*/ 214 w 1361"/>
                <a:gd name="T101" fmla="*/ 927 h 1938"/>
                <a:gd name="T102" fmla="*/ 1147 w 1361"/>
                <a:gd name="T103" fmla="*/ 927 h 1938"/>
                <a:gd name="T104" fmla="*/ 1147 w 1361"/>
                <a:gd name="T105" fmla="*/ 972 h 1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61" h="1938">
                  <a:moveTo>
                    <a:pt x="1339" y="0"/>
                  </a:moveTo>
                  <a:lnTo>
                    <a:pt x="20" y="0"/>
                  </a:lnTo>
                  <a:cubicBezTo>
                    <a:pt x="9" y="1"/>
                    <a:pt x="0" y="11"/>
                    <a:pt x="0" y="22"/>
                  </a:cubicBezTo>
                  <a:lnTo>
                    <a:pt x="0" y="1679"/>
                  </a:lnTo>
                  <a:cubicBezTo>
                    <a:pt x="0" y="1691"/>
                    <a:pt x="10" y="1701"/>
                    <a:pt x="22" y="1701"/>
                  </a:cubicBezTo>
                  <a:lnTo>
                    <a:pt x="212" y="1701"/>
                  </a:lnTo>
                  <a:lnTo>
                    <a:pt x="212" y="1897"/>
                  </a:lnTo>
                  <a:cubicBezTo>
                    <a:pt x="212" y="1915"/>
                    <a:pt x="238" y="1926"/>
                    <a:pt x="250" y="1912"/>
                  </a:cubicBezTo>
                  <a:lnTo>
                    <a:pt x="372" y="1772"/>
                  </a:lnTo>
                  <a:lnTo>
                    <a:pt x="489" y="1923"/>
                  </a:lnTo>
                  <a:cubicBezTo>
                    <a:pt x="501" y="1937"/>
                    <a:pt x="528" y="1927"/>
                    <a:pt x="528" y="1908"/>
                  </a:cubicBezTo>
                  <a:lnTo>
                    <a:pt x="528" y="1701"/>
                  </a:lnTo>
                  <a:lnTo>
                    <a:pt x="1339" y="1701"/>
                  </a:lnTo>
                  <a:cubicBezTo>
                    <a:pt x="1350" y="1701"/>
                    <a:pt x="1360" y="1690"/>
                    <a:pt x="1360" y="1679"/>
                  </a:cubicBezTo>
                  <a:lnTo>
                    <a:pt x="1360" y="22"/>
                  </a:lnTo>
                  <a:cubicBezTo>
                    <a:pt x="1360" y="10"/>
                    <a:pt x="1350" y="0"/>
                    <a:pt x="1339" y="0"/>
                  </a:cubicBezTo>
                  <a:close/>
                  <a:moveTo>
                    <a:pt x="214" y="137"/>
                  </a:moveTo>
                  <a:lnTo>
                    <a:pt x="1147" y="137"/>
                  </a:lnTo>
                  <a:cubicBezTo>
                    <a:pt x="1174" y="138"/>
                    <a:pt x="1174" y="182"/>
                    <a:pt x="1147" y="182"/>
                  </a:cubicBezTo>
                  <a:lnTo>
                    <a:pt x="214" y="182"/>
                  </a:lnTo>
                  <a:cubicBezTo>
                    <a:pt x="190" y="183"/>
                    <a:pt x="185" y="138"/>
                    <a:pt x="214" y="137"/>
                  </a:cubicBezTo>
                  <a:close/>
                  <a:moveTo>
                    <a:pt x="214" y="415"/>
                  </a:moveTo>
                  <a:lnTo>
                    <a:pt x="1147" y="415"/>
                  </a:lnTo>
                  <a:cubicBezTo>
                    <a:pt x="1174" y="416"/>
                    <a:pt x="1173" y="460"/>
                    <a:pt x="1147" y="460"/>
                  </a:cubicBezTo>
                  <a:lnTo>
                    <a:pt x="214" y="460"/>
                  </a:lnTo>
                  <a:cubicBezTo>
                    <a:pt x="187" y="460"/>
                    <a:pt x="186" y="415"/>
                    <a:pt x="214" y="415"/>
                  </a:cubicBezTo>
                  <a:close/>
                  <a:moveTo>
                    <a:pt x="214" y="690"/>
                  </a:moveTo>
                  <a:lnTo>
                    <a:pt x="1147" y="690"/>
                  </a:lnTo>
                  <a:cubicBezTo>
                    <a:pt x="1174" y="691"/>
                    <a:pt x="1174" y="735"/>
                    <a:pt x="1147" y="735"/>
                  </a:cubicBezTo>
                  <a:lnTo>
                    <a:pt x="214" y="735"/>
                  </a:lnTo>
                  <a:cubicBezTo>
                    <a:pt x="188" y="735"/>
                    <a:pt x="185" y="691"/>
                    <a:pt x="214" y="690"/>
                  </a:cubicBezTo>
                  <a:close/>
                  <a:moveTo>
                    <a:pt x="484" y="1844"/>
                  </a:moveTo>
                  <a:lnTo>
                    <a:pt x="391" y="1724"/>
                  </a:lnTo>
                  <a:cubicBezTo>
                    <a:pt x="383" y="1713"/>
                    <a:pt x="364" y="1712"/>
                    <a:pt x="356" y="1723"/>
                  </a:cubicBezTo>
                  <a:lnTo>
                    <a:pt x="256" y="1838"/>
                  </a:lnTo>
                  <a:lnTo>
                    <a:pt x="256" y="1590"/>
                  </a:lnTo>
                  <a:cubicBezTo>
                    <a:pt x="331" y="1631"/>
                    <a:pt x="415" y="1632"/>
                    <a:pt x="484" y="1590"/>
                  </a:cubicBezTo>
                  <a:lnTo>
                    <a:pt x="484" y="1844"/>
                  </a:lnTo>
                  <a:close/>
                  <a:moveTo>
                    <a:pt x="370" y="1578"/>
                  </a:moveTo>
                  <a:cubicBezTo>
                    <a:pt x="273" y="1578"/>
                    <a:pt x="195" y="1499"/>
                    <a:pt x="195" y="1400"/>
                  </a:cubicBezTo>
                  <a:cubicBezTo>
                    <a:pt x="195" y="1301"/>
                    <a:pt x="273" y="1222"/>
                    <a:pt x="370" y="1222"/>
                  </a:cubicBezTo>
                  <a:cubicBezTo>
                    <a:pt x="468" y="1222"/>
                    <a:pt x="546" y="1301"/>
                    <a:pt x="546" y="1400"/>
                  </a:cubicBezTo>
                  <a:cubicBezTo>
                    <a:pt x="546" y="1499"/>
                    <a:pt x="468" y="1578"/>
                    <a:pt x="370" y="1578"/>
                  </a:cubicBezTo>
                  <a:close/>
                  <a:moveTo>
                    <a:pt x="1088" y="1229"/>
                  </a:moveTo>
                  <a:lnTo>
                    <a:pt x="622" y="1229"/>
                  </a:lnTo>
                  <a:cubicBezTo>
                    <a:pt x="594" y="1229"/>
                    <a:pt x="592" y="1185"/>
                    <a:pt x="622" y="1185"/>
                  </a:cubicBezTo>
                  <a:lnTo>
                    <a:pt x="1088" y="1185"/>
                  </a:lnTo>
                  <a:cubicBezTo>
                    <a:pt x="1115" y="1185"/>
                    <a:pt x="1115" y="1229"/>
                    <a:pt x="1088" y="1229"/>
                  </a:cubicBezTo>
                  <a:close/>
                  <a:moveTo>
                    <a:pt x="1147" y="972"/>
                  </a:moveTo>
                  <a:lnTo>
                    <a:pt x="214" y="972"/>
                  </a:lnTo>
                  <a:cubicBezTo>
                    <a:pt x="187" y="972"/>
                    <a:pt x="187" y="927"/>
                    <a:pt x="214" y="927"/>
                  </a:cubicBezTo>
                  <a:lnTo>
                    <a:pt x="1147" y="927"/>
                  </a:lnTo>
                  <a:cubicBezTo>
                    <a:pt x="1174" y="927"/>
                    <a:pt x="1176" y="973"/>
                    <a:pt x="1147" y="9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xmlns="" id="{C84F1EED-67A2-4339-8EB0-8DC2EC04A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119" y="1846575"/>
              <a:ext cx="1214318" cy="59364"/>
            </a:xfrm>
            <a:custGeom>
              <a:avLst/>
              <a:gdLst>
                <a:gd name="T0" fmla="*/ 962 w 990"/>
                <a:gd name="T1" fmla="*/ 45 h 47"/>
                <a:gd name="T2" fmla="*/ 29 w 990"/>
                <a:gd name="T3" fmla="*/ 45 h 47"/>
                <a:gd name="T4" fmla="*/ 29 w 990"/>
                <a:gd name="T5" fmla="*/ 0 h 47"/>
                <a:gd name="T6" fmla="*/ 962 w 990"/>
                <a:gd name="T7" fmla="*/ 0 h 47"/>
                <a:gd name="T8" fmla="*/ 962 w 990"/>
                <a:gd name="T9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0" h="47">
                  <a:moveTo>
                    <a:pt x="962" y="45"/>
                  </a:moveTo>
                  <a:lnTo>
                    <a:pt x="29" y="45"/>
                  </a:lnTo>
                  <a:cubicBezTo>
                    <a:pt x="5" y="46"/>
                    <a:pt x="0" y="1"/>
                    <a:pt x="29" y="0"/>
                  </a:cubicBezTo>
                  <a:lnTo>
                    <a:pt x="962" y="0"/>
                  </a:lnTo>
                  <a:cubicBezTo>
                    <a:pt x="989" y="1"/>
                    <a:pt x="989" y="45"/>
                    <a:pt x="96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xmlns="" id="{4FC70E7C-4FE2-4348-83A7-702E4CB8B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512" y="2186581"/>
              <a:ext cx="1208922" cy="53971"/>
            </a:xfrm>
            <a:custGeom>
              <a:avLst/>
              <a:gdLst>
                <a:gd name="T0" fmla="*/ 961 w 989"/>
                <a:gd name="T1" fmla="*/ 45 h 46"/>
                <a:gd name="T2" fmla="*/ 28 w 989"/>
                <a:gd name="T3" fmla="*/ 45 h 46"/>
                <a:gd name="T4" fmla="*/ 28 w 989"/>
                <a:gd name="T5" fmla="*/ 0 h 46"/>
                <a:gd name="T6" fmla="*/ 961 w 989"/>
                <a:gd name="T7" fmla="*/ 0 h 46"/>
                <a:gd name="T8" fmla="*/ 961 w 989"/>
                <a:gd name="T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9" h="46">
                  <a:moveTo>
                    <a:pt x="961" y="45"/>
                  </a:moveTo>
                  <a:lnTo>
                    <a:pt x="28" y="45"/>
                  </a:lnTo>
                  <a:cubicBezTo>
                    <a:pt x="1" y="45"/>
                    <a:pt x="0" y="0"/>
                    <a:pt x="28" y="0"/>
                  </a:cubicBezTo>
                  <a:lnTo>
                    <a:pt x="961" y="0"/>
                  </a:lnTo>
                  <a:cubicBezTo>
                    <a:pt x="988" y="1"/>
                    <a:pt x="987" y="45"/>
                    <a:pt x="961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xmlns="" id="{0A29BAE9-8611-4C08-9CB4-352804CA7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119" y="2526593"/>
              <a:ext cx="1214318" cy="53971"/>
            </a:xfrm>
            <a:custGeom>
              <a:avLst/>
              <a:gdLst>
                <a:gd name="T0" fmla="*/ 962 w 990"/>
                <a:gd name="T1" fmla="*/ 45 h 46"/>
                <a:gd name="T2" fmla="*/ 29 w 990"/>
                <a:gd name="T3" fmla="*/ 45 h 46"/>
                <a:gd name="T4" fmla="*/ 29 w 990"/>
                <a:gd name="T5" fmla="*/ 0 h 46"/>
                <a:gd name="T6" fmla="*/ 962 w 990"/>
                <a:gd name="T7" fmla="*/ 0 h 46"/>
                <a:gd name="T8" fmla="*/ 962 w 990"/>
                <a:gd name="T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0" h="46">
                  <a:moveTo>
                    <a:pt x="962" y="45"/>
                  </a:moveTo>
                  <a:lnTo>
                    <a:pt x="29" y="45"/>
                  </a:lnTo>
                  <a:cubicBezTo>
                    <a:pt x="3" y="45"/>
                    <a:pt x="0" y="1"/>
                    <a:pt x="29" y="0"/>
                  </a:cubicBezTo>
                  <a:lnTo>
                    <a:pt x="962" y="0"/>
                  </a:lnTo>
                  <a:cubicBezTo>
                    <a:pt x="989" y="1"/>
                    <a:pt x="989" y="45"/>
                    <a:pt x="962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xmlns="" id="{651B17DA-E47B-43DF-B0F4-E1B6C979F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512" y="2812632"/>
              <a:ext cx="1214321" cy="59369"/>
            </a:xfrm>
            <a:custGeom>
              <a:avLst/>
              <a:gdLst>
                <a:gd name="T0" fmla="*/ 960 w 990"/>
                <a:gd name="T1" fmla="*/ 45 h 47"/>
                <a:gd name="T2" fmla="*/ 27 w 990"/>
                <a:gd name="T3" fmla="*/ 45 h 47"/>
                <a:gd name="T4" fmla="*/ 27 w 990"/>
                <a:gd name="T5" fmla="*/ 0 h 47"/>
                <a:gd name="T6" fmla="*/ 960 w 990"/>
                <a:gd name="T7" fmla="*/ 0 h 47"/>
                <a:gd name="T8" fmla="*/ 960 w 990"/>
                <a:gd name="T9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0" h="47">
                  <a:moveTo>
                    <a:pt x="960" y="45"/>
                  </a:moveTo>
                  <a:lnTo>
                    <a:pt x="27" y="45"/>
                  </a:lnTo>
                  <a:cubicBezTo>
                    <a:pt x="0" y="45"/>
                    <a:pt x="0" y="0"/>
                    <a:pt x="27" y="0"/>
                  </a:cubicBezTo>
                  <a:lnTo>
                    <a:pt x="960" y="0"/>
                  </a:lnTo>
                  <a:cubicBezTo>
                    <a:pt x="987" y="0"/>
                    <a:pt x="989" y="46"/>
                    <a:pt x="96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xmlns="" id="{F5561D5C-83FF-4BBD-BEE9-6AC66AB61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035" y="3131054"/>
              <a:ext cx="642241" cy="53971"/>
            </a:xfrm>
            <a:custGeom>
              <a:avLst/>
              <a:gdLst>
                <a:gd name="T0" fmla="*/ 496 w 524"/>
                <a:gd name="T1" fmla="*/ 44 h 45"/>
                <a:gd name="T2" fmla="*/ 30 w 524"/>
                <a:gd name="T3" fmla="*/ 44 h 45"/>
                <a:gd name="T4" fmla="*/ 30 w 524"/>
                <a:gd name="T5" fmla="*/ 0 h 45"/>
                <a:gd name="T6" fmla="*/ 496 w 524"/>
                <a:gd name="T7" fmla="*/ 0 h 45"/>
                <a:gd name="T8" fmla="*/ 496 w 524"/>
                <a:gd name="T9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4" h="45">
                  <a:moveTo>
                    <a:pt x="496" y="44"/>
                  </a:moveTo>
                  <a:lnTo>
                    <a:pt x="30" y="44"/>
                  </a:lnTo>
                  <a:cubicBezTo>
                    <a:pt x="2" y="44"/>
                    <a:pt x="0" y="0"/>
                    <a:pt x="30" y="0"/>
                  </a:cubicBezTo>
                  <a:lnTo>
                    <a:pt x="496" y="0"/>
                  </a:lnTo>
                  <a:cubicBezTo>
                    <a:pt x="523" y="0"/>
                    <a:pt x="523" y="44"/>
                    <a:pt x="496" y="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xmlns="" id="{0F7CF822-2A99-48E8-BCCB-C0C21A32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307" y="3174230"/>
              <a:ext cx="431757" cy="437153"/>
            </a:xfrm>
            <a:custGeom>
              <a:avLst/>
              <a:gdLst>
                <a:gd name="T0" fmla="*/ 351 w 352"/>
                <a:gd name="T1" fmla="*/ 178 h 357"/>
                <a:gd name="T2" fmla="*/ 175 w 352"/>
                <a:gd name="T3" fmla="*/ 356 h 357"/>
                <a:gd name="T4" fmla="*/ 0 w 352"/>
                <a:gd name="T5" fmla="*/ 178 h 357"/>
                <a:gd name="T6" fmla="*/ 175 w 352"/>
                <a:gd name="T7" fmla="*/ 0 h 357"/>
                <a:gd name="T8" fmla="*/ 351 w 352"/>
                <a:gd name="T9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2" h="357">
                  <a:moveTo>
                    <a:pt x="351" y="178"/>
                  </a:moveTo>
                  <a:cubicBezTo>
                    <a:pt x="351" y="277"/>
                    <a:pt x="273" y="356"/>
                    <a:pt x="175" y="356"/>
                  </a:cubicBezTo>
                  <a:cubicBezTo>
                    <a:pt x="78" y="356"/>
                    <a:pt x="0" y="277"/>
                    <a:pt x="0" y="178"/>
                  </a:cubicBezTo>
                  <a:cubicBezTo>
                    <a:pt x="0" y="79"/>
                    <a:pt x="78" y="0"/>
                    <a:pt x="175" y="0"/>
                  </a:cubicBezTo>
                  <a:cubicBezTo>
                    <a:pt x="273" y="0"/>
                    <a:pt x="351" y="79"/>
                    <a:pt x="351" y="17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xmlns="" id="{AE99943A-4B74-4E2A-BC62-8F199CDDB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7471" y="3627577"/>
              <a:ext cx="280642" cy="313024"/>
            </a:xfrm>
            <a:custGeom>
              <a:avLst/>
              <a:gdLst>
                <a:gd name="T0" fmla="*/ 228 w 229"/>
                <a:gd name="T1" fmla="*/ 0 h 255"/>
                <a:gd name="T2" fmla="*/ 228 w 229"/>
                <a:gd name="T3" fmla="*/ 254 h 255"/>
                <a:gd name="T4" fmla="*/ 135 w 229"/>
                <a:gd name="T5" fmla="*/ 134 h 255"/>
                <a:gd name="T6" fmla="*/ 100 w 229"/>
                <a:gd name="T7" fmla="*/ 133 h 255"/>
                <a:gd name="T8" fmla="*/ 0 w 229"/>
                <a:gd name="T9" fmla="*/ 248 h 255"/>
                <a:gd name="T10" fmla="*/ 0 w 229"/>
                <a:gd name="T11" fmla="*/ 0 h 255"/>
                <a:gd name="T12" fmla="*/ 228 w 229"/>
                <a:gd name="T1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255">
                  <a:moveTo>
                    <a:pt x="228" y="0"/>
                  </a:moveTo>
                  <a:lnTo>
                    <a:pt x="228" y="254"/>
                  </a:lnTo>
                  <a:lnTo>
                    <a:pt x="135" y="134"/>
                  </a:lnTo>
                  <a:cubicBezTo>
                    <a:pt x="127" y="123"/>
                    <a:pt x="108" y="122"/>
                    <a:pt x="100" y="133"/>
                  </a:cubicBezTo>
                  <a:lnTo>
                    <a:pt x="0" y="248"/>
                  </a:lnTo>
                  <a:lnTo>
                    <a:pt x="0" y="0"/>
                  </a:lnTo>
                  <a:cubicBezTo>
                    <a:pt x="75" y="41"/>
                    <a:pt x="159" y="42"/>
                    <a:pt x="228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6F31681-0D34-45F2-AB75-D54A63299D69}"/>
              </a:ext>
            </a:extLst>
          </p:cNvPr>
          <p:cNvSpPr txBox="1"/>
          <p:nvPr/>
        </p:nvSpPr>
        <p:spPr>
          <a:xfrm rot="16200000">
            <a:off x="686547" y="3483139"/>
            <a:ext cx="305510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WWW.ARKENA.COM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03604B3-03F0-4630-9FD8-0442FFA07979}"/>
              </a:ext>
            </a:extLst>
          </p:cNvPr>
          <p:cNvSpPr/>
          <p:nvPr/>
        </p:nvSpPr>
        <p:spPr>
          <a:xfrm>
            <a:off x="0" y="1374423"/>
            <a:ext cx="385823" cy="3783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658F8E6-5A3F-430E-8963-F25EE3AA08DA}"/>
              </a:ext>
            </a:extLst>
          </p:cNvPr>
          <p:cNvSpPr/>
          <p:nvPr/>
        </p:nvSpPr>
        <p:spPr>
          <a:xfrm>
            <a:off x="11806177" y="1374423"/>
            <a:ext cx="385823" cy="3783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73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67F3871-EAA4-476E-B740-93A2EC3E6D1C}"/>
              </a:ext>
            </a:extLst>
          </p:cNvPr>
          <p:cNvSpPr/>
          <p:nvPr/>
        </p:nvSpPr>
        <p:spPr>
          <a:xfrm>
            <a:off x="1217183" y="3049601"/>
            <a:ext cx="3465435" cy="135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Bring the table win-win survival strategies ensure proactive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dominan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. At the end of the day, going forward, for new normal that has evolved from runway heading to our solution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administrate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visualize quality intellectual.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C9E7396-DD43-4A68-96F7-008992F06868}"/>
              </a:ext>
            </a:extLst>
          </p:cNvPr>
          <p:cNvSpPr txBox="1"/>
          <p:nvPr/>
        </p:nvSpPr>
        <p:spPr>
          <a:xfrm>
            <a:off x="1217184" y="1648184"/>
            <a:ext cx="3676354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ans Pro" panose="020B0503030403020204" pitchFamily="34" charset="0"/>
              </a:rPr>
              <a:t>Preparing The Lawyer Of The 21st Century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416C171-C19A-42D4-9A44-D5AB33F61135}"/>
              </a:ext>
            </a:extLst>
          </p:cNvPr>
          <p:cNvSpPr txBox="1"/>
          <p:nvPr/>
        </p:nvSpPr>
        <p:spPr>
          <a:xfrm>
            <a:off x="1183172" y="5030921"/>
            <a:ext cx="309695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WWW. ARKENA.COM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E7EA761-93EE-4DFE-BA27-1B8D23DB0E93}"/>
              </a:ext>
            </a:extLst>
          </p:cNvPr>
          <p:cNvGrpSpPr/>
          <p:nvPr/>
        </p:nvGrpSpPr>
        <p:grpSpPr>
          <a:xfrm>
            <a:off x="8018698" y="1642413"/>
            <a:ext cx="2596306" cy="2379414"/>
            <a:chOff x="8056505" y="613802"/>
            <a:chExt cx="2596306" cy="2379414"/>
          </a:xfrm>
        </p:grpSpPr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xmlns="" id="{21AAF6FC-81A5-4994-B9F1-5D4F65E59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6505" y="613802"/>
              <a:ext cx="2596306" cy="650670"/>
            </a:xfrm>
            <a:custGeom>
              <a:avLst/>
              <a:gdLst>
                <a:gd name="T0" fmla="*/ 896 w 1793"/>
                <a:gd name="T1" fmla="*/ 0 h 448"/>
                <a:gd name="T2" fmla="*/ 0 w 1793"/>
                <a:gd name="T3" fmla="*/ 347 h 448"/>
                <a:gd name="T4" fmla="*/ 0 w 1793"/>
                <a:gd name="T5" fmla="*/ 447 h 448"/>
                <a:gd name="T6" fmla="*/ 1792 w 1793"/>
                <a:gd name="T7" fmla="*/ 447 h 448"/>
                <a:gd name="T8" fmla="*/ 1792 w 1793"/>
                <a:gd name="T9" fmla="*/ 347 h 448"/>
                <a:gd name="T10" fmla="*/ 896 w 1793"/>
                <a:gd name="T11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3" h="448">
                  <a:moveTo>
                    <a:pt x="896" y="0"/>
                  </a:moveTo>
                  <a:lnTo>
                    <a:pt x="0" y="347"/>
                  </a:lnTo>
                  <a:lnTo>
                    <a:pt x="0" y="447"/>
                  </a:lnTo>
                  <a:lnTo>
                    <a:pt x="1792" y="447"/>
                  </a:lnTo>
                  <a:lnTo>
                    <a:pt x="1792" y="347"/>
                  </a:lnTo>
                  <a:lnTo>
                    <a:pt x="896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xmlns="" id="{9273F54C-B722-439A-9319-B2BDE6231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3224" y="1404812"/>
              <a:ext cx="2315631" cy="1588404"/>
            </a:xfrm>
            <a:custGeom>
              <a:avLst/>
              <a:gdLst>
                <a:gd name="T0" fmla="*/ 1590 w 1601"/>
                <a:gd name="T1" fmla="*/ 146 h 1098"/>
                <a:gd name="T2" fmla="*/ 1590 w 1601"/>
                <a:gd name="T3" fmla="*/ 0 h 1098"/>
                <a:gd name="T4" fmla="*/ 0 w 1601"/>
                <a:gd name="T5" fmla="*/ 0 h 1098"/>
                <a:gd name="T6" fmla="*/ 0 w 1601"/>
                <a:gd name="T7" fmla="*/ 146 h 1098"/>
                <a:gd name="T8" fmla="*/ 101 w 1601"/>
                <a:gd name="T9" fmla="*/ 146 h 1098"/>
                <a:gd name="T10" fmla="*/ 101 w 1601"/>
                <a:gd name="T11" fmla="*/ 941 h 1098"/>
                <a:gd name="T12" fmla="*/ 0 w 1601"/>
                <a:gd name="T13" fmla="*/ 941 h 1098"/>
                <a:gd name="T14" fmla="*/ 0 w 1601"/>
                <a:gd name="T15" fmla="*/ 1097 h 1098"/>
                <a:gd name="T16" fmla="*/ 1600 w 1601"/>
                <a:gd name="T17" fmla="*/ 1097 h 1098"/>
                <a:gd name="T18" fmla="*/ 1600 w 1601"/>
                <a:gd name="T19" fmla="*/ 950 h 1098"/>
                <a:gd name="T20" fmla="*/ 1499 w 1601"/>
                <a:gd name="T21" fmla="*/ 950 h 1098"/>
                <a:gd name="T22" fmla="*/ 1499 w 1601"/>
                <a:gd name="T23" fmla="*/ 146 h 1098"/>
                <a:gd name="T24" fmla="*/ 1590 w 1601"/>
                <a:gd name="T25" fmla="*/ 146 h 1098"/>
                <a:gd name="T26" fmla="*/ 393 w 1601"/>
                <a:gd name="T27" fmla="*/ 950 h 1098"/>
                <a:gd name="T28" fmla="*/ 247 w 1601"/>
                <a:gd name="T29" fmla="*/ 950 h 1098"/>
                <a:gd name="T30" fmla="*/ 247 w 1601"/>
                <a:gd name="T31" fmla="*/ 155 h 1098"/>
                <a:gd name="T32" fmla="*/ 393 w 1601"/>
                <a:gd name="T33" fmla="*/ 155 h 1098"/>
                <a:gd name="T34" fmla="*/ 393 w 1601"/>
                <a:gd name="T35" fmla="*/ 950 h 1098"/>
                <a:gd name="T36" fmla="*/ 722 w 1601"/>
                <a:gd name="T37" fmla="*/ 950 h 1098"/>
                <a:gd name="T38" fmla="*/ 548 w 1601"/>
                <a:gd name="T39" fmla="*/ 950 h 1098"/>
                <a:gd name="T40" fmla="*/ 548 w 1601"/>
                <a:gd name="T41" fmla="*/ 155 h 1098"/>
                <a:gd name="T42" fmla="*/ 722 w 1601"/>
                <a:gd name="T43" fmla="*/ 155 h 1098"/>
                <a:gd name="T44" fmla="*/ 722 w 1601"/>
                <a:gd name="T45" fmla="*/ 950 h 1098"/>
                <a:gd name="T46" fmla="*/ 1042 w 1601"/>
                <a:gd name="T47" fmla="*/ 950 h 1098"/>
                <a:gd name="T48" fmla="*/ 868 w 1601"/>
                <a:gd name="T49" fmla="*/ 950 h 1098"/>
                <a:gd name="T50" fmla="*/ 868 w 1601"/>
                <a:gd name="T51" fmla="*/ 155 h 1098"/>
                <a:gd name="T52" fmla="*/ 1042 w 1601"/>
                <a:gd name="T53" fmla="*/ 155 h 1098"/>
                <a:gd name="T54" fmla="*/ 1042 w 1601"/>
                <a:gd name="T55" fmla="*/ 950 h 1098"/>
                <a:gd name="T56" fmla="*/ 1344 w 1601"/>
                <a:gd name="T57" fmla="*/ 950 h 1098"/>
                <a:gd name="T58" fmla="*/ 1197 w 1601"/>
                <a:gd name="T59" fmla="*/ 950 h 1098"/>
                <a:gd name="T60" fmla="*/ 1197 w 1601"/>
                <a:gd name="T61" fmla="*/ 155 h 1098"/>
                <a:gd name="T62" fmla="*/ 1344 w 1601"/>
                <a:gd name="T63" fmla="*/ 155 h 1098"/>
                <a:gd name="T64" fmla="*/ 1344 w 1601"/>
                <a:gd name="T65" fmla="*/ 950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01" h="1098">
                  <a:moveTo>
                    <a:pt x="1590" y="146"/>
                  </a:moveTo>
                  <a:lnTo>
                    <a:pt x="1590" y="0"/>
                  </a:lnTo>
                  <a:lnTo>
                    <a:pt x="0" y="0"/>
                  </a:lnTo>
                  <a:lnTo>
                    <a:pt x="0" y="146"/>
                  </a:lnTo>
                  <a:lnTo>
                    <a:pt x="101" y="146"/>
                  </a:lnTo>
                  <a:lnTo>
                    <a:pt x="101" y="941"/>
                  </a:lnTo>
                  <a:lnTo>
                    <a:pt x="0" y="941"/>
                  </a:lnTo>
                  <a:lnTo>
                    <a:pt x="0" y="1097"/>
                  </a:lnTo>
                  <a:lnTo>
                    <a:pt x="1600" y="1097"/>
                  </a:lnTo>
                  <a:lnTo>
                    <a:pt x="1600" y="950"/>
                  </a:lnTo>
                  <a:lnTo>
                    <a:pt x="1499" y="950"/>
                  </a:lnTo>
                  <a:lnTo>
                    <a:pt x="1499" y="146"/>
                  </a:lnTo>
                  <a:lnTo>
                    <a:pt x="1590" y="146"/>
                  </a:lnTo>
                  <a:close/>
                  <a:moveTo>
                    <a:pt x="393" y="950"/>
                  </a:moveTo>
                  <a:lnTo>
                    <a:pt x="247" y="950"/>
                  </a:lnTo>
                  <a:lnTo>
                    <a:pt x="247" y="155"/>
                  </a:lnTo>
                  <a:lnTo>
                    <a:pt x="393" y="155"/>
                  </a:lnTo>
                  <a:lnTo>
                    <a:pt x="393" y="950"/>
                  </a:lnTo>
                  <a:close/>
                  <a:moveTo>
                    <a:pt x="722" y="950"/>
                  </a:moveTo>
                  <a:lnTo>
                    <a:pt x="548" y="950"/>
                  </a:lnTo>
                  <a:lnTo>
                    <a:pt x="548" y="155"/>
                  </a:lnTo>
                  <a:lnTo>
                    <a:pt x="722" y="155"/>
                  </a:lnTo>
                  <a:lnTo>
                    <a:pt x="722" y="950"/>
                  </a:lnTo>
                  <a:close/>
                  <a:moveTo>
                    <a:pt x="1042" y="950"/>
                  </a:moveTo>
                  <a:lnTo>
                    <a:pt x="868" y="950"/>
                  </a:lnTo>
                  <a:lnTo>
                    <a:pt x="868" y="155"/>
                  </a:lnTo>
                  <a:lnTo>
                    <a:pt x="1042" y="155"/>
                  </a:lnTo>
                  <a:lnTo>
                    <a:pt x="1042" y="950"/>
                  </a:lnTo>
                  <a:close/>
                  <a:moveTo>
                    <a:pt x="1344" y="950"/>
                  </a:moveTo>
                  <a:lnTo>
                    <a:pt x="1197" y="950"/>
                  </a:lnTo>
                  <a:lnTo>
                    <a:pt x="1197" y="155"/>
                  </a:lnTo>
                  <a:lnTo>
                    <a:pt x="1344" y="155"/>
                  </a:lnTo>
                  <a:lnTo>
                    <a:pt x="1344" y="9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3755A893-13D9-48C2-A1BB-CB3A90E493AF}"/>
              </a:ext>
            </a:extLst>
          </p:cNvPr>
          <p:cNvSpPr txBox="1"/>
          <p:nvPr/>
        </p:nvSpPr>
        <p:spPr>
          <a:xfrm>
            <a:off x="7635344" y="4443380"/>
            <a:ext cx="337618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For A Worry-free Lawn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608E8C6D-26AD-4BCA-8937-CC21EE828F4B}"/>
              </a:ext>
            </a:extLst>
          </p:cNvPr>
          <p:cNvSpPr/>
          <p:nvPr/>
        </p:nvSpPr>
        <p:spPr>
          <a:xfrm>
            <a:off x="7635347" y="4691469"/>
            <a:ext cx="3373480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 quality.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1326D98E-7AD8-4AF1-92B6-352C7604C4A9}"/>
              </a:ext>
            </a:extLst>
          </p:cNvPr>
          <p:cNvSpPr/>
          <p:nvPr/>
        </p:nvSpPr>
        <p:spPr>
          <a:xfrm>
            <a:off x="6034545" y="1642413"/>
            <a:ext cx="72000" cy="3573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2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B7D8D5-48F2-41DE-8054-0B4152A01D61}"/>
              </a:ext>
            </a:extLst>
          </p:cNvPr>
          <p:cNvSpPr txBox="1"/>
          <p:nvPr/>
        </p:nvSpPr>
        <p:spPr>
          <a:xfrm>
            <a:off x="3495040" y="1109249"/>
            <a:ext cx="5201920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Roboto Slab" pitchFamily="2" charset="0"/>
                <a:cs typeface="Lato" panose="020F0502020204030203" pitchFamily="34" charset="0"/>
              </a:rPr>
              <a:t>Where Good People Become Exceptional Lawyers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6C8B017C-0AF8-4B28-831F-AF42EE388473}"/>
              </a:ext>
            </a:extLst>
          </p:cNvPr>
          <p:cNvSpPr txBox="1"/>
          <p:nvPr/>
        </p:nvSpPr>
        <p:spPr>
          <a:xfrm>
            <a:off x="9143597" y="3154537"/>
            <a:ext cx="24286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DE959DB0-0BB6-43F8-9311-C350B6E94830}"/>
              </a:ext>
            </a:extLst>
          </p:cNvPr>
          <p:cNvSpPr/>
          <p:nvPr/>
        </p:nvSpPr>
        <p:spPr>
          <a:xfrm>
            <a:off x="9143597" y="3384870"/>
            <a:ext cx="2428643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 quality.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169B9CBC-D058-4446-8031-99ABFC63996C}"/>
              </a:ext>
            </a:extLst>
          </p:cNvPr>
          <p:cNvSpPr txBox="1"/>
          <p:nvPr/>
        </p:nvSpPr>
        <p:spPr>
          <a:xfrm>
            <a:off x="9143597" y="4717302"/>
            <a:ext cx="24286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Breakthrough Law (SM)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4AD15EC7-727F-46FE-8757-8C39761E59F4}"/>
              </a:ext>
            </a:extLst>
          </p:cNvPr>
          <p:cNvSpPr/>
          <p:nvPr/>
        </p:nvSpPr>
        <p:spPr>
          <a:xfrm>
            <a:off x="9143597" y="4947635"/>
            <a:ext cx="2428643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 quality.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DE0F580F-DAA9-4C66-8BF0-EBC8DAD248A1}"/>
              </a:ext>
            </a:extLst>
          </p:cNvPr>
          <p:cNvSpPr/>
          <p:nvPr/>
        </p:nvSpPr>
        <p:spPr>
          <a:xfrm>
            <a:off x="8117040" y="3160021"/>
            <a:ext cx="667512" cy="667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5" name="Freeform 59">
            <a:extLst>
              <a:ext uri="{FF2B5EF4-FFF2-40B4-BE49-F238E27FC236}">
                <a16:creationId xmlns:a16="http://schemas.microsoft.com/office/drawing/2014/main" xmlns="" id="{F22CAAB0-AE12-45E2-86E3-3E7D2EE538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18272" y="3360284"/>
            <a:ext cx="265048" cy="266986"/>
          </a:xfrm>
          <a:custGeom>
            <a:avLst/>
            <a:gdLst>
              <a:gd name="T0" fmla="*/ 582 w 1165"/>
              <a:gd name="T1" fmla="*/ 1057 h 1173"/>
              <a:gd name="T2" fmla="*/ 989 w 1165"/>
              <a:gd name="T3" fmla="*/ 647 h 1173"/>
              <a:gd name="T4" fmla="*/ 582 w 1165"/>
              <a:gd name="T5" fmla="*/ 241 h 1173"/>
              <a:gd name="T6" fmla="*/ 174 w 1165"/>
              <a:gd name="T7" fmla="*/ 647 h 1173"/>
              <a:gd name="T8" fmla="*/ 582 w 1165"/>
              <a:gd name="T9" fmla="*/ 1057 h 1173"/>
              <a:gd name="T10" fmla="*/ 582 w 1165"/>
              <a:gd name="T11" fmla="*/ 123 h 1173"/>
              <a:gd name="T12" fmla="*/ 1106 w 1165"/>
              <a:gd name="T13" fmla="*/ 647 h 1173"/>
              <a:gd name="T14" fmla="*/ 582 w 1165"/>
              <a:gd name="T15" fmla="*/ 1172 h 1173"/>
              <a:gd name="T16" fmla="*/ 57 w 1165"/>
              <a:gd name="T17" fmla="*/ 647 h 1173"/>
              <a:gd name="T18" fmla="*/ 582 w 1165"/>
              <a:gd name="T19" fmla="*/ 123 h 1173"/>
              <a:gd name="T20" fmla="*/ 612 w 1165"/>
              <a:gd name="T21" fmla="*/ 358 h 1173"/>
              <a:gd name="T22" fmla="*/ 612 w 1165"/>
              <a:gd name="T23" fmla="*/ 664 h 1173"/>
              <a:gd name="T24" fmla="*/ 844 w 1165"/>
              <a:gd name="T25" fmla="*/ 800 h 1173"/>
              <a:gd name="T26" fmla="*/ 800 w 1165"/>
              <a:gd name="T27" fmla="*/ 871 h 1173"/>
              <a:gd name="T28" fmla="*/ 524 w 1165"/>
              <a:gd name="T29" fmla="*/ 707 h 1173"/>
              <a:gd name="T30" fmla="*/ 524 w 1165"/>
              <a:gd name="T31" fmla="*/ 358 h 1173"/>
              <a:gd name="T32" fmla="*/ 612 w 1165"/>
              <a:gd name="T33" fmla="*/ 358 h 1173"/>
              <a:gd name="T34" fmla="*/ 341 w 1165"/>
              <a:gd name="T35" fmla="*/ 88 h 1173"/>
              <a:gd name="T36" fmla="*/ 73 w 1165"/>
              <a:gd name="T37" fmla="*/ 312 h 1173"/>
              <a:gd name="T38" fmla="*/ 0 w 1165"/>
              <a:gd name="T39" fmla="*/ 225 h 1173"/>
              <a:gd name="T40" fmla="*/ 267 w 1165"/>
              <a:gd name="T41" fmla="*/ 0 h 1173"/>
              <a:gd name="T42" fmla="*/ 341 w 1165"/>
              <a:gd name="T43" fmla="*/ 88 h 1173"/>
              <a:gd name="T44" fmla="*/ 1164 w 1165"/>
              <a:gd name="T45" fmla="*/ 225 h 1173"/>
              <a:gd name="T46" fmla="*/ 1090 w 1165"/>
              <a:gd name="T47" fmla="*/ 315 h 1173"/>
              <a:gd name="T48" fmla="*/ 822 w 1165"/>
              <a:gd name="T49" fmla="*/ 88 h 1173"/>
              <a:gd name="T50" fmla="*/ 896 w 1165"/>
              <a:gd name="T51" fmla="*/ 1 h 1173"/>
              <a:gd name="T52" fmla="*/ 1164 w 1165"/>
              <a:gd name="T53" fmla="*/ 225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73">
                <a:moveTo>
                  <a:pt x="582" y="1057"/>
                </a:moveTo>
                <a:cubicBezTo>
                  <a:pt x="808" y="1057"/>
                  <a:pt x="989" y="874"/>
                  <a:pt x="989" y="647"/>
                </a:cubicBezTo>
                <a:cubicBezTo>
                  <a:pt x="989" y="421"/>
                  <a:pt x="809" y="241"/>
                  <a:pt x="582" y="241"/>
                </a:cubicBezTo>
                <a:cubicBezTo>
                  <a:pt x="356" y="241"/>
                  <a:pt x="174" y="421"/>
                  <a:pt x="174" y="647"/>
                </a:cubicBezTo>
                <a:cubicBezTo>
                  <a:pt x="174" y="874"/>
                  <a:pt x="355" y="1057"/>
                  <a:pt x="582" y="1057"/>
                </a:cubicBezTo>
                <a:close/>
                <a:moveTo>
                  <a:pt x="582" y="123"/>
                </a:moveTo>
                <a:cubicBezTo>
                  <a:pt x="871" y="123"/>
                  <a:pt x="1106" y="358"/>
                  <a:pt x="1106" y="647"/>
                </a:cubicBezTo>
                <a:cubicBezTo>
                  <a:pt x="1106" y="937"/>
                  <a:pt x="872" y="1172"/>
                  <a:pt x="582" y="1172"/>
                </a:cubicBezTo>
                <a:cubicBezTo>
                  <a:pt x="293" y="1172"/>
                  <a:pt x="57" y="937"/>
                  <a:pt x="57" y="647"/>
                </a:cubicBezTo>
                <a:cubicBezTo>
                  <a:pt x="57" y="358"/>
                  <a:pt x="292" y="123"/>
                  <a:pt x="582" y="123"/>
                </a:cubicBezTo>
                <a:close/>
                <a:moveTo>
                  <a:pt x="612" y="358"/>
                </a:moveTo>
                <a:lnTo>
                  <a:pt x="612" y="664"/>
                </a:lnTo>
                <a:lnTo>
                  <a:pt x="844" y="800"/>
                </a:lnTo>
                <a:lnTo>
                  <a:pt x="800" y="871"/>
                </a:lnTo>
                <a:lnTo>
                  <a:pt x="524" y="707"/>
                </a:lnTo>
                <a:lnTo>
                  <a:pt x="524" y="358"/>
                </a:lnTo>
                <a:lnTo>
                  <a:pt x="612" y="358"/>
                </a:lnTo>
                <a:close/>
                <a:moveTo>
                  <a:pt x="341" y="88"/>
                </a:moveTo>
                <a:lnTo>
                  <a:pt x="73" y="312"/>
                </a:lnTo>
                <a:lnTo>
                  <a:pt x="0" y="225"/>
                </a:lnTo>
                <a:lnTo>
                  <a:pt x="267" y="0"/>
                </a:lnTo>
                <a:lnTo>
                  <a:pt x="341" y="88"/>
                </a:lnTo>
                <a:close/>
                <a:moveTo>
                  <a:pt x="1164" y="225"/>
                </a:moveTo>
                <a:lnTo>
                  <a:pt x="1090" y="315"/>
                </a:lnTo>
                <a:lnTo>
                  <a:pt x="822" y="88"/>
                </a:lnTo>
                <a:lnTo>
                  <a:pt x="896" y="1"/>
                </a:lnTo>
                <a:lnTo>
                  <a:pt x="1164" y="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9D15315F-20F8-45E4-9B14-A47813CF7592}"/>
              </a:ext>
            </a:extLst>
          </p:cNvPr>
          <p:cNvSpPr/>
          <p:nvPr/>
        </p:nvSpPr>
        <p:spPr>
          <a:xfrm>
            <a:off x="8117040" y="4722786"/>
            <a:ext cx="667512" cy="667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43F65F02-698B-4B0E-AD2A-49EE78B23C72}"/>
              </a:ext>
            </a:extLst>
          </p:cNvPr>
          <p:cNvCxnSpPr>
            <a:cxnSpLocks/>
          </p:cNvCxnSpPr>
          <p:nvPr/>
        </p:nvCxnSpPr>
        <p:spPr>
          <a:xfrm flipH="1">
            <a:off x="7312143" y="5056542"/>
            <a:ext cx="5400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D3230D63-4F8C-4E7A-B13F-6BD1C579C7B3}"/>
              </a:ext>
            </a:extLst>
          </p:cNvPr>
          <p:cNvCxnSpPr>
            <a:cxnSpLocks/>
          </p:cNvCxnSpPr>
          <p:nvPr/>
        </p:nvCxnSpPr>
        <p:spPr>
          <a:xfrm flipH="1">
            <a:off x="7312143" y="3493777"/>
            <a:ext cx="5400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14">
            <a:extLst>
              <a:ext uri="{FF2B5EF4-FFF2-40B4-BE49-F238E27FC236}">
                <a16:creationId xmlns:a16="http://schemas.microsoft.com/office/drawing/2014/main" xmlns="" id="{C57A572A-AA1F-4718-AF52-D3A32DA6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111" y="2987939"/>
            <a:ext cx="1967651" cy="2577160"/>
          </a:xfrm>
          <a:custGeom>
            <a:avLst/>
            <a:gdLst>
              <a:gd name="T0" fmla="*/ 1310 w 1311"/>
              <a:gd name="T1" fmla="*/ 138 h 1714"/>
              <a:gd name="T2" fmla="*/ 1195 w 1311"/>
              <a:gd name="T3" fmla="*/ 17 h 1714"/>
              <a:gd name="T4" fmla="*/ 1188 w 1311"/>
              <a:gd name="T5" fmla="*/ 8 h 1714"/>
              <a:gd name="T6" fmla="*/ 1172 w 1311"/>
              <a:gd name="T7" fmla="*/ 0 h 1714"/>
              <a:gd name="T8" fmla="*/ 17 w 1311"/>
              <a:gd name="T9" fmla="*/ 0 h 1714"/>
              <a:gd name="T10" fmla="*/ 0 w 1311"/>
              <a:gd name="T11" fmla="*/ 20 h 1714"/>
              <a:gd name="T12" fmla="*/ 0 w 1311"/>
              <a:gd name="T13" fmla="*/ 1575 h 1714"/>
              <a:gd name="T14" fmla="*/ 40 w 1311"/>
              <a:gd name="T15" fmla="*/ 1681 h 1714"/>
              <a:gd name="T16" fmla="*/ 1290 w 1311"/>
              <a:gd name="T17" fmla="*/ 1713 h 1714"/>
              <a:gd name="T18" fmla="*/ 1310 w 1311"/>
              <a:gd name="T19" fmla="*/ 1311 h 1714"/>
              <a:gd name="T20" fmla="*/ 1270 w 1311"/>
              <a:gd name="T21" fmla="*/ 1672 h 1714"/>
              <a:gd name="T22" fmla="*/ 67 w 1311"/>
              <a:gd name="T23" fmla="*/ 1651 h 1714"/>
              <a:gd name="T24" fmla="*/ 1172 w 1311"/>
              <a:gd name="T25" fmla="*/ 1595 h 1714"/>
              <a:gd name="T26" fmla="*/ 1188 w 1311"/>
              <a:gd name="T27" fmla="*/ 1587 h 1714"/>
              <a:gd name="T28" fmla="*/ 1191 w 1311"/>
              <a:gd name="T29" fmla="*/ 1584 h 1714"/>
              <a:gd name="T30" fmla="*/ 1191 w 1311"/>
              <a:gd name="T31" fmla="*/ 1582 h 1714"/>
              <a:gd name="T32" fmla="*/ 1192 w 1311"/>
              <a:gd name="T33" fmla="*/ 1580 h 1714"/>
              <a:gd name="T34" fmla="*/ 1192 w 1311"/>
              <a:gd name="T35" fmla="*/ 1579 h 1714"/>
              <a:gd name="T36" fmla="*/ 1194 w 1311"/>
              <a:gd name="T37" fmla="*/ 1229 h 1714"/>
              <a:gd name="T38" fmla="*/ 720 w 1311"/>
              <a:gd name="T39" fmla="*/ 897 h 1714"/>
              <a:gd name="T40" fmla="*/ 704 w 1311"/>
              <a:gd name="T41" fmla="*/ 1029 h 1714"/>
              <a:gd name="T42" fmla="*/ 561 w 1311"/>
              <a:gd name="T43" fmla="*/ 1105 h 1714"/>
              <a:gd name="T44" fmla="*/ 243 w 1311"/>
              <a:gd name="T45" fmla="*/ 790 h 1714"/>
              <a:gd name="T46" fmla="*/ 381 w 1311"/>
              <a:gd name="T47" fmla="*/ 710 h 1714"/>
              <a:gd name="T48" fmla="*/ 554 w 1311"/>
              <a:gd name="T49" fmla="*/ 359 h 1714"/>
              <a:gd name="T50" fmla="*/ 658 w 1311"/>
              <a:gd name="T51" fmla="*/ 269 h 1714"/>
              <a:gd name="T52" fmla="*/ 998 w 1311"/>
              <a:gd name="T53" fmla="*/ 497 h 1714"/>
              <a:gd name="T54" fmla="*/ 972 w 1311"/>
              <a:gd name="T55" fmla="*/ 657 h 1714"/>
              <a:gd name="T56" fmla="*/ 854 w 1311"/>
              <a:gd name="T57" fmla="*/ 710 h 1714"/>
              <a:gd name="T58" fmla="*/ 1197 w 1311"/>
              <a:gd name="T59" fmla="*/ 90 h 1714"/>
              <a:gd name="T60" fmla="*/ 1270 w 1311"/>
              <a:gd name="T61" fmla="*/ 1000 h 1714"/>
              <a:gd name="T62" fmla="*/ 266 w 1311"/>
              <a:gd name="T63" fmla="*/ 283 h 1714"/>
              <a:gd name="T64" fmla="*/ 197 w 1311"/>
              <a:gd name="T65" fmla="*/ 248 h 1714"/>
              <a:gd name="T66" fmla="*/ 167 w 1311"/>
              <a:gd name="T67" fmla="*/ 41 h 1714"/>
              <a:gd name="T68" fmla="*/ 266 w 1311"/>
              <a:gd name="T69" fmla="*/ 283 h 17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11" h="1714">
                <a:moveTo>
                  <a:pt x="1310" y="1029"/>
                </a:moveTo>
                <a:lnTo>
                  <a:pt x="1310" y="138"/>
                </a:lnTo>
                <a:cubicBezTo>
                  <a:pt x="1310" y="128"/>
                  <a:pt x="1303" y="119"/>
                  <a:pt x="1293" y="118"/>
                </a:cubicBezTo>
                <a:cubicBezTo>
                  <a:pt x="1263" y="115"/>
                  <a:pt x="1230" y="90"/>
                  <a:pt x="1195" y="17"/>
                </a:cubicBezTo>
                <a:cubicBezTo>
                  <a:pt x="1194" y="14"/>
                  <a:pt x="1192" y="11"/>
                  <a:pt x="1189" y="9"/>
                </a:cubicBezTo>
                <a:cubicBezTo>
                  <a:pt x="1188" y="9"/>
                  <a:pt x="1188" y="8"/>
                  <a:pt x="1188" y="8"/>
                </a:cubicBezTo>
                <a:lnTo>
                  <a:pt x="1187" y="8"/>
                </a:lnTo>
                <a:cubicBezTo>
                  <a:pt x="1184" y="3"/>
                  <a:pt x="1178" y="1"/>
                  <a:pt x="1172" y="0"/>
                </a:cubicBezTo>
                <a:lnTo>
                  <a:pt x="20" y="0"/>
                </a:lnTo>
                <a:cubicBezTo>
                  <a:pt x="19" y="0"/>
                  <a:pt x="18" y="0"/>
                  <a:pt x="17" y="0"/>
                </a:cubicBezTo>
                <a:lnTo>
                  <a:pt x="17" y="0"/>
                </a:lnTo>
                <a:cubicBezTo>
                  <a:pt x="7" y="2"/>
                  <a:pt x="0" y="11"/>
                  <a:pt x="0" y="20"/>
                </a:cubicBezTo>
                <a:lnTo>
                  <a:pt x="0" y="1571"/>
                </a:lnTo>
                <a:cubicBezTo>
                  <a:pt x="0" y="1572"/>
                  <a:pt x="0" y="1573"/>
                  <a:pt x="0" y="1575"/>
                </a:cubicBezTo>
                <a:cubicBezTo>
                  <a:pt x="0" y="1577"/>
                  <a:pt x="0" y="1579"/>
                  <a:pt x="1" y="1581"/>
                </a:cubicBezTo>
                <a:cubicBezTo>
                  <a:pt x="3" y="1626"/>
                  <a:pt x="16" y="1659"/>
                  <a:pt x="40" y="1681"/>
                </a:cubicBezTo>
                <a:cubicBezTo>
                  <a:pt x="65" y="1704"/>
                  <a:pt x="99" y="1712"/>
                  <a:pt x="138" y="1713"/>
                </a:cubicBezTo>
                <a:lnTo>
                  <a:pt x="1290" y="1713"/>
                </a:lnTo>
                <a:cubicBezTo>
                  <a:pt x="1301" y="1713"/>
                  <a:pt x="1310" y="1704"/>
                  <a:pt x="1310" y="1693"/>
                </a:cubicBezTo>
                <a:lnTo>
                  <a:pt x="1310" y="1311"/>
                </a:lnTo>
                <a:cubicBezTo>
                  <a:pt x="1297" y="1301"/>
                  <a:pt x="1291" y="1297"/>
                  <a:pt x="1270" y="1282"/>
                </a:cubicBezTo>
                <a:lnTo>
                  <a:pt x="1270" y="1672"/>
                </a:lnTo>
                <a:lnTo>
                  <a:pt x="139" y="1672"/>
                </a:lnTo>
                <a:cubicBezTo>
                  <a:pt x="105" y="1671"/>
                  <a:pt x="82" y="1664"/>
                  <a:pt x="67" y="1651"/>
                </a:cubicBezTo>
                <a:cubicBezTo>
                  <a:pt x="55" y="1640"/>
                  <a:pt x="48" y="1621"/>
                  <a:pt x="43" y="1595"/>
                </a:cubicBezTo>
                <a:lnTo>
                  <a:pt x="1172" y="1595"/>
                </a:lnTo>
                <a:cubicBezTo>
                  <a:pt x="1177" y="1595"/>
                  <a:pt x="1182" y="1593"/>
                  <a:pt x="1185" y="1590"/>
                </a:cubicBezTo>
                <a:cubicBezTo>
                  <a:pt x="1186" y="1589"/>
                  <a:pt x="1187" y="1588"/>
                  <a:pt x="1188" y="1587"/>
                </a:cubicBezTo>
                <a:lnTo>
                  <a:pt x="1188" y="1587"/>
                </a:lnTo>
                <a:cubicBezTo>
                  <a:pt x="1189" y="1586"/>
                  <a:pt x="1190" y="1585"/>
                  <a:pt x="1191" y="1584"/>
                </a:cubicBezTo>
                <a:lnTo>
                  <a:pt x="1191" y="1584"/>
                </a:lnTo>
                <a:cubicBezTo>
                  <a:pt x="1191" y="1583"/>
                  <a:pt x="1191" y="1583"/>
                  <a:pt x="1191" y="1582"/>
                </a:cubicBezTo>
                <a:lnTo>
                  <a:pt x="1191" y="1582"/>
                </a:lnTo>
                <a:cubicBezTo>
                  <a:pt x="1191" y="1581"/>
                  <a:pt x="1192" y="1581"/>
                  <a:pt x="1192" y="1580"/>
                </a:cubicBezTo>
                <a:lnTo>
                  <a:pt x="1192" y="1580"/>
                </a:lnTo>
                <a:cubicBezTo>
                  <a:pt x="1192" y="1579"/>
                  <a:pt x="1192" y="1579"/>
                  <a:pt x="1192" y="1579"/>
                </a:cubicBezTo>
                <a:lnTo>
                  <a:pt x="1192" y="1574"/>
                </a:lnTo>
                <a:lnTo>
                  <a:pt x="1194" y="1229"/>
                </a:lnTo>
                <a:cubicBezTo>
                  <a:pt x="1165" y="1209"/>
                  <a:pt x="1142" y="1192"/>
                  <a:pt x="1110" y="1169"/>
                </a:cubicBezTo>
                <a:cubicBezTo>
                  <a:pt x="988" y="1084"/>
                  <a:pt x="842" y="982"/>
                  <a:pt x="720" y="897"/>
                </a:cubicBezTo>
                <a:lnTo>
                  <a:pt x="694" y="934"/>
                </a:lnTo>
                <a:cubicBezTo>
                  <a:pt x="721" y="958"/>
                  <a:pt x="726" y="999"/>
                  <a:pt x="704" y="1029"/>
                </a:cubicBezTo>
                <a:lnTo>
                  <a:pt x="661" y="1089"/>
                </a:lnTo>
                <a:cubicBezTo>
                  <a:pt x="638" y="1121"/>
                  <a:pt x="593" y="1128"/>
                  <a:pt x="561" y="1105"/>
                </a:cubicBezTo>
                <a:lnTo>
                  <a:pt x="260" y="890"/>
                </a:lnTo>
                <a:cubicBezTo>
                  <a:pt x="228" y="867"/>
                  <a:pt x="220" y="822"/>
                  <a:pt x="243" y="790"/>
                </a:cubicBezTo>
                <a:lnTo>
                  <a:pt x="286" y="730"/>
                </a:lnTo>
                <a:cubicBezTo>
                  <a:pt x="308" y="700"/>
                  <a:pt x="349" y="691"/>
                  <a:pt x="381" y="710"/>
                </a:cubicBezTo>
                <a:lnTo>
                  <a:pt x="565" y="454"/>
                </a:lnTo>
                <a:cubicBezTo>
                  <a:pt x="538" y="430"/>
                  <a:pt x="532" y="389"/>
                  <a:pt x="554" y="359"/>
                </a:cubicBezTo>
                <a:lnTo>
                  <a:pt x="597" y="299"/>
                </a:lnTo>
                <a:cubicBezTo>
                  <a:pt x="612" y="279"/>
                  <a:pt x="634" y="269"/>
                  <a:pt x="658" y="269"/>
                </a:cubicBezTo>
                <a:cubicBezTo>
                  <a:pt x="671" y="269"/>
                  <a:pt x="685" y="274"/>
                  <a:pt x="697" y="282"/>
                </a:cubicBezTo>
                <a:lnTo>
                  <a:pt x="998" y="497"/>
                </a:lnTo>
                <a:cubicBezTo>
                  <a:pt x="1030" y="520"/>
                  <a:pt x="1038" y="566"/>
                  <a:pt x="1015" y="598"/>
                </a:cubicBezTo>
                <a:lnTo>
                  <a:pt x="972" y="657"/>
                </a:lnTo>
                <a:cubicBezTo>
                  <a:pt x="950" y="688"/>
                  <a:pt x="909" y="696"/>
                  <a:pt x="878" y="678"/>
                </a:cubicBezTo>
                <a:lnTo>
                  <a:pt x="854" y="710"/>
                </a:lnTo>
                <a:cubicBezTo>
                  <a:pt x="968" y="790"/>
                  <a:pt x="1087" y="873"/>
                  <a:pt x="1194" y="948"/>
                </a:cubicBezTo>
                <a:lnTo>
                  <a:pt x="1197" y="90"/>
                </a:lnTo>
                <a:cubicBezTo>
                  <a:pt x="1220" y="121"/>
                  <a:pt x="1244" y="144"/>
                  <a:pt x="1270" y="152"/>
                </a:cubicBezTo>
                <a:lnTo>
                  <a:pt x="1270" y="1000"/>
                </a:lnTo>
                <a:cubicBezTo>
                  <a:pt x="1290" y="1015"/>
                  <a:pt x="1292" y="1016"/>
                  <a:pt x="1310" y="1029"/>
                </a:cubicBezTo>
                <a:close/>
                <a:moveTo>
                  <a:pt x="266" y="283"/>
                </a:moveTo>
                <a:lnTo>
                  <a:pt x="226" y="246"/>
                </a:lnTo>
                <a:cubicBezTo>
                  <a:pt x="218" y="239"/>
                  <a:pt x="205" y="239"/>
                  <a:pt x="197" y="248"/>
                </a:cubicBezTo>
                <a:lnTo>
                  <a:pt x="167" y="280"/>
                </a:lnTo>
                <a:lnTo>
                  <a:pt x="167" y="41"/>
                </a:lnTo>
                <a:lnTo>
                  <a:pt x="266" y="41"/>
                </a:lnTo>
                <a:lnTo>
                  <a:pt x="266" y="28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Freeform 15">
            <a:extLst>
              <a:ext uri="{FF2B5EF4-FFF2-40B4-BE49-F238E27FC236}">
                <a16:creationId xmlns:a16="http://schemas.microsoft.com/office/drawing/2014/main" xmlns="" id="{F2684CEC-4060-42E1-ACF3-3B320C53A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123" y="4107579"/>
            <a:ext cx="1152766" cy="894385"/>
          </a:xfrm>
          <a:custGeom>
            <a:avLst/>
            <a:gdLst>
              <a:gd name="T0" fmla="*/ 755 w 768"/>
              <a:gd name="T1" fmla="*/ 556 h 597"/>
              <a:gd name="T2" fmla="*/ 632 w 768"/>
              <a:gd name="T3" fmla="*/ 566 h 597"/>
              <a:gd name="T4" fmla="*/ 631 w 768"/>
              <a:gd name="T5" fmla="*/ 565 h 597"/>
              <a:gd name="T6" fmla="*/ 388 w 768"/>
              <a:gd name="T7" fmla="*/ 393 h 597"/>
              <a:gd name="T8" fmla="*/ 0 w 768"/>
              <a:gd name="T9" fmla="*/ 121 h 597"/>
              <a:gd name="T10" fmla="*/ 86 w 768"/>
              <a:gd name="T11" fmla="*/ 0 h 597"/>
              <a:gd name="T12" fmla="*/ 713 w 768"/>
              <a:gd name="T13" fmla="*/ 438 h 597"/>
              <a:gd name="T14" fmla="*/ 760 w 768"/>
              <a:gd name="T15" fmla="*/ 498 h 597"/>
              <a:gd name="T16" fmla="*/ 755 w 768"/>
              <a:gd name="T17" fmla="*/ 55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68" h="597">
                <a:moveTo>
                  <a:pt x="755" y="556"/>
                </a:moveTo>
                <a:cubicBezTo>
                  <a:pt x="730" y="590"/>
                  <a:pt x="676" y="596"/>
                  <a:pt x="632" y="566"/>
                </a:cubicBezTo>
                <a:lnTo>
                  <a:pt x="631" y="565"/>
                </a:lnTo>
                <a:cubicBezTo>
                  <a:pt x="613" y="551"/>
                  <a:pt x="515" y="482"/>
                  <a:pt x="388" y="393"/>
                </a:cubicBezTo>
                <a:cubicBezTo>
                  <a:pt x="267" y="307"/>
                  <a:pt x="121" y="206"/>
                  <a:pt x="0" y="121"/>
                </a:cubicBezTo>
                <a:lnTo>
                  <a:pt x="86" y="0"/>
                </a:lnTo>
                <a:cubicBezTo>
                  <a:pt x="354" y="186"/>
                  <a:pt x="676" y="411"/>
                  <a:pt x="713" y="438"/>
                </a:cubicBezTo>
                <a:cubicBezTo>
                  <a:pt x="735" y="454"/>
                  <a:pt x="752" y="476"/>
                  <a:pt x="760" y="498"/>
                </a:cubicBezTo>
                <a:cubicBezTo>
                  <a:pt x="767" y="520"/>
                  <a:pt x="766" y="540"/>
                  <a:pt x="755" y="556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Freeform 16">
            <a:extLst>
              <a:ext uri="{FF2B5EF4-FFF2-40B4-BE49-F238E27FC236}">
                <a16:creationId xmlns:a16="http://schemas.microsoft.com/office/drawing/2014/main" xmlns="" id="{F2279808-B9C8-4913-8BB0-170B286B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370" y="3451693"/>
            <a:ext cx="629384" cy="516758"/>
          </a:xfrm>
          <a:custGeom>
            <a:avLst/>
            <a:gdLst>
              <a:gd name="T0" fmla="*/ 406 w 417"/>
              <a:gd name="T1" fmla="*/ 266 h 344"/>
              <a:gd name="T2" fmla="*/ 363 w 417"/>
              <a:gd name="T3" fmla="*/ 326 h 344"/>
              <a:gd name="T4" fmla="*/ 319 w 417"/>
              <a:gd name="T5" fmla="*/ 333 h 344"/>
              <a:gd name="T6" fmla="*/ 311 w 417"/>
              <a:gd name="T7" fmla="*/ 328 h 344"/>
              <a:gd name="T8" fmla="*/ 308 w 417"/>
              <a:gd name="T9" fmla="*/ 325 h 344"/>
              <a:gd name="T10" fmla="*/ 169 w 417"/>
              <a:gd name="T11" fmla="*/ 226 h 344"/>
              <a:gd name="T12" fmla="*/ 18 w 417"/>
              <a:gd name="T13" fmla="*/ 118 h 344"/>
              <a:gd name="T14" fmla="*/ 10 w 417"/>
              <a:gd name="T15" fmla="*/ 74 h 344"/>
              <a:gd name="T16" fmla="*/ 54 w 417"/>
              <a:gd name="T17" fmla="*/ 14 h 344"/>
              <a:gd name="T18" fmla="*/ 80 w 417"/>
              <a:gd name="T19" fmla="*/ 1 h 344"/>
              <a:gd name="T20" fmla="*/ 81 w 417"/>
              <a:gd name="T21" fmla="*/ 0 h 344"/>
              <a:gd name="T22" fmla="*/ 98 w 417"/>
              <a:gd name="T23" fmla="*/ 7 h 344"/>
              <a:gd name="T24" fmla="*/ 399 w 417"/>
              <a:gd name="T25" fmla="*/ 222 h 344"/>
              <a:gd name="T26" fmla="*/ 406 w 417"/>
              <a:gd name="T27" fmla="*/ 266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7" h="344">
                <a:moveTo>
                  <a:pt x="406" y="266"/>
                </a:moveTo>
                <a:lnTo>
                  <a:pt x="363" y="326"/>
                </a:lnTo>
                <a:cubicBezTo>
                  <a:pt x="352" y="340"/>
                  <a:pt x="333" y="343"/>
                  <a:pt x="319" y="333"/>
                </a:cubicBezTo>
                <a:lnTo>
                  <a:pt x="311" y="328"/>
                </a:lnTo>
                <a:cubicBezTo>
                  <a:pt x="310" y="327"/>
                  <a:pt x="309" y="326"/>
                  <a:pt x="308" y="325"/>
                </a:cubicBezTo>
                <a:lnTo>
                  <a:pt x="169" y="226"/>
                </a:lnTo>
                <a:lnTo>
                  <a:pt x="18" y="118"/>
                </a:lnTo>
                <a:cubicBezTo>
                  <a:pt x="4" y="108"/>
                  <a:pt x="0" y="88"/>
                  <a:pt x="10" y="74"/>
                </a:cubicBezTo>
                <a:lnTo>
                  <a:pt x="54" y="14"/>
                </a:lnTo>
                <a:cubicBezTo>
                  <a:pt x="61" y="5"/>
                  <a:pt x="70" y="0"/>
                  <a:pt x="80" y="1"/>
                </a:cubicBezTo>
                <a:lnTo>
                  <a:pt x="81" y="0"/>
                </a:lnTo>
                <a:cubicBezTo>
                  <a:pt x="86" y="1"/>
                  <a:pt x="93" y="3"/>
                  <a:pt x="98" y="7"/>
                </a:cubicBezTo>
                <a:lnTo>
                  <a:pt x="399" y="222"/>
                </a:lnTo>
                <a:cubicBezTo>
                  <a:pt x="413" y="232"/>
                  <a:pt x="416" y="252"/>
                  <a:pt x="406" y="26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Freeform 17">
            <a:extLst>
              <a:ext uri="{FF2B5EF4-FFF2-40B4-BE49-F238E27FC236}">
                <a16:creationId xmlns:a16="http://schemas.microsoft.com/office/drawing/2014/main" xmlns="" id="{418456F2-5D29-496F-8F8D-20D92E4C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867" y="3710074"/>
            <a:ext cx="649259" cy="649259"/>
          </a:xfrm>
          <a:custGeom>
            <a:avLst/>
            <a:gdLst>
              <a:gd name="T0" fmla="*/ 430 w 431"/>
              <a:gd name="T1" fmla="*/ 177 h 432"/>
              <a:gd name="T2" fmla="*/ 399 w 431"/>
              <a:gd name="T3" fmla="*/ 220 h 432"/>
              <a:gd name="T4" fmla="*/ 398 w 431"/>
              <a:gd name="T5" fmla="*/ 221 h 432"/>
              <a:gd name="T6" fmla="*/ 394 w 431"/>
              <a:gd name="T7" fmla="*/ 225 h 432"/>
              <a:gd name="T8" fmla="*/ 324 w 431"/>
              <a:gd name="T9" fmla="*/ 325 h 432"/>
              <a:gd name="T10" fmla="*/ 247 w 431"/>
              <a:gd name="T11" fmla="*/ 431 h 432"/>
              <a:gd name="T12" fmla="*/ 166 w 431"/>
              <a:gd name="T13" fmla="*/ 373 h 432"/>
              <a:gd name="T14" fmla="*/ 0 w 431"/>
              <a:gd name="T15" fmla="*/ 254 h 432"/>
              <a:gd name="T16" fmla="*/ 183 w 431"/>
              <a:gd name="T17" fmla="*/ 0 h 432"/>
              <a:gd name="T18" fmla="*/ 430 w 431"/>
              <a:gd name="T19" fmla="*/ 177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1" h="432">
                <a:moveTo>
                  <a:pt x="430" y="177"/>
                </a:moveTo>
                <a:lnTo>
                  <a:pt x="399" y="220"/>
                </a:lnTo>
                <a:cubicBezTo>
                  <a:pt x="399" y="220"/>
                  <a:pt x="399" y="220"/>
                  <a:pt x="398" y="221"/>
                </a:cubicBezTo>
                <a:cubicBezTo>
                  <a:pt x="397" y="222"/>
                  <a:pt x="395" y="223"/>
                  <a:pt x="394" y="225"/>
                </a:cubicBezTo>
                <a:lnTo>
                  <a:pt x="324" y="325"/>
                </a:lnTo>
                <a:lnTo>
                  <a:pt x="247" y="431"/>
                </a:lnTo>
                <a:lnTo>
                  <a:pt x="166" y="373"/>
                </a:lnTo>
                <a:lnTo>
                  <a:pt x="0" y="254"/>
                </a:lnTo>
                <a:lnTo>
                  <a:pt x="183" y="0"/>
                </a:lnTo>
                <a:lnTo>
                  <a:pt x="430" y="177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Freeform 18">
            <a:extLst>
              <a:ext uri="{FF2B5EF4-FFF2-40B4-BE49-F238E27FC236}">
                <a16:creationId xmlns:a16="http://schemas.microsoft.com/office/drawing/2014/main" xmlns="" id="{D4D0E5FD-6230-4271-91B3-5DB803D00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616" y="4100951"/>
            <a:ext cx="629384" cy="516758"/>
          </a:xfrm>
          <a:custGeom>
            <a:avLst/>
            <a:gdLst>
              <a:gd name="T0" fmla="*/ 406 w 417"/>
              <a:gd name="T1" fmla="*/ 265 h 343"/>
              <a:gd name="T2" fmla="*/ 362 w 417"/>
              <a:gd name="T3" fmla="*/ 325 h 343"/>
              <a:gd name="T4" fmla="*/ 318 w 417"/>
              <a:gd name="T5" fmla="*/ 332 h 343"/>
              <a:gd name="T6" fmla="*/ 17 w 417"/>
              <a:gd name="T7" fmla="*/ 117 h 343"/>
              <a:gd name="T8" fmla="*/ 10 w 417"/>
              <a:gd name="T9" fmla="*/ 73 h 343"/>
              <a:gd name="T10" fmla="*/ 53 w 417"/>
              <a:gd name="T11" fmla="*/ 13 h 343"/>
              <a:gd name="T12" fmla="*/ 80 w 417"/>
              <a:gd name="T13" fmla="*/ 0 h 343"/>
              <a:gd name="T14" fmla="*/ 97 w 417"/>
              <a:gd name="T15" fmla="*/ 6 h 343"/>
              <a:gd name="T16" fmla="*/ 388 w 417"/>
              <a:gd name="T17" fmla="*/ 214 h 343"/>
              <a:gd name="T18" fmla="*/ 391 w 417"/>
              <a:gd name="T19" fmla="*/ 216 h 343"/>
              <a:gd name="T20" fmla="*/ 398 w 417"/>
              <a:gd name="T21" fmla="*/ 221 h 343"/>
              <a:gd name="T22" fmla="*/ 406 w 417"/>
              <a:gd name="T23" fmla="*/ 265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17" h="343">
                <a:moveTo>
                  <a:pt x="406" y="265"/>
                </a:moveTo>
                <a:lnTo>
                  <a:pt x="362" y="325"/>
                </a:lnTo>
                <a:cubicBezTo>
                  <a:pt x="352" y="340"/>
                  <a:pt x="333" y="342"/>
                  <a:pt x="318" y="332"/>
                </a:cubicBezTo>
                <a:lnTo>
                  <a:pt x="17" y="117"/>
                </a:lnTo>
                <a:cubicBezTo>
                  <a:pt x="3" y="107"/>
                  <a:pt x="0" y="87"/>
                  <a:pt x="10" y="73"/>
                </a:cubicBezTo>
                <a:lnTo>
                  <a:pt x="53" y="13"/>
                </a:lnTo>
                <a:cubicBezTo>
                  <a:pt x="60" y="4"/>
                  <a:pt x="70" y="0"/>
                  <a:pt x="80" y="0"/>
                </a:cubicBezTo>
                <a:cubicBezTo>
                  <a:pt x="86" y="0"/>
                  <a:pt x="92" y="2"/>
                  <a:pt x="97" y="6"/>
                </a:cubicBezTo>
                <a:lnTo>
                  <a:pt x="388" y="214"/>
                </a:lnTo>
                <a:cubicBezTo>
                  <a:pt x="389" y="215"/>
                  <a:pt x="390" y="215"/>
                  <a:pt x="391" y="216"/>
                </a:cubicBezTo>
                <a:lnTo>
                  <a:pt x="398" y="221"/>
                </a:lnTo>
                <a:cubicBezTo>
                  <a:pt x="413" y="232"/>
                  <a:pt x="416" y="251"/>
                  <a:pt x="406" y="26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xmlns="" id="{78B787BC-DC81-4FDA-88B6-68AC2E83B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241" y="3047567"/>
            <a:ext cx="152375" cy="364379"/>
          </a:xfrm>
          <a:custGeom>
            <a:avLst/>
            <a:gdLst>
              <a:gd name="T0" fmla="*/ 99 w 100"/>
              <a:gd name="T1" fmla="*/ 0 h 243"/>
              <a:gd name="T2" fmla="*/ 99 w 100"/>
              <a:gd name="T3" fmla="*/ 242 h 243"/>
              <a:gd name="T4" fmla="*/ 59 w 100"/>
              <a:gd name="T5" fmla="*/ 205 h 243"/>
              <a:gd name="T6" fmla="*/ 30 w 100"/>
              <a:gd name="T7" fmla="*/ 207 h 243"/>
              <a:gd name="T8" fmla="*/ 0 w 100"/>
              <a:gd name="T9" fmla="*/ 239 h 243"/>
              <a:gd name="T10" fmla="*/ 0 w 100"/>
              <a:gd name="T11" fmla="*/ 0 h 243"/>
              <a:gd name="T12" fmla="*/ 99 w 100"/>
              <a:gd name="T13" fmla="*/ 0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" h="243">
                <a:moveTo>
                  <a:pt x="99" y="0"/>
                </a:moveTo>
                <a:lnTo>
                  <a:pt x="99" y="242"/>
                </a:lnTo>
                <a:lnTo>
                  <a:pt x="59" y="205"/>
                </a:lnTo>
                <a:cubicBezTo>
                  <a:pt x="51" y="198"/>
                  <a:pt x="38" y="198"/>
                  <a:pt x="30" y="207"/>
                </a:cubicBezTo>
                <a:lnTo>
                  <a:pt x="0" y="239"/>
                </a:lnTo>
                <a:lnTo>
                  <a:pt x="0" y="0"/>
                </a:lnTo>
                <a:lnTo>
                  <a:pt x="99" y="0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490D3F0-6FAB-414D-B909-7D4030C55A50}"/>
              </a:ext>
            </a:extLst>
          </p:cNvPr>
          <p:cNvSpPr txBox="1"/>
          <p:nvPr/>
        </p:nvSpPr>
        <p:spPr>
          <a:xfrm>
            <a:off x="595869" y="3154537"/>
            <a:ext cx="24286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 Lives 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E2AB8117-5F0A-404F-B317-23B3335F821F}"/>
              </a:ext>
            </a:extLst>
          </p:cNvPr>
          <p:cNvSpPr/>
          <p:nvPr/>
        </p:nvSpPr>
        <p:spPr>
          <a:xfrm>
            <a:off x="595869" y="3384870"/>
            <a:ext cx="2428643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 quality.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A1AF371-9CBD-44B5-8351-72A45731A966}"/>
              </a:ext>
            </a:extLst>
          </p:cNvPr>
          <p:cNvSpPr txBox="1"/>
          <p:nvPr/>
        </p:nvSpPr>
        <p:spPr>
          <a:xfrm>
            <a:off x="595869" y="4717302"/>
            <a:ext cx="24286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The Law Out West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404E59D3-03C1-4ED9-B8DD-3A1858122202}"/>
              </a:ext>
            </a:extLst>
          </p:cNvPr>
          <p:cNvSpPr/>
          <p:nvPr/>
        </p:nvSpPr>
        <p:spPr>
          <a:xfrm>
            <a:off x="595869" y="4947635"/>
            <a:ext cx="2428643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 quality.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xmlns="" id="{F16E76E3-8608-4D11-94B3-53D69B08CA03}"/>
              </a:ext>
            </a:extLst>
          </p:cNvPr>
          <p:cNvSpPr/>
          <p:nvPr/>
        </p:nvSpPr>
        <p:spPr>
          <a:xfrm>
            <a:off x="3385317" y="3160021"/>
            <a:ext cx="667512" cy="667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F157FA68-B178-44E9-8228-4AFE96136C39}"/>
              </a:ext>
            </a:extLst>
          </p:cNvPr>
          <p:cNvSpPr/>
          <p:nvPr/>
        </p:nvSpPr>
        <p:spPr>
          <a:xfrm>
            <a:off x="3385317" y="4722786"/>
            <a:ext cx="667512" cy="667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53" name="Freeform 41">
            <a:extLst>
              <a:ext uri="{FF2B5EF4-FFF2-40B4-BE49-F238E27FC236}">
                <a16:creationId xmlns:a16="http://schemas.microsoft.com/office/drawing/2014/main" xmlns="" id="{4DB40AA0-B6FC-4808-AD3B-95B9D9FAC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421" y="4923954"/>
            <a:ext cx="265176" cy="265176"/>
          </a:xfrm>
          <a:custGeom>
            <a:avLst/>
            <a:gdLst>
              <a:gd name="T0" fmla="*/ 583 w 1166"/>
              <a:gd name="T1" fmla="*/ 1049 h 1165"/>
              <a:gd name="T2" fmla="*/ 1050 w 1166"/>
              <a:gd name="T3" fmla="*/ 582 h 1165"/>
              <a:gd name="T4" fmla="*/ 1031 w 1166"/>
              <a:gd name="T5" fmla="*/ 451 h 1165"/>
              <a:gd name="T6" fmla="*/ 900 w 1166"/>
              <a:gd name="T7" fmla="*/ 465 h 1165"/>
              <a:gd name="T8" fmla="*/ 424 w 1166"/>
              <a:gd name="T9" fmla="*/ 219 h 1165"/>
              <a:gd name="T10" fmla="*/ 118 w 1166"/>
              <a:gd name="T11" fmla="*/ 533 h 1165"/>
              <a:gd name="T12" fmla="*/ 115 w 1166"/>
              <a:gd name="T13" fmla="*/ 582 h 1165"/>
              <a:gd name="T14" fmla="*/ 583 w 1166"/>
              <a:gd name="T15" fmla="*/ 1049 h 1165"/>
              <a:gd name="T16" fmla="*/ 583 w 1166"/>
              <a:gd name="T17" fmla="*/ 0 h 1165"/>
              <a:gd name="T18" fmla="*/ 1165 w 1166"/>
              <a:gd name="T19" fmla="*/ 582 h 1165"/>
              <a:gd name="T20" fmla="*/ 583 w 1166"/>
              <a:gd name="T21" fmla="*/ 1164 h 1165"/>
              <a:gd name="T22" fmla="*/ 0 w 1166"/>
              <a:gd name="T23" fmla="*/ 582 h 1165"/>
              <a:gd name="T24" fmla="*/ 583 w 1166"/>
              <a:gd name="T25" fmla="*/ 0 h 1165"/>
              <a:gd name="T26" fmla="*/ 758 w 1166"/>
              <a:gd name="T27" fmla="*/ 569 h 1165"/>
              <a:gd name="T28" fmla="*/ 831 w 1166"/>
              <a:gd name="T29" fmla="*/ 639 h 1165"/>
              <a:gd name="T30" fmla="*/ 758 w 1166"/>
              <a:gd name="T31" fmla="*/ 713 h 1165"/>
              <a:gd name="T32" fmla="*/ 684 w 1166"/>
              <a:gd name="T33" fmla="*/ 639 h 1165"/>
              <a:gd name="T34" fmla="*/ 758 w 1166"/>
              <a:gd name="T35" fmla="*/ 569 h 1165"/>
              <a:gd name="T36" fmla="*/ 408 w 1166"/>
              <a:gd name="T37" fmla="*/ 569 h 1165"/>
              <a:gd name="T38" fmla="*/ 481 w 1166"/>
              <a:gd name="T39" fmla="*/ 639 h 1165"/>
              <a:gd name="T40" fmla="*/ 408 w 1166"/>
              <a:gd name="T41" fmla="*/ 713 h 1165"/>
              <a:gd name="T42" fmla="*/ 334 w 1166"/>
              <a:gd name="T43" fmla="*/ 639 h 1165"/>
              <a:gd name="T44" fmla="*/ 408 w 1166"/>
              <a:gd name="T45" fmla="*/ 56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583" y="1049"/>
                </a:moveTo>
                <a:cubicBezTo>
                  <a:pt x="840" y="1049"/>
                  <a:pt x="1050" y="838"/>
                  <a:pt x="1050" y="582"/>
                </a:cubicBezTo>
                <a:cubicBezTo>
                  <a:pt x="1050" y="536"/>
                  <a:pt x="1042" y="492"/>
                  <a:pt x="1031" y="451"/>
                </a:cubicBezTo>
                <a:cubicBezTo>
                  <a:pt x="990" y="462"/>
                  <a:pt x="946" y="465"/>
                  <a:pt x="900" y="465"/>
                </a:cubicBezTo>
                <a:cubicBezTo>
                  <a:pt x="703" y="465"/>
                  <a:pt x="531" y="369"/>
                  <a:pt x="424" y="219"/>
                </a:cubicBezTo>
                <a:cubicBezTo>
                  <a:pt x="367" y="358"/>
                  <a:pt x="254" y="473"/>
                  <a:pt x="118" y="533"/>
                </a:cubicBezTo>
                <a:cubicBezTo>
                  <a:pt x="115" y="550"/>
                  <a:pt x="115" y="566"/>
                  <a:pt x="115" y="582"/>
                </a:cubicBezTo>
                <a:cubicBezTo>
                  <a:pt x="115" y="838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6" y="1164"/>
                  <a:pt x="583" y="1164"/>
                </a:cubicBezTo>
                <a:cubicBezTo>
                  <a:pt x="261" y="1164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  <a:moveTo>
                  <a:pt x="758" y="569"/>
                </a:moveTo>
                <a:cubicBezTo>
                  <a:pt x="799" y="569"/>
                  <a:pt x="831" y="599"/>
                  <a:pt x="831" y="639"/>
                </a:cubicBezTo>
                <a:cubicBezTo>
                  <a:pt x="831" y="680"/>
                  <a:pt x="799" y="713"/>
                  <a:pt x="758" y="713"/>
                </a:cubicBezTo>
                <a:cubicBezTo>
                  <a:pt x="717" y="713"/>
                  <a:pt x="684" y="680"/>
                  <a:pt x="684" y="639"/>
                </a:cubicBezTo>
                <a:cubicBezTo>
                  <a:pt x="684" y="599"/>
                  <a:pt x="717" y="569"/>
                  <a:pt x="758" y="569"/>
                </a:cubicBezTo>
                <a:close/>
                <a:moveTo>
                  <a:pt x="408" y="569"/>
                </a:moveTo>
                <a:cubicBezTo>
                  <a:pt x="449" y="569"/>
                  <a:pt x="481" y="599"/>
                  <a:pt x="481" y="639"/>
                </a:cubicBezTo>
                <a:cubicBezTo>
                  <a:pt x="481" y="680"/>
                  <a:pt x="449" y="713"/>
                  <a:pt x="408" y="713"/>
                </a:cubicBezTo>
                <a:cubicBezTo>
                  <a:pt x="367" y="713"/>
                  <a:pt x="334" y="680"/>
                  <a:pt x="334" y="639"/>
                </a:cubicBezTo>
                <a:cubicBezTo>
                  <a:pt x="334" y="599"/>
                  <a:pt x="367" y="569"/>
                  <a:pt x="408" y="5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CA6936A4-6993-4C9C-B45A-CD8121FE4A9E}"/>
              </a:ext>
            </a:extLst>
          </p:cNvPr>
          <p:cNvCxnSpPr>
            <a:cxnSpLocks/>
          </p:cNvCxnSpPr>
          <p:nvPr/>
        </p:nvCxnSpPr>
        <p:spPr>
          <a:xfrm>
            <a:off x="4224578" y="5056542"/>
            <a:ext cx="5400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xmlns="" id="{215C555D-24F0-4D1A-AFAD-1F44297CA807}"/>
              </a:ext>
            </a:extLst>
          </p:cNvPr>
          <p:cNvCxnSpPr>
            <a:cxnSpLocks/>
          </p:cNvCxnSpPr>
          <p:nvPr/>
        </p:nvCxnSpPr>
        <p:spPr>
          <a:xfrm>
            <a:off x="4224578" y="3493777"/>
            <a:ext cx="540000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 126">
            <a:extLst>
              <a:ext uri="{FF2B5EF4-FFF2-40B4-BE49-F238E27FC236}">
                <a16:creationId xmlns:a16="http://schemas.microsoft.com/office/drawing/2014/main" xmlns="" id="{22E37E9B-B19F-4B63-B20E-A0EA4D2F6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488" y="3342143"/>
            <a:ext cx="219170" cy="303268"/>
          </a:xfrm>
          <a:custGeom>
            <a:avLst/>
            <a:gdLst>
              <a:gd name="T0" fmla="*/ 350 w 758"/>
              <a:gd name="T1" fmla="*/ 0 h 1051"/>
              <a:gd name="T2" fmla="*/ 757 w 758"/>
              <a:gd name="T3" fmla="*/ 0 h 1051"/>
              <a:gd name="T4" fmla="*/ 757 w 758"/>
              <a:gd name="T5" fmla="*/ 175 h 1051"/>
              <a:gd name="T6" fmla="*/ 525 w 758"/>
              <a:gd name="T7" fmla="*/ 175 h 1051"/>
              <a:gd name="T8" fmla="*/ 525 w 758"/>
              <a:gd name="T9" fmla="*/ 817 h 1051"/>
              <a:gd name="T10" fmla="*/ 522 w 758"/>
              <a:gd name="T11" fmla="*/ 817 h 1051"/>
              <a:gd name="T12" fmla="*/ 263 w 758"/>
              <a:gd name="T13" fmla="*/ 1050 h 1051"/>
              <a:gd name="T14" fmla="*/ 0 w 758"/>
              <a:gd name="T15" fmla="*/ 787 h 1051"/>
              <a:gd name="T16" fmla="*/ 263 w 758"/>
              <a:gd name="T17" fmla="*/ 525 h 1051"/>
              <a:gd name="T18" fmla="*/ 350 w 758"/>
              <a:gd name="T19" fmla="*/ 541 h 1051"/>
              <a:gd name="T20" fmla="*/ 350 w 758"/>
              <a:gd name="T2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8" h="1051">
                <a:moveTo>
                  <a:pt x="350" y="0"/>
                </a:moveTo>
                <a:lnTo>
                  <a:pt x="757" y="0"/>
                </a:lnTo>
                <a:lnTo>
                  <a:pt x="757" y="175"/>
                </a:lnTo>
                <a:lnTo>
                  <a:pt x="525" y="175"/>
                </a:lnTo>
                <a:lnTo>
                  <a:pt x="525" y="817"/>
                </a:lnTo>
                <a:lnTo>
                  <a:pt x="522" y="817"/>
                </a:lnTo>
                <a:cubicBezTo>
                  <a:pt x="509" y="948"/>
                  <a:pt x="397" y="1050"/>
                  <a:pt x="263" y="1050"/>
                </a:cubicBezTo>
                <a:cubicBezTo>
                  <a:pt x="118" y="1050"/>
                  <a:pt x="0" y="932"/>
                  <a:pt x="0" y="787"/>
                </a:cubicBezTo>
                <a:cubicBezTo>
                  <a:pt x="0" y="642"/>
                  <a:pt x="118" y="525"/>
                  <a:pt x="263" y="525"/>
                </a:cubicBezTo>
                <a:cubicBezTo>
                  <a:pt x="293" y="525"/>
                  <a:pt x="323" y="530"/>
                  <a:pt x="350" y="541"/>
                </a:cubicBezTo>
                <a:lnTo>
                  <a:pt x="350" y="0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127">
            <a:extLst>
              <a:ext uri="{FF2B5EF4-FFF2-40B4-BE49-F238E27FC236}">
                <a16:creationId xmlns:a16="http://schemas.microsoft.com/office/drawing/2014/main" xmlns="" id="{227A8F28-DF5F-48EA-8F28-336BB80D3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2597" y="4963523"/>
            <a:ext cx="336398" cy="186038"/>
          </a:xfrm>
          <a:custGeom>
            <a:avLst/>
            <a:gdLst>
              <a:gd name="T0" fmla="*/ 0 w 1166"/>
              <a:gd name="T1" fmla="*/ 322 h 643"/>
              <a:gd name="T2" fmla="*/ 320 w 1166"/>
              <a:gd name="T3" fmla="*/ 0 h 643"/>
              <a:gd name="T4" fmla="*/ 932 w 1166"/>
              <a:gd name="T5" fmla="*/ 0 h 643"/>
              <a:gd name="T6" fmla="*/ 1165 w 1166"/>
              <a:gd name="T7" fmla="*/ 235 h 643"/>
              <a:gd name="T8" fmla="*/ 932 w 1166"/>
              <a:gd name="T9" fmla="*/ 467 h 643"/>
              <a:gd name="T10" fmla="*/ 438 w 1166"/>
              <a:gd name="T11" fmla="*/ 467 h 643"/>
              <a:gd name="T12" fmla="*/ 290 w 1166"/>
              <a:gd name="T13" fmla="*/ 322 h 643"/>
              <a:gd name="T14" fmla="*/ 438 w 1166"/>
              <a:gd name="T15" fmla="*/ 175 h 643"/>
              <a:gd name="T16" fmla="*/ 875 w 1166"/>
              <a:gd name="T17" fmla="*/ 175 h 643"/>
              <a:gd name="T18" fmla="*/ 875 w 1166"/>
              <a:gd name="T19" fmla="*/ 292 h 643"/>
              <a:gd name="T20" fmla="*/ 432 w 1166"/>
              <a:gd name="T21" fmla="*/ 292 h 643"/>
              <a:gd name="T22" fmla="*/ 432 w 1166"/>
              <a:gd name="T23" fmla="*/ 350 h 643"/>
              <a:gd name="T24" fmla="*/ 932 w 1166"/>
              <a:gd name="T25" fmla="*/ 350 h 643"/>
              <a:gd name="T26" fmla="*/ 1050 w 1166"/>
              <a:gd name="T27" fmla="*/ 235 h 643"/>
              <a:gd name="T28" fmla="*/ 932 w 1166"/>
              <a:gd name="T29" fmla="*/ 117 h 643"/>
              <a:gd name="T30" fmla="*/ 320 w 1166"/>
              <a:gd name="T31" fmla="*/ 117 h 643"/>
              <a:gd name="T32" fmla="*/ 115 w 1166"/>
              <a:gd name="T33" fmla="*/ 322 h 643"/>
              <a:gd name="T34" fmla="*/ 320 w 1166"/>
              <a:gd name="T35" fmla="*/ 524 h 643"/>
              <a:gd name="T36" fmla="*/ 875 w 1166"/>
              <a:gd name="T37" fmla="*/ 524 h 643"/>
              <a:gd name="T38" fmla="*/ 875 w 1166"/>
              <a:gd name="T39" fmla="*/ 642 h 643"/>
              <a:gd name="T40" fmla="*/ 320 w 1166"/>
              <a:gd name="T41" fmla="*/ 642 h 643"/>
              <a:gd name="T42" fmla="*/ 0 w 1166"/>
              <a:gd name="T43" fmla="*/ 322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643">
                <a:moveTo>
                  <a:pt x="0" y="322"/>
                </a:moveTo>
                <a:cubicBezTo>
                  <a:pt x="0" y="145"/>
                  <a:pt x="143" y="0"/>
                  <a:pt x="320" y="0"/>
                </a:cubicBezTo>
                <a:lnTo>
                  <a:pt x="932" y="0"/>
                </a:lnTo>
                <a:cubicBezTo>
                  <a:pt x="1061" y="0"/>
                  <a:pt x="1165" y="107"/>
                  <a:pt x="1165" y="235"/>
                </a:cubicBezTo>
                <a:cubicBezTo>
                  <a:pt x="1165" y="364"/>
                  <a:pt x="1061" y="467"/>
                  <a:pt x="932" y="467"/>
                </a:cubicBezTo>
                <a:lnTo>
                  <a:pt x="438" y="467"/>
                </a:lnTo>
                <a:cubicBezTo>
                  <a:pt x="358" y="467"/>
                  <a:pt x="290" y="402"/>
                  <a:pt x="290" y="322"/>
                </a:cubicBezTo>
                <a:cubicBezTo>
                  <a:pt x="290" y="243"/>
                  <a:pt x="358" y="175"/>
                  <a:pt x="438" y="175"/>
                </a:cubicBezTo>
                <a:lnTo>
                  <a:pt x="875" y="175"/>
                </a:lnTo>
                <a:lnTo>
                  <a:pt x="875" y="292"/>
                </a:lnTo>
                <a:lnTo>
                  <a:pt x="432" y="292"/>
                </a:lnTo>
                <a:cubicBezTo>
                  <a:pt x="399" y="292"/>
                  <a:pt x="399" y="350"/>
                  <a:pt x="432" y="350"/>
                </a:cubicBezTo>
                <a:lnTo>
                  <a:pt x="932" y="350"/>
                </a:lnTo>
                <a:cubicBezTo>
                  <a:pt x="995" y="350"/>
                  <a:pt x="1050" y="298"/>
                  <a:pt x="1050" y="235"/>
                </a:cubicBezTo>
                <a:cubicBezTo>
                  <a:pt x="1050" y="172"/>
                  <a:pt x="995" y="117"/>
                  <a:pt x="932" y="117"/>
                </a:cubicBezTo>
                <a:lnTo>
                  <a:pt x="320" y="117"/>
                </a:lnTo>
                <a:cubicBezTo>
                  <a:pt x="208" y="117"/>
                  <a:pt x="115" y="210"/>
                  <a:pt x="115" y="322"/>
                </a:cubicBezTo>
                <a:cubicBezTo>
                  <a:pt x="115" y="434"/>
                  <a:pt x="208" y="524"/>
                  <a:pt x="320" y="524"/>
                </a:cubicBezTo>
                <a:lnTo>
                  <a:pt x="875" y="524"/>
                </a:lnTo>
                <a:lnTo>
                  <a:pt x="875" y="642"/>
                </a:lnTo>
                <a:lnTo>
                  <a:pt x="320" y="642"/>
                </a:lnTo>
                <a:cubicBezTo>
                  <a:pt x="143" y="642"/>
                  <a:pt x="0" y="500"/>
                  <a:pt x="0" y="32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44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57C033F-906C-475C-8ED1-D1C507C30AD5}"/>
              </a:ext>
            </a:extLst>
          </p:cNvPr>
          <p:cNvSpPr txBox="1"/>
          <p:nvPr/>
        </p:nvSpPr>
        <p:spPr>
          <a:xfrm>
            <a:off x="2969012" y="594922"/>
            <a:ext cx="6253977" cy="39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ans Pro" panose="020B0503030403020204" pitchFamily="34" charset="0"/>
              </a:rPr>
              <a:t>Price Table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8833B817-1D59-46BC-ABD2-555EE2B2E1C7}"/>
              </a:ext>
            </a:extLst>
          </p:cNvPr>
          <p:cNvSpPr/>
          <p:nvPr/>
        </p:nvSpPr>
        <p:spPr>
          <a:xfrm>
            <a:off x="1549674" y="3296325"/>
            <a:ext cx="2738515" cy="26917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55658BCB-D2EE-4481-8E74-584F5469A4E7}"/>
              </a:ext>
            </a:extLst>
          </p:cNvPr>
          <p:cNvSpPr/>
          <p:nvPr/>
        </p:nvSpPr>
        <p:spPr>
          <a:xfrm>
            <a:off x="1549675" y="1883588"/>
            <a:ext cx="2738515" cy="1412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BFAE4E3F-42FC-4ADA-A512-1BD57808C2A8}"/>
              </a:ext>
            </a:extLst>
          </p:cNvPr>
          <p:cNvSpPr txBox="1"/>
          <p:nvPr/>
        </p:nvSpPr>
        <p:spPr>
          <a:xfrm>
            <a:off x="2099803" y="2258560"/>
            <a:ext cx="1638255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Your Lawn Knows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00C2F7FD-5A6F-4B47-960E-115D7AACB51B}"/>
              </a:ext>
            </a:extLst>
          </p:cNvPr>
          <p:cNvSpPr/>
          <p:nvPr/>
        </p:nvSpPr>
        <p:spPr>
          <a:xfrm>
            <a:off x="2493007" y="2870402"/>
            <a:ext cx="851847" cy="851846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CF6A7138-9068-412C-83B4-0D99BDFE82CF}"/>
              </a:ext>
            </a:extLst>
          </p:cNvPr>
          <p:cNvSpPr txBox="1"/>
          <p:nvPr/>
        </p:nvSpPr>
        <p:spPr>
          <a:xfrm>
            <a:off x="2099804" y="4044124"/>
            <a:ext cx="1638255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$199</a:t>
            </a:r>
          </a:p>
        </p:txBody>
      </p:sp>
      <p:sp>
        <p:nvSpPr>
          <p:cNvPr id="31" name="7 CuadroTexto">
            <a:extLst>
              <a:ext uri="{FF2B5EF4-FFF2-40B4-BE49-F238E27FC236}">
                <a16:creationId xmlns:a16="http://schemas.microsoft.com/office/drawing/2014/main" xmlns="" id="{D8548E3E-54AF-40B4-ACA7-900EDFCE8CBF}"/>
              </a:ext>
            </a:extLst>
          </p:cNvPr>
          <p:cNvSpPr txBox="1"/>
          <p:nvPr/>
        </p:nvSpPr>
        <p:spPr>
          <a:xfrm>
            <a:off x="1911895" y="4870852"/>
            <a:ext cx="2014074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Credibly pontificate highly efficient manufactured products and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9BA394A4-52DA-4B99-BDEB-2ACA01C88018}"/>
              </a:ext>
            </a:extLst>
          </p:cNvPr>
          <p:cNvSpPr/>
          <p:nvPr/>
        </p:nvSpPr>
        <p:spPr>
          <a:xfrm>
            <a:off x="1549675" y="5990923"/>
            <a:ext cx="2738515" cy="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xmlns="" id="{F77B57B4-209B-446E-B4BE-C834A5113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58" y="3121545"/>
            <a:ext cx="210534" cy="349564"/>
          </a:xfrm>
          <a:custGeom>
            <a:avLst/>
            <a:gdLst>
              <a:gd name="T0" fmla="*/ 350 w 701"/>
              <a:gd name="T1" fmla="*/ 552 h 1166"/>
              <a:gd name="T2" fmla="*/ 583 w 701"/>
              <a:gd name="T3" fmla="*/ 320 h 1166"/>
              <a:gd name="T4" fmla="*/ 583 w 701"/>
              <a:gd name="T5" fmla="*/ 115 h 1166"/>
              <a:gd name="T6" fmla="*/ 118 w 701"/>
              <a:gd name="T7" fmla="*/ 115 h 1166"/>
              <a:gd name="T8" fmla="*/ 118 w 701"/>
              <a:gd name="T9" fmla="*/ 320 h 1166"/>
              <a:gd name="T10" fmla="*/ 350 w 701"/>
              <a:gd name="T11" fmla="*/ 552 h 1166"/>
              <a:gd name="T12" fmla="*/ 583 w 701"/>
              <a:gd name="T13" fmla="*/ 845 h 1166"/>
              <a:gd name="T14" fmla="*/ 350 w 701"/>
              <a:gd name="T15" fmla="*/ 612 h 1166"/>
              <a:gd name="T16" fmla="*/ 118 w 701"/>
              <a:gd name="T17" fmla="*/ 845 h 1166"/>
              <a:gd name="T18" fmla="*/ 118 w 701"/>
              <a:gd name="T19" fmla="*/ 1050 h 1166"/>
              <a:gd name="T20" fmla="*/ 583 w 701"/>
              <a:gd name="T21" fmla="*/ 1050 h 1166"/>
              <a:gd name="T22" fmla="*/ 583 w 701"/>
              <a:gd name="T23" fmla="*/ 845 h 1166"/>
              <a:gd name="T24" fmla="*/ 0 w 701"/>
              <a:gd name="T25" fmla="*/ 0 h 1166"/>
              <a:gd name="T26" fmla="*/ 700 w 701"/>
              <a:gd name="T27" fmla="*/ 0 h 1166"/>
              <a:gd name="T28" fmla="*/ 700 w 701"/>
              <a:gd name="T29" fmla="*/ 350 h 1166"/>
              <a:gd name="T30" fmla="*/ 468 w 701"/>
              <a:gd name="T31" fmla="*/ 582 h 1166"/>
              <a:gd name="T32" fmla="*/ 700 w 701"/>
              <a:gd name="T33" fmla="*/ 815 h 1166"/>
              <a:gd name="T34" fmla="*/ 700 w 701"/>
              <a:gd name="T35" fmla="*/ 1165 h 1166"/>
              <a:gd name="T36" fmla="*/ 0 w 701"/>
              <a:gd name="T37" fmla="*/ 1165 h 1166"/>
              <a:gd name="T38" fmla="*/ 0 w 701"/>
              <a:gd name="T39" fmla="*/ 815 h 1166"/>
              <a:gd name="T40" fmla="*/ 233 w 701"/>
              <a:gd name="T41" fmla="*/ 582 h 1166"/>
              <a:gd name="T42" fmla="*/ 0 w 701"/>
              <a:gd name="T43" fmla="*/ 350 h 1166"/>
              <a:gd name="T44" fmla="*/ 0 w 701"/>
              <a:gd name="T4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01" h="1166">
                <a:moveTo>
                  <a:pt x="350" y="552"/>
                </a:moveTo>
                <a:lnTo>
                  <a:pt x="583" y="320"/>
                </a:lnTo>
                <a:lnTo>
                  <a:pt x="583" y="115"/>
                </a:lnTo>
                <a:lnTo>
                  <a:pt x="118" y="115"/>
                </a:lnTo>
                <a:lnTo>
                  <a:pt x="118" y="320"/>
                </a:lnTo>
                <a:lnTo>
                  <a:pt x="350" y="552"/>
                </a:lnTo>
                <a:close/>
                <a:moveTo>
                  <a:pt x="583" y="845"/>
                </a:moveTo>
                <a:lnTo>
                  <a:pt x="350" y="612"/>
                </a:lnTo>
                <a:lnTo>
                  <a:pt x="118" y="845"/>
                </a:lnTo>
                <a:lnTo>
                  <a:pt x="118" y="1050"/>
                </a:lnTo>
                <a:lnTo>
                  <a:pt x="583" y="1050"/>
                </a:lnTo>
                <a:lnTo>
                  <a:pt x="583" y="845"/>
                </a:lnTo>
                <a:close/>
                <a:moveTo>
                  <a:pt x="0" y="0"/>
                </a:moveTo>
                <a:lnTo>
                  <a:pt x="700" y="0"/>
                </a:lnTo>
                <a:lnTo>
                  <a:pt x="700" y="350"/>
                </a:lnTo>
                <a:lnTo>
                  <a:pt x="468" y="582"/>
                </a:lnTo>
                <a:lnTo>
                  <a:pt x="700" y="815"/>
                </a:lnTo>
                <a:lnTo>
                  <a:pt x="700" y="1165"/>
                </a:lnTo>
                <a:lnTo>
                  <a:pt x="0" y="1165"/>
                </a:lnTo>
                <a:lnTo>
                  <a:pt x="0" y="815"/>
                </a:lnTo>
                <a:lnTo>
                  <a:pt x="233" y="582"/>
                </a:lnTo>
                <a:lnTo>
                  <a:pt x="0" y="35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C3918B7D-B0CD-42B4-9E8A-F49B900CAD2F}"/>
              </a:ext>
            </a:extLst>
          </p:cNvPr>
          <p:cNvSpPr/>
          <p:nvPr/>
        </p:nvSpPr>
        <p:spPr>
          <a:xfrm>
            <a:off x="4516119" y="3192471"/>
            <a:ext cx="3159763" cy="310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C7C27A77-A93D-4519-A7FD-9F2387CC93FA}"/>
              </a:ext>
            </a:extLst>
          </p:cNvPr>
          <p:cNvSpPr/>
          <p:nvPr/>
        </p:nvSpPr>
        <p:spPr>
          <a:xfrm>
            <a:off x="4516120" y="1562426"/>
            <a:ext cx="3159763" cy="16300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46B2F46-F984-4C76-AD43-5BA0327B441D}"/>
              </a:ext>
            </a:extLst>
          </p:cNvPr>
          <p:cNvSpPr txBox="1"/>
          <p:nvPr/>
        </p:nvSpPr>
        <p:spPr>
          <a:xfrm>
            <a:off x="5150871" y="1995078"/>
            <a:ext cx="1890257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 Is Universal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7DCF9018-477D-48D1-96DF-8BC5F90E3A9D}"/>
              </a:ext>
            </a:extLst>
          </p:cNvPr>
          <p:cNvSpPr/>
          <p:nvPr/>
        </p:nvSpPr>
        <p:spPr>
          <a:xfrm>
            <a:off x="5604559" y="2701032"/>
            <a:ext cx="982881" cy="98288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E20FE3D5-B6E9-4C83-86C4-05582448DBC6}"/>
              </a:ext>
            </a:extLst>
          </p:cNvPr>
          <p:cNvSpPr txBox="1"/>
          <p:nvPr/>
        </p:nvSpPr>
        <p:spPr>
          <a:xfrm>
            <a:off x="5150872" y="4055301"/>
            <a:ext cx="1890257" cy="4924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$300</a:t>
            </a:r>
          </a:p>
        </p:txBody>
      </p:sp>
      <p:sp>
        <p:nvSpPr>
          <p:cNvPr id="40" name="7 CuadroTexto">
            <a:extLst>
              <a:ext uri="{FF2B5EF4-FFF2-40B4-BE49-F238E27FC236}">
                <a16:creationId xmlns:a16="http://schemas.microsoft.com/office/drawing/2014/main" xmlns="" id="{4A9AE2F9-D0DA-4525-85B5-4EF14AF67965}"/>
              </a:ext>
            </a:extLst>
          </p:cNvPr>
          <p:cNvSpPr txBox="1"/>
          <p:nvPr/>
        </p:nvSpPr>
        <p:spPr>
          <a:xfrm>
            <a:off x="4934058" y="5009198"/>
            <a:ext cx="2323885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Credibly pontificate highly efficient manufactured products and enabled data product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F30B9555-5E13-4904-8F92-ECD2EBBFC526}"/>
              </a:ext>
            </a:extLst>
          </p:cNvPr>
          <p:cNvSpPr/>
          <p:nvPr/>
        </p:nvSpPr>
        <p:spPr>
          <a:xfrm>
            <a:off x="4516120" y="6301567"/>
            <a:ext cx="3159763" cy="7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xmlns="" id="{4EB71507-4CC3-40F6-BE27-D79F2EFB5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081" y="3020598"/>
            <a:ext cx="485837" cy="343752"/>
          </a:xfrm>
          <a:custGeom>
            <a:avLst/>
            <a:gdLst>
              <a:gd name="T0" fmla="*/ 700 w 1401"/>
              <a:gd name="T1" fmla="*/ 932 h 993"/>
              <a:gd name="T2" fmla="*/ 757 w 1401"/>
              <a:gd name="T3" fmla="*/ 874 h 993"/>
              <a:gd name="T4" fmla="*/ 700 w 1401"/>
              <a:gd name="T5" fmla="*/ 817 h 993"/>
              <a:gd name="T6" fmla="*/ 643 w 1401"/>
              <a:gd name="T7" fmla="*/ 874 h 993"/>
              <a:gd name="T8" fmla="*/ 700 w 1401"/>
              <a:gd name="T9" fmla="*/ 932 h 993"/>
              <a:gd name="T10" fmla="*/ 232 w 1401"/>
              <a:gd name="T11" fmla="*/ 117 h 993"/>
              <a:gd name="T12" fmla="*/ 232 w 1401"/>
              <a:gd name="T13" fmla="*/ 757 h 993"/>
              <a:gd name="T14" fmla="*/ 1168 w 1401"/>
              <a:gd name="T15" fmla="*/ 757 h 993"/>
              <a:gd name="T16" fmla="*/ 1168 w 1401"/>
              <a:gd name="T17" fmla="*/ 117 h 993"/>
              <a:gd name="T18" fmla="*/ 232 w 1401"/>
              <a:gd name="T19" fmla="*/ 117 h 993"/>
              <a:gd name="T20" fmla="*/ 1168 w 1401"/>
              <a:gd name="T21" fmla="*/ 874 h 993"/>
              <a:gd name="T22" fmla="*/ 1400 w 1401"/>
              <a:gd name="T23" fmla="*/ 874 h 993"/>
              <a:gd name="T24" fmla="*/ 1282 w 1401"/>
              <a:gd name="T25" fmla="*/ 992 h 993"/>
              <a:gd name="T26" fmla="*/ 118 w 1401"/>
              <a:gd name="T27" fmla="*/ 992 h 993"/>
              <a:gd name="T28" fmla="*/ 0 w 1401"/>
              <a:gd name="T29" fmla="*/ 874 h 993"/>
              <a:gd name="T30" fmla="*/ 232 w 1401"/>
              <a:gd name="T31" fmla="*/ 874 h 993"/>
              <a:gd name="T32" fmla="*/ 118 w 1401"/>
              <a:gd name="T33" fmla="*/ 757 h 993"/>
              <a:gd name="T34" fmla="*/ 118 w 1401"/>
              <a:gd name="T35" fmla="*/ 117 h 993"/>
              <a:gd name="T36" fmla="*/ 232 w 1401"/>
              <a:gd name="T37" fmla="*/ 0 h 993"/>
              <a:gd name="T38" fmla="*/ 1168 w 1401"/>
              <a:gd name="T39" fmla="*/ 0 h 993"/>
              <a:gd name="T40" fmla="*/ 1282 w 1401"/>
              <a:gd name="T41" fmla="*/ 117 h 993"/>
              <a:gd name="T42" fmla="*/ 1282 w 1401"/>
              <a:gd name="T43" fmla="*/ 757 h 993"/>
              <a:gd name="T44" fmla="*/ 1168 w 1401"/>
              <a:gd name="T45" fmla="*/ 874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401" h="993">
                <a:moveTo>
                  <a:pt x="700" y="932"/>
                </a:moveTo>
                <a:cubicBezTo>
                  <a:pt x="733" y="932"/>
                  <a:pt x="757" y="907"/>
                  <a:pt x="757" y="874"/>
                </a:cubicBezTo>
                <a:cubicBezTo>
                  <a:pt x="757" y="842"/>
                  <a:pt x="733" y="817"/>
                  <a:pt x="700" y="817"/>
                </a:cubicBezTo>
                <a:cubicBezTo>
                  <a:pt x="667" y="817"/>
                  <a:pt x="643" y="842"/>
                  <a:pt x="643" y="874"/>
                </a:cubicBezTo>
                <a:cubicBezTo>
                  <a:pt x="643" y="907"/>
                  <a:pt x="667" y="932"/>
                  <a:pt x="700" y="932"/>
                </a:cubicBezTo>
                <a:close/>
                <a:moveTo>
                  <a:pt x="232" y="117"/>
                </a:moveTo>
                <a:lnTo>
                  <a:pt x="232" y="757"/>
                </a:lnTo>
                <a:lnTo>
                  <a:pt x="1168" y="757"/>
                </a:lnTo>
                <a:lnTo>
                  <a:pt x="1168" y="117"/>
                </a:lnTo>
                <a:lnTo>
                  <a:pt x="232" y="117"/>
                </a:lnTo>
                <a:close/>
                <a:moveTo>
                  <a:pt x="1168" y="874"/>
                </a:moveTo>
                <a:lnTo>
                  <a:pt x="1400" y="874"/>
                </a:lnTo>
                <a:cubicBezTo>
                  <a:pt x="1400" y="937"/>
                  <a:pt x="1345" y="992"/>
                  <a:pt x="1282" y="992"/>
                </a:cubicBezTo>
                <a:lnTo>
                  <a:pt x="118" y="992"/>
                </a:lnTo>
                <a:cubicBezTo>
                  <a:pt x="55" y="992"/>
                  <a:pt x="0" y="937"/>
                  <a:pt x="0" y="874"/>
                </a:cubicBezTo>
                <a:lnTo>
                  <a:pt x="232" y="874"/>
                </a:lnTo>
                <a:cubicBezTo>
                  <a:pt x="170" y="874"/>
                  <a:pt x="118" y="820"/>
                  <a:pt x="118" y="757"/>
                </a:cubicBezTo>
                <a:lnTo>
                  <a:pt x="118" y="117"/>
                </a:lnTo>
                <a:cubicBezTo>
                  <a:pt x="118" y="54"/>
                  <a:pt x="170" y="0"/>
                  <a:pt x="232" y="0"/>
                </a:cubicBezTo>
                <a:lnTo>
                  <a:pt x="1168" y="0"/>
                </a:lnTo>
                <a:cubicBezTo>
                  <a:pt x="1230" y="0"/>
                  <a:pt x="1282" y="54"/>
                  <a:pt x="1282" y="117"/>
                </a:cubicBezTo>
                <a:lnTo>
                  <a:pt x="1282" y="757"/>
                </a:lnTo>
                <a:cubicBezTo>
                  <a:pt x="1282" y="820"/>
                  <a:pt x="1230" y="874"/>
                  <a:pt x="1168" y="8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1296876-544D-4C47-8660-DC1630508648}"/>
              </a:ext>
            </a:extLst>
          </p:cNvPr>
          <p:cNvSpPr/>
          <p:nvPr/>
        </p:nvSpPr>
        <p:spPr>
          <a:xfrm>
            <a:off x="7903812" y="3296325"/>
            <a:ext cx="2738515" cy="26917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DA58CD2-4B1B-47C7-950F-87D8316EEB41}"/>
              </a:ext>
            </a:extLst>
          </p:cNvPr>
          <p:cNvSpPr/>
          <p:nvPr/>
        </p:nvSpPr>
        <p:spPr>
          <a:xfrm>
            <a:off x="7903813" y="1883594"/>
            <a:ext cx="2738515" cy="14127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A0A40FB-F6C8-4DE9-A20E-A42C74C380B3}"/>
              </a:ext>
            </a:extLst>
          </p:cNvPr>
          <p:cNvSpPr txBox="1"/>
          <p:nvPr/>
        </p:nvSpPr>
        <p:spPr>
          <a:xfrm>
            <a:off x="8453940" y="2258566"/>
            <a:ext cx="1638255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First Law School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A8677109-3A7E-4D15-9475-061664098675}"/>
              </a:ext>
            </a:extLst>
          </p:cNvPr>
          <p:cNvSpPr/>
          <p:nvPr/>
        </p:nvSpPr>
        <p:spPr>
          <a:xfrm>
            <a:off x="8847145" y="2870406"/>
            <a:ext cx="851848" cy="851846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940F39B-F05E-4200-95C2-B3332BE6D449}"/>
              </a:ext>
            </a:extLst>
          </p:cNvPr>
          <p:cNvSpPr txBox="1"/>
          <p:nvPr/>
        </p:nvSpPr>
        <p:spPr>
          <a:xfrm>
            <a:off x="8453942" y="4044125"/>
            <a:ext cx="1638255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$249</a:t>
            </a:r>
          </a:p>
        </p:txBody>
      </p:sp>
      <p:sp>
        <p:nvSpPr>
          <p:cNvPr id="21" name="7 CuadroTexto">
            <a:extLst>
              <a:ext uri="{FF2B5EF4-FFF2-40B4-BE49-F238E27FC236}">
                <a16:creationId xmlns:a16="http://schemas.microsoft.com/office/drawing/2014/main" xmlns="" id="{5F444C9A-F78D-43AD-8841-3242A7C72471}"/>
              </a:ext>
            </a:extLst>
          </p:cNvPr>
          <p:cNvSpPr txBox="1"/>
          <p:nvPr/>
        </p:nvSpPr>
        <p:spPr>
          <a:xfrm>
            <a:off x="8266033" y="4870856"/>
            <a:ext cx="2014075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Credibly pontificate highly efficient manufactured products and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4AD2FC1-4F75-4D85-AE1D-2A61F0E7C110}"/>
              </a:ext>
            </a:extLst>
          </p:cNvPr>
          <p:cNvSpPr/>
          <p:nvPr/>
        </p:nvSpPr>
        <p:spPr>
          <a:xfrm>
            <a:off x="7903814" y="5990930"/>
            <a:ext cx="2738515" cy="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xmlns="" id="{44BE265A-6B8D-45E0-8475-160379C1A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284" y="3121545"/>
            <a:ext cx="349565" cy="349565"/>
          </a:xfrm>
          <a:custGeom>
            <a:avLst/>
            <a:gdLst>
              <a:gd name="T0" fmla="*/ 990 w 1166"/>
              <a:gd name="T1" fmla="*/ 290 h 1166"/>
              <a:gd name="T2" fmla="*/ 990 w 1166"/>
              <a:gd name="T3" fmla="*/ 175 h 1166"/>
              <a:gd name="T4" fmla="*/ 407 w 1166"/>
              <a:gd name="T5" fmla="*/ 175 h 1166"/>
              <a:gd name="T6" fmla="*/ 407 w 1166"/>
              <a:gd name="T7" fmla="*/ 290 h 1166"/>
              <a:gd name="T8" fmla="*/ 990 w 1166"/>
              <a:gd name="T9" fmla="*/ 290 h 1166"/>
              <a:gd name="T10" fmla="*/ 757 w 1166"/>
              <a:gd name="T11" fmla="*/ 758 h 1166"/>
              <a:gd name="T12" fmla="*/ 757 w 1166"/>
              <a:gd name="T13" fmla="*/ 640 h 1166"/>
              <a:gd name="T14" fmla="*/ 407 w 1166"/>
              <a:gd name="T15" fmla="*/ 640 h 1166"/>
              <a:gd name="T16" fmla="*/ 407 w 1166"/>
              <a:gd name="T17" fmla="*/ 758 h 1166"/>
              <a:gd name="T18" fmla="*/ 757 w 1166"/>
              <a:gd name="T19" fmla="*/ 758 h 1166"/>
              <a:gd name="T20" fmla="*/ 990 w 1166"/>
              <a:gd name="T21" fmla="*/ 525 h 1166"/>
              <a:gd name="T22" fmla="*/ 990 w 1166"/>
              <a:gd name="T23" fmla="*/ 408 h 1166"/>
              <a:gd name="T24" fmla="*/ 407 w 1166"/>
              <a:gd name="T25" fmla="*/ 408 h 1166"/>
              <a:gd name="T26" fmla="*/ 407 w 1166"/>
              <a:gd name="T27" fmla="*/ 525 h 1166"/>
              <a:gd name="T28" fmla="*/ 990 w 1166"/>
              <a:gd name="T29" fmla="*/ 525 h 1166"/>
              <a:gd name="T30" fmla="*/ 1050 w 1166"/>
              <a:gd name="T31" fmla="*/ 0 h 1166"/>
              <a:gd name="T32" fmla="*/ 1165 w 1166"/>
              <a:gd name="T33" fmla="*/ 115 h 1166"/>
              <a:gd name="T34" fmla="*/ 1165 w 1166"/>
              <a:gd name="T35" fmla="*/ 815 h 1166"/>
              <a:gd name="T36" fmla="*/ 1050 w 1166"/>
              <a:gd name="T37" fmla="*/ 933 h 1166"/>
              <a:gd name="T38" fmla="*/ 350 w 1166"/>
              <a:gd name="T39" fmla="*/ 933 h 1166"/>
              <a:gd name="T40" fmla="*/ 232 w 1166"/>
              <a:gd name="T41" fmla="*/ 815 h 1166"/>
              <a:gd name="T42" fmla="*/ 232 w 1166"/>
              <a:gd name="T43" fmla="*/ 115 h 1166"/>
              <a:gd name="T44" fmla="*/ 350 w 1166"/>
              <a:gd name="T45" fmla="*/ 0 h 1166"/>
              <a:gd name="T46" fmla="*/ 1050 w 1166"/>
              <a:gd name="T47" fmla="*/ 0 h 1166"/>
              <a:gd name="T48" fmla="*/ 115 w 1166"/>
              <a:gd name="T49" fmla="*/ 233 h 1166"/>
              <a:gd name="T50" fmla="*/ 115 w 1166"/>
              <a:gd name="T51" fmla="*/ 1050 h 1166"/>
              <a:gd name="T52" fmla="*/ 932 w 1166"/>
              <a:gd name="T53" fmla="*/ 1050 h 1166"/>
              <a:gd name="T54" fmla="*/ 932 w 1166"/>
              <a:gd name="T55" fmla="*/ 1165 h 1166"/>
              <a:gd name="T56" fmla="*/ 115 w 1166"/>
              <a:gd name="T57" fmla="*/ 1165 h 1166"/>
              <a:gd name="T58" fmla="*/ 0 w 1166"/>
              <a:gd name="T59" fmla="*/ 1050 h 1166"/>
              <a:gd name="T60" fmla="*/ 0 w 1166"/>
              <a:gd name="T61" fmla="*/ 233 h 1166"/>
              <a:gd name="T62" fmla="*/ 115 w 1166"/>
              <a:gd name="T63" fmla="*/ 233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66" h="1166">
                <a:moveTo>
                  <a:pt x="990" y="290"/>
                </a:moveTo>
                <a:lnTo>
                  <a:pt x="990" y="175"/>
                </a:lnTo>
                <a:lnTo>
                  <a:pt x="407" y="175"/>
                </a:lnTo>
                <a:lnTo>
                  <a:pt x="407" y="290"/>
                </a:lnTo>
                <a:lnTo>
                  <a:pt x="990" y="290"/>
                </a:lnTo>
                <a:close/>
                <a:moveTo>
                  <a:pt x="757" y="758"/>
                </a:moveTo>
                <a:lnTo>
                  <a:pt x="757" y="640"/>
                </a:lnTo>
                <a:lnTo>
                  <a:pt x="407" y="640"/>
                </a:lnTo>
                <a:lnTo>
                  <a:pt x="407" y="758"/>
                </a:lnTo>
                <a:lnTo>
                  <a:pt x="757" y="758"/>
                </a:lnTo>
                <a:close/>
                <a:moveTo>
                  <a:pt x="990" y="525"/>
                </a:moveTo>
                <a:lnTo>
                  <a:pt x="990" y="408"/>
                </a:lnTo>
                <a:lnTo>
                  <a:pt x="407" y="408"/>
                </a:lnTo>
                <a:lnTo>
                  <a:pt x="407" y="525"/>
                </a:lnTo>
                <a:lnTo>
                  <a:pt x="990" y="525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3"/>
                  <a:pt x="1050" y="933"/>
                </a:cubicBezTo>
                <a:lnTo>
                  <a:pt x="350" y="933"/>
                </a:lnTo>
                <a:cubicBezTo>
                  <a:pt x="287" y="933"/>
                  <a:pt x="232" y="878"/>
                  <a:pt x="232" y="815"/>
                </a:cubicBezTo>
                <a:lnTo>
                  <a:pt x="232" y="115"/>
                </a:lnTo>
                <a:cubicBezTo>
                  <a:pt x="232" y="52"/>
                  <a:pt x="287" y="0"/>
                  <a:pt x="350" y="0"/>
                </a:cubicBezTo>
                <a:lnTo>
                  <a:pt x="1050" y="0"/>
                </a:lnTo>
                <a:close/>
                <a:moveTo>
                  <a:pt x="115" y="233"/>
                </a:moveTo>
                <a:lnTo>
                  <a:pt x="115" y="1050"/>
                </a:lnTo>
                <a:lnTo>
                  <a:pt x="932" y="1050"/>
                </a:lnTo>
                <a:lnTo>
                  <a:pt x="932" y="1165"/>
                </a:ln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3"/>
                </a:lnTo>
                <a:lnTo>
                  <a:pt x="115" y="2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4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CC4E991-616B-48A7-9AEF-F40BFD62F9D5}"/>
              </a:ext>
            </a:extLst>
          </p:cNvPr>
          <p:cNvSpPr/>
          <p:nvPr/>
        </p:nvSpPr>
        <p:spPr>
          <a:xfrm>
            <a:off x="-16774" y="-9511"/>
            <a:ext cx="5307865" cy="6867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8D77C26-4549-4503-939D-F4A6610F87A8}"/>
              </a:ext>
            </a:extLst>
          </p:cNvPr>
          <p:cNvSpPr txBox="1"/>
          <p:nvPr/>
        </p:nvSpPr>
        <p:spPr>
          <a:xfrm>
            <a:off x="6567113" y="4948386"/>
            <a:ext cx="434886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Law In The Service Of Human Needs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6B9541EC-4BF5-4650-A77A-19FF68A1E498}"/>
              </a:ext>
            </a:extLst>
          </p:cNvPr>
          <p:cNvSpPr/>
          <p:nvPr/>
        </p:nvSpPr>
        <p:spPr>
          <a:xfrm>
            <a:off x="6567113" y="5187532"/>
            <a:ext cx="4348865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Capitalize on low hanging fruit to identify a ballpark value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content 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provide a robust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unknown printer took type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high level views new normal that.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Lato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C99B4C6-4490-46B7-9B4B-BF9A1D8E0585}"/>
              </a:ext>
            </a:extLst>
          </p:cNvPr>
          <p:cNvSpPr txBox="1"/>
          <p:nvPr/>
        </p:nvSpPr>
        <p:spPr>
          <a:xfrm>
            <a:off x="6567113" y="3352209"/>
            <a:ext cx="434886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What Law School Ought To Be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A0E200F-3CAA-483D-AB63-C5AB94E1E563}"/>
              </a:ext>
            </a:extLst>
          </p:cNvPr>
          <p:cNvSpPr/>
          <p:nvPr/>
        </p:nvSpPr>
        <p:spPr>
          <a:xfrm>
            <a:off x="6567113" y="3591355"/>
            <a:ext cx="4348865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Capitalize on low hanging fruit to identify a ballpark value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content 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provide a robust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unknown printer took type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high level views new normal that.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Lato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770EDB0-0A6A-4FD0-BB0F-7BF5FD7BCB00}"/>
              </a:ext>
            </a:extLst>
          </p:cNvPr>
          <p:cNvSpPr/>
          <p:nvPr/>
        </p:nvSpPr>
        <p:spPr>
          <a:xfrm>
            <a:off x="6567113" y="1718180"/>
            <a:ext cx="4348865" cy="1078116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strategies. Seamlessly visualize quality intellectual capital without superior collaboration. Leverage agile frameworks to provide a robust synopsis for high level.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41FAE7A-5F3A-4A0C-B520-F3A4D98BF7CC}"/>
              </a:ext>
            </a:extLst>
          </p:cNvPr>
          <p:cNvSpPr txBox="1"/>
          <p:nvPr/>
        </p:nvSpPr>
        <p:spPr>
          <a:xfrm>
            <a:off x="6567113" y="869352"/>
            <a:ext cx="4347037" cy="7809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Bringing Law School Into Your Home</a:t>
            </a:r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xmlns="" id="{242A6B29-A826-4F6C-85D5-5B2D2E655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512" y="2863677"/>
            <a:ext cx="219521" cy="321448"/>
          </a:xfrm>
          <a:custGeom>
            <a:avLst/>
            <a:gdLst>
              <a:gd name="T0" fmla="*/ 124 w 125"/>
              <a:gd name="T1" fmla="*/ 0 h 182"/>
              <a:gd name="T2" fmla="*/ 36 w 125"/>
              <a:gd name="T3" fmla="*/ 85 h 182"/>
              <a:gd name="T4" fmla="*/ 0 w 125"/>
              <a:gd name="T5" fmla="*/ 181 h 182"/>
              <a:gd name="T6" fmla="*/ 124 w 125"/>
              <a:gd name="T7" fmla="*/ 181 h 182"/>
              <a:gd name="T8" fmla="*/ 124 w 125"/>
              <a:gd name="T9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" h="182">
                <a:moveTo>
                  <a:pt x="124" y="0"/>
                </a:moveTo>
                <a:cubicBezTo>
                  <a:pt x="92" y="10"/>
                  <a:pt x="61" y="38"/>
                  <a:pt x="36" y="85"/>
                </a:cubicBezTo>
                <a:cubicBezTo>
                  <a:pt x="21" y="112"/>
                  <a:pt x="9" y="145"/>
                  <a:pt x="0" y="181"/>
                </a:cubicBezTo>
                <a:lnTo>
                  <a:pt x="124" y="181"/>
                </a:lnTo>
                <a:lnTo>
                  <a:pt x="124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xmlns="" id="{39775EC2-16F8-40DF-8F3F-BCA53DBA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8" y="2863677"/>
            <a:ext cx="219521" cy="321448"/>
          </a:xfrm>
          <a:custGeom>
            <a:avLst/>
            <a:gdLst>
              <a:gd name="T0" fmla="*/ 0 w 124"/>
              <a:gd name="T1" fmla="*/ 0 h 182"/>
              <a:gd name="T2" fmla="*/ 0 w 124"/>
              <a:gd name="T3" fmla="*/ 181 h 182"/>
              <a:gd name="T4" fmla="*/ 123 w 124"/>
              <a:gd name="T5" fmla="*/ 181 h 182"/>
              <a:gd name="T6" fmla="*/ 87 w 124"/>
              <a:gd name="T7" fmla="*/ 85 h 182"/>
              <a:gd name="T8" fmla="*/ 0 w 124"/>
              <a:gd name="T9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82">
                <a:moveTo>
                  <a:pt x="0" y="0"/>
                </a:moveTo>
                <a:lnTo>
                  <a:pt x="0" y="181"/>
                </a:lnTo>
                <a:lnTo>
                  <a:pt x="123" y="181"/>
                </a:lnTo>
                <a:cubicBezTo>
                  <a:pt x="114" y="145"/>
                  <a:pt x="102" y="112"/>
                  <a:pt x="87" y="85"/>
                </a:cubicBezTo>
                <a:cubicBezTo>
                  <a:pt x="62" y="38"/>
                  <a:pt x="31" y="10"/>
                  <a:pt x="0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xmlns="" id="{C6FDE941-1CF4-4860-9729-1C9DB940D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61" y="2895040"/>
            <a:ext cx="305763" cy="290085"/>
          </a:xfrm>
          <a:custGeom>
            <a:avLst/>
            <a:gdLst>
              <a:gd name="T0" fmla="*/ 0 w 172"/>
              <a:gd name="T1" fmla="*/ 0 h 164"/>
              <a:gd name="T2" fmla="*/ 30 w 172"/>
              <a:gd name="T3" fmla="*/ 45 h 164"/>
              <a:gd name="T4" fmla="*/ 72 w 172"/>
              <a:gd name="T5" fmla="*/ 163 h 164"/>
              <a:gd name="T6" fmla="*/ 171 w 172"/>
              <a:gd name="T7" fmla="*/ 163 h 164"/>
              <a:gd name="T8" fmla="*/ 0 w 172"/>
              <a:gd name="T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" h="164">
                <a:moveTo>
                  <a:pt x="0" y="0"/>
                </a:moveTo>
                <a:cubicBezTo>
                  <a:pt x="11" y="13"/>
                  <a:pt x="21" y="29"/>
                  <a:pt x="30" y="45"/>
                </a:cubicBezTo>
                <a:cubicBezTo>
                  <a:pt x="48" y="79"/>
                  <a:pt x="63" y="119"/>
                  <a:pt x="72" y="163"/>
                </a:cubicBezTo>
                <a:lnTo>
                  <a:pt x="171" y="163"/>
                </a:lnTo>
                <a:cubicBezTo>
                  <a:pt x="137" y="89"/>
                  <a:pt x="76" y="31"/>
                  <a:pt x="0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xmlns="" id="{64D784F0-AA6C-4028-B98B-3C8AC6871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794" y="2895040"/>
            <a:ext cx="305763" cy="290085"/>
          </a:xfrm>
          <a:custGeom>
            <a:avLst/>
            <a:gdLst>
              <a:gd name="T0" fmla="*/ 171 w 172"/>
              <a:gd name="T1" fmla="*/ 0 h 164"/>
              <a:gd name="T2" fmla="*/ 0 w 172"/>
              <a:gd name="T3" fmla="*/ 163 h 164"/>
              <a:gd name="T4" fmla="*/ 99 w 172"/>
              <a:gd name="T5" fmla="*/ 163 h 164"/>
              <a:gd name="T6" fmla="*/ 141 w 172"/>
              <a:gd name="T7" fmla="*/ 45 h 164"/>
              <a:gd name="T8" fmla="*/ 171 w 172"/>
              <a:gd name="T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" h="164">
                <a:moveTo>
                  <a:pt x="171" y="0"/>
                </a:moveTo>
                <a:cubicBezTo>
                  <a:pt x="95" y="31"/>
                  <a:pt x="34" y="89"/>
                  <a:pt x="0" y="163"/>
                </a:cubicBezTo>
                <a:lnTo>
                  <a:pt x="99" y="163"/>
                </a:lnTo>
                <a:cubicBezTo>
                  <a:pt x="109" y="119"/>
                  <a:pt x="123" y="79"/>
                  <a:pt x="141" y="45"/>
                </a:cubicBezTo>
                <a:cubicBezTo>
                  <a:pt x="150" y="29"/>
                  <a:pt x="160" y="13"/>
                  <a:pt x="171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xmlns="" id="{EAA63D53-20DD-4AD5-A500-8A297238C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912" y="3271361"/>
            <a:ext cx="211683" cy="313605"/>
          </a:xfrm>
          <a:custGeom>
            <a:avLst/>
            <a:gdLst>
              <a:gd name="T0" fmla="*/ 12 w 121"/>
              <a:gd name="T1" fmla="*/ 0 h 178"/>
              <a:gd name="T2" fmla="*/ 0 w 121"/>
              <a:gd name="T3" fmla="*/ 89 h 178"/>
              <a:gd name="T4" fmla="*/ 12 w 121"/>
              <a:gd name="T5" fmla="*/ 177 h 178"/>
              <a:gd name="T6" fmla="*/ 120 w 121"/>
              <a:gd name="T7" fmla="*/ 177 h 178"/>
              <a:gd name="T8" fmla="*/ 114 w 121"/>
              <a:gd name="T9" fmla="*/ 89 h 178"/>
              <a:gd name="T10" fmla="*/ 120 w 121"/>
              <a:gd name="T11" fmla="*/ 0 h 178"/>
              <a:gd name="T12" fmla="*/ 12 w 121"/>
              <a:gd name="T13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" h="178">
                <a:moveTo>
                  <a:pt x="12" y="0"/>
                </a:moveTo>
                <a:cubicBezTo>
                  <a:pt x="4" y="29"/>
                  <a:pt x="0" y="59"/>
                  <a:pt x="0" y="89"/>
                </a:cubicBezTo>
                <a:cubicBezTo>
                  <a:pt x="0" y="119"/>
                  <a:pt x="4" y="149"/>
                  <a:pt x="12" y="177"/>
                </a:cubicBezTo>
                <a:lnTo>
                  <a:pt x="120" y="177"/>
                </a:lnTo>
                <a:cubicBezTo>
                  <a:pt x="116" y="149"/>
                  <a:pt x="114" y="120"/>
                  <a:pt x="114" y="89"/>
                </a:cubicBezTo>
                <a:cubicBezTo>
                  <a:pt x="114" y="58"/>
                  <a:pt x="116" y="29"/>
                  <a:pt x="120" y="0"/>
                </a:cubicBezTo>
                <a:lnTo>
                  <a:pt x="12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xmlns="" id="{25B4820E-F943-4022-82BC-EE7F7505B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996" y="3271361"/>
            <a:ext cx="250884" cy="313605"/>
          </a:xfrm>
          <a:custGeom>
            <a:avLst/>
            <a:gdLst>
              <a:gd name="T0" fmla="*/ 7 w 140"/>
              <a:gd name="T1" fmla="*/ 0 h 178"/>
              <a:gd name="T2" fmla="*/ 0 w 140"/>
              <a:gd name="T3" fmla="*/ 89 h 178"/>
              <a:gd name="T4" fmla="*/ 7 w 140"/>
              <a:gd name="T5" fmla="*/ 177 h 178"/>
              <a:gd name="T6" fmla="*/ 139 w 140"/>
              <a:gd name="T7" fmla="*/ 177 h 178"/>
              <a:gd name="T8" fmla="*/ 139 w 140"/>
              <a:gd name="T9" fmla="*/ 0 h 178"/>
              <a:gd name="T10" fmla="*/ 7 w 140"/>
              <a:gd name="T11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" h="178">
                <a:moveTo>
                  <a:pt x="7" y="0"/>
                </a:moveTo>
                <a:cubicBezTo>
                  <a:pt x="3" y="29"/>
                  <a:pt x="0" y="58"/>
                  <a:pt x="0" y="89"/>
                </a:cubicBezTo>
                <a:cubicBezTo>
                  <a:pt x="0" y="120"/>
                  <a:pt x="3" y="149"/>
                  <a:pt x="7" y="177"/>
                </a:cubicBezTo>
                <a:lnTo>
                  <a:pt x="139" y="177"/>
                </a:lnTo>
                <a:lnTo>
                  <a:pt x="139" y="0"/>
                </a:lnTo>
                <a:lnTo>
                  <a:pt x="7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xmlns="" id="{45762BD3-75C6-4CDE-8BE1-276F20ECD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8" y="3271361"/>
            <a:ext cx="250884" cy="313605"/>
          </a:xfrm>
          <a:custGeom>
            <a:avLst/>
            <a:gdLst>
              <a:gd name="T0" fmla="*/ 0 w 140"/>
              <a:gd name="T1" fmla="*/ 0 h 178"/>
              <a:gd name="T2" fmla="*/ 0 w 140"/>
              <a:gd name="T3" fmla="*/ 177 h 178"/>
              <a:gd name="T4" fmla="*/ 131 w 140"/>
              <a:gd name="T5" fmla="*/ 177 h 178"/>
              <a:gd name="T6" fmla="*/ 139 w 140"/>
              <a:gd name="T7" fmla="*/ 89 h 178"/>
              <a:gd name="T8" fmla="*/ 131 w 140"/>
              <a:gd name="T9" fmla="*/ 0 h 178"/>
              <a:gd name="T10" fmla="*/ 0 w 140"/>
              <a:gd name="T11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" h="178">
                <a:moveTo>
                  <a:pt x="0" y="0"/>
                </a:moveTo>
                <a:lnTo>
                  <a:pt x="0" y="177"/>
                </a:lnTo>
                <a:lnTo>
                  <a:pt x="131" y="177"/>
                </a:lnTo>
                <a:cubicBezTo>
                  <a:pt x="136" y="149"/>
                  <a:pt x="139" y="120"/>
                  <a:pt x="139" y="89"/>
                </a:cubicBezTo>
                <a:cubicBezTo>
                  <a:pt x="139" y="58"/>
                  <a:pt x="136" y="29"/>
                  <a:pt x="131" y="0"/>
                </a:cubicBezTo>
                <a:lnTo>
                  <a:pt x="0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Freeform 9">
            <a:extLst>
              <a:ext uri="{FF2B5EF4-FFF2-40B4-BE49-F238E27FC236}">
                <a16:creationId xmlns:a16="http://schemas.microsoft.com/office/drawing/2014/main" xmlns="" id="{E4AE4DE8-EA58-4A14-94ED-D913BA6F1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3884" y="3271361"/>
            <a:ext cx="219521" cy="313605"/>
          </a:xfrm>
          <a:custGeom>
            <a:avLst/>
            <a:gdLst>
              <a:gd name="T0" fmla="*/ 0 w 122"/>
              <a:gd name="T1" fmla="*/ 0 h 178"/>
              <a:gd name="T2" fmla="*/ 7 w 122"/>
              <a:gd name="T3" fmla="*/ 89 h 178"/>
              <a:gd name="T4" fmla="*/ 0 w 122"/>
              <a:gd name="T5" fmla="*/ 177 h 178"/>
              <a:gd name="T6" fmla="*/ 108 w 122"/>
              <a:gd name="T7" fmla="*/ 177 h 178"/>
              <a:gd name="T8" fmla="*/ 121 w 122"/>
              <a:gd name="T9" fmla="*/ 89 h 178"/>
              <a:gd name="T10" fmla="*/ 108 w 122"/>
              <a:gd name="T11" fmla="*/ 0 h 178"/>
              <a:gd name="T12" fmla="*/ 0 w 122"/>
              <a:gd name="T13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" h="178">
                <a:moveTo>
                  <a:pt x="0" y="0"/>
                </a:moveTo>
                <a:cubicBezTo>
                  <a:pt x="4" y="29"/>
                  <a:pt x="7" y="58"/>
                  <a:pt x="7" y="89"/>
                </a:cubicBezTo>
                <a:cubicBezTo>
                  <a:pt x="7" y="120"/>
                  <a:pt x="4" y="149"/>
                  <a:pt x="0" y="177"/>
                </a:cubicBezTo>
                <a:lnTo>
                  <a:pt x="108" y="177"/>
                </a:lnTo>
                <a:cubicBezTo>
                  <a:pt x="116" y="149"/>
                  <a:pt x="121" y="119"/>
                  <a:pt x="121" y="89"/>
                </a:cubicBezTo>
                <a:cubicBezTo>
                  <a:pt x="121" y="59"/>
                  <a:pt x="117" y="29"/>
                  <a:pt x="108" y="0"/>
                </a:cubicBezTo>
                <a:lnTo>
                  <a:pt x="0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xmlns="" id="{970F792D-F779-46D7-92B1-B6AD44A4B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5794" y="3663368"/>
            <a:ext cx="305763" cy="290085"/>
          </a:xfrm>
          <a:custGeom>
            <a:avLst/>
            <a:gdLst>
              <a:gd name="T0" fmla="*/ 0 w 172"/>
              <a:gd name="T1" fmla="*/ 0 h 164"/>
              <a:gd name="T2" fmla="*/ 171 w 172"/>
              <a:gd name="T3" fmla="*/ 163 h 164"/>
              <a:gd name="T4" fmla="*/ 142 w 172"/>
              <a:gd name="T5" fmla="*/ 118 h 164"/>
              <a:gd name="T6" fmla="*/ 99 w 172"/>
              <a:gd name="T7" fmla="*/ 0 h 164"/>
              <a:gd name="T8" fmla="*/ 0 w 172"/>
              <a:gd name="T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" h="164">
                <a:moveTo>
                  <a:pt x="0" y="0"/>
                </a:moveTo>
                <a:cubicBezTo>
                  <a:pt x="34" y="74"/>
                  <a:pt x="95" y="132"/>
                  <a:pt x="171" y="163"/>
                </a:cubicBezTo>
                <a:cubicBezTo>
                  <a:pt x="160" y="150"/>
                  <a:pt x="150" y="134"/>
                  <a:pt x="142" y="118"/>
                </a:cubicBezTo>
                <a:cubicBezTo>
                  <a:pt x="123" y="84"/>
                  <a:pt x="109" y="44"/>
                  <a:pt x="99" y="0"/>
                </a:cubicBezTo>
                <a:lnTo>
                  <a:pt x="0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xmlns="" id="{A213A172-8B4E-46F3-8B7A-FFF849E7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512" y="3663368"/>
            <a:ext cx="219521" cy="321448"/>
          </a:xfrm>
          <a:custGeom>
            <a:avLst/>
            <a:gdLst>
              <a:gd name="T0" fmla="*/ 0 w 124"/>
              <a:gd name="T1" fmla="*/ 1 h 183"/>
              <a:gd name="T2" fmla="*/ 35 w 124"/>
              <a:gd name="T3" fmla="*/ 97 h 183"/>
              <a:gd name="T4" fmla="*/ 123 w 124"/>
              <a:gd name="T5" fmla="*/ 182 h 183"/>
              <a:gd name="T6" fmla="*/ 123 w 124"/>
              <a:gd name="T7" fmla="*/ 0 h 183"/>
              <a:gd name="T8" fmla="*/ 0 w 124"/>
              <a:gd name="T9" fmla="*/ 1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83">
                <a:moveTo>
                  <a:pt x="0" y="1"/>
                </a:moveTo>
                <a:cubicBezTo>
                  <a:pt x="8" y="37"/>
                  <a:pt x="20" y="70"/>
                  <a:pt x="35" y="97"/>
                </a:cubicBezTo>
                <a:cubicBezTo>
                  <a:pt x="60" y="144"/>
                  <a:pt x="91" y="172"/>
                  <a:pt x="123" y="182"/>
                </a:cubicBezTo>
                <a:lnTo>
                  <a:pt x="123" y="0"/>
                </a:lnTo>
                <a:lnTo>
                  <a:pt x="0" y="1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xmlns="" id="{C475F5BD-AD06-4EA6-8E2B-D5DB178E6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8" y="3663368"/>
            <a:ext cx="219521" cy="321448"/>
          </a:xfrm>
          <a:custGeom>
            <a:avLst/>
            <a:gdLst>
              <a:gd name="T0" fmla="*/ 0 w 124"/>
              <a:gd name="T1" fmla="*/ 0 h 182"/>
              <a:gd name="T2" fmla="*/ 0 w 124"/>
              <a:gd name="T3" fmla="*/ 181 h 182"/>
              <a:gd name="T4" fmla="*/ 87 w 124"/>
              <a:gd name="T5" fmla="*/ 96 h 182"/>
              <a:gd name="T6" fmla="*/ 123 w 124"/>
              <a:gd name="T7" fmla="*/ 0 h 182"/>
              <a:gd name="T8" fmla="*/ 0 w 124"/>
              <a:gd name="T9" fmla="*/ 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4" h="182">
                <a:moveTo>
                  <a:pt x="0" y="0"/>
                </a:moveTo>
                <a:lnTo>
                  <a:pt x="0" y="181"/>
                </a:lnTo>
                <a:cubicBezTo>
                  <a:pt x="31" y="171"/>
                  <a:pt x="62" y="143"/>
                  <a:pt x="87" y="96"/>
                </a:cubicBezTo>
                <a:cubicBezTo>
                  <a:pt x="102" y="69"/>
                  <a:pt x="114" y="36"/>
                  <a:pt x="123" y="0"/>
                </a:cubicBezTo>
                <a:lnTo>
                  <a:pt x="0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xmlns="" id="{1FA11AED-A0C3-44C7-A585-584AC0B07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61" y="3663368"/>
            <a:ext cx="305763" cy="290085"/>
          </a:xfrm>
          <a:custGeom>
            <a:avLst/>
            <a:gdLst>
              <a:gd name="T0" fmla="*/ 72 w 172"/>
              <a:gd name="T1" fmla="*/ 1 h 165"/>
              <a:gd name="T2" fmla="*/ 30 w 172"/>
              <a:gd name="T3" fmla="*/ 119 h 165"/>
              <a:gd name="T4" fmla="*/ 0 w 172"/>
              <a:gd name="T5" fmla="*/ 164 h 165"/>
              <a:gd name="T6" fmla="*/ 171 w 172"/>
              <a:gd name="T7" fmla="*/ 0 h 165"/>
              <a:gd name="T8" fmla="*/ 72 w 172"/>
              <a:gd name="T9" fmla="*/ 1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2" h="165">
                <a:moveTo>
                  <a:pt x="72" y="1"/>
                </a:moveTo>
                <a:cubicBezTo>
                  <a:pt x="63" y="45"/>
                  <a:pt x="48" y="85"/>
                  <a:pt x="30" y="119"/>
                </a:cubicBezTo>
                <a:cubicBezTo>
                  <a:pt x="21" y="135"/>
                  <a:pt x="11" y="151"/>
                  <a:pt x="0" y="164"/>
                </a:cubicBezTo>
                <a:cubicBezTo>
                  <a:pt x="76" y="133"/>
                  <a:pt x="137" y="75"/>
                  <a:pt x="171" y="0"/>
                </a:cubicBezTo>
                <a:lnTo>
                  <a:pt x="72" y="1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Freeform 14">
            <a:extLst>
              <a:ext uri="{FF2B5EF4-FFF2-40B4-BE49-F238E27FC236}">
                <a16:creationId xmlns:a16="http://schemas.microsoft.com/office/drawing/2014/main" xmlns="" id="{D050C466-D7BC-4085-9833-23C1F8301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41" y="2197274"/>
            <a:ext cx="290085" cy="697765"/>
          </a:xfrm>
          <a:custGeom>
            <a:avLst/>
            <a:gdLst>
              <a:gd name="T0" fmla="*/ 161 w 162"/>
              <a:gd name="T1" fmla="*/ 0 h 392"/>
              <a:gd name="T2" fmla="*/ 0 w 162"/>
              <a:gd name="T3" fmla="*/ 0 h 392"/>
              <a:gd name="T4" fmla="*/ 0 w 162"/>
              <a:gd name="T5" fmla="*/ 391 h 392"/>
              <a:gd name="T6" fmla="*/ 161 w 162"/>
              <a:gd name="T7" fmla="*/ 391 h 392"/>
              <a:gd name="T8" fmla="*/ 161 w 162"/>
              <a:gd name="T9" fmla="*/ 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" h="392">
                <a:moveTo>
                  <a:pt x="161" y="0"/>
                </a:moveTo>
                <a:lnTo>
                  <a:pt x="0" y="0"/>
                </a:lnTo>
                <a:lnTo>
                  <a:pt x="0" y="391"/>
                </a:lnTo>
                <a:lnTo>
                  <a:pt x="161" y="391"/>
                </a:lnTo>
                <a:lnTo>
                  <a:pt x="161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Freeform 15">
            <a:extLst>
              <a:ext uri="{FF2B5EF4-FFF2-40B4-BE49-F238E27FC236}">
                <a16:creationId xmlns:a16="http://schemas.microsoft.com/office/drawing/2014/main" xmlns="" id="{2BA69D0F-C176-41EE-BE2D-9A9D7C6B6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66" y="2095348"/>
            <a:ext cx="1764022" cy="752647"/>
          </a:xfrm>
          <a:custGeom>
            <a:avLst/>
            <a:gdLst>
              <a:gd name="T0" fmla="*/ 146 w 993"/>
              <a:gd name="T1" fmla="*/ 417 h 423"/>
              <a:gd name="T2" fmla="*/ 273 w 993"/>
              <a:gd name="T3" fmla="*/ 391 h 423"/>
              <a:gd name="T4" fmla="*/ 424 w 993"/>
              <a:gd name="T5" fmla="*/ 305 h 423"/>
              <a:gd name="T6" fmla="*/ 603 w 993"/>
              <a:gd name="T7" fmla="*/ 305 h 423"/>
              <a:gd name="T8" fmla="*/ 649 w 993"/>
              <a:gd name="T9" fmla="*/ 259 h 423"/>
              <a:gd name="T10" fmla="*/ 650 w 993"/>
              <a:gd name="T11" fmla="*/ 240 h 423"/>
              <a:gd name="T12" fmla="*/ 605 w 993"/>
              <a:gd name="T13" fmla="*/ 195 h 423"/>
              <a:gd name="T14" fmla="*/ 399 w 993"/>
              <a:gd name="T15" fmla="*/ 176 h 423"/>
              <a:gd name="T16" fmla="*/ 582 w 993"/>
              <a:gd name="T17" fmla="*/ 169 h 423"/>
              <a:gd name="T18" fmla="*/ 923 w 993"/>
              <a:gd name="T19" fmla="*/ 283 h 423"/>
              <a:gd name="T20" fmla="*/ 923 w 993"/>
              <a:gd name="T21" fmla="*/ 283 h 423"/>
              <a:gd name="T22" fmla="*/ 923 w 993"/>
              <a:gd name="T23" fmla="*/ 283 h 423"/>
              <a:gd name="T24" fmla="*/ 981 w 993"/>
              <a:gd name="T25" fmla="*/ 261 h 423"/>
              <a:gd name="T26" fmla="*/ 981 w 993"/>
              <a:gd name="T27" fmla="*/ 260 h 423"/>
              <a:gd name="T28" fmla="*/ 959 w 993"/>
              <a:gd name="T29" fmla="*/ 199 h 423"/>
              <a:gd name="T30" fmla="*/ 621 w 993"/>
              <a:gd name="T31" fmla="*/ 48 h 423"/>
              <a:gd name="T32" fmla="*/ 346 w 993"/>
              <a:gd name="T33" fmla="*/ 22 h 423"/>
              <a:gd name="T34" fmla="*/ 0 w 993"/>
              <a:gd name="T35" fmla="*/ 104 h 423"/>
              <a:gd name="T36" fmla="*/ 0 w 993"/>
              <a:gd name="T37" fmla="*/ 398 h 423"/>
              <a:gd name="T38" fmla="*/ 146 w 993"/>
              <a:gd name="T39" fmla="*/ 417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93" h="423">
                <a:moveTo>
                  <a:pt x="146" y="417"/>
                </a:moveTo>
                <a:cubicBezTo>
                  <a:pt x="190" y="422"/>
                  <a:pt x="235" y="413"/>
                  <a:pt x="273" y="391"/>
                </a:cubicBezTo>
                <a:lnTo>
                  <a:pt x="424" y="305"/>
                </a:lnTo>
                <a:lnTo>
                  <a:pt x="603" y="305"/>
                </a:lnTo>
                <a:cubicBezTo>
                  <a:pt x="629" y="305"/>
                  <a:pt x="649" y="285"/>
                  <a:pt x="649" y="259"/>
                </a:cubicBezTo>
                <a:lnTo>
                  <a:pt x="650" y="240"/>
                </a:lnTo>
                <a:cubicBezTo>
                  <a:pt x="650" y="215"/>
                  <a:pt x="630" y="197"/>
                  <a:pt x="605" y="195"/>
                </a:cubicBezTo>
                <a:lnTo>
                  <a:pt x="399" y="176"/>
                </a:lnTo>
                <a:lnTo>
                  <a:pt x="582" y="169"/>
                </a:lnTo>
                <a:cubicBezTo>
                  <a:pt x="582" y="169"/>
                  <a:pt x="812" y="243"/>
                  <a:pt x="923" y="283"/>
                </a:cubicBezTo>
                <a:lnTo>
                  <a:pt x="923" y="283"/>
                </a:lnTo>
                <a:lnTo>
                  <a:pt x="923" y="283"/>
                </a:lnTo>
                <a:cubicBezTo>
                  <a:pt x="945" y="292"/>
                  <a:pt x="970" y="282"/>
                  <a:pt x="981" y="261"/>
                </a:cubicBezTo>
                <a:lnTo>
                  <a:pt x="981" y="260"/>
                </a:lnTo>
                <a:cubicBezTo>
                  <a:pt x="992" y="237"/>
                  <a:pt x="983" y="209"/>
                  <a:pt x="959" y="199"/>
                </a:cubicBezTo>
                <a:lnTo>
                  <a:pt x="621" y="48"/>
                </a:lnTo>
                <a:cubicBezTo>
                  <a:pt x="535" y="9"/>
                  <a:pt x="438" y="0"/>
                  <a:pt x="346" y="22"/>
                </a:cubicBezTo>
                <a:lnTo>
                  <a:pt x="0" y="104"/>
                </a:lnTo>
                <a:lnTo>
                  <a:pt x="0" y="398"/>
                </a:lnTo>
                <a:lnTo>
                  <a:pt x="146" y="417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Freeform 16">
            <a:extLst>
              <a:ext uri="{FF2B5EF4-FFF2-40B4-BE49-F238E27FC236}">
                <a16:creationId xmlns:a16="http://schemas.microsoft.com/office/drawing/2014/main" xmlns="" id="{ACE00669-C15A-4E45-8888-6968C7D9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290" y="3961291"/>
            <a:ext cx="290085" cy="697770"/>
          </a:xfrm>
          <a:custGeom>
            <a:avLst/>
            <a:gdLst>
              <a:gd name="T0" fmla="*/ 0 w 162"/>
              <a:gd name="T1" fmla="*/ 391 h 392"/>
              <a:gd name="T2" fmla="*/ 161 w 162"/>
              <a:gd name="T3" fmla="*/ 391 h 392"/>
              <a:gd name="T4" fmla="*/ 161 w 162"/>
              <a:gd name="T5" fmla="*/ 0 h 392"/>
              <a:gd name="T6" fmla="*/ 0 w 162"/>
              <a:gd name="T7" fmla="*/ 0 h 392"/>
              <a:gd name="T8" fmla="*/ 0 w 162"/>
              <a:gd name="T9" fmla="*/ 391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" h="392">
                <a:moveTo>
                  <a:pt x="0" y="391"/>
                </a:moveTo>
                <a:lnTo>
                  <a:pt x="161" y="391"/>
                </a:lnTo>
                <a:lnTo>
                  <a:pt x="161" y="0"/>
                </a:lnTo>
                <a:lnTo>
                  <a:pt x="0" y="0"/>
                </a:lnTo>
                <a:lnTo>
                  <a:pt x="0" y="391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Freeform 17">
            <a:extLst>
              <a:ext uri="{FF2B5EF4-FFF2-40B4-BE49-F238E27FC236}">
                <a16:creationId xmlns:a16="http://schemas.microsoft.com/office/drawing/2014/main" xmlns="" id="{4F5F0973-85A0-40D9-A1F4-97CDBFFDD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027" y="4000493"/>
            <a:ext cx="1764022" cy="752647"/>
          </a:xfrm>
          <a:custGeom>
            <a:avLst/>
            <a:gdLst>
              <a:gd name="T0" fmla="*/ 846 w 993"/>
              <a:gd name="T1" fmla="*/ 5 h 423"/>
              <a:gd name="T2" fmla="*/ 719 w 993"/>
              <a:gd name="T3" fmla="*/ 31 h 423"/>
              <a:gd name="T4" fmla="*/ 568 w 993"/>
              <a:gd name="T5" fmla="*/ 117 h 423"/>
              <a:gd name="T6" fmla="*/ 389 w 993"/>
              <a:gd name="T7" fmla="*/ 117 h 423"/>
              <a:gd name="T8" fmla="*/ 343 w 993"/>
              <a:gd name="T9" fmla="*/ 163 h 423"/>
              <a:gd name="T10" fmla="*/ 343 w 993"/>
              <a:gd name="T11" fmla="*/ 182 h 423"/>
              <a:gd name="T12" fmla="*/ 387 w 993"/>
              <a:gd name="T13" fmla="*/ 227 h 423"/>
              <a:gd name="T14" fmla="*/ 593 w 993"/>
              <a:gd name="T15" fmla="*/ 246 h 423"/>
              <a:gd name="T16" fmla="*/ 410 w 993"/>
              <a:gd name="T17" fmla="*/ 253 h 423"/>
              <a:gd name="T18" fmla="*/ 69 w 993"/>
              <a:gd name="T19" fmla="*/ 139 h 423"/>
              <a:gd name="T20" fmla="*/ 69 w 993"/>
              <a:gd name="T21" fmla="*/ 139 h 423"/>
              <a:gd name="T22" fmla="*/ 69 w 993"/>
              <a:gd name="T23" fmla="*/ 139 h 423"/>
              <a:gd name="T24" fmla="*/ 11 w 993"/>
              <a:gd name="T25" fmla="*/ 161 h 423"/>
              <a:gd name="T26" fmla="*/ 11 w 993"/>
              <a:gd name="T27" fmla="*/ 162 h 423"/>
              <a:gd name="T28" fmla="*/ 33 w 993"/>
              <a:gd name="T29" fmla="*/ 223 h 423"/>
              <a:gd name="T30" fmla="*/ 371 w 993"/>
              <a:gd name="T31" fmla="*/ 374 h 423"/>
              <a:gd name="T32" fmla="*/ 646 w 993"/>
              <a:gd name="T33" fmla="*/ 400 h 423"/>
              <a:gd name="T34" fmla="*/ 992 w 993"/>
              <a:gd name="T35" fmla="*/ 318 h 423"/>
              <a:gd name="T36" fmla="*/ 992 w 993"/>
              <a:gd name="T37" fmla="*/ 24 h 423"/>
              <a:gd name="T38" fmla="*/ 846 w 993"/>
              <a:gd name="T39" fmla="*/ 5 h 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93" h="423">
                <a:moveTo>
                  <a:pt x="846" y="5"/>
                </a:moveTo>
                <a:cubicBezTo>
                  <a:pt x="802" y="0"/>
                  <a:pt x="757" y="9"/>
                  <a:pt x="719" y="31"/>
                </a:cubicBezTo>
                <a:lnTo>
                  <a:pt x="568" y="117"/>
                </a:lnTo>
                <a:lnTo>
                  <a:pt x="389" y="117"/>
                </a:lnTo>
                <a:cubicBezTo>
                  <a:pt x="364" y="117"/>
                  <a:pt x="343" y="137"/>
                  <a:pt x="343" y="163"/>
                </a:cubicBezTo>
                <a:lnTo>
                  <a:pt x="343" y="182"/>
                </a:lnTo>
                <a:cubicBezTo>
                  <a:pt x="342" y="207"/>
                  <a:pt x="362" y="225"/>
                  <a:pt x="387" y="227"/>
                </a:cubicBezTo>
                <a:lnTo>
                  <a:pt x="593" y="246"/>
                </a:lnTo>
                <a:lnTo>
                  <a:pt x="410" y="253"/>
                </a:lnTo>
                <a:cubicBezTo>
                  <a:pt x="410" y="253"/>
                  <a:pt x="181" y="179"/>
                  <a:pt x="69" y="139"/>
                </a:cubicBezTo>
                <a:lnTo>
                  <a:pt x="69" y="139"/>
                </a:lnTo>
                <a:lnTo>
                  <a:pt x="69" y="139"/>
                </a:lnTo>
                <a:cubicBezTo>
                  <a:pt x="47" y="130"/>
                  <a:pt x="22" y="140"/>
                  <a:pt x="11" y="161"/>
                </a:cubicBezTo>
                <a:lnTo>
                  <a:pt x="11" y="162"/>
                </a:lnTo>
                <a:cubicBezTo>
                  <a:pt x="0" y="185"/>
                  <a:pt x="10" y="213"/>
                  <a:pt x="33" y="223"/>
                </a:cubicBezTo>
                <a:lnTo>
                  <a:pt x="371" y="374"/>
                </a:lnTo>
                <a:cubicBezTo>
                  <a:pt x="457" y="412"/>
                  <a:pt x="554" y="422"/>
                  <a:pt x="646" y="400"/>
                </a:cubicBezTo>
                <a:lnTo>
                  <a:pt x="992" y="318"/>
                </a:lnTo>
                <a:lnTo>
                  <a:pt x="992" y="24"/>
                </a:lnTo>
                <a:lnTo>
                  <a:pt x="846" y="5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5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4D118CD6-10FE-4DFB-8DAA-6A31CDCF882E}"/>
              </a:ext>
            </a:extLst>
          </p:cNvPr>
          <p:cNvSpPr/>
          <p:nvPr/>
        </p:nvSpPr>
        <p:spPr>
          <a:xfrm>
            <a:off x="3002280" y="1092111"/>
            <a:ext cx="6187440" cy="524118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intellectual. Collaboration leverage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50D4661B-1115-4482-B036-7A772D662DB9}"/>
              </a:ext>
            </a:extLst>
          </p:cNvPr>
          <p:cNvSpPr txBox="1"/>
          <p:nvPr/>
        </p:nvSpPr>
        <p:spPr>
          <a:xfrm>
            <a:off x="3002280" y="528822"/>
            <a:ext cx="6187440" cy="395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Step of Law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2297BD6C-849B-4C00-BF2B-880A7CB9117E}"/>
              </a:ext>
            </a:extLst>
          </p:cNvPr>
          <p:cNvSpPr/>
          <p:nvPr/>
        </p:nvSpPr>
        <p:spPr>
          <a:xfrm>
            <a:off x="6096000" y="2426868"/>
            <a:ext cx="78628" cy="3637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4C167F11-EC66-470D-B999-445303E8153B}"/>
              </a:ext>
            </a:extLst>
          </p:cNvPr>
          <p:cNvSpPr/>
          <p:nvPr/>
        </p:nvSpPr>
        <p:spPr>
          <a:xfrm>
            <a:off x="6273043" y="2498868"/>
            <a:ext cx="1279226" cy="105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609BC9C9-EC9C-4FD5-A343-CB82AA736C87}"/>
              </a:ext>
            </a:extLst>
          </p:cNvPr>
          <p:cNvSpPr/>
          <p:nvPr/>
        </p:nvSpPr>
        <p:spPr>
          <a:xfrm>
            <a:off x="6023919" y="2426868"/>
            <a:ext cx="249124" cy="24912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xmlns="" id="{08FBAA91-2AC0-41EB-B625-1353A5336E52}"/>
              </a:ext>
            </a:extLst>
          </p:cNvPr>
          <p:cNvSpPr/>
          <p:nvPr/>
        </p:nvSpPr>
        <p:spPr>
          <a:xfrm>
            <a:off x="7145888" y="2145051"/>
            <a:ext cx="812762" cy="812756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Freeform 37">
            <a:extLst>
              <a:ext uri="{FF2B5EF4-FFF2-40B4-BE49-F238E27FC236}">
                <a16:creationId xmlns:a16="http://schemas.microsoft.com/office/drawing/2014/main" xmlns="" id="{B518285C-645E-42CF-AB9D-3A1909F33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719" y="2359342"/>
            <a:ext cx="419100" cy="384175"/>
          </a:xfrm>
          <a:custGeom>
            <a:avLst/>
            <a:gdLst>
              <a:gd name="T0" fmla="*/ 583 w 1166"/>
              <a:gd name="T1" fmla="*/ 1068 h 1069"/>
              <a:gd name="T2" fmla="*/ 498 w 1166"/>
              <a:gd name="T3" fmla="*/ 991 h 1069"/>
              <a:gd name="T4" fmla="*/ 0 w 1166"/>
              <a:gd name="T5" fmla="*/ 320 h 1069"/>
              <a:gd name="T6" fmla="*/ 320 w 1166"/>
              <a:gd name="T7" fmla="*/ 0 h 1069"/>
              <a:gd name="T8" fmla="*/ 583 w 1166"/>
              <a:gd name="T9" fmla="*/ 123 h 1069"/>
              <a:gd name="T10" fmla="*/ 845 w 1166"/>
              <a:gd name="T11" fmla="*/ 0 h 1069"/>
              <a:gd name="T12" fmla="*/ 1165 w 1166"/>
              <a:gd name="T13" fmla="*/ 320 h 1069"/>
              <a:gd name="T14" fmla="*/ 667 w 1166"/>
              <a:gd name="T15" fmla="*/ 994 h 1069"/>
              <a:gd name="T16" fmla="*/ 583 w 1166"/>
              <a:gd name="T17" fmla="*/ 1068 h 1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6" h="1069">
                <a:moveTo>
                  <a:pt x="583" y="1068"/>
                </a:moveTo>
                <a:lnTo>
                  <a:pt x="498" y="991"/>
                </a:lnTo>
                <a:cubicBezTo>
                  <a:pt x="197" y="718"/>
                  <a:pt x="0" y="541"/>
                  <a:pt x="0" y="320"/>
                </a:cubicBezTo>
                <a:cubicBezTo>
                  <a:pt x="0" y="139"/>
                  <a:pt x="140" y="0"/>
                  <a:pt x="320" y="0"/>
                </a:cubicBezTo>
                <a:cubicBezTo>
                  <a:pt x="421" y="0"/>
                  <a:pt x="520" y="49"/>
                  <a:pt x="583" y="123"/>
                </a:cubicBezTo>
                <a:cubicBezTo>
                  <a:pt x="646" y="49"/>
                  <a:pt x="744" y="0"/>
                  <a:pt x="845" y="0"/>
                </a:cubicBezTo>
                <a:cubicBezTo>
                  <a:pt x="1026" y="0"/>
                  <a:pt x="1165" y="139"/>
                  <a:pt x="1165" y="320"/>
                </a:cubicBezTo>
                <a:cubicBezTo>
                  <a:pt x="1165" y="541"/>
                  <a:pt x="968" y="721"/>
                  <a:pt x="667" y="994"/>
                </a:cubicBezTo>
                <a:lnTo>
                  <a:pt x="583" y="1068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FC694691-1F48-4F3E-BA07-AEED3313CD06}"/>
              </a:ext>
            </a:extLst>
          </p:cNvPr>
          <p:cNvSpPr/>
          <p:nvPr/>
        </p:nvSpPr>
        <p:spPr>
          <a:xfrm>
            <a:off x="6273043" y="4746450"/>
            <a:ext cx="1279226" cy="105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xmlns="" id="{92DFCC35-9F25-4A9C-AB6B-CC156FBE11C1}"/>
              </a:ext>
            </a:extLst>
          </p:cNvPr>
          <p:cNvSpPr/>
          <p:nvPr/>
        </p:nvSpPr>
        <p:spPr>
          <a:xfrm>
            <a:off x="6023919" y="4674450"/>
            <a:ext cx="249124" cy="24912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xmlns="" id="{2525FDB7-5305-4A24-8EA1-AF8268BB6657}"/>
              </a:ext>
            </a:extLst>
          </p:cNvPr>
          <p:cNvSpPr/>
          <p:nvPr/>
        </p:nvSpPr>
        <p:spPr>
          <a:xfrm>
            <a:off x="7145888" y="4392633"/>
            <a:ext cx="812762" cy="812756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Freeform 32">
            <a:extLst>
              <a:ext uri="{FF2B5EF4-FFF2-40B4-BE49-F238E27FC236}">
                <a16:creationId xmlns:a16="http://schemas.microsoft.com/office/drawing/2014/main" xmlns="" id="{DCFEE4F5-14F7-4F8C-9051-69836AA8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1684" y="4525787"/>
            <a:ext cx="441325" cy="441325"/>
          </a:xfrm>
          <a:custGeom>
            <a:avLst/>
            <a:gdLst>
              <a:gd name="T0" fmla="*/ 1077 w 1226"/>
              <a:gd name="T1" fmla="*/ 585 h 1225"/>
              <a:gd name="T2" fmla="*/ 1225 w 1226"/>
              <a:gd name="T3" fmla="*/ 729 h 1225"/>
              <a:gd name="T4" fmla="*/ 1077 w 1226"/>
              <a:gd name="T5" fmla="*/ 874 h 1225"/>
              <a:gd name="T6" fmla="*/ 990 w 1226"/>
              <a:gd name="T7" fmla="*/ 874 h 1225"/>
              <a:gd name="T8" fmla="*/ 990 w 1226"/>
              <a:gd name="T9" fmla="*/ 1109 h 1225"/>
              <a:gd name="T10" fmla="*/ 875 w 1226"/>
              <a:gd name="T11" fmla="*/ 1224 h 1225"/>
              <a:gd name="T12" fmla="*/ 653 w 1226"/>
              <a:gd name="T13" fmla="*/ 1224 h 1225"/>
              <a:gd name="T14" fmla="*/ 653 w 1226"/>
              <a:gd name="T15" fmla="*/ 1136 h 1225"/>
              <a:gd name="T16" fmla="*/ 495 w 1226"/>
              <a:gd name="T17" fmla="*/ 981 h 1225"/>
              <a:gd name="T18" fmla="*/ 336 w 1226"/>
              <a:gd name="T19" fmla="*/ 1136 h 1225"/>
              <a:gd name="T20" fmla="*/ 336 w 1226"/>
              <a:gd name="T21" fmla="*/ 1224 h 1225"/>
              <a:gd name="T22" fmla="*/ 115 w 1226"/>
              <a:gd name="T23" fmla="*/ 1224 h 1225"/>
              <a:gd name="T24" fmla="*/ 0 w 1226"/>
              <a:gd name="T25" fmla="*/ 1109 h 1225"/>
              <a:gd name="T26" fmla="*/ 0 w 1226"/>
              <a:gd name="T27" fmla="*/ 888 h 1225"/>
              <a:gd name="T28" fmla="*/ 87 w 1226"/>
              <a:gd name="T29" fmla="*/ 888 h 1225"/>
              <a:gd name="T30" fmla="*/ 243 w 1226"/>
              <a:gd name="T31" fmla="*/ 729 h 1225"/>
              <a:gd name="T32" fmla="*/ 87 w 1226"/>
              <a:gd name="T33" fmla="*/ 571 h 1225"/>
              <a:gd name="T34" fmla="*/ 0 w 1226"/>
              <a:gd name="T35" fmla="*/ 571 h 1225"/>
              <a:gd name="T36" fmla="*/ 0 w 1226"/>
              <a:gd name="T37" fmla="*/ 350 h 1225"/>
              <a:gd name="T38" fmla="*/ 115 w 1226"/>
              <a:gd name="T39" fmla="*/ 235 h 1225"/>
              <a:gd name="T40" fmla="*/ 350 w 1226"/>
              <a:gd name="T41" fmla="*/ 235 h 1225"/>
              <a:gd name="T42" fmla="*/ 350 w 1226"/>
              <a:gd name="T43" fmla="*/ 148 h 1225"/>
              <a:gd name="T44" fmla="*/ 495 w 1226"/>
              <a:gd name="T45" fmla="*/ 0 h 1225"/>
              <a:gd name="T46" fmla="*/ 640 w 1226"/>
              <a:gd name="T47" fmla="*/ 148 h 1225"/>
              <a:gd name="T48" fmla="*/ 640 w 1226"/>
              <a:gd name="T49" fmla="*/ 235 h 1225"/>
              <a:gd name="T50" fmla="*/ 875 w 1226"/>
              <a:gd name="T51" fmla="*/ 235 h 1225"/>
              <a:gd name="T52" fmla="*/ 990 w 1226"/>
              <a:gd name="T53" fmla="*/ 350 h 1225"/>
              <a:gd name="T54" fmla="*/ 990 w 1226"/>
              <a:gd name="T55" fmla="*/ 585 h 1225"/>
              <a:gd name="T56" fmla="*/ 1077 w 1226"/>
              <a:gd name="T57" fmla="*/ 585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26" h="1225">
                <a:moveTo>
                  <a:pt x="1077" y="585"/>
                </a:moveTo>
                <a:cubicBezTo>
                  <a:pt x="1157" y="585"/>
                  <a:pt x="1225" y="650"/>
                  <a:pt x="1225" y="729"/>
                </a:cubicBezTo>
                <a:cubicBezTo>
                  <a:pt x="1225" y="808"/>
                  <a:pt x="1157" y="874"/>
                  <a:pt x="1077" y="874"/>
                </a:cubicBezTo>
                <a:lnTo>
                  <a:pt x="990" y="874"/>
                </a:lnTo>
                <a:lnTo>
                  <a:pt x="990" y="1109"/>
                </a:lnTo>
                <a:cubicBezTo>
                  <a:pt x="990" y="1172"/>
                  <a:pt x="938" y="1224"/>
                  <a:pt x="875" y="1224"/>
                </a:cubicBezTo>
                <a:lnTo>
                  <a:pt x="653" y="1224"/>
                </a:lnTo>
                <a:lnTo>
                  <a:pt x="653" y="1136"/>
                </a:lnTo>
                <a:cubicBezTo>
                  <a:pt x="653" y="1049"/>
                  <a:pt x="582" y="981"/>
                  <a:pt x="495" y="981"/>
                </a:cubicBezTo>
                <a:cubicBezTo>
                  <a:pt x="407" y="981"/>
                  <a:pt x="336" y="1049"/>
                  <a:pt x="336" y="1136"/>
                </a:cubicBezTo>
                <a:lnTo>
                  <a:pt x="336" y="1224"/>
                </a:lnTo>
                <a:lnTo>
                  <a:pt x="115" y="1224"/>
                </a:lnTo>
                <a:cubicBezTo>
                  <a:pt x="52" y="1224"/>
                  <a:pt x="0" y="1172"/>
                  <a:pt x="0" y="1109"/>
                </a:cubicBezTo>
                <a:lnTo>
                  <a:pt x="0" y="888"/>
                </a:lnTo>
                <a:lnTo>
                  <a:pt x="87" y="888"/>
                </a:lnTo>
                <a:cubicBezTo>
                  <a:pt x="175" y="888"/>
                  <a:pt x="243" y="817"/>
                  <a:pt x="243" y="729"/>
                </a:cubicBezTo>
                <a:cubicBezTo>
                  <a:pt x="243" y="642"/>
                  <a:pt x="175" y="571"/>
                  <a:pt x="87" y="571"/>
                </a:cubicBezTo>
                <a:lnTo>
                  <a:pt x="0" y="571"/>
                </a:lnTo>
                <a:lnTo>
                  <a:pt x="0" y="350"/>
                </a:lnTo>
                <a:cubicBezTo>
                  <a:pt x="0" y="287"/>
                  <a:pt x="52" y="235"/>
                  <a:pt x="115" y="235"/>
                </a:cubicBezTo>
                <a:lnTo>
                  <a:pt x="350" y="235"/>
                </a:lnTo>
                <a:lnTo>
                  <a:pt x="350" y="148"/>
                </a:lnTo>
                <a:cubicBezTo>
                  <a:pt x="350" y="68"/>
                  <a:pt x="416" y="0"/>
                  <a:pt x="495" y="0"/>
                </a:cubicBezTo>
                <a:cubicBezTo>
                  <a:pt x="574" y="0"/>
                  <a:pt x="640" y="68"/>
                  <a:pt x="640" y="148"/>
                </a:cubicBezTo>
                <a:lnTo>
                  <a:pt x="640" y="235"/>
                </a:lnTo>
                <a:lnTo>
                  <a:pt x="875" y="235"/>
                </a:lnTo>
                <a:cubicBezTo>
                  <a:pt x="938" y="235"/>
                  <a:pt x="990" y="287"/>
                  <a:pt x="990" y="350"/>
                </a:cubicBezTo>
                <a:lnTo>
                  <a:pt x="990" y="585"/>
                </a:lnTo>
                <a:lnTo>
                  <a:pt x="1077" y="585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23A9DC5C-25F9-4EFE-B5D8-094B50818807}"/>
              </a:ext>
            </a:extLst>
          </p:cNvPr>
          <p:cNvSpPr/>
          <p:nvPr/>
        </p:nvSpPr>
        <p:spPr>
          <a:xfrm>
            <a:off x="4895402" y="3622659"/>
            <a:ext cx="1279226" cy="105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xmlns="" id="{A259D3EC-CFFE-42FB-8FC8-9578B68A9F6A}"/>
              </a:ext>
            </a:extLst>
          </p:cNvPr>
          <p:cNvSpPr/>
          <p:nvPr/>
        </p:nvSpPr>
        <p:spPr>
          <a:xfrm>
            <a:off x="4337649" y="3268842"/>
            <a:ext cx="812762" cy="812756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xmlns="" id="{91844C27-EA3C-4341-AC7D-600419BD0D6A}"/>
              </a:ext>
            </a:extLst>
          </p:cNvPr>
          <p:cNvSpPr/>
          <p:nvPr/>
        </p:nvSpPr>
        <p:spPr>
          <a:xfrm>
            <a:off x="6023919" y="3580524"/>
            <a:ext cx="249124" cy="24912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Freeform 2">
            <a:extLst>
              <a:ext uri="{FF2B5EF4-FFF2-40B4-BE49-F238E27FC236}">
                <a16:creationId xmlns:a16="http://schemas.microsoft.com/office/drawing/2014/main" xmlns="" id="{0A6A8C81-6803-4134-AD44-AB78DFE34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555" y="3533933"/>
            <a:ext cx="488950" cy="282575"/>
          </a:xfrm>
          <a:custGeom>
            <a:avLst/>
            <a:gdLst>
              <a:gd name="T0" fmla="*/ 0 w 1357"/>
              <a:gd name="T1" fmla="*/ 457 h 783"/>
              <a:gd name="T2" fmla="*/ 82 w 1357"/>
              <a:gd name="T3" fmla="*/ 375 h 783"/>
              <a:gd name="T4" fmla="*/ 407 w 1357"/>
              <a:gd name="T5" fmla="*/ 700 h 783"/>
              <a:gd name="T6" fmla="*/ 325 w 1357"/>
              <a:gd name="T7" fmla="*/ 782 h 783"/>
              <a:gd name="T8" fmla="*/ 0 w 1357"/>
              <a:gd name="T9" fmla="*/ 457 h 783"/>
              <a:gd name="T10" fmla="*/ 1271 w 1357"/>
              <a:gd name="T11" fmla="*/ 0 h 783"/>
              <a:gd name="T12" fmla="*/ 1356 w 1357"/>
              <a:gd name="T13" fmla="*/ 82 h 783"/>
              <a:gd name="T14" fmla="*/ 656 w 1357"/>
              <a:gd name="T15" fmla="*/ 782 h 783"/>
              <a:gd name="T16" fmla="*/ 328 w 1357"/>
              <a:gd name="T17" fmla="*/ 457 h 783"/>
              <a:gd name="T18" fmla="*/ 413 w 1357"/>
              <a:gd name="T19" fmla="*/ 375 h 783"/>
              <a:gd name="T20" fmla="*/ 656 w 1357"/>
              <a:gd name="T21" fmla="*/ 618 h 783"/>
              <a:gd name="T22" fmla="*/ 1271 w 1357"/>
              <a:gd name="T23" fmla="*/ 0 h 783"/>
              <a:gd name="T24" fmla="*/ 1025 w 1357"/>
              <a:gd name="T25" fmla="*/ 82 h 783"/>
              <a:gd name="T26" fmla="*/ 656 w 1357"/>
              <a:gd name="T27" fmla="*/ 454 h 783"/>
              <a:gd name="T28" fmla="*/ 574 w 1357"/>
              <a:gd name="T29" fmla="*/ 372 h 783"/>
              <a:gd name="T30" fmla="*/ 943 w 1357"/>
              <a:gd name="T31" fmla="*/ 0 h 783"/>
              <a:gd name="T32" fmla="*/ 1025 w 1357"/>
              <a:gd name="T33" fmla="*/ 82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57" h="783">
                <a:moveTo>
                  <a:pt x="0" y="457"/>
                </a:moveTo>
                <a:lnTo>
                  <a:pt x="82" y="375"/>
                </a:lnTo>
                <a:lnTo>
                  <a:pt x="407" y="700"/>
                </a:lnTo>
                <a:lnTo>
                  <a:pt x="325" y="782"/>
                </a:lnTo>
                <a:lnTo>
                  <a:pt x="0" y="457"/>
                </a:lnTo>
                <a:close/>
                <a:moveTo>
                  <a:pt x="1271" y="0"/>
                </a:moveTo>
                <a:lnTo>
                  <a:pt x="1356" y="82"/>
                </a:lnTo>
                <a:lnTo>
                  <a:pt x="656" y="782"/>
                </a:lnTo>
                <a:lnTo>
                  <a:pt x="328" y="457"/>
                </a:lnTo>
                <a:lnTo>
                  <a:pt x="413" y="375"/>
                </a:lnTo>
                <a:lnTo>
                  <a:pt x="656" y="618"/>
                </a:lnTo>
                <a:lnTo>
                  <a:pt x="1271" y="0"/>
                </a:lnTo>
                <a:close/>
                <a:moveTo>
                  <a:pt x="1025" y="82"/>
                </a:moveTo>
                <a:lnTo>
                  <a:pt x="656" y="454"/>
                </a:lnTo>
                <a:lnTo>
                  <a:pt x="574" y="372"/>
                </a:lnTo>
                <a:lnTo>
                  <a:pt x="943" y="0"/>
                </a:lnTo>
                <a:lnTo>
                  <a:pt x="1025" y="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DD348825-BCCE-4906-86AE-9BEDCE1EE74B}"/>
              </a:ext>
            </a:extLst>
          </p:cNvPr>
          <p:cNvSpPr/>
          <p:nvPr/>
        </p:nvSpPr>
        <p:spPr>
          <a:xfrm>
            <a:off x="4895402" y="5870240"/>
            <a:ext cx="1279226" cy="105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xmlns="" id="{00D55F8D-B714-433C-9CC4-D59152AA2C98}"/>
              </a:ext>
            </a:extLst>
          </p:cNvPr>
          <p:cNvSpPr/>
          <p:nvPr/>
        </p:nvSpPr>
        <p:spPr>
          <a:xfrm>
            <a:off x="4337649" y="5516423"/>
            <a:ext cx="812762" cy="812756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xmlns="" id="{0BF54335-7547-4EDC-A646-142A41D8FEA9}"/>
              </a:ext>
            </a:extLst>
          </p:cNvPr>
          <p:cNvSpPr/>
          <p:nvPr/>
        </p:nvSpPr>
        <p:spPr>
          <a:xfrm>
            <a:off x="6023919" y="5828105"/>
            <a:ext cx="249124" cy="249122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CB62EBCF-62CA-4BC7-B70B-862ADD678913}"/>
              </a:ext>
            </a:extLst>
          </p:cNvPr>
          <p:cNvSpPr/>
          <p:nvPr/>
        </p:nvSpPr>
        <p:spPr>
          <a:xfrm>
            <a:off x="1767054" y="3548634"/>
            <a:ext cx="2255503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FF94C651-3E02-4E27-808F-07F4A1701294}"/>
              </a:ext>
            </a:extLst>
          </p:cNvPr>
          <p:cNvSpPr txBox="1"/>
          <p:nvPr/>
        </p:nvSpPr>
        <p:spPr>
          <a:xfrm>
            <a:off x="1767054" y="3277688"/>
            <a:ext cx="225550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xmlns="" id="{32ED26DC-0E59-4B01-B4D6-5756C468F238}"/>
              </a:ext>
            </a:extLst>
          </p:cNvPr>
          <p:cNvSpPr/>
          <p:nvPr/>
        </p:nvSpPr>
        <p:spPr>
          <a:xfrm>
            <a:off x="1767054" y="5796215"/>
            <a:ext cx="2255503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AD21226D-0E97-4E39-9227-B295C491100D}"/>
              </a:ext>
            </a:extLst>
          </p:cNvPr>
          <p:cNvSpPr txBox="1"/>
          <p:nvPr/>
        </p:nvSpPr>
        <p:spPr>
          <a:xfrm>
            <a:off x="1767054" y="5525269"/>
            <a:ext cx="225550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xmlns="" id="{542A9F81-0D68-433D-95DE-D6A5E5B4D916}"/>
              </a:ext>
            </a:extLst>
          </p:cNvPr>
          <p:cNvSpPr/>
          <p:nvPr/>
        </p:nvSpPr>
        <p:spPr>
          <a:xfrm>
            <a:off x="8184446" y="4672425"/>
            <a:ext cx="2255503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AB25145F-87EA-4DC5-89C7-F5D9DEA59A18}"/>
              </a:ext>
            </a:extLst>
          </p:cNvPr>
          <p:cNvSpPr txBox="1"/>
          <p:nvPr/>
        </p:nvSpPr>
        <p:spPr>
          <a:xfrm>
            <a:off x="8184446" y="4401479"/>
            <a:ext cx="225550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B67FEF00-2E20-4D89-B488-A37BF67CFBB5}"/>
              </a:ext>
            </a:extLst>
          </p:cNvPr>
          <p:cNvSpPr/>
          <p:nvPr/>
        </p:nvSpPr>
        <p:spPr>
          <a:xfrm>
            <a:off x="8184446" y="2424843"/>
            <a:ext cx="2255503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xmlns="" id="{DAEAD143-42AA-459C-A923-CA7C3F0EAE3A}"/>
              </a:ext>
            </a:extLst>
          </p:cNvPr>
          <p:cNvSpPr txBox="1"/>
          <p:nvPr/>
        </p:nvSpPr>
        <p:spPr>
          <a:xfrm>
            <a:off x="8184446" y="2153897"/>
            <a:ext cx="225550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Breakthrough Law </a:t>
            </a:r>
          </a:p>
        </p:txBody>
      </p:sp>
      <p:sp>
        <p:nvSpPr>
          <p:cNvPr id="103" name="Freeform 12">
            <a:extLst>
              <a:ext uri="{FF2B5EF4-FFF2-40B4-BE49-F238E27FC236}">
                <a16:creationId xmlns:a16="http://schemas.microsoft.com/office/drawing/2014/main" xmlns="" id="{3D424EF3-8004-47C4-A90D-B0BB3B31A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755" y="5754526"/>
            <a:ext cx="336550" cy="336550"/>
          </a:xfrm>
          <a:custGeom>
            <a:avLst/>
            <a:gdLst>
              <a:gd name="T0" fmla="*/ 700 w 936"/>
              <a:gd name="T1" fmla="*/ 292 h 936"/>
              <a:gd name="T2" fmla="*/ 935 w 936"/>
              <a:gd name="T3" fmla="*/ 292 h 936"/>
              <a:gd name="T4" fmla="*/ 935 w 936"/>
              <a:gd name="T5" fmla="*/ 935 h 936"/>
              <a:gd name="T6" fmla="*/ 700 w 936"/>
              <a:gd name="T7" fmla="*/ 935 h 936"/>
              <a:gd name="T8" fmla="*/ 700 w 936"/>
              <a:gd name="T9" fmla="*/ 292 h 936"/>
              <a:gd name="T10" fmla="*/ 0 w 936"/>
              <a:gd name="T11" fmla="*/ 935 h 936"/>
              <a:gd name="T12" fmla="*/ 0 w 936"/>
              <a:gd name="T13" fmla="*/ 467 h 936"/>
              <a:gd name="T14" fmla="*/ 235 w 936"/>
              <a:gd name="T15" fmla="*/ 467 h 936"/>
              <a:gd name="T16" fmla="*/ 235 w 936"/>
              <a:gd name="T17" fmla="*/ 935 h 936"/>
              <a:gd name="T18" fmla="*/ 0 w 936"/>
              <a:gd name="T19" fmla="*/ 935 h 936"/>
              <a:gd name="T20" fmla="*/ 350 w 936"/>
              <a:gd name="T21" fmla="*/ 935 h 936"/>
              <a:gd name="T22" fmla="*/ 350 w 936"/>
              <a:gd name="T23" fmla="*/ 0 h 936"/>
              <a:gd name="T24" fmla="*/ 585 w 936"/>
              <a:gd name="T25" fmla="*/ 0 h 936"/>
              <a:gd name="T26" fmla="*/ 585 w 936"/>
              <a:gd name="T27" fmla="*/ 935 h 936"/>
              <a:gd name="T28" fmla="*/ 350 w 936"/>
              <a:gd name="T29" fmla="*/ 935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6" h="936">
                <a:moveTo>
                  <a:pt x="700" y="292"/>
                </a:moveTo>
                <a:lnTo>
                  <a:pt x="935" y="292"/>
                </a:lnTo>
                <a:lnTo>
                  <a:pt x="935" y="935"/>
                </a:lnTo>
                <a:lnTo>
                  <a:pt x="700" y="935"/>
                </a:lnTo>
                <a:lnTo>
                  <a:pt x="700" y="292"/>
                </a:lnTo>
                <a:close/>
                <a:moveTo>
                  <a:pt x="0" y="935"/>
                </a:moveTo>
                <a:lnTo>
                  <a:pt x="0" y="467"/>
                </a:lnTo>
                <a:lnTo>
                  <a:pt x="235" y="467"/>
                </a:lnTo>
                <a:lnTo>
                  <a:pt x="235" y="935"/>
                </a:lnTo>
                <a:lnTo>
                  <a:pt x="0" y="935"/>
                </a:lnTo>
                <a:close/>
                <a:moveTo>
                  <a:pt x="350" y="935"/>
                </a:moveTo>
                <a:lnTo>
                  <a:pt x="350" y="0"/>
                </a:lnTo>
                <a:lnTo>
                  <a:pt x="585" y="0"/>
                </a:lnTo>
                <a:lnTo>
                  <a:pt x="585" y="935"/>
                </a:lnTo>
                <a:lnTo>
                  <a:pt x="350" y="93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FE1D1166-F25A-4C68-A421-C6A67B285E62}"/>
              </a:ext>
            </a:extLst>
          </p:cNvPr>
          <p:cNvGrpSpPr/>
          <p:nvPr/>
        </p:nvGrpSpPr>
        <p:grpSpPr>
          <a:xfrm>
            <a:off x="4797077" y="938938"/>
            <a:ext cx="2591206" cy="2556091"/>
            <a:chOff x="6394536" y="938678"/>
            <a:chExt cx="700867" cy="691369"/>
          </a:xfrm>
        </p:grpSpPr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xmlns="" id="{DC9A4420-7295-44FB-A35F-912BCB5A6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177" y="1320451"/>
              <a:ext cx="222226" cy="125358"/>
            </a:xfrm>
            <a:custGeom>
              <a:avLst/>
              <a:gdLst>
                <a:gd name="T0" fmla="*/ 515 w 517"/>
                <a:gd name="T1" fmla="*/ 44 h 291"/>
                <a:gd name="T2" fmla="*/ 237 w 517"/>
                <a:gd name="T3" fmla="*/ 279 h 291"/>
                <a:gd name="T4" fmla="*/ 2 w 517"/>
                <a:gd name="T5" fmla="*/ 44 h 291"/>
                <a:gd name="T6" fmla="*/ 39 w 517"/>
                <a:gd name="T7" fmla="*/ 0 h 291"/>
                <a:gd name="T8" fmla="*/ 43 w 517"/>
                <a:gd name="T9" fmla="*/ 0 h 291"/>
                <a:gd name="T10" fmla="*/ 475 w 517"/>
                <a:gd name="T11" fmla="*/ 0 h 291"/>
                <a:gd name="T12" fmla="*/ 504 w 517"/>
                <a:gd name="T13" fmla="*/ 13 h 291"/>
                <a:gd name="T14" fmla="*/ 515 w 517"/>
                <a:gd name="T15" fmla="*/ 44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7" h="291">
                  <a:moveTo>
                    <a:pt x="515" y="44"/>
                  </a:moveTo>
                  <a:cubicBezTo>
                    <a:pt x="503" y="186"/>
                    <a:pt x="378" y="290"/>
                    <a:pt x="237" y="279"/>
                  </a:cubicBezTo>
                  <a:cubicBezTo>
                    <a:pt x="112" y="268"/>
                    <a:pt x="13" y="169"/>
                    <a:pt x="2" y="44"/>
                  </a:cubicBezTo>
                  <a:cubicBezTo>
                    <a:pt x="0" y="22"/>
                    <a:pt x="17" y="2"/>
                    <a:pt x="39" y="0"/>
                  </a:cubicBezTo>
                  <a:cubicBezTo>
                    <a:pt x="41" y="0"/>
                    <a:pt x="42" y="0"/>
                    <a:pt x="43" y="0"/>
                  </a:cubicBezTo>
                  <a:lnTo>
                    <a:pt x="475" y="0"/>
                  </a:lnTo>
                  <a:cubicBezTo>
                    <a:pt x="486" y="0"/>
                    <a:pt x="496" y="5"/>
                    <a:pt x="504" y="13"/>
                  </a:cubicBezTo>
                  <a:cubicBezTo>
                    <a:pt x="512" y="22"/>
                    <a:pt x="516" y="33"/>
                    <a:pt x="515" y="4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xmlns="" id="{722826CC-224A-4450-AC01-8956415D9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3744" y="938678"/>
              <a:ext cx="142452" cy="140553"/>
            </a:xfrm>
            <a:custGeom>
              <a:avLst/>
              <a:gdLst>
                <a:gd name="T0" fmla="*/ 328 w 329"/>
                <a:gd name="T1" fmla="*/ 163 h 328"/>
                <a:gd name="T2" fmla="*/ 306 w 329"/>
                <a:gd name="T3" fmla="*/ 245 h 328"/>
                <a:gd name="T4" fmla="*/ 246 w 329"/>
                <a:gd name="T5" fmla="*/ 305 h 328"/>
                <a:gd name="T6" fmla="*/ 164 w 329"/>
                <a:gd name="T7" fmla="*/ 327 h 328"/>
                <a:gd name="T8" fmla="*/ 82 w 329"/>
                <a:gd name="T9" fmla="*/ 305 h 328"/>
                <a:gd name="T10" fmla="*/ 22 w 329"/>
                <a:gd name="T11" fmla="*/ 245 h 328"/>
                <a:gd name="T12" fmla="*/ 0 w 329"/>
                <a:gd name="T13" fmla="*/ 163 h 328"/>
                <a:gd name="T14" fmla="*/ 22 w 329"/>
                <a:gd name="T15" fmla="*/ 82 h 328"/>
                <a:gd name="T16" fmla="*/ 82 w 329"/>
                <a:gd name="T17" fmla="*/ 22 h 328"/>
                <a:gd name="T18" fmla="*/ 164 w 329"/>
                <a:gd name="T19" fmla="*/ 0 h 328"/>
                <a:gd name="T20" fmla="*/ 246 w 329"/>
                <a:gd name="T21" fmla="*/ 22 h 328"/>
                <a:gd name="T22" fmla="*/ 306 w 329"/>
                <a:gd name="T23" fmla="*/ 82 h 328"/>
                <a:gd name="T24" fmla="*/ 328 w 329"/>
                <a:gd name="T25" fmla="*/ 163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9" h="328">
                  <a:moveTo>
                    <a:pt x="328" y="163"/>
                  </a:moveTo>
                  <a:cubicBezTo>
                    <a:pt x="328" y="194"/>
                    <a:pt x="321" y="219"/>
                    <a:pt x="306" y="245"/>
                  </a:cubicBezTo>
                  <a:cubicBezTo>
                    <a:pt x="291" y="271"/>
                    <a:pt x="272" y="290"/>
                    <a:pt x="246" y="305"/>
                  </a:cubicBezTo>
                  <a:cubicBezTo>
                    <a:pt x="220" y="320"/>
                    <a:pt x="194" y="327"/>
                    <a:pt x="164" y="327"/>
                  </a:cubicBezTo>
                  <a:cubicBezTo>
                    <a:pt x="134" y="327"/>
                    <a:pt x="108" y="320"/>
                    <a:pt x="82" y="305"/>
                  </a:cubicBezTo>
                  <a:cubicBezTo>
                    <a:pt x="56" y="290"/>
                    <a:pt x="37" y="271"/>
                    <a:pt x="22" y="245"/>
                  </a:cubicBezTo>
                  <a:cubicBezTo>
                    <a:pt x="7" y="219"/>
                    <a:pt x="0" y="193"/>
                    <a:pt x="0" y="163"/>
                  </a:cubicBezTo>
                  <a:cubicBezTo>
                    <a:pt x="0" y="132"/>
                    <a:pt x="7" y="108"/>
                    <a:pt x="22" y="82"/>
                  </a:cubicBezTo>
                  <a:cubicBezTo>
                    <a:pt x="37" y="56"/>
                    <a:pt x="56" y="37"/>
                    <a:pt x="82" y="22"/>
                  </a:cubicBezTo>
                  <a:cubicBezTo>
                    <a:pt x="108" y="7"/>
                    <a:pt x="134" y="0"/>
                    <a:pt x="164" y="0"/>
                  </a:cubicBezTo>
                  <a:cubicBezTo>
                    <a:pt x="194" y="0"/>
                    <a:pt x="220" y="7"/>
                    <a:pt x="246" y="22"/>
                  </a:cubicBezTo>
                  <a:cubicBezTo>
                    <a:pt x="272" y="37"/>
                    <a:pt x="291" y="56"/>
                    <a:pt x="306" y="82"/>
                  </a:cubicBezTo>
                  <a:cubicBezTo>
                    <a:pt x="321" y="108"/>
                    <a:pt x="328" y="133"/>
                    <a:pt x="328" y="16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xmlns="" id="{C72B8B0D-0843-4DF2-AEB6-20D8833C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4536" y="1320451"/>
              <a:ext cx="222226" cy="125358"/>
            </a:xfrm>
            <a:custGeom>
              <a:avLst/>
              <a:gdLst>
                <a:gd name="T0" fmla="*/ 512 w 515"/>
                <a:gd name="T1" fmla="*/ 44 h 291"/>
                <a:gd name="T2" fmla="*/ 278 w 515"/>
                <a:gd name="T3" fmla="*/ 279 h 291"/>
                <a:gd name="T4" fmla="*/ 0 w 515"/>
                <a:gd name="T5" fmla="*/ 44 h 291"/>
                <a:gd name="T6" fmla="*/ 0 w 515"/>
                <a:gd name="T7" fmla="*/ 41 h 291"/>
                <a:gd name="T8" fmla="*/ 40 w 515"/>
                <a:gd name="T9" fmla="*/ 0 h 291"/>
                <a:gd name="T10" fmla="*/ 472 w 515"/>
                <a:gd name="T11" fmla="*/ 0 h 291"/>
                <a:gd name="T12" fmla="*/ 472 w 515"/>
                <a:gd name="T13" fmla="*/ 0 h 291"/>
                <a:gd name="T14" fmla="*/ 475 w 515"/>
                <a:gd name="T15" fmla="*/ 0 h 291"/>
                <a:gd name="T16" fmla="*/ 512 w 515"/>
                <a:gd name="T17" fmla="*/ 44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5" h="291">
                  <a:moveTo>
                    <a:pt x="512" y="44"/>
                  </a:moveTo>
                  <a:cubicBezTo>
                    <a:pt x="502" y="169"/>
                    <a:pt x="403" y="268"/>
                    <a:pt x="278" y="279"/>
                  </a:cubicBezTo>
                  <a:cubicBezTo>
                    <a:pt x="137" y="290"/>
                    <a:pt x="12" y="186"/>
                    <a:pt x="0" y="44"/>
                  </a:cubicBezTo>
                  <a:cubicBezTo>
                    <a:pt x="0" y="43"/>
                    <a:pt x="0" y="42"/>
                    <a:pt x="0" y="41"/>
                  </a:cubicBezTo>
                  <a:cubicBezTo>
                    <a:pt x="0" y="19"/>
                    <a:pt x="18" y="0"/>
                    <a:pt x="40" y="0"/>
                  </a:cubicBezTo>
                  <a:lnTo>
                    <a:pt x="472" y="0"/>
                  </a:lnTo>
                  <a:lnTo>
                    <a:pt x="472" y="0"/>
                  </a:lnTo>
                  <a:cubicBezTo>
                    <a:pt x="473" y="0"/>
                    <a:pt x="474" y="0"/>
                    <a:pt x="475" y="0"/>
                  </a:cubicBezTo>
                  <a:cubicBezTo>
                    <a:pt x="498" y="2"/>
                    <a:pt x="514" y="22"/>
                    <a:pt x="512" y="4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xmlns="" id="{AAC40ACA-9C45-41C0-A323-D5EF6E434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6826" y="1092527"/>
              <a:ext cx="634388" cy="537520"/>
            </a:xfrm>
            <a:custGeom>
              <a:avLst/>
              <a:gdLst>
                <a:gd name="T0" fmla="*/ 1118 w 1474"/>
                <a:gd name="T1" fmla="*/ 437 h 1250"/>
                <a:gd name="T2" fmla="*/ 1130 w 1474"/>
                <a:gd name="T3" fmla="*/ 459 h 1250"/>
                <a:gd name="T4" fmla="*/ 1134 w 1474"/>
                <a:gd name="T5" fmla="*/ 460 h 1250"/>
                <a:gd name="T6" fmla="*/ 1233 w 1474"/>
                <a:gd name="T7" fmla="*/ 460 h 1250"/>
                <a:gd name="T8" fmla="*/ 1250 w 1474"/>
                <a:gd name="T9" fmla="*/ 446 h 1250"/>
                <a:gd name="T10" fmla="*/ 1295 w 1474"/>
                <a:gd name="T11" fmla="*/ 237 h 1250"/>
                <a:gd name="T12" fmla="*/ 1339 w 1474"/>
                <a:gd name="T13" fmla="*/ 446 h 1250"/>
                <a:gd name="T14" fmla="*/ 1357 w 1474"/>
                <a:gd name="T15" fmla="*/ 460 h 1250"/>
                <a:gd name="T16" fmla="*/ 1455 w 1474"/>
                <a:gd name="T17" fmla="*/ 460 h 1250"/>
                <a:gd name="T18" fmla="*/ 1473 w 1474"/>
                <a:gd name="T19" fmla="*/ 442 h 1250"/>
                <a:gd name="T20" fmla="*/ 1472 w 1474"/>
                <a:gd name="T21" fmla="*/ 437 h 1250"/>
                <a:gd name="T22" fmla="*/ 1377 w 1474"/>
                <a:gd name="T23" fmla="*/ 102 h 1250"/>
                <a:gd name="T24" fmla="*/ 1312 w 1474"/>
                <a:gd name="T25" fmla="*/ 30 h 1250"/>
                <a:gd name="T26" fmla="*/ 913 w 1474"/>
                <a:gd name="T27" fmla="*/ 2 h 1250"/>
                <a:gd name="T28" fmla="*/ 845 w 1474"/>
                <a:gd name="T29" fmla="*/ 0 h 1250"/>
                <a:gd name="T30" fmla="*/ 822 w 1474"/>
                <a:gd name="T31" fmla="*/ 11 h 1250"/>
                <a:gd name="T32" fmla="*/ 740 w 1474"/>
                <a:gd name="T33" fmla="*/ 113 h 1250"/>
                <a:gd name="T34" fmla="*/ 738 w 1474"/>
                <a:gd name="T35" fmla="*/ 114 h 1250"/>
                <a:gd name="T36" fmla="*/ 736 w 1474"/>
                <a:gd name="T37" fmla="*/ 113 h 1250"/>
                <a:gd name="T38" fmla="*/ 654 w 1474"/>
                <a:gd name="T39" fmla="*/ 11 h 1250"/>
                <a:gd name="T40" fmla="*/ 632 w 1474"/>
                <a:gd name="T41" fmla="*/ 0 h 1250"/>
                <a:gd name="T42" fmla="*/ 564 w 1474"/>
                <a:gd name="T43" fmla="*/ 2 h 1250"/>
                <a:gd name="T44" fmla="*/ 163 w 1474"/>
                <a:gd name="T45" fmla="*/ 30 h 1250"/>
                <a:gd name="T46" fmla="*/ 99 w 1474"/>
                <a:gd name="T47" fmla="*/ 100 h 1250"/>
                <a:gd name="T48" fmla="*/ 3 w 1474"/>
                <a:gd name="T49" fmla="*/ 437 h 1250"/>
                <a:gd name="T50" fmla="*/ 15 w 1474"/>
                <a:gd name="T51" fmla="*/ 460 h 1250"/>
                <a:gd name="T52" fmla="*/ 20 w 1474"/>
                <a:gd name="T53" fmla="*/ 460 h 1250"/>
                <a:gd name="T54" fmla="*/ 119 w 1474"/>
                <a:gd name="T55" fmla="*/ 460 h 1250"/>
                <a:gd name="T56" fmla="*/ 136 w 1474"/>
                <a:gd name="T57" fmla="*/ 446 h 1250"/>
                <a:gd name="T58" fmla="*/ 181 w 1474"/>
                <a:gd name="T59" fmla="*/ 237 h 1250"/>
                <a:gd name="T60" fmla="*/ 225 w 1474"/>
                <a:gd name="T61" fmla="*/ 446 h 1250"/>
                <a:gd name="T62" fmla="*/ 242 w 1474"/>
                <a:gd name="T63" fmla="*/ 460 h 1250"/>
                <a:gd name="T64" fmla="*/ 341 w 1474"/>
                <a:gd name="T65" fmla="*/ 460 h 1250"/>
                <a:gd name="T66" fmla="*/ 358 w 1474"/>
                <a:gd name="T67" fmla="*/ 442 h 1250"/>
                <a:gd name="T68" fmla="*/ 357 w 1474"/>
                <a:gd name="T69" fmla="*/ 437 h 1250"/>
                <a:gd name="T70" fmla="*/ 282 w 1474"/>
                <a:gd name="T71" fmla="*/ 176 h 1250"/>
                <a:gd name="T72" fmla="*/ 512 w 1474"/>
                <a:gd name="T73" fmla="*/ 193 h 1250"/>
                <a:gd name="T74" fmla="*/ 588 w 1474"/>
                <a:gd name="T75" fmla="*/ 899 h 1250"/>
                <a:gd name="T76" fmla="*/ 620 w 1474"/>
                <a:gd name="T77" fmla="*/ 1190 h 1250"/>
                <a:gd name="T78" fmla="*/ 687 w 1474"/>
                <a:gd name="T79" fmla="*/ 1249 h 1250"/>
                <a:gd name="T80" fmla="*/ 791 w 1474"/>
                <a:gd name="T81" fmla="*/ 1249 h 1250"/>
                <a:gd name="T82" fmla="*/ 858 w 1474"/>
                <a:gd name="T83" fmla="*/ 1190 h 1250"/>
                <a:gd name="T84" fmla="*/ 887 w 1474"/>
                <a:gd name="T85" fmla="*/ 899 h 1250"/>
                <a:gd name="T86" fmla="*/ 963 w 1474"/>
                <a:gd name="T87" fmla="*/ 192 h 1250"/>
                <a:gd name="T88" fmla="*/ 1192 w 1474"/>
                <a:gd name="T89" fmla="*/ 176 h 1250"/>
                <a:gd name="T90" fmla="*/ 1118 w 1474"/>
                <a:gd name="T91" fmla="*/ 437 h 1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74" h="1250">
                  <a:moveTo>
                    <a:pt x="1118" y="437"/>
                  </a:moveTo>
                  <a:cubicBezTo>
                    <a:pt x="1115" y="447"/>
                    <a:pt x="1121" y="457"/>
                    <a:pt x="1130" y="459"/>
                  </a:cubicBezTo>
                  <a:cubicBezTo>
                    <a:pt x="1132" y="460"/>
                    <a:pt x="1133" y="460"/>
                    <a:pt x="1134" y="460"/>
                  </a:cubicBezTo>
                  <a:lnTo>
                    <a:pt x="1233" y="460"/>
                  </a:lnTo>
                  <a:cubicBezTo>
                    <a:pt x="1241" y="460"/>
                    <a:pt x="1249" y="454"/>
                    <a:pt x="1250" y="446"/>
                  </a:cubicBezTo>
                  <a:lnTo>
                    <a:pt x="1295" y="237"/>
                  </a:lnTo>
                  <a:lnTo>
                    <a:pt x="1339" y="446"/>
                  </a:lnTo>
                  <a:cubicBezTo>
                    <a:pt x="1341" y="455"/>
                    <a:pt x="1349" y="461"/>
                    <a:pt x="1357" y="460"/>
                  </a:cubicBezTo>
                  <a:lnTo>
                    <a:pt x="1455" y="460"/>
                  </a:lnTo>
                  <a:cubicBezTo>
                    <a:pt x="1465" y="460"/>
                    <a:pt x="1473" y="452"/>
                    <a:pt x="1473" y="442"/>
                  </a:cubicBezTo>
                  <a:cubicBezTo>
                    <a:pt x="1473" y="440"/>
                    <a:pt x="1472" y="439"/>
                    <a:pt x="1472" y="437"/>
                  </a:cubicBezTo>
                  <a:lnTo>
                    <a:pt x="1377" y="102"/>
                  </a:lnTo>
                  <a:cubicBezTo>
                    <a:pt x="1379" y="64"/>
                    <a:pt x="1350" y="32"/>
                    <a:pt x="1312" y="30"/>
                  </a:cubicBezTo>
                  <a:lnTo>
                    <a:pt x="913" y="2"/>
                  </a:lnTo>
                  <a:lnTo>
                    <a:pt x="845" y="0"/>
                  </a:lnTo>
                  <a:cubicBezTo>
                    <a:pt x="836" y="0"/>
                    <a:pt x="828" y="4"/>
                    <a:pt x="822" y="11"/>
                  </a:cubicBezTo>
                  <a:lnTo>
                    <a:pt x="740" y="113"/>
                  </a:lnTo>
                  <a:cubicBezTo>
                    <a:pt x="739" y="114"/>
                    <a:pt x="739" y="114"/>
                    <a:pt x="738" y="114"/>
                  </a:cubicBezTo>
                  <a:cubicBezTo>
                    <a:pt x="737" y="114"/>
                    <a:pt x="736" y="114"/>
                    <a:pt x="736" y="113"/>
                  </a:cubicBezTo>
                  <a:lnTo>
                    <a:pt x="654" y="11"/>
                  </a:lnTo>
                  <a:cubicBezTo>
                    <a:pt x="649" y="4"/>
                    <a:pt x="640" y="0"/>
                    <a:pt x="632" y="0"/>
                  </a:cubicBezTo>
                  <a:lnTo>
                    <a:pt x="564" y="2"/>
                  </a:lnTo>
                  <a:lnTo>
                    <a:pt x="163" y="30"/>
                  </a:lnTo>
                  <a:cubicBezTo>
                    <a:pt x="126" y="32"/>
                    <a:pt x="98" y="63"/>
                    <a:pt x="99" y="100"/>
                  </a:cubicBezTo>
                  <a:lnTo>
                    <a:pt x="3" y="437"/>
                  </a:lnTo>
                  <a:cubicBezTo>
                    <a:pt x="0" y="447"/>
                    <a:pt x="6" y="457"/>
                    <a:pt x="15" y="460"/>
                  </a:cubicBezTo>
                  <a:cubicBezTo>
                    <a:pt x="17" y="460"/>
                    <a:pt x="18" y="460"/>
                    <a:pt x="20" y="460"/>
                  </a:cubicBezTo>
                  <a:lnTo>
                    <a:pt x="119" y="460"/>
                  </a:lnTo>
                  <a:cubicBezTo>
                    <a:pt x="127" y="460"/>
                    <a:pt x="134" y="454"/>
                    <a:pt x="136" y="446"/>
                  </a:cubicBezTo>
                  <a:lnTo>
                    <a:pt x="181" y="237"/>
                  </a:lnTo>
                  <a:lnTo>
                    <a:pt x="225" y="446"/>
                  </a:lnTo>
                  <a:cubicBezTo>
                    <a:pt x="227" y="454"/>
                    <a:pt x="234" y="460"/>
                    <a:pt x="242" y="460"/>
                  </a:cubicBezTo>
                  <a:lnTo>
                    <a:pt x="341" y="460"/>
                  </a:lnTo>
                  <a:cubicBezTo>
                    <a:pt x="350" y="460"/>
                    <a:pt x="358" y="452"/>
                    <a:pt x="358" y="442"/>
                  </a:cubicBezTo>
                  <a:cubicBezTo>
                    <a:pt x="358" y="440"/>
                    <a:pt x="358" y="439"/>
                    <a:pt x="357" y="437"/>
                  </a:cubicBezTo>
                  <a:lnTo>
                    <a:pt x="282" y="176"/>
                  </a:lnTo>
                  <a:lnTo>
                    <a:pt x="512" y="193"/>
                  </a:lnTo>
                  <a:lnTo>
                    <a:pt x="588" y="899"/>
                  </a:lnTo>
                  <a:lnTo>
                    <a:pt x="620" y="1190"/>
                  </a:lnTo>
                  <a:cubicBezTo>
                    <a:pt x="624" y="1224"/>
                    <a:pt x="653" y="1249"/>
                    <a:pt x="687" y="1249"/>
                  </a:cubicBezTo>
                  <a:lnTo>
                    <a:pt x="791" y="1249"/>
                  </a:lnTo>
                  <a:cubicBezTo>
                    <a:pt x="825" y="1249"/>
                    <a:pt x="854" y="1224"/>
                    <a:pt x="858" y="1190"/>
                  </a:cubicBezTo>
                  <a:lnTo>
                    <a:pt x="887" y="899"/>
                  </a:lnTo>
                  <a:lnTo>
                    <a:pt x="963" y="192"/>
                  </a:lnTo>
                  <a:lnTo>
                    <a:pt x="1192" y="176"/>
                  </a:lnTo>
                  <a:lnTo>
                    <a:pt x="1118" y="437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1F0AFC97-DDDB-4D8C-A1FF-D0E6AB6CDEC2}"/>
              </a:ext>
            </a:extLst>
          </p:cNvPr>
          <p:cNvSpPr/>
          <p:nvPr/>
        </p:nvSpPr>
        <p:spPr>
          <a:xfrm>
            <a:off x="4799206" y="4618719"/>
            <a:ext cx="2646452" cy="1078116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Proactively envisioned multimedia based expertise and cross-media growth strategies. Seamlessly visualize quality intellectual capital.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C6F94A4-1E2F-4129-80DD-5E0A5B5D58B7}"/>
              </a:ext>
            </a:extLst>
          </p:cNvPr>
          <p:cNvSpPr txBox="1"/>
          <p:nvPr/>
        </p:nvSpPr>
        <p:spPr>
          <a:xfrm>
            <a:off x="4799206" y="4301529"/>
            <a:ext cx="258907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86559E96-539A-49B7-BA32-0FD9DAC50447}"/>
              </a:ext>
            </a:extLst>
          </p:cNvPr>
          <p:cNvGrpSpPr/>
          <p:nvPr/>
        </p:nvGrpSpPr>
        <p:grpSpPr>
          <a:xfrm>
            <a:off x="8586949" y="1118474"/>
            <a:ext cx="2649726" cy="2376555"/>
            <a:chOff x="8335689" y="879798"/>
            <a:chExt cx="921193" cy="826224"/>
          </a:xfrm>
        </p:grpSpPr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xmlns="" id="{9AEFAED5-86AD-4514-B60F-37CB5AD2E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2167" y="974766"/>
              <a:ext cx="104465" cy="254515"/>
            </a:xfrm>
            <a:custGeom>
              <a:avLst/>
              <a:gdLst>
                <a:gd name="T0" fmla="*/ 77 w 241"/>
                <a:gd name="T1" fmla="*/ 589 h 590"/>
                <a:gd name="T2" fmla="*/ 240 w 241"/>
                <a:gd name="T3" fmla="*/ 0 h 590"/>
                <a:gd name="T4" fmla="*/ 164 w 241"/>
                <a:gd name="T5" fmla="*/ 0 h 590"/>
                <a:gd name="T6" fmla="*/ 0 w 241"/>
                <a:gd name="T7" fmla="*/ 589 h 590"/>
                <a:gd name="T8" fmla="*/ 77 w 241"/>
                <a:gd name="T9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590">
                  <a:moveTo>
                    <a:pt x="77" y="589"/>
                  </a:moveTo>
                  <a:lnTo>
                    <a:pt x="240" y="0"/>
                  </a:lnTo>
                  <a:lnTo>
                    <a:pt x="164" y="0"/>
                  </a:lnTo>
                  <a:lnTo>
                    <a:pt x="0" y="589"/>
                  </a:lnTo>
                  <a:lnTo>
                    <a:pt x="77" y="589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xmlns="" id="{096B3FAD-C0AC-411B-8037-61C7BC44F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330" y="974766"/>
              <a:ext cx="104465" cy="254515"/>
            </a:xfrm>
            <a:custGeom>
              <a:avLst/>
              <a:gdLst>
                <a:gd name="T0" fmla="*/ 164 w 242"/>
                <a:gd name="T1" fmla="*/ 589 h 590"/>
                <a:gd name="T2" fmla="*/ 241 w 242"/>
                <a:gd name="T3" fmla="*/ 589 h 590"/>
                <a:gd name="T4" fmla="*/ 77 w 242"/>
                <a:gd name="T5" fmla="*/ 0 h 590"/>
                <a:gd name="T6" fmla="*/ 0 w 242"/>
                <a:gd name="T7" fmla="*/ 0 h 590"/>
                <a:gd name="T8" fmla="*/ 164 w 242"/>
                <a:gd name="T9" fmla="*/ 589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590">
                  <a:moveTo>
                    <a:pt x="164" y="589"/>
                  </a:moveTo>
                  <a:lnTo>
                    <a:pt x="241" y="58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64" y="589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xmlns="" id="{8D70DC3D-7D6C-4652-A7D5-AE11B9D67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3876" y="974766"/>
              <a:ext cx="104466" cy="254515"/>
            </a:xfrm>
            <a:custGeom>
              <a:avLst/>
              <a:gdLst>
                <a:gd name="T0" fmla="*/ 164 w 241"/>
                <a:gd name="T1" fmla="*/ 0 h 590"/>
                <a:gd name="T2" fmla="*/ 0 w 241"/>
                <a:gd name="T3" fmla="*/ 589 h 590"/>
                <a:gd name="T4" fmla="*/ 77 w 241"/>
                <a:gd name="T5" fmla="*/ 589 h 590"/>
                <a:gd name="T6" fmla="*/ 240 w 241"/>
                <a:gd name="T7" fmla="*/ 0 h 590"/>
                <a:gd name="T8" fmla="*/ 164 w 241"/>
                <a:gd name="T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590">
                  <a:moveTo>
                    <a:pt x="164" y="0"/>
                  </a:moveTo>
                  <a:lnTo>
                    <a:pt x="0" y="589"/>
                  </a:lnTo>
                  <a:lnTo>
                    <a:pt x="77" y="589"/>
                  </a:lnTo>
                  <a:lnTo>
                    <a:pt x="240" y="0"/>
                  </a:lnTo>
                  <a:lnTo>
                    <a:pt x="164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xmlns="" id="{4A8DF56D-6500-438F-A667-BE259886D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4039" y="974766"/>
              <a:ext cx="104466" cy="254515"/>
            </a:xfrm>
            <a:custGeom>
              <a:avLst/>
              <a:gdLst>
                <a:gd name="T0" fmla="*/ 77 w 241"/>
                <a:gd name="T1" fmla="*/ 0 h 590"/>
                <a:gd name="T2" fmla="*/ 0 w 241"/>
                <a:gd name="T3" fmla="*/ 0 h 590"/>
                <a:gd name="T4" fmla="*/ 164 w 241"/>
                <a:gd name="T5" fmla="*/ 589 h 590"/>
                <a:gd name="T6" fmla="*/ 240 w 241"/>
                <a:gd name="T7" fmla="*/ 589 h 590"/>
                <a:gd name="T8" fmla="*/ 77 w 241"/>
                <a:gd name="T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590">
                  <a:moveTo>
                    <a:pt x="77" y="0"/>
                  </a:moveTo>
                  <a:lnTo>
                    <a:pt x="0" y="0"/>
                  </a:lnTo>
                  <a:lnTo>
                    <a:pt x="164" y="589"/>
                  </a:lnTo>
                  <a:lnTo>
                    <a:pt x="240" y="589"/>
                  </a:lnTo>
                  <a:lnTo>
                    <a:pt x="77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xmlns="" id="{90854723-7A89-4D3E-8DB7-F51A6DD4A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0267" y="1324249"/>
              <a:ext cx="220326" cy="94968"/>
            </a:xfrm>
            <a:custGeom>
              <a:avLst/>
              <a:gdLst>
                <a:gd name="T0" fmla="*/ 510 w 511"/>
                <a:gd name="T1" fmla="*/ 0 h 222"/>
                <a:gd name="T2" fmla="*/ 0 w 511"/>
                <a:gd name="T3" fmla="*/ 0 h 222"/>
                <a:gd name="T4" fmla="*/ 255 w 511"/>
                <a:gd name="T5" fmla="*/ 221 h 222"/>
                <a:gd name="T6" fmla="*/ 510 w 511"/>
                <a:gd name="T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1" h="222">
                  <a:moveTo>
                    <a:pt x="510" y="0"/>
                  </a:moveTo>
                  <a:lnTo>
                    <a:pt x="0" y="0"/>
                  </a:lnTo>
                  <a:cubicBezTo>
                    <a:pt x="18" y="124"/>
                    <a:pt x="126" y="221"/>
                    <a:pt x="255" y="221"/>
                  </a:cubicBezTo>
                  <a:cubicBezTo>
                    <a:pt x="385" y="221"/>
                    <a:pt x="492" y="124"/>
                    <a:pt x="51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xmlns="" id="{8ABF165B-2120-4387-A7E6-78F5B9739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8368" y="1259671"/>
              <a:ext cx="222225" cy="32289"/>
            </a:xfrm>
            <a:custGeom>
              <a:avLst/>
              <a:gdLst>
                <a:gd name="T0" fmla="*/ 258 w 517"/>
                <a:gd name="T1" fmla="*/ 74 h 75"/>
                <a:gd name="T2" fmla="*/ 0 w 517"/>
                <a:gd name="T3" fmla="*/ 74 h 75"/>
                <a:gd name="T4" fmla="*/ 0 w 517"/>
                <a:gd name="T5" fmla="*/ 0 h 75"/>
                <a:gd name="T6" fmla="*/ 516 w 517"/>
                <a:gd name="T7" fmla="*/ 0 h 75"/>
                <a:gd name="T8" fmla="*/ 516 w 517"/>
                <a:gd name="T9" fmla="*/ 74 h 75"/>
                <a:gd name="T10" fmla="*/ 258 w 517"/>
                <a:gd name="T11" fmla="*/ 7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7" h="75">
                  <a:moveTo>
                    <a:pt x="258" y="74"/>
                  </a:moveTo>
                  <a:lnTo>
                    <a:pt x="0" y="74"/>
                  </a:lnTo>
                  <a:lnTo>
                    <a:pt x="0" y="0"/>
                  </a:lnTo>
                  <a:lnTo>
                    <a:pt x="516" y="0"/>
                  </a:lnTo>
                  <a:lnTo>
                    <a:pt x="516" y="74"/>
                  </a:lnTo>
                  <a:lnTo>
                    <a:pt x="258" y="7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xmlns="" id="{053E4380-5507-4E9B-BDAB-9B5C655B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5689" y="910188"/>
              <a:ext cx="360880" cy="94968"/>
            </a:xfrm>
            <a:custGeom>
              <a:avLst/>
              <a:gdLst>
                <a:gd name="T0" fmla="*/ 110 w 837"/>
                <a:gd name="T1" fmla="*/ 148 h 222"/>
                <a:gd name="T2" fmla="*/ 74 w 837"/>
                <a:gd name="T3" fmla="*/ 148 h 222"/>
                <a:gd name="T4" fmla="*/ 74 w 837"/>
                <a:gd name="T5" fmla="*/ 74 h 222"/>
                <a:gd name="T6" fmla="*/ 814 w 837"/>
                <a:gd name="T7" fmla="*/ 74 h 222"/>
                <a:gd name="T8" fmla="*/ 836 w 837"/>
                <a:gd name="T9" fmla="*/ 0 h 222"/>
                <a:gd name="T10" fmla="*/ 110 w 837"/>
                <a:gd name="T11" fmla="*/ 0 h 222"/>
                <a:gd name="T12" fmla="*/ 0 w 837"/>
                <a:gd name="T13" fmla="*/ 111 h 222"/>
                <a:gd name="T14" fmla="*/ 110 w 837"/>
                <a:gd name="T15" fmla="*/ 221 h 222"/>
                <a:gd name="T16" fmla="*/ 147 w 837"/>
                <a:gd name="T17" fmla="*/ 185 h 222"/>
                <a:gd name="T18" fmla="*/ 110 w 837"/>
                <a:gd name="T19" fmla="*/ 14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7" h="222">
                  <a:moveTo>
                    <a:pt x="110" y="148"/>
                  </a:moveTo>
                  <a:lnTo>
                    <a:pt x="74" y="148"/>
                  </a:lnTo>
                  <a:lnTo>
                    <a:pt x="74" y="74"/>
                  </a:lnTo>
                  <a:lnTo>
                    <a:pt x="814" y="74"/>
                  </a:lnTo>
                  <a:cubicBezTo>
                    <a:pt x="817" y="48"/>
                    <a:pt x="825" y="23"/>
                    <a:pt x="836" y="0"/>
                  </a:cubicBezTo>
                  <a:lnTo>
                    <a:pt x="110" y="0"/>
                  </a:lnTo>
                  <a:cubicBezTo>
                    <a:pt x="49" y="0"/>
                    <a:pt x="0" y="50"/>
                    <a:pt x="0" y="111"/>
                  </a:cubicBezTo>
                  <a:cubicBezTo>
                    <a:pt x="0" y="172"/>
                    <a:pt x="49" y="221"/>
                    <a:pt x="110" y="221"/>
                  </a:cubicBezTo>
                  <a:cubicBezTo>
                    <a:pt x="131" y="221"/>
                    <a:pt x="147" y="205"/>
                    <a:pt x="147" y="185"/>
                  </a:cubicBezTo>
                  <a:cubicBezTo>
                    <a:pt x="147" y="164"/>
                    <a:pt x="131" y="148"/>
                    <a:pt x="110" y="14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xmlns="" id="{8E0D90D6-0E94-407D-B36D-4296FFF3B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140" y="942476"/>
              <a:ext cx="32290" cy="32290"/>
            </a:xfrm>
            <a:custGeom>
              <a:avLst/>
              <a:gdLst>
                <a:gd name="T0" fmla="*/ 74 w 75"/>
                <a:gd name="T1" fmla="*/ 37 h 75"/>
                <a:gd name="T2" fmla="*/ 69 w 75"/>
                <a:gd name="T3" fmla="*/ 55 h 75"/>
                <a:gd name="T4" fmla="*/ 55 w 75"/>
                <a:gd name="T5" fmla="*/ 69 h 75"/>
                <a:gd name="T6" fmla="*/ 37 w 75"/>
                <a:gd name="T7" fmla="*/ 74 h 75"/>
                <a:gd name="T8" fmla="*/ 18 w 75"/>
                <a:gd name="T9" fmla="*/ 69 h 75"/>
                <a:gd name="T10" fmla="*/ 5 w 75"/>
                <a:gd name="T11" fmla="*/ 55 h 75"/>
                <a:gd name="T12" fmla="*/ 0 w 75"/>
                <a:gd name="T13" fmla="*/ 37 h 75"/>
                <a:gd name="T14" fmla="*/ 5 w 75"/>
                <a:gd name="T15" fmla="*/ 18 h 75"/>
                <a:gd name="T16" fmla="*/ 18 w 75"/>
                <a:gd name="T17" fmla="*/ 5 h 75"/>
                <a:gd name="T18" fmla="*/ 37 w 75"/>
                <a:gd name="T19" fmla="*/ 0 h 75"/>
                <a:gd name="T20" fmla="*/ 55 w 75"/>
                <a:gd name="T21" fmla="*/ 5 h 75"/>
                <a:gd name="T22" fmla="*/ 69 w 75"/>
                <a:gd name="T23" fmla="*/ 18 h 75"/>
                <a:gd name="T24" fmla="*/ 74 w 75"/>
                <a:gd name="T2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" h="75">
                  <a:moveTo>
                    <a:pt x="74" y="37"/>
                  </a:moveTo>
                  <a:cubicBezTo>
                    <a:pt x="74" y="44"/>
                    <a:pt x="73" y="49"/>
                    <a:pt x="69" y="55"/>
                  </a:cubicBezTo>
                  <a:cubicBezTo>
                    <a:pt x="66" y="61"/>
                    <a:pt x="61" y="65"/>
                    <a:pt x="55" y="69"/>
                  </a:cubicBezTo>
                  <a:cubicBezTo>
                    <a:pt x="49" y="72"/>
                    <a:pt x="44" y="74"/>
                    <a:pt x="37" y="74"/>
                  </a:cubicBezTo>
                  <a:cubicBezTo>
                    <a:pt x="30" y="74"/>
                    <a:pt x="24" y="72"/>
                    <a:pt x="18" y="69"/>
                  </a:cubicBezTo>
                  <a:cubicBezTo>
                    <a:pt x="12" y="65"/>
                    <a:pt x="9" y="61"/>
                    <a:pt x="5" y="55"/>
                  </a:cubicBezTo>
                  <a:cubicBezTo>
                    <a:pt x="2" y="49"/>
                    <a:pt x="0" y="44"/>
                    <a:pt x="0" y="37"/>
                  </a:cubicBezTo>
                  <a:cubicBezTo>
                    <a:pt x="0" y="30"/>
                    <a:pt x="2" y="23"/>
                    <a:pt x="5" y="18"/>
                  </a:cubicBezTo>
                  <a:cubicBezTo>
                    <a:pt x="9" y="12"/>
                    <a:pt x="12" y="8"/>
                    <a:pt x="18" y="5"/>
                  </a:cubicBezTo>
                  <a:cubicBezTo>
                    <a:pt x="24" y="2"/>
                    <a:pt x="30" y="0"/>
                    <a:pt x="37" y="0"/>
                  </a:cubicBezTo>
                  <a:cubicBezTo>
                    <a:pt x="44" y="0"/>
                    <a:pt x="49" y="2"/>
                    <a:pt x="55" y="5"/>
                  </a:cubicBezTo>
                  <a:cubicBezTo>
                    <a:pt x="61" y="8"/>
                    <a:pt x="66" y="12"/>
                    <a:pt x="69" y="18"/>
                  </a:cubicBezTo>
                  <a:cubicBezTo>
                    <a:pt x="73" y="23"/>
                    <a:pt x="74" y="30"/>
                    <a:pt x="74" y="3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xmlns="" id="{41C08009-4A07-4247-8133-6EA019362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5562" y="879798"/>
              <a:ext cx="159547" cy="159547"/>
            </a:xfrm>
            <a:custGeom>
              <a:avLst/>
              <a:gdLst>
                <a:gd name="T0" fmla="*/ 185 w 370"/>
                <a:gd name="T1" fmla="*/ 368 h 369"/>
                <a:gd name="T2" fmla="*/ 369 w 370"/>
                <a:gd name="T3" fmla="*/ 184 h 369"/>
                <a:gd name="T4" fmla="*/ 185 w 370"/>
                <a:gd name="T5" fmla="*/ 0 h 369"/>
                <a:gd name="T6" fmla="*/ 0 w 370"/>
                <a:gd name="T7" fmla="*/ 184 h 369"/>
                <a:gd name="T8" fmla="*/ 185 w 370"/>
                <a:gd name="T9" fmla="*/ 368 h 369"/>
                <a:gd name="T10" fmla="*/ 185 w 370"/>
                <a:gd name="T11" fmla="*/ 73 h 369"/>
                <a:gd name="T12" fmla="*/ 295 w 370"/>
                <a:gd name="T13" fmla="*/ 184 h 369"/>
                <a:gd name="T14" fmla="*/ 185 w 370"/>
                <a:gd name="T15" fmla="*/ 294 h 369"/>
                <a:gd name="T16" fmla="*/ 74 w 370"/>
                <a:gd name="T17" fmla="*/ 184 h 369"/>
                <a:gd name="T18" fmla="*/ 185 w 370"/>
                <a:gd name="T19" fmla="*/ 7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0" h="369">
                  <a:moveTo>
                    <a:pt x="185" y="368"/>
                  </a:moveTo>
                  <a:cubicBezTo>
                    <a:pt x="286" y="368"/>
                    <a:pt x="369" y="285"/>
                    <a:pt x="369" y="184"/>
                  </a:cubicBezTo>
                  <a:cubicBezTo>
                    <a:pt x="369" y="82"/>
                    <a:pt x="286" y="0"/>
                    <a:pt x="185" y="0"/>
                  </a:cubicBezTo>
                  <a:cubicBezTo>
                    <a:pt x="83" y="0"/>
                    <a:pt x="0" y="82"/>
                    <a:pt x="0" y="184"/>
                  </a:cubicBezTo>
                  <a:cubicBezTo>
                    <a:pt x="0" y="285"/>
                    <a:pt x="83" y="368"/>
                    <a:pt x="185" y="368"/>
                  </a:cubicBezTo>
                  <a:close/>
                  <a:moveTo>
                    <a:pt x="185" y="73"/>
                  </a:moveTo>
                  <a:cubicBezTo>
                    <a:pt x="246" y="73"/>
                    <a:pt x="295" y="123"/>
                    <a:pt x="295" y="184"/>
                  </a:cubicBezTo>
                  <a:cubicBezTo>
                    <a:pt x="295" y="245"/>
                    <a:pt x="246" y="294"/>
                    <a:pt x="185" y="294"/>
                  </a:cubicBezTo>
                  <a:cubicBezTo>
                    <a:pt x="124" y="294"/>
                    <a:pt x="74" y="245"/>
                    <a:pt x="74" y="184"/>
                  </a:cubicBezTo>
                  <a:cubicBezTo>
                    <a:pt x="74" y="123"/>
                    <a:pt x="124" y="73"/>
                    <a:pt x="185" y="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xmlns="" id="{3CD8B098-A20D-4455-9A96-51F5CB6D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530" y="1060237"/>
              <a:ext cx="94968" cy="518528"/>
            </a:xfrm>
            <a:custGeom>
              <a:avLst/>
              <a:gdLst>
                <a:gd name="T0" fmla="*/ 0 w 219"/>
                <a:gd name="T1" fmla="*/ 21 h 1204"/>
                <a:gd name="T2" fmla="*/ 0 w 219"/>
                <a:gd name="T3" fmla="*/ 1203 h 1204"/>
                <a:gd name="T4" fmla="*/ 42 w 219"/>
                <a:gd name="T5" fmla="*/ 1203 h 1204"/>
                <a:gd name="T6" fmla="*/ 218 w 219"/>
                <a:gd name="T7" fmla="*/ 147 h 1204"/>
                <a:gd name="T8" fmla="*/ 71 w 219"/>
                <a:gd name="T9" fmla="*/ 0 h 1204"/>
                <a:gd name="T10" fmla="*/ 0 w 219"/>
                <a:gd name="T11" fmla="*/ 21 h 1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9" h="1204">
                  <a:moveTo>
                    <a:pt x="0" y="21"/>
                  </a:moveTo>
                  <a:lnTo>
                    <a:pt x="0" y="1203"/>
                  </a:lnTo>
                  <a:lnTo>
                    <a:pt x="42" y="1203"/>
                  </a:lnTo>
                  <a:lnTo>
                    <a:pt x="218" y="147"/>
                  </a:lnTo>
                  <a:lnTo>
                    <a:pt x="71" y="0"/>
                  </a:lnTo>
                  <a:cubicBezTo>
                    <a:pt x="49" y="10"/>
                    <a:pt x="25" y="17"/>
                    <a:pt x="0" y="2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xmlns="" id="{D14DBA64-C076-4CA9-AD98-7A4127449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5172" y="1060237"/>
              <a:ext cx="94968" cy="518528"/>
            </a:xfrm>
            <a:custGeom>
              <a:avLst/>
              <a:gdLst>
                <a:gd name="T0" fmla="*/ 176 w 220"/>
                <a:gd name="T1" fmla="*/ 1203 h 1204"/>
                <a:gd name="T2" fmla="*/ 219 w 220"/>
                <a:gd name="T3" fmla="*/ 1203 h 1204"/>
                <a:gd name="T4" fmla="*/ 219 w 220"/>
                <a:gd name="T5" fmla="*/ 21 h 1204"/>
                <a:gd name="T6" fmla="*/ 148 w 220"/>
                <a:gd name="T7" fmla="*/ 0 h 1204"/>
                <a:gd name="T8" fmla="*/ 0 w 220"/>
                <a:gd name="T9" fmla="*/ 147 h 1204"/>
                <a:gd name="T10" fmla="*/ 176 w 220"/>
                <a:gd name="T11" fmla="*/ 1203 h 1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" h="1204">
                  <a:moveTo>
                    <a:pt x="176" y="1203"/>
                  </a:moveTo>
                  <a:lnTo>
                    <a:pt x="219" y="1203"/>
                  </a:lnTo>
                  <a:lnTo>
                    <a:pt x="219" y="21"/>
                  </a:lnTo>
                  <a:cubicBezTo>
                    <a:pt x="194" y="17"/>
                    <a:pt x="170" y="10"/>
                    <a:pt x="148" y="0"/>
                  </a:cubicBezTo>
                  <a:lnTo>
                    <a:pt x="0" y="147"/>
                  </a:lnTo>
                  <a:lnTo>
                    <a:pt x="176" y="120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xmlns="" id="{DFC2719B-B637-4C01-BE63-C55AD5838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8305" y="1635746"/>
              <a:ext cx="412162" cy="70276"/>
            </a:xfrm>
            <a:custGeom>
              <a:avLst/>
              <a:gdLst>
                <a:gd name="T0" fmla="*/ 0 w 959"/>
                <a:gd name="T1" fmla="*/ 0 h 161"/>
                <a:gd name="T2" fmla="*/ 0 w 959"/>
                <a:gd name="T3" fmla="*/ 50 h 161"/>
                <a:gd name="T4" fmla="*/ 479 w 959"/>
                <a:gd name="T5" fmla="*/ 160 h 161"/>
                <a:gd name="T6" fmla="*/ 958 w 959"/>
                <a:gd name="T7" fmla="*/ 50 h 161"/>
                <a:gd name="T8" fmla="*/ 958 w 959"/>
                <a:gd name="T9" fmla="*/ 0 h 161"/>
                <a:gd name="T10" fmla="*/ 479 w 959"/>
                <a:gd name="T11" fmla="*/ 86 h 161"/>
                <a:gd name="T12" fmla="*/ 0 w 959"/>
                <a:gd name="T1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9" h="161">
                  <a:moveTo>
                    <a:pt x="0" y="0"/>
                  </a:moveTo>
                  <a:lnTo>
                    <a:pt x="0" y="50"/>
                  </a:lnTo>
                  <a:cubicBezTo>
                    <a:pt x="0" y="83"/>
                    <a:pt x="163" y="160"/>
                    <a:pt x="479" y="160"/>
                  </a:cubicBezTo>
                  <a:cubicBezTo>
                    <a:pt x="795" y="160"/>
                    <a:pt x="958" y="83"/>
                    <a:pt x="958" y="50"/>
                  </a:cubicBezTo>
                  <a:lnTo>
                    <a:pt x="958" y="0"/>
                  </a:lnTo>
                  <a:cubicBezTo>
                    <a:pt x="856" y="59"/>
                    <a:pt x="662" y="86"/>
                    <a:pt x="479" y="86"/>
                  </a:cubicBezTo>
                  <a:cubicBezTo>
                    <a:pt x="295" y="86"/>
                    <a:pt x="102" y="59"/>
                    <a:pt x="0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xmlns="" id="{8AB28AED-3E02-4C39-9ECF-37BE82549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6002" y="910188"/>
              <a:ext cx="360880" cy="94968"/>
            </a:xfrm>
            <a:custGeom>
              <a:avLst/>
              <a:gdLst>
                <a:gd name="T0" fmla="*/ 725 w 837"/>
                <a:gd name="T1" fmla="*/ 0 h 222"/>
                <a:gd name="T2" fmla="*/ 0 w 837"/>
                <a:gd name="T3" fmla="*/ 0 h 222"/>
                <a:gd name="T4" fmla="*/ 22 w 837"/>
                <a:gd name="T5" fmla="*/ 74 h 222"/>
                <a:gd name="T6" fmla="*/ 762 w 837"/>
                <a:gd name="T7" fmla="*/ 74 h 222"/>
                <a:gd name="T8" fmla="*/ 762 w 837"/>
                <a:gd name="T9" fmla="*/ 148 h 222"/>
                <a:gd name="T10" fmla="*/ 725 w 837"/>
                <a:gd name="T11" fmla="*/ 148 h 222"/>
                <a:gd name="T12" fmla="*/ 688 w 837"/>
                <a:gd name="T13" fmla="*/ 185 h 222"/>
                <a:gd name="T14" fmla="*/ 725 w 837"/>
                <a:gd name="T15" fmla="*/ 221 h 222"/>
                <a:gd name="T16" fmla="*/ 836 w 837"/>
                <a:gd name="T17" fmla="*/ 111 h 222"/>
                <a:gd name="T18" fmla="*/ 725 w 837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7" h="222">
                  <a:moveTo>
                    <a:pt x="725" y="0"/>
                  </a:moveTo>
                  <a:lnTo>
                    <a:pt x="0" y="0"/>
                  </a:lnTo>
                  <a:cubicBezTo>
                    <a:pt x="11" y="23"/>
                    <a:pt x="18" y="48"/>
                    <a:pt x="22" y="74"/>
                  </a:cubicBezTo>
                  <a:lnTo>
                    <a:pt x="762" y="74"/>
                  </a:lnTo>
                  <a:lnTo>
                    <a:pt x="762" y="148"/>
                  </a:lnTo>
                  <a:lnTo>
                    <a:pt x="725" y="148"/>
                  </a:lnTo>
                  <a:cubicBezTo>
                    <a:pt x="705" y="148"/>
                    <a:pt x="688" y="164"/>
                    <a:pt x="688" y="185"/>
                  </a:cubicBezTo>
                  <a:cubicBezTo>
                    <a:pt x="688" y="205"/>
                    <a:pt x="705" y="221"/>
                    <a:pt x="725" y="221"/>
                  </a:cubicBezTo>
                  <a:cubicBezTo>
                    <a:pt x="786" y="221"/>
                    <a:pt x="836" y="172"/>
                    <a:pt x="836" y="111"/>
                  </a:cubicBezTo>
                  <a:cubicBezTo>
                    <a:pt x="836" y="50"/>
                    <a:pt x="786" y="0"/>
                    <a:pt x="72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xmlns="" id="{098A19F6-8A3B-4528-A63C-B509A764C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8305" y="1550273"/>
              <a:ext cx="412162" cy="93070"/>
            </a:xfrm>
            <a:custGeom>
              <a:avLst/>
              <a:gdLst>
                <a:gd name="T0" fmla="*/ 644 w 959"/>
                <a:gd name="T1" fmla="*/ 0 h 214"/>
                <a:gd name="T2" fmla="*/ 631 w 959"/>
                <a:gd name="T3" fmla="*/ 77 h 214"/>
                <a:gd name="T4" fmla="*/ 558 w 959"/>
                <a:gd name="T5" fmla="*/ 139 h 214"/>
                <a:gd name="T6" fmla="*/ 399 w 959"/>
                <a:gd name="T7" fmla="*/ 139 h 214"/>
                <a:gd name="T8" fmla="*/ 327 w 959"/>
                <a:gd name="T9" fmla="*/ 77 h 214"/>
                <a:gd name="T10" fmla="*/ 314 w 959"/>
                <a:gd name="T11" fmla="*/ 0 h 214"/>
                <a:gd name="T12" fmla="*/ 0 w 959"/>
                <a:gd name="T13" fmla="*/ 102 h 214"/>
                <a:gd name="T14" fmla="*/ 479 w 959"/>
                <a:gd name="T15" fmla="*/ 213 h 214"/>
                <a:gd name="T16" fmla="*/ 958 w 959"/>
                <a:gd name="T17" fmla="*/ 102 h 214"/>
                <a:gd name="T18" fmla="*/ 644 w 959"/>
                <a:gd name="T1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9" h="214">
                  <a:moveTo>
                    <a:pt x="644" y="0"/>
                  </a:moveTo>
                  <a:lnTo>
                    <a:pt x="631" y="77"/>
                  </a:lnTo>
                  <a:cubicBezTo>
                    <a:pt x="625" y="113"/>
                    <a:pt x="594" y="139"/>
                    <a:pt x="558" y="139"/>
                  </a:cubicBezTo>
                  <a:lnTo>
                    <a:pt x="399" y="139"/>
                  </a:lnTo>
                  <a:cubicBezTo>
                    <a:pt x="363" y="139"/>
                    <a:pt x="333" y="113"/>
                    <a:pt x="327" y="77"/>
                  </a:cubicBezTo>
                  <a:lnTo>
                    <a:pt x="314" y="0"/>
                  </a:lnTo>
                  <a:cubicBezTo>
                    <a:pt x="91" y="21"/>
                    <a:pt x="0" y="80"/>
                    <a:pt x="0" y="102"/>
                  </a:cubicBezTo>
                  <a:cubicBezTo>
                    <a:pt x="0" y="135"/>
                    <a:pt x="163" y="213"/>
                    <a:pt x="479" y="213"/>
                  </a:cubicBezTo>
                  <a:cubicBezTo>
                    <a:pt x="795" y="213"/>
                    <a:pt x="958" y="135"/>
                    <a:pt x="958" y="102"/>
                  </a:cubicBezTo>
                  <a:cubicBezTo>
                    <a:pt x="958" y="80"/>
                    <a:pt x="867" y="21"/>
                    <a:pt x="644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xmlns="" id="{B99629F4-A349-42CA-AA02-14829B0C3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0077" y="1259671"/>
              <a:ext cx="222226" cy="32289"/>
            </a:xfrm>
            <a:custGeom>
              <a:avLst/>
              <a:gdLst>
                <a:gd name="T0" fmla="*/ 258 w 517"/>
                <a:gd name="T1" fmla="*/ 74 h 75"/>
                <a:gd name="T2" fmla="*/ 0 w 517"/>
                <a:gd name="T3" fmla="*/ 74 h 75"/>
                <a:gd name="T4" fmla="*/ 0 w 517"/>
                <a:gd name="T5" fmla="*/ 0 h 75"/>
                <a:gd name="T6" fmla="*/ 516 w 517"/>
                <a:gd name="T7" fmla="*/ 0 h 75"/>
                <a:gd name="T8" fmla="*/ 516 w 517"/>
                <a:gd name="T9" fmla="*/ 74 h 75"/>
                <a:gd name="T10" fmla="*/ 258 w 517"/>
                <a:gd name="T11" fmla="*/ 7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7" h="75">
                  <a:moveTo>
                    <a:pt x="258" y="74"/>
                  </a:moveTo>
                  <a:lnTo>
                    <a:pt x="0" y="74"/>
                  </a:lnTo>
                  <a:lnTo>
                    <a:pt x="0" y="0"/>
                  </a:lnTo>
                  <a:lnTo>
                    <a:pt x="516" y="0"/>
                  </a:lnTo>
                  <a:lnTo>
                    <a:pt x="516" y="74"/>
                  </a:lnTo>
                  <a:lnTo>
                    <a:pt x="258" y="7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xmlns="" id="{67FA575C-08A3-478B-8D30-6C1F827D9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1977" y="1324249"/>
              <a:ext cx="220326" cy="94968"/>
            </a:xfrm>
            <a:custGeom>
              <a:avLst/>
              <a:gdLst>
                <a:gd name="T0" fmla="*/ 255 w 511"/>
                <a:gd name="T1" fmla="*/ 221 h 222"/>
                <a:gd name="T2" fmla="*/ 510 w 511"/>
                <a:gd name="T3" fmla="*/ 0 h 222"/>
                <a:gd name="T4" fmla="*/ 0 w 511"/>
                <a:gd name="T5" fmla="*/ 0 h 222"/>
                <a:gd name="T6" fmla="*/ 255 w 511"/>
                <a:gd name="T7" fmla="*/ 221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1" h="222">
                  <a:moveTo>
                    <a:pt x="255" y="221"/>
                  </a:moveTo>
                  <a:cubicBezTo>
                    <a:pt x="385" y="221"/>
                    <a:pt x="492" y="124"/>
                    <a:pt x="510" y="0"/>
                  </a:cubicBezTo>
                  <a:lnTo>
                    <a:pt x="0" y="0"/>
                  </a:lnTo>
                  <a:cubicBezTo>
                    <a:pt x="18" y="124"/>
                    <a:pt x="126" y="221"/>
                    <a:pt x="255" y="22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48803BC4-1A62-4C6D-8FE5-93E312C064AD}"/>
              </a:ext>
            </a:extLst>
          </p:cNvPr>
          <p:cNvSpPr/>
          <p:nvPr/>
        </p:nvSpPr>
        <p:spPr>
          <a:xfrm>
            <a:off x="8586949" y="4618719"/>
            <a:ext cx="2646452" cy="1078116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Proactively envisioned multimedia based expertise and cross-media growth strategies. Seamlessly visualize quality intellectual capital.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C05E701E-308C-4C54-9A77-72E80BEDC07A}"/>
              </a:ext>
            </a:extLst>
          </p:cNvPr>
          <p:cNvSpPr txBox="1"/>
          <p:nvPr/>
        </p:nvSpPr>
        <p:spPr>
          <a:xfrm>
            <a:off x="8586949" y="4301529"/>
            <a:ext cx="2649726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900D6DE-8872-4833-BDE4-ACF33CBE812B}"/>
              </a:ext>
            </a:extLst>
          </p:cNvPr>
          <p:cNvSpPr txBox="1"/>
          <p:nvPr/>
        </p:nvSpPr>
        <p:spPr>
          <a:xfrm>
            <a:off x="955326" y="4134175"/>
            <a:ext cx="2700459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  <a:cs typeface="Times Sans Serif" panose="02020603050405020304" pitchFamily="18" charset="0"/>
              </a:rPr>
              <a:t>Law is Universal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181B5C2-947B-4492-BBB1-80065D0E52F0}"/>
              </a:ext>
            </a:extLst>
          </p:cNvPr>
          <p:cNvSpPr/>
          <p:nvPr/>
        </p:nvSpPr>
        <p:spPr>
          <a:xfrm>
            <a:off x="955326" y="4618719"/>
            <a:ext cx="2700460" cy="1078116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Proactively envisioned multimedia based expertise and cross media growth strategies. Seamlessly visualize quality intellectual.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8657BBA9-5E82-4B92-9B5B-94317DA2AFDB}"/>
              </a:ext>
            </a:extLst>
          </p:cNvPr>
          <p:cNvSpPr txBox="1"/>
          <p:nvPr/>
        </p:nvSpPr>
        <p:spPr>
          <a:xfrm>
            <a:off x="955326" y="938938"/>
            <a:ext cx="25603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WWW.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 ARKENA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3311234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BBCCB06-EFA5-4D04-AA21-5DD454FF3236}"/>
              </a:ext>
            </a:extLst>
          </p:cNvPr>
          <p:cNvSpPr/>
          <p:nvPr/>
        </p:nvSpPr>
        <p:spPr>
          <a:xfrm>
            <a:off x="1327505" y="785948"/>
            <a:ext cx="9921712" cy="528610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1AB8466-308E-4B9D-BD52-D0C6581152F7}"/>
              </a:ext>
            </a:extLst>
          </p:cNvPr>
          <p:cNvSpPr txBox="1"/>
          <p:nvPr/>
        </p:nvSpPr>
        <p:spPr>
          <a:xfrm>
            <a:off x="6847344" y="4461769"/>
            <a:ext cx="332646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22" name="7 CuadroTexto">
            <a:extLst>
              <a:ext uri="{FF2B5EF4-FFF2-40B4-BE49-F238E27FC236}">
                <a16:creationId xmlns:a16="http://schemas.microsoft.com/office/drawing/2014/main" xmlns="" id="{0CE6BA4B-FF6D-45FE-9167-E8D95468CF82}"/>
              </a:ext>
            </a:extLst>
          </p:cNvPr>
          <p:cNvSpPr txBox="1"/>
          <p:nvPr/>
        </p:nvSpPr>
        <p:spPr>
          <a:xfrm>
            <a:off x="6847344" y="4735101"/>
            <a:ext cx="3326465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7F14FB24-972D-4951-9D98-CA63C27ACE0A}"/>
              </a:ext>
            </a:extLst>
          </p:cNvPr>
          <p:cNvSpPr txBox="1"/>
          <p:nvPr/>
        </p:nvSpPr>
        <p:spPr>
          <a:xfrm>
            <a:off x="6847344" y="2891422"/>
            <a:ext cx="332646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sp>
        <p:nvSpPr>
          <p:cNvPr id="24" name="7 CuadroTexto">
            <a:extLst>
              <a:ext uri="{FF2B5EF4-FFF2-40B4-BE49-F238E27FC236}">
                <a16:creationId xmlns:a16="http://schemas.microsoft.com/office/drawing/2014/main" xmlns="" id="{275DEA87-E486-4849-B311-586560339E0B}"/>
              </a:ext>
            </a:extLst>
          </p:cNvPr>
          <p:cNvSpPr txBox="1"/>
          <p:nvPr/>
        </p:nvSpPr>
        <p:spPr>
          <a:xfrm>
            <a:off x="6847344" y="3164754"/>
            <a:ext cx="3326465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2BC4468-8846-4C49-BC27-04195688DD65}"/>
              </a:ext>
            </a:extLst>
          </p:cNvPr>
          <p:cNvSpPr txBox="1"/>
          <p:nvPr/>
        </p:nvSpPr>
        <p:spPr>
          <a:xfrm>
            <a:off x="6847344" y="1321076"/>
            <a:ext cx="332646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26" name="7 CuadroTexto">
            <a:extLst>
              <a:ext uri="{FF2B5EF4-FFF2-40B4-BE49-F238E27FC236}">
                <a16:creationId xmlns:a16="http://schemas.microsoft.com/office/drawing/2014/main" xmlns="" id="{0B1B9610-9763-4646-8FCC-335A5A7AC6A5}"/>
              </a:ext>
            </a:extLst>
          </p:cNvPr>
          <p:cNvSpPr txBox="1"/>
          <p:nvPr/>
        </p:nvSpPr>
        <p:spPr>
          <a:xfrm>
            <a:off x="6847344" y="1594408"/>
            <a:ext cx="3326465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D3BFF6E6-AA59-4D00-9E0E-4722C4460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53093" y="1219200"/>
            <a:ext cx="1853384" cy="20572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0371125-ECBD-4CF4-B338-859F7B482CCB}"/>
              </a:ext>
            </a:extLst>
          </p:cNvPr>
          <p:cNvSpPr/>
          <p:nvPr/>
        </p:nvSpPr>
        <p:spPr>
          <a:xfrm>
            <a:off x="3535973" y="1450208"/>
            <a:ext cx="1487624" cy="437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mo" panose="020B0604020202020204" pitchFamily="34" charset="0"/>
              </a:rPr>
              <a:t>Interactively procrastinate high payoff content </a:t>
            </a:r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xmlns="" id="{5AC90F7B-70ED-44E9-81AD-97EC053B2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8087" y="3499852"/>
            <a:ext cx="1490018" cy="1722837"/>
          </a:xfrm>
          <a:custGeom>
            <a:avLst/>
            <a:gdLst>
              <a:gd name="T0" fmla="*/ 0 w 1279"/>
              <a:gd name="T1" fmla="*/ 0 h 1456"/>
              <a:gd name="T2" fmla="*/ 1207 w 1279"/>
              <a:gd name="T3" fmla="*/ 0 h 1456"/>
              <a:gd name="T4" fmla="*/ 1278 w 1279"/>
              <a:gd name="T5" fmla="*/ 71 h 1456"/>
              <a:gd name="T6" fmla="*/ 1278 w 1279"/>
              <a:gd name="T7" fmla="*/ 1455 h 1456"/>
              <a:gd name="T8" fmla="*/ 981 w 1279"/>
              <a:gd name="T9" fmla="*/ 1455 h 1456"/>
              <a:gd name="T10" fmla="*/ 1011 w 1279"/>
              <a:gd name="T11" fmla="*/ 1395 h 1456"/>
              <a:gd name="T12" fmla="*/ 1029 w 1279"/>
              <a:gd name="T13" fmla="*/ 1315 h 1456"/>
              <a:gd name="T14" fmla="*/ 1029 w 1279"/>
              <a:gd name="T15" fmla="*/ 994 h 1456"/>
              <a:gd name="T16" fmla="*/ 1029 w 1279"/>
              <a:gd name="T17" fmla="*/ 586 h 1456"/>
              <a:gd name="T18" fmla="*/ 941 w 1279"/>
              <a:gd name="T19" fmla="*/ 497 h 1456"/>
              <a:gd name="T20" fmla="*/ 887 w 1279"/>
              <a:gd name="T21" fmla="*/ 497 h 1456"/>
              <a:gd name="T22" fmla="*/ 887 w 1279"/>
              <a:gd name="T23" fmla="*/ 444 h 1456"/>
              <a:gd name="T24" fmla="*/ 799 w 1279"/>
              <a:gd name="T25" fmla="*/ 355 h 1456"/>
              <a:gd name="T26" fmla="*/ 744 w 1279"/>
              <a:gd name="T27" fmla="*/ 355 h 1456"/>
              <a:gd name="T28" fmla="*/ 657 w 1279"/>
              <a:gd name="T29" fmla="*/ 284 h 1456"/>
              <a:gd name="T30" fmla="*/ 621 w 1279"/>
              <a:gd name="T31" fmla="*/ 284 h 1456"/>
              <a:gd name="T32" fmla="*/ 533 w 1279"/>
              <a:gd name="T33" fmla="*/ 373 h 1456"/>
              <a:gd name="T34" fmla="*/ 533 w 1279"/>
              <a:gd name="T35" fmla="*/ 391 h 1456"/>
              <a:gd name="T36" fmla="*/ 479 w 1279"/>
              <a:gd name="T37" fmla="*/ 391 h 1456"/>
              <a:gd name="T38" fmla="*/ 391 w 1279"/>
              <a:gd name="T39" fmla="*/ 479 h 1456"/>
              <a:gd name="T40" fmla="*/ 391 w 1279"/>
              <a:gd name="T41" fmla="*/ 919 h 1456"/>
              <a:gd name="T42" fmla="*/ 338 w 1279"/>
              <a:gd name="T43" fmla="*/ 845 h 1456"/>
              <a:gd name="T44" fmla="*/ 249 w 1279"/>
              <a:gd name="T45" fmla="*/ 805 h 1456"/>
              <a:gd name="T46" fmla="*/ 178 w 1279"/>
              <a:gd name="T47" fmla="*/ 805 h 1456"/>
              <a:gd name="T48" fmla="*/ 142 w 1279"/>
              <a:gd name="T49" fmla="*/ 841 h 1456"/>
              <a:gd name="T50" fmla="*/ 143 w 1279"/>
              <a:gd name="T51" fmla="*/ 849 h 1456"/>
              <a:gd name="T52" fmla="*/ 272 w 1279"/>
              <a:gd name="T53" fmla="*/ 1316 h 1456"/>
              <a:gd name="T54" fmla="*/ 275 w 1279"/>
              <a:gd name="T55" fmla="*/ 1322 h 1456"/>
              <a:gd name="T56" fmla="*/ 280 w 1279"/>
              <a:gd name="T57" fmla="*/ 1327 h 1456"/>
              <a:gd name="T58" fmla="*/ 417 w 1279"/>
              <a:gd name="T59" fmla="*/ 1454 h 1456"/>
              <a:gd name="T60" fmla="*/ 0 w 1279"/>
              <a:gd name="T61" fmla="*/ 1453 h 1456"/>
              <a:gd name="T62" fmla="*/ 0 w 1279"/>
              <a:gd name="T63" fmla="*/ 0 h 1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9" h="1456">
                <a:moveTo>
                  <a:pt x="0" y="0"/>
                </a:moveTo>
                <a:lnTo>
                  <a:pt x="1207" y="0"/>
                </a:lnTo>
                <a:cubicBezTo>
                  <a:pt x="1246" y="0"/>
                  <a:pt x="1278" y="32"/>
                  <a:pt x="1278" y="71"/>
                </a:cubicBezTo>
                <a:lnTo>
                  <a:pt x="1278" y="1455"/>
                </a:lnTo>
                <a:lnTo>
                  <a:pt x="981" y="1455"/>
                </a:lnTo>
                <a:lnTo>
                  <a:pt x="1011" y="1395"/>
                </a:lnTo>
                <a:cubicBezTo>
                  <a:pt x="1023" y="1370"/>
                  <a:pt x="1029" y="1343"/>
                  <a:pt x="1029" y="1315"/>
                </a:cubicBezTo>
                <a:lnTo>
                  <a:pt x="1029" y="994"/>
                </a:lnTo>
                <a:lnTo>
                  <a:pt x="1029" y="586"/>
                </a:lnTo>
                <a:cubicBezTo>
                  <a:pt x="1029" y="537"/>
                  <a:pt x="989" y="497"/>
                  <a:pt x="941" y="497"/>
                </a:cubicBezTo>
                <a:lnTo>
                  <a:pt x="887" y="497"/>
                </a:lnTo>
                <a:lnTo>
                  <a:pt x="887" y="444"/>
                </a:lnTo>
                <a:cubicBezTo>
                  <a:pt x="887" y="395"/>
                  <a:pt x="847" y="355"/>
                  <a:pt x="799" y="355"/>
                </a:cubicBezTo>
                <a:lnTo>
                  <a:pt x="744" y="355"/>
                </a:lnTo>
                <a:cubicBezTo>
                  <a:pt x="735" y="315"/>
                  <a:pt x="699" y="284"/>
                  <a:pt x="657" y="284"/>
                </a:cubicBezTo>
                <a:lnTo>
                  <a:pt x="621" y="284"/>
                </a:lnTo>
                <a:cubicBezTo>
                  <a:pt x="573" y="284"/>
                  <a:pt x="533" y="324"/>
                  <a:pt x="533" y="373"/>
                </a:cubicBezTo>
                <a:lnTo>
                  <a:pt x="533" y="391"/>
                </a:lnTo>
                <a:lnTo>
                  <a:pt x="479" y="391"/>
                </a:lnTo>
                <a:cubicBezTo>
                  <a:pt x="431" y="391"/>
                  <a:pt x="391" y="431"/>
                  <a:pt x="391" y="479"/>
                </a:cubicBezTo>
                <a:lnTo>
                  <a:pt x="391" y="919"/>
                </a:lnTo>
                <a:cubicBezTo>
                  <a:pt x="368" y="887"/>
                  <a:pt x="356" y="870"/>
                  <a:pt x="338" y="845"/>
                </a:cubicBezTo>
                <a:cubicBezTo>
                  <a:pt x="315" y="813"/>
                  <a:pt x="278" y="805"/>
                  <a:pt x="249" y="805"/>
                </a:cubicBezTo>
                <a:lnTo>
                  <a:pt x="178" y="805"/>
                </a:lnTo>
                <a:cubicBezTo>
                  <a:pt x="158" y="805"/>
                  <a:pt x="142" y="821"/>
                  <a:pt x="142" y="841"/>
                </a:cubicBezTo>
                <a:cubicBezTo>
                  <a:pt x="142" y="844"/>
                  <a:pt x="143" y="846"/>
                  <a:pt x="143" y="849"/>
                </a:cubicBezTo>
                <a:cubicBezTo>
                  <a:pt x="180" y="1008"/>
                  <a:pt x="194" y="1167"/>
                  <a:pt x="272" y="1316"/>
                </a:cubicBezTo>
                <a:cubicBezTo>
                  <a:pt x="273" y="1318"/>
                  <a:pt x="274" y="1320"/>
                  <a:pt x="275" y="1322"/>
                </a:cubicBezTo>
                <a:lnTo>
                  <a:pt x="280" y="1327"/>
                </a:lnTo>
                <a:cubicBezTo>
                  <a:pt x="319" y="1376"/>
                  <a:pt x="366" y="1419"/>
                  <a:pt x="417" y="1454"/>
                </a:cubicBezTo>
                <a:cubicBezTo>
                  <a:pt x="279" y="1454"/>
                  <a:pt x="110" y="1454"/>
                  <a:pt x="0" y="1453"/>
                </a:cubicBezTo>
                <a:lnTo>
                  <a:pt x="0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xmlns="" id="{1B3837FF-B59C-4FFF-8658-6BE42CA4E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465" y="3499852"/>
            <a:ext cx="164417" cy="1785485"/>
          </a:xfrm>
          <a:custGeom>
            <a:avLst/>
            <a:gdLst>
              <a:gd name="T0" fmla="*/ 142 w 143"/>
              <a:gd name="T1" fmla="*/ 0 h 1506"/>
              <a:gd name="T2" fmla="*/ 142 w 143"/>
              <a:gd name="T3" fmla="*/ 0 h 1506"/>
              <a:gd name="T4" fmla="*/ 142 w 143"/>
              <a:gd name="T5" fmla="*/ 1449 h 1506"/>
              <a:gd name="T6" fmla="*/ 0 w 143"/>
              <a:gd name="T7" fmla="*/ 1505 h 1506"/>
              <a:gd name="T8" fmla="*/ 0 w 143"/>
              <a:gd name="T9" fmla="*/ 174 h 1506"/>
              <a:gd name="T10" fmla="*/ 142 w 143"/>
              <a:gd name="T11" fmla="*/ 0 h 1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3" h="1506">
                <a:moveTo>
                  <a:pt x="142" y="0"/>
                </a:moveTo>
                <a:lnTo>
                  <a:pt x="142" y="0"/>
                </a:lnTo>
                <a:lnTo>
                  <a:pt x="142" y="1449"/>
                </a:lnTo>
                <a:cubicBezTo>
                  <a:pt x="88" y="1449"/>
                  <a:pt x="38" y="1471"/>
                  <a:pt x="0" y="1505"/>
                </a:cubicBezTo>
                <a:lnTo>
                  <a:pt x="0" y="174"/>
                </a:lnTo>
                <a:cubicBezTo>
                  <a:pt x="0" y="88"/>
                  <a:pt x="61" y="16"/>
                  <a:pt x="142" y="0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xmlns="" id="{FB6E56E4-4B75-453B-9D4E-2C166AD17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986" y="3917510"/>
            <a:ext cx="858045" cy="1472241"/>
          </a:xfrm>
          <a:custGeom>
            <a:avLst/>
            <a:gdLst>
              <a:gd name="T0" fmla="*/ 400 w 738"/>
              <a:gd name="T1" fmla="*/ 0 h 1243"/>
              <a:gd name="T2" fmla="*/ 436 w 738"/>
              <a:gd name="T3" fmla="*/ 0 h 1243"/>
              <a:gd name="T4" fmla="*/ 454 w 738"/>
              <a:gd name="T5" fmla="*/ 18 h 1243"/>
              <a:gd name="T6" fmla="*/ 454 w 738"/>
              <a:gd name="T7" fmla="*/ 30 h 1243"/>
              <a:gd name="T8" fmla="*/ 454 w 738"/>
              <a:gd name="T9" fmla="*/ 41 h 1243"/>
              <a:gd name="T10" fmla="*/ 454 w 738"/>
              <a:gd name="T11" fmla="*/ 532 h 1243"/>
              <a:gd name="T12" fmla="*/ 524 w 738"/>
              <a:gd name="T13" fmla="*/ 532 h 1243"/>
              <a:gd name="T14" fmla="*/ 524 w 738"/>
              <a:gd name="T15" fmla="*/ 71 h 1243"/>
              <a:gd name="T16" fmla="*/ 578 w 738"/>
              <a:gd name="T17" fmla="*/ 71 h 1243"/>
              <a:gd name="T18" fmla="*/ 595 w 738"/>
              <a:gd name="T19" fmla="*/ 89 h 1243"/>
              <a:gd name="T20" fmla="*/ 595 w 738"/>
              <a:gd name="T21" fmla="*/ 568 h 1243"/>
              <a:gd name="T22" fmla="*/ 666 w 738"/>
              <a:gd name="T23" fmla="*/ 568 h 1243"/>
              <a:gd name="T24" fmla="*/ 666 w 738"/>
              <a:gd name="T25" fmla="*/ 213 h 1243"/>
              <a:gd name="T26" fmla="*/ 720 w 738"/>
              <a:gd name="T27" fmla="*/ 213 h 1243"/>
              <a:gd name="T28" fmla="*/ 737 w 738"/>
              <a:gd name="T29" fmla="*/ 231 h 1243"/>
              <a:gd name="T30" fmla="*/ 737 w 738"/>
              <a:gd name="T31" fmla="*/ 639 h 1243"/>
              <a:gd name="T32" fmla="*/ 737 w 738"/>
              <a:gd name="T33" fmla="*/ 960 h 1243"/>
              <a:gd name="T34" fmla="*/ 726 w 738"/>
              <a:gd name="T35" fmla="*/ 1008 h 1243"/>
              <a:gd name="T36" fmla="*/ 678 w 738"/>
              <a:gd name="T37" fmla="*/ 1105 h 1243"/>
              <a:gd name="T38" fmla="*/ 666 w 738"/>
              <a:gd name="T39" fmla="*/ 1152 h 1243"/>
              <a:gd name="T40" fmla="*/ 666 w 738"/>
              <a:gd name="T41" fmla="*/ 1242 h 1243"/>
              <a:gd name="T42" fmla="*/ 347 w 738"/>
              <a:gd name="T43" fmla="*/ 1242 h 1243"/>
              <a:gd name="T44" fmla="*/ 347 w 738"/>
              <a:gd name="T45" fmla="*/ 1147 h 1243"/>
              <a:gd name="T46" fmla="*/ 308 w 738"/>
              <a:gd name="T47" fmla="*/ 1083 h 1243"/>
              <a:gd name="T48" fmla="*/ 304 w 738"/>
              <a:gd name="T49" fmla="*/ 1081 h 1243"/>
              <a:gd name="T50" fmla="*/ 304 w 738"/>
              <a:gd name="T51" fmla="*/ 1081 h 1243"/>
              <a:gd name="T52" fmla="*/ 115 w 738"/>
              <a:gd name="T53" fmla="*/ 928 h 1243"/>
              <a:gd name="T54" fmla="*/ 114 w 738"/>
              <a:gd name="T55" fmla="*/ 928 h 1243"/>
              <a:gd name="T56" fmla="*/ 113 w 738"/>
              <a:gd name="T57" fmla="*/ 926 h 1243"/>
              <a:gd name="T58" fmla="*/ 0 w 738"/>
              <a:gd name="T59" fmla="*/ 521 h 1243"/>
              <a:gd name="T60" fmla="*/ 28 w 738"/>
              <a:gd name="T61" fmla="*/ 521 h 1243"/>
              <a:gd name="T62" fmla="*/ 59 w 738"/>
              <a:gd name="T63" fmla="*/ 532 h 1243"/>
              <a:gd name="T64" fmla="*/ 241 w 738"/>
              <a:gd name="T65" fmla="*/ 745 h 1243"/>
              <a:gd name="T66" fmla="*/ 241 w 738"/>
              <a:gd name="T67" fmla="*/ 124 h 1243"/>
              <a:gd name="T68" fmla="*/ 258 w 738"/>
              <a:gd name="T69" fmla="*/ 107 h 1243"/>
              <a:gd name="T70" fmla="*/ 312 w 738"/>
              <a:gd name="T71" fmla="*/ 107 h 1243"/>
              <a:gd name="T72" fmla="*/ 312 w 738"/>
              <a:gd name="T73" fmla="*/ 532 h 1243"/>
              <a:gd name="T74" fmla="*/ 383 w 738"/>
              <a:gd name="T75" fmla="*/ 532 h 1243"/>
              <a:gd name="T76" fmla="*/ 383 w 738"/>
              <a:gd name="T77" fmla="*/ 74 h 1243"/>
              <a:gd name="T78" fmla="*/ 383 w 738"/>
              <a:gd name="T79" fmla="*/ 71 h 1243"/>
              <a:gd name="T80" fmla="*/ 383 w 738"/>
              <a:gd name="T81" fmla="*/ 18 h 1243"/>
              <a:gd name="T82" fmla="*/ 400 w 738"/>
              <a:gd name="T83" fmla="*/ 0 h 1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38" h="1243">
                <a:moveTo>
                  <a:pt x="400" y="0"/>
                </a:moveTo>
                <a:lnTo>
                  <a:pt x="436" y="0"/>
                </a:lnTo>
                <a:cubicBezTo>
                  <a:pt x="446" y="0"/>
                  <a:pt x="454" y="8"/>
                  <a:pt x="454" y="18"/>
                </a:cubicBezTo>
                <a:lnTo>
                  <a:pt x="454" y="30"/>
                </a:lnTo>
                <a:cubicBezTo>
                  <a:pt x="453" y="34"/>
                  <a:pt x="453" y="38"/>
                  <a:pt x="454" y="41"/>
                </a:cubicBezTo>
                <a:lnTo>
                  <a:pt x="454" y="532"/>
                </a:lnTo>
                <a:cubicBezTo>
                  <a:pt x="453" y="580"/>
                  <a:pt x="525" y="580"/>
                  <a:pt x="524" y="532"/>
                </a:cubicBezTo>
                <a:lnTo>
                  <a:pt x="524" y="71"/>
                </a:lnTo>
                <a:lnTo>
                  <a:pt x="578" y="71"/>
                </a:lnTo>
                <a:cubicBezTo>
                  <a:pt x="588" y="71"/>
                  <a:pt x="595" y="79"/>
                  <a:pt x="595" y="89"/>
                </a:cubicBezTo>
                <a:lnTo>
                  <a:pt x="595" y="568"/>
                </a:lnTo>
                <a:cubicBezTo>
                  <a:pt x="595" y="616"/>
                  <a:pt x="667" y="616"/>
                  <a:pt x="666" y="568"/>
                </a:cubicBezTo>
                <a:lnTo>
                  <a:pt x="666" y="213"/>
                </a:lnTo>
                <a:lnTo>
                  <a:pt x="720" y="213"/>
                </a:lnTo>
                <a:cubicBezTo>
                  <a:pt x="730" y="213"/>
                  <a:pt x="737" y="221"/>
                  <a:pt x="737" y="231"/>
                </a:cubicBezTo>
                <a:lnTo>
                  <a:pt x="737" y="639"/>
                </a:lnTo>
                <a:lnTo>
                  <a:pt x="737" y="960"/>
                </a:lnTo>
                <a:cubicBezTo>
                  <a:pt x="737" y="977"/>
                  <a:pt x="734" y="993"/>
                  <a:pt x="726" y="1008"/>
                </a:cubicBezTo>
                <a:lnTo>
                  <a:pt x="678" y="1105"/>
                </a:lnTo>
                <a:cubicBezTo>
                  <a:pt x="670" y="1120"/>
                  <a:pt x="666" y="1136"/>
                  <a:pt x="666" y="1152"/>
                </a:cubicBezTo>
                <a:lnTo>
                  <a:pt x="666" y="1242"/>
                </a:lnTo>
                <a:lnTo>
                  <a:pt x="347" y="1242"/>
                </a:lnTo>
                <a:lnTo>
                  <a:pt x="347" y="1147"/>
                </a:lnTo>
                <a:cubicBezTo>
                  <a:pt x="347" y="1120"/>
                  <a:pt x="332" y="1095"/>
                  <a:pt x="308" y="1083"/>
                </a:cubicBezTo>
                <a:lnTo>
                  <a:pt x="304" y="1081"/>
                </a:lnTo>
                <a:lnTo>
                  <a:pt x="304" y="1081"/>
                </a:lnTo>
                <a:cubicBezTo>
                  <a:pt x="230" y="1044"/>
                  <a:pt x="166" y="992"/>
                  <a:pt x="115" y="928"/>
                </a:cubicBezTo>
                <a:lnTo>
                  <a:pt x="114" y="928"/>
                </a:lnTo>
                <a:lnTo>
                  <a:pt x="113" y="926"/>
                </a:lnTo>
                <a:cubicBezTo>
                  <a:pt x="51" y="805"/>
                  <a:pt x="32" y="668"/>
                  <a:pt x="0" y="521"/>
                </a:cubicBezTo>
                <a:lnTo>
                  <a:pt x="28" y="521"/>
                </a:lnTo>
                <a:cubicBezTo>
                  <a:pt x="43" y="521"/>
                  <a:pt x="56" y="527"/>
                  <a:pt x="59" y="532"/>
                </a:cubicBezTo>
                <a:cubicBezTo>
                  <a:pt x="123" y="608"/>
                  <a:pt x="166" y="669"/>
                  <a:pt x="241" y="745"/>
                </a:cubicBezTo>
                <a:lnTo>
                  <a:pt x="241" y="124"/>
                </a:lnTo>
                <a:cubicBezTo>
                  <a:pt x="241" y="114"/>
                  <a:pt x="248" y="107"/>
                  <a:pt x="258" y="107"/>
                </a:cubicBezTo>
                <a:lnTo>
                  <a:pt x="312" y="107"/>
                </a:lnTo>
                <a:lnTo>
                  <a:pt x="312" y="532"/>
                </a:lnTo>
                <a:cubicBezTo>
                  <a:pt x="311" y="580"/>
                  <a:pt x="383" y="580"/>
                  <a:pt x="383" y="532"/>
                </a:cubicBezTo>
                <a:lnTo>
                  <a:pt x="383" y="74"/>
                </a:lnTo>
                <a:cubicBezTo>
                  <a:pt x="383" y="73"/>
                  <a:pt x="383" y="72"/>
                  <a:pt x="383" y="71"/>
                </a:cubicBezTo>
                <a:lnTo>
                  <a:pt x="383" y="18"/>
                </a:lnTo>
                <a:cubicBezTo>
                  <a:pt x="383" y="8"/>
                  <a:pt x="390" y="0"/>
                  <a:pt x="400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xmlns="" id="{6545A190-CD84-4791-9762-588A4BEDC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462" y="5301007"/>
            <a:ext cx="827215" cy="339345"/>
          </a:xfrm>
          <a:custGeom>
            <a:avLst/>
            <a:gdLst>
              <a:gd name="T0" fmla="*/ 142 w 711"/>
              <a:gd name="T1" fmla="*/ 0 h 287"/>
              <a:gd name="T2" fmla="*/ 710 w 711"/>
              <a:gd name="T3" fmla="*/ 1 h 287"/>
              <a:gd name="T4" fmla="*/ 710 w 711"/>
              <a:gd name="T5" fmla="*/ 73 h 287"/>
              <a:gd name="T6" fmla="*/ 675 w 711"/>
              <a:gd name="T7" fmla="*/ 73 h 287"/>
              <a:gd name="T8" fmla="*/ 639 w 711"/>
              <a:gd name="T9" fmla="*/ 109 h 287"/>
              <a:gd name="T10" fmla="*/ 639 w 711"/>
              <a:gd name="T11" fmla="*/ 109 h 287"/>
              <a:gd name="T12" fmla="*/ 639 w 711"/>
              <a:gd name="T13" fmla="*/ 286 h 287"/>
              <a:gd name="T14" fmla="*/ 142 w 711"/>
              <a:gd name="T15" fmla="*/ 284 h 287"/>
              <a:gd name="T16" fmla="*/ 0 w 711"/>
              <a:gd name="T17" fmla="*/ 142 h 287"/>
              <a:gd name="T18" fmla="*/ 142 w 711"/>
              <a:gd name="T19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11" h="287">
                <a:moveTo>
                  <a:pt x="142" y="0"/>
                </a:moveTo>
                <a:cubicBezTo>
                  <a:pt x="234" y="0"/>
                  <a:pt x="571" y="1"/>
                  <a:pt x="710" y="1"/>
                </a:cubicBezTo>
                <a:lnTo>
                  <a:pt x="710" y="73"/>
                </a:lnTo>
                <a:lnTo>
                  <a:pt x="675" y="73"/>
                </a:lnTo>
                <a:cubicBezTo>
                  <a:pt x="655" y="73"/>
                  <a:pt x="639" y="89"/>
                  <a:pt x="639" y="109"/>
                </a:cubicBezTo>
                <a:lnTo>
                  <a:pt x="639" y="109"/>
                </a:lnTo>
                <a:lnTo>
                  <a:pt x="639" y="286"/>
                </a:lnTo>
                <a:cubicBezTo>
                  <a:pt x="504" y="286"/>
                  <a:pt x="233" y="282"/>
                  <a:pt x="142" y="284"/>
                </a:cubicBezTo>
                <a:cubicBezTo>
                  <a:pt x="63" y="284"/>
                  <a:pt x="0" y="221"/>
                  <a:pt x="0" y="142"/>
                </a:cubicBezTo>
                <a:cubicBezTo>
                  <a:pt x="0" y="63"/>
                  <a:pt x="63" y="0"/>
                  <a:pt x="142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xmlns="" id="{9AD20282-4412-44AA-9BEB-14C16F6D2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031" y="5301010"/>
            <a:ext cx="339107" cy="339345"/>
          </a:xfrm>
          <a:custGeom>
            <a:avLst/>
            <a:gdLst>
              <a:gd name="T0" fmla="*/ 292 w 293"/>
              <a:gd name="T1" fmla="*/ 0 h 286"/>
              <a:gd name="T2" fmla="*/ 251 w 293"/>
              <a:gd name="T3" fmla="*/ 142 h 286"/>
              <a:gd name="T4" fmla="*/ 292 w 293"/>
              <a:gd name="T5" fmla="*/ 284 h 286"/>
              <a:gd name="T6" fmla="*/ 71 w 293"/>
              <a:gd name="T7" fmla="*/ 285 h 286"/>
              <a:gd name="T8" fmla="*/ 71 w 293"/>
              <a:gd name="T9" fmla="*/ 108 h 286"/>
              <a:gd name="T10" fmla="*/ 36 w 293"/>
              <a:gd name="T11" fmla="*/ 72 h 286"/>
              <a:gd name="T12" fmla="*/ 36 w 293"/>
              <a:gd name="T13" fmla="*/ 72 h 286"/>
              <a:gd name="T14" fmla="*/ 0 w 293"/>
              <a:gd name="T15" fmla="*/ 72 h 286"/>
              <a:gd name="T16" fmla="*/ 0 w 293"/>
              <a:gd name="T17" fmla="*/ 1 h 286"/>
              <a:gd name="T18" fmla="*/ 0 w 293"/>
              <a:gd name="T19" fmla="*/ 0 h 286"/>
              <a:gd name="T20" fmla="*/ 292 w 293"/>
              <a:gd name="T21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93" h="286">
                <a:moveTo>
                  <a:pt x="292" y="0"/>
                </a:moveTo>
                <a:cubicBezTo>
                  <a:pt x="268" y="43"/>
                  <a:pt x="251" y="90"/>
                  <a:pt x="251" y="142"/>
                </a:cubicBezTo>
                <a:cubicBezTo>
                  <a:pt x="251" y="195"/>
                  <a:pt x="268" y="241"/>
                  <a:pt x="292" y="284"/>
                </a:cubicBezTo>
                <a:cubicBezTo>
                  <a:pt x="260" y="285"/>
                  <a:pt x="200" y="285"/>
                  <a:pt x="71" y="285"/>
                </a:cubicBezTo>
                <a:lnTo>
                  <a:pt x="71" y="108"/>
                </a:lnTo>
                <a:cubicBezTo>
                  <a:pt x="71" y="88"/>
                  <a:pt x="56" y="72"/>
                  <a:pt x="36" y="72"/>
                </a:cubicBezTo>
                <a:lnTo>
                  <a:pt x="36" y="72"/>
                </a:lnTo>
                <a:lnTo>
                  <a:pt x="0" y="72"/>
                </a:lnTo>
                <a:lnTo>
                  <a:pt x="0" y="1"/>
                </a:lnTo>
                <a:lnTo>
                  <a:pt x="0" y="0"/>
                </a:lnTo>
                <a:lnTo>
                  <a:pt x="292" y="0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xmlns="" id="{5819F760-6D49-448F-9DF4-2591550A6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82" y="5473294"/>
            <a:ext cx="539491" cy="167064"/>
          </a:xfrm>
          <a:custGeom>
            <a:avLst/>
            <a:gdLst>
              <a:gd name="T0" fmla="*/ 0 w 462"/>
              <a:gd name="T1" fmla="*/ 0 h 143"/>
              <a:gd name="T2" fmla="*/ 461 w 462"/>
              <a:gd name="T3" fmla="*/ 0 h 143"/>
              <a:gd name="T4" fmla="*/ 461 w 462"/>
              <a:gd name="T5" fmla="*/ 142 h 143"/>
              <a:gd name="T6" fmla="*/ 0 w 462"/>
              <a:gd name="T7" fmla="*/ 142 h 143"/>
              <a:gd name="T8" fmla="*/ 0 w 462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" h="143">
                <a:moveTo>
                  <a:pt x="0" y="0"/>
                </a:moveTo>
                <a:lnTo>
                  <a:pt x="461" y="0"/>
                </a:lnTo>
                <a:lnTo>
                  <a:pt x="461" y="142"/>
                </a:lnTo>
                <a:lnTo>
                  <a:pt x="0" y="142"/>
                </a:lnTo>
                <a:lnTo>
                  <a:pt x="0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A61E4C9-0CFC-41E5-98BA-CB9FB754D295}"/>
              </a:ext>
            </a:extLst>
          </p:cNvPr>
          <p:cNvSpPr/>
          <p:nvPr/>
        </p:nvSpPr>
        <p:spPr>
          <a:xfrm>
            <a:off x="1060511" y="1841239"/>
            <a:ext cx="579120" cy="3175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1E8D9F98-3DFC-462D-B607-DAB5D0E3A49C}"/>
              </a:ext>
            </a:extLst>
          </p:cNvPr>
          <p:cNvSpPr txBox="1"/>
          <p:nvPr/>
        </p:nvSpPr>
        <p:spPr>
          <a:xfrm rot="16200000">
            <a:off x="-164421" y="3044280"/>
            <a:ext cx="2983851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ans Pro" panose="020B0503030403020204" pitchFamily="34" charset="0"/>
              </a:rPr>
              <a:t>Business people Business law</a:t>
            </a:r>
          </a:p>
        </p:txBody>
      </p:sp>
    </p:spTree>
    <p:extLst>
      <p:ext uri="{BB962C8B-B14F-4D97-AF65-F5344CB8AC3E}">
        <p14:creationId xmlns:p14="http://schemas.microsoft.com/office/powerpoint/2010/main" val="363432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244">
            <a:extLst>
              <a:ext uri="{FF2B5EF4-FFF2-40B4-BE49-F238E27FC236}">
                <a16:creationId xmlns:a16="http://schemas.microsoft.com/office/drawing/2014/main" xmlns="" id="{1143D94F-CFCC-4159-957E-3CA3E7266499}"/>
              </a:ext>
            </a:extLst>
          </p:cNvPr>
          <p:cNvSpPr/>
          <p:nvPr/>
        </p:nvSpPr>
        <p:spPr>
          <a:xfrm>
            <a:off x="7454726" y="3118097"/>
            <a:ext cx="3923190" cy="1355115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 - media  growth strategies. Seamlessly visualize quality intellectual capital without superior Leverage collaboration. Leverage agile frameworks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robust synopsis for high level.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xmlns="" id="{4FC66FFD-BB45-4F6F-AFC2-CBE43B4D11BC}"/>
              </a:ext>
            </a:extLst>
          </p:cNvPr>
          <p:cNvSpPr txBox="1"/>
          <p:nvPr/>
        </p:nvSpPr>
        <p:spPr>
          <a:xfrm>
            <a:off x="7454726" y="1285931"/>
            <a:ext cx="3923188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Tilling Is A Farmer's Job And Mowing Is Ours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93FD0214-B460-4D11-BBC1-4829A45B6EA3}"/>
              </a:ext>
            </a:extLst>
          </p:cNvPr>
          <p:cNvSpPr/>
          <p:nvPr/>
        </p:nvSpPr>
        <p:spPr>
          <a:xfrm>
            <a:off x="690313" y="3562860"/>
            <a:ext cx="5926954" cy="2105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1A32D65-8EA9-41E4-8C57-7D9C29A017B6}"/>
              </a:ext>
            </a:extLst>
          </p:cNvPr>
          <p:cNvSpPr/>
          <p:nvPr/>
        </p:nvSpPr>
        <p:spPr>
          <a:xfrm>
            <a:off x="690313" y="1280160"/>
            <a:ext cx="5926954" cy="2105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xmlns="" id="{A03DA4C1-32F3-49A1-AE56-50087F1AE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860" y="1792544"/>
            <a:ext cx="196552" cy="239137"/>
          </a:xfrm>
          <a:custGeom>
            <a:avLst/>
            <a:gdLst>
              <a:gd name="T0" fmla="*/ 262 w 263"/>
              <a:gd name="T1" fmla="*/ 188 h 320"/>
              <a:gd name="T2" fmla="*/ 262 w 263"/>
              <a:gd name="T3" fmla="*/ 53 h 320"/>
              <a:gd name="T4" fmla="*/ 160 w 263"/>
              <a:gd name="T5" fmla="*/ 1 h 320"/>
              <a:gd name="T6" fmla="*/ 159 w 263"/>
              <a:gd name="T7" fmla="*/ 0 h 320"/>
              <a:gd name="T8" fmla="*/ 0 w 263"/>
              <a:gd name="T9" fmla="*/ 54 h 320"/>
              <a:gd name="T10" fmla="*/ 0 w 263"/>
              <a:gd name="T11" fmla="*/ 188 h 320"/>
              <a:gd name="T12" fmla="*/ 131 w 263"/>
              <a:gd name="T13" fmla="*/ 319 h 320"/>
              <a:gd name="T14" fmla="*/ 262 w 263"/>
              <a:gd name="T15" fmla="*/ 18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3" h="320">
                <a:moveTo>
                  <a:pt x="262" y="188"/>
                </a:moveTo>
                <a:lnTo>
                  <a:pt x="262" y="53"/>
                </a:lnTo>
                <a:cubicBezTo>
                  <a:pt x="224" y="47"/>
                  <a:pt x="187" y="28"/>
                  <a:pt x="160" y="1"/>
                </a:cubicBezTo>
                <a:lnTo>
                  <a:pt x="159" y="0"/>
                </a:lnTo>
                <a:cubicBezTo>
                  <a:pt x="111" y="31"/>
                  <a:pt x="57" y="49"/>
                  <a:pt x="0" y="54"/>
                </a:cubicBezTo>
                <a:lnTo>
                  <a:pt x="0" y="188"/>
                </a:lnTo>
                <a:cubicBezTo>
                  <a:pt x="0" y="260"/>
                  <a:pt x="59" y="319"/>
                  <a:pt x="131" y="319"/>
                </a:cubicBezTo>
                <a:cubicBezTo>
                  <a:pt x="203" y="319"/>
                  <a:pt x="262" y="260"/>
                  <a:pt x="262" y="188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Freeform 29">
            <a:extLst>
              <a:ext uri="{FF2B5EF4-FFF2-40B4-BE49-F238E27FC236}">
                <a16:creationId xmlns:a16="http://schemas.microsoft.com/office/drawing/2014/main" xmlns="" id="{CA5A5E67-3F08-40D5-9172-8AF6A060A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274" y="1841681"/>
            <a:ext cx="26207" cy="85173"/>
          </a:xfrm>
          <a:custGeom>
            <a:avLst/>
            <a:gdLst>
              <a:gd name="T0" fmla="*/ 0 w 34"/>
              <a:gd name="T1" fmla="*/ 112 h 113"/>
              <a:gd name="T2" fmla="*/ 33 w 34"/>
              <a:gd name="T3" fmla="*/ 56 h 113"/>
              <a:gd name="T4" fmla="*/ 0 w 34"/>
              <a:gd name="T5" fmla="*/ 0 h 113"/>
              <a:gd name="T6" fmla="*/ 0 w 34"/>
              <a:gd name="T7" fmla="*/ 11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113">
                <a:moveTo>
                  <a:pt x="0" y="112"/>
                </a:moveTo>
                <a:cubicBezTo>
                  <a:pt x="20" y="101"/>
                  <a:pt x="33" y="80"/>
                  <a:pt x="33" y="56"/>
                </a:cubicBezTo>
                <a:cubicBezTo>
                  <a:pt x="33" y="32"/>
                  <a:pt x="20" y="11"/>
                  <a:pt x="0" y="0"/>
                </a:cubicBezTo>
                <a:lnTo>
                  <a:pt x="0" y="11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Freeform 30">
            <a:extLst>
              <a:ext uri="{FF2B5EF4-FFF2-40B4-BE49-F238E27FC236}">
                <a16:creationId xmlns:a16="http://schemas.microsoft.com/office/drawing/2014/main" xmlns="" id="{CAB8FAE0-A5FF-4E14-B907-E38BCEF5F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514" y="1615649"/>
            <a:ext cx="340690" cy="183449"/>
          </a:xfrm>
          <a:custGeom>
            <a:avLst/>
            <a:gdLst>
              <a:gd name="T0" fmla="*/ 227 w 459"/>
              <a:gd name="T1" fmla="*/ 180 h 248"/>
              <a:gd name="T2" fmla="*/ 266 w 459"/>
              <a:gd name="T3" fmla="*/ 154 h 248"/>
              <a:gd name="T4" fmla="*/ 304 w 459"/>
              <a:gd name="T5" fmla="*/ 192 h 248"/>
              <a:gd name="T6" fmla="*/ 393 w 459"/>
              <a:gd name="T7" fmla="*/ 229 h 248"/>
              <a:gd name="T8" fmla="*/ 458 w 459"/>
              <a:gd name="T9" fmla="*/ 247 h 248"/>
              <a:gd name="T10" fmla="*/ 458 w 459"/>
              <a:gd name="T11" fmla="*/ 229 h 248"/>
              <a:gd name="T12" fmla="*/ 229 w 459"/>
              <a:gd name="T13" fmla="*/ 0 h 248"/>
              <a:gd name="T14" fmla="*/ 0 w 459"/>
              <a:gd name="T15" fmla="*/ 229 h 248"/>
              <a:gd name="T16" fmla="*/ 0 w 459"/>
              <a:gd name="T17" fmla="*/ 247 h 248"/>
              <a:gd name="T18" fmla="*/ 65 w 459"/>
              <a:gd name="T19" fmla="*/ 229 h 248"/>
              <a:gd name="T20" fmla="*/ 227 w 459"/>
              <a:gd name="T21" fmla="*/ 18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59" h="248">
                <a:moveTo>
                  <a:pt x="227" y="180"/>
                </a:moveTo>
                <a:lnTo>
                  <a:pt x="266" y="154"/>
                </a:lnTo>
                <a:lnTo>
                  <a:pt x="304" y="192"/>
                </a:lnTo>
                <a:cubicBezTo>
                  <a:pt x="327" y="216"/>
                  <a:pt x="360" y="229"/>
                  <a:pt x="393" y="229"/>
                </a:cubicBezTo>
                <a:cubicBezTo>
                  <a:pt x="417" y="229"/>
                  <a:pt x="439" y="236"/>
                  <a:pt x="458" y="247"/>
                </a:cubicBezTo>
                <a:lnTo>
                  <a:pt x="458" y="229"/>
                </a:lnTo>
                <a:cubicBezTo>
                  <a:pt x="458" y="103"/>
                  <a:pt x="355" y="0"/>
                  <a:pt x="229" y="0"/>
                </a:cubicBezTo>
                <a:cubicBezTo>
                  <a:pt x="103" y="0"/>
                  <a:pt x="0" y="103"/>
                  <a:pt x="0" y="229"/>
                </a:cubicBezTo>
                <a:lnTo>
                  <a:pt x="0" y="247"/>
                </a:lnTo>
                <a:cubicBezTo>
                  <a:pt x="19" y="236"/>
                  <a:pt x="41" y="229"/>
                  <a:pt x="65" y="229"/>
                </a:cubicBezTo>
                <a:cubicBezTo>
                  <a:pt x="123" y="229"/>
                  <a:pt x="179" y="212"/>
                  <a:pt x="227" y="18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Freeform 31">
            <a:extLst>
              <a:ext uri="{FF2B5EF4-FFF2-40B4-BE49-F238E27FC236}">
                <a16:creationId xmlns:a16="http://schemas.microsoft.com/office/drawing/2014/main" xmlns="" id="{CB448211-2D7E-46EA-BCD0-31EACCB7D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722" y="2067717"/>
            <a:ext cx="98276" cy="58966"/>
          </a:xfrm>
          <a:custGeom>
            <a:avLst/>
            <a:gdLst>
              <a:gd name="T0" fmla="*/ 0 w 132"/>
              <a:gd name="T1" fmla="*/ 0 h 78"/>
              <a:gd name="T2" fmla="*/ 0 w 132"/>
              <a:gd name="T3" fmla="*/ 11 h 78"/>
              <a:gd name="T4" fmla="*/ 66 w 132"/>
              <a:gd name="T5" fmla="*/ 77 h 78"/>
              <a:gd name="T6" fmla="*/ 131 w 132"/>
              <a:gd name="T7" fmla="*/ 11 h 78"/>
              <a:gd name="T8" fmla="*/ 131 w 132"/>
              <a:gd name="T9" fmla="*/ 0 h 78"/>
              <a:gd name="T10" fmla="*/ 66 w 132"/>
              <a:gd name="T11" fmla="*/ 11 h 78"/>
              <a:gd name="T12" fmla="*/ 0 w 132"/>
              <a:gd name="T13" fmla="*/ 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" h="78">
                <a:moveTo>
                  <a:pt x="0" y="0"/>
                </a:moveTo>
                <a:lnTo>
                  <a:pt x="0" y="11"/>
                </a:lnTo>
                <a:cubicBezTo>
                  <a:pt x="0" y="47"/>
                  <a:pt x="30" y="77"/>
                  <a:pt x="66" y="77"/>
                </a:cubicBezTo>
                <a:cubicBezTo>
                  <a:pt x="102" y="77"/>
                  <a:pt x="131" y="47"/>
                  <a:pt x="131" y="11"/>
                </a:cubicBezTo>
                <a:lnTo>
                  <a:pt x="131" y="0"/>
                </a:lnTo>
                <a:cubicBezTo>
                  <a:pt x="111" y="7"/>
                  <a:pt x="89" y="11"/>
                  <a:pt x="66" y="11"/>
                </a:cubicBezTo>
                <a:cubicBezTo>
                  <a:pt x="43" y="11"/>
                  <a:pt x="21" y="7"/>
                  <a:pt x="0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Freeform 32">
            <a:extLst>
              <a:ext uri="{FF2B5EF4-FFF2-40B4-BE49-F238E27FC236}">
                <a16:creationId xmlns:a16="http://schemas.microsoft.com/office/drawing/2014/main" xmlns="" id="{13C9E0B2-79A2-470D-98B6-F952F134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963" y="2297028"/>
            <a:ext cx="923793" cy="49137"/>
          </a:xfrm>
          <a:custGeom>
            <a:avLst/>
            <a:gdLst>
              <a:gd name="T0" fmla="*/ 622 w 1245"/>
              <a:gd name="T1" fmla="*/ 65 h 66"/>
              <a:gd name="T2" fmla="*/ 0 w 1245"/>
              <a:gd name="T3" fmla="*/ 65 h 66"/>
              <a:gd name="T4" fmla="*/ 0 w 1245"/>
              <a:gd name="T5" fmla="*/ 0 h 66"/>
              <a:gd name="T6" fmla="*/ 1244 w 1245"/>
              <a:gd name="T7" fmla="*/ 0 h 66"/>
              <a:gd name="T8" fmla="*/ 1244 w 1245"/>
              <a:gd name="T9" fmla="*/ 65 h 66"/>
              <a:gd name="T10" fmla="*/ 622 w 1245"/>
              <a:gd name="T11" fmla="*/ 65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45" h="66">
                <a:moveTo>
                  <a:pt x="622" y="65"/>
                </a:moveTo>
                <a:lnTo>
                  <a:pt x="0" y="65"/>
                </a:lnTo>
                <a:lnTo>
                  <a:pt x="0" y="0"/>
                </a:lnTo>
                <a:lnTo>
                  <a:pt x="1244" y="0"/>
                </a:lnTo>
                <a:lnTo>
                  <a:pt x="1244" y="65"/>
                </a:lnTo>
                <a:lnTo>
                  <a:pt x="622" y="65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reeform 33">
            <a:extLst>
              <a:ext uri="{FF2B5EF4-FFF2-40B4-BE49-F238E27FC236}">
                <a16:creationId xmlns:a16="http://schemas.microsoft.com/office/drawing/2014/main" xmlns="" id="{E820A4A3-4FCC-4BCA-9731-7412BDACC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445" y="2110302"/>
            <a:ext cx="488105" cy="137585"/>
          </a:xfrm>
          <a:custGeom>
            <a:avLst/>
            <a:gdLst>
              <a:gd name="T0" fmla="*/ 592 w 656"/>
              <a:gd name="T1" fmla="*/ 53 h 186"/>
              <a:gd name="T2" fmla="*/ 451 w 656"/>
              <a:gd name="T3" fmla="*/ 0 h 186"/>
              <a:gd name="T4" fmla="*/ 328 w 656"/>
              <a:gd name="T5" fmla="*/ 87 h 186"/>
              <a:gd name="T6" fmla="*/ 205 w 656"/>
              <a:gd name="T7" fmla="*/ 0 h 186"/>
              <a:gd name="T8" fmla="*/ 64 w 656"/>
              <a:gd name="T9" fmla="*/ 53 h 186"/>
              <a:gd name="T10" fmla="*/ 0 w 656"/>
              <a:gd name="T11" fmla="*/ 145 h 186"/>
              <a:gd name="T12" fmla="*/ 0 w 656"/>
              <a:gd name="T13" fmla="*/ 185 h 186"/>
              <a:gd name="T14" fmla="*/ 655 w 656"/>
              <a:gd name="T15" fmla="*/ 185 h 186"/>
              <a:gd name="T16" fmla="*/ 655 w 656"/>
              <a:gd name="T17" fmla="*/ 145 h 186"/>
              <a:gd name="T18" fmla="*/ 592 w 656"/>
              <a:gd name="T19" fmla="*/ 53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56" h="186">
                <a:moveTo>
                  <a:pt x="592" y="53"/>
                </a:moveTo>
                <a:lnTo>
                  <a:pt x="451" y="0"/>
                </a:lnTo>
                <a:cubicBezTo>
                  <a:pt x="432" y="51"/>
                  <a:pt x="385" y="87"/>
                  <a:pt x="328" y="87"/>
                </a:cubicBezTo>
                <a:cubicBezTo>
                  <a:pt x="271" y="87"/>
                  <a:pt x="223" y="51"/>
                  <a:pt x="205" y="0"/>
                </a:cubicBezTo>
                <a:lnTo>
                  <a:pt x="64" y="53"/>
                </a:lnTo>
                <a:cubicBezTo>
                  <a:pt x="26" y="67"/>
                  <a:pt x="0" y="104"/>
                  <a:pt x="0" y="145"/>
                </a:cubicBezTo>
                <a:lnTo>
                  <a:pt x="0" y="185"/>
                </a:lnTo>
                <a:lnTo>
                  <a:pt x="655" y="185"/>
                </a:lnTo>
                <a:lnTo>
                  <a:pt x="655" y="145"/>
                </a:lnTo>
                <a:cubicBezTo>
                  <a:pt x="655" y="104"/>
                  <a:pt x="630" y="67"/>
                  <a:pt x="592" y="53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Freeform 34">
            <a:extLst>
              <a:ext uri="{FF2B5EF4-FFF2-40B4-BE49-F238E27FC236}">
                <a16:creationId xmlns:a16="http://schemas.microsoft.com/office/drawing/2014/main" xmlns="" id="{49F067B4-AEC3-4EDF-8DC2-A38C15576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514" y="1841681"/>
            <a:ext cx="22932" cy="85173"/>
          </a:xfrm>
          <a:custGeom>
            <a:avLst/>
            <a:gdLst>
              <a:gd name="T0" fmla="*/ 32 w 33"/>
              <a:gd name="T1" fmla="*/ 112 h 113"/>
              <a:gd name="T2" fmla="*/ 32 w 33"/>
              <a:gd name="T3" fmla="*/ 0 h 113"/>
              <a:gd name="T4" fmla="*/ 0 w 33"/>
              <a:gd name="T5" fmla="*/ 56 h 113"/>
              <a:gd name="T6" fmla="*/ 32 w 33"/>
              <a:gd name="T7" fmla="*/ 11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" h="113">
                <a:moveTo>
                  <a:pt x="32" y="112"/>
                </a:moveTo>
                <a:lnTo>
                  <a:pt x="32" y="0"/>
                </a:lnTo>
                <a:cubicBezTo>
                  <a:pt x="13" y="11"/>
                  <a:pt x="0" y="32"/>
                  <a:pt x="0" y="56"/>
                </a:cubicBezTo>
                <a:cubicBezTo>
                  <a:pt x="0" y="80"/>
                  <a:pt x="13" y="101"/>
                  <a:pt x="32" y="11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Freeform 35">
            <a:extLst>
              <a:ext uri="{FF2B5EF4-FFF2-40B4-BE49-F238E27FC236}">
                <a16:creationId xmlns:a16="http://schemas.microsoft.com/office/drawing/2014/main" xmlns="" id="{91EC98AB-19B4-419B-B9CE-9EA511BF4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342" y="2297028"/>
            <a:ext cx="828793" cy="753447"/>
          </a:xfrm>
          <a:custGeom>
            <a:avLst/>
            <a:gdLst>
              <a:gd name="T0" fmla="*/ 968 w 1114"/>
              <a:gd name="T1" fmla="*/ 327 h 1016"/>
              <a:gd name="T2" fmla="*/ 1015 w 1114"/>
              <a:gd name="T3" fmla="*/ 327 h 1016"/>
              <a:gd name="T4" fmla="*/ 1015 w 1114"/>
              <a:gd name="T5" fmla="*/ 262 h 1016"/>
              <a:gd name="T6" fmla="*/ 683 w 1114"/>
              <a:gd name="T7" fmla="*/ 262 h 1016"/>
              <a:gd name="T8" fmla="*/ 622 w 1114"/>
              <a:gd name="T9" fmla="*/ 182 h 1016"/>
              <a:gd name="T10" fmla="*/ 622 w 1114"/>
              <a:gd name="T11" fmla="*/ 65 h 1016"/>
              <a:gd name="T12" fmla="*/ 556 w 1114"/>
              <a:gd name="T13" fmla="*/ 0 h 1016"/>
              <a:gd name="T14" fmla="*/ 491 w 1114"/>
              <a:gd name="T15" fmla="*/ 65 h 1016"/>
              <a:gd name="T16" fmla="*/ 491 w 1114"/>
              <a:gd name="T17" fmla="*/ 182 h 1016"/>
              <a:gd name="T18" fmla="*/ 430 w 1114"/>
              <a:gd name="T19" fmla="*/ 262 h 1016"/>
              <a:gd name="T20" fmla="*/ 98 w 1114"/>
              <a:gd name="T21" fmla="*/ 262 h 1016"/>
              <a:gd name="T22" fmla="*/ 98 w 1114"/>
              <a:gd name="T23" fmla="*/ 327 h 1016"/>
              <a:gd name="T24" fmla="*/ 145 w 1114"/>
              <a:gd name="T25" fmla="*/ 327 h 1016"/>
              <a:gd name="T26" fmla="*/ 53 w 1114"/>
              <a:gd name="T27" fmla="*/ 524 h 1016"/>
              <a:gd name="T28" fmla="*/ 0 w 1114"/>
              <a:gd name="T29" fmla="*/ 524 h 1016"/>
              <a:gd name="T30" fmla="*/ 32 w 1114"/>
              <a:gd name="T31" fmla="*/ 720 h 1016"/>
              <a:gd name="T32" fmla="*/ 360 w 1114"/>
              <a:gd name="T33" fmla="*/ 720 h 1016"/>
              <a:gd name="T34" fmla="*/ 393 w 1114"/>
              <a:gd name="T35" fmla="*/ 524 h 1016"/>
              <a:gd name="T36" fmla="*/ 340 w 1114"/>
              <a:gd name="T37" fmla="*/ 524 h 1016"/>
              <a:gd name="T38" fmla="*/ 248 w 1114"/>
              <a:gd name="T39" fmla="*/ 327 h 1016"/>
              <a:gd name="T40" fmla="*/ 430 w 1114"/>
              <a:gd name="T41" fmla="*/ 327 h 1016"/>
              <a:gd name="T42" fmla="*/ 491 w 1114"/>
              <a:gd name="T43" fmla="*/ 407 h 1016"/>
              <a:gd name="T44" fmla="*/ 491 w 1114"/>
              <a:gd name="T45" fmla="*/ 884 h 1016"/>
              <a:gd name="T46" fmla="*/ 458 w 1114"/>
              <a:gd name="T47" fmla="*/ 884 h 1016"/>
              <a:gd name="T48" fmla="*/ 393 w 1114"/>
              <a:gd name="T49" fmla="*/ 950 h 1016"/>
              <a:gd name="T50" fmla="*/ 393 w 1114"/>
              <a:gd name="T51" fmla="*/ 1015 h 1016"/>
              <a:gd name="T52" fmla="*/ 720 w 1114"/>
              <a:gd name="T53" fmla="*/ 1015 h 1016"/>
              <a:gd name="T54" fmla="*/ 720 w 1114"/>
              <a:gd name="T55" fmla="*/ 950 h 1016"/>
              <a:gd name="T56" fmla="*/ 655 w 1114"/>
              <a:gd name="T57" fmla="*/ 884 h 1016"/>
              <a:gd name="T58" fmla="*/ 622 w 1114"/>
              <a:gd name="T59" fmla="*/ 884 h 1016"/>
              <a:gd name="T60" fmla="*/ 622 w 1114"/>
              <a:gd name="T61" fmla="*/ 407 h 1016"/>
              <a:gd name="T62" fmla="*/ 683 w 1114"/>
              <a:gd name="T63" fmla="*/ 327 h 1016"/>
              <a:gd name="T64" fmla="*/ 865 w 1114"/>
              <a:gd name="T65" fmla="*/ 327 h 1016"/>
              <a:gd name="T66" fmla="*/ 773 w 1114"/>
              <a:gd name="T67" fmla="*/ 524 h 1016"/>
              <a:gd name="T68" fmla="*/ 720 w 1114"/>
              <a:gd name="T69" fmla="*/ 524 h 1016"/>
              <a:gd name="T70" fmla="*/ 753 w 1114"/>
              <a:gd name="T71" fmla="*/ 720 h 1016"/>
              <a:gd name="T72" fmla="*/ 1081 w 1114"/>
              <a:gd name="T73" fmla="*/ 720 h 1016"/>
              <a:gd name="T74" fmla="*/ 1113 w 1114"/>
              <a:gd name="T75" fmla="*/ 524 h 1016"/>
              <a:gd name="T76" fmla="*/ 1060 w 1114"/>
              <a:gd name="T77" fmla="*/ 524 h 1016"/>
              <a:gd name="T78" fmla="*/ 968 w 1114"/>
              <a:gd name="T79" fmla="*/ 327 h 1016"/>
              <a:gd name="T80" fmla="*/ 125 w 1114"/>
              <a:gd name="T81" fmla="*/ 524 h 1016"/>
              <a:gd name="T82" fmla="*/ 196 w 1114"/>
              <a:gd name="T83" fmla="*/ 372 h 1016"/>
              <a:gd name="T84" fmla="*/ 267 w 1114"/>
              <a:gd name="T85" fmla="*/ 524 h 1016"/>
              <a:gd name="T86" fmla="*/ 125 w 1114"/>
              <a:gd name="T87" fmla="*/ 524 h 1016"/>
              <a:gd name="T88" fmla="*/ 556 w 1114"/>
              <a:gd name="T89" fmla="*/ 360 h 1016"/>
              <a:gd name="T90" fmla="*/ 491 w 1114"/>
              <a:gd name="T91" fmla="*/ 295 h 1016"/>
              <a:gd name="T92" fmla="*/ 556 w 1114"/>
              <a:gd name="T93" fmla="*/ 229 h 1016"/>
              <a:gd name="T94" fmla="*/ 622 w 1114"/>
              <a:gd name="T95" fmla="*/ 295 h 1016"/>
              <a:gd name="T96" fmla="*/ 556 w 1114"/>
              <a:gd name="T97" fmla="*/ 360 h 1016"/>
              <a:gd name="T98" fmla="*/ 917 w 1114"/>
              <a:gd name="T99" fmla="*/ 372 h 1016"/>
              <a:gd name="T100" fmla="*/ 988 w 1114"/>
              <a:gd name="T101" fmla="*/ 524 h 1016"/>
              <a:gd name="T102" fmla="*/ 845 w 1114"/>
              <a:gd name="T103" fmla="*/ 524 h 1016"/>
              <a:gd name="T104" fmla="*/ 917 w 1114"/>
              <a:gd name="T105" fmla="*/ 372 h 10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14" h="1016">
                <a:moveTo>
                  <a:pt x="968" y="327"/>
                </a:moveTo>
                <a:lnTo>
                  <a:pt x="1015" y="327"/>
                </a:lnTo>
                <a:lnTo>
                  <a:pt x="1015" y="262"/>
                </a:lnTo>
                <a:lnTo>
                  <a:pt x="683" y="262"/>
                </a:lnTo>
                <a:cubicBezTo>
                  <a:pt x="674" y="228"/>
                  <a:pt x="652" y="199"/>
                  <a:pt x="622" y="182"/>
                </a:cubicBezTo>
                <a:lnTo>
                  <a:pt x="622" y="65"/>
                </a:lnTo>
                <a:lnTo>
                  <a:pt x="556" y="0"/>
                </a:lnTo>
                <a:lnTo>
                  <a:pt x="491" y="65"/>
                </a:lnTo>
                <a:lnTo>
                  <a:pt x="491" y="182"/>
                </a:lnTo>
                <a:cubicBezTo>
                  <a:pt x="461" y="199"/>
                  <a:pt x="439" y="228"/>
                  <a:pt x="430" y="262"/>
                </a:cubicBezTo>
                <a:lnTo>
                  <a:pt x="98" y="262"/>
                </a:lnTo>
                <a:lnTo>
                  <a:pt x="98" y="327"/>
                </a:lnTo>
                <a:lnTo>
                  <a:pt x="145" y="327"/>
                </a:lnTo>
                <a:lnTo>
                  <a:pt x="53" y="524"/>
                </a:lnTo>
                <a:lnTo>
                  <a:pt x="0" y="524"/>
                </a:lnTo>
                <a:lnTo>
                  <a:pt x="32" y="720"/>
                </a:lnTo>
                <a:lnTo>
                  <a:pt x="360" y="720"/>
                </a:lnTo>
                <a:lnTo>
                  <a:pt x="393" y="524"/>
                </a:lnTo>
                <a:lnTo>
                  <a:pt x="340" y="524"/>
                </a:lnTo>
                <a:lnTo>
                  <a:pt x="248" y="327"/>
                </a:lnTo>
                <a:lnTo>
                  <a:pt x="430" y="327"/>
                </a:lnTo>
                <a:cubicBezTo>
                  <a:pt x="439" y="361"/>
                  <a:pt x="461" y="390"/>
                  <a:pt x="491" y="407"/>
                </a:cubicBezTo>
                <a:lnTo>
                  <a:pt x="491" y="884"/>
                </a:lnTo>
                <a:lnTo>
                  <a:pt x="458" y="884"/>
                </a:lnTo>
                <a:cubicBezTo>
                  <a:pt x="422" y="884"/>
                  <a:pt x="393" y="913"/>
                  <a:pt x="393" y="950"/>
                </a:cubicBezTo>
                <a:lnTo>
                  <a:pt x="393" y="1015"/>
                </a:lnTo>
                <a:lnTo>
                  <a:pt x="720" y="1015"/>
                </a:lnTo>
                <a:lnTo>
                  <a:pt x="720" y="950"/>
                </a:lnTo>
                <a:cubicBezTo>
                  <a:pt x="720" y="913"/>
                  <a:pt x="691" y="884"/>
                  <a:pt x="655" y="884"/>
                </a:cubicBezTo>
                <a:lnTo>
                  <a:pt x="622" y="884"/>
                </a:lnTo>
                <a:lnTo>
                  <a:pt x="622" y="407"/>
                </a:lnTo>
                <a:cubicBezTo>
                  <a:pt x="652" y="390"/>
                  <a:pt x="674" y="361"/>
                  <a:pt x="683" y="327"/>
                </a:cubicBezTo>
                <a:lnTo>
                  <a:pt x="865" y="327"/>
                </a:lnTo>
                <a:lnTo>
                  <a:pt x="773" y="524"/>
                </a:lnTo>
                <a:lnTo>
                  <a:pt x="720" y="524"/>
                </a:lnTo>
                <a:lnTo>
                  <a:pt x="753" y="720"/>
                </a:lnTo>
                <a:lnTo>
                  <a:pt x="1081" y="720"/>
                </a:lnTo>
                <a:lnTo>
                  <a:pt x="1113" y="524"/>
                </a:lnTo>
                <a:lnTo>
                  <a:pt x="1060" y="524"/>
                </a:lnTo>
                <a:lnTo>
                  <a:pt x="968" y="327"/>
                </a:lnTo>
                <a:close/>
                <a:moveTo>
                  <a:pt x="125" y="524"/>
                </a:moveTo>
                <a:lnTo>
                  <a:pt x="196" y="372"/>
                </a:lnTo>
                <a:lnTo>
                  <a:pt x="267" y="524"/>
                </a:lnTo>
                <a:lnTo>
                  <a:pt x="125" y="524"/>
                </a:lnTo>
                <a:close/>
                <a:moveTo>
                  <a:pt x="556" y="360"/>
                </a:moveTo>
                <a:cubicBezTo>
                  <a:pt x="520" y="360"/>
                  <a:pt x="491" y="331"/>
                  <a:pt x="491" y="295"/>
                </a:cubicBezTo>
                <a:cubicBezTo>
                  <a:pt x="491" y="258"/>
                  <a:pt x="519" y="229"/>
                  <a:pt x="556" y="229"/>
                </a:cubicBezTo>
                <a:cubicBezTo>
                  <a:pt x="592" y="229"/>
                  <a:pt x="622" y="258"/>
                  <a:pt x="622" y="295"/>
                </a:cubicBezTo>
                <a:cubicBezTo>
                  <a:pt x="622" y="331"/>
                  <a:pt x="593" y="360"/>
                  <a:pt x="556" y="360"/>
                </a:cubicBezTo>
                <a:close/>
                <a:moveTo>
                  <a:pt x="917" y="372"/>
                </a:moveTo>
                <a:lnTo>
                  <a:pt x="988" y="524"/>
                </a:lnTo>
                <a:lnTo>
                  <a:pt x="845" y="524"/>
                </a:lnTo>
                <a:lnTo>
                  <a:pt x="917" y="3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Freeform 36">
            <a:extLst>
              <a:ext uri="{FF2B5EF4-FFF2-40B4-BE49-F238E27FC236}">
                <a16:creationId xmlns:a16="http://schemas.microsoft.com/office/drawing/2014/main" xmlns="" id="{B010D720-6F8C-4295-9163-DB0EF037C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100" y="2392026"/>
            <a:ext cx="828794" cy="488104"/>
          </a:xfrm>
          <a:custGeom>
            <a:avLst/>
            <a:gdLst>
              <a:gd name="T0" fmla="*/ 863 w 1115"/>
              <a:gd name="T1" fmla="*/ 327 h 656"/>
              <a:gd name="T2" fmla="*/ 884 w 1115"/>
              <a:gd name="T3" fmla="*/ 281 h 656"/>
              <a:gd name="T4" fmla="*/ 884 w 1115"/>
              <a:gd name="T5" fmla="*/ 65 h 656"/>
              <a:gd name="T6" fmla="*/ 1114 w 1115"/>
              <a:gd name="T7" fmla="*/ 65 h 656"/>
              <a:gd name="T8" fmla="*/ 1114 w 1115"/>
              <a:gd name="T9" fmla="*/ 0 h 656"/>
              <a:gd name="T10" fmla="*/ 0 w 1115"/>
              <a:gd name="T11" fmla="*/ 0 h 656"/>
              <a:gd name="T12" fmla="*/ 0 w 1115"/>
              <a:gd name="T13" fmla="*/ 655 h 656"/>
              <a:gd name="T14" fmla="*/ 829 w 1115"/>
              <a:gd name="T15" fmla="*/ 655 h 656"/>
              <a:gd name="T16" fmla="*/ 774 w 1115"/>
              <a:gd name="T17" fmla="*/ 327 h 656"/>
              <a:gd name="T18" fmla="*/ 863 w 1115"/>
              <a:gd name="T19" fmla="*/ 327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15" h="656">
                <a:moveTo>
                  <a:pt x="863" y="327"/>
                </a:moveTo>
                <a:lnTo>
                  <a:pt x="884" y="281"/>
                </a:lnTo>
                <a:lnTo>
                  <a:pt x="884" y="65"/>
                </a:lnTo>
                <a:lnTo>
                  <a:pt x="1114" y="65"/>
                </a:lnTo>
                <a:lnTo>
                  <a:pt x="1114" y="0"/>
                </a:lnTo>
                <a:lnTo>
                  <a:pt x="0" y="0"/>
                </a:lnTo>
                <a:lnTo>
                  <a:pt x="0" y="655"/>
                </a:lnTo>
                <a:lnTo>
                  <a:pt x="829" y="655"/>
                </a:lnTo>
                <a:lnTo>
                  <a:pt x="774" y="327"/>
                </a:lnTo>
                <a:lnTo>
                  <a:pt x="863" y="327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5CA89E07-BFF3-47C0-BFC7-BA547C7DB2A8}"/>
              </a:ext>
            </a:extLst>
          </p:cNvPr>
          <p:cNvSpPr txBox="1"/>
          <p:nvPr/>
        </p:nvSpPr>
        <p:spPr>
          <a:xfrm>
            <a:off x="3152356" y="1809633"/>
            <a:ext cx="26891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30" name="7 CuadroTexto">
            <a:extLst>
              <a:ext uri="{FF2B5EF4-FFF2-40B4-BE49-F238E27FC236}">
                <a16:creationId xmlns:a16="http://schemas.microsoft.com/office/drawing/2014/main" xmlns="" id="{4E4CBC8C-D494-4E02-BFE5-5DB2720726FB}"/>
              </a:ext>
            </a:extLst>
          </p:cNvPr>
          <p:cNvSpPr txBox="1"/>
          <p:nvPr/>
        </p:nvSpPr>
        <p:spPr>
          <a:xfrm>
            <a:off x="3152353" y="2054670"/>
            <a:ext cx="2689151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strategies. Seamlessly visualize quality</a:t>
            </a:r>
          </a:p>
        </p:txBody>
      </p:sp>
      <p:sp>
        <p:nvSpPr>
          <p:cNvPr id="48" name="Freeform 38">
            <a:extLst>
              <a:ext uri="{FF2B5EF4-FFF2-40B4-BE49-F238E27FC236}">
                <a16:creationId xmlns:a16="http://schemas.microsoft.com/office/drawing/2014/main" xmlns="" id="{B34A0A90-6E12-4E19-BD78-DA219A59E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981" y="4319726"/>
            <a:ext cx="769282" cy="890115"/>
          </a:xfrm>
          <a:custGeom>
            <a:avLst/>
            <a:gdLst>
              <a:gd name="T0" fmla="*/ 153 w 842"/>
              <a:gd name="T1" fmla="*/ 0 h 975"/>
              <a:gd name="T2" fmla="*/ 93 w 842"/>
              <a:gd name="T3" fmla="*/ 50 h 975"/>
              <a:gd name="T4" fmla="*/ 70 w 842"/>
              <a:gd name="T5" fmla="*/ 181 h 975"/>
              <a:gd name="T6" fmla="*/ 0 w 842"/>
              <a:gd name="T7" fmla="*/ 247 h 975"/>
              <a:gd name="T8" fmla="*/ 102 w 842"/>
              <a:gd name="T9" fmla="*/ 357 h 975"/>
              <a:gd name="T10" fmla="*/ 346 w 842"/>
              <a:gd name="T11" fmla="*/ 238 h 975"/>
              <a:gd name="T12" fmla="*/ 650 w 842"/>
              <a:gd name="T13" fmla="*/ 532 h 975"/>
              <a:gd name="T14" fmla="*/ 346 w 842"/>
              <a:gd name="T15" fmla="*/ 827 h 975"/>
              <a:gd name="T16" fmla="*/ 346 w 842"/>
              <a:gd name="T17" fmla="*/ 827 h 975"/>
              <a:gd name="T18" fmla="*/ 177 w 842"/>
              <a:gd name="T19" fmla="*/ 777 h 975"/>
              <a:gd name="T20" fmla="*/ 160 w 842"/>
              <a:gd name="T21" fmla="*/ 842 h 975"/>
              <a:gd name="T22" fmla="*/ 126 w 842"/>
              <a:gd name="T23" fmla="*/ 918 h 975"/>
              <a:gd name="T24" fmla="*/ 346 w 842"/>
              <a:gd name="T25" fmla="*/ 974 h 975"/>
              <a:gd name="T26" fmla="*/ 779 w 842"/>
              <a:gd name="T27" fmla="*/ 672 h 975"/>
              <a:gd name="T28" fmla="*/ 621 w 842"/>
              <a:gd name="T29" fmla="*/ 180 h 975"/>
              <a:gd name="T30" fmla="*/ 598 w 842"/>
              <a:gd name="T31" fmla="*/ 50 h 975"/>
              <a:gd name="T32" fmla="*/ 538 w 842"/>
              <a:gd name="T33" fmla="*/ 0 h 975"/>
              <a:gd name="T34" fmla="*/ 153 w 842"/>
              <a:gd name="T35" fmla="*/ 0 h 975"/>
              <a:gd name="T36" fmla="*/ 346 w 842"/>
              <a:gd name="T37" fmla="*/ 76 h 975"/>
              <a:gd name="T38" fmla="*/ 377 w 842"/>
              <a:gd name="T39" fmla="*/ 106 h 975"/>
              <a:gd name="T40" fmla="*/ 377 w 842"/>
              <a:gd name="T41" fmla="*/ 107 h 975"/>
              <a:gd name="T42" fmla="*/ 377 w 842"/>
              <a:gd name="T43" fmla="*/ 136 h 975"/>
              <a:gd name="T44" fmla="*/ 347 w 842"/>
              <a:gd name="T45" fmla="*/ 167 h 975"/>
              <a:gd name="T46" fmla="*/ 316 w 842"/>
              <a:gd name="T47" fmla="*/ 137 h 975"/>
              <a:gd name="T48" fmla="*/ 316 w 842"/>
              <a:gd name="T49" fmla="*/ 136 h 975"/>
              <a:gd name="T50" fmla="*/ 316 w 842"/>
              <a:gd name="T51" fmla="*/ 107 h 975"/>
              <a:gd name="T52" fmla="*/ 346 w 842"/>
              <a:gd name="T53" fmla="*/ 76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42" h="975">
                <a:moveTo>
                  <a:pt x="153" y="0"/>
                </a:moveTo>
                <a:cubicBezTo>
                  <a:pt x="124" y="0"/>
                  <a:pt x="98" y="21"/>
                  <a:pt x="93" y="50"/>
                </a:cubicBezTo>
                <a:lnTo>
                  <a:pt x="70" y="181"/>
                </a:lnTo>
                <a:cubicBezTo>
                  <a:pt x="43" y="200"/>
                  <a:pt x="21" y="223"/>
                  <a:pt x="0" y="247"/>
                </a:cubicBezTo>
                <a:cubicBezTo>
                  <a:pt x="41" y="278"/>
                  <a:pt x="75" y="315"/>
                  <a:pt x="102" y="357"/>
                </a:cubicBezTo>
                <a:cubicBezTo>
                  <a:pt x="160" y="282"/>
                  <a:pt x="250" y="238"/>
                  <a:pt x="346" y="238"/>
                </a:cubicBezTo>
                <a:cubicBezTo>
                  <a:pt x="514" y="238"/>
                  <a:pt x="650" y="370"/>
                  <a:pt x="650" y="532"/>
                </a:cubicBezTo>
                <a:cubicBezTo>
                  <a:pt x="650" y="695"/>
                  <a:pt x="514" y="827"/>
                  <a:pt x="346" y="827"/>
                </a:cubicBezTo>
                <a:lnTo>
                  <a:pt x="346" y="827"/>
                </a:lnTo>
                <a:cubicBezTo>
                  <a:pt x="286" y="827"/>
                  <a:pt x="227" y="809"/>
                  <a:pt x="177" y="777"/>
                </a:cubicBezTo>
                <a:cubicBezTo>
                  <a:pt x="173" y="799"/>
                  <a:pt x="168" y="821"/>
                  <a:pt x="160" y="842"/>
                </a:cubicBezTo>
                <a:cubicBezTo>
                  <a:pt x="151" y="869"/>
                  <a:pt x="139" y="894"/>
                  <a:pt x="126" y="918"/>
                </a:cubicBezTo>
                <a:cubicBezTo>
                  <a:pt x="192" y="953"/>
                  <a:pt x="267" y="974"/>
                  <a:pt x="346" y="974"/>
                </a:cubicBezTo>
                <a:cubicBezTo>
                  <a:pt x="542" y="974"/>
                  <a:pt x="716" y="852"/>
                  <a:pt x="779" y="672"/>
                </a:cubicBezTo>
                <a:cubicBezTo>
                  <a:pt x="841" y="493"/>
                  <a:pt x="777" y="295"/>
                  <a:pt x="621" y="180"/>
                </a:cubicBezTo>
                <a:lnTo>
                  <a:pt x="598" y="50"/>
                </a:lnTo>
                <a:cubicBezTo>
                  <a:pt x="593" y="21"/>
                  <a:pt x="568" y="0"/>
                  <a:pt x="538" y="0"/>
                </a:cubicBezTo>
                <a:lnTo>
                  <a:pt x="153" y="0"/>
                </a:lnTo>
                <a:close/>
                <a:moveTo>
                  <a:pt x="346" y="76"/>
                </a:moveTo>
                <a:cubicBezTo>
                  <a:pt x="363" y="76"/>
                  <a:pt x="377" y="89"/>
                  <a:pt x="377" y="106"/>
                </a:cubicBezTo>
                <a:lnTo>
                  <a:pt x="377" y="107"/>
                </a:lnTo>
                <a:lnTo>
                  <a:pt x="377" y="136"/>
                </a:lnTo>
                <a:cubicBezTo>
                  <a:pt x="377" y="153"/>
                  <a:pt x="364" y="167"/>
                  <a:pt x="347" y="167"/>
                </a:cubicBezTo>
                <a:cubicBezTo>
                  <a:pt x="330" y="167"/>
                  <a:pt x="316" y="154"/>
                  <a:pt x="316" y="137"/>
                </a:cubicBezTo>
                <a:cubicBezTo>
                  <a:pt x="316" y="137"/>
                  <a:pt x="316" y="137"/>
                  <a:pt x="316" y="136"/>
                </a:cubicBezTo>
                <a:lnTo>
                  <a:pt x="316" y="107"/>
                </a:lnTo>
                <a:cubicBezTo>
                  <a:pt x="316" y="90"/>
                  <a:pt x="329" y="76"/>
                  <a:pt x="346" y="7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D227A95A-0C05-4465-BAF9-1CDE88A1798C}"/>
              </a:ext>
            </a:extLst>
          </p:cNvPr>
          <p:cNvGrpSpPr/>
          <p:nvPr/>
        </p:nvGrpSpPr>
        <p:grpSpPr>
          <a:xfrm>
            <a:off x="1253836" y="3884740"/>
            <a:ext cx="1143854" cy="1462043"/>
            <a:chOff x="1534059" y="2272033"/>
            <a:chExt cx="539419" cy="689471"/>
          </a:xfrm>
        </p:grpSpPr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xmlns="" id="{FD4D2EBB-A681-4B75-A7FE-1635E4B65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059" y="2541743"/>
              <a:ext cx="427357" cy="419761"/>
            </a:xfrm>
            <a:custGeom>
              <a:avLst/>
              <a:gdLst>
                <a:gd name="T0" fmla="*/ 302 w 991"/>
                <a:gd name="T1" fmla="*/ 0 h 975"/>
                <a:gd name="T2" fmla="*/ 242 w 991"/>
                <a:gd name="T3" fmla="*/ 50 h 975"/>
                <a:gd name="T4" fmla="*/ 219 w 991"/>
                <a:gd name="T5" fmla="*/ 181 h 975"/>
                <a:gd name="T6" fmla="*/ 62 w 991"/>
                <a:gd name="T7" fmla="*/ 674 h 975"/>
                <a:gd name="T8" fmla="*/ 496 w 991"/>
                <a:gd name="T9" fmla="*/ 974 h 975"/>
                <a:gd name="T10" fmla="*/ 928 w 991"/>
                <a:gd name="T11" fmla="*/ 673 h 975"/>
                <a:gd name="T12" fmla="*/ 770 w 991"/>
                <a:gd name="T13" fmla="*/ 180 h 975"/>
                <a:gd name="T14" fmla="*/ 747 w 991"/>
                <a:gd name="T15" fmla="*/ 50 h 975"/>
                <a:gd name="T16" fmla="*/ 687 w 991"/>
                <a:gd name="T17" fmla="*/ 0 h 975"/>
                <a:gd name="T18" fmla="*/ 302 w 991"/>
                <a:gd name="T19" fmla="*/ 0 h 975"/>
                <a:gd name="T20" fmla="*/ 494 w 991"/>
                <a:gd name="T21" fmla="*/ 73 h 975"/>
                <a:gd name="T22" fmla="*/ 525 w 991"/>
                <a:gd name="T23" fmla="*/ 103 h 975"/>
                <a:gd name="T24" fmla="*/ 525 w 991"/>
                <a:gd name="T25" fmla="*/ 104 h 975"/>
                <a:gd name="T26" fmla="*/ 525 w 991"/>
                <a:gd name="T27" fmla="*/ 133 h 975"/>
                <a:gd name="T28" fmla="*/ 495 w 991"/>
                <a:gd name="T29" fmla="*/ 164 h 975"/>
                <a:gd name="T30" fmla="*/ 465 w 991"/>
                <a:gd name="T31" fmla="*/ 134 h 975"/>
                <a:gd name="T32" fmla="*/ 465 w 991"/>
                <a:gd name="T33" fmla="*/ 133 h 975"/>
                <a:gd name="T34" fmla="*/ 465 w 991"/>
                <a:gd name="T35" fmla="*/ 104 h 975"/>
                <a:gd name="T36" fmla="*/ 494 w 991"/>
                <a:gd name="T37" fmla="*/ 73 h 975"/>
                <a:gd name="T38" fmla="*/ 495 w 991"/>
                <a:gd name="T39" fmla="*/ 238 h 975"/>
                <a:gd name="T40" fmla="*/ 799 w 991"/>
                <a:gd name="T41" fmla="*/ 533 h 975"/>
                <a:gd name="T42" fmla="*/ 495 w 991"/>
                <a:gd name="T43" fmla="*/ 827 h 975"/>
                <a:gd name="T44" fmla="*/ 495 w 991"/>
                <a:gd name="T45" fmla="*/ 827 h 975"/>
                <a:gd name="T46" fmla="*/ 191 w 991"/>
                <a:gd name="T47" fmla="*/ 533 h 975"/>
                <a:gd name="T48" fmla="*/ 191 w 991"/>
                <a:gd name="T49" fmla="*/ 533 h 975"/>
                <a:gd name="T50" fmla="*/ 495 w 991"/>
                <a:gd name="T51" fmla="*/ 238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1" h="975">
                  <a:moveTo>
                    <a:pt x="302" y="0"/>
                  </a:moveTo>
                  <a:cubicBezTo>
                    <a:pt x="273" y="0"/>
                    <a:pt x="248" y="21"/>
                    <a:pt x="242" y="50"/>
                  </a:cubicBezTo>
                  <a:lnTo>
                    <a:pt x="219" y="181"/>
                  </a:lnTo>
                  <a:cubicBezTo>
                    <a:pt x="63" y="296"/>
                    <a:pt x="0" y="494"/>
                    <a:pt x="62" y="674"/>
                  </a:cubicBezTo>
                  <a:cubicBezTo>
                    <a:pt x="125" y="853"/>
                    <a:pt x="299" y="974"/>
                    <a:pt x="496" y="974"/>
                  </a:cubicBezTo>
                  <a:cubicBezTo>
                    <a:pt x="692" y="974"/>
                    <a:pt x="866" y="852"/>
                    <a:pt x="928" y="673"/>
                  </a:cubicBezTo>
                  <a:cubicBezTo>
                    <a:pt x="990" y="493"/>
                    <a:pt x="927" y="295"/>
                    <a:pt x="770" y="180"/>
                  </a:cubicBezTo>
                  <a:lnTo>
                    <a:pt x="747" y="50"/>
                  </a:lnTo>
                  <a:cubicBezTo>
                    <a:pt x="742" y="21"/>
                    <a:pt x="717" y="0"/>
                    <a:pt x="687" y="0"/>
                  </a:cubicBezTo>
                  <a:lnTo>
                    <a:pt x="302" y="0"/>
                  </a:lnTo>
                  <a:close/>
                  <a:moveTo>
                    <a:pt x="494" y="73"/>
                  </a:moveTo>
                  <a:cubicBezTo>
                    <a:pt x="511" y="73"/>
                    <a:pt x="525" y="86"/>
                    <a:pt x="525" y="103"/>
                  </a:cubicBezTo>
                  <a:cubicBezTo>
                    <a:pt x="525" y="103"/>
                    <a:pt x="525" y="103"/>
                    <a:pt x="525" y="104"/>
                  </a:cubicBezTo>
                  <a:lnTo>
                    <a:pt x="525" y="133"/>
                  </a:lnTo>
                  <a:cubicBezTo>
                    <a:pt x="526" y="150"/>
                    <a:pt x="512" y="164"/>
                    <a:pt x="495" y="164"/>
                  </a:cubicBezTo>
                  <a:cubicBezTo>
                    <a:pt x="479" y="164"/>
                    <a:pt x="465" y="151"/>
                    <a:pt x="465" y="134"/>
                  </a:cubicBezTo>
                  <a:cubicBezTo>
                    <a:pt x="465" y="134"/>
                    <a:pt x="465" y="134"/>
                    <a:pt x="465" y="133"/>
                  </a:cubicBezTo>
                  <a:lnTo>
                    <a:pt x="465" y="104"/>
                  </a:lnTo>
                  <a:cubicBezTo>
                    <a:pt x="464" y="87"/>
                    <a:pt x="478" y="73"/>
                    <a:pt x="494" y="73"/>
                  </a:cubicBezTo>
                  <a:close/>
                  <a:moveTo>
                    <a:pt x="495" y="238"/>
                  </a:moveTo>
                  <a:cubicBezTo>
                    <a:pt x="663" y="238"/>
                    <a:pt x="799" y="370"/>
                    <a:pt x="799" y="533"/>
                  </a:cubicBezTo>
                  <a:cubicBezTo>
                    <a:pt x="799" y="695"/>
                    <a:pt x="663" y="827"/>
                    <a:pt x="495" y="827"/>
                  </a:cubicBezTo>
                  <a:lnTo>
                    <a:pt x="495" y="827"/>
                  </a:lnTo>
                  <a:cubicBezTo>
                    <a:pt x="327" y="827"/>
                    <a:pt x="191" y="695"/>
                    <a:pt x="191" y="533"/>
                  </a:cubicBezTo>
                  <a:lnTo>
                    <a:pt x="191" y="533"/>
                  </a:lnTo>
                  <a:cubicBezTo>
                    <a:pt x="191" y="370"/>
                    <a:pt x="327" y="238"/>
                    <a:pt x="495" y="23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xmlns="" id="{EE3FE603-098F-4F7F-B35A-89AF42A5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6900" y="2272033"/>
              <a:ext cx="366578" cy="252616"/>
            </a:xfrm>
            <a:custGeom>
              <a:avLst/>
              <a:gdLst>
                <a:gd name="T0" fmla="*/ 274 w 853"/>
                <a:gd name="T1" fmla="*/ 107 h 587"/>
                <a:gd name="T2" fmla="*/ 192 w 853"/>
                <a:gd name="T3" fmla="*/ 175 h 587"/>
                <a:gd name="T4" fmla="*/ 45 w 853"/>
                <a:gd name="T5" fmla="*/ 274 h 587"/>
                <a:gd name="T6" fmla="*/ 76 w 853"/>
                <a:gd name="T7" fmla="*/ 451 h 587"/>
                <a:gd name="T8" fmla="*/ 46 w 853"/>
                <a:gd name="T9" fmla="*/ 461 h 587"/>
                <a:gd name="T10" fmla="*/ 0 w 853"/>
                <a:gd name="T11" fmla="*/ 540 h 587"/>
                <a:gd name="T12" fmla="*/ 61 w 853"/>
                <a:gd name="T13" fmla="*/ 586 h 587"/>
                <a:gd name="T14" fmla="*/ 76 w 853"/>
                <a:gd name="T15" fmla="*/ 513 h 587"/>
                <a:gd name="T16" fmla="*/ 107 w 853"/>
                <a:gd name="T17" fmla="*/ 514 h 587"/>
                <a:gd name="T18" fmla="*/ 122 w 853"/>
                <a:gd name="T19" fmla="*/ 541 h 587"/>
                <a:gd name="T20" fmla="*/ 182 w 853"/>
                <a:gd name="T21" fmla="*/ 586 h 587"/>
                <a:gd name="T22" fmla="*/ 138 w 853"/>
                <a:gd name="T23" fmla="*/ 462 h 587"/>
                <a:gd name="T24" fmla="*/ 152 w 853"/>
                <a:gd name="T25" fmla="*/ 380 h 587"/>
                <a:gd name="T26" fmla="*/ 240 w 853"/>
                <a:gd name="T27" fmla="*/ 214 h 587"/>
                <a:gd name="T28" fmla="*/ 380 w 853"/>
                <a:gd name="T29" fmla="*/ 213 h 587"/>
                <a:gd name="T30" fmla="*/ 534 w 853"/>
                <a:gd name="T31" fmla="*/ 153 h 587"/>
                <a:gd name="T32" fmla="*/ 639 w 853"/>
                <a:gd name="T33" fmla="*/ 274 h 587"/>
                <a:gd name="T34" fmla="*/ 712 w 853"/>
                <a:gd name="T35" fmla="*/ 303 h 587"/>
                <a:gd name="T36" fmla="*/ 669 w 853"/>
                <a:gd name="T37" fmla="*/ 425 h 587"/>
                <a:gd name="T38" fmla="*/ 730 w 853"/>
                <a:gd name="T39" fmla="*/ 379 h 587"/>
                <a:gd name="T40" fmla="*/ 776 w 853"/>
                <a:gd name="T41" fmla="*/ 353 h 587"/>
                <a:gd name="T42" fmla="*/ 791 w 853"/>
                <a:gd name="T43" fmla="*/ 380 h 587"/>
                <a:gd name="T44" fmla="*/ 791 w 853"/>
                <a:gd name="T45" fmla="*/ 425 h 587"/>
                <a:gd name="T46" fmla="*/ 852 w 853"/>
                <a:gd name="T47" fmla="*/ 381 h 587"/>
                <a:gd name="T48" fmla="*/ 773 w 853"/>
                <a:gd name="T49" fmla="*/ 290 h 587"/>
                <a:gd name="T50" fmla="*/ 745 w 853"/>
                <a:gd name="T51" fmla="*/ 167 h 587"/>
                <a:gd name="T52" fmla="*/ 560 w 853"/>
                <a:gd name="T53" fmla="*/ 96 h 587"/>
                <a:gd name="T54" fmla="*/ 380 w 853"/>
                <a:gd name="T55" fmla="*/ 0 h 587"/>
                <a:gd name="T56" fmla="*/ 426 w 853"/>
                <a:gd name="T57" fmla="*/ 107 h 587"/>
                <a:gd name="T58" fmla="*/ 335 w 853"/>
                <a:gd name="T59" fmla="*/ 107 h 587"/>
                <a:gd name="T60" fmla="*/ 639 w 853"/>
                <a:gd name="T61" fmla="*/ 122 h 587"/>
                <a:gd name="T62" fmla="*/ 639 w 853"/>
                <a:gd name="T63" fmla="*/ 213 h 587"/>
                <a:gd name="T64" fmla="*/ 639 w 853"/>
                <a:gd name="T65" fmla="*/ 122 h 587"/>
                <a:gd name="T66" fmla="*/ 198 w 853"/>
                <a:gd name="T67" fmla="*/ 274 h 587"/>
                <a:gd name="T68" fmla="*/ 106 w 853"/>
                <a:gd name="T69" fmla="*/ 274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53" h="587">
                  <a:moveTo>
                    <a:pt x="380" y="0"/>
                  </a:moveTo>
                  <a:cubicBezTo>
                    <a:pt x="322" y="0"/>
                    <a:pt x="274" y="48"/>
                    <a:pt x="274" y="107"/>
                  </a:cubicBezTo>
                  <a:cubicBezTo>
                    <a:pt x="274" y="110"/>
                    <a:pt x="274" y="113"/>
                    <a:pt x="275" y="117"/>
                  </a:cubicBezTo>
                  <a:cubicBezTo>
                    <a:pt x="245" y="132"/>
                    <a:pt x="217" y="152"/>
                    <a:pt x="192" y="175"/>
                  </a:cubicBezTo>
                  <a:cubicBezTo>
                    <a:pt x="179" y="170"/>
                    <a:pt x="166" y="168"/>
                    <a:pt x="152" y="168"/>
                  </a:cubicBezTo>
                  <a:cubicBezTo>
                    <a:pt x="94" y="168"/>
                    <a:pt x="45" y="216"/>
                    <a:pt x="45" y="274"/>
                  </a:cubicBezTo>
                  <a:cubicBezTo>
                    <a:pt x="45" y="308"/>
                    <a:pt x="62" y="337"/>
                    <a:pt x="86" y="357"/>
                  </a:cubicBezTo>
                  <a:cubicBezTo>
                    <a:pt x="79" y="388"/>
                    <a:pt x="75" y="419"/>
                    <a:pt x="76" y="451"/>
                  </a:cubicBezTo>
                  <a:cubicBezTo>
                    <a:pt x="66" y="453"/>
                    <a:pt x="55" y="456"/>
                    <a:pt x="46" y="461"/>
                  </a:cubicBezTo>
                  <a:lnTo>
                    <a:pt x="46" y="461"/>
                  </a:lnTo>
                  <a:lnTo>
                    <a:pt x="46" y="461"/>
                  </a:lnTo>
                  <a:cubicBezTo>
                    <a:pt x="17" y="477"/>
                    <a:pt x="0" y="507"/>
                    <a:pt x="0" y="540"/>
                  </a:cubicBezTo>
                  <a:lnTo>
                    <a:pt x="0" y="586"/>
                  </a:lnTo>
                  <a:lnTo>
                    <a:pt x="61" y="586"/>
                  </a:lnTo>
                  <a:lnTo>
                    <a:pt x="61" y="540"/>
                  </a:lnTo>
                  <a:cubicBezTo>
                    <a:pt x="61" y="529"/>
                    <a:pt x="67" y="519"/>
                    <a:pt x="76" y="513"/>
                  </a:cubicBezTo>
                  <a:cubicBezTo>
                    <a:pt x="86" y="508"/>
                    <a:pt x="97" y="508"/>
                    <a:pt x="106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16" y="520"/>
                    <a:pt x="122" y="530"/>
                    <a:pt x="122" y="541"/>
                  </a:cubicBezTo>
                  <a:lnTo>
                    <a:pt x="122" y="541"/>
                  </a:lnTo>
                  <a:lnTo>
                    <a:pt x="122" y="586"/>
                  </a:lnTo>
                  <a:lnTo>
                    <a:pt x="182" y="586"/>
                  </a:lnTo>
                  <a:lnTo>
                    <a:pt x="182" y="542"/>
                  </a:lnTo>
                  <a:cubicBezTo>
                    <a:pt x="183" y="509"/>
                    <a:pt x="166" y="479"/>
                    <a:pt x="138" y="462"/>
                  </a:cubicBezTo>
                  <a:cubicBezTo>
                    <a:pt x="136" y="434"/>
                    <a:pt x="138" y="407"/>
                    <a:pt x="143" y="379"/>
                  </a:cubicBezTo>
                  <a:cubicBezTo>
                    <a:pt x="146" y="379"/>
                    <a:pt x="149" y="380"/>
                    <a:pt x="152" y="380"/>
                  </a:cubicBezTo>
                  <a:cubicBezTo>
                    <a:pt x="210" y="380"/>
                    <a:pt x="259" y="332"/>
                    <a:pt x="259" y="274"/>
                  </a:cubicBezTo>
                  <a:cubicBezTo>
                    <a:pt x="259" y="252"/>
                    <a:pt x="251" y="231"/>
                    <a:pt x="240" y="214"/>
                  </a:cubicBezTo>
                  <a:cubicBezTo>
                    <a:pt x="257" y="198"/>
                    <a:pt x="277" y="184"/>
                    <a:pt x="298" y="173"/>
                  </a:cubicBezTo>
                  <a:cubicBezTo>
                    <a:pt x="318" y="197"/>
                    <a:pt x="347" y="213"/>
                    <a:pt x="380" y="213"/>
                  </a:cubicBezTo>
                  <a:cubicBezTo>
                    <a:pt x="427" y="213"/>
                    <a:pt x="466" y="183"/>
                    <a:pt x="480" y="141"/>
                  </a:cubicBezTo>
                  <a:cubicBezTo>
                    <a:pt x="499" y="143"/>
                    <a:pt x="516" y="147"/>
                    <a:pt x="534" y="153"/>
                  </a:cubicBezTo>
                  <a:cubicBezTo>
                    <a:pt x="533" y="158"/>
                    <a:pt x="532" y="162"/>
                    <a:pt x="532" y="167"/>
                  </a:cubicBezTo>
                  <a:cubicBezTo>
                    <a:pt x="532" y="226"/>
                    <a:pt x="580" y="274"/>
                    <a:pt x="639" y="274"/>
                  </a:cubicBezTo>
                  <a:cubicBezTo>
                    <a:pt x="656" y="274"/>
                    <a:pt x="672" y="269"/>
                    <a:pt x="687" y="262"/>
                  </a:cubicBezTo>
                  <a:cubicBezTo>
                    <a:pt x="696" y="275"/>
                    <a:pt x="704" y="288"/>
                    <a:pt x="712" y="303"/>
                  </a:cubicBezTo>
                  <a:cubicBezTo>
                    <a:pt x="686" y="319"/>
                    <a:pt x="669" y="348"/>
                    <a:pt x="669" y="380"/>
                  </a:cubicBezTo>
                  <a:lnTo>
                    <a:pt x="669" y="425"/>
                  </a:lnTo>
                  <a:lnTo>
                    <a:pt x="730" y="425"/>
                  </a:lnTo>
                  <a:lnTo>
                    <a:pt x="730" y="379"/>
                  </a:lnTo>
                  <a:cubicBezTo>
                    <a:pt x="730" y="368"/>
                    <a:pt x="736" y="358"/>
                    <a:pt x="746" y="353"/>
                  </a:cubicBezTo>
                  <a:cubicBezTo>
                    <a:pt x="755" y="347"/>
                    <a:pt x="767" y="348"/>
                    <a:pt x="776" y="353"/>
                  </a:cubicBezTo>
                  <a:lnTo>
                    <a:pt x="776" y="353"/>
                  </a:lnTo>
                  <a:cubicBezTo>
                    <a:pt x="786" y="359"/>
                    <a:pt x="791" y="369"/>
                    <a:pt x="791" y="380"/>
                  </a:cubicBezTo>
                  <a:lnTo>
                    <a:pt x="791" y="381"/>
                  </a:lnTo>
                  <a:lnTo>
                    <a:pt x="791" y="425"/>
                  </a:lnTo>
                  <a:lnTo>
                    <a:pt x="852" y="425"/>
                  </a:lnTo>
                  <a:lnTo>
                    <a:pt x="852" y="381"/>
                  </a:lnTo>
                  <a:cubicBezTo>
                    <a:pt x="852" y="349"/>
                    <a:pt x="835" y="318"/>
                    <a:pt x="807" y="301"/>
                  </a:cubicBezTo>
                  <a:cubicBezTo>
                    <a:pt x="797" y="295"/>
                    <a:pt x="785" y="292"/>
                    <a:pt x="773" y="290"/>
                  </a:cubicBezTo>
                  <a:cubicBezTo>
                    <a:pt x="762" y="265"/>
                    <a:pt x="748" y="242"/>
                    <a:pt x="731" y="220"/>
                  </a:cubicBezTo>
                  <a:cubicBezTo>
                    <a:pt x="740" y="204"/>
                    <a:pt x="745" y="187"/>
                    <a:pt x="745" y="167"/>
                  </a:cubicBezTo>
                  <a:cubicBezTo>
                    <a:pt x="745" y="109"/>
                    <a:pt x="697" y="61"/>
                    <a:pt x="639" y="61"/>
                  </a:cubicBezTo>
                  <a:cubicBezTo>
                    <a:pt x="608" y="61"/>
                    <a:pt x="580" y="75"/>
                    <a:pt x="560" y="96"/>
                  </a:cubicBezTo>
                  <a:cubicBezTo>
                    <a:pt x="535" y="88"/>
                    <a:pt x="509" y="82"/>
                    <a:pt x="483" y="79"/>
                  </a:cubicBezTo>
                  <a:cubicBezTo>
                    <a:pt x="470" y="34"/>
                    <a:pt x="429" y="0"/>
                    <a:pt x="380" y="0"/>
                  </a:cubicBezTo>
                  <a:close/>
                  <a:moveTo>
                    <a:pt x="380" y="61"/>
                  </a:moveTo>
                  <a:cubicBezTo>
                    <a:pt x="406" y="61"/>
                    <a:pt x="426" y="81"/>
                    <a:pt x="426" y="107"/>
                  </a:cubicBezTo>
                  <a:cubicBezTo>
                    <a:pt x="426" y="132"/>
                    <a:pt x="406" y="152"/>
                    <a:pt x="380" y="152"/>
                  </a:cubicBezTo>
                  <a:cubicBezTo>
                    <a:pt x="355" y="152"/>
                    <a:pt x="335" y="132"/>
                    <a:pt x="335" y="107"/>
                  </a:cubicBezTo>
                  <a:cubicBezTo>
                    <a:pt x="335" y="81"/>
                    <a:pt x="355" y="61"/>
                    <a:pt x="380" y="61"/>
                  </a:cubicBezTo>
                  <a:close/>
                  <a:moveTo>
                    <a:pt x="639" y="122"/>
                  </a:moveTo>
                  <a:cubicBezTo>
                    <a:pt x="665" y="122"/>
                    <a:pt x="685" y="142"/>
                    <a:pt x="685" y="168"/>
                  </a:cubicBezTo>
                  <a:cubicBezTo>
                    <a:pt x="685" y="193"/>
                    <a:pt x="665" y="213"/>
                    <a:pt x="639" y="213"/>
                  </a:cubicBezTo>
                  <a:cubicBezTo>
                    <a:pt x="613" y="213"/>
                    <a:pt x="593" y="193"/>
                    <a:pt x="593" y="168"/>
                  </a:cubicBezTo>
                  <a:cubicBezTo>
                    <a:pt x="593" y="142"/>
                    <a:pt x="613" y="122"/>
                    <a:pt x="639" y="122"/>
                  </a:cubicBezTo>
                  <a:close/>
                  <a:moveTo>
                    <a:pt x="152" y="228"/>
                  </a:moveTo>
                  <a:cubicBezTo>
                    <a:pt x="178" y="228"/>
                    <a:pt x="198" y="248"/>
                    <a:pt x="198" y="274"/>
                  </a:cubicBezTo>
                  <a:cubicBezTo>
                    <a:pt x="198" y="300"/>
                    <a:pt x="178" y="320"/>
                    <a:pt x="152" y="320"/>
                  </a:cubicBezTo>
                  <a:cubicBezTo>
                    <a:pt x="126" y="320"/>
                    <a:pt x="106" y="300"/>
                    <a:pt x="106" y="274"/>
                  </a:cubicBezTo>
                  <a:cubicBezTo>
                    <a:pt x="106" y="249"/>
                    <a:pt x="126" y="228"/>
                    <a:pt x="152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98C20BF-7A72-417F-A777-A504215D1E4B}"/>
              </a:ext>
            </a:extLst>
          </p:cNvPr>
          <p:cNvSpPr txBox="1"/>
          <p:nvPr/>
        </p:nvSpPr>
        <p:spPr>
          <a:xfrm>
            <a:off x="3152678" y="4092333"/>
            <a:ext cx="268915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Breakthrough Law </a:t>
            </a:r>
          </a:p>
        </p:txBody>
      </p:sp>
      <p:sp>
        <p:nvSpPr>
          <p:cNvPr id="33" name="7 CuadroTexto">
            <a:extLst>
              <a:ext uri="{FF2B5EF4-FFF2-40B4-BE49-F238E27FC236}">
                <a16:creationId xmlns:a16="http://schemas.microsoft.com/office/drawing/2014/main" xmlns="" id="{01FC62E0-21B1-467D-8792-949E1CAD88B9}"/>
              </a:ext>
            </a:extLst>
          </p:cNvPr>
          <p:cNvSpPr txBox="1"/>
          <p:nvPr/>
        </p:nvSpPr>
        <p:spPr>
          <a:xfrm>
            <a:off x="3152355" y="4337370"/>
            <a:ext cx="2689152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strategies. Seamlessly visualize quality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A8E132DE-AF58-4CC4-8527-AF4F5DF5EF92}"/>
              </a:ext>
            </a:extLst>
          </p:cNvPr>
          <p:cNvSpPr txBox="1"/>
          <p:nvPr/>
        </p:nvSpPr>
        <p:spPr>
          <a:xfrm>
            <a:off x="7553532" y="5530166"/>
            <a:ext cx="25603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WWW.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 ARKENA 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0AB2B91-8AE8-49CD-9A1E-2B557EED1EDF}"/>
              </a:ext>
            </a:extLst>
          </p:cNvPr>
          <p:cNvSpPr/>
          <p:nvPr/>
        </p:nvSpPr>
        <p:spPr>
          <a:xfrm>
            <a:off x="510651" y="1101712"/>
            <a:ext cx="6286279" cy="474384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0449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9A924C31-B632-48A2-BE01-2CD69C7A8358}"/>
              </a:ext>
            </a:extLst>
          </p:cNvPr>
          <p:cNvSpPr/>
          <p:nvPr/>
        </p:nvSpPr>
        <p:spPr>
          <a:xfrm>
            <a:off x="6264933" y="3429000"/>
            <a:ext cx="2520000" cy="252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FCB7B-B3A0-4C34-9E42-BAFFD65AAC18}"/>
              </a:ext>
            </a:extLst>
          </p:cNvPr>
          <p:cNvSpPr txBox="1"/>
          <p:nvPr/>
        </p:nvSpPr>
        <p:spPr>
          <a:xfrm>
            <a:off x="2951116" y="4110852"/>
            <a:ext cx="269297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Your Lawn's Beautician</a:t>
            </a:r>
          </a:p>
        </p:txBody>
      </p:sp>
      <p:sp>
        <p:nvSpPr>
          <p:cNvPr id="27" name="7 CuadroTexto">
            <a:extLst>
              <a:ext uri="{FF2B5EF4-FFF2-40B4-BE49-F238E27FC236}">
                <a16:creationId xmlns:a16="http://schemas.microsoft.com/office/drawing/2014/main" xmlns="" id="{7BAD232C-8C95-4396-8150-AC8B2CBAC280}"/>
              </a:ext>
            </a:extLst>
          </p:cNvPr>
          <p:cNvSpPr txBox="1"/>
          <p:nvPr/>
        </p:nvSpPr>
        <p:spPr>
          <a:xfrm>
            <a:off x="2951116" y="4466032"/>
            <a:ext cx="2692973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strategies. Seamlessly visualize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xmlns="" id="{101FA946-38A7-4D02-9B55-648C6AA32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915552"/>
              </p:ext>
            </p:extLst>
          </p:nvPr>
        </p:nvGraphicFramePr>
        <p:xfrm>
          <a:off x="1392031" y="4089310"/>
          <a:ext cx="1199382" cy="1199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Oval 29">
            <a:extLst>
              <a:ext uri="{FF2B5EF4-FFF2-40B4-BE49-F238E27FC236}">
                <a16:creationId xmlns:a16="http://schemas.microsoft.com/office/drawing/2014/main" xmlns="" id="{9D1850BD-0B23-494B-8258-6A75469D051A}"/>
              </a:ext>
            </a:extLst>
          </p:cNvPr>
          <p:cNvSpPr/>
          <p:nvPr/>
        </p:nvSpPr>
        <p:spPr>
          <a:xfrm>
            <a:off x="1621325" y="4318603"/>
            <a:ext cx="740795" cy="7407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F36F43CC-04BB-4D17-A998-7239C5487B10}"/>
              </a:ext>
            </a:extLst>
          </p:cNvPr>
          <p:cNvSpPr txBox="1"/>
          <p:nvPr/>
        </p:nvSpPr>
        <p:spPr>
          <a:xfrm>
            <a:off x="1813789" y="4581278"/>
            <a:ext cx="35586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Helmet" pitchFamily="50" charset="-128"/>
              </a:rPr>
              <a:t>40%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xmlns="" id="{CC7A5CB8-B10A-4D07-A0F5-C796870E9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397121"/>
              </p:ext>
            </p:extLst>
          </p:nvPr>
        </p:nvGraphicFramePr>
        <p:xfrm>
          <a:off x="1335452" y="1569310"/>
          <a:ext cx="1199382" cy="1199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Oval 34">
            <a:extLst>
              <a:ext uri="{FF2B5EF4-FFF2-40B4-BE49-F238E27FC236}">
                <a16:creationId xmlns:a16="http://schemas.microsoft.com/office/drawing/2014/main" xmlns="" id="{EE7328A7-E3C2-4C5C-9262-09755F85636D}"/>
              </a:ext>
            </a:extLst>
          </p:cNvPr>
          <p:cNvSpPr/>
          <p:nvPr/>
        </p:nvSpPr>
        <p:spPr>
          <a:xfrm>
            <a:off x="1564746" y="1798603"/>
            <a:ext cx="740795" cy="7407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6F240462-5E2A-4F4A-B671-B146BF0915E6}"/>
              </a:ext>
            </a:extLst>
          </p:cNvPr>
          <p:cNvSpPr txBox="1"/>
          <p:nvPr/>
        </p:nvSpPr>
        <p:spPr>
          <a:xfrm>
            <a:off x="1757210" y="2061278"/>
            <a:ext cx="35586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Helmet" pitchFamily="50" charset="-128"/>
              </a:rPr>
              <a:t>40%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6F54FE8-ACCB-4D09-9403-1E5778568B20}"/>
              </a:ext>
            </a:extLst>
          </p:cNvPr>
          <p:cNvSpPr txBox="1"/>
          <p:nvPr/>
        </p:nvSpPr>
        <p:spPr>
          <a:xfrm>
            <a:off x="3007696" y="1590851"/>
            <a:ext cx="269297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For A Worry-free Lawn</a:t>
            </a:r>
          </a:p>
        </p:txBody>
      </p:sp>
      <p:sp>
        <p:nvSpPr>
          <p:cNvPr id="37" name="7 CuadroTexto">
            <a:extLst>
              <a:ext uri="{FF2B5EF4-FFF2-40B4-BE49-F238E27FC236}">
                <a16:creationId xmlns:a16="http://schemas.microsoft.com/office/drawing/2014/main" xmlns="" id="{6011FFDF-844E-4B62-9CFC-F4F589E14389}"/>
              </a:ext>
            </a:extLst>
          </p:cNvPr>
          <p:cNvSpPr txBox="1"/>
          <p:nvPr/>
        </p:nvSpPr>
        <p:spPr>
          <a:xfrm>
            <a:off x="3007696" y="1946032"/>
            <a:ext cx="2692973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strategies. Seamlessly visualize</a:t>
            </a:r>
          </a:p>
        </p:txBody>
      </p:sp>
      <p:sp>
        <p:nvSpPr>
          <p:cNvPr id="39" name="Freeform 15">
            <a:extLst>
              <a:ext uri="{FF2B5EF4-FFF2-40B4-BE49-F238E27FC236}">
                <a16:creationId xmlns:a16="http://schemas.microsoft.com/office/drawing/2014/main" xmlns="" id="{47BF3EE8-6E7F-4F21-8E06-0D431BDCA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928" y="4586229"/>
            <a:ext cx="1023443" cy="449630"/>
          </a:xfrm>
          <a:custGeom>
            <a:avLst/>
            <a:gdLst>
              <a:gd name="T0" fmla="*/ 1054 w 1056"/>
              <a:gd name="T1" fmla="*/ 0 h 461"/>
              <a:gd name="T2" fmla="*/ 556 w 1056"/>
              <a:gd name="T3" fmla="*/ 142 h 461"/>
              <a:gd name="T4" fmla="*/ 528 w 1056"/>
              <a:gd name="T5" fmla="*/ 146 h 461"/>
              <a:gd name="T6" fmla="*/ 499 w 1056"/>
              <a:gd name="T7" fmla="*/ 142 h 461"/>
              <a:gd name="T8" fmla="*/ 0 w 1056"/>
              <a:gd name="T9" fmla="*/ 0 h 461"/>
              <a:gd name="T10" fmla="*/ 0 w 1056"/>
              <a:gd name="T11" fmla="*/ 320 h 461"/>
              <a:gd name="T12" fmla="*/ 0 w 1056"/>
              <a:gd name="T13" fmla="*/ 320 h 461"/>
              <a:gd name="T14" fmla="*/ 529 w 1056"/>
              <a:gd name="T15" fmla="*/ 460 h 461"/>
              <a:gd name="T16" fmla="*/ 1055 w 1056"/>
              <a:gd name="T17" fmla="*/ 319 h 461"/>
              <a:gd name="T18" fmla="*/ 1055 w 1056"/>
              <a:gd name="T19" fmla="*/ 315 h 461"/>
              <a:gd name="T20" fmla="*/ 1054 w 1056"/>
              <a:gd name="T21" fmla="*/ 0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56" h="461">
                <a:moveTo>
                  <a:pt x="1054" y="0"/>
                </a:moveTo>
                <a:lnTo>
                  <a:pt x="556" y="142"/>
                </a:lnTo>
                <a:cubicBezTo>
                  <a:pt x="547" y="144"/>
                  <a:pt x="537" y="146"/>
                  <a:pt x="528" y="146"/>
                </a:cubicBezTo>
                <a:cubicBezTo>
                  <a:pt x="518" y="146"/>
                  <a:pt x="509" y="144"/>
                  <a:pt x="499" y="142"/>
                </a:cubicBezTo>
                <a:lnTo>
                  <a:pt x="0" y="0"/>
                </a:lnTo>
                <a:lnTo>
                  <a:pt x="0" y="320"/>
                </a:lnTo>
                <a:lnTo>
                  <a:pt x="0" y="320"/>
                </a:lnTo>
                <a:cubicBezTo>
                  <a:pt x="0" y="397"/>
                  <a:pt x="237" y="460"/>
                  <a:pt x="529" y="460"/>
                </a:cubicBezTo>
                <a:cubicBezTo>
                  <a:pt x="821" y="460"/>
                  <a:pt x="1055" y="397"/>
                  <a:pt x="1055" y="319"/>
                </a:cubicBezTo>
                <a:cubicBezTo>
                  <a:pt x="1055" y="319"/>
                  <a:pt x="1055" y="317"/>
                  <a:pt x="1055" y="315"/>
                </a:cubicBezTo>
                <a:lnTo>
                  <a:pt x="1054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Freeform 16">
            <a:extLst>
              <a:ext uri="{FF2B5EF4-FFF2-40B4-BE49-F238E27FC236}">
                <a16:creationId xmlns:a16="http://schemas.microsoft.com/office/drawing/2014/main" xmlns="" id="{BDC5CE72-632E-433B-86D1-073497F6F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225" y="4153725"/>
            <a:ext cx="1751416" cy="1070550"/>
          </a:xfrm>
          <a:custGeom>
            <a:avLst/>
            <a:gdLst>
              <a:gd name="T0" fmla="*/ 1803 w 1804"/>
              <a:gd name="T1" fmla="*/ 272 h 1101"/>
              <a:gd name="T2" fmla="*/ 1777 w 1804"/>
              <a:gd name="T3" fmla="*/ 299 h 1101"/>
              <a:gd name="T4" fmla="*/ 1685 w 1804"/>
              <a:gd name="T5" fmla="*/ 325 h 1101"/>
              <a:gd name="T6" fmla="*/ 1685 w 1804"/>
              <a:gd name="T7" fmla="*/ 894 h 1101"/>
              <a:gd name="T8" fmla="*/ 1711 w 1804"/>
              <a:gd name="T9" fmla="*/ 912 h 1101"/>
              <a:gd name="T10" fmla="*/ 1728 w 1804"/>
              <a:gd name="T11" fmla="*/ 977 h 1101"/>
              <a:gd name="T12" fmla="*/ 1699 w 1804"/>
              <a:gd name="T13" fmla="*/ 1047 h 1101"/>
              <a:gd name="T14" fmla="*/ 1674 w 1804"/>
              <a:gd name="T15" fmla="*/ 1092 h 1101"/>
              <a:gd name="T16" fmla="*/ 1660 w 1804"/>
              <a:gd name="T17" fmla="*/ 1099 h 1101"/>
              <a:gd name="T18" fmla="*/ 1645 w 1804"/>
              <a:gd name="T19" fmla="*/ 1092 h 1101"/>
              <a:gd name="T20" fmla="*/ 1593 w 1804"/>
              <a:gd name="T21" fmla="*/ 976 h 1101"/>
              <a:gd name="T22" fmla="*/ 1608 w 1804"/>
              <a:gd name="T23" fmla="*/ 910 h 1101"/>
              <a:gd name="T24" fmla="*/ 1635 w 1804"/>
              <a:gd name="T25" fmla="*/ 894 h 1101"/>
              <a:gd name="T26" fmla="*/ 1635 w 1804"/>
              <a:gd name="T27" fmla="*/ 339 h 1101"/>
              <a:gd name="T28" fmla="*/ 917 w 1804"/>
              <a:gd name="T29" fmla="*/ 541 h 1101"/>
              <a:gd name="T30" fmla="*/ 902 w 1804"/>
              <a:gd name="T31" fmla="*/ 543 h 1101"/>
              <a:gd name="T32" fmla="*/ 886 w 1804"/>
              <a:gd name="T33" fmla="*/ 541 h 1101"/>
              <a:gd name="T34" fmla="*/ 26 w 1804"/>
              <a:gd name="T35" fmla="*/ 299 h 1101"/>
              <a:gd name="T36" fmla="*/ 0 w 1804"/>
              <a:gd name="T37" fmla="*/ 272 h 1101"/>
              <a:gd name="T38" fmla="*/ 26 w 1804"/>
              <a:gd name="T39" fmla="*/ 244 h 1101"/>
              <a:gd name="T40" fmla="*/ 886 w 1804"/>
              <a:gd name="T41" fmla="*/ 3 h 1101"/>
              <a:gd name="T42" fmla="*/ 917 w 1804"/>
              <a:gd name="T43" fmla="*/ 3 h 1101"/>
              <a:gd name="T44" fmla="*/ 1776 w 1804"/>
              <a:gd name="T45" fmla="*/ 244 h 1101"/>
              <a:gd name="T46" fmla="*/ 1803 w 1804"/>
              <a:gd name="T47" fmla="*/ 272 h 1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804" h="1101">
                <a:moveTo>
                  <a:pt x="1803" y="272"/>
                </a:moveTo>
                <a:cubicBezTo>
                  <a:pt x="1803" y="284"/>
                  <a:pt x="1793" y="295"/>
                  <a:pt x="1777" y="299"/>
                </a:cubicBezTo>
                <a:lnTo>
                  <a:pt x="1685" y="325"/>
                </a:lnTo>
                <a:lnTo>
                  <a:pt x="1685" y="894"/>
                </a:lnTo>
                <a:cubicBezTo>
                  <a:pt x="1695" y="898"/>
                  <a:pt x="1704" y="904"/>
                  <a:pt x="1711" y="912"/>
                </a:cubicBezTo>
                <a:cubicBezTo>
                  <a:pt x="1725" y="930"/>
                  <a:pt x="1731" y="954"/>
                  <a:pt x="1728" y="977"/>
                </a:cubicBezTo>
                <a:cubicBezTo>
                  <a:pt x="1723" y="1002"/>
                  <a:pt x="1713" y="1026"/>
                  <a:pt x="1699" y="1047"/>
                </a:cubicBezTo>
                <a:cubicBezTo>
                  <a:pt x="1686" y="1071"/>
                  <a:pt x="1675" y="1090"/>
                  <a:pt x="1674" y="1092"/>
                </a:cubicBezTo>
                <a:cubicBezTo>
                  <a:pt x="1671" y="1097"/>
                  <a:pt x="1666" y="1100"/>
                  <a:pt x="1660" y="1099"/>
                </a:cubicBezTo>
                <a:cubicBezTo>
                  <a:pt x="1654" y="1100"/>
                  <a:pt x="1648" y="1097"/>
                  <a:pt x="1645" y="1092"/>
                </a:cubicBezTo>
                <a:cubicBezTo>
                  <a:pt x="1622" y="1056"/>
                  <a:pt x="1604" y="1017"/>
                  <a:pt x="1593" y="976"/>
                </a:cubicBezTo>
                <a:cubicBezTo>
                  <a:pt x="1588" y="953"/>
                  <a:pt x="1594" y="929"/>
                  <a:pt x="1608" y="910"/>
                </a:cubicBezTo>
                <a:cubicBezTo>
                  <a:pt x="1616" y="903"/>
                  <a:pt x="1625" y="897"/>
                  <a:pt x="1635" y="894"/>
                </a:cubicBezTo>
                <a:lnTo>
                  <a:pt x="1635" y="339"/>
                </a:lnTo>
                <a:lnTo>
                  <a:pt x="917" y="541"/>
                </a:lnTo>
                <a:cubicBezTo>
                  <a:pt x="912" y="542"/>
                  <a:pt x="907" y="543"/>
                  <a:pt x="902" y="543"/>
                </a:cubicBezTo>
                <a:cubicBezTo>
                  <a:pt x="896" y="543"/>
                  <a:pt x="891" y="542"/>
                  <a:pt x="886" y="541"/>
                </a:cubicBezTo>
                <a:lnTo>
                  <a:pt x="26" y="299"/>
                </a:lnTo>
                <a:cubicBezTo>
                  <a:pt x="10" y="295"/>
                  <a:pt x="0" y="284"/>
                  <a:pt x="0" y="272"/>
                </a:cubicBezTo>
                <a:cubicBezTo>
                  <a:pt x="0" y="259"/>
                  <a:pt x="10" y="249"/>
                  <a:pt x="26" y="244"/>
                </a:cubicBezTo>
                <a:lnTo>
                  <a:pt x="886" y="3"/>
                </a:lnTo>
                <a:cubicBezTo>
                  <a:pt x="896" y="0"/>
                  <a:pt x="907" y="0"/>
                  <a:pt x="917" y="3"/>
                </a:cubicBezTo>
                <a:lnTo>
                  <a:pt x="1776" y="244"/>
                </a:lnTo>
                <a:cubicBezTo>
                  <a:pt x="1793" y="250"/>
                  <a:pt x="1803" y="260"/>
                  <a:pt x="1803" y="27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8922DAA3-CC64-4365-8DD0-3C0D9238059A}"/>
              </a:ext>
            </a:extLst>
          </p:cNvPr>
          <p:cNvSpPr/>
          <p:nvPr/>
        </p:nvSpPr>
        <p:spPr>
          <a:xfrm>
            <a:off x="6264933" y="909000"/>
            <a:ext cx="2520000" cy="25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2" name="Freeform 18">
            <a:extLst>
              <a:ext uri="{FF2B5EF4-FFF2-40B4-BE49-F238E27FC236}">
                <a16:creationId xmlns:a16="http://schemas.microsoft.com/office/drawing/2014/main" xmlns="" id="{A8EFBBE0-40F4-4679-B308-3742841D7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62" y="2330603"/>
            <a:ext cx="1430188" cy="686812"/>
          </a:xfrm>
          <a:custGeom>
            <a:avLst/>
            <a:gdLst>
              <a:gd name="T0" fmla="*/ 1560 w 1561"/>
              <a:gd name="T1" fmla="*/ 218 h 748"/>
              <a:gd name="T2" fmla="*/ 1514 w 1561"/>
              <a:gd name="T3" fmla="*/ 298 h 748"/>
              <a:gd name="T4" fmla="*/ 1514 w 1561"/>
              <a:gd name="T5" fmla="*/ 299 h 748"/>
              <a:gd name="T6" fmla="*/ 681 w 1561"/>
              <a:gd name="T7" fmla="*/ 747 h 748"/>
              <a:gd name="T8" fmla="*/ 0 w 1561"/>
              <a:gd name="T9" fmla="*/ 658 h 748"/>
              <a:gd name="T10" fmla="*/ 0 w 1561"/>
              <a:gd name="T11" fmla="*/ 0 h 748"/>
              <a:gd name="T12" fmla="*/ 247 w 1561"/>
              <a:gd name="T13" fmla="*/ 0 h 748"/>
              <a:gd name="T14" fmla="*/ 733 w 1561"/>
              <a:gd name="T15" fmla="*/ 94 h 748"/>
              <a:gd name="T16" fmla="*/ 733 w 1561"/>
              <a:gd name="T17" fmla="*/ 94 h 748"/>
              <a:gd name="T18" fmla="*/ 734 w 1561"/>
              <a:gd name="T19" fmla="*/ 95 h 748"/>
              <a:gd name="T20" fmla="*/ 811 w 1561"/>
              <a:gd name="T21" fmla="*/ 187 h 748"/>
              <a:gd name="T22" fmla="*/ 718 w 1561"/>
              <a:gd name="T23" fmla="*/ 280 h 748"/>
              <a:gd name="T24" fmla="*/ 717 w 1561"/>
              <a:gd name="T25" fmla="*/ 280 h 748"/>
              <a:gd name="T26" fmla="*/ 708 w 1561"/>
              <a:gd name="T27" fmla="*/ 280 h 748"/>
              <a:gd name="T28" fmla="*/ 708 w 1561"/>
              <a:gd name="T29" fmla="*/ 280 h 748"/>
              <a:gd name="T30" fmla="*/ 707 w 1561"/>
              <a:gd name="T31" fmla="*/ 280 h 748"/>
              <a:gd name="T32" fmla="*/ 706 w 1561"/>
              <a:gd name="T33" fmla="*/ 280 h 748"/>
              <a:gd name="T34" fmla="*/ 315 w 1561"/>
              <a:gd name="T35" fmla="*/ 249 h 748"/>
              <a:gd name="T36" fmla="*/ 281 w 1561"/>
              <a:gd name="T37" fmla="*/ 278 h 748"/>
              <a:gd name="T38" fmla="*/ 310 w 1561"/>
              <a:gd name="T39" fmla="*/ 311 h 748"/>
              <a:gd name="T40" fmla="*/ 701 w 1561"/>
              <a:gd name="T41" fmla="*/ 342 h 748"/>
              <a:gd name="T42" fmla="*/ 702 w 1561"/>
              <a:gd name="T43" fmla="*/ 342 h 748"/>
              <a:gd name="T44" fmla="*/ 718 w 1561"/>
              <a:gd name="T45" fmla="*/ 343 h 748"/>
              <a:gd name="T46" fmla="*/ 871 w 1561"/>
              <a:gd name="T47" fmla="*/ 214 h 748"/>
              <a:gd name="T48" fmla="*/ 1450 w 1561"/>
              <a:gd name="T49" fmla="*/ 126 h 748"/>
              <a:gd name="T50" fmla="*/ 1451 w 1561"/>
              <a:gd name="T51" fmla="*/ 126 h 748"/>
              <a:gd name="T52" fmla="*/ 1466 w 1561"/>
              <a:gd name="T53" fmla="*/ 124 h 748"/>
              <a:gd name="T54" fmla="*/ 1560 w 1561"/>
              <a:gd name="T55" fmla="*/ 218 h 7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561" h="748">
                <a:moveTo>
                  <a:pt x="1560" y="218"/>
                </a:moveTo>
                <a:cubicBezTo>
                  <a:pt x="1560" y="251"/>
                  <a:pt x="1542" y="282"/>
                  <a:pt x="1514" y="298"/>
                </a:cubicBezTo>
                <a:lnTo>
                  <a:pt x="1514" y="299"/>
                </a:lnTo>
                <a:lnTo>
                  <a:pt x="681" y="747"/>
                </a:lnTo>
                <a:lnTo>
                  <a:pt x="0" y="658"/>
                </a:lnTo>
                <a:lnTo>
                  <a:pt x="0" y="0"/>
                </a:lnTo>
                <a:lnTo>
                  <a:pt x="247" y="0"/>
                </a:lnTo>
                <a:lnTo>
                  <a:pt x="733" y="94"/>
                </a:lnTo>
                <a:lnTo>
                  <a:pt x="733" y="94"/>
                </a:lnTo>
                <a:cubicBezTo>
                  <a:pt x="733" y="95"/>
                  <a:pt x="734" y="95"/>
                  <a:pt x="734" y="95"/>
                </a:cubicBezTo>
                <a:cubicBezTo>
                  <a:pt x="779" y="102"/>
                  <a:pt x="811" y="141"/>
                  <a:pt x="811" y="187"/>
                </a:cubicBezTo>
                <a:cubicBezTo>
                  <a:pt x="811" y="238"/>
                  <a:pt x="769" y="280"/>
                  <a:pt x="718" y="280"/>
                </a:cubicBezTo>
                <a:lnTo>
                  <a:pt x="717" y="280"/>
                </a:lnTo>
                <a:cubicBezTo>
                  <a:pt x="714" y="280"/>
                  <a:pt x="711" y="280"/>
                  <a:pt x="708" y="280"/>
                </a:cubicBezTo>
                <a:lnTo>
                  <a:pt x="708" y="280"/>
                </a:lnTo>
                <a:lnTo>
                  <a:pt x="707" y="280"/>
                </a:lnTo>
                <a:lnTo>
                  <a:pt x="706" y="280"/>
                </a:lnTo>
                <a:lnTo>
                  <a:pt x="315" y="249"/>
                </a:lnTo>
                <a:cubicBezTo>
                  <a:pt x="298" y="248"/>
                  <a:pt x="283" y="261"/>
                  <a:pt x="281" y="278"/>
                </a:cubicBezTo>
                <a:cubicBezTo>
                  <a:pt x="280" y="295"/>
                  <a:pt x="293" y="310"/>
                  <a:pt x="310" y="311"/>
                </a:cubicBezTo>
                <a:lnTo>
                  <a:pt x="701" y="342"/>
                </a:lnTo>
                <a:cubicBezTo>
                  <a:pt x="702" y="342"/>
                  <a:pt x="702" y="342"/>
                  <a:pt x="702" y="342"/>
                </a:cubicBezTo>
                <a:cubicBezTo>
                  <a:pt x="707" y="342"/>
                  <a:pt x="713" y="343"/>
                  <a:pt x="718" y="343"/>
                </a:cubicBezTo>
                <a:cubicBezTo>
                  <a:pt x="794" y="343"/>
                  <a:pt x="858" y="287"/>
                  <a:pt x="871" y="214"/>
                </a:cubicBezTo>
                <a:lnTo>
                  <a:pt x="1450" y="126"/>
                </a:lnTo>
                <a:cubicBezTo>
                  <a:pt x="1450" y="126"/>
                  <a:pt x="1450" y="126"/>
                  <a:pt x="1451" y="126"/>
                </a:cubicBezTo>
                <a:cubicBezTo>
                  <a:pt x="1456" y="125"/>
                  <a:pt x="1461" y="124"/>
                  <a:pt x="1466" y="124"/>
                </a:cubicBezTo>
                <a:cubicBezTo>
                  <a:pt x="1518" y="124"/>
                  <a:pt x="1560" y="166"/>
                  <a:pt x="1560" y="21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reeform 19">
            <a:extLst>
              <a:ext uri="{FF2B5EF4-FFF2-40B4-BE49-F238E27FC236}">
                <a16:creationId xmlns:a16="http://schemas.microsoft.com/office/drawing/2014/main" xmlns="" id="{F566DE87-D076-4027-BD03-CA202B2A5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416" y="2274042"/>
            <a:ext cx="230283" cy="715094"/>
          </a:xfrm>
          <a:custGeom>
            <a:avLst/>
            <a:gdLst>
              <a:gd name="T0" fmla="*/ 0 w 250"/>
              <a:gd name="T1" fmla="*/ 0 h 781"/>
              <a:gd name="T2" fmla="*/ 0 w 250"/>
              <a:gd name="T3" fmla="*/ 780 h 781"/>
              <a:gd name="T4" fmla="*/ 249 w 250"/>
              <a:gd name="T5" fmla="*/ 780 h 781"/>
              <a:gd name="T6" fmla="*/ 249 w 250"/>
              <a:gd name="T7" fmla="*/ 0 h 781"/>
              <a:gd name="T8" fmla="*/ 0 w 250"/>
              <a:gd name="T9" fmla="*/ 0 h 781"/>
              <a:gd name="T10" fmla="*/ 125 w 250"/>
              <a:gd name="T11" fmla="*/ 749 h 781"/>
              <a:gd name="T12" fmla="*/ 94 w 250"/>
              <a:gd name="T13" fmla="*/ 718 h 781"/>
              <a:gd name="T14" fmla="*/ 125 w 250"/>
              <a:gd name="T15" fmla="*/ 686 h 781"/>
              <a:gd name="T16" fmla="*/ 125 w 250"/>
              <a:gd name="T17" fmla="*/ 686 h 781"/>
              <a:gd name="T18" fmla="*/ 156 w 250"/>
              <a:gd name="T19" fmla="*/ 718 h 781"/>
              <a:gd name="T20" fmla="*/ 125 w 250"/>
              <a:gd name="T21" fmla="*/ 749 h 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0" h="781">
                <a:moveTo>
                  <a:pt x="0" y="0"/>
                </a:moveTo>
                <a:lnTo>
                  <a:pt x="0" y="780"/>
                </a:lnTo>
                <a:lnTo>
                  <a:pt x="249" y="780"/>
                </a:lnTo>
                <a:lnTo>
                  <a:pt x="249" y="0"/>
                </a:lnTo>
                <a:lnTo>
                  <a:pt x="0" y="0"/>
                </a:lnTo>
                <a:close/>
                <a:moveTo>
                  <a:pt x="125" y="749"/>
                </a:moveTo>
                <a:cubicBezTo>
                  <a:pt x="108" y="749"/>
                  <a:pt x="94" y="735"/>
                  <a:pt x="94" y="718"/>
                </a:cubicBezTo>
                <a:cubicBezTo>
                  <a:pt x="94" y="700"/>
                  <a:pt x="108" y="686"/>
                  <a:pt x="125" y="686"/>
                </a:cubicBezTo>
                <a:lnTo>
                  <a:pt x="125" y="686"/>
                </a:lnTo>
                <a:cubicBezTo>
                  <a:pt x="142" y="686"/>
                  <a:pt x="156" y="700"/>
                  <a:pt x="156" y="718"/>
                </a:cubicBezTo>
                <a:cubicBezTo>
                  <a:pt x="156" y="735"/>
                  <a:pt x="142" y="749"/>
                  <a:pt x="125" y="7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Freeform 20">
            <a:extLst>
              <a:ext uri="{FF2B5EF4-FFF2-40B4-BE49-F238E27FC236}">
                <a16:creationId xmlns:a16="http://schemas.microsoft.com/office/drawing/2014/main" xmlns="" id="{DB9206AB-ADF8-4A7A-91C1-0550ECDF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104" y="1320585"/>
            <a:ext cx="1143341" cy="1147381"/>
          </a:xfrm>
          <a:custGeom>
            <a:avLst/>
            <a:gdLst>
              <a:gd name="T0" fmla="*/ 1137 w 1250"/>
              <a:gd name="T1" fmla="*/ 360 h 1254"/>
              <a:gd name="T2" fmla="*/ 1073 w 1250"/>
              <a:gd name="T3" fmla="*/ 103 h 1254"/>
              <a:gd name="T4" fmla="*/ 700 w 1250"/>
              <a:gd name="T5" fmla="*/ 100 h 1254"/>
              <a:gd name="T6" fmla="*/ 643 w 1250"/>
              <a:gd name="T7" fmla="*/ 13 h 1254"/>
              <a:gd name="T8" fmla="*/ 185 w 1250"/>
              <a:gd name="T9" fmla="*/ 103 h 1254"/>
              <a:gd name="T10" fmla="*/ 94 w 1250"/>
              <a:gd name="T11" fmla="*/ 165 h 1254"/>
              <a:gd name="T12" fmla="*/ 14 w 1250"/>
              <a:gd name="T13" fmla="*/ 621 h 1254"/>
              <a:gd name="T14" fmla="*/ 0 w 1250"/>
              <a:gd name="T15" fmla="*/ 669 h 1254"/>
              <a:gd name="T16" fmla="*/ 295 w 1250"/>
              <a:gd name="T17" fmla="*/ 818 h 1254"/>
              <a:gd name="T18" fmla="*/ 365 w 1250"/>
              <a:gd name="T19" fmla="*/ 633 h 1254"/>
              <a:gd name="T20" fmla="*/ 266 w 1250"/>
              <a:gd name="T21" fmla="*/ 354 h 1254"/>
              <a:gd name="T22" fmla="*/ 544 w 1250"/>
              <a:gd name="T23" fmla="*/ 262 h 1254"/>
              <a:gd name="T24" fmla="*/ 345 w 1250"/>
              <a:gd name="T25" fmla="*/ 1008 h 1254"/>
              <a:gd name="T26" fmla="*/ 590 w 1250"/>
              <a:gd name="T27" fmla="*/ 1124 h 1254"/>
              <a:gd name="T28" fmla="*/ 753 w 1250"/>
              <a:gd name="T29" fmla="*/ 1205 h 1254"/>
              <a:gd name="T30" fmla="*/ 904 w 1250"/>
              <a:gd name="T31" fmla="*/ 1233 h 1254"/>
              <a:gd name="T32" fmla="*/ 996 w 1250"/>
              <a:gd name="T33" fmla="*/ 1219 h 1254"/>
              <a:gd name="T34" fmla="*/ 993 w 1250"/>
              <a:gd name="T35" fmla="*/ 1079 h 1254"/>
              <a:gd name="T36" fmla="*/ 703 w 1250"/>
              <a:gd name="T37" fmla="*/ 1008 h 1254"/>
              <a:gd name="T38" fmla="*/ 702 w 1250"/>
              <a:gd name="T39" fmla="*/ 259 h 1254"/>
              <a:gd name="T40" fmla="*/ 876 w 1250"/>
              <a:gd name="T41" fmla="*/ 681 h 1254"/>
              <a:gd name="T42" fmla="*/ 918 w 1250"/>
              <a:gd name="T43" fmla="*/ 818 h 1254"/>
              <a:gd name="T44" fmla="*/ 1239 w 1250"/>
              <a:gd name="T45" fmla="*/ 752 h 1254"/>
              <a:gd name="T46" fmla="*/ 171 w 1250"/>
              <a:gd name="T47" fmla="*/ 259 h 1254"/>
              <a:gd name="T48" fmla="*/ 266 w 1250"/>
              <a:gd name="T49" fmla="*/ 540 h 1254"/>
              <a:gd name="T50" fmla="*/ 266 w 1250"/>
              <a:gd name="T51" fmla="*/ 541 h 1254"/>
              <a:gd name="T52" fmla="*/ 267 w 1250"/>
              <a:gd name="T53" fmla="*/ 544 h 1254"/>
              <a:gd name="T54" fmla="*/ 269 w 1250"/>
              <a:gd name="T55" fmla="*/ 550 h 1254"/>
              <a:gd name="T56" fmla="*/ 271 w 1250"/>
              <a:gd name="T57" fmla="*/ 556 h 1254"/>
              <a:gd name="T58" fmla="*/ 273 w 1250"/>
              <a:gd name="T59" fmla="*/ 561 h 1254"/>
              <a:gd name="T60" fmla="*/ 299 w 1250"/>
              <a:gd name="T61" fmla="*/ 634 h 1254"/>
              <a:gd name="T62" fmla="*/ 266 w 1250"/>
              <a:gd name="T63" fmla="*/ 540 h 1254"/>
              <a:gd name="T64" fmla="*/ 1067 w 1250"/>
              <a:gd name="T65" fmla="*/ 198 h 1254"/>
              <a:gd name="T66" fmla="*/ 1060 w 1250"/>
              <a:gd name="T67" fmla="*/ 197 h 1254"/>
              <a:gd name="T68" fmla="*/ 1050 w 1250"/>
              <a:gd name="T69" fmla="*/ 198 h 1254"/>
              <a:gd name="T70" fmla="*/ 948 w 1250"/>
              <a:gd name="T71" fmla="*/ 663 h 1254"/>
              <a:gd name="T72" fmla="*/ 948 w 1250"/>
              <a:gd name="T73" fmla="*/ 660 h 1254"/>
              <a:gd name="T74" fmla="*/ 949 w 1250"/>
              <a:gd name="T75" fmla="*/ 658 h 1254"/>
              <a:gd name="T76" fmla="*/ 950 w 1250"/>
              <a:gd name="T77" fmla="*/ 654 h 1254"/>
              <a:gd name="T78" fmla="*/ 1054 w 1250"/>
              <a:gd name="T79" fmla="*/ 345 h 1254"/>
              <a:gd name="T80" fmla="*/ 1172 w 1250"/>
              <a:gd name="T81" fmla="*/ 665 h 1254"/>
              <a:gd name="T82" fmla="*/ 1223 w 1250"/>
              <a:gd name="T83" fmla="*/ 666 h 1254"/>
              <a:gd name="T84" fmla="*/ 1220 w 1250"/>
              <a:gd name="T85" fmla="*/ 665 h 1254"/>
              <a:gd name="T86" fmla="*/ 1221 w 1250"/>
              <a:gd name="T87" fmla="*/ 665 h 1254"/>
              <a:gd name="T88" fmla="*/ 1224 w 1250"/>
              <a:gd name="T89" fmla="*/ 666 h 1254"/>
              <a:gd name="T90" fmla="*/ 1225 w 1250"/>
              <a:gd name="T91" fmla="*/ 666 h 1254"/>
              <a:gd name="T92" fmla="*/ 1224 w 1250"/>
              <a:gd name="T93" fmla="*/ 666 h 1254"/>
              <a:gd name="T94" fmla="*/ 1226 w 1250"/>
              <a:gd name="T95" fmla="*/ 666 h 1254"/>
              <a:gd name="T96" fmla="*/ 1235 w 1250"/>
              <a:gd name="T97" fmla="*/ 672 h 1254"/>
              <a:gd name="T98" fmla="*/ 1230 w 1250"/>
              <a:gd name="T99" fmla="*/ 668 h 1254"/>
              <a:gd name="T100" fmla="*/ 1240 w 1250"/>
              <a:gd name="T101" fmla="*/ 676 h 1254"/>
              <a:gd name="T102" fmla="*/ 1240 w 1250"/>
              <a:gd name="T103" fmla="*/ 676 h 1254"/>
              <a:gd name="T104" fmla="*/ 1244 w 1250"/>
              <a:gd name="T105" fmla="*/ 684 h 1254"/>
              <a:gd name="T106" fmla="*/ 1245 w 1250"/>
              <a:gd name="T107" fmla="*/ 686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50" h="1254">
                <a:moveTo>
                  <a:pt x="1244" y="682"/>
                </a:moveTo>
                <a:lnTo>
                  <a:pt x="1244" y="681"/>
                </a:lnTo>
                <a:cubicBezTo>
                  <a:pt x="1208" y="574"/>
                  <a:pt x="1172" y="467"/>
                  <a:pt x="1137" y="360"/>
                </a:cubicBezTo>
                <a:cubicBezTo>
                  <a:pt x="1125" y="325"/>
                  <a:pt x="1113" y="290"/>
                  <a:pt x="1101" y="254"/>
                </a:cubicBezTo>
                <a:cubicBezTo>
                  <a:pt x="1136" y="242"/>
                  <a:pt x="1157" y="205"/>
                  <a:pt x="1151" y="169"/>
                </a:cubicBezTo>
                <a:cubicBezTo>
                  <a:pt x="1145" y="131"/>
                  <a:pt x="1111" y="103"/>
                  <a:pt x="1073" y="103"/>
                </a:cubicBezTo>
                <a:lnTo>
                  <a:pt x="705" y="103"/>
                </a:lnTo>
                <a:cubicBezTo>
                  <a:pt x="704" y="103"/>
                  <a:pt x="703" y="103"/>
                  <a:pt x="702" y="103"/>
                </a:cubicBezTo>
                <a:cubicBezTo>
                  <a:pt x="699" y="103"/>
                  <a:pt x="700" y="102"/>
                  <a:pt x="700" y="100"/>
                </a:cubicBezTo>
                <a:cubicBezTo>
                  <a:pt x="700" y="93"/>
                  <a:pt x="700" y="86"/>
                  <a:pt x="699" y="80"/>
                </a:cubicBezTo>
                <a:cubicBezTo>
                  <a:pt x="698" y="68"/>
                  <a:pt x="694" y="57"/>
                  <a:pt x="688" y="47"/>
                </a:cubicBezTo>
                <a:cubicBezTo>
                  <a:pt x="678" y="30"/>
                  <a:pt x="661" y="18"/>
                  <a:pt x="643" y="13"/>
                </a:cubicBezTo>
                <a:cubicBezTo>
                  <a:pt x="600" y="0"/>
                  <a:pt x="554" y="29"/>
                  <a:pt x="546" y="72"/>
                </a:cubicBezTo>
                <a:cubicBezTo>
                  <a:pt x="545" y="74"/>
                  <a:pt x="543" y="103"/>
                  <a:pt x="544" y="103"/>
                </a:cubicBezTo>
                <a:lnTo>
                  <a:pt x="185" y="103"/>
                </a:lnTo>
                <a:cubicBezTo>
                  <a:pt x="173" y="103"/>
                  <a:pt x="161" y="103"/>
                  <a:pt x="149" y="106"/>
                </a:cubicBezTo>
                <a:cubicBezTo>
                  <a:pt x="139" y="109"/>
                  <a:pt x="130" y="113"/>
                  <a:pt x="123" y="119"/>
                </a:cubicBezTo>
                <a:cubicBezTo>
                  <a:pt x="108" y="131"/>
                  <a:pt x="97" y="147"/>
                  <a:pt x="94" y="165"/>
                </a:cubicBezTo>
                <a:cubicBezTo>
                  <a:pt x="86" y="203"/>
                  <a:pt x="108" y="243"/>
                  <a:pt x="145" y="255"/>
                </a:cubicBezTo>
                <a:cubicBezTo>
                  <a:pt x="107" y="361"/>
                  <a:pt x="69" y="467"/>
                  <a:pt x="31" y="574"/>
                </a:cubicBezTo>
                <a:cubicBezTo>
                  <a:pt x="25" y="590"/>
                  <a:pt x="19" y="606"/>
                  <a:pt x="14" y="621"/>
                </a:cubicBezTo>
                <a:cubicBezTo>
                  <a:pt x="11" y="629"/>
                  <a:pt x="8" y="637"/>
                  <a:pt x="5" y="645"/>
                </a:cubicBezTo>
                <a:cubicBezTo>
                  <a:pt x="3" y="652"/>
                  <a:pt x="0" y="659"/>
                  <a:pt x="0" y="667"/>
                </a:cubicBezTo>
                <a:lnTo>
                  <a:pt x="0" y="669"/>
                </a:lnTo>
                <a:cubicBezTo>
                  <a:pt x="2" y="719"/>
                  <a:pt x="22" y="766"/>
                  <a:pt x="59" y="800"/>
                </a:cubicBezTo>
                <a:cubicBezTo>
                  <a:pt x="91" y="831"/>
                  <a:pt x="133" y="849"/>
                  <a:pt x="177" y="851"/>
                </a:cubicBezTo>
                <a:cubicBezTo>
                  <a:pt x="218" y="854"/>
                  <a:pt x="260" y="842"/>
                  <a:pt x="295" y="818"/>
                </a:cubicBezTo>
                <a:cubicBezTo>
                  <a:pt x="332" y="792"/>
                  <a:pt x="359" y="753"/>
                  <a:pt x="369" y="709"/>
                </a:cubicBezTo>
                <a:cubicBezTo>
                  <a:pt x="373" y="694"/>
                  <a:pt x="374" y="680"/>
                  <a:pt x="374" y="665"/>
                </a:cubicBezTo>
                <a:cubicBezTo>
                  <a:pt x="373" y="654"/>
                  <a:pt x="369" y="644"/>
                  <a:pt x="365" y="633"/>
                </a:cubicBezTo>
                <a:cubicBezTo>
                  <a:pt x="360" y="620"/>
                  <a:pt x="356" y="607"/>
                  <a:pt x="351" y="593"/>
                </a:cubicBezTo>
                <a:cubicBezTo>
                  <a:pt x="341" y="567"/>
                  <a:pt x="332" y="540"/>
                  <a:pt x="322" y="514"/>
                </a:cubicBezTo>
                <a:cubicBezTo>
                  <a:pt x="304" y="461"/>
                  <a:pt x="285" y="408"/>
                  <a:pt x="266" y="354"/>
                </a:cubicBezTo>
                <a:cubicBezTo>
                  <a:pt x="254" y="323"/>
                  <a:pt x="243" y="291"/>
                  <a:pt x="232" y="259"/>
                </a:cubicBezTo>
                <a:lnTo>
                  <a:pt x="544" y="259"/>
                </a:lnTo>
                <a:lnTo>
                  <a:pt x="544" y="262"/>
                </a:lnTo>
                <a:lnTo>
                  <a:pt x="544" y="1007"/>
                </a:lnTo>
                <a:cubicBezTo>
                  <a:pt x="544" y="1009"/>
                  <a:pt x="541" y="1008"/>
                  <a:pt x="540" y="1008"/>
                </a:cubicBezTo>
                <a:lnTo>
                  <a:pt x="345" y="1008"/>
                </a:lnTo>
                <a:cubicBezTo>
                  <a:pt x="326" y="1008"/>
                  <a:pt x="308" y="1012"/>
                  <a:pt x="292" y="1022"/>
                </a:cubicBezTo>
                <a:cubicBezTo>
                  <a:pt x="277" y="1031"/>
                  <a:pt x="265" y="1044"/>
                  <a:pt x="258" y="1059"/>
                </a:cubicBezTo>
                <a:cubicBezTo>
                  <a:pt x="368" y="1081"/>
                  <a:pt x="479" y="1102"/>
                  <a:pt x="590" y="1124"/>
                </a:cubicBezTo>
                <a:cubicBezTo>
                  <a:pt x="613" y="1128"/>
                  <a:pt x="637" y="1132"/>
                  <a:pt x="660" y="1138"/>
                </a:cubicBezTo>
                <a:cubicBezTo>
                  <a:pt x="678" y="1143"/>
                  <a:pt x="696" y="1151"/>
                  <a:pt x="712" y="1162"/>
                </a:cubicBezTo>
                <a:cubicBezTo>
                  <a:pt x="729" y="1173"/>
                  <a:pt x="743" y="1188"/>
                  <a:pt x="753" y="1205"/>
                </a:cubicBezTo>
                <a:cubicBezTo>
                  <a:pt x="759" y="1214"/>
                  <a:pt x="764" y="1224"/>
                  <a:pt x="768" y="1234"/>
                </a:cubicBezTo>
                <a:cubicBezTo>
                  <a:pt x="768" y="1235"/>
                  <a:pt x="773" y="1253"/>
                  <a:pt x="774" y="1253"/>
                </a:cubicBezTo>
                <a:cubicBezTo>
                  <a:pt x="817" y="1247"/>
                  <a:pt x="860" y="1240"/>
                  <a:pt x="904" y="1233"/>
                </a:cubicBezTo>
                <a:cubicBezTo>
                  <a:pt x="925" y="1230"/>
                  <a:pt x="947" y="1227"/>
                  <a:pt x="969" y="1223"/>
                </a:cubicBezTo>
                <a:cubicBezTo>
                  <a:pt x="974" y="1223"/>
                  <a:pt x="979" y="1222"/>
                  <a:pt x="984" y="1221"/>
                </a:cubicBezTo>
                <a:cubicBezTo>
                  <a:pt x="986" y="1221"/>
                  <a:pt x="996" y="1220"/>
                  <a:pt x="996" y="1219"/>
                </a:cubicBezTo>
                <a:cubicBezTo>
                  <a:pt x="997" y="1214"/>
                  <a:pt x="996" y="1210"/>
                  <a:pt x="996" y="1205"/>
                </a:cubicBezTo>
                <a:lnTo>
                  <a:pt x="996" y="1127"/>
                </a:lnTo>
                <a:cubicBezTo>
                  <a:pt x="996" y="1111"/>
                  <a:pt x="997" y="1095"/>
                  <a:pt x="993" y="1079"/>
                </a:cubicBezTo>
                <a:cubicBezTo>
                  <a:pt x="990" y="1064"/>
                  <a:pt x="983" y="1051"/>
                  <a:pt x="973" y="1040"/>
                </a:cubicBezTo>
                <a:cubicBezTo>
                  <a:pt x="955" y="1020"/>
                  <a:pt x="929" y="1008"/>
                  <a:pt x="902" y="1008"/>
                </a:cubicBezTo>
                <a:lnTo>
                  <a:pt x="703" y="1008"/>
                </a:lnTo>
                <a:cubicBezTo>
                  <a:pt x="699" y="1008"/>
                  <a:pt x="700" y="1008"/>
                  <a:pt x="700" y="1005"/>
                </a:cubicBezTo>
                <a:lnTo>
                  <a:pt x="700" y="260"/>
                </a:lnTo>
                <a:cubicBezTo>
                  <a:pt x="700" y="259"/>
                  <a:pt x="701" y="259"/>
                  <a:pt x="702" y="259"/>
                </a:cubicBezTo>
                <a:lnTo>
                  <a:pt x="1016" y="259"/>
                </a:lnTo>
                <a:cubicBezTo>
                  <a:pt x="981" y="366"/>
                  <a:pt x="945" y="472"/>
                  <a:pt x="910" y="579"/>
                </a:cubicBezTo>
                <a:cubicBezTo>
                  <a:pt x="899" y="613"/>
                  <a:pt x="887" y="647"/>
                  <a:pt x="876" y="681"/>
                </a:cubicBezTo>
                <a:cubicBezTo>
                  <a:pt x="870" y="692"/>
                  <a:pt x="872" y="706"/>
                  <a:pt x="873" y="717"/>
                </a:cubicBezTo>
                <a:cubicBezTo>
                  <a:pt x="875" y="730"/>
                  <a:pt x="878" y="743"/>
                  <a:pt x="882" y="756"/>
                </a:cubicBezTo>
                <a:cubicBezTo>
                  <a:pt x="890" y="779"/>
                  <a:pt x="902" y="800"/>
                  <a:pt x="918" y="818"/>
                </a:cubicBezTo>
                <a:cubicBezTo>
                  <a:pt x="947" y="852"/>
                  <a:pt x="987" y="875"/>
                  <a:pt x="1031" y="881"/>
                </a:cubicBezTo>
                <a:cubicBezTo>
                  <a:pt x="1073" y="887"/>
                  <a:pt x="1116" y="879"/>
                  <a:pt x="1153" y="858"/>
                </a:cubicBezTo>
                <a:cubicBezTo>
                  <a:pt x="1194" y="835"/>
                  <a:pt x="1225" y="797"/>
                  <a:pt x="1239" y="752"/>
                </a:cubicBezTo>
                <a:cubicBezTo>
                  <a:pt x="1242" y="740"/>
                  <a:pt x="1245" y="728"/>
                  <a:pt x="1246" y="715"/>
                </a:cubicBezTo>
                <a:cubicBezTo>
                  <a:pt x="1248" y="704"/>
                  <a:pt x="1249" y="692"/>
                  <a:pt x="1244" y="682"/>
                </a:cubicBezTo>
                <a:close/>
                <a:moveTo>
                  <a:pt x="171" y="259"/>
                </a:moveTo>
                <a:cubicBezTo>
                  <a:pt x="169" y="259"/>
                  <a:pt x="167" y="259"/>
                  <a:pt x="165" y="258"/>
                </a:cubicBezTo>
                <a:cubicBezTo>
                  <a:pt x="167" y="259"/>
                  <a:pt x="169" y="259"/>
                  <a:pt x="171" y="259"/>
                </a:cubicBezTo>
                <a:close/>
                <a:moveTo>
                  <a:pt x="266" y="540"/>
                </a:moveTo>
                <a:cubicBezTo>
                  <a:pt x="266" y="541"/>
                  <a:pt x="266" y="541"/>
                  <a:pt x="266" y="541"/>
                </a:cubicBezTo>
                <a:lnTo>
                  <a:pt x="266" y="541"/>
                </a:lnTo>
                <a:lnTo>
                  <a:pt x="266" y="541"/>
                </a:lnTo>
                <a:lnTo>
                  <a:pt x="266" y="541"/>
                </a:lnTo>
                <a:lnTo>
                  <a:pt x="266" y="541"/>
                </a:lnTo>
                <a:cubicBezTo>
                  <a:pt x="266" y="542"/>
                  <a:pt x="267" y="543"/>
                  <a:pt x="267" y="544"/>
                </a:cubicBezTo>
                <a:lnTo>
                  <a:pt x="267" y="544"/>
                </a:lnTo>
                <a:cubicBezTo>
                  <a:pt x="267" y="545"/>
                  <a:pt x="268" y="546"/>
                  <a:pt x="268" y="548"/>
                </a:cubicBezTo>
                <a:cubicBezTo>
                  <a:pt x="269" y="548"/>
                  <a:pt x="269" y="549"/>
                  <a:pt x="269" y="550"/>
                </a:cubicBezTo>
                <a:cubicBezTo>
                  <a:pt x="269" y="550"/>
                  <a:pt x="269" y="551"/>
                  <a:pt x="270" y="551"/>
                </a:cubicBezTo>
                <a:cubicBezTo>
                  <a:pt x="270" y="552"/>
                  <a:pt x="271" y="554"/>
                  <a:pt x="271" y="555"/>
                </a:cubicBezTo>
                <a:lnTo>
                  <a:pt x="271" y="556"/>
                </a:lnTo>
                <a:cubicBezTo>
                  <a:pt x="272" y="559"/>
                  <a:pt x="273" y="560"/>
                  <a:pt x="273" y="561"/>
                </a:cubicBezTo>
                <a:lnTo>
                  <a:pt x="273" y="561"/>
                </a:lnTo>
                <a:lnTo>
                  <a:pt x="273" y="561"/>
                </a:lnTo>
                <a:cubicBezTo>
                  <a:pt x="273" y="562"/>
                  <a:pt x="274" y="562"/>
                  <a:pt x="274" y="563"/>
                </a:cubicBezTo>
                <a:cubicBezTo>
                  <a:pt x="274" y="564"/>
                  <a:pt x="274" y="564"/>
                  <a:pt x="274" y="564"/>
                </a:cubicBezTo>
                <a:cubicBezTo>
                  <a:pt x="282" y="587"/>
                  <a:pt x="291" y="610"/>
                  <a:pt x="299" y="634"/>
                </a:cubicBezTo>
                <a:lnTo>
                  <a:pt x="76" y="634"/>
                </a:lnTo>
                <a:cubicBezTo>
                  <a:pt x="113" y="529"/>
                  <a:pt x="150" y="425"/>
                  <a:pt x="187" y="321"/>
                </a:cubicBezTo>
                <a:cubicBezTo>
                  <a:pt x="214" y="394"/>
                  <a:pt x="240" y="467"/>
                  <a:pt x="266" y="540"/>
                </a:cubicBezTo>
                <a:close/>
                <a:moveTo>
                  <a:pt x="1068" y="198"/>
                </a:moveTo>
                <a:lnTo>
                  <a:pt x="1067" y="198"/>
                </a:lnTo>
                <a:lnTo>
                  <a:pt x="1067" y="198"/>
                </a:lnTo>
                <a:cubicBezTo>
                  <a:pt x="1067" y="198"/>
                  <a:pt x="1067" y="198"/>
                  <a:pt x="1068" y="198"/>
                </a:cubicBezTo>
                <a:close/>
                <a:moveTo>
                  <a:pt x="1059" y="197"/>
                </a:moveTo>
                <a:lnTo>
                  <a:pt x="1060" y="197"/>
                </a:lnTo>
                <a:cubicBezTo>
                  <a:pt x="1059" y="197"/>
                  <a:pt x="1059" y="197"/>
                  <a:pt x="1058" y="197"/>
                </a:cubicBezTo>
                <a:lnTo>
                  <a:pt x="1059" y="197"/>
                </a:lnTo>
                <a:close/>
                <a:moveTo>
                  <a:pt x="1050" y="198"/>
                </a:moveTo>
                <a:cubicBezTo>
                  <a:pt x="1051" y="198"/>
                  <a:pt x="1049" y="199"/>
                  <a:pt x="1050" y="198"/>
                </a:cubicBezTo>
                <a:close/>
                <a:moveTo>
                  <a:pt x="947" y="663"/>
                </a:moveTo>
                <a:cubicBezTo>
                  <a:pt x="948" y="663"/>
                  <a:pt x="948" y="663"/>
                  <a:pt x="948" y="663"/>
                </a:cubicBezTo>
                <a:lnTo>
                  <a:pt x="948" y="663"/>
                </a:lnTo>
                <a:cubicBezTo>
                  <a:pt x="948" y="662"/>
                  <a:pt x="948" y="662"/>
                  <a:pt x="948" y="661"/>
                </a:cubicBezTo>
                <a:cubicBezTo>
                  <a:pt x="948" y="661"/>
                  <a:pt x="948" y="661"/>
                  <a:pt x="948" y="660"/>
                </a:cubicBezTo>
                <a:lnTo>
                  <a:pt x="949" y="660"/>
                </a:lnTo>
                <a:cubicBezTo>
                  <a:pt x="949" y="659"/>
                  <a:pt x="949" y="659"/>
                  <a:pt x="949" y="658"/>
                </a:cubicBezTo>
                <a:lnTo>
                  <a:pt x="949" y="658"/>
                </a:lnTo>
                <a:cubicBezTo>
                  <a:pt x="949" y="657"/>
                  <a:pt x="950" y="657"/>
                  <a:pt x="950" y="657"/>
                </a:cubicBezTo>
                <a:cubicBezTo>
                  <a:pt x="950" y="655"/>
                  <a:pt x="950" y="655"/>
                  <a:pt x="950" y="655"/>
                </a:cubicBezTo>
                <a:cubicBezTo>
                  <a:pt x="950" y="654"/>
                  <a:pt x="950" y="654"/>
                  <a:pt x="950" y="654"/>
                </a:cubicBezTo>
                <a:lnTo>
                  <a:pt x="951" y="654"/>
                </a:lnTo>
                <a:cubicBezTo>
                  <a:pt x="951" y="653"/>
                  <a:pt x="951" y="653"/>
                  <a:pt x="951" y="653"/>
                </a:cubicBezTo>
                <a:cubicBezTo>
                  <a:pt x="985" y="550"/>
                  <a:pt x="1019" y="447"/>
                  <a:pt x="1054" y="345"/>
                </a:cubicBezTo>
                <a:cubicBezTo>
                  <a:pt x="1056" y="339"/>
                  <a:pt x="1058" y="333"/>
                  <a:pt x="1060" y="327"/>
                </a:cubicBezTo>
                <a:cubicBezTo>
                  <a:pt x="1095" y="433"/>
                  <a:pt x="1131" y="540"/>
                  <a:pt x="1166" y="647"/>
                </a:cubicBezTo>
                <a:cubicBezTo>
                  <a:pt x="1168" y="653"/>
                  <a:pt x="1170" y="659"/>
                  <a:pt x="1172" y="665"/>
                </a:cubicBezTo>
                <a:lnTo>
                  <a:pt x="947" y="665"/>
                </a:lnTo>
                <a:cubicBezTo>
                  <a:pt x="947" y="664"/>
                  <a:pt x="947" y="664"/>
                  <a:pt x="947" y="663"/>
                </a:cubicBezTo>
                <a:close/>
                <a:moveTo>
                  <a:pt x="1223" y="666"/>
                </a:moveTo>
                <a:cubicBezTo>
                  <a:pt x="1223" y="666"/>
                  <a:pt x="1222" y="666"/>
                  <a:pt x="1222" y="665"/>
                </a:cubicBezTo>
                <a:cubicBezTo>
                  <a:pt x="1222" y="665"/>
                  <a:pt x="1221" y="665"/>
                  <a:pt x="1220" y="665"/>
                </a:cubicBezTo>
                <a:lnTo>
                  <a:pt x="1220" y="665"/>
                </a:lnTo>
                <a:lnTo>
                  <a:pt x="1220" y="665"/>
                </a:lnTo>
                <a:cubicBezTo>
                  <a:pt x="1219" y="665"/>
                  <a:pt x="1219" y="665"/>
                  <a:pt x="1219" y="665"/>
                </a:cubicBezTo>
                <a:cubicBezTo>
                  <a:pt x="1220" y="665"/>
                  <a:pt x="1221" y="665"/>
                  <a:pt x="1221" y="665"/>
                </a:cubicBezTo>
                <a:cubicBezTo>
                  <a:pt x="1222" y="665"/>
                  <a:pt x="1222" y="665"/>
                  <a:pt x="1222" y="665"/>
                </a:cubicBezTo>
                <a:lnTo>
                  <a:pt x="1222" y="665"/>
                </a:lnTo>
                <a:cubicBezTo>
                  <a:pt x="1223" y="666"/>
                  <a:pt x="1224" y="666"/>
                  <a:pt x="1224" y="666"/>
                </a:cubicBezTo>
                <a:lnTo>
                  <a:pt x="1223" y="666"/>
                </a:lnTo>
                <a:close/>
                <a:moveTo>
                  <a:pt x="1226" y="666"/>
                </a:moveTo>
                <a:cubicBezTo>
                  <a:pt x="1225" y="666"/>
                  <a:pt x="1225" y="666"/>
                  <a:pt x="1225" y="666"/>
                </a:cubicBezTo>
                <a:cubicBezTo>
                  <a:pt x="1225" y="666"/>
                  <a:pt x="1225" y="666"/>
                  <a:pt x="1224" y="666"/>
                </a:cubicBezTo>
                <a:lnTo>
                  <a:pt x="1224" y="666"/>
                </a:lnTo>
                <a:lnTo>
                  <a:pt x="1224" y="666"/>
                </a:lnTo>
                <a:lnTo>
                  <a:pt x="1225" y="666"/>
                </a:lnTo>
                <a:cubicBezTo>
                  <a:pt x="1225" y="666"/>
                  <a:pt x="1226" y="667"/>
                  <a:pt x="1227" y="667"/>
                </a:cubicBezTo>
                <a:cubicBezTo>
                  <a:pt x="1226" y="667"/>
                  <a:pt x="1226" y="667"/>
                  <a:pt x="1226" y="666"/>
                </a:cubicBezTo>
                <a:close/>
                <a:moveTo>
                  <a:pt x="1245" y="685"/>
                </a:moveTo>
                <a:lnTo>
                  <a:pt x="1245" y="685"/>
                </a:lnTo>
                <a:cubicBezTo>
                  <a:pt x="1242" y="680"/>
                  <a:pt x="1239" y="675"/>
                  <a:pt x="1235" y="672"/>
                </a:cubicBezTo>
                <a:lnTo>
                  <a:pt x="1235" y="671"/>
                </a:lnTo>
                <a:cubicBezTo>
                  <a:pt x="1234" y="671"/>
                  <a:pt x="1233" y="670"/>
                  <a:pt x="1232" y="669"/>
                </a:cubicBezTo>
                <a:cubicBezTo>
                  <a:pt x="1231" y="669"/>
                  <a:pt x="1230" y="669"/>
                  <a:pt x="1230" y="668"/>
                </a:cubicBezTo>
                <a:cubicBezTo>
                  <a:pt x="1229" y="668"/>
                  <a:pt x="1228" y="667"/>
                  <a:pt x="1227" y="667"/>
                </a:cubicBezTo>
                <a:lnTo>
                  <a:pt x="1227" y="667"/>
                </a:lnTo>
                <a:cubicBezTo>
                  <a:pt x="1232" y="669"/>
                  <a:pt x="1237" y="671"/>
                  <a:pt x="1240" y="676"/>
                </a:cubicBezTo>
                <a:lnTo>
                  <a:pt x="1240" y="676"/>
                </a:lnTo>
                <a:lnTo>
                  <a:pt x="1240" y="676"/>
                </a:lnTo>
                <a:lnTo>
                  <a:pt x="1240" y="676"/>
                </a:lnTo>
                <a:lnTo>
                  <a:pt x="1240" y="676"/>
                </a:lnTo>
                <a:cubicBezTo>
                  <a:pt x="1241" y="677"/>
                  <a:pt x="1241" y="677"/>
                  <a:pt x="1241" y="677"/>
                </a:cubicBezTo>
                <a:cubicBezTo>
                  <a:pt x="1243" y="679"/>
                  <a:pt x="1244" y="682"/>
                  <a:pt x="1244" y="684"/>
                </a:cubicBezTo>
                <a:cubicBezTo>
                  <a:pt x="1245" y="684"/>
                  <a:pt x="1245" y="685"/>
                  <a:pt x="1245" y="685"/>
                </a:cubicBezTo>
                <a:close/>
                <a:moveTo>
                  <a:pt x="1245" y="686"/>
                </a:moveTo>
                <a:lnTo>
                  <a:pt x="1245" y="6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D5D6C49-AE8C-483F-A67E-2F21BB5585B9}"/>
              </a:ext>
            </a:extLst>
          </p:cNvPr>
          <p:cNvSpPr txBox="1"/>
          <p:nvPr/>
        </p:nvSpPr>
        <p:spPr>
          <a:xfrm rot="5400000">
            <a:off x="8031021" y="3232087"/>
            <a:ext cx="4986126" cy="39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For A Worry-free Lawn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6894B652-AA7E-437D-83CB-6257B88C90E5}"/>
              </a:ext>
            </a:extLst>
          </p:cNvPr>
          <p:cNvSpPr/>
          <p:nvPr/>
        </p:nvSpPr>
        <p:spPr>
          <a:xfrm>
            <a:off x="10120385" y="0"/>
            <a:ext cx="736164" cy="90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7F4D2FDC-E920-42C1-9C06-84BAAB0A4CEF}"/>
              </a:ext>
            </a:extLst>
          </p:cNvPr>
          <p:cNvSpPr/>
          <p:nvPr/>
        </p:nvSpPr>
        <p:spPr>
          <a:xfrm>
            <a:off x="10120385" y="5949000"/>
            <a:ext cx="736164" cy="90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4355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E82E11C-456D-488F-90D8-9AB9A12C2496}"/>
              </a:ext>
            </a:extLst>
          </p:cNvPr>
          <p:cNvSpPr/>
          <p:nvPr/>
        </p:nvSpPr>
        <p:spPr>
          <a:xfrm>
            <a:off x="0" y="2106592"/>
            <a:ext cx="12192000" cy="4212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A25CB963-376F-4113-87D8-5A8B237F4818}"/>
              </a:ext>
            </a:extLst>
          </p:cNvPr>
          <p:cNvSpPr/>
          <p:nvPr/>
        </p:nvSpPr>
        <p:spPr>
          <a:xfrm>
            <a:off x="2284521" y="1045748"/>
            <a:ext cx="7622960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Bring the table win-win survival strategies ensure proactive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dominan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. At the end of the day, going forward, for new normal that has evolved from runway heading to our solution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administrate 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eamlessly visualize quality.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2FF1EA86-9C66-434E-99FE-C937B452E258}"/>
              </a:ext>
            </a:extLst>
          </p:cNvPr>
          <p:cNvSpPr txBox="1"/>
          <p:nvPr/>
        </p:nvSpPr>
        <p:spPr>
          <a:xfrm>
            <a:off x="2284521" y="526983"/>
            <a:ext cx="7622960" cy="39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erif Pro" panose="02040603050405020204" pitchFamily="18" charset="0"/>
              </a:rPr>
              <a:t>A Beautiful Lawn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erif Pro" panose="02040603050405020204" pitchFamily="18" charset="0"/>
              </a:rPr>
              <a:t>Doesnt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erif Pro" panose="02040603050405020204" pitchFamily="18" charset="0"/>
              </a:rPr>
              <a:t> Happen By Itself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xmlns="" id="{091402A9-B8CC-438A-8E3C-1DBDF11DE392}"/>
              </a:ext>
            </a:extLst>
          </p:cNvPr>
          <p:cNvSpPr txBox="1">
            <a:spLocks/>
          </p:cNvSpPr>
          <p:nvPr/>
        </p:nvSpPr>
        <p:spPr>
          <a:xfrm flipH="1">
            <a:off x="5540812" y="2763613"/>
            <a:ext cx="4809656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Great Lawyers. Great Law Firm.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xmlns="" id="{3A9D930B-0759-4E58-B890-E65821504738}"/>
              </a:ext>
            </a:extLst>
          </p:cNvPr>
          <p:cNvSpPr txBox="1">
            <a:spLocks/>
          </p:cNvSpPr>
          <p:nvPr/>
        </p:nvSpPr>
        <p:spPr>
          <a:xfrm>
            <a:off x="5540816" y="3036042"/>
            <a:ext cx="4814187" cy="80111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strategies. Seamlessly visualize quality intellectual capital without superior collaboration. Leverage agile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xmlns="" id="{0212B691-C28A-4211-AE53-9452B76071EE}"/>
              </a:ext>
            </a:extLst>
          </p:cNvPr>
          <p:cNvSpPr txBox="1">
            <a:spLocks/>
          </p:cNvSpPr>
          <p:nvPr/>
        </p:nvSpPr>
        <p:spPr>
          <a:xfrm flipH="1">
            <a:off x="5540812" y="4593219"/>
            <a:ext cx="4809656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For a Worry-free Lawn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xmlns="" id="{C2BE3256-3809-47A4-9F27-09152C7EBE6D}"/>
              </a:ext>
            </a:extLst>
          </p:cNvPr>
          <p:cNvSpPr txBox="1">
            <a:spLocks/>
          </p:cNvSpPr>
          <p:nvPr/>
        </p:nvSpPr>
        <p:spPr>
          <a:xfrm>
            <a:off x="5540816" y="4865648"/>
            <a:ext cx="4814187" cy="80111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2">
                    <a:lumMod val="6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cross-media growth strategies. Seamlessly visualize quality intellectual capital without superior collaboration. Leverage agile</a:t>
            </a:r>
          </a:p>
        </p:txBody>
      </p:sp>
      <p:sp>
        <p:nvSpPr>
          <p:cNvPr id="85" name="Freeform 10">
            <a:extLst>
              <a:ext uri="{FF2B5EF4-FFF2-40B4-BE49-F238E27FC236}">
                <a16:creationId xmlns:a16="http://schemas.microsoft.com/office/drawing/2014/main" xmlns="" id="{DDEDFBDB-6814-4671-98FB-FD99EFDF1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904" y="4817988"/>
            <a:ext cx="910712" cy="947817"/>
          </a:xfrm>
          <a:custGeom>
            <a:avLst/>
            <a:gdLst>
              <a:gd name="T0" fmla="*/ 1090 w 1191"/>
              <a:gd name="T1" fmla="*/ 30 h 1238"/>
              <a:gd name="T2" fmla="*/ 874 w 1191"/>
              <a:gd name="T3" fmla="*/ 86 h 1238"/>
              <a:gd name="T4" fmla="*/ 648 w 1191"/>
              <a:gd name="T5" fmla="*/ 28 h 1238"/>
              <a:gd name="T6" fmla="*/ 522 w 1191"/>
              <a:gd name="T7" fmla="*/ 5 h 1238"/>
              <a:gd name="T8" fmla="*/ 456 w 1191"/>
              <a:gd name="T9" fmla="*/ 1 h 1238"/>
              <a:gd name="T10" fmla="*/ 447 w 1191"/>
              <a:gd name="T11" fmla="*/ 1 h 1238"/>
              <a:gd name="T12" fmla="*/ 429 w 1191"/>
              <a:gd name="T13" fmla="*/ 20 h 1238"/>
              <a:gd name="T14" fmla="*/ 372 w 1191"/>
              <a:gd name="T15" fmla="*/ 203 h 1238"/>
              <a:gd name="T16" fmla="*/ 363 w 1191"/>
              <a:gd name="T17" fmla="*/ 138 h 1238"/>
              <a:gd name="T18" fmla="*/ 360 w 1191"/>
              <a:gd name="T19" fmla="*/ 111 h 1238"/>
              <a:gd name="T20" fmla="*/ 357 w 1191"/>
              <a:gd name="T21" fmla="*/ 89 h 1238"/>
              <a:gd name="T22" fmla="*/ 367 w 1191"/>
              <a:gd name="T23" fmla="*/ 67 h 1238"/>
              <a:gd name="T24" fmla="*/ 373 w 1191"/>
              <a:gd name="T25" fmla="*/ 49 h 1238"/>
              <a:gd name="T26" fmla="*/ 355 w 1191"/>
              <a:gd name="T27" fmla="*/ 21 h 1238"/>
              <a:gd name="T28" fmla="*/ 348 w 1191"/>
              <a:gd name="T29" fmla="*/ 20 h 1238"/>
              <a:gd name="T30" fmla="*/ 295 w 1191"/>
              <a:gd name="T31" fmla="*/ 20 h 1238"/>
              <a:gd name="T32" fmla="*/ 287 w 1191"/>
              <a:gd name="T33" fmla="*/ 21 h 1238"/>
              <a:gd name="T34" fmla="*/ 273 w 1191"/>
              <a:gd name="T35" fmla="*/ 37 h 1238"/>
              <a:gd name="T36" fmla="*/ 274 w 1191"/>
              <a:gd name="T37" fmla="*/ 64 h 1238"/>
              <a:gd name="T38" fmla="*/ 280 w 1191"/>
              <a:gd name="T39" fmla="*/ 76 h 1238"/>
              <a:gd name="T40" fmla="*/ 284 w 1191"/>
              <a:gd name="T41" fmla="*/ 101 h 1238"/>
              <a:gd name="T42" fmla="*/ 282 w 1191"/>
              <a:gd name="T43" fmla="*/ 114 h 1238"/>
              <a:gd name="T44" fmla="*/ 271 w 1191"/>
              <a:gd name="T45" fmla="*/ 203 h 1238"/>
              <a:gd name="T46" fmla="*/ 214 w 1191"/>
              <a:gd name="T47" fmla="*/ 20 h 1238"/>
              <a:gd name="T48" fmla="*/ 196 w 1191"/>
              <a:gd name="T49" fmla="*/ 1 h 1238"/>
              <a:gd name="T50" fmla="*/ 156 w 1191"/>
              <a:gd name="T51" fmla="*/ 10 h 1238"/>
              <a:gd name="T52" fmla="*/ 133 w 1191"/>
              <a:gd name="T53" fmla="*/ 19 h 1238"/>
              <a:gd name="T54" fmla="*/ 47 w 1191"/>
              <a:gd name="T55" fmla="*/ 47 h 1238"/>
              <a:gd name="T56" fmla="*/ 7 w 1191"/>
              <a:gd name="T57" fmla="*/ 125 h 1238"/>
              <a:gd name="T58" fmla="*/ 2 w 1191"/>
              <a:gd name="T59" fmla="*/ 506 h 1238"/>
              <a:gd name="T60" fmla="*/ 60 w 1191"/>
              <a:gd name="T61" fmla="*/ 645 h 1238"/>
              <a:gd name="T62" fmla="*/ 70 w 1191"/>
              <a:gd name="T63" fmla="*/ 659 h 1238"/>
              <a:gd name="T64" fmla="*/ 71 w 1191"/>
              <a:gd name="T65" fmla="*/ 696 h 1238"/>
              <a:gd name="T66" fmla="*/ 80 w 1191"/>
              <a:gd name="T67" fmla="*/ 892 h 1238"/>
              <a:gd name="T68" fmla="*/ 80 w 1191"/>
              <a:gd name="T69" fmla="*/ 1043 h 1238"/>
              <a:gd name="T70" fmla="*/ 274 w 1191"/>
              <a:gd name="T71" fmla="*/ 1237 h 1238"/>
              <a:gd name="T72" fmla="*/ 369 w 1191"/>
              <a:gd name="T73" fmla="*/ 1237 h 1238"/>
              <a:gd name="T74" fmla="*/ 563 w 1191"/>
              <a:gd name="T75" fmla="*/ 1043 h 1238"/>
              <a:gd name="T76" fmla="*/ 580 w 1191"/>
              <a:gd name="T77" fmla="*/ 444 h 1238"/>
              <a:gd name="T78" fmla="*/ 589 w 1191"/>
              <a:gd name="T79" fmla="*/ 211 h 1238"/>
              <a:gd name="T80" fmla="*/ 625 w 1191"/>
              <a:gd name="T81" fmla="*/ 224 h 1238"/>
              <a:gd name="T82" fmla="*/ 723 w 1191"/>
              <a:gd name="T83" fmla="*/ 260 h 1238"/>
              <a:gd name="T84" fmla="*/ 833 w 1191"/>
              <a:gd name="T85" fmla="*/ 280 h 1238"/>
              <a:gd name="T86" fmla="*/ 1180 w 1191"/>
              <a:gd name="T87" fmla="*/ 103 h 1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191" h="1238">
                <a:moveTo>
                  <a:pt x="1180" y="103"/>
                </a:moveTo>
                <a:cubicBezTo>
                  <a:pt x="1170" y="59"/>
                  <a:pt x="1135" y="30"/>
                  <a:pt x="1090" y="30"/>
                </a:cubicBezTo>
                <a:cubicBezTo>
                  <a:pt x="1080" y="30"/>
                  <a:pt x="1069" y="31"/>
                  <a:pt x="1059" y="34"/>
                </a:cubicBezTo>
                <a:cubicBezTo>
                  <a:pt x="987" y="56"/>
                  <a:pt x="928" y="72"/>
                  <a:pt x="874" y="86"/>
                </a:cubicBezTo>
                <a:cubicBezTo>
                  <a:pt x="847" y="93"/>
                  <a:pt x="827" y="94"/>
                  <a:pt x="810" y="92"/>
                </a:cubicBezTo>
                <a:cubicBezTo>
                  <a:pt x="748" y="81"/>
                  <a:pt x="693" y="54"/>
                  <a:pt x="648" y="28"/>
                </a:cubicBezTo>
                <a:cubicBezTo>
                  <a:pt x="637" y="22"/>
                  <a:pt x="619" y="14"/>
                  <a:pt x="600" y="12"/>
                </a:cubicBezTo>
                <a:cubicBezTo>
                  <a:pt x="574" y="9"/>
                  <a:pt x="548" y="7"/>
                  <a:pt x="522" y="5"/>
                </a:cubicBezTo>
                <a:cubicBezTo>
                  <a:pt x="505" y="4"/>
                  <a:pt x="487" y="2"/>
                  <a:pt x="470" y="1"/>
                </a:cubicBezTo>
                <a:cubicBezTo>
                  <a:pt x="465" y="0"/>
                  <a:pt x="460" y="0"/>
                  <a:pt x="456" y="1"/>
                </a:cubicBezTo>
                <a:cubicBezTo>
                  <a:pt x="454" y="1"/>
                  <a:pt x="452" y="0"/>
                  <a:pt x="450" y="0"/>
                </a:cubicBezTo>
                <a:lnTo>
                  <a:pt x="447" y="1"/>
                </a:lnTo>
                <a:cubicBezTo>
                  <a:pt x="440" y="3"/>
                  <a:pt x="434" y="8"/>
                  <a:pt x="431" y="15"/>
                </a:cubicBezTo>
                <a:cubicBezTo>
                  <a:pt x="430" y="17"/>
                  <a:pt x="430" y="19"/>
                  <a:pt x="429" y="20"/>
                </a:cubicBezTo>
                <a:cubicBezTo>
                  <a:pt x="428" y="22"/>
                  <a:pt x="421" y="47"/>
                  <a:pt x="411" y="78"/>
                </a:cubicBezTo>
                <a:cubicBezTo>
                  <a:pt x="398" y="119"/>
                  <a:pt x="382" y="171"/>
                  <a:pt x="372" y="203"/>
                </a:cubicBezTo>
                <a:lnTo>
                  <a:pt x="368" y="171"/>
                </a:lnTo>
                <a:cubicBezTo>
                  <a:pt x="366" y="160"/>
                  <a:pt x="365" y="148"/>
                  <a:pt x="363" y="138"/>
                </a:cubicBezTo>
                <a:lnTo>
                  <a:pt x="360" y="114"/>
                </a:lnTo>
                <a:cubicBezTo>
                  <a:pt x="360" y="113"/>
                  <a:pt x="360" y="112"/>
                  <a:pt x="360" y="111"/>
                </a:cubicBezTo>
                <a:lnTo>
                  <a:pt x="358" y="99"/>
                </a:lnTo>
                <a:cubicBezTo>
                  <a:pt x="358" y="94"/>
                  <a:pt x="357" y="91"/>
                  <a:pt x="357" y="89"/>
                </a:cubicBezTo>
                <a:cubicBezTo>
                  <a:pt x="359" y="85"/>
                  <a:pt x="361" y="80"/>
                  <a:pt x="363" y="75"/>
                </a:cubicBezTo>
                <a:cubicBezTo>
                  <a:pt x="364" y="72"/>
                  <a:pt x="366" y="70"/>
                  <a:pt x="367" y="67"/>
                </a:cubicBezTo>
                <a:lnTo>
                  <a:pt x="368" y="64"/>
                </a:lnTo>
                <a:cubicBezTo>
                  <a:pt x="370" y="60"/>
                  <a:pt x="373" y="56"/>
                  <a:pt x="373" y="49"/>
                </a:cubicBezTo>
                <a:cubicBezTo>
                  <a:pt x="373" y="46"/>
                  <a:pt x="367" y="29"/>
                  <a:pt x="366" y="28"/>
                </a:cubicBezTo>
                <a:cubicBezTo>
                  <a:pt x="362" y="22"/>
                  <a:pt x="357" y="21"/>
                  <a:pt x="355" y="21"/>
                </a:cubicBezTo>
                <a:lnTo>
                  <a:pt x="352" y="20"/>
                </a:lnTo>
                <a:cubicBezTo>
                  <a:pt x="350" y="20"/>
                  <a:pt x="349" y="20"/>
                  <a:pt x="348" y="20"/>
                </a:cubicBezTo>
                <a:cubicBezTo>
                  <a:pt x="344" y="20"/>
                  <a:pt x="333" y="20"/>
                  <a:pt x="321" y="20"/>
                </a:cubicBezTo>
                <a:cubicBezTo>
                  <a:pt x="308" y="20"/>
                  <a:pt x="299" y="20"/>
                  <a:pt x="295" y="20"/>
                </a:cubicBezTo>
                <a:cubicBezTo>
                  <a:pt x="294" y="20"/>
                  <a:pt x="293" y="20"/>
                  <a:pt x="291" y="20"/>
                </a:cubicBezTo>
                <a:lnTo>
                  <a:pt x="287" y="21"/>
                </a:lnTo>
                <a:cubicBezTo>
                  <a:pt x="286" y="21"/>
                  <a:pt x="281" y="22"/>
                  <a:pt x="278" y="27"/>
                </a:cubicBezTo>
                <a:cubicBezTo>
                  <a:pt x="277" y="28"/>
                  <a:pt x="276" y="28"/>
                  <a:pt x="273" y="37"/>
                </a:cubicBezTo>
                <a:cubicBezTo>
                  <a:pt x="270" y="45"/>
                  <a:pt x="270" y="47"/>
                  <a:pt x="270" y="49"/>
                </a:cubicBezTo>
                <a:cubicBezTo>
                  <a:pt x="270" y="55"/>
                  <a:pt x="272" y="60"/>
                  <a:pt x="274" y="64"/>
                </a:cubicBezTo>
                <a:lnTo>
                  <a:pt x="276" y="67"/>
                </a:lnTo>
                <a:cubicBezTo>
                  <a:pt x="277" y="70"/>
                  <a:pt x="278" y="72"/>
                  <a:pt x="280" y="76"/>
                </a:cubicBezTo>
                <a:cubicBezTo>
                  <a:pt x="282" y="81"/>
                  <a:pt x="284" y="85"/>
                  <a:pt x="285" y="89"/>
                </a:cubicBezTo>
                <a:cubicBezTo>
                  <a:pt x="285" y="91"/>
                  <a:pt x="285" y="95"/>
                  <a:pt x="284" y="101"/>
                </a:cubicBezTo>
                <a:lnTo>
                  <a:pt x="283" y="111"/>
                </a:lnTo>
                <a:cubicBezTo>
                  <a:pt x="283" y="112"/>
                  <a:pt x="282" y="113"/>
                  <a:pt x="282" y="114"/>
                </a:cubicBezTo>
                <a:cubicBezTo>
                  <a:pt x="280" y="129"/>
                  <a:pt x="278" y="150"/>
                  <a:pt x="275" y="171"/>
                </a:cubicBezTo>
                <a:lnTo>
                  <a:pt x="271" y="203"/>
                </a:lnTo>
                <a:cubicBezTo>
                  <a:pt x="261" y="172"/>
                  <a:pt x="246" y="123"/>
                  <a:pt x="233" y="83"/>
                </a:cubicBezTo>
                <a:cubicBezTo>
                  <a:pt x="221" y="44"/>
                  <a:pt x="214" y="22"/>
                  <a:pt x="214" y="20"/>
                </a:cubicBezTo>
                <a:cubicBezTo>
                  <a:pt x="212" y="14"/>
                  <a:pt x="209" y="10"/>
                  <a:pt x="206" y="7"/>
                </a:cubicBezTo>
                <a:cubicBezTo>
                  <a:pt x="203" y="4"/>
                  <a:pt x="200" y="2"/>
                  <a:pt x="196" y="1"/>
                </a:cubicBezTo>
                <a:lnTo>
                  <a:pt x="192" y="0"/>
                </a:lnTo>
                <a:cubicBezTo>
                  <a:pt x="187" y="0"/>
                  <a:pt x="175" y="3"/>
                  <a:pt x="156" y="10"/>
                </a:cubicBezTo>
                <a:lnTo>
                  <a:pt x="144" y="15"/>
                </a:lnTo>
                <a:cubicBezTo>
                  <a:pt x="139" y="16"/>
                  <a:pt x="136" y="18"/>
                  <a:pt x="133" y="19"/>
                </a:cubicBezTo>
                <a:cubicBezTo>
                  <a:pt x="105" y="28"/>
                  <a:pt x="78" y="37"/>
                  <a:pt x="51" y="46"/>
                </a:cubicBezTo>
                <a:lnTo>
                  <a:pt x="47" y="47"/>
                </a:lnTo>
                <a:cubicBezTo>
                  <a:pt x="24" y="54"/>
                  <a:pt x="11" y="70"/>
                  <a:pt x="10" y="92"/>
                </a:cubicBezTo>
                <a:cubicBezTo>
                  <a:pt x="10" y="97"/>
                  <a:pt x="8" y="111"/>
                  <a:pt x="7" y="125"/>
                </a:cubicBezTo>
                <a:cubicBezTo>
                  <a:pt x="5" y="143"/>
                  <a:pt x="3" y="161"/>
                  <a:pt x="2" y="169"/>
                </a:cubicBezTo>
                <a:cubicBezTo>
                  <a:pt x="0" y="270"/>
                  <a:pt x="0" y="381"/>
                  <a:pt x="2" y="506"/>
                </a:cubicBezTo>
                <a:cubicBezTo>
                  <a:pt x="3" y="531"/>
                  <a:pt x="8" y="554"/>
                  <a:pt x="17" y="577"/>
                </a:cubicBezTo>
                <a:cubicBezTo>
                  <a:pt x="27" y="600"/>
                  <a:pt x="41" y="623"/>
                  <a:pt x="60" y="645"/>
                </a:cubicBezTo>
                <a:cubicBezTo>
                  <a:pt x="61" y="646"/>
                  <a:pt x="61" y="646"/>
                  <a:pt x="62" y="648"/>
                </a:cubicBezTo>
                <a:cubicBezTo>
                  <a:pt x="65" y="651"/>
                  <a:pt x="68" y="655"/>
                  <a:pt x="70" y="659"/>
                </a:cubicBezTo>
                <a:cubicBezTo>
                  <a:pt x="70" y="668"/>
                  <a:pt x="71" y="678"/>
                  <a:pt x="71" y="687"/>
                </a:cubicBezTo>
                <a:lnTo>
                  <a:pt x="71" y="696"/>
                </a:lnTo>
                <a:cubicBezTo>
                  <a:pt x="74" y="756"/>
                  <a:pt x="77" y="817"/>
                  <a:pt x="79" y="877"/>
                </a:cubicBezTo>
                <a:cubicBezTo>
                  <a:pt x="79" y="882"/>
                  <a:pt x="79" y="887"/>
                  <a:pt x="80" y="892"/>
                </a:cubicBezTo>
                <a:lnTo>
                  <a:pt x="80" y="923"/>
                </a:lnTo>
                <a:cubicBezTo>
                  <a:pt x="80" y="963"/>
                  <a:pt x="80" y="1003"/>
                  <a:pt x="80" y="1043"/>
                </a:cubicBezTo>
                <a:cubicBezTo>
                  <a:pt x="80" y="1105"/>
                  <a:pt x="104" y="1159"/>
                  <a:pt x="147" y="1194"/>
                </a:cubicBezTo>
                <a:cubicBezTo>
                  <a:pt x="181" y="1222"/>
                  <a:pt x="225" y="1237"/>
                  <a:pt x="274" y="1237"/>
                </a:cubicBezTo>
                <a:lnTo>
                  <a:pt x="321" y="1237"/>
                </a:lnTo>
                <a:lnTo>
                  <a:pt x="369" y="1237"/>
                </a:lnTo>
                <a:cubicBezTo>
                  <a:pt x="470" y="1237"/>
                  <a:pt x="545" y="1174"/>
                  <a:pt x="560" y="1078"/>
                </a:cubicBezTo>
                <a:cubicBezTo>
                  <a:pt x="562" y="1067"/>
                  <a:pt x="563" y="1055"/>
                  <a:pt x="563" y="1043"/>
                </a:cubicBezTo>
                <a:lnTo>
                  <a:pt x="563" y="988"/>
                </a:lnTo>
                <a:lnTo>
                  <a:pt x="580" y="444"/>
                </a:lnTo>
                <a:cubicBezTo>
                  <a:pt x="582" y="373"/>
                  <a:pt x="584" y="302"/>
                  <a:pt x="586" y="230"/>
                </a:cubicBezTo>
                <a:cubicBezTo>
                  <a:pt x="586" y="224"/>
                  <a:pt x="588" y="217"/>
                  <a:pt x="589" y="211"/>
                </a:cubicBezTo>
                <a:cubicBezTo>
                  <a:pt x="589" y="210"/>
                  <a:pt x="590" y="210"/>
                  <a:pt x="590" y="210"/>
                </a:cubicBezTo>
                <a:cubicBezTo>
                  <a:pt x="601" y="214"/>
                  <a:pt x="613" y="219"/>
                  <a:pt x="625" y="224"/>
                </a:cubicBezTo>
                <a:lnTo>
                  <a:pt x="632" y="226"/>
                </a:lnTo>
                <a:cubicBezTo>
                  <a:pt x="665" y="240"/>
                  <a:pt x="694" y="251"/>
                  <a:pt x="723" y="260"/>
                </a:cubicBezTo>
                <a:lnTo>
                  <a:pt x="733" y="263"/>
                </a:lnTo>
                <a:cubicBezTo>
                  <a:pt x="766" y="273"/>
                  <a:pt x="800" y="284"/>
                  <a:pt x="833" y="280"/>
                </a:cubicBezTo>
                <a:cubicBezTo>
                  <a:pt x="926" y="269"/>
                  <a:pt x="1021" y="244"/>
                  <a:pt x="1125" y="206"/>
                </a:cubicBezTo>
                <a:cubicBezTo>
                  <a:pt x="1165" y="191"/>
                  <a:pt x="1190" y="146"/>
                  <a:pt x="1180" y="103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xmlns="" id="{2EBCF7FF-887C-4584-9555-0C9687AB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720" y="4494180"/>
            <a:ext cx="296824" cy="296824"/>
          </a:xfrm>
          <a:custGeom>
            <a:avLst/>
            <a:gdLst>
              <a:gd name="T0" fmla="*/ 192 w 387"/>
              <a:gd name="T1" fmla="*/ 384 h 386"/>
              <a:gd name="T2" fmla="*/ 385 w 387"/>
              <a:gd name="T3" fmla="*/ 193 h 386"/>
              <a:gd name="T4" fmla="*/ 196 w 387"/>
              <a:gd name="T5" fmla="*/ 1 h 386"/>
              <a:gd name="T6" fmla="*/ 1 w 387"/>
              <a:gd name="T7" fmla="*/ 189 h 386"/>
              <a:gd name="T8" fmla="*/ 192 w 387"/>
              <a:gd name="T9" fmla="*/ 384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7" h="386">
                <a:moveTo>
                  <a:pt x="192" y="384"/>
                </a:moveTo>
                <a:cubicBezTo>
                  <a:pt x="292" y="385"/>
                  <a:pt x="384" y="295"/>
                  <a:pt x="385" y="193"/>
                </a:cubicBezTo>
                <a:cubicBezTo>
                  <a:pt x="386" y="90"/>
                  <a:pt x="299" y="1"/>
                  <a:pt x="196" y="1"/>
                </a:cubicBezTo>
                <a:cubicBezTo>
                  <a:pt x="91" y="0"/>
                  <a:pt x="3" y="85"/>
                  <a:pt x="1" y="189"/>
                </a:cubicBezTo>
                <a:cubicBezTo>
                  <a:pt x="0" y="289"/>
                  <a:pt x="90" y="382"/>
                  <a:pt x="192" y="38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Freeform 12">
            <a:extLst>
              <a:ext uri="{FF2B5EF4-FFF2-40B4-BE49-F238E27FC236}">
                <a16:creationId xmlns:a16="http://schemas.microsoft.com/office/drawing/2014/main" xmlns="" id="{7ED525A9-4DB0-42C9-9822-8EDA1E850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045" y="5027115"/>
            <a:ext cx="441862" cy="404761"/>
          </a:xfrm>
          <a:custGeom>
            <a:avLst/>
            <a:gdLst>
              <a:gd name="T0" fmla="*/ 43 w 578"/>
              <a:gd name="T1" fmla="*/ 527 h 529"/>
              <a:gd name="T2" fmla="*/ 51 w 578"/>
              <a:gd name="T3" fmla="*/ 526 h 529"/>
              <a:gd name="T4" fmla="*/ 81 w 578"/>
              <a:gd name="T5" fmla="*/ 500 h 529"/>
              <a:gd name="T6" fmla="*/ 189 w 578"/>
              <a:gd name="T7" fmla="*/ 302 h 529"/>
              <a:gd name="T8" fmla="*/ 283 w 578"/>
              <a:gd name="T9" fmla="*/ 129 h 529"/>
              <a:gd name="T10" fmla="*/ 359 w 578"/>
              <a:gd name="T11" fmla="*/ 268 h 529"/>
              <a:gd name="T12" fmla="*/ 389 w 578"/>
              <a:gd name="T13" fmla="*/ 323 h 529"/>
              <a:gd name="T14" fmla="*/ 486 w 578"/>
              <a:gd name="T15" fmla="*/ 501 h 529"/>
              <a:gd name="T16" fmla="*/ 518 w 578"/>
              <a:gd name="T17" fmla="*/ 527 h 529"/>
              <a:gd name="T18" fmla="*/ 524 w 578"/>
              <a:gd name="T19" fmla="*/ 528 h 529"/>
              <a:gd name="T20" fmla="*/ 557 w 578"/>
              <a:gd name="T21" fmla="*/ 513 h 529"/>
              <a:gd name="T22" fmla="*/ 558 w 578"/>
              <a:gd name="T23" fmla="*/ 461 h 529"/>
              <a:gd name="T24" fmla="*/ 353 w 578"/>
              <a:gd name="T25" fmla="*/ 83 h 529"/>
              <a:gd name="T26" fmla="*/ 325 w 578"/>
              <a:gd name="T27" fmla="*/ 31 h 529"/>
              <a:gd name="T28" fmla="*/ 283 w 578"/>
              <a:gd name="T29" fmla="*/ 0 h 529"/>
              <a:gd name="T30" fmla="*/ 241 w 578"/>
              <a:gd name="T31" fmla="*/ 31 h 529"/>
              <a:gd name="T32" fmla="*/ 70 w 578"/>
              <a:gd name="T33" fmla="*/ 347 h 529"/>
              <a:gd name="T34" fmla="*/ 52 w 578"/>
              <a:gd name="T35" fmla="*/ 380 h 529"/>
              <a:gd name="T36" fmla="*/ 6 w 578"/>
              <a:gd name="T37" fmla="*/ 465 h 529"/>
              <a:gd name="T38" fmla="*/ 8 w 578"/>
              <a:gd name="T39" fmla="*/ 511 h 529"/>
              <a:gd name="T40" fmla="*/ 43 w 578"/>
              <a:gd name="T41" fmla="*/ 527 h 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78" h="529">
                <a:moveTo>
                  <a:pt x="43" y="527"/>
                </a:moveTo>
                <a:cubicBezTo>
                  <a:pt x="46" y="527"/>
                  <a:pt x="48" y="527"/>
                  <a:pt x="51" y="526"/>
                </a:cubicBezTo>
                <a:cubicBezTo>
                  <a:pt x="67" y="523"/>
                  <a:pt x="78" y="505"/>
                  <a:pt x="81" y="500"/>
                </a:cubicBezTo>
                <a:cubicBezTo>
                  <a:pt x="117" y="434"/>
                  <a:pt x="153" y="368"/>
                  <a:pt x="189" y="302"/>
                </a:cubicBezTo>
                <a:lnTo>
                  <a:pt x="283" y="129"/>
                </a:lnTo>
                <a:cubicBezTo>
                  <a:pt x="308" y="175"/>
                  <a:pt x="334" y="222"/>
                  <a:pt x="359" y="268"/>
                </a:cubicBezTo>
                <a:lnTo>
                  <a:pt x="389" y="323"/>
                </a:lnTo>
                <a:cubicBezTo>
                  <a:pt x="421" y="383"/>
                  <a:pt x="453" y="442"/>
                  <a:pt x="486" y="501"/>
                </a:cubicBezTo>
                <a:cubicBezTo>
                  <a:pt x="492" y="511"/>
                  <a:pt x="504" y="524"/>
                  <a:pt x="518" y="527"/>
                </a:cubicBezTo>
                <a:cubicBezTo>
                  <a:pt x="520" y="527"/>
                  <a:pt x="522" y="528"/>
                  <a:pt x="524" y="528"/>
                </a:cubicBezTo>
                <a:cubicBezTo>
                  <a:pt x="537" y="528"/>
                  <a:pt x="550" y="520"/>
                  <a:pt x="557" y="513"/>
                </a:cubicBezTo>
                <a:cubicBezTo>
                  <a:pt x="577" y="494"/>
                  <a:pt x="563" y="470"/>
                  <a:pt x="558" y="461"/>
                </a:cubicBezTo>
                <a:cubicBezTo>
                  <a:pt x="490" y="335"/>
                  <a:pt x="422" y="209"/>
                  <a:pt x="353" y="83"/>
                </a:cubicBezTo>
                <a:lnTo>
                  <a:pt x="325" y="31"/>
                </a:lnTo>
                <a:cubicBezTo>
                  <a:pt x="318" y="18"/>
                  <a:pt x="308" y="1"/>
                  <a:pt x="283" y="0"/>
                </a:cubicBezTo>
                <a:cubicBezTo>
                  <a:pt x="258" y="0"/>
                  <a:pt x="248" y="19"/>
                  <a:pt x="241" y="31"/>
                </a:cubicBezTo>
                <a:lnTo>
                  <a:pt x="70" y="347"/>
                </a:lnTo>
                <a:lnTo>
                  <a:pt x="52" y="380"/>
                </a:lnTo>
                <a:cubicBezTo>
                  <a:pt x="36" y="407"/>
                  <a:pt x="21" y="436"/>
                  <a:pt x="6" y="465"/>
                </a:cubicBezTo>
                <a:cubicBezTo>
                  <a:pt x="0" y="478"/>
                  <a:pt x="1" y="498"/>
                  <a:pt x="8" y="511"/>
                </a:cubicBezTo>
                <a:cubicBezTo>
                  <a:pt x="15" y="523"/>
                  <a:pt x="33" y="527"/>
                  <a:pt x="43" y="527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Freeform 13">
            <a:extLst>
              <a:ext uri="{FF2B5EF4-FFF2-40B4-BE49-F238E27FC236}">
                <a16:creationId xmlns:a16="http://schemas.microsoft.com/office/drawing/2014/main" xmlns="" id="{128F0664-EFF5-43E4-84E3-753CF249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924" y="5475726"/>
            <a:ext cx="448610" cy="185515"/>
          </a:xfrm>
          <a:custGeom>
            <a:avLst/>
            <a:gdLst>
              <a:gd name="T0" fmla="*/ 580 w 588"/>
              <a:gd name="T1" fmla="*/ 8 h 242"/>
              <a:gd name="T2" fmla="*/ 551 w 588"/>
              <a:gd name="T3" fmla="*/ 0 h 242"/>
              <a:gd name="T4" fmla="*/ 367 w 588"/>
              <a:gd name="T5" fmla="*/ 0 h 242"/>
              <a:gd name="T6" fmla="*/ 39 w 588"/>
              <a:gd name="T7" fmla="*/ 0 h 242"/>
              <a:gd name="T8" fmla="*/ 22 w 588"/>
              <a:gd name="T9" fmla="*/ 1 h 242"/>
              <a:gd name="T10" fmla="*/ 0 w 588"/>
              <a:gd name="T11" fmla="*/ 2 h 242"/>
              <a:gd name="T12" fmla="*/ 1 w 588"/>
              <a:gd name="T13" fmla="*/ 16 h 242"/>
              <a:gd name="T14" fmla="*/ 84 w 588"/>
              <a:gd name="T15" fmla="*/ 171 h 242"/>
              <a:gd name="T16" fmla="*/ 293 w 588"/>
              <a:gd name="T17" fmla="*/ 241 h 242"/>
              <a:gd name="T18" fmla="*/ 490 w 588"/>
              <a:gd name="T19" fmla="*/ 180 h 242"/>
              <a:gd name="T20" fmla="*/ 583 w 588"/>
              <a:gd name="T21" fmla="*/ 39 h 242"/>
              <a:gd name="T22" fmla="*/ 580 w 588"/>
              <a:gd name="T23" fmla="*/ 8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8" h="242">
                <a:moveTo>
                  <a:pt x="580" y="8"/>
                </a:moveTo>
                <a:cubicBezTo>
                  <a:pt x="573" y="0"/>
                  <a:pt x="562" y="0"/>
                  <a:pt x="551" y="0"/>
                </a:cubicBezTo>
                <a:lnTo>
                  <a:pt x="367" y="0"/>
                </a:lnTo>
                <a:lnTo>
                  <a:pt x="39" y="0"/>
                </a:lnTo>
                <a:cubicBezTo>
                  <a:pt x="34" y="0"/>
                  <a:pt x="28" y="0"/>
                  <a:pt x="22" y="1"/>
                </a:cubicBezTo>
                <a:lnTo>
                  <a:pt x="0" y="2"/>
                </a:lnTo>
                <a:lnTo>
                  <a:pt x="1" y="16"/>
                </a:lnTo>
                <a:cubicBezTo>
                  <a:pt x="5" y="79"/>
                  <a:pt x="32" y="130"/>
                  <a:pt x="84" y="171"/>
                </a:cubicBezTo>
                <a:cubicBezTo>
                  <a:pt x="140" y="216"/>
                  <a:pt x="214" y="241"/>
                  <a:pt x="293" y="241"/>
                </a:cubicBezTo>
                <a:cubicBezTo>
                  <a:pt x="366" y="241"/>
                  <a:pt x="436" y="219"/>
                  <a:pt x="490" y="180"/>
                </a:cubicBezTo>
                <a:cubicBezTo>
                  <a:pt x="543" y="142"/>
                  <a:pt x="573" y="96"/>
                  <a:pt x="583" y="39"/>
                </a:cubicBezTo>
                <a:cubicBezTo>
                  <a:pt x="585" y="27"/>
                  <a:pt x="587" y="16"/>
                  <a:pt x="580" y="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8E704837-68DF-4513-8725-1387A2C75F4D}"/>
              </a:ext>
            </a:extLst>
          </p:cNvPr>
          <p:cNvSpPr/>
          <p:nvPr/>
        </p:nvSpPr>
        <p:spPr>
          <a:xfrm>
            <a:off x="4562536" y="4796236"/>
            <a:ext cx="667512" cy="6675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5" name="Freeform 41">
            <a:extLst>
              <a:ext uri="{FF2B5EF4-FFF2-40B4-BE49-F238E27FC236}">
                <a16:creationId xmlns:a16="http://schemas.microsoft.com/office/drawing/2014/main" xmlns="" id="{82F6A4C6-3AA1-4534-A58E-0AF0799E3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640" y="4997404"/>
            <a:ext cx="265176" cy="265176"/>
          </a:xfrm>
          <a:custGeom>
            <a:avLst/>
            <a:gdLst>
              <a:gd name="T0" fmla="*/ 583 w 1166"/>
              <a:gd name="T1" fmla="*/ 1049 h 1165"/>
              <a:gd name="T2" fmla="*/ 1050 w 1166"/>
              <a:gd name="T3" fmla="*/ 582 h 1165"/>
              <a:gd name="T4" fmla="*/ 1031 w 1166"/>
              <a:gd name="T5" fmla="*/ 451 h 1165"/>
              <a:gd name="T6" fmla="*/ 900 w 1166"/>
              <a:gd name="T7" fmla="*/ 465 h 1165"/>
              <a:gd name="T8" fmla="*/ 424 w 1166"/>
              <a:gd name="T9" fmla="*/ 219 h 1165"/>
              <a:gd name="T10" fmla="*/ 118 w 1166"/>
              <a:gd name="T11" fmla="*/ 533 h 1165"/>
              <a:gd name="T12" fmla="*/ 115 w 1166"/>
              <a:gd name="T13" fmla="*/ 582 h 1165"/>
              <a:gd name="T14" fmla="*/ 583 w 1166"/>
              <a:gd name="T15" fmla="*/ 1049 h 1165"/>
              <a:gd name="T16" fmla="*/ 583 w 1166"/>
              <a:gd name="T17" fmla="*/ 0 h 1165"/>
              <a:gd name="T18" fmla="*/ 1165 w 1166"/>
              <a:gd name="T19" fmla="*/ 582 h 1165"/>
              <a:gd name="T20" fmla="*/ 583 w 1166"/>
              <a:gd name="T21" fmla="*/ 1164 h 1165"/>
              <a:gd name="T22" fmla="*/ 0 w 1166"/>
              <a:gd name="T23" fmla="*/ 582 h 1165"/>
              <a:gd name="T24" fmla="*/ 583 w 1166"/>
              <a:gd name="T25" fmla="*/ 0 h 1165"/>
              <a:gd name="T26" fmla="*/ 758 w 1166"/>
              <a:gd name="T27" fmla="*/ 569 h 1165"/>
              <a:gd name="T28" fmla="*/ 831 w 1166"/>
              <a:gd name="T29" fmla="*/ 639 h 1165"/>
              <a:gd name="T30" fmla="*/ 758 w 1166"/>
              <a:gd name="T31" fmla="*/ 713 h 1165"/>
              <a:gd name="T32" fmla="*/ 684 w 1166"/>
              <a:gd name="T33" fmla="*/ 639 h 1165"/>
              <a:gd name="T34" fmla="*/ 758 w 1166"/>
              <a:gd name="T35" fmla="*/ 569 h 1165"/>
              <a:gd name="T36" fmla="*/ 408 w 1166"/>
              <a:gd name="T37" fmla="*/ 569 h 1165"/>
              <a:gd name="T38" fmla="*/ 481 w 1166"/>
              <a:gd name="T39" fmla="*/ 639 h 1165"/>
              <a:gd name="T40" fmla="*/ 408 w 1166"/>
              <a:gd name="T41" fmla="*/ 713 h 1165"/>
              <a:gd name="T42" fmla="*/ 334 w 1166"/>
              <a:gd name="T43" fmla="*/ 639 h 1165"/>
              <a:gd name="T44" fmla="*/ 408 w 1166"/>
              <a:gd name="T45" fmla="*/ 56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583" y="1049"/>
                </a:moveTo>
                <a:cubicBezTo>
                  <a:pt x="840" y="1049"/>
                  <a:pt x="1050" y="838"/>
                  <a:pt x="1050" y="582"/>
                </a:cubicBezTo>
                <a:cubicBezTo>
                  <a:pt x="1050" y="536"/>
                  <a:pt x="1042" y="492"/>
                  <a:pt x="1031" y="451"/>
                </a:cubicBezTo>
                <a:cubicBezTo>
                  <a:pt x="990" y="462"/>
                  <a:pt x="946" y="465"/>
                  <a:pt x="900" y="465"/>
                </a:cubicBezTo>
                <a:cubicBezTo>
                  <a:pt x="703" y="465"/>
                  <a:pt x="531" y="369"/>
                  <a:pt x="424" y="219"/>
                </a:cubicBezTo>
                <a:cubicBezTo>
                  <a:pt x="367" y="358"/>
                  <a:pt x="254" y="473"/>
                  <a:pt x="118" y="533"/>
                </a:cubicBezTo>
                <a:cubicBezTo>
                  <a:pt x="115" y="550"/>
                  <a:pt x="115" y="566"/>
                  <a:pt x="115" y="582"/>
                </a:cubicBezTo>
                <a:cubicBezTo>
                  <a:pt x="115" y="838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6" y="1164"/>
                  <a:pt x="583" y="1164"/>
                </a:cubicBezTo>
                <a:cubicBezTo>
                  <a:pt x="261" y="1164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  <a:moveTo>
                  <a:pt x="758" y="569"/>
                </a:moveTo>
                <a:cubicBezTo>
                  <a:pt x="799" y="569"/>
                  <a:pt x="831" y="599"/>
                  <a:pt x="831" y="639"/>
                </a:cubicBezTo>
                <a:cubicBezTo>
                  <a:pt x="831" y="680"/>
                  <a:pt x="799" y="713"/>
                  <a:pt x="758" y="713"/>
                </a:cubicBezTo>
                <a:cubicBezTo>
                  <a:pt x="717" y="713"/>
                  <a:pt x="684" y="680"/>
                  <a:pt x="684" y="639"/>
                </a:cubicBezTo>
                <a:cubicBezTo>
                  <a:pt x="684" y="599"/>
                  <a:pt x="717" y="569"/>
                  <a:pt x="758" y="569"/>
                </a:cubicBezTo>
                <a:close/>
                <a:moveTo>
                  <a:pt x="408" y="569"/>
                </a:moveTo>
                <a:cubicBezTo>
                  <a:pt x="449" y="569"/>
                  <a:pt x="481" y="599"/>
                  <a:pt x="481" y="639"/>
                </a:cubicBezTo>
                <a:cubicBezTo>
                  <a:pt x="481" y="680"/>
                  <a:pt x="449" y="713"/>
                  <a:pt x="408" y="713"/>
                </a:cubicBezTo>
                <a:cubicBezTo>
                  <a:pt x="367" y="713"/>
                  <a:pt x="334" y="680"/>
                  <a:pt x="334" y="639"/>
                </a:cubicBezTo>
                <a:cubicBezTo>
                  <a:pt x="334" y="599"/>
                  <a:pt x="367" y="569"/>
                  <a:pt x="408" y="5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31B56519-C256-48D3-AA24-0755A6B9A997}"/>
              </a:ext>
            </a:extLst>
          </p:cNvPr>
          <p:cNvCxnSpPr>
            <a:cxnSpLocks/>
          </p:cNvCxnSpPr>
          <p:nvPr/>
        </p:nvCxnSpPr>
        <p:spPr>
          <a:xfrm>
            <a:off x="3580946" y="5129992"/>
            <a:ext cx="720000" cy="0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reeform 2">
            <a:extLst>
              <a:ext uri="{FF2B5EF4-FFF2-40B4-BE49-F238E27FC236}">
                <a16:creationId xmlns:a16="http://schemas.microsoft.com/office/drawing/2014/main" xmlns="" id="{9FF93D03-1E49-4E57-84F0-5A348107B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07" y="2654456"/>
            <a:ext cx="303571" cy="333929"/>
          </a:xfrm>
          <a:custGeom>
            <a:avLst/>
            <a:gdLst>
              <a:gd name="T0" fmla="*/ 343 w 398"/>
              <a:gd name="T1" fmla="*/ 301 h 437"/>
              <a:gd name="T2" fmla="*/ 386 w 398"/>
              <a:gd name="T3" fmla="*/ 259 h 437"/>
              <a:gd name="T4" fmla="*/ 362 w 398"/>
              <a:gd name="T5" fmla="*/ 193 h 437"/>
              <a:gd name="T6" fmla="*/ 252 w 398"/>
              <a:gd name="T7" fmla="*/ 31 h 437"/>
              <a:gd name="T8" fmla="*/ 200 w 398"/>
              <a:gd name="T9" fmla="*/ 4 h 437"/>
              <a:gd name="T10" fmla="*/ 179 w 398"/>
              <a:gd name="T11" fmla="*/ 6 h 437"/>
              <a:gd name="T12" fmla="*/ 42 w 398"/>
              <a:gd name="T13" fmla="*/ 195 h 437"/>
              <a:gd name="T14" fmla="*/ 11 w 398"/>
              <a:gd name="T15" fmla="*/ 251 h 437"/>
              <a:gd name="T16" fmla="*/ 56 w 398"/>
              <a:gd name="T17" fmla="*/ 301 h 437"/>
              <a:gd name="T18" fmla="*/ 61 w 398"/>
              <a:gd name="T19" fmla="*/ 322 h 437"/>
              <a:gd name="T20" fmla="*/ 193 w 398"/>
              <a:gd name="T21" fmla="*/ 436 h 437"/>
              <a:gd name="T22" fmla="*/ 200 w 398"/>
              <a:gd name="T23" fmla="*/ 436 h 437"/>
              <a:gd name="T24" fmla="*/ 218 w 398"/>
              <a:gd name="T25" fmla="*/ 434 h 437"/>
              <a:gd name="T26" fmla="*/ 343 w 398"/>
              <a:gd name="T27" fmla="*/ 301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8" h="437">
                <a:moveTo>
                  <a:pt x="343" y="301"/>
                </a:moveTo>
                <a:cubicBezTo>
                  <a:pt x="364" y="303"/>
                  <a:pt x="378" y="288"/>
                  <a:pt x="386" y="259"/>
                </a:cubicBezTo>
                <a:cubicBezTo>
                  <a:pt x="395" y="218"/>
                  <a:pt x="397" y="191"/>
                  <a:pt x="362" y="193"/>
                </a:cubicBezTo>
                <a:cubicBezTo>
                  <a:pt x="370" y="91"/>
                  <a:pt x="355" y="29"/>
                  <a:pt x="252" y="31"/>
                </a:cubicBezTo>
                <a:cubicBezTo>
                  <a:pt x="247" y="8"/>
                  <a:pt x="231" y="0"/>
                  <a:pt x="200" y="4"/>
                </a:cubicBezTo>
                <a:cubicBezTo>
                  <a:pt x="193" y="4"/>
                  <a:pt x="187" y="6"/>
                  <a:pt x="179" y="6"/>
                </a:cubicBezTo>
                <a:cubicBezTo>
                  <a:pt x="75" y="31"/>
                  <a:pt x="17" y="85"/>
                  <a:pt x="42" y="195"/>
                </a:cubicBezTo>
                <a:cubicBezTo>
                  <a:pt x="13" y="189"/>
                  <a:pt x="0" y="205"/>
                  <a:pt x="11" y="251"/>
                </a:cubicBezTo>
                <a:cubicBezTo>
                  <a:pt x="17" y="290"/>
                  <a:pt x="34" y="305"/>
                  <a:pt x="56" y="301"/>
                </a:cubicBezTo>
                <a:cubicBezTo>
                  <a:pt x="59" y="307"/>
                  <a:pt x="59" y="315"/>
                  <a:pt x="61" y="322"/>
                </a:cubicBezTo>
                <a:cubicBezTo>
                  <a:pt x="79" y="384"/>
                  <a:pt x="135" y="425"/>
                  <a:pt x="193" y="436"/>
                </a:cubicBezTo>
                <a:cubicBezTo>
                  <a:pt x="196" y="436"/>
                  <a:pt x="198" y="436"/>
                  <a:pt x="200" y="436"/>
                </a:cubicBezTo>
                <a:cubicBezTo>
                  <a:pt x="206" y="436"/>
                  <a:pt x="212" y="436"/>
                  <a:pt x="218" y="434"/>
                </a:cubicBezTo>
                <a:cubicBezTo>
                  <a:pt x="295" y="411"/>
                  <a:pt x="330" y="353"/>
                  <a:pt x="343" y="30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Freeform 3">
            <a:extLst>
              <a:ext uri="{FF2B5EF4-FFF2-40B4-BE49-F238E27FC236}">
                <a16:creationId xmlns:a16="http://schemas.microsoft.com/office/drawing/2014/main" xmlns="" id="{C3CDB490-0B1D-4EE2-8FE2-79E1D59FB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681" y="3018739"/>
            <a:ext cx="1153568" cy="927577"/>
          </a:xfrm>
          <a:custGeom>
            <a:avLst/>
            <a:gdLst>
              <a:gd name="T0" fmla="*/ 1505 w 1506"/>
              <a:gd name="T1" fmla="*/ 214 h 1211"/>
              <a:gd name="T2" fmla="*/ 1464 w 1506"/>
              <a:gd name="T3" fmla="*/ 158 h 1211"/>
              <a:gd name="T4" fmla="*/ 884 w 1506"/>
              <a:gd name="T5" fmla="*/ 0 h 1211"/>
              <a:gd name="T6" fmla="*/ 876 w 1506"/>
              <a:gd name="T7" fmla="*/ 4 h 1211"/>
              <a:gd name="T8" fmla="*/ 752 w 1506"/>
              <a:gd name="T9" fmla="*/ 347 h 1211"/>
              <a:gd name="T10" fmla="*/ 627 w 1506"/>
              <a:gd name="T11" fmla="*/ 4 h 1211"/>
              <a:gd name="T12" fmla="*/ 619 w 1506"/>
              <a:gd name="T13" fmla="*/ 0 h 1211"/>
              <a:gd name="T14" fmla="*/ 42 w 1506"/>
              <a:gd name="T15" fmla="*/ 158 h 1211"/>
              <a:gd name="T16" fmla="*/ 0 w 1506"/>
              <a:gd name="T17" fmla="*/ 214 h 1211"/>
              <a:gd name="T18" fmla="*/ 56 w 1506"/>
              <a:gd name="T19" fmla="*/ 272 h 1211"/>
              <a:gd name="T20" fmla="*/ 488 w 1506"/>
              <a:gd name="T21" fmla="*/ 278 h 1211"/>
              <a:gd name="T22" fmla="*/ 573 w 1506"/>
              <a:gd name="T23" fmla="*/ 1117 h 1211"/>
              <a:gd name="T24" fmla="*/ 677 w 1506"/>
              <a:gd name="T25" fmla="*/ 1210 h 1211"/>
              <a:gd name="T26" fmla="*/ 835 w 1506"/>
              <a:gd name="T27" fmla="*/ 1210 h 1211"/>
              <a:gd name="T28" fmla="*/ 938 w 1506"/>
              <a:gd name="T29" fmla="*/ 1117 h 1211"/>
              <a:gd name="T30" fmla="*/ 1021 w 1506"/>
              <a:gd name="T31" fmla="*/ 278 h 1211"/>
              <a:gd name="T32" fmla="*/ 1453 w 1506"/>
              <a:gd name="T33" fmla="*/ 272 h 1211"/>
              <a:gd name="T34" fmla="*/ 1505 w 1506"/>
              <a:gd name="T35" fmla="*/ 214 h 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506" h="1211">
                <a:moveTo>
                  <a:pt x="1505" y="214"/>
                </a:moveTo>
                <a:cubicBezTo>
                  <a:pt x="1505" y="187"/>
                  <a:pt x="1488" y="164"/>
                  <a:pt x="1464" y="158"/>
                </a:cubicBezTo>
                <a:lnTo>
                  <a:pt x="884" y="0"/>
                </a:lnTo>
                <a:cubicBezTo>
                  <a:pt x="882" y="0"/>
                  <a:pt x="878" y="0"/>
                  <a:pt x="876" y="4"/>
                </a:cubicBezTo>
                <a:lnTo>
                  <a:pt x="752" y="347"/>
                </a:lnTo>
                <a:lnTo>
                  <a:pt x="627" y="4"/>
                </a:lnTo>
                <a:cubicBezTo>
                  <a:pt x="625" y="2"/>
                  <a:pt x="623" y="0"/>
                  <a:pt x="619" y="0"/>
                </a:cubicBezTo>
                <a:lnTo>
                  <a:pt x="42" y="158"/>
                </a:lnTo>
                <a:cubicBezTo>
                  <a:pt x="17" y="164"/>
                  <a:pt x="0" y="187"/>
                  <a:pt x="0" y="214"/>
                </a:cubicBezTo>
                <a:cubicBezTo>
                  <a:pt x="0" y="245"/>
                  <a:pt x="25" y="272"/>
                  <a:pt x="56" y="272"/>
                </a:cubicBezTo>
                <a:lnTo>
                  <a:pt x="488" y="278"/>
                </a:lnTo>
                <a:lnTo>
                  <a:pt x="573" y="1117"/>
                </a:lnTo>
                <a:cubicBezTo>
                  <a:pt x="579" y="1171"/>
                  <a:pt x="623" y="1210"/>
                  <a:pt x="677" y="1210"/>
                </a:cubicBezTo>
                <a:lnTo>
                  <a:pt x="835" y="1210"/>
                </a:lnTo>
                <a:cubicBezTo>
                  <a:pt x="889" y="1210"/>
                  <a:pt x="932" y="1169"/>
                  <a:pt x="938" y="1117"/>
                </a:cubicBezTo>
                <a:lnTo>
                  <a:pt x="1021" y="278"/>
                </a:lnTo>
                <a:lnTo>
                  <a:pt x="1453" y="272"/>
                </a:lnTo>
                <a:cubicBezTo>
                  <a:pt x="1480" y="272"/>
                  <a:pt x="1505" y="245"/>
                  <a:pt x="1505" y="214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Freeform 4">
            <a:extLst>
              <a:ext uri="{FF2B5EF4-FFF2-40B4-BE49-F238E27FC236}">
                <a16:creationId xmlns:a16="http://schemas.microsoft.com/office/drawing/2014/main" xmlns="" id="{3B0B6644-CDF5-4E56-9FBC-4C80F5BC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744" y="3578658"/>
            <a:ext cx="387897" cy="118055"/>
          </a:xfrm>
          <a:custGeom>
            <a:avLst/>
            <a:gdLst>
              <a:gd name="T0" fmla="*/ 486 w 506"/>
              <a:gd name="T1" fmla="*/ 0 h 153"/>
              <a:gd name="T2" fmla="*/ 19 w 506"/>
              <a:gd name="T3" fmla="*/ 0 h 153"/>
              <a:gd name="T4" fmla="*/ 6 w 506"/>
              <a:gd name="T5" fmla="*/ 23 h 153"/>
              <a:gd name="T6" fmla="*/ 251 w 506"/>
              <a:gd name="T7" fmla="*/ 152 h 153"/>
              <a:gd name="T8" fmla="*/ 496 w 506"/>
              <a:gd name="T9" fmla="*/ 23 h 153"/>
              <a:gd name="T10" fmla="*/ 486 w 506"/>
              <a:gd name="T11" fmla="*/ 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6" h="153">
                <a:moveTo>
                  <a:pt x="486" y="0"/>
                </a:moveTo>
                <a:lnTo>
                  <a:pt x="19" y="0"/>
                </a:lnTo>
                <a:cubicBezTo>
                  <a:pt x="6" y="0"/>
                  <a:pt x="0" y="12"/>
                  <a:pt x="6" y="23"/>
                </a:cubicBezTo>
                <a:cubicBezTo>
                  <a:pt x="60" y="100"/>
                  <a:pt x="150" y="152"/>
                  <a:pt x="251" y="152"/>
                </a:cubicBezTo>
                <a:cubicBezTo>
                  <a:pt x="353" y="152"/>
                  <a:pt x="442" y="102"/>
                  <a:pt x="496" y="23"/>
                </a:cubicBezTo>
                <a:cubicBezTo>
                  <a:pt x="505" y="15"/>
                  <a:pt x="498" y="0"/>
                  <a:pt x="486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Freeform 5">
            <a:extLst>
              <a:ext uri="{FF2B5EF4-FFF2-40B4-BE49-F238E27FC236}">
                <a16:creationId xmlns:a16="http://schemas.microsoft.com/office/drawing/2014/main" xmlns="" id="{94C37EE8-51DB-42C9-8C4F-0311346F4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169" y="3578658"/>
            <a:ext cx="387897" cy="118055"/>
          </a:xfrm>
          <a:custGeom>
            <a:avLst/>
            <a:gdLst>
              <a:gd name="T0" fmla="*/ 486 w 506"/>
              <a:gd name="T1" fmla="*/ 0 h 153"/>
              <a:gd name="T2" fmla="*/ 19 w 506"/>
              <a:gd name="T3" fmla="*/ 0 h 153"/>
              <a:gd name="T4" fmla="*/ 7 w 506"/>
              <a:gd name="T5" fmla="*/ 23 h 153"/>
              <a:gd name="T6" fmla="*/ 252 w 506"/>
              <a:gd name="T7" fmla="*/ 152 h 153"/>
              <a:gd name="T8" fmla="*/ 496 w 506"/>
              <a:gd name="T9" fmla="*/ 23 h 153"/>
              <a:gd name="T10" fmla="*/ 486 w 506"/>
              <a:gd name="T11" fmla="*/ 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6" h="153">
                <a:moveTo>
                  <a:pt x="486" y="0"/>
                </a:moveTo>
                <a:lnTo>
                  <a:pt x="19" y="0"/>
                </a:lnTo>
                <a:cubicBezTo>
                  <a:pt x="7" y="0"/>
                  <a:pt x="0" y="12"/>
                  <a:pt x="7" y="23"/>
                </a:cubicBezTo>
                <a:cubicBezTo>
                  <a:pt x="61" y="100"/>
                  <a:pt x="150" y="152"/>
                  <a:pt x="252" y="152"/>
                </a:cubicBezTo>
                <a:cubicBezTo>
                  <a:pt x="353" y="152"/>
                  <a:pt x="443" y="102"/>
                  <a:pt x="496" y="23"/>
                </a:cubicBezTo>
                <a:cubicBezTo>
                  <a:pt x="505" y="15"/>
                  <a:pt x="496" y="0"/>
                  <a:pt x="486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Freeform 6">
            <a:extLst>
              <a:ext uri="{FF2B5EF4-FFF2-40B4-BE49-F238E27FC236}">
                <a16:creationId xmlns:a16="http://schemas.microsoft.com/office/drawing/2014/main" xmlns="" id="{7FF016A7-9A14-4DAC-8052-F53DA9059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998" y="3275088"/>
            <a:ext cx="401388" cy="279960"/>
          </a:xfrm>
          <a:custGeom>
            <a:avLst/>
            <a:gdLst>
              <a:gd name="T0" fmla="*/ 512 w 526"/>
              <a:gd name="T1" fmla="*/ 313 h 366"/>
              <a:gd name="T2" fmla="*/ 492 w 526"/>
              <a:gd name="T3" fmla="*/ 313 h 366"/>
              <a:gd name="T4" fmla="*/ 278 w 526"/>
              <a:gd name="T5" fmla="*/ 8 h 366"/>
              <a:gd name="T6" fmla="*/ 263 w 526"/>
              <a:gd name="T7" fmla="*/ 0 h 366"/>
              <a:gd name="T8" fmla="*/ 263 w 526"/>
              <a:gd name="T9" fmla="*/ 0 h 366"/>
              <a:gd name="T10" fmla="*/ 249 w 526"/>
              <a:gd name="T11" fmla="*/ 8 h 366"/>
              <a:gd name="T12" fmla="*/ 35 w 526"/>
              <a:gd name="T13" fmla="*/ 313 h 366"/>
              <a:gd name="T14" fmla="*/ 12 w 526"/>
              <a:gd name="T15" fmla="*/ 313 h 366"/>
              <a:gd name="T16" fmla="*/ 0 w 526"/>
              <a:gd name="T17" fmla="*/ 325 h 366"/>
              <a:gd name="T18" fmla="*/ 0 w 526"/>
              <a:gd name="T19" fmla="*/ 352 h 366"/>
              <a:gd name="T20" fmla="*/ 12 w 526"/>
              <a:gd name="T21" fmla="*/ 365 h 366"/>
              <a:gd name="T22" fmla="*/ 512 w 526"/>
              <a:gd name="T23" fmla="*/ 365 h 366"/>
              <a:gd name="T24" fmla="*/ 525 w 526"/>
              <a:gd name="T25" fmla="*/ 352 h 366"/>
              <a:gd name="T26" fmla="*/ 525 w 526"/>
              <a:gd name="T27" fmla="*/ 325 h 366"/>
              <a:gd name="T28" fmla="*/ 512 w 526"/>
              <a:gd name="T29" fmla="*/ 313 h 366"/>
              <a:gd name="T30" fmla="*/ 79 w 526"/>
              <a:gd name="T31" fmla="*/ 313 h 366"/>
              <a:gd name="T32" fmla="*/ 263 w 526"/>
              <a:gd name="T33" fmla="*/ 51 h 366"/>
              <a:gd name="T34" fmla="*/ 450 w 526"/>
              <a:gd name="T35" fmla="*/ 313 h 366"/>
              <a:gd name="T36" fmla="*/ 79 w 526"/>
              <a:gd name="T37" fmla="*/ 313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6" h="366">
                <a:moveTo>
                  <a:pt x="512" y="313"/>
                </a:moveTo>
                <a:lnTo>
                  <a:pt x="492" y="313"/>
                </a:lnTo>
                <a:lnTo>
                  <a:pt x="278" y="8"/>
                </a:lnTo>
                <a:cubicBezTo>
                  <a:pt x="274" y="4"/>
                  <a:pt x="270" y="0"/>
                  <a:pt x="263" y="0"/>
                </a:cubicBezTo>
                <a:lnTo>
                  <a:pt x="263" y="0"/>
                </a:lnTo>
                <a:cubicBezTo>
                  <a:pt x="257" y="0"/>
                  <a:pt x="251" y="2"/>
                  <a:pt x="249" y="8"/>
                </a:cubicBezTo>
                <a:lnTo>
                  <a:pt x="35" y="313"/>
                </a:lnTo>
                <a:lnTo>
                  <a:pt x="12" y="313"/>
                </a:lnTo>
                <a:cubicBezTo>
                  <a:pt x="6" y="313"/>
                  <a:pt x="0" y="319"/>
                  <a:pt x="0" y="325"/>
                </a:cubicBezTo>
                <a:lnTo>
                  <a:pt x="0" y="352"/>
                </a:lnTo>
                <a:cubicBezTo>
                  <a:pt x="0" y="359"/>
                  <a:pt x="6" y="365"/>
                  <a:pt x="12" y="365"/>
                </a:cubicBezTo>
                <a:lnTo>
                  <a:pt x="512" y="365"/>
                </a:lnTo>
                <a:cubicBezTo>
                  <a:pt x="519" y="365"/>
                  <a:pt x="525" y="359"/>
                  <a:pt x="525" y="352"/>
                </a:cubicBezTo>
                <a:lnTo>
                  <a:pt x="525" y="325"/>
                </a:lnTo>
                <a:cubicBezTo>
                  <a:pt x="525" y="319"/>
                  <a:pt x="521" y="313"/>
                  <a:pt x="512" y="313"/>
                </a:cubicBezTo>
                <a:close/>
                <a:moveTo>
                  <a:pt x="79" y="313"/>
                </a:moveTo>
                <a:lnTo>
                  <a:pt x="263" y="51"/>
                </a:lnTo>
                <a:lnTo>
                  <a:pt x="450" y="313"/>
                </a:lnTo>
                <a:lnTo>
                  <a:pt x="79" y="3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Freeform 7">
            <a:extLst>
              <a:ext uri="{FF2B5EF4-FFF2-40B4-BE49-F238E27FC236}">
                <a16:creationId xmlns:a16="http://schemas.microsoft.com/office/drawing/2014/main" xmlns="" id="{5539AC65-0C44-4AF7-8656-1C926EB50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052" y="3275088"/>
            <a:ext cx="404761" cy="279960"/>
          </a:xfrm>
          <a:custGeom>
            <a:avLst/>
            <a:gdLst>
              <a:gd name="T0" fmla="*/ 515 w 528"/>
              <a:gd name="T1" fmla="*/ 313 h 366"/>
              <a:gd name="T2" fmla="*/ 494 w 528"/>
              <a:gd name="T3" fmla="*/ 313 h 366"/>
              <a:gd name="T4" fmla="*/ 278 w 528"/>
              <a:gd name="T5" fmla="*/ 8 h 366"/>
              <a:gd name="T6" fmla="*/ 264 w 528"/>
              <a:gd name="T7" fmla="*/ 0 h 366"/>
              <a:gd name="T8" fmla="*/ 264 w 528"/>
              <a:gd name="T9" fmla="*/ 0 h 366"/>
              <a:gd name="T10" fmla="*/ 249 w 528"/>
              <a:gd name="T11" fmla="*/ 8 h 366"/>
              <a:gd name="T12" fmla="*/ 35 w 528"/>
              <a:gd name="T13" fmla="*/ 313 h 366"/>
              <a:gd name="T14" fmla="*/ 12 w 528"/>
              <a:gd name="T15" fmla="*/ 313 h 366"/>
              <a:gd name="T16" fmla="*/ 0 w 528"/>
              <a:gd name="T17" fmla="*/ 325 h 366"/>
              <a:gd name="T18" fmla="*/ 0 w 528"/>
              <a:gd name="T19" fmla="*/ 352 h 366"/>
              <a:gd name="T20" fmla="*/ 12 w 528"/>
              <a:gd name="T21" fmla="*/ 365 h 366"/>
              <a:gd name="T22" fmla="*/ 513 w 528"/>
              <a:gd name="T23" fmla="*/ 365 h 366"/>
              <a:gd name="T24" fmla="*/ 525 w 528"/>
              <a:gd name="T25" fmla="*/ 352 h 366"/>
              <a:gd name="T26" fmla="*/ 525 w 528"/>
              <a:gd name="T27" fmla="*/ 325 h 366"/>
              <a:gd name="T28" fmla="*/ 515 w 528"/>
              <a:gd name="T29" fmla="*/ 313 h 366"/>
              <a:gd name="T30" fmla="*/ 81 w 528"/>
              <a:gd name="T31" fmla="*/ 313 h 366"/>
              <a:gd name="T32" fmla="*/ 264 w 528"/>
              <a:gd name="T33" fmla="*/ 51 h 366"/>
              <a:gd name="T34" fmla="*/ 450 w 528"/>
              <a:gd name="T35" fmla="*/ 313 h 366"/>
              <a:gd name="T36" fmla="*/ 81 w 528"/>
              <a:gd name="T37" fmla="*/ 313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8" h="366">
                <a:moveTo>
                  <a:pt x="515" y="313"/>
                </a:moveTo>
                <a:lnTo>
                  <a:pt x="494" y="313"/>
                </a:lnTo>
                <a:lnTo>
                  <a:pt x="278" y="8"/>
                </a:lnTo>
                <a:cubicBezTo>
                  <a:pt x="274" y="4"/>
                  <a:pt x="270" y="0"/>
                  <a:pt x="264" y="0"/>
                </a:cubicBezTo>
                <a:lnTo>
                  <a:pt x="264" y="0"/>
                </a:lnTo>
                <a:cubicBezTo>
                  <a:pt x="257" y="0"/>
                  <a:pt x="251" y="2"/>
                  <a:pt x="249" y="8"/>
                </a:cubicBezTo>
                <a:lnTo>
                  <a:pt x="35" y="313"/>
                </a:lnTo>
                <a:lnTo>
                  <a:pt x="12" y="313"/>
                </a:lnTo>
                <a:cubicBezTo>
                  <a:pt x="6" y="313"/>
                  <a:pt x="0" y="319"/>
                  <a:pt x="0" y="325"/>
                </a:cubicBezTo>
                <a:lnTo>
                  <a:pt x="0" y="352"/>
                </a:lnTo>
                <a:cubicBezTo>
                  <a:pt x="0" y="359"/>
                  <a:pt x="6" y="365"/>
                  <a:pt x="12" y="365"/>
                </a:cubicBezTo>
                <a:lnTo>
                  <a:pt x="513" y="365"/>
                </a:lnTo>
                <a:cubicBezTo>
                  <a:pt x="519" y="365"/>
                  <a:pt x="525" y="359"/>
                  <a:pt x="525" y="352"/>
                </a:cubicBezTo>
                <a:lnTo>
                  <a:pt x="525" y="325"/>
                </a:lnTo>
                <a:cubicBezTo>
                  <a:pt x="527" y="319"/>
                  <a:pt x="521" y="313"/>
                  <a:pt x="515" y="313"/>
                </a:cubicBezTo>
                <a:close/>
                <a:moveTo>
                  <a:pt x="81" y="313"/>
                </a:moveTo>
                <a:lnTo>
                  <a:pt x="264" y="51"/>
                </a:lnTo>
                <a:lnTo>
                  <a:pt x="450" y="313"/>
                </a:lnTo>
                <a:lnTo>
                  <a:pt x="81" y="3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Freeform 8">
            <a:extLst>
              <a:ext uri="{FF2B5EF4-FFF2-40B4-BE49-F238E27FC236}">
                <a16:creationId xmlns:a16="http://schemas.microsoft.com/office/drawing/2014/main" xmlns="" id="{19497D32-6541-4B20-9D3E-A8DE1868D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497" y="3005248"/>
            <a:ext cx="97816" cy="205754"/>
          </a:xfrm>
          <a:custGeom>
            <a:avLst/>
            <a:gdLst>
              <a:gd name="T0" fmla="*/ 65 w 130"/>
              <a:gd name="T1" fmla="*/ 0 h 270"/>
              <a:gd name="T2" fmla="*/ 65 w 130"/>
              <a:gd name="T3" fmla="*/ 0 h 270"/>
              <a:gd name="T4" fmla="*/ 44 w 130"/>
              <a:gd name="T5" fmla="*/ 81 h 270"/>
              <a:gd name="T6" fmla="*/ 46 w 130"/>
              <a:gd name="T7" fmla="*/ 89 h 270"/>
              <a:gd name="T8" fmla="*/ 25 w 130"/>
              <a:gd name="T9" fmla="*/ 132 h 270"/>
              <a:gd name="T10" fmla="*/ 25 w 130"/>
              <a:gd name="T11" fmla="*/ 141 h 270"/>
              <a:gd name="T12" fmla="*/ 31 w 130"/>
              <a:gd name="T13" fmla="*/ 159 h 270"/>
              <a:gd name="T14" fmla="*/ 31 w 130"/>
              <a:gd name="T15" fmla="*/ 162 h 270"/>
              <a:gd name="T16" fmla="*/ 54 w 130"/>
              <a:gd name="T17" fmla="*/ 234 h 270"/>
              <a:gd name="T18" fmla="*/ 54 w 130"/>
              <a:gd name="T19" fmla="*/ 236 h 270"/>
              <a:gd name="T20" fmla="*/ 65 w 130"/>
              <a:gd name="T21" fmla="*/ 267 h 270"/>
              <a:gd name="T22" fmla="*/ 67 w 130"/>
              <a:gd name="T23" fmla="*/ 267 h 270"/>
              <a:gd name="T24" fmla="*/ 77 w 130"/>
              <a:gd name="T25" fmla="*/ 236 h 270"/>
              <a:gd name="T26" fmla="*/ 77 w 130"/>
              <a:gd name="T27" fmla="*/ 234 h 270"/>
              <a:gd name="T28" fmla="*/ 100 w 130"/>
              <a:gd name="T29" fmla="*/ 162 h 270"/>
              <a:gd name="T30" fmla="*/ 100 w 130"/>
              <a:gd name="T31" fmla="*/ 159 h 270"/>
              <a:gd name="T32" fmla="*/ 104 w 130"/>
              <a:gd name="T33" fmla="*/ 145 h 270"/>
              <a:gd name="T34" fmla="*/ 104 w 130"/>
              <a:gd name="T35" fmla="*/ 137 h 270"/>
              <a:gd name="T36" fmla="*/ 79 w 130"/>
              <a:gd name="T37" fmla="*/ 91 h 270"/>
              <a:gd name="T38" fmla="*/ 81 w 130"/>
              <a:gd name="T39" fmla="*/ 83 h 270"/>
              <a:gd name="T40" fmla="*/ 65 w 130"/>
              <a:gd name="T41" fmla="*/ 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0" h="270">
                <a:moveTo>
                  <a:pt x="65" y="0"/>
                </a:moveTo>
                <a:lnTo>
                  <a:pt x="65" y="0"/>
                </a:lnTo>
                <a:cubicBezTo>
                  <a:pt x="19" y="4"/>
                  <a:pt x="0" y="39"/>
                  <a:pt x="44" y="81"/>
                </a:cubicBezTo>
                <a:cubicBezTo>
                  <a:pt x="46" y="83"/>
                  <a:pt x="46" y="85"/>
                  <a:pt x="46" y="89"/>
                </a:cubicBezTo>
                <a:lnTo>
                  <a:pt x="25" y="132"/>
                </a:lnTo>
                <a:cubicBezTo>
                  <a:pt x="23" y="135"/>
                  <a:pt x="23" y="139"/>
                  <a:pt x="25" y="141"/>
                </a:cubicBezTo>
                <a:lnTo>
                  <a:pt x="31" y="159"/>
                </a:lnTo>
                <a:lnTo>
                  <a:pt x="31" y="162"/>
                </a:lnTo>
                <a:cubicBezTo>
                  <a:pt x="40" y="188"/>
                  <a:pt x="48" y="215"/>
                  <a:pt x="54" y="234"/>
                </a:cubicBezTo>
                <a:lnTo>
                  <a:pt x="54" y="236"/>
                </a:lnTo>
                <a:lnTo>
                  <a:pt x="65" y="267"/>
                </a:lnTo>
                <a:cubicBezTo>
                  <a:pt x="65" y="269"/>
                  <a:pt x="67" y="269"/>
                  <a:pt x="67" y="267"/>
                </a:cubicBezTo>
                <a:lnTo>
                  <a:pt x="77" y="236"/>
                </a:lnTo>
                <a:lnTo>
                  <a:pt x="77" y="234"/>
                </a:lnTo>
                <a:cubicBezTo>
                  <a:pt x="83" y="215"/>
                  <a:pt x="92" y="188"/>
                  <a:pt x="100" y="162"/>
                </a:cubicBezTo>
                <a:cubicBezTo>
                  <a:pt x="100" y="162"/>
                  <a:pt x="100" y="162"/>
                  <a:pt x="100" y="159"/>
                </a:cubicBezTo>
                <a:lnTo>
                  <a:pt x="104" y="145"/>
                </a:lnTo>
                <a:cubicBezTo>
                  <a:pt x="104" y="143"/>
                  <a:pt x="104" y="139"/>
                  <a:pt x="104" y="137"/>
                </a:cubicBezTo>
                <a:lnTo>
                  <a:pt x="79" y="91"/>
                </a:lnTo>
                <a:cubicBezTo>
                  <a:pt x="77" y="89"/>
                  <a:pt x="79" y="85"/>
                  <a:pt x="81" y="83"/>
                </a:cubicBezTo>
                <a:cubicBezTo>
                  <a:pt x="129" y="37"/>
                  <a:pt x="110" y="2"/>
                  <a:pt x="65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5C2B07EF-A5EF-444B-94E5-2C74C54095BB}"/>
              </a:ext>
            </a:extLst>
          </p:cNvPr>
          <p:cNvSpPr/>
          <p:nvPr/>
        </p:nvSpPr>
        <p:spPr>
          <a:xfrm>
            <a:off x="4562536" y="2966630"/>
            <a:ext cx="667512" cy="66751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3" name="Freeform 59">
            <a:extLst>
              <a:ext uri="{FF2B5EF4-FFF2-40B4-BE49-F238E27FC236}">
                <a16:creationId xmlns:a16="http://schemas.microsoft.com/office/drawing/2014/main" xmlns="" id="{B3BD665E-4FD5-4D4D-9D4B-64696C777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63768" y="3166893"/>
            <a:ext cx="265048" cy="266986"/>
          </a:xfrm>
          <a:custGeom>
            <a:avLst/>
            <a:gdLst>
              <a:gd name="T0" fmla="*/ 582 w 1165"/>
              <a:gd name="T1" fmla="*/ 1057 h 1173"/>
              <a:gd name="T2" fmla="*/ 989 w 1165"/>
              <a:gd name="T3" fmla="*/ 647 h 1173"/>
              <a:gd name="T4" fmla="*/ 582 w 1165"/>
              <a:gd name="T5" fmla="*/ 241 h 1173"/>
              <a:gd name="T6" fmla="*/ 174 w 1165"/>
              <a:gd name="T7" fmla="*/ 647 h 1173"/>
              <a:gd name="T8" fmla="*/ 582 w 1165"/>
              <a:gd name="T9" fmla="*/ 1057 h 1173"/>
              <a:gd name="T10" fmla="*/ 582 w 1165"/>
              <a:gd name="T11" fmla="*/ 123 h 1173"/>
              <a:gd name="T12" fmla="*/ 1106 w 1165"/>
              <a:gd name="T13" fmla="*/ 647 h 1173"/>
              <a:gd name="T14" fmla="*/ 582 w 1165"/>
              <a:gd name="T15" fmla="*/ 1172 h 1173"/>
              <a:gd name="T16" fmla="*/ 57 w 1165"/>
              <a:gd name="T17" fmla="*/ 647 h 1173"/>
              <a:gd name="T18" fmla="*/ 582 w 1165"/>
              <a:gd name="T19" fmla="*/ 123 h 1173"/>
              <a:gd name="T20" fmla="*/ 612 w 1165"/>
              <a:gd name="T21" fmla="*/ 358 h 1173"/>
              <a:gd name="T22" fmla="*/ 612 w 1165"/>
              <a:gd name="T23" fmla="*/ 664 h 1173"/>
              <a:gd name="T24" fmla="*/ 844 w 1165"/>
              <a:gd name="T25" fmla="*/ 800 h 1173"/>
              <a:gd name="T26" fmla="*/ 800 w 1165"/>
              <a:gd name="T27" fmla="*/ 871 h 1173"/>
              <a:gd name="T28" fmla="*/ 524 w 1165"/>
              <a:gd name="T29" fmla="*/ 707 h 1173"/>
              <a:gd name="T30" fmla="*/ 524 w 1165"/>
              <a:gd name="T31" fmla="*/ 358 h 1173"/>
              <a:gd name="T32" fmla="*/ 612 w 1165"/>
              <a:gd name="T33" fmla="*/ 358 h 1173"/>
              <a:gd name="T34" fmla="*/ 341 w 1165"/>
              <a:gd name="T35" fmla="*/ 88 h 1173"/>
              <a:gd name="T36" fmla="*/ 73 w 1165"/>
              <a:gd name="T37" fmla="*/ 312 h 1173"/>
              <a:gd name="T38" fmla="*/ 0 w 1165"/>
              <a:gd name="T39" fmla="*/ 225 h 1173"/>
              <a:gd name="T40" fmla="*/ 267 w 1165"/>
              <a:gd name="T41" fmla="*/ 0 h 1173"/>
              <a:gd name="T42" fmla="*/ 341 w 1165"/>
              <a:gd name="T43" fmla="*/ 88 h 1173"/>
              <a:gd name="T44" fmla="*/ 1164 w 1165"/>
              <a:gd name="T45" fmla="*/ 225 h 1173"/>
              <a:gd name="T46" fmla="*/ 1090 w 1165"/>
              <a:gd name="T47" fmla="*/ 315 h 1173"/>
              <a:gd name="T48" fmla="*/ 822 w 1165"/>
              <a:gd name="T49" fmla="*/ 88 h 1173"/>
              <a:gd name="T50" fmla="*/ 896 w 1165"/>
              <a:gd name="T51" fmla="*/ 1 h 1173"/>
              <a:gd name="T52" fmla="*/ 1164 w 1165"/>
              <a:gd name="T53" fmla="*/ 225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73">
                <a:moveTo>
                  <a:pt x="582" y="1057"/>
                </a:moveTo>
                <a:cubicBezTo>
                  <a:pt x="808" y="1057"/>
                  <a:pt x="989" y="874"/>
                  <a:pt x="989" y="647"/>
                </a:cubicBezTo>
                <a:cubicBezTo>
                  <a:pt x="989" y="421"/>
                  <a:pt x="809" y="241"/>
                  <a:pt x="582" y="241"/>
                </a:cubicBezTo>
                <a:cubicBezTo>
                  <a:pt x="356" y="241"/>
                  <a:pt x="174" y="421"/>
                  <a:pt x="174" y="647"/>
                </a:cubicBezTo>
                <a:cubicBezTo>
                  <a:pt x="174" y="874"/>
                  <a:pt x="355" y="1057"/>
                  <a:pt x="582" y="1057"/>
                </a:cubicBezTo>
                <a:close/>
                <a:moveTo>
                  <a:pt x="582" y="123"/>
                </a:moveTo>
                <a:cubicBezTo>
                  <a:pt x="871" y="123"/>
                  <a:pt x="1106" y="358"/>
                  <a:pt x="1106" y="647"/>
                </a:cubicBezTo>
                <a:cubicBezTo>
                  <a:pt x="1106" y="937"/>
                  <a:pt x="872" y="1172"/>
                  <a:pt x="582" y="1172"/>
                </a:cubicBezTo>
                <a:cubicBezTo>
                  <a:pt x="293" y="1172"/>
                  <a:pt x="57" y="937"/>
                  <a:pt x="57" y="647"/>
                </a:cubicBezTo>
                <a:cubicBezTo>
                  <a:pt x="57" y="358"/>
                  <a:pt x="292" y="123"/>
                  <a:pt x="582" y="123"/>
                </a:cubicBezTo>
                <a:close/>
                <a:moveTo>
                  <a:pt x="612" y="358"/>
                </a:moveTo>
                <a:lnTo>
                  <a:pt x="612" y="664"/>
                </a:lnTo>
                <a:lnTo>
                  <a:pt x="844" y="800"/>
                </a:lnTo>
                <a:lnTo>
                  <a:pt x="800" y="871"/>
                </a:lnTo>
                <a:lnTo>
                  <a:pt x="524" y="707"/>
                </a:lnTo>
                <a:lnTo>
                  <a:pt x="524" y="358"/>
                </a:lnTo>
                <a:lnTo>
                  <a:pt x="612" y="358"/>
                </a:lnTo>
                <a:close/>
                <a:moveTo>
                  <a:pt x="341" y="88"/>
                </a:moveTo>
                <a:lnTo>
                  <a:pt x="73" y="312"/>
                </a:lnTo>
                <a:lnTo>
                  <a:pt x="0" y="225"/>
                </a:lnTo>
                <a:lnTo>
                  <a:pt x="267" y="0"/>
                </a:lnTo>
                <a:lnTo>
                  <a:pt x="341" y="88"/>
                </a:lnTo>
                <a:close/>
                <a:moveTo>
                  <a:pt x="1164" y="225"/>
                </a:moveTo>
                <a:lnTo>
                  <a:pt x="1090" y="315"/>
                </a:lnTo>
                <a:lnTo>
                  <a:pt x="822" y="88"/>
                </a:lnTo>
                <a:lnTo>
                  <a:pt x="896" y="1"/>
                </a:lnTo>
                <a:lnTo>
                  <a:pt x="1164" y="2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1AF65CF-FC6D-469D-ABC7-E75059834848}"/>
              </a:ext>
            </a:extLst>
          </p:cNvPr>
          <p:cNvCxnSpPr>
            <a:cxnSpLocks/>
          </p:cNvCxnSpPr>
          <p:nvPr/>
        </p:nvCxnSpPr>
        <p:spPr>
          <a:xfrm>
            <a:off x="3580946" y="3300386"/>
            <a:ext cx="720000" cy="0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5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95F4B8-6E64-4D8D-B8C8-C5220E4FB4D3}"/>
              </a:ext>
            </a:extLst>
          </p:cNvPr>
          <p:cNvSpPr/>
          <p:nvPr/>
        </p:nvSpPr>
        <p:spPr>
          <a:xfrm>
            <a:off x="-3708" y="0"/>
            <a:ext cx="323338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5F85893-C50A-470E-9AB6-48DA9DC414E1}"/>
              </a:ext>
            </a:extLst>
          </p:cNvPr>
          <p:cNvSpPr txBox="1"/>
          <p:nvPr/>
        </p:nvSpPr>
        <p:spPr>
          <a:xfrm>
            <a:off x="6215988" y="1179139"/>
            <a:ext cx="4775041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The International Law Firm For Business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98D5107-FC1B-4987-A065-4B5C4CE1F6A5}"/>
              </a:ext>
            </a:extLst>
          </p:cNvPr>
          <p:cNvSpPr txBox="1"/>
          <p:nvPr/>
        </p:nvSpPr>
        <p:spPr>
          <a:xfrm>
            <a:off x="6215987" y="2309072"/>
            <a:ext cx="47750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Insurance Law Expertise...It's Our Policy</a:t>
            </a:r>
          </a:p>
        </p:txBody>
      </p:sp>
      <p:sp>
        <p:nvSpPr>
          <p:cNvPr id="16" name="7 CuadroTexto">
            <a:extLst>
              <a:ext uri="{FF2B5EF4-FFF2-40B4-BE49-F238E27FC236}">
                <a16:creationId xmlns:a16="http://schemas.microsoft.com/office/drawing/2014/main" xmlns="" id="{CABCA061-928E-4A2D-98EC-572EC1BEF47F}"/>
              </a:ext>
            </a:extLst>
          </p:cNvPr>
          <p:cNvSpPr txBox="1"/>
          <p:nvPr/>
        </p:nvSpPr>
        <p:spPr>
          <a:xfrm>
            <a:off x="6215987" y="2631070"/>
            <a:ext cx="4775043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Completely pursue scalable charity event to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bes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 success administrate empowered markets via plug-and-play networks. Standards in web readiness.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Energistically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 scale future-proof core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reliable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xmlns="" id="{CF58ADB2-9B0A-4B75-A0FA-403693D42C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4366808"/>
              </p:ext>
            </p:extLst>
          </p:nvPr>
        </p:nvGraphicFramePr>
        <p:xfrm>
          <a:off x="6215987" y="3753804"/>
          <a:ext cx="1930947" cy="1925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xmlns="" id="{A48F352F-5740-47C7-A7F2-3907ABF9D3E0}"/>
              </a:ext>
            </a:extLst>
          </p:cNvPr>
          <p:cNvSpPr/>
          <p:nvPr/>
        </p:nvSpPr>
        <p:spPr>
          <a:xfrm>
            <a:off x="6358500" y="3893372"/>
            <a:ext cx="1645920" cy="1645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27E0F67-7B84-47A6-ABD3-BCF6396EFC16}"/>
              </a:ext>
            </a:extLst>
          </p:cNvPr>
          <p:cNvSpPr/>
          <p:nvPr/>
        </p:nvSpPr>
        <p:spPr>
          <a:xfrm>
            <a:off x="7648755" y="3918616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2BCDEF3-C6FC-4AF1-AB19-FA8CC902CD8C}"/>
              </a:ext>
            </a:extLst>
          </p:cNvPr>
          <p:cNvSpPr txBox="1"/>
          <p:nvPr/>
        </p:nvSpPr>
        <p:spPr>
          <a:xfrm>
            <a:off x="9793499" y="4430240"/>
            <a:ext cx="988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Sales  Items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73D1652-09D7-4A56-957F-D96BF445EB3F}"/>
              </a:ext>
            </a:extLst>
          </p:cNvPr>
          <p:cNvSpPr txBox="1"/>
          <p:nvPr/>
        </p:nvSpPr>
        <p:spPr>
          <a:xfrm>
            <a:off x="9793499" y="4122463"/>
            <a:ext cx="9889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427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2943DED-F2A1-4EA0-85B7-1E6BD232D010}"/>
              </a:ext>
            </a:extLst>
          </p:cNvPr>
          <p:cNvSpPr txBox="1"/>
          <p:nvPr/>
        </p:nvSpPr>
        <p:spPr>
          <a:xfrm>
            <a:off x="8600803" y="4430240"/>
            <a:ext cx="9889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Complete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6CC60E5-BC12-4372-9B62-7E581823F4F5}"/>
              </a:ext>
            </a:extLst>
          </p:cNvPr>
          <p:cNvSpPr txBox="1"/>
          <p:nvPr/>
        </p:nvSpPr>
        <p:spPr>
          <a:xfrm>
            <a:off x="8600803" y="4122463"/>
            <a:ext cx="9889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%86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50398CB-DFF8-4F44-A31F-77E0F690A4FA}"/>
              </a:ext>
            </a:extLst>
          </p:cNvPr>
          <p:cNvSpPr txBox="1"/>
          <p:nvPr/>
        </p:nvSpPr>
        <p:spPr>
          <a:xfrm>
            <a:off x="8600803" y="4879315"/>
            <a:ext cx="15605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$750,650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5D8D3A6-A981-40EE-BE81-4106325D4F9C}"/>
              </a:ext>
            </a:extLst>
          </p:cNvPr>
          <p:cNvSpPr txBox="1"/>
          <p:nvPr/>
        </p:nvSpPr>
        <p:spPr>
          <a:xfrm>
            <a:off x="10161361" y="5094758"/>
            <a:ext cx="82966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INCOME</a:t>
            </a:r>
          </a:p>
        </p:txBody>
      </p:sp>
      <p:sp>
        <p:nvSpPr>
          <p:cNvPr id="26" name="Freeform 1">
            <a:extLst>
              <a:ext uri="{FF2B5EF4-FFF2-40B4-BE49-F238E27FC236}">
                <a16:creationId xmlns:a16="http://schemas.microsoft.com/office/drawing/2014/main" xmlns="" id="{4AFFBB36-2C46-463E-B268-29DE70373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022" y="1179139"/>
            <a:ext cx="1871717" cy="969804"/>
          </a:xfrm>
          <a:custGeom>
            <a:avLst/>
            <a:gdLst>
              <a:gd name="T0" fmla="*/ 426 w 853"/>
              <a:gd name="T1" fmla="*/ 0 h 440"/>
              <a:gd name="T2" fmla="*/ 85 w 853"/>
              <a:gd name="T3" fmla="*/ 142 h 440"/>
              <a:gd name="T4" fmla="*/ 0 w 853"/>
              <a:gd name="T5" fmla="*/ 312 h 440"/>
              <a:gd name="T6" fmla="*/ 104 w 853"/>
              <a:gd name="T7" fmla="*/ 439 h 440"/>
              <a:gd name="T8" fmla="*/ 114 w 853"/>
              <a:gd name="T9" fmla="*/ 432 h 440"/>
              <a:gd name="T10" fmla="*/ 178 w 853"/>
              <a:gd name="T11" fmla="*/ 395 h 440"/>
              <a:gd name="T12" fmla="*/ 318 w 853"/>
              <a:gd name="T13" fmla="*/ 349 h 440"/>
              <a:gd name="T14" fmla="*/ 313 w 853"/>
              <a:gd name="T15" fmla="*/ 268 h 440"/>
              <a:gd name="T16" fmla="*/ 426 w 853"/>
              <a:gd name="T17" fmla="*/ 213 h 440"/>
              <a:gd name="T18" fmla="*/ 540 w 853"/>
              <a:gd name="T19" fmla="*/ 268 h 440"/>
              <a:gd name="T20" fmla="*/ 534 w 853"/>
              <a:gd name="T21" fmla="*/ 348 h 440"/>
              <a:gd name="T22" fmla="*/ 678 w 853"/>
              <a:gd name="T23" fmla="*/ 395 h 440"/>
              <a:gd name="T24" fmla="*/ 742 w 853"/>
              <a:gd name="T25" fmla="*/ 431 h 440"/>
              <a:gd name="T26" fmla="*/ 749 w 853"/>
              <a:gd name="T27" fmla="*/ 438 h 440"/>
              <a:gd name="T28" fmla="*/ 852 w 853"/>
              <a:gd name="T29" fmla="*/ 312 h 440"/>
              <a:gd name="T30" fmla="*/ 767 w 853"/>
              <a:gd name="T31" fmla="*/ 142 h 440"/>
              <a:gd name="T32" fmla="*/ 426 w 853"/>
              <a:gd name="T33" fmla="*/ 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53" h="440">
                <a:moveTo>
                  <a:pt x="426" y="0"/>
                </a:moveTo>
                <a:lnTo>
                  <a:pt x="85" y="142"/>
                </a:lnTo>
                <a:lnTo>
                  <a:pt x="0" y="312"/>
                </a:lnTo>
                <a:lnTo>
                  <a:pt x="104" y="439"/>
                </a:lnTo>
                <a:cubicBezTo>
                  <a:pt x="107" y="437"/>
                  <a:pt x="110" y="434"/>
                  <a:pt x="114" y="432"/>
                </a:cubicBezTo>
                <a:cubicBezTo>
                  <a:pt x="131" y="419"/>
                  <a:pt x="153" y="407"/>
                  <a:pt x="178" y="395"/>
                </a:cubicBezTo>
                <a:cubicBezTo>
                  <a:pt x="220" y="376"/>
                  <a:pt x="271" y="359"/>
                  <a:pt x="318" y="349"/>
                </a:cubicBezTo>
                <a:cubicBezTo>
                  <a:pt x="314" y="326"/>
                  <a:pt x="313" y="299"/>
                  <a:pt x="313" y="268"/>
                </a:cubicBezTo>
                <a:lnTo>
                  <a:pt x="426" y="213"/>
                </a:lnTo>
                <a:lnTo>
                  <a:pt x="540" y="268"/>
                </a:lnTo>
                <a:cubicBezTo>
                  <a:pt x="540" y="299"/>
                  <a:pt x="538" y="325"/>
                  <a:pt x="534" y="348"/>
                </a:cubicBezTo>
                <a:cubicBezTo>
                  <a:pt x="583" y="358"/>
                  <a:pt x="634" y="375"/>
                  <a:pt x="678" y="395"/>
                </a:cubicBezTo>
                <a:cubicBezTo>
                  <a:pt x="702" y="407"/>
                  <a:pt x="724" y="419"/>
                  <a:pt x="742" y="431"/>
                </a:cubicBezTo>
                <a:cubicBezTo>
                  <a:pt x="744" y="434"/>
                  <a:pt x="747" y="436"/>
                  <a:pt x="749" y="438"/>
                </a:cubicBezTo>
                <a:lnTo>
                  <a:pt x="852" y="312"/>
                </a:lnTo>
                <a:lnTo>
                  <a:pt x="767" y="142"/>
                </a:lnTo>
                <a:lnTo>
                  <a:pt x="426" y="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xmlns="" id="{C73DDADB-AA3A-4CD6-B1F2-ACE7648E6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5263" y="2071359"/>
            <a:ext cx="1309238" cy="368525"/>
          </a:xfrm>
          <a:custGeom>
            <a:avLst/>
            <a:gdLst>
              <a:gd name="T0" fmla="*/ 388 w 597"/>
              <a:gd name="T1" fmla="*/ 0 h 166"/>
              <a:gd name="T2" fmla="*/ 298 w 597"/>
              <a:gd name="T3" fmla="*/ 80 h 166"/>
              <a:gd name="T4" fmla="*/ 209 w 597"/>
              <a:gd name="T5" fmla="*/ 0 h 166"/>
              <a:gd name="T6" fmla="*/ 74 w 597"/>
              <a:gd name="T7" fmla="*/ 44 h 166"/>
              <a:gd name="T8" fmla="*/ 19 w 597"/>
              <a:gd name="T9" fmla="*/ 75 h 166"/>
              <a:gd name="T10" fmla="*/ 0 w 597"/>
              <a:gd name="T11" fmla="*/ 93 h 166"/>
              <a:gd name="T12" fmla="*/ 0 w 597"/>
              <a:gd name="T13" fmla="*/ 165 h 166"/>
              <a:gd name="T14" fmla="*/ 596 w 597"/>
              <a:gd name="T15" fmla="*/ 165 h 166"/>
              <a:gd name="T16" fmla="*/ 596 w 597"/>
              <a:gd name="T17" fmla="*/ 89 h 166"/>
              <a:gd name="T18" fmla="*/ 580 w 597"/>
              <a:gd name="T19" fmla="*/ 75 h 166"/>
              <a:gd name="T20" fmla="*/ 526 w 597"/>
              <a:gd name="T21" fmla="*/ 44 h 166"/>
              <a:gd name="T22" fmla="*/ 388 w 597"/>
              <a:gd name="T23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97" h="166">
                <a:moveTo>
                  <a:pt x="388" y="0"/>
                </a:moveTo>
                <a:cubicBezTo>
                  <a:pt x="372" y="30"/>
                  <a:pt x="344" y="54"/>
                  <a:pt x="298" y="80"/>
                </a:cubicBezTo>
                <a:cubicBezTo>
                  <a:pt x="252" y="54"/>
                  <a:pt x="225" y="30"/>
                  <a:pt x="209" y="0"/>
                </a:cubicBezTo>
                <a:cubicBezTo>
                  <a:pt x="165" y="9"/>
                  <a:pt x="114" y="25"/>
                  <a:pt x="74" y="44"/>
                </a:cubicBezTo>
                <a:cubicBezTo>
                  <a:pt x="52" y="54"/>
                  <a:pt x="32" y="65"/>
                  <a:pt x="19" y="75"/>
                </a:cubicBezTo>
                <a:cubicBezTo>
                  <a:pt x="6" y="84"/>
                  <a:pt x="0" y="93"/>
                  <a:pt x="0" y="93"/>
                </a:cubicBezTo>
                <a:lnTo>
                  <a:pt x="0" y="165"/>
                </a:lnTo>
                <a:lnTo>
                  <a:pt x="596" y="165"/>
                </a:lnTo>
                <a:lnTo>
                  <a:pt x="596" y="89"/>
                </a:lnTo>
                <a:cubicBezTo>
                  <a:pt x="593" y="86"/>
                  <a:pt x="589" y="81"/>
                  <a:pt x="580" y="75"/>
                </a:cubicBezTo>
                <a:cubicBezTo>
                  <a:pt x="567" y="65"/>
                  <a:pt x="548" y="54"/>
                  <a:pt x="526" y="44"/>
                </a:cubicBezTo>
                <a:cubicBezTo>
                  <a:pt x="484" y="24"/>
                  <a:pt x="433" y="8"/>
                  <a:pt x="388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xmlns="" id="{64AB15F1-C2EF-4FEF-9B94-261C149D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916" y="3690930"/>
            <a:ext cx="1629272" cy="1115277"/>
          </a:xfrm>
          <a:custGeom>
            <a:avLst/>
            <a:gdLst>
              <a:gd name="T0" fmla="*/ 277 w 739"/>
              <a:gd name="T1" fmla="*/ 0 h 509"/>
              <a:gd name="T2" fmla="*/ 93 w 739"/>
              <a:gd name="T3" fmla="*/ 342 h 509"/>
              <a:gd name="T4" fmla="*/ 0 w 739"/>
              <a:gd name="T5" fmla="*/ 227 h 509"/>
              <a:gd name="T6" fmla="*/ 0 w 739"/>
              <a:gd name="T7" fmla="*/ 508 h 509"/>
              <a:gd name="T8" fmla="*/ 157 w 739"/>
              <a:gd name="T9" fmla="*/ 508 h 509"/>
              <a:gd name="T10" fmla="*/ 156 w 739"/>
              <a:gd name="T11" fmla="*/ 377 h 509"/>
              <a:gd name="T12" fmla="*/ 383 w 739"/>
              <a:gd name="T13" fmla="*/ 377 h 509"/>
              <a:gd name="T14" fmla="*/ 383 w 739"/>
              <a:gd name="T15" fmla="*/ 508 h 509"/>
              <a:gd name="T16" fmla="*/ 738 w 739"/>
              <a:gd name="T17" fmla="*/ 508 h 509"/>
              <a:gd name="T18" fmla="*/ 679 w 739"/>
              <a:gd name="T19" fmla="*/ 279 h 509"/>
              <a:gd name="T20" fmla="*/ 540 w 739"/>
              <a:gd name="T21" fmla="*/ 83 h 509"/>
              <a:gd name="T22" fmla="*/ 488 w 739"/>
              <a:gd name="T23" fmla="*/ 210 h 509"/>
              <a:gd name="T24" fmla="*/ 346 w 739"/>
              <a:gd name="T25" fmla="*/ 153 h 509"/>
              <a:gd name="T26" fmla="*/ 398 w 739"/>
              <a:gd name="T27" fmla="*/ 26 h 509"/>
              <a:gd name="T28" fmla="*/ 277 w 739"/>
              <a:gd name="T29" fmla="*/ 0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39" h="509">
                <a:moveTo>
                  <a:pt x="277" y="0"/>
                </a:moveTo>
                <a:lnTo>
                  <a:pt x="93" y="342"/>
                </a:lnTo>
                <a:lnTo>
                  <a:pt x="0" y="227"/>
                </a:lnTo>
                <a:lnTo>
                  <a:pt x="0" y="508"/>
                </a:lnTo>
                <a:lnTo>
                  <a:pt x="157" y="508"/>
                </a:lnTo>
                <a:lnTo>
                  <a:pt x="156" y="377"/>
                </a:lnTo>
                <a:lnTo>
                  <a:pt x="383" y="377"/>
                </a:lnTo>
                <a:lnTo>
                  <a:pt x="383" y="508"/>
                </a:lnTo>
                <a:lnTo>
                  <a:pt x="738" y="508"/>
                </a:lnTo>
                <a:lnTo>
                  <a:pt x="679" y="279"/>
                </a:lnTo>
                <a:cubicBezTo>
                  <a:pt x="658" y="198"/>
                  <a:pt x="608" y="129"/>
                  <a:pt x="540" y="83"/>
                </a:cubicBezTo>
                <a:lnTo>
                  <a:pt x="488" y="210"/>
                </a:lnTo>
                <a:lnTo>
                  <a:pt x="346" y="153"/>
                </a:lnTo>
                <a:lnTo>
                  <a:pt x="398" y="26"/>
                </a:lnTo>
                <a:lnTo>
                  <a:pt x="277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xmlns="" id="{2DF96776-D90A-4865-9557-E0B297EFF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270" y="3710321"/>
            <a:ext cx="1629272" cy="1095881"/>
          </a:xfrm>
          <a:custGeom>
            <a:avLst/>
            <a:gdLst>
              <a:gd name="T0" fmla="*/ 461 w 740"/>
              <a:gd name="T1" fmla="*/ 0 h 500"/>
              <a:gd name="T2" fmla="*/ 341 w 740"/>
              <a:gd name="T3" fmla="*/ 18 h 500"/>
              <a:gd name="T4" fmla="*/ 392 w 740"/>
              <a:gd name="T5" fmla="*/ 144 h 500"/>
              <a:gd name="T6" fmla="*/ 250 w 740"/>
              <a:gd name="T7" fmla="*/ 201 h 500"/>
              <a:gd name="T8" fmla="*/ 198 w 740"/>
              <a:gd name="T9" fmla="*/ 74 h 500"/>
              <a:gd name="T10" fmla="*/ 59 w 740"/>
              <a:gd name="T11" fmla="*/ 270 h 500"/>
              <a:gd name="T12" fmla="*/ 0 w 740"/>
              <a:gd name="T13" fmla="*/ 499 h 500"/>
              <a:gd name="T14" fmla="*/ 739 w 740"/>
              <a:gd name="T15" fmla="*/ 499 h 500"/>
              <a:gd name="T16" fmla="*/ 739 w 740"/>
              <a:gd name="T17" fmla="*/ 219 h 500"/>
              <a:gd name="T18" fmla="*/ 645 w 740"/>
              <a:gd name="T19" fmla="*/ 331 h 500"/>
              <a:gd name="T20" fmla="*/ 461 w 740"/>
              <a:gd name="T21" fmla="*/ 0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40" h="500">
                <a:moveTo>
                  <a:pt x="461" y="0"/>
                </a:moveTo>
                <a:lnTo>
                  <a:pt x="341" y="18"/>
                </a:lnTo>
                <a:lnTo>
                  <a:pt x="392" y="144"/>
                </a:lnTo>
                <a:lnTo>
                  <a:pt x="250" y="201"/>
                </a:lnTo>
                <a:lnTo>
                  <a:pt x="198" y="74"/>
                </a:lnTo>
                <a:cubicBezTo>
                  <a:pt x="131" y="120"/>
                  <a:pt x="80" y="189"/>
                  <a:pt x="59" y="270"/>
                </a:cubicBezTo>
                <a:lnTo>
                  <a:pt x="0" y="499"/>
                </a:lnTo>
                <a:lnTo>
                  <a:pt x="739" y="499"/>
                </a:lnTo>
                <a:lnTo>
                  <a:pt x="739" y="219"/>
                </a:lnTo>
                <a:lnTo>
                  <a:pt x="645" y="331"/>
                </a:lnTo>
                <a:lnTo>
                  <a:pt x="461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xmlns="" id="{C6A14ACB-7455-479A-82E1-C0784CC9F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244" y="3555158"/>
            <a:ext cx="1124968" cy="688565"/>
          </a:xfrm>
          <a:custGeom>
            <a:avLst/>
            <a:gdLst>
              <a:gd name="T0" fmla="*/ 143 w 513"/>
              <a:gd name="T1" fmla="*/ 313 h 314"/>
              <a:gd name="T2" fmla="*/ 0 w 513"/>
              <a:gd name="T3" fmla="*/ 57 h 314"/>
              <a:gd name="T4" fmla="*/ 86 w 513"/>
              <a:gd name="T5" fmla="*/ 0 h 314"/>
              <a:gd name="T6" fmla="*/ 257 w 513"/>
              <a:gd name="T7" fmla="*/ 175 h 314"/>
              <a:gd name="T8" fmla="*/ 427 w 513"/>
              <a:gd name="T9" fmla="*/ 0 h 314"/>
              <a:gd name="T10" fmla="*/ 512 w 513"/>
              <a:gd name="T11" fmla="*/ 57 h 314"/>
              <a:gd name="T12" fmla="*/ 370 w 513"/>
              <a:gd name="T13" fmla="*/ 313 h 314"/>
              <a:gd name="T14" fmla="*/ 257 w 513"/>
              <a:gd name="T15" fmla="*/ 175 h 314"/>
              <a:gd name="T16" fmla="*/ 143 w 513"/>
              <a:gd name="T17" fmla="*/ 313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13" h="314">
                <a:moveTo>
                  <a:pt x="143" y="313"/>
                </a:moveTo>
                <a:lnTo>
                  <a:pt x="0" y="57"/>
                </a:lnTo>
                <a:lnTo>
                  <a:pt x="86" y="0"/>
                </a:lnTo>
                <a:lnTo>
                  <a:pt x="257" y="175"/>
                </a:lnTo>
                <a:lnTo>
                  <a:pt x="427" y="0"/>
                </a:lnTo>
                <a:lnTo>
                  <a:pt x="512" y="57"/>
                </a:lnTo>
                <a:lnTo>
                  <a:pt x="370" y="313"/>
                </a:lnTo>
                <a:lnTo>
                  <a:pt x="257" y="175"/>
                </a:lnTo>
                <a:lnTo>
                  <a:pt x="143" y="31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xmlns="" id="{1A0E17BA-9BFC-4770-8DF2-1E9966AE6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66" y="2624143"/>
            <a:ext cx="1348031" cy="872823"/>
          </a:xfrm>
          <a:custGeom>
            <a:avLst/>
            <a:gdLst>
              <a:gd name="T0" fmla="*/ 606 w 614"/>
              <a:gd name="T1" fmla="*/ 0 h 399"/>
              <a:gd name="T2" fmla="*/ 611 w 614"/>
              <a:gd name="T3" fmla="*/ 37 h 399"/>
              <a:gd name="T4" fmla="*/ 607 w 614"/>
              <a:gd name="T5" fmla="*/ 71 h 399"/>
              <a:gd name="T6" fmla="*/ 575 w 614"/>
              <a:gd name="T7" fmla="*/ 127 h 399"/>
              <a:gd name="T8" fmla="*/ 564 w 614"/>
              <a:gd name="T9" fmla="*/ 133 h 399"/>
              <a:gd name="T10" fmla="*/ 535 w 614"/>
              <a:gd name="T11" fmla="*/ 166 h 399"/>
              <a:gd name="T12" fmla="*/ 473 w 614"/>
              <a:gd name="T13" fmla="*/ 298 h 399"/>
              <a:gd name="T14" fmla="*/ 313 w 614"/>
              <a:gd name="T15" fmla="*/ 398 h 399"/>
              <a:gd name="T16" fmla="*/ 299 w 614"/>
              <a:gd name="T17" fmla="*/ 398 h 399"/>
              <a:gd name="T18" fmla="*/ 140 w 614"/>
              <a:gd name="T19" fmla="*/ 298 h 399"/>
              <a:gd name="T20" fmla="*/ 78 w 614"/>
              <a:gd name="T21" fmla="*/ 166 h 399"/>
              <a:gd name="T22" fmla="*/ 48 w 614"/>
              <a:gd name="T23" fmla="*/ 133 h 399"/>
              <a:gd name="T24" fmla="*/ 37 w 614"/>
              <a:gd name="T25" fmla="*/ 127 h 399"/>
              <a:gd name="T26" fmla="*/ 5 w 614"/>
              <a:gd name="T27" fmla="*/ 71 h 399"/>
              <a:gd name="T28" fmla="*/ 1 w 614"/>
              <a:gd name="T29" fmla="*/ 37 h 399"/>
              <a:gd name="T30" fmla="*/ 6 w 614"/>
              <a:gd name="T31" fmla="*/ 0 h 399"/>
              <a:gd name="T32" fmla="*/ 606 w 614"/>
              <a:gd name="T33" fmla="*/ 0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4" h="399">
                <a:moveTo>
                  <a:pt x="606" y="0"/>
                </a:moveTo>
                <a:cubicBezTo>
                  <a:pt x="611" y="12"/>
                  <a:pt x="613" y="24"/>
                  <a:pt x="611" y="37"/>
                </a:cubicBezTo>
                <a:lnTo>
                  <a:pt x="607" y="71"/>
                </a:lnTo>
                <a:cubicBezTo>
                  <a:pt x="605" y="94"/>
                  <a:pt x="595" y="115"/>
                  <a:pt x="575" y="127"/>
                </a:cubicBezTo>
                <a:lnTo>
                  <a:pt x="564" y="133"/>
                </a:lnTo>
                <a:cubicBezTo>
                  <a:pt x="551" y="141"/>
                  <a:pt x="541" y="152"/>
                  <a:pt x="535" y="166"/>
                </a:cubicBezTo>
                <a:lnTo>
                  <a:pt x="473" y="298"/>
                </a:lnTo>
                <a:cubicBezTo>
                  <a:pt x="444" y="359"/>
                  <a:pt x="382" y="398"/>
                  <a:pt x="313" y="398"/>
                </a:cubicBezTo>
                <a:lnTo>
                  <a:pt x="299" y="398"/>
                </a:lnTo>
                <a:cubicBezTo>
                  <a:pt x="231" y="398"/>
                  <a:pt x="169" y="359"/>
                  <a:pt x="140" y="298"/>
                </a:cubicBezTo>
                <a:lnTo>
                  <a:pt x="78" y="166"/>
                </a:lnTo>
                <a:cubicBezTo>
                  <a:pt x="71" y="152"/>
                  <a:pt x="61" y="141"/>
                  <a:pt x="48" y="133"/>
                </a:cubicBezTo>
                <a:lnTo>
                  <a:pt x="37" y="127"/>
                </a:lnTo>
                <a:cubicBezTo>
                  <a:pt x="17" y="115"/>
                  <a:pt x="8" y="94"/>
                  <a:pt x="5" y="71"/>
                </a:cubicBezTo>
                <a:lnTo>
                  <a:pt x="1" y="37"/>
                </a:lnTo>
                <a:cubicBezTo>
                  <a:pt x="0" y="24"/>
                  <a:pt x="2" y="12"/>
                  <a:pt x="6" y="0"/>
                </a:cubicBezTo>
                <a:lnTo>
                  <a:pt x="606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BECF1CD6-8E77-44EA-A112-D29004E896F4}"/>
              </a:ext>
            </a:extLst>
          </p:cNvPr>
          <p:cNvSpPr txBox="1"/>
          <p:nvPr/>
        </p:nvSpPr>
        <p:spPr>
          <a:xfrm>
            <a:off x="1949521" y="5540363"/>
            <a:ext cx="256032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WWW.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 ARKENA 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.COM</a:t>
            </a:r>
          </a:p>
        </p:txBody>
      </p:sp>
      <p:sp>
        <p:nvSpPr>
          <p:cNvPr id="32" name="Freeform 70">
            <a:extLst>
              <a:ext uri="{FF2B5EF4-FFF2-40B4-BE49-F238E27FC236}">
                <a16:creationId xmlns:a16="http://schemas.microsoft.com/office/drawing/2014/main" xmlns="" id="{A8CFBC38-EF6B-41DE-8D79-459DC05B1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917" y="4279649"/>
            <a:ext cx="527086" cy="873366"/>
          </a:xfrm>
          <a:custGeom>
            <a:avLst/>
            <a:gdLst>
              <a:gd name="T0" fmla="*/ 57 w 758"/>
              <a:gd name="T1" fmla="*/ 1255 h 1256"/>
              <a:gd name="T2" fmla="*/ 221 w 758"/>
              <a:gd name="T3" fmla="*/ 432 h 1256"/>
              <a:gd name="T4" fmla="*/ 117 w 758"/>
              <a:gd name="T5" fmla="*/ 473 h 1256"/>
              <a:gd name="T6" fmla="*/ 117 w 758"/>
              <a:gd name="T7" fmla="*/ 670 h 1256"/>
              <a:gd name="T8" fmla="*/ 0 w 758"/>
              <a:gd name="T9" fmla="*/ 670 h 1256"/>
              <a:gd name="T10" fmla="*/ 0 w 758"/>
              <a:gd name="T11" fmla="*/ 396 h 1256"/>
              <a:gd name="T12" fmla="*/ 303 w 758"/>
              <a:gd name="T13" fmla="*/ 268 h 1256"/>
              <a:gd name="T14" fmla="*/ 350 w 758"/>
              <a:gd name="T15" fmla="*/ 263 h 1256"/>
              <a:gd name="T16" fmla="*/ 448 w 758"/>
              <a:gd name="T17" fmla="*/ 320 h 1256"/>
              <a:gd name="T18" fmla="*/ 508 w 758"/>
              <a:gd name="T19" fmla="*/ 413 h 1256"/>
              <a:gd name="T20" fmla="*/ 757 w 758"/>
              <a:gd name="T21" fmla="*/ 555 h 1256"/>
              <a:gd name="T22" fmla="*/ 757 w 758"/>
              <a:gd name="T23" fmla="*/ 670 h 1256"/>
              <a:gd name="T24" fmla="*/ 437 w 758"/>
              <a:gd name="T25" fmla="*/ 525 h 1256"/>
              <a:gd name="T26" fmla="*/ 402 w 758"/>
              <a:gd name="T27" fmla="*/ 700 h 1256"/>
              <a:gd name="T28" fmla="*/ 525 w 758"/>
              <a:gd name="T29" fmla="*/ 818 h 1256"/>
              <a:gd name="T30" fmla="*/ 525 w 758"/>
              <a:gd name="T31" fmla="*/ 1255 h 1256"/>
              <a:gd name="T32" fmla="*/ 407 w 758"/>
              <a:gd name="T33" fmla="*/ 1255 h 1256"/>
              <a:gd name="T34" fmla="*/ 407 w 758"/>
              <a:gd name="T35" fmla="*/ 905 h 1256"/>
              <a:gd name="T36" fmla="*/ 287 w 758"/>
              <a:gd name="T37" fmla="*/ 787 h 1256"/>
              <a:gd name="T38" fmla="*/ 180 w 758"/>
              <a:gd name="T39" fmla="*/ 1255 h 1256"/>
              <a:gd name="T40" fmla="*/ 57 w 758"/>
              <a:gd name="T41" fmla="*/ 1255 h 1256"/>
              <a:gd name="T42" fmla="*/ 437 w 758"/>
              <a:gd name="T43" fmla="*/ 232 h 1256"/>
              <a:gd name="T44" fmla="*/ 320 w 758"/>
              <a:gd name="T45" fmla="*/ 118 h 1256"/>
              <a:gd name="T46" fmla="*/ 437 w 758"/>
              <a:gd name="T47" fmla="*/ 0 h 1256"/>
              <a:gd name="T48" fmla="*/ 555 w 758"/>
              <a:gd name="T49" fmla="*/ 118 h 1256"/>
              <a:gd name="T50" fmla="*/ 437 w 758"/>
              <a:gd name="T51" fmla="*/ 232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8" h="1256">
                <a:moveTo>
                  <a:pt x="57" y="1255"/>
                </a:moveTo>
                <a:lnTo>
                  <a:pt x="221" y="432"/>
                </a:lnTo>
                <a:lnTo>
                  <a:pt x="117" y="473"/>
                </a:lnTo>
                <a:lnTo>
                  <a:pt x="117" y="670"/>
                </a:lnTo>
                <a:lnTo>
                  <a:pt x="0" y="670"/>
                </a:lnTo>
                <a:lnTo>
                  <a:pt x="0" y="396"/>
                </a:lnTo>
                <a:lnTo>
                  <a:pt x="303" y="268"/>
                </a:lnTo>
                <a:cubicBezTo>
                  <a:pt x="320" y="268"/>
                  <a:pt x="333" y="263"/>
                  <a:pt x="350" y="263"/>
                </a:cubicBezTo>
                <a:cubicBezTo>
                  <a:pt x="391" y="263"/>
                  <a:pt x="424" y="284"/>
                  <a:pt x="448" y="320"/>
                </a:cubicBezTo>
                <a:lnTo>
                  <a:pt x="508" y="413"/>
                </a:lnTo>
                <a:cubicBezTo>
                  <a:pt x="555" y="495"/>
                  <a:pt x="645" y="555"/>
                  <a:pt x="757" y="555"/>
                </a:cubicBezTo>
                <a:lnTo>
                  <a:pt x="757" y="670"/>
                </a:lnTo>
                <a:cubicBezTo>
                  <a:pt x="629" y="670"/>
                  <a:pt x="514" y="612"/>
                  <a:pt x="437" y="525"/>
                </a:cubicBezTo>
                <a:lnTo>
                  <a:pt x="402" y="700"/>
                </a:lnTo>
                <a:lnTo>
                  <a:pt x="525" y="818"/>
                </a:lnTo>
                <a:lnTo>
                  <a:pt x="525" y="1255"/>
                </a:lnTo>
                <a:lnTo>
                  <a:pt x="407" y="1255"/>
                </a:lnTo>
                <a:lnTo>
                  <a:pt x="407" y="905"/>
                </a:lnTo>
                <a:lnTo>
                  <a:pt x="287" y="787"/>
                </a:lnTo>
                <a:lnTo>
                  <a:pt x="180" y="1255"/>
                </a:lnTo>
                <a:lnTo>
                  <a:pt x="57" y="1255"/>
                </a:lnTo>
                <a:close/>
                <a:moveTo>
                  <a:pt x="437" y="232"/>
                </a:moveTo>
                <a:cubicBezTo>
                  <a:pt x="374" y="232"/>
                  <a:pt x="320" y="181"/>
                  <a:pt x="320" y="118"/>
                </a:cubicBezTo>
                <a:cubicBezTo>
                  <a:pt x="320" y="55"/>
                  <a:pt x="374" y="0"/>
                  <a:pt x="437" y="0"/>
                </a:cubicBezTo>
                <a:cubicBezTo>
                  <a:pt x="500" y="0"/>
                  <a:pt x="555" y="55"/>
                  <a:pt x="555" y="118"/>
                </a:cubicBezTo>
                <a:cubicBezTo>
                  <a:pt x="555" y="181"/>
                  <a:pt x="500" y="232"/>
                  <a:pt x="437" y="2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6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9882578E-BA25-4387-9F33-A4636B723B63}"/>
              </a:ext>
            </a:extLst>
          </p:cNvPr>
          <p:cNvSpPr/>
          <p:nvPr/>
        </p:nvSpPr>
        <p:spPr>
          <a:xfrm>
            <a:off x="0" y="1697"/>
            <a:ext cx="4336444" cy="6856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8FB2308-5699-46D2-90DB-821CB625ED5D}"/>
              </a:ext>
            </a:extLst>
          </p:cNvPr>
          <p:cNvSpPr txBox="1"/>
          <p:nvPr/>
        </p:nvSpPr>
        <p:spPr>
          <a:xfrm>
            <a:off x="330808" y="980759"/>
            <a:ext cx="3674828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  <a:cs typeface="Open Sans Extrabold" panose="020B0906030804020204" pitchFamily="34" charset="0"/>
              </a:rPr>
              <a:t>Mobile Law Penetration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3868AD9-850C-4040-8B5C-B9EED4D5CE58}"/>
              </a:ext>
            </a:extLst>
          </p:cNvPr>
          <p:cNvSpPr/>
          <p:nvPr/>
        </p:nvSpPr>
        <p:spPr>
          <a:xfrm>
            <a:off x="5047140" y="1103420"/>
            <a:ext cx="6364616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Collaboratively administrate empowered markets via plug-and-play networks.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Dynami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</a:t>
            </a:r>
            <a:r>
              <a:rPr lang="en-US" altLang="en-US" sz="1200" dirty="0" err="1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testing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.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 procrastinate B2C users after installed base benefits dramatic visualize. </a:t>
            </a:r>
          </a:p>
        </p:txBody>
      </p:sp>
      <p:sp>
        <p:nvSpPr>
          <p:cNvPr id="51" name="Freeform 19">
            <a:extLst>
              <a:ext uri="{FF2B5EF4-FFF2-40B4-BE49-F238E27FC236}">
                <a16:creationId xmlns:a16="http://schemas.microsoft.com/office/drawing/2014/main" xmlns="" id="{62EAEE67-24F4-4E3A-9A14-747581EDC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062" y="2867458"/>
            <a:ext cx="1032666" cy="888717"/>
          </a:xfrm>
          <a:custGeom>
            <a:avLst/>
            <a:gdLst>
              <a:gd name="T0" fmla="*/ 725 w 729"/>
              <a:gd name="T1" fmla="*/ 194 h 624"/>
              <a:gd name="T2" fmla="*/ 725 w 729"/>
              <a:gd name="T3" fmla="*/ 194 h 624"/>
              <a:gd name="T4" fmla="*/ 714 w 729"/>
              <a:gd name="T5" fmla="*/ 190 h 624"/>
              <a:gd name="T6" fmla="*/ 709 w 729"/>
              <a:gd name="T7" fmla="*/ 190 h 624"/>
              <a:gd name="T8" fmla="*/ 643 w 729"/>
              <a:gd name="T9" fmla="*/ 62 h 624"/>
              <a:gd name="T10" fmla="*/ 604 w 729"/>
              <a:gd name="T11" fmla="*/ 37 h 624"/>
              <a:gd name="T12" fmla="*/ 408 w 729"/>
              <a:gd name="T13" fmla="*/ 37 h 624"/>
              <a:gd name="T14" fmla="*/ 408 w 729"/>
              <a:gd name="T15" fmla="*/ 25 h 624"/>
              <a:gd name="T16" fmla="*/ 383 w 729"/>
              <a:gd name="T17" fmla="*/ 0 h 624"/>
              <a:gd name="T18" fmla="*/ 344 w 729"/>
              <a:gd name="T19" fmla="*/ 0 h 624"/>
              <a:gd name="T20" fmla="*/ 319 w 729"/>
              <a:gd name="T21" fmla="*/ 25 h 624"/>
              <a:gd name="T22" fmla="*/ 319 w 729"/>
              <a:gd name="T23" fmla="*/ 37 h 624"/>
              <a:gd name="T24" fmla="*/ 123 w 729"/>
              <a:gd name="T25" fmla="*/ 37 h 624"/>
              <a:gd name="T26" fmla="*/ 84 w 729"/>
              <a:gd name="T27" fmla="*/ 62 h 624"/>
              <a:gd name="T28" fmla="*/ 20 w 729"/>
              <a:gd name="T29" fmla="*/ 190 h 624"/>
              <a:gd name="T30" fmla="*/ 16 w 729"/>
              <a:gd name="T31" fmla="*/ 190 h 624"/>
              <a:gd name="T32" fmla="*/ 4 w 729"/>
              <a:gd name="T33" fmla="*/ 194 h 624"/>
              <a:gd name="T34" fmla="*/ 0 w 729"/>
              <a:gd name="T35" fmla="*/ 206 h 624"/>
              <a:gd name="T36" fmla="*/ 109 w 729"/>
              <a:gd name="T37" fmla="*/ 304 h 624"/>
              <a:gd name="T38" fmla="*/ 219 w 729"/>
              <a:gd name="T39" fmla="*/ 206 h 624"/>
              <a:gd name="T40" fmla="*/ 214 w 729"/>
              <a:gd name="T41" fmla="*/ 194 h 624"/>
              <a:gd name="T42" fmla="*/ 203 w 729"/>
              <a:gd name="T43" fmla="*/ 190 h 624"/>
              <a:gd name="T44" fmla="*/ 198 w 729"/>
              <a:gd name="T45" fmla="*/ 190 h 624"/>
              <a:gd name="T46" fmla="*/ 150 w 729"/>
              <a:gd name="T47" fmla="*/ 94 h 624"/>
              <a:gd name="T48" fmla="*/ 319 w 729"/>
              <a:gd name="T49" fmla="*/ 114 h 624"/>
              <a:gd name="T50" fmla="*/ 319 w 729"/>
              <a:gd name="T51" fmla="*/ 532 h 624"/>
              <a:gd name="T52" fmla="*/ 180 w 729"/>
              <a:gd name="T53" fmla="*/ 564 h 624"/>
              <a:gd name="T54" fmla="*/ 157 w 729"/>
              <a:gd name="T55" fmla="*/ 594 h 624"/>
              <a:gd name="T56" fmla="*/ 187 w 729"/>
              <a:gd name="T57" fmla="*/ 623 h 624"/>
              <a:gd name="T58" fmla="*/ 543 w 729"/>
              <a:gd name="T59" fmla="*/ 623 h 624"/>
              <a:gd name="T60" fmla="*/ 573 w 729"/>
              <a:gd name="T61" fmla="*/ 594 h 624"/>
              <a:gd name="T62" fmla="*/ 550 w 729"/>
              <a:gd name="T63" fmla="*/ 564 h 624"/>
              <a:gd name="T64" fmla="*/ 408 w 729"/>
              <a:gd name="T65" fmla="*/ 530 h 624"/>
              <a:gd name="T66" fmla="*/ 408 w 729"/>
              <a:gd name="T67" fmla="*/ 112 h 624"/>
              <a:gd name="T68" fmla="*/ 413 w 729"/>
              <a:gd name="T69" fmla="*/ 112 h 624"/>
              <a:gd name="T70" fmla="*/ 577 w 729"/>
              <a:gd name="T71" fmla="*/ 94 h 624"/>
              <a:gd name="T72" fmla="*/ 529 w 729"/>
              <a:gd name="T73" fmla="*/ 190 h 624"/>
              <a:gd name="T74" fmla="*/ 525 w 729"/>
              <a:gd name="T75" fmla="*/ 190 h 624"/>
              <a:gd name="T76" fmla="*/ 513 w 729"/>
              <a:gd name="T77" fmla="*/ 194 h 624"/>
              <a:gd name="T78" fmla="*/ 509 w 729"/>
              <a:gd name="T79" fmla="*/ 206 h 624"/>
              <a:gd name="T80" fmla="*/ 618 w 729"/>
              <a:gd name="T81" fmla="*/ 304 h 624"/>
              <a:gd name="T82" fmla="*/ 728 w 729"/>
              <a:gd name="T83" fmla="*/ 206 h 624"/>
              <a:gd name="T84" fmla="*/ 725 w 729"/>
              <a:gd name="T85" fmla="*/ 194 h 624"/>
              <a:gd name="T86" fmla="*/ 159 w 729"/>
              <a:gd name="T87" fmla="*/ 190 h 624"/>
              <a:gd name="T88" fmla="*/ 63 w 729"/>
              <a:gd name="T89" fmla="*/ 190 h 624"/>
              <a:gd name="T90" fmla="*/ 111 w 729"/>
              <a:gd name="T91" fmla="*/ 94 h 624"/>
              <a:gd name="T92" fmla="*/ 159 w 729"/>
              <a:gd name="T93" fmla="*/ 190 h 624"/>
              <a:gd name="T94" fmla="*/ 570 w 729"/>
              <a:gd name="T95" fmla="*/ 190 h 624"/>
              <a:gd name="T96" fmla="*/ 618 w 729"/>
              <a:gd name="T97" fmla="*/ 96 h 624"/>
              <a:gd name="T98" fmla="*/ 666 w 729"/>
              <a:gd name="T99" fmla="*/ 190 h 624"/>
              <a:gd name="T100" fmla="*/ 570 w 729"/>
              <a:gd name="T101" fmla="*/ 190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9" h="624">
                <a:moveTo>
                  <a:pt x="725" y="194"/>
                </a:moveTo>
                <a:lnTo>
                  <a:pt x="725" y="194"/>
                </a:lnTo>
                <a:cubicBezTo>
                  <a:pt x="723" y="192"/>
                  <a:pt x="719" y="190"/>
                  <a:pt x="714" y="190"/>
                </a:cubicBezTo>
                <a:lnTo>
                  <a:pt x="709" y="190"/>
                </a:lnTo>
                <a:lnTo>
                  <a:pt x="643" y="62"/>
                </a:lnTo>
                <a:cubicBezTo>
                  <a:pt x="636" y="46"/>
                  <a:pt x="620" y="37"/>
                  <a:pt x="604" y="37"/>
                </a:cubicBezTo>
                <a:lnTo>
                  <a:pt x="408" y="37"/>
                </a:lnTo>
                <a:lnTo>
                  <a:pt x="408" y="25"/>
                </a:lnTo>
                <a:cubicBezTo>
                  <a:pt x="408" y="12"/>
                  <a:pt x="397" y="0"/>
                  <a:pt x="383" y="0"/>
                </a:cubicBezTo>
                <a:lnTo>
                  <a:pt x="344" y="0"/>
                </a:lnTo>
                <a:cubicBezTo>
                  <a:pt x="331" y="0"/>
                  <a:pt x="319" y="12"/>
                  <a:pt x="319" y="25"/>
                </a:cubicBezTo>
                <a:lnTo>
                  <a:pt x="319" y="37"/>
                </a:lnTo>
                <a:lnTo>
                  <a:pt x="123" y="37"/>
                </a:lnTo>
                <a:cubicBezTo>
                  <a:pt x="107" y="37"/>
                  <a:pt x="91" y="46"/>
                  <a:pt x="84" y="62"/>
                </a:cubicBezTo>
                <a:lnTo>
                  <a:pt x="20" y="190"/>
                </a:lnTo>
                <a:lnTo>
                  <a:pt x="16" y="190"/>
                </a:lnTo>
                <a:cubicBezTo>
                  <a:pt x="11" y="190"/>
                  <a:pt x="6" y="192"/>
                  <a:pt x="4" y="194"/>
                </a:cubicBezTo>
                <a:cubicBezTo>
                  <a:pt x="2" y="197"/>
                  <a:pt x="0" y="201"/>
                  <a:pt x="0" y="206"/>
                </a:cubicBezTo>
                <a:cubicBezTo>
                  <a:pt x="4" y="263"/>
                  <a:pt x="52" y="304"/>
                  <a:pt x="109" y="304"/>
                </a:cubicBezTo>
                <a:cubicBezTo>
                  <a:pt x="166" y="304"/>
                  <a:pt x="212" y="261"/>
                  <a:pt x="219" y="206"/>
                </a:cubicBezTo>
                <a:cubicBezTo>
                  <a:pt x="219" y="201"/>
                  <a:pt x="219" y="197"/>
                  <a:pt x="214" y="194"/>
                </a:cubicBezTo>
                <a:cubicBezTo>
                  <a:pt x="212" y="192"/>
                  <a:pt x="207" y="190"/>
                  <a:pt x="203" y="190"/>
                </a:cubicBezTo>
                <a:lnTo>
                  <a:pt x="198" y="190"/>
                </a:lnTo>
                <a:lnTo>
                  <a:pt x="150" y="94"/>
                </a:lnTo>
                <a:lnTo>
                  <a:pt x="319" y="114"/>
                </a:lnTo>
                <a:lnTo>
                  <a:pt x="319" y="532"/>
                </a:lnTo>
                <a:lnTo>
                  <a:pt x="180" y="564"/>
                </a:lnTo>
                <a:cubicBezTo>
                  <a:pt x="166" y="566"/>
                  <a:pt x="157" y="580"/>
                  <a:pt x="157" y="594"/>
                </a:cubicBezTo>
                <a:cubicBezTo>
                  <a:pt x="157" y="610"/>
                  <a:pt x="171" y="623"/>
                  <a:pt x="187" y="623"/>
                </a:cubicBezTo>
                <a:lnTo>
                  <a:pt x="543" y="623"/>
                </a:lnTo>
                <a:cubicBezTo>
                  <a:pt x="559" y="623"/>
                  <a:pt x="573" y="610"/>
                  <a:pt x="573" y="594"/>
                </a:cubicBezTo>
                <a:cubicBezTo>
                  <a:pt x="573" y="580"/>
                  <a:pt x="563" y="569"/>
                  <a:pt x="550" y="564"/>
                </a:cubicBezTo>
                <a:lnTo>
                  <a:pt x="408" y="530"/>
                </a:lnTo>
                <a:lnTo>
                  <a:pt x="408" y="112"/>
                </a:lnTo>
                <a:lnTo>
                  <a:pt x="413" y="112"/>
                </a:lnTo>
                <a:lnTo>
                  <a:pt x="577" y="94"/>
                </a:lnTo>
                <a:lnTo>
                  <a:pt x="529" y="190"/>
                </a:lnTo>
                <a:lnTo>
                  <a:pt x="525" y="190"/>
                </a:lnTo>
                <a:cubicBezTo>
                  <a:pt x="520" y="190"/>
                  <a:pt x="516" y="192"/>
                  <a:pt x="513" y="194"/>
                </a:cubicBezTo>
                <a:cubicBezTo>
                  <a:pt x="511" y="197"/>
                  <a:pt x="509" y="201"/>
                  <a:pt x="509" y="206"/>
                </a:cubicBezTo>
                <a:cubicBezTo>
                  <a:pt x="513" y="263"/>
                  <a:pt x="561" y="304"/>
                  <a:pt x="618" y="304"/>
                </a:cubicBezTo>
                <a:cubicBezTo>
                  <a:pt x="675" y="304"/>
                  <a:pt x="721" y="261"/>
                  <a:pt x="728" y="206"/>
                </a:cubicBezTo>
                <a:cubicBezTo>
                  <a:pt x="728" y="201"/>
                  <a:pt x="728" y="197"/>
                  <a:pt x="725" y="194"/>
                </a:cubicBezTo>
                <a:close/>
                <a:moveTo>
                  <a:pt x="159" y="190"/>
                </a:moveTo>
                <a:lnTo>
                  <a:pt x="63" y="190"/>
                </a:lnTo>
                <a:lnTo>
                  <a:pt x="111" y="94"/>
                </a:lnTo>
                <a:lnTo>
                  <a:pt x="159" y="190"/>
                </a:lnTo>
                <a:close/>
                <a:moveTo>
                  <a:pt x="570" y="190"/>
                </a:moveTo>
                <a:lnTo>
                  <a:pt x="618" y="96"/>
                </a:lnTo>
                <a:lnTo>
                  <a:pt x="666" y="190"/>
                </a:lnTo>
                <a:lnTo>
                  <a:pt x="570" y="1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2" name="Freeform 20">
            <a:extLst>
              <a:ext uri="{FF2B5EF4-FFF2-40B4-BE49-F238E27FC236}">
                <a16:creationId xmlns:a16="http://schemas.microsoft.com/office/drawing/2014/main" xmlns="" id="{F99B327A-74E8-41BD-AD07-45769D66C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930" y="2779839"/>
            <a:ext cx="638373" cy="638373"/>
          </a:xfrm>
          <a:custGeom>
            <a:avLst/>
            <a:gdLst>
              <a:gd name="T0" fmla="*/ 447 w 448"/>
              <a:gd name="T1" fmla="*/ 224 h 449"/>
              <a:gd name="T2" fmla="*/ 417 w 448"/>
              <a:gd name="T3" fmla="*/ 336 h 449"/>
              <a:gd name="T4" fmla="*/ 335 w 448"/>
              <a:gd name="T5" fmla="*/ 418 h 449"/>
              <a:gd name="T6" fmla="*/ 224 w 448"/>
              <a:gd name="T7" fmla="*/ 448 h 449"/>
              <a:gd name="T8" fmla="*/ 112 w 448"/>
              <a:gd name="T9" fmla="*/ 418 h 449"/>
              <a:gd name="T10" fmla="*/ 30 w 448"/>
              <a:gd name="T11" fmla="*/ 336 h 449"/>
              <a:gd name="T12" fmla="*/ 0 w 448"/>
              <a:gd name="T13" fmla="*/ 224 h 449"/>
              <a:gd name="T14" fmla="*/ 30 w 448"/>
              <a:gd name="T15" fmla="*/ 112 h 449"/>
              <a:gd name="T16" fmla="*/ 112 w 448"/>
              <a:gd name="T17" fmla="*/ 30 h 449"/>
              <a:gd name="T18" fmla="*/ 224 w 448"/>
              <a:gd name="T19" fmla="*/ 0 h 449"/>
              <a:gd name="T20" fmla="*/ 335 w 448"/>
              <a:gd name="T21" fmla="*/ 30 h 449"/>
              <a:gd name="T22" fmla="*/ 417 w 448"/>
              <a:gd name="T23" fmla="*/ 112 h 449"/>
              <a:gd name="T24" fmla="*/ 447 w 448"/>
              <a:gd name="T25" fmla="*/ 22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8" h="449">
                <a:moveTo>
                  <a:pt x="447" y="224"/>
                </a:moveTo>
                <a:cubicBezTo>
                  <a:pt x="447" y="265"/>
                  <a:pt x="438" y="300"/>
                  <a:pt x="417" y="336"/>
                </a:cubicBezTo>
                <a:cubicBezTo>
                  <a:pt x="397" y="372"/>
                  <a:pt x="371" y="397"/>
                  <a:pt x="335" y="418"/>
                </a:cubicBezTo>
                <a:cubicBezTo>
                  <a:pt x="300" y="438"/>
                  <a:pt x="266" y="448"/>
                  <a:pt x="224" y="448"/>
                </a:cubicBezTo>
                <a:cubicBezTo>
                  <a:pt x="183" y="448"/>
                  <a:pt x="148" y="438"/>
                  <a:pt x="112" y="418"/>
                </a:cubicBezTo>
                <a:cubicBezTo>
                  <a:pt x="77" y="397"/>
                  <a:pt x="51" y="372"/>
                  <a:pt x="30" y="336"/>
                </a:cubicBezTo>
                <a:cubicBezTo>
                  <a:pt x="10" y="300"/>
                  <a:pt x="0" y="265"/>
                  <a:pt x="0" y="224"/>
                </a:cubicBezTo>
                <a:cubicBezTo>
                  <a:pt x="0" y="183"/>
                  <a:pt x="10" y="147"/>
                  <a:pt x="30" y="112"/>
                </a:cubicBezTo>
                <a:cubicBezTo>
                  <a:pt x="51" y="76"/>
                  <a:pt x="77" y="50"/>
                  <a:pt x="112" y="30"/>
                </a:cubicBezTo>
                <a:cubicBezTo>
                  <a:pt x="148" y="9"/>
                  <a:pt x="182" y="0"/>
                  <a:pt x="224" y="0"/>
                </a:cubicBezTo>
                <a:cubicBezTo>
                  <a:pt x="265" y="0"/>
                  <a:pt x="300" y="9"/>
                  <a:pt x="335" y="30"/>
                </a:cubicBezTo>
                <a:cubicBezTo>
                  <a:pt x="371" y="50"/>
                  <a:pt x="397" y="76"/>
                  <a:pt x="417" y="112"/>
                </a:cubicBezTo>
                <a:cubicBezTo>
                  <a:pt x="438" y="147"/>
                  <a:pt x="447" y="183"/>
                  <a:pt x="447" y="224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3" name="Freeform 21">
            <a:extLst>
              <a:ext uri="{FF2B5EF4-FFF2-40B4-BE49-F238E27FC236}">
                <a16:creationId xmlns:a16="http://schemas.microsoft.com/office/drawing/2014/main" xmlns="" id="{C5A4826E-1E4D-42C0-9751-3DEA12C7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763" y="3812505"/>
            <a:ext cx="388033" cy="118910"/>
          </a:xfrm>
          <a:custGeom>
            <a:avLst/>
            <a:gdLst>
              <a:gd name="T0" fmla="*/ 12 w 275"/>
              <a:gd name="T1" fmla="*/ 82 h 83"/>
              <a:gd name="T2" fmla="*/ 263 w 275"/>
              <a:gd name="T3" fmla="*/ 82 h 83"/>
              <a:gd name="T4" fmla="*/ 274 w 275"/>
              <a:gd name="T5" fmla="*/ 71 h 83"/>
              <a:gd name="T6" fmla="*/ 274 w 275"/>
              <a:gd name="T7" fmla="*/ 12 h 83"/>
              <a:gd name="T8" fmla="*/ 263 w 275"/>
              <a:gd name="T9" fmla="*/ 0 h 83"/>
              <a:gd name="T10" fmla="*/ 12 w 275"/>
              <a:gd name="T11" fmla="*/ 0 h 83"/>
              <a:gd name="T12" fmla="*/ 0 w 275"/>
              <a:gd name="T13" fmla="*/ 12 h 83"/>
              <a:gd name="T14" fmla="*/ 0 w 275"/>
              <a:gd name="T15" fmla="*/ 71 h 83"/>
              <a:gd name="T16" fmla="*/ 12 w 275"/>
              <a:gd name="T17" fmla="*/ 82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" h="83">
                <a:moveTo>
                  <a:pt x="12" y="82"/>
                </a:moveTo>
                <a:lnTo>
                  <a:pt x="263" y="82"/>
                </a:lnTo>
                <a:cubicBezTo>
                  <a:pt x="270" y="82"/>
                  <a:pt x="274" y="78"/>
                  <a:pt x="274" y="71"/>
                </a:cubicBezTo>
                <a:lnTo>
                  <a:pt x="274" y="12"/>
                </a:lnTo>
                <a:cubicBezTo>
                  <a:pt x="274" y="5"/>
                  <a:pt x="270" y="0"/>
                  <a:pt x="263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71"/>
                </a:lnTo>
                <a:cubicBezTo>
                  <a:pt x="0" y="78"/>
                  <a:pt x="5" y="82"/>
                  <a:pt x="12" y="8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4" name="Freeform 22">
            <a:extLst>
              <a:ext uri="{FF2B5EF4-FFF2-40B4-BE49-F238E27FC236}">
                <a16:creationId xmlns:a16="http://schemas.microsoft.com/office/drawing/2014/main" xmlns="" id="{C656211D-00C9-4F28-8A46-F3A76F9B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763" y="4019038"/>
            <a:ext cx="388033" cy="118916"/>
          </a:xfrm>
          <a:custGeom>
            <a:avLst/>
            <a:gdLst>
              <a:gd name="T0" fmla="*/ 12 w 275"/>
              <a:gd name="T1" fmla="*/ 82 h 83"/>
              <a:gd name="T2" fmla="*/ 263 w 275"/>
              <a:gd name="T3" fmla="*/ 82 h 83"/>
              <a:gd name="T4" fmla="*/ 274 w 275"/>
              <a:gd name="T5" fmla="*/ 71 h 83"/>
              <a:gd name="T6" fmla="*/ 274 w 275"/>
              <a:gd name="T7" fmla="*/ 12 h 83"/>
              <a:gd name="T8" fmla="*/ 263 w 275"/>
              <a:gd name="T9" fmla="*/ 0 h 83"/>
              <a:gd name="T10" fmla="*/ 12 w 275"/>
              <a:gd name="T11" fmla="*/ 0 h 83"/>
              <a:gd name="T12" fmla="*/ 0 w 275"/>
              <a:gd name="T13" fmla="*/ 12 h 83"/>
              <a:gd name="T14" fmla="*/ 0 w 275"/>
              <a:gd name="T15" fmla="*/ 71 h 83"/>
              <a:gd name="T16" fmla="*/ 12 w 275"/>
              <a:gd name="T17" fmla="*/ 82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" h="83">
                <a:moveTo>
                  <a:pt x="12" y="82"/>
                </a:moveTo>
                <a:lnTo>
                  <a:pt x="263" y="82"/>
                </a:lnTo>
                <a:cubicBezTo>
                  <a:pt x="270" y="82"/>
                  <a:pt x="274" y="78"/>
                  <a:pt x="274" y="71"/>
                </a:cubicBezTo>
                <a:lnTo>
                  <a:pt x="274" y="12"/>
                </a:lnTo>
                <a:cubicBezTo>
                  <a:pt x="274" y="5"/>
                  <a:pt x="270" y="0"/>
                  <a:pt x="263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71"/>
                </a:lnTo>
                <a:cubicBezTo>
                  <a:pt x="0" y="78"/>
                  <a:pt x="5" y="82"/>
                  <a:pt x="12" y="8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5" name="Freeform 23">
            <a:extLst>
              <a:ext uri="{FF2B5EF4-FFF2-40B4-BE49-F238E27FC236}">
                <a16:creationId xmlns:a16="http://schemas.microsoft.com/office/drawing/2014/main" xmlns="" id="{C57CE91D-4F1C-4311-BEC4-C18DC5749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763" y="4225570"/>
            <a:ext cx="388033" cy="118910"/>
          </a:xfrm>
          <a:custGeom>
            <a:avLst/>
            <a:gdLst>
              <a:gd name="T0" fmla="*/ 12 w 275"/>
              <a:gd name="T1" fmla="*/ 83 h 84"/>
              <a:gd name="T2" fmla="*/ 263 w 275"/>
              <a:gd name="T3" fmla="*/ 83 h 84"/>
              <a:gd name="T4" fmla="*/ 274 w 275"/>
              <a:gd name="T5" fmla="*/ 71 h 84"/>
              <a:gd name="T6" fmla="*/ 274 w 275"/>
              <a:gd name="T7" fmla="*/ 12 h 84"/>
              <a:gd name="T8" fmla="*/ 263 w 275"/>
              <a:gd name="T9" fmla="*/ 0 h 84"/>
              <a:gd name="T10" fmla="*/ 12 w 275"/>
              <a:gd name="T11" fmla="*/ 0 h 84"/>
              <a:gd name="T12" fmla="*/ 0 w 275"/>
              <a:gd name="T13" fmla="*/ 12 h 84"/>
              <a:gd name="T14" fmla="*/ 0 w 275"/>
              <a:gd name="T15" fmla="*/ 71 h 84"/>
              <a:gd name="T16" fmla="*/ 12 w 275"/>
              <a:gd name="T17" fmla="*/ 83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" h="84">
                <a:moveTo>
                  <a:pt x="12" y="83"/>
                </a:moveTo>
                <a:lnTo>
                  <a:pt x="263" y="83"/>
                </a:lnTo>
                <a:cubicBezTo>
                  <a:pt x="270" y="83"/>
                  <a:pt x="274" y="78"/>
                  <a:pt x="274" y="71"/>
                </a:cubicBezTo>
                <a:lnTo>
                  <a:pt x="274" y="12"/>
                </a:lnTo>
                <a:cubicBezTo>
                  <a:pt x="274" y="5"/>
                  <a:pt x="270" y="0"/>
                  <a:pt x="263" y="0"/>
                </a:cubicBezTo>
                <a:lnTo>
                  <a:pt x="12" y="0"/>
                </a:lnTo>
                <a:cubicBezTo>
                  <a:pt x="5" y="0"/>
                  <a:pt x="0" y="5"/>
                  <a:pt x="0" y="12"/>
                </a:cubicBezTo>
                <a:lnTo>
                  <a:pt x="0" y="71"/>
                </a:lnTo>
                <a:cubicBezTo>
                  <a:pt x="0" y="78"/>
                  <a:pt x="5" y="83"/>
                  <a:pt x="12" y="83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6" name="Freeform 24">
            <a:extLst>
              <a:ext uri="{FF2B5EF4-FFF2-40B4-BE49-F238E27FC236}">
                <a16:creationId xmlns:a16="http://schemas.microsoft.com/office/drawing/2014/main" xmlns="" id="{0B38DC74-DF01-409D-8486-7AB36FA9F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470" y="3493317"/>
            <a:ext cx="1527091" cy="2359484"/>
          </a:xfrm>
          <a:custGeom>
            <a:avLst/>
            <a:gdLst>
              <a:gd name="T0" fmla="*/ 981 w 1074"/>
              <a:gd name="T1" fmla="*/ 276 h 1662"/>
              <a:gd name="T2" fmla="*/ 776 w 1074"/>
              <a:gd name="T3" fmla="*/ 269 h 1662"/>
              <a:gd name="T4" fmla="*/ 749 w 1074"/>
              <a:gd name="T5" fmla="*/ 256 h 1662"/>
              <a:gd name="T6" fmla="*/ 584 w 1074"/>
              <a:gd name="T7" fmla="*/ 55 h 1662"/>
              <a:gd name="T8" fmla="*/ 468 w 1074"/>
              <a:gd name="T9" fmla="*/ 0 h 1662"/>
              <a:gd name="T10" fmla="*/ 194 w 1074"/>
              <a:gd name="T11" fmla="*/ 0 h 1662"/>
              <a:gd name="T12" fmla="*/ 0 w 1074"/>
              <a:gd name="T13" fmla="*/ 109 h 1662"/>
              <a:gd name="T14" fmla="*/ 0 w 1074"/>
              <a:gd name="T15" fmla="*/ 359 h 1662"/>
              <a:gd name="T16" fmla="*/ 130 w 1074"/>
              <a:gd name="T17" fmla="*/ 242 h 1662"/>
              <a:gd name="T18" fmla="*/ 130 w 1074"/>
              <a:gd name="T19" fmla="*/ 689 h 1662"/>
              <a:gd name="T20" fmla="*/ 23 w 1074"/>
              <a:gd name="T21" fmla="*/ 1540 h 1662"/>
              <a:gd name="T22" fmla="*/ 116 w 1074"/>
              <a:gd name="T23" fmla="*/ 1661 h 1662"/>
              <a:gd name="T24" fmla="*/ 130 w 1074"/>
              <a:gd name="T25" fmla="*/ 1661 h 1662"/>
              <a:gd name="T26" fmla="*/ 237 w 1074"/>
              <a:gd name="T27" fmla="*/ 1568 h 1662"/>
              <a:gd name="T28" fmla="*/ 336 w 1074"/>
              <a:gd name="T29" fmla="*/ 790 h 1662"/>
              <a:gd name="T30" fmla="*/ 434 w 1074"/>
              <a:gd name="T31" fmla="*/ 1568 h 1662"/>
              <a:gd name="T32" fmla="*/ 541 w 1074"/>
              <a:gd name="T33" fmla="*/ 1661 h 1662"/>
              <a:gd name="T34" fmla="*/ 555 w 1074"/>
              <a:gd name="T35" fmla="*/ 1661 h 1662"/>
              <a:gd name="T36" fmla="*/ 648 w 1074"/>
              <a:gd name="T37" fmla="*/ 1540 h 1662"/>
              <a:gd name="T38" fmla="*/ 541 w 1074"/>
              <a:gd name="T39" fmla="*/ 689 h 1662"/>
              <a:gd name="T40" fmla="*/ 541 w 1074"/>
              <a:gd name="T41" fmla="*/ 287 h 1662"/>
              <a:gd name="T42" fmla="*/ 612 w 1074"/>
              <a:gd name="T43" fmla="*/ 372 h 1662"/>
              <a:gd name="T44" fmla="*/ 771 w 1074"/>
              <a:gd name="T45" fmla="*/ 452 h 1662"/>
              <a:gd name="T46" fmla="*/ 977 w 1074"/>
              <a:gd name="T47" fmla="*/ 459 h 1662"/>
              <a:gd name="T48" fmla="*/ 981 w 1074"/>
              <a:gd name="T49" fmla="*/ 459 h 1662"/>
              <a:gd name="T50" fmla="*/ 1073 w 1074"/>
              <a:gd name="T51" fmla="*/ 372 h 1662"/>
              <a:gd name="T52" fmla="*/ 981 w 1074"/>
              <a:gd name="T53" fmla="*/ 276 h 16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74" h="1662">
                <a:moveTo>
                  <a:pt x="981" y="276"/>
                </a:moveTo>
                <a:lnTo>
                  <a:pt x="776" y="269"/>
                </a:lnTo>
                <a:cubicBezTo>
                  <a:pt x="765" y="269"/>
                  <a:pt x="755" y="265"/>
                  <a:pt x="749" y="256"/>
                </a:cubicBezTo>
                <a:lnTo>
                  <a:pt x="584" y="55"/>
                </a:lnTo>
                <a:cubicBezTo>
                  <a:pt x="555" y="20"/>
                  <a:pt x="514" y="0"/>
                  <a:pt x="468" y="0"/>
                </a:cubicBezTo>
                <a:lnTo>
                  <a:pt x="194" y="0"/>
                </a:lnTo>
                <a:cubicBezTo>
                  <a:pt x="171" y="0"/>
                  <a:pt x="132" y="0"/>
                  <a:pt x="0" y="109"/>
                </a:cubicBezTo>
                <a:lnTo>
                  <a:pt x="0" y="359"/>
                </a:lnTo>
                <a:cubicBezTo>
                  <a:pt x="45" y="316"/>
                  <a:pt x="92" y="276"/>
                  <a:pt x="130" y="242"/>
                </a:cubicBezTo>
                <a:lnTo>
                  <a:pt x="130" y="689"/>
                </a:lnTo>
                <a:lnTo>
                  <a:pt x="23" y="1540"/>
                </a:lnTo>
                <a:cubicBezTo>
                  <a:pt x="16" y="1600"/>
                  <a:pt x="57" y="1655"/>
                  <a:pt x="116" y="1661"/>
                </a:cubicBezTo>
                <a:lnTo>
                  <a:pt x="130" y="1661"/>
                </a:lnTo>
                <a:cubicBezTo>
                  <a:pt x="183" y="1661"/>
                  <a:pt x="231" y="1623"/>
                  <a:pt x="237" y="1568"/>
                </a:cubicBezTo>
                <a:lnTo>
                  <a:pt x="336" y="790"/>
                </a:lnTo>
                <a:lnTo>
                  <a:pt x="434" y="1568"/>
                </a:lnTo>
                <a:cubicBezTo>
                  <a:pt x="440" y="1623"/>
                  <a:pt x="486" y="1661"/>
                  <a:pt x="541" y="1661"/>
                </a:cubicBezTo>
                <a:lnTo>
                  <a:pt x="555" y="1661"/>
                </a:lnTo>
                <a:cubicBezTo>
                  <a:pt x="614" y="1655"/>
                  <a:pt x="655" y="1600"/>
                  <a:pt x="648" y="1540"/>
                </a:cubicBezTo>
                <a:lnTo>
                  <a:pt x="541" y="689"/>
                </a:lnTo>
                <a:lnTo>
                  <a:pt x="541" y="287"/>
                </a:lnTo>
                <a:lnTo>
                  <a:pt x="612" y="372"/>
                </a:lnTo>
                <a:cubicBezTo>
                  <a:pt x="653" y="420"/>
                  <a:pt x="710" y="449"/>
                  <a:pt x="771" y="452"/>
                </a:cubicBezTo>
                <a:lnTo>
                  <a:pt x="977" y="459"/>
                </a:lnTo>
                <a:cubicBezTo>
                  <a:pt x="979" y="459"/>
                  <a:pt x="979" y="459"/>
                  <a:pt x="981" y="459"/>
                </a:cubicBezTo>
                <a:cubicBezTo>
                  <a:pt x="1029" y="459"/>
                  <a:pt x="1070" y="420"/>
                  <a:pt x="1073" y="372"/>
                </a:cubicBezTo>
                <a:cubicBezTo>
                  <a:pt x="1071" y="319"/>
                  <a:pt x="1032" y="278"/>
                  <a:pt x="981" y="276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7" name="Freeform 25">
            <a:extLst>
              <a:ext uri="{FF2B5EF4-FFF2-40B4-BE49-F238E27FC236}">
                <a16:creationId xmlns:a16="http://schemas.microsoft.com/office/drawing/2014/main" xmlns="" id="{04DF93AB-B5E4-497A-BAB1-E9A00D767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16" y="3587197"/>
            <a:ext cx="838649" cy="982594"/>
          </a:xfrm>
          <a:custGeom>
            <a:avLst/>
            <a:gdLst>
              <a:gd name="T0" fmla="*/ 554 w 589"/>
              <a:gd name="T1" fmla="*/ 0 h 694"/>
              <a:gd name="T2" fmla="*/ 34 w 589"/>
              <a:gd name="T3" fmla="*/ 0 h 694"/>
              <a:gd name="T4" fmla="*/ 0 w 589"/>
              <a:gd name="T5" fmla="*/ 38 h 694"/>
              <a:gd name="T6" fmla="*/ 0 w 589"/>
              <a:gd name="T7" fmla="*/ 654 h 694"/>
              <a:gd name="T8" fmla="*/ 39 w 589"/>
              <a:gd name="T9" fmla="*/ 693 h 694"/>
              <a:gd name="T10" fmla="*/ 548 w 589"/>
              <a:gd name="T11" fmla="*/ 693 h 694"/>
              <a:gd name="T12" fmla="*/ 586 w 589"/>
              <a:gd name="T13" fmla="*/ 654 h 694"/>
              <a:gd name="T14" fmla="*/ 588 w 589"/>
              <a:gd name="T15" fmla="*/ 33 h 694"/>
              <a:gd name="T16" fmla="*/ 554 w 589"/>
              <a:gd name="T17" fmla="*/ 0 h 694"/>
              <a:gd name="T18" fmla="*/ 507 w 589"/>
              <a:gd name="T19" fmla="*/ 613 h 694"/>
              <a:gd name="T20" fmla="*/ 78 w 589"/>
              <a:gd name="T21" fmla="*/ 613 h 694"/>
              <a:gd name="T22" fmla="*/ 78 w 589"/>
              <a:gd name="T23" fmla="*/ 77 h 694"/>
              <a:gd name="T24" fmla="*/ 507 w 589"/>
              <a:gd name="T25" fmla="*/ 77 h 694"/>
              <a:gd name="T26" fmla="*/ 507 w 589"/>
              <a:gd name="T27" fmla="*/ 613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89" h="694">
                <a:moveTo>
                  <a:pt x="554" y="0"/>
                </a:moveTo>
                <a:lnTo>
                  <a:pt x="34" y="0"/>
                </a:lnTo>
                <a:cubicBezTo>
                  <a:pt x="14" y="2"/>
                  <a:pt x="0" y="19"/>
                  <a:pt x="0" y="38"/>
                </a:cubicBezTo>
                <a:lnTo>
                  <a:pt x="0" y="654"/>
                </a:lnTo>
                <a:cubicBezTo>
                  <a:pt x="0" y="675"/>
                  <a:pt x="18" y="693"/>
                  <a:pt x="39" y="693"/>
                </a:cubicBezTo>
                <a:lnTo>
                  <a:pt x="548" y="693"/>
                </a:lnTo>
                <a:cubicBezTo>
                  <a:pt x="568" y="693"/>
                  <a:pt x="586" y="675"/>
                  <a:pt x="586" y="654"/>
                </a:cubicBezTo>
                <a:lnTo>
                  <a:pt x="588" y="33"/>
                </a:lnTo>
                <a:cubicBezTo>
                  <a:pt x="586" y="16"/>
                  <a:pt x="572" y="2"/>
                  <a:pt x="554" y="0"/>
                </a:cubicBezTo>
                <a:close/>
                <a:moveTo>
                  <a:pt x="507" y="613"/>
                </a:moveTo>
                <a:lnTo>
                  <a:pt x="78" y="613"/>
                </a:lnTo>
                <a:lnTo>
                  <a:pt x="78" y="77"/>
                </a:lnTo>
                <a:lnTo>
                  <a:pt x="507" y="77"/>
                </a:lnTo>
                <a:lnTo>
                  <a:pt x="507" y="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8" name="Freeform 26">
            <a:extLst>
              <a:ext uri="{FF2B5EF4-FFF2-40B4-BE49-F238E27FC236}">
                <a16:creationId xmlns:a16="http://schemas.microsoft.com/office/drawing/2014/main" xmlns="" id="{1C3AF9E5-C89E-4DB8-A820-FAD23B04E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611" y="3418215"/>
            <a:ext cx="262859" cy="112656"/>
          </a:xfrm>
          <a:custGeom>
            <a:avLst/>
            <a:gdLst>
              <a:gd name="T0" fmla="*/ 0 w 186"/>
              <a:gd name="T1" fmla="*/ 80 h 81"/>
              <a:gd name="T2" fmla="*/ 37 w 186"/>
              <a:gd name="T3" fmla="*/ 30 h 81"/>
              <a:gd name="T4" fmla="*/ 167 w 186"/>
              <a:gd name="T5" fmla="*/ 55 h 81"/>
              <a:gd name="T6" fmla="*/ 185 w 186"/>
              <a:gd name="T7" fmla="*/ 80 h 81"/>
              <a:gd name="T8" fmla="*/ 0 w 186"/>
              <a:gd name="T9" fmla="*/ 8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6" h="81">
                <a:moveTo>
                  <a:pt x="0" y="80"/>
                </a:moveTo>
                <a:cubicBezTo>
                  <a:pt x="7" y="62"/>
                  <a:pt x="19" y="44"/>
                  <a:pt x="37" y="30"/>
                </a:cubicBezTo>
                <a:cubicBezTo>
                  <a:pt x="80" y="0"/>
                  <a:pt x="140" y="12"/>
                  <a:pt x="167" y="55"/>
                </a:cubicBezTo>
                <a:lnTo>
                  <a:pt x="185" y="80"/>
                </a:lnTo>
                <a:lnTo>
                  <a:pt x="0" y="8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xmlns="" id="{EDF02EE4-B911-46CF-9F30-BDCA8B4C9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720042"/>
              </p:ext>
            </p:extLst>
          </p:nvPr>
        </p:nvGraphicFramePr>
        <p:xfrm>
          <a:off x="5047140" y="2720090"/>
          <a:ext cx="3137060" cy="3181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Oval 1"/>
          <p:cNvSpPr/>
          <p:nvPr/>
        </p:nvSpPr>
        <p:spPr>
          <a:xfrm>
            <a:off x="5930750" y="3635785"/>
            <a:ext cx="1369839" cy="13892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1C7E8237-FA68-42B6-BB84-FC7730735658}"/>
              </a:ext>
            </a:extLst>
          </p:cNvPr>
          <p:cNvSpPr txBox="1"/>
          <p:nvPr/>
        </p:nvSpPr>
        <p:spPr>
          <a:xfrm>
            <a:off x="9113965" y="3933659"/>
            <a:ext cx="2297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For a worry-free lawn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B444B961-FF59-46A7-AEC2-D514BCD454EB}"/>
              </a:ext>
            </a:extLst>
          </p:cNvPr>
          <p:cNvSpPr/>
          <p:nvPr/>
        </p:nvSpPr>
        <p:spPr>
          <a:xfrm>
            <a:off x="9113964" y="4163992"/>
            <a:ext cx="2297792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C065E2AC-6374-4EFC-A998-6F9788563B4C}"/>
              </a:ext>
            </a:extLst>
          </p:cNvPr>
          <p:cNvCxnSpPr>
            <a:cxnSpLocks/>
          </p:cNvCxnSpPr>
          <p:nvPr/>
        </p:nvCxnSpPr>
        <p:spPr>
          <a:xfrm flipH="1">
            <a:off x="8371958" y="4272899"/>
            <a:ext cx="441195" cy="0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0FD9ECA6-F693-4DFB-B93A-CCCAB9C7FB55}"/>
              </a:ext>
            </a:extLst>
          </p:cNvPr>
          <p:cNvSpPr txBox="1"/>
          <p:nvPr/>
        </p:nvSpPr>
        <p:spPr>
          <a:xfrm>
            <a:off x="9113965" y="2720090"/>
            <a:ext cx="2297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4D287513-8D20-4935-B8BE-00A7DA895D21}"/>
              </a:ext>
            </a:extLst>
          </p:cNvPr>
          <p:cNvSpPr/>
          <p:nvPr/>
        </p:nvSpPr>
        <p:spPr>
          <a:xfrm>
            <a:off x="9113964" y="2950423"/>
            <a:ext cx="2297792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A5F6F587-3A3F-43A3-809D-692DCEB7D285}"/>
              </a:ext>
            </a:extLst>
          </p:cNvPr>
          <p:cNvCxnSpPr>
            <a:cxnSpLocks/>
          </p:cNvCxnSpPr>
          <p:nvPr/>
        </p:nvCxnSpPr>
        <p:spPr>
          <a:xfrm flipH="1">
            <a:off x="8371958" y="3059330"/>
            <a:ext cx="441195" cy="0"/>
          </a:xfrm>
          <a:prstGeom prst="straightConnector1">
            <a:avLst/>
          </a:prstGeom>
          <a:ln>
            <a:solidFill>
              <a:schemeClr val="accent2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7815BBE2-461F-4BCD-A601-353CC939B650}"/>
              </a:ext>
            </a:extLst>
          </p:cNvPr>
          <p:cNvSpPr txBox="1"/>
          <p:nvPr/>
        </p:nvSpPr>
        <p:spPr>
          <a:xfrm>
            <a:off x="9113965" y="5147229"/>
            <a:ext cx="2297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Breakthrough Law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24EDE3EC-C17C-41D5-8254-2DEE4A49EDF7}"/>
              </a:ext>
            </a:extLst>
          </p:cNvPr>
          <p:cNvSpPr/>
          <p:nvPr/>
        </p:nvSpPr>
        <p:spPr>
          <a:xfrm>
            <a:off x="9113964" y="5377562"/>
            <a:ext cx="2297792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Proactively envisioned multimedia based expertise and cross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BA0C64DC-C83C-49CA-A8AF-FAA877A78AF5}"/>
              </a:ext>
            </a:extLst>
          </p:cNvPr>
          <p:cNvCxnSpPr>
            <a:cxnSpLocks/>
          </p:cNvCxnSpPr>
          <p:nvPr/>
        </p:nvCxnSpPr>
        <p:spPr>
          <a:xfrm flipH="1">
            <a:off x="8371958" y="5486469"/>
            <a:ext cx="441195" cy="0"/>
          </a:xfrm>
          <a:prstGeom prst="straightConnector1">
            <a:avLst/>
          </a:prstGeom>
          <a:ln>
            <a:solidFill>
              <a:schemeClr val="accent5"/>
            </a:solidFill>
            <a:prstDash val="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3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7040886-2EB4-4183-9DB5-213930C37D98}"/>
              </a:ext>
            </a:extLst>
          </p:cNvPr>
          <p:cNvSpPr/>
          <p:nvPr/>
        </p:nvSpPr>
        <p:spPr>
          <a:xfrm>
            <a:off x="1242152" y="4547372"/>
            <a:ext cx="3448878" cy="801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Collaboratively administrate empowered markets via plug and play networks. Dynamic procrastinate B2C users after. Dramatic visualize. 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Latha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430C641-AC0E-4863-8FA1-7882368ED631}"/>
              </a:ext>
            </a:extLst>
          </p:cNvPr>
          <p:cNvSpPr txBox="1"/>
          <p:nvPr/>
        </p:nvSpPr>
        <p:spPr>
          <a:xfrm>
            <a:off x="1259887" y="2885657"/>
            <a:ext cx="3448878" cy="3940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Law, Less Ordinary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A296622-09E2-4038-91D7-09F2E6A7DE88}"/>
              </a:ext>
            </a:extLst>
          </p:cNvPr>
          <p:cNvSpPr txBox="1"/>
          <p:nvPr/>
        </p:nvSpPr>
        <p:spPr>
          <a:xfrm>
            <a:off x="1259887" y="1509512"/>
            <a:ext cx="2468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WWW. ARKENA 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32C0486-3C6F-48DF-BCEF-8C74074D8070}"/>
              </a:ext>
            </a:extLst>
          </p:cNvPr>
          <p:cNvGrpSpPr/>
          <p:nvPr/>
        </p:nvGrpSpPr>
        <p:grpSpPr>
          <a:xfrm>
            <a:off x="6096000" y="1509512"/>
            <a:ext cx="5110667" cy="3838977"/>
            <a:chOff x="5628454" y="1562257"/>
            <a:chExt cx="5110667" cy="38389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xmlns="" id="{869979A5-E370-46F2-ABF8-95269E7C3AA8}"/>
                </a:ext>
              </a:extLst>
            </p:cNvPr>
            <p:cNvGrpSpPr/>
            <p:nvPr/>
          </p:nvGrpSpPr>
          <p:grpSpPr>
            <a:xfrm>
              <a:off x="5726115" y="3880036"/>
              <a:ext cx="1247770" cy="1521198"/>
              <a:chOff x="5726115" y="3880036"/>
              <a:chExt cx="1247770" cy="1521198"/>
            </a:xfrm>
          </p:grpSpPr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xmlns="" id="{E2323BBF-37CA-4729-A017-17622ED10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87862" y="3880036"/>
                <a:ext cx="365859" cy="346602"/>
              </a:xfrm>
              <a:custGeom>
                <a:avLst/>
                <a:gdLst>
                  <a:gd name="T0" fmla="*/ 58 w 418"/>
                  <a:gd name="T1" fmla="*/ 178 h 399"/>
                  <a:gd name="T2" fmla="*/ 65 w 418"/>
                  <a:gd name="T3" fmla="*/ 190 h 399"/>
                  <a:gd name="T4" fmla="*/ 55 w 418"/>
                  <a:gd name="T5" fmla="*/ 244 h 399"/>
                  <a:gd name="T6" fmla="*/ 209 w 418"/>
                  <a:gd name="T7" fmla="*/ 398 h 399"/>
                  <a:gd name="T8" fmla="*/ 362 w 418"/>
                  <a:gd name="T9" fmla="*/ 244 h 399"/>
                  <a:gd name="T10" fmla="*/ 352 w 418"/>
                  <a:gd name="T11" fmla="*/ 190 h 399"/>
                  <a:gd name="T12" fmla="*/ 359 w 418"/>
                  <a:gd name="T13" fmla="*/ 178 h 399"/>
                  <a:gd name="T14" fmla="*/ 396 w 418"/>
                  <a:gd name="T15" fmla="*/ 166 h 399"/>
                  <a:gd name="T16" fmla="*/ 209 w 418"/>
                  <a:gd name="T17" fmla="*/ 0 h 399"/>
                  <a:gd name="T18" fmla="*/ 21 w 418"/>
                  <a:gd name="T19" fmla="*/ 166 h 399"/>
                  <a:gd name="T20" fmla="*/ 58 w 418"/>
                  <a:gd name="T21" fmla="*/ 178 h 399"/>
                  <a:gd name="T22" fmla="*/ 209 w 418"/>
                  <a:gd name="T23" fmla="*/ 28 h 399"/>
                  <a:gd name="T24" fmla="*/ 238 w 418"/>
                  <a:gd name="T25" fmla="*/ 51 h 399"/>
                  <a:gd name="T26" fmla="*/ 277 w 418"/>
                  <a:gd name="T27" fmla="*/ 45 h 399"/>
                  <a:gd name="T28" fmla="*/ 237 w 418"/>
                  <a:gd name="T29" fmla="*/ 69 h 399"/>
                  <a:gd name="T30" fmla="*/ 209 w 418"/>
                  <a:gd name="T31" fmla="*/ 89 h 399"/>
                  <a:gd name="T32" fmla="*/ 180 w 418"/>
                  <a:gd name="T33" fmla="*/ 69 h 399"/>
                  <a:gd name="T34" fmla="*/ 140 w 418"/>
                  <a:gd name="T35" fmla="*/ 45 h 399"/>
                  <a:gd name="T36" fmla="*/ 179 w 418"/>
                  <a:gd name="T37" fmla="*/ 51 h 399"/>
                  <a:gd name="T38" fmla="*/ 209 w 418"/>
                  <a:gd name="T39" fmla="*/ 28 h 399"/>
                  <a:gd name="T40" fmla="*/ 209 w 418"/>
                  <a:gd name="T41" fmla="*/ 105 h 399"/>
                  <a:gd name="T42" fmla="*/ 359 w 418"/>
                  <a:gd name="T43" fmla="*/ 153 h 399"/>
                  <a:gd name="T44" fmla="*/ 355 w 418"/>
                  <a:gd name="T45" fmla="*/ 164 h 399"/>
                  <a:gd name="T46" fmla="*/ 209 w 418"/>
                  <a:gd name="T47" fmla="*/ 128 h 399"/>
                  <a:gd name="T48" fmla="*/ 63 w 418"/>
                  <a:gd name="T49" fmla="*/ 164 h 399"/>
                  <a:gd name="T50" fmla="*/ 58 w 418"/>
                  <a:gd name="T51" fmla="*/ 153 h 399"/>
                  <a:gd name="T52" fmla="*/ 209 w 418"/>
                  <a:gd name="T53" fmla="*/ 105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18" h="399">
                    <a:moveTo>
                      <a:pt x="58" y="178"/>
                    </a:moveTo>
                    <a:cubicBezTo>
                      <a:pt x="59" y="182"/>
                      <a:pt x="61" y="186"/>
                      <a:pt x="65" y="190"/>
                    </a:cubicBezTo>
                    <a:cubicBezTo>
                      <a:pt x="58" y="207"/>
                      <a:pt x="55" y="225"/>
                      <a:pt x="55" y="244"/>
                    </a:cubicBezTo>
                    <a:cubicBezTo>
                      <a:pt x="55" y="329"/>
                      <a:pt x="124" y="398"/>
                      <a:pt x="209" y="398"/>
                    </a:cubicBezTo>
                    <a:cubicBezTo>
                      <a:pt x="293" y="398"/>
                      <a:pt x="362" y="329"/>
                      <a:pt x="362" y="244"/>
                    </a:cubicBezTo>
                    <a:cubicBezTo>
                      <a:pt x="362" y="225"/>
                      <a:pt x="359" y="207"/>
                      <a:pt x="352" y="190"/>
                    </a:cubicBezTo>
                    <a:cubicBezTo>
                      <a:pt x="356" y="186"/>
                      <a:pt x="358" y="182"/>
                      <a:pt x="359" y="178"/>
                    </a:cubicBezTo>
                    <a:cubicBezTo>
                      <a:pt x="377" y="178"/>
                      <a:pt x="390" y="176"/>
                      <a:pt x="396" y="166"/>
                    </a:cubicBezTo>
                    <a:cubicBezTo>
                      <a:pt x="417" y="134"/>
                      <a:pt x="365" y="0"/>
                      <a:pt x="209" y="0"/>
                    </a:cubicBezTo>
                    <a:cubicBezTo>
                      <a:pt x="53" y="0"/>
                      <a:pt x="0" y="134"/>
                      <a:pt x="21" y="166"/>
                    </a:cubicBezTo>
                    <a:cubicBezTo>
                      <a:pt x="27" y="176"/>
                      <a:pt x="41" y="178"/>
                      <a:pt x="58" y="178"/>
                    </a:cubicBezTo>
                    <a:close/>
                    <a:moveTo>
                      <a:pt x="209" y="28"/>
                    </a:moveTo>
                    <a:cubicBezTo>
                      <a:pt x="223" y="28"/>
                      <a:pt x="235" y="38"/>
                      <a:pt x="238" y="51"/>
                    </a:cubicBezTo>
                    <a:cubicBezTo>
                      <a:pt x="256" y="49"/>
                      <a:pt x="277" y="45"/>
                      <a:pt x="277" y="45"/>
                    </a:cubicBezTo>
                    <a:cubicBezTo>
                      <a:pt x="277" y="45"/>
                      <a:pt x="257" y="62"/>
                      <a:pt x="237" y="69"/>
                    </a:cubicBezTo>
                    <a:cubicBezTo>
                      <a:pt x="233" y="81"/>
                      <a:pt x="222" y="89"/>
                      <a:pt x="209" y="89"/>
                    </a:cubicBezTo>
                    <a:cubicBezTo>
                      <a:pt x="196" y="89"/>
                      <a:pt x="184" y="81"/>
                      <a:pt x="180" y="69"/>
                    </a:cubicBezTo>
                    <a:cubicBezTo>
                      <a:pt x="160" y="62"/>
                      <a:pt x="140" y="45"/>
                      <a:pt x="140" y="45"/>
                    </a:cubicBezTo>
                    <a:cubicBezTo>
                      <a:pt x="140" y="45"/>
                      <a:pt x="162" y="49"/>
                      <a:pt x="179" y="51"/>
                    </a:cubicBezTo>
                    <a:cubicBezTo>
                      <a:pt x="182" y="38"/>
                      <a:pt x="194" y="28"/>
                      <a:pt x="209" y="28"/>
                    </a:cubicBezTo>
                    <a:close/>
                    <a:moveTo>
                      <a:pt x="209" y="105"/>
                    </a:moveTo>
                    <a:cubicBezTo>
                      <a:pt x="292" y="105"/>
                      <a:pt x="359" y="127"/>
                      <a:pt x="359" y="153"/>
                    </a:cubicBezTo>
                    <a:cubicBezTo>
                      <a:pt x="359" y="157"/>
                      <a:pt x="357" y="161"/>
                      <a:pt x="355" y="164"/>
                    </a:cubicBezTo>
                    <a:cubicBezTo>
                      <a:pt x="338" y="143"/>
                      <a:pt x="280" y="128"/>
                      <a:pt x="209" y="128"/>
                    </a:cubicBezTo>
                    <a:cubicBezTo>
                      <a:pt x="139" y="128"/>
                      <a:pt x="79" y="143"/>
                      <a:pt x="63" y="164"/>
                    </a:cubicBezTo>
                    <a:cubicBezTo>
                      <a:pt x="60" y="161"/>
                      <a:pt x="58" y="157"/>
                      <a:pt x="58" y="153"/>
                    </a:cubicBezTo>
                    <a:cubicBezTo>
                      <a:pt x="58" y="127"/>
                      <a:pt x="126" y="105"/>
                      <a:pt x="209" y="1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Freeform 8">
                <a:extLst>
                  <a:ext uri="{FF2B5EF4-FFF2-40B4-BE49-F238E27FC236}">
                    <a16:creationId xmlns:a16="http://schemas.microsoft.com/office/drawing/2014/main" xmlns="" id="{34D3C670-32FB-45EE-BC5C-E749C03D1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6115" y="4268999"/>
                <a:ext cx="608480" cy="1128385"/>
              </a:xfrm>
              <a:custGeom>
                <a:avLst/>
                <a:gdLst>
                  <a:gd name="T0" fmla="*/ 239 w 697"/>
                  <a:gd name="T1" fmla="*/ 0 h 1292"/>
                  <a:gd name="T2" fmla="*/ 214 w 697"/>
                  <a:gd name="T3" fmla="*/ 0 h 1292"/>
                  <a:gd name="T4" fmla="*/ 201 w 697"/>
                  <a:gd name="T5" fmla="*/ 1 h 1292"/>
                  <a:gd name="T6" fmla="*/ 182 w 697"/>
                  <a:gd name="T7" fmla="*/ 5 h 1292"/>
                  <a:gd name="T8" fmla="*/ 182 w 697"/>
                  <a:gd name="T9" fmla="*/ 5 h 1292"/>
                  <a:gd name="T10" fmla="*/ 84 w 697"/>
                  <a:gd name="T11" fmla="*/ 90 h 1292"/>
                  <a:gd name="T12" fmla="*/ 0 w 697"/>
                  <a:gd name="T13" fmla="*/ 402 h 1292"/>
                  <a:gd name="T14" fmla="*/ 9 w 697"/>
                  <a:gd name="T15" fmla="*/ 532 h 1292"/>
                  <a:gd name="T16" fmla="*/ 70 w 697"/>
                  <a:gd name="T17" fmla="*/ 586 h 1292"/>
                  <a:gd name="T18" fmla="*/ 77 w 697"/>
                  <a:gd name="T19" fmla="*/ 586 h 1292"/>
                  <a:gd name="T20" fmla="*/ 131 w 697"/>
                  <a:gd name="T21" fmla="*/ 517 h 1292"/>
                  <a:gd name="T22" fmla="*/ 123 w 697"/>
                  <a:gd name="T23" fmla="*/ 402 h 1292"/>
                  <a:gd name="T24" fmla="*/ 167 w 697"/>
                  <a:gd name="T25" fmla="*/ 189 h 1292"/>
                  <a:gd name="T26" fmla="*/ 228 w 697"/>
                  <a:gd name="T27" fmla="*/ 450 h 1292"/>
                  <a:gd name="T28" fmla="*/ 225 w 697"/>
                  <a:gd name="T29" fmla="*/ 460 h 1292"/>
                  <a:gd name="T30" fmla="*/ 102 w 697"/>
                  <a:gd name="T31" fmla="*/ 1183 h 1292"/>
                  <a:gd name="T32" fmla="*/ 177 w 697"/>
                  <a:gd name="T33" fmla="*/ 1290 h 1292"/>
                  <a:gd name="T34" fmla="*/ 193 w 697"/>
                  <a:gd name="T35" fmla="*/ 1291 h 1292"/>
                  <a:gd name="T36" fmla="*/ 284 w 697"/>
                  <a:gd name="T37" fmla="*/ 1214 h 1292"/>
                  <a:gd name="T38" fmla="*/ 390 w 697"/>
                  <a:gd name="T39" fmla="*/ 593 h 1292"/>
                  <a:gd name="T40" fmla="*/ 399 w 697"/>
                  <a:gd name="T41" fmla="*/ 593 h 1292"/>
                  <a:gd name="T42" fmla="*/ 506 w 697"/>
                  <a:gd name="T43" fmla="*/ 1214 h 1292"/>
                  <a:gd name="T44" fmla="*/ 596 w 697"/>
                  <a:gd name="T45" fmla="*/ 1291 h 1292"/>
                  <a:gd name="T46" fmla="*/ 612 w 697"/>
                  <a:gd name="T47" fmla="*/ 1290 h 1292"/>
                  <a:gd name="T48" fmla="*/ 687 w 697"/>
                  <a:gd name="T49" fmla="*/ 1183 h 1292"/>
                  <a:gd name="T50" fmla="*/ 564 w 697"/>
                  <a:gd name="T51" fmla="*/ 460 h 1292"/>
                  <a:gd name="T52" fmla="*/ 561 w 697"/>
                  <a:gd name="T53" fmla="*/ 450 h 1292"/>
                  <a:gd name="T54" fmla="*/ 562 w 697"/>
                  <a:gd name="T55" fmla="*/ 448 h 1292"/>
                  <a:gd name="T56" fmla="*/ 239 w 697"/>
                  <a:gd name="T57" fmla="*/ 0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97" h="1292">
                    <a:moveTo>
                      <a:pt x="239" y="0"/>
                    </a:moveTo>
                    <a:lnTo>
                      <a:pt x="214" y="0"/>
                    </a:lnTo>
                    <a:cubicBezTo>
                      <a:pt x="210" y="0"/>
                      <a:pt x="205" y="0"/>
                      <a:pt x="201" y="1"/>
                    </a:cubicBezTo>
                    <a:cubicBezTo>
                      <a:pt x="195" y="2"/>
                      <a:pt x="188" y="3"/>
                      <a:pt x="182" y="5"/>
                    </a:cubicBezTo>
                    <a:lnTo>
                      <a:pt x="182" y="5"/>
                    </a:lnTo>
                    <a:cubicBezTo>
                      <a:pt x="174" y="8"/>
                      <a:pt x="128" y="29"/>
                      <a:pt x="84" y="90"/>
                    </a:cubicBezTo>
                    <a:cubicBezTo>
                      <a:pt x="39" y="151"/>
                      <a:pt x="0" y="250"/>
                      <a:pt x="0" y="402"/>
                    </a:cubicBezTo>
                    <a:cubicBezTo>
                      <a:pt x="0" y="441"/>
                      <a:pt x="3" y="485"/>
                      <a:pt x="9" y="532"/>
                    </a:cubicBezTo>
                    <a:cubicBezTo>
                      <a:pt x="13" y="563"/>
                      <a:pt x="39" y="586"/>
                      <a:pt x="70" y="586"/>
                    </a:cubicBezTo>
                    <a:cubicBezTo>
                      <a:pt x="72" y="586"/>
                      <a:pt x="75" y="586"/>
                      <a:pt x="77" y="586"/>
                    </a:cubicBezTo>
                    <a:cubicBezTo>
                      <a:pt x="111" y="581"/>
                      <a:pt x="135" y="551"/>
                      <a:pt x="131" y="517"/>
                    </a:cubicBezTo>
                    <a:cubicBezTo>
                      <a:pt x="126" y="474"/>
                      <a:pt x="123" y="436"/>
                      <a:pt x="123" y="402"/>
                    </a:cubicBezTo>
                    <a:cubicBezTo>
                      <a:pt x="124" y="297"/>
                      <a:pt x="144" y="231"/>
                      <a:pt x="167" y="189"/>
                    </a:cubicBezTo>
                    <a:lnTo>
                      <a:pt x="228" y="450"/>
                    </a:lnTo>
                    <a:cubicBezTo>
                      <a:pt x="227" y="453"/>
                      <a:pt x="226" y="457"/>
                      <a:pt x="225" y="460"/>
                    </a:cubicBezTo>
                    <a:lnTo>
                      <a:pt x="102" y="1183"/>
                    </a:lnTo>
                    <a:cubicBezTo>
                      <a:pt x="93" y="1234"/>
                      <a:pt x="127" y="1281"/>
                      <a:pt x="177" y="1290"/>
                    </a:cubicBezTo>
                    <a:cubicBezTo>
                      <a:pt x="182" y="1291"/>
                      <a:pt x="188" y="1291"/>
                      <a:pt x="193" y="1291"/>
                    </a:cubicBezTo>
                    <a:cubicBezTo>
                      <a:pt x="237" y="1291"/>
                      <a:pt x="276" y="1259"/>
                      <a:pt x="284" y="1214"/>
                    </a:cubicBezTo>
                    <a:lnTo>
                      <a:pt x="390" y="593"/>
                    </a:lnTo>
                    <a:lnTo>
                      <a:pt x="399" y="593"/>
                    </a:lnTo>
                    <a:lnTo>
                      <a:pt x="506" y="1214"/>
                    </a:lnTo>
                    <a:cubicBezTo>
                      <a:pt x="513" y="1259"/>
                      <a:pt x="552" y="1291"/>
                      <a:pt x="596" y="1291"/>
                    </a:cubicBezTo>
                    <a:cubicBezTo>
                      <a:pt x="601" y="1291"/>
                      <a:pt x="607" y="1291"/>
                      <a:pt x="612" y="1290"/>
                    </a:cubicBezTo>
                    <a:cubicBezTo>
                      <a:pt x="662" y="1281"/>
                      <a:pt x="696" y="1234"/>
                      <a:pt x="687" y="1183"/>
                    </a:cubicBezTo>
                    <a:lnTo>
                      <a:pt x="564" y="460"/>
                    </a:lnTo>
                    <a:cubicBezTo>
                      <a:pt x="563" y="457"/>
                      <a:pt x="562" y="453"/>
                      <a:pt x="561" y="450"/>
                    </a:cubicBezTo>
                    <a:lnTo>
                      <a:pt x="562" y="448"/>
                    </a:lnTo>
                    <a:lnTo>
                      <a:pt x="239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xmlns="" id="{383C3751-D30C-485C-BC2C-F0BEF0C6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76442" y="4268999"/>
                <a:ext cx="473688" cy="381264"/>
              </a:xfrm>
              <a:custGeom>
                <a:avLst/>
                <a:gdLst>
                  <a:gd name="T0" fmla="*/ 509 w 543"/>
                  <a:gd name="T1" fmla="*/ 273 h 438"/>
                  <a:gd name="T2" fmla="*/ 503 w 543"/>
                  <a:gd name="T3" fmla="*/ 268 h 438"/>
                  <a:gd name="T4" fmla="*/ 387 w 543"/>
                  <a:gd name="T5" fmla="*/ 119 h 438"/>
                  <a:gd name="T6" fmla="*/ 356 w 543"/>
                  <a:gd name="T7" fmla="*/ 61 h 438"/>
                  <a:gd name="T8" fmla="*/ 355 w 543"/>
                  <a:gd name="T9" fmla="*/ 60 h 438"/>
                  <a:gd name="T10" fmla="*/ 341 w 543"/>
                  <a:gd name="T11" fmla="*/ 30 h 438"/>
                  <a:gd name="T12" fmla="*/ 308 w 543"/>
                  <a:gd name="T13" fmla="*/ 4 h 438"/>
                  <a:gd name="T14" fmla="*/ 286 w 543"/>
                  <a:gd name="T15" fmla="*/ 0 h 438"/>
                  <a:gd name="T16" fmla="*/ 0 w 543"/>
                  <a:gd name="T17" fmla="*/ 0 h 438"/>
                  <a:gd name="T18" fmla="*/ 285 w 543"/>
                  <a:gd name="T19" fmla="*/ 395 h 438"/>
                  <a:gd name="T20" fmla="*/ 321 w 543"/>
                  <a:gd name="T21" fmla="*/ 244 h 438"/>
                  <a:gd name="T22" fmla="*/ 421 w 543"/>
                  <a:gd name="T23" fmla="*/ 359 h 438"/>
                  <a:gd name="T24" fmla="*/ 542 w 543"/>
                  <a:gd name="T25" fmla="*/ 437 h 438"/>
                  <a:gd name="T26" fmla="*/ 506 w 543"/>
                  <a:gd name="T27" fmla="*/ 311 h 438"/>
                  <a:gd name="T28" fmla="*/ 509 w 543"/>
                  <a:gd name="T29" fmla="*/ 273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3" h="438">
                    <a:moveTo>
                      <a:pt x="509" y="273"/>
                    </a:moveTo>
                    <a:cubicBezTo>
                      <a:pt x="507" y="271"/>
                      <a:pt x="505" y="269"/>
                      <a:pt x="503" y="268"/>
                    </a:cubicBezTo>
                    <a:cubicBezTo>
                      <a:pt x="454" y="224"/>
                      <a:pt x="413" y="166"/>
                      <a:pt x="387" y="119"/>
                    </a:cubicBezTo>
                    <a:cubicBezTo>
                      <a:pt x="373" y="96"/>
                      <a:pt x="363" y="76"/>
                      <a:pt x="356" y="61"/>
                    </a:cubicBezTo>
                    <a:cubicBezTo>
                      <a:pt x="356" y="61"/>
                      <a:pt x="356" y="60"/>
                      <a:pt x="355" y="60"/>
                    </a:cubicBezTo>
                    <a:cubicBezTo>
                      <a:pt x="352" y="48"/>
                      <a:pt x="348" y="38"/>
                      <a:pt x="341" y="30"/>
                    </a:cubicBezTo>
                    <a:cubicBezTo>
                      <a:pt x="334" y="17"/>
                      <a:pt x="322" y="8"/>
                      <a:pt x="308" y="4"/>
                    </a:cubicBezTo>
                    <a:cubicBezTo>
                      <a:pt x="301" y="1"/>
                      <a:pt x="294" y="0"/>
                      <a:pt x="286" y="0"/>
                    </a:cubicBezTo>
                    <a:lnTo>
                      <a:pt x="0" y="0"/>
                    </a:lnTo>
                    <a:lnTo>
                      <a:pt x="285" y="395"/>
                    </a:lnTo>
                    <a:lnTo>
                      <a:pt x="321" y="244"/>
                    </a:lnTo>
                    <a:cubicBezTo>
                      <a:pt x="348" y="283"/>
                      <a:pt x="381" y="323"/>
                      <a:pt x="421" y="359"/>
                    </a:cubicBezTo>
                    <a:cubicBezTo>
                      <a:pt x="455" y="390"/>
                      <a:pt x="496" y="418"/>
                      <a:pt x="542" y="437"/>
                    </a:cubicBezTo>
                    <a:cubicBezTo>
                      <a:pt x="518" y="396"/>
                      <a:pt x="506" y="352"/>
                      <a:pt x="506" y="311"/>
                    </a:cubicBezTo>
                    <a:cubicBezTo>
                      <a:pt x="506" y="298"/>
                      <a:pt x="507" y="286"/>
                      <a:pt x="509" y="273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xmlns="" id="{06462FF0-A73C-435D-812D-C9D2E9163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42557" y="4758094"/>
                <a:ext cx="323496" cy="643140"/>
              </a:xfrm>
              <a:custGeom>
                <a:avLst/>
                <a:gdLst>
                  <a:gd name="T0" fmla="*/ 353 w 370"/>
                  <a:gd name="T1" fmla="*/ 37 h 737"/>
                  <a:gd name="T2" fmla="*/ 337 w 370"/>
                  <a:gd name="T3" fmla="*/ 62 h 737"/>
                  <a:gd name="T4" fmla="*/ 333 w 370"/>
                  <a:gd name="T5" fmla="*/ 62 h 737"/>
                  <a:gd name="T6" fmla="*/ 313 w 370"/>
                  <a:gd name="T7" fmla="*/ 46 h 737"/>
                  <a:gd name="T8" fmla="*/ 312 w 370"/>
                  <a:gd name="T9" fmla="*/ 44 h 737"/>
                  <a:gd name="T10" fmla="*/ 310 w 370"/>
                  <a:gd name="T11" fmla="*/ 46 h 737"/>
                  <a:gd name="T12" fmla="*/ 271 w 370"/>
                  <a:gd name="T13" fmla="*/ 58 h 737"/>
                  <a:gd name="T14" fmla="*/ 257 w 370"/>
                  <a:gd name="T15" fmla="*/ 57 h 737"/>
                  <a:gd name="T16" fmla="*/ 184 w 370"/>
                  <a:gd name="T17" fmla="*/ 83 h 737"/>
                  <a:gd name="T18" fmla="*/ 184 w 370"/>
                  <a:gd name="T19" fmla="*/ 83 h 737"/>
                  <a:gd name="T20" fmla="*/ 112 w 370"/>
                  <a:gd name="T21" fmla="*/ 57 h 737"/>
                  <a:gd name="T22" fmla="*/ 98 w 370"/>
                  <a:gd name="T23" fmla="*/ 58 h 737"/>
                  <a:gd name="T24" fmla="*/ 59 w 370"/>
                  <a:gd name="T25" fmla="*/ 46 h 737"/>
                  <a:gd name="T26" fmla="*/ 56 w 370"/>
                  <a:gd name="T27" fmla="*/ 44 h 737"/>
                  <a:gd name="T28" fmla="*/ 56 w 370"/>
                  <a:gd name="T29" fmla="*/ 46 h 737"/>
                  <a:gd name="T30" fmla="*/ 36 w 370"/>
                  <a:gd name="T31" fmla="*/ 62 h 737"/>
                  <a:gd name="T32" fmla="*/ 31 w 370"/>
                  <a:gd name="T33" fmla="*/ 62 h 737"/>
                  <a:gd name="T34" fmla="*/ 16 w 370"/>
                  <a:gd name="T35" fmla="*/ 37 h 737"/>
                  <a:gd name="T36" fmla="*/ 21 w 370"/>
                  <a:gd name="T37" fmla="*/ 18 h 737"/>
                  <a:gd name="T38" fmla="*/ 0 w 370"/>
                  <a:gd name="T39" fmla="*/ 0 h 737"/>
                  <a:gd name="T40" fmla="*/ 0 w 370"/>
                  <a:gd name="T41" fmla="*/ 41 h 737"/>
                  <a:gd name="T42" fmla="*/ 0 w 370"/>
                  <a:gd name="T43" fmla="*/ 651 h 737"/>
                  <a:gd name="T44" fmla="*/ 84 w 370"/>
                  <a:gd name="T45" fmla="*/ 736 h 737"/>
                  <a:gd name="T46" fmla="*/ 169 w 370"/>
                  <a:gd name="T47" fmla="*/ 651 h 737"/>
                  <a:gd name="T48" fmla="*/ 169 w 370"/>
                  <a:gd name="T49" fmla="*/ 95 h 737"/>
                  <a:gd name="T50" fmla="*/ 184 w 370"/>
                  <a:gd name="T51" fmla="*/ 96 h 737"/>
                  <a:gd name="T52" fmla="*/ 185 w 370"/>
                  <a:gd name="T53" fmla="*/ 96 h 737"/>
                  <a:gd name="T54" fmla="*/ 200 w 370"/>
                  <a:gd name="T55" fmla="*/ 95 h 737"/>
                  <a:gd name="T56" fmla="*/ 200 w 370"/>
                  <a:gd name="T57" fmla="*/ 651 h 737"/>
                  <a:gd name="T58" fmla="*/ 285 w 370"/>
                  <a:gd name="T59" fmla="*/ 736 h 737"/>
                  <a:gd name="T60" fmla="*/ 369 w 370"/>
                  <a:gd name="T61" fmla="*/ 651 h 737"/>
                  <a:gd name="T62" fmla="*/ 369 w 370"/>
                  <a:gd name="T63" fmla="*/ 41 h 737"/>
                  <a:gd name="T64" fmla="*/ 369 w 370"/>
                  <a:gd name="T65" fmla="*/ 0 h 737"/>
                  <a:gd name="T66" fmla="*/ 348 w 370"/>
                  <a:gd name="T67" fmla="*/ 18 h 737"/>
                  <a:gd name="T68" fmla="*/ 353 w 370"/>
                  <a:gd name="T69" fmla="*/ 37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70" h="737">
                    <a:moveTo>
                      <a:pt x="353" y="37"/>
                    </a:moveTo>
                    <a:cubicBezTo>
                      <a:pt x="355" y="48"/>
                      <a:pt x="348" y="59"/>
                      <a:pt x="337" y="62"/>
                    </a:cubicBezTo>
                    <a:cubicBezTo>
                      <a:pt x="336" y="62"/>
                      <a:pt x="334" y="62"/>
                      <a:pt x="333" y="62"/>
                    </a:cubicBezTo>
                    <a:cubicBezTo>
                      <a:pt x="324" y="62"/>
                      <a:pt x="315" y="55"/>
                      <a:pt x="313" y="46"/>
                    </a:cubicBezTo>
                    <a:cubicBezTo>
                      <a:pt x="313" y="45"/>
                      <a:pt x="313" y="45"/>
                      <a:pt x="312" y="44"/>
                    </a:cubicBezTo>
                    <a:cubicBezTo>
                      <a:pt x="312" y="44"/>
                      <a:pt x="311" y="45"/>
                      <a:pt x="310" y="46"/>
                    </a:cubicBezTo>
                    <a:cubicBezTo>
                      <a:pt x="298" y="54"/>
                      <a:pt x="285" y="58"/>
                      <a:pt x="271" y="58"/>
                    </a:cubicBezTo>
                    <a:cubicBezTo>
                      <a:pt x="266" y="58"/>
                      <a:pt x="262" y="58"/>
                      <a:pt x="257" y="57"/>
                    </a:cubicBezTo>
                    <a:cubicBezTo>
                      <a:pt x="240" y="72"/>
                      <a:pt x="216" y="83"/>
                      <a:pt x="184" y="83"/>
                    </a:cubicBezTo>
                    <a:lnTo>
                      <a:pt x="184" y="83"/>
                    </a:lnTo>
                    <a:cubicBezTo>
                      <a:pt x="152" y="83"/>
                      <a:pt x="129" y="72"/>
                      <a:pt x="112" y="57"/>
                    </a:cubicBezTo>
                    <a:cubicBezTo>
                      <a:pt x="107" y="58"/>
                      <a:pt x="103" y="58"/>
                      <a:pt x="98" y="58"/>
                    </a:cubicBezTo>
                    <a:cubicBezTo>
                      <a:pt x="84" y="58"/>
                      <a:pt x="71" y="54"/>
                      <a:pt x="59" y="46"/>
                    </a:cubicBezTo>
                    <a:cubicBezTo>
                      <a:pt x="58" y="45"/>
                      <a:pt x="57" y="44"/>
                      <a:pt x="56" y="44"/>
                    </a:cubicBezTo>
                    <a:cubicBezTo>
                      <a:pt x="56" y="45"/>
                      <a:pt x="56" y="45"/>
                      <a:pt x="56" y="46"/>
                    </a:cubicBezTo>
                    <a:cubicBezTo>
                      <a:pt x="54" y="55"/>
                      <a:pt x="45" y="62"/>
                      <a:pt x="36" y="62"/>
                    </a:cubicBezTo>
                    <a:cubicBezTo>
                      <a:pt x="34" y="62"/>
                      <a:pt x="33" y="62"/>
                      <a:pt x="31" y="62"/>
                    </a:cubicBezTo>
                    <a:cubicBezTo>
                      <a:pt x="20" y="59"/>
                      <a:pt x="13" y="48"/>
                      <a:pt x="16" y="37"/>
                    </a:cubicBezTo>
                    <a:cubicBezTo>
                      <a:pt x="17" y="31"/>
                      <a:pt x="19" y="24"/>
                      <a:pt x="21" y="18"/>
                    </a:cubicBezTo>
                    <a:cubicBezTo>
                      <a:pt x="14" y="12"/>
                      <a:pt x="7" y="6"/>
                      <a:pt x="0" y="0"/>
                    </a:cubicBezTo>
                    <a:lnTo>
                      <a:pt x="0" y="41"/>
                    </a:lnTo>
                    <a:lnTo>
                      <a:pt x="0" y="651"/>
                    </a:lnTo>
                    <a:cubicBezTo>
                      <a:pt x="0" y="698"/>
                      <a:pt x="38" y="736"/>
                      <a:pt x="84" y="736"/>
                    </a:cubicBezTo>
                    <a:cubicBezTo>
                      <a:pt x="131" y="736"/>
                      <a:pt x="169" y="698"/>
                      <a:pt x="169" y="651"/>
                    </a:cubicBezTo>
                    <a:lnTo>
                      <a:pt x="169" y="95"/>
                    </a:lnTo>
                    <a:cubicBezTo>
                      <a:pt x="174" y="96"/>
                      <a:pt x="179" y="96"/>
                      <a:pt x="184" y="96"/>
                    </a:cubicBezTo>
                    <a:lnTo>
                      <a:pt x="185" y="96"/>
                    </a:lnTo>
                    <a:cubicBezTo>
                      <a:pt x="190" y="96"/>
                      <a:pt x="195" y="96"/>
                      <a:pt x="200" y="95"/>
                    </a:cubicBezTo>
                    <a:lnTo>
                      <a:pt x="200" y="651"/>
                    </a:lnTo>
                    <a:cubicBezTo>
                      <a:pt x="200" y="698"/>
                      <a:pt x="239" y="736"/>
                      <a:pt x="285" y="736"/>
                    </a:cubicBezTo>
                    <a:cubicBezTo>
                      <a:pt x="332" y="736"/>
                      <a:pt x="369" y="698"/>
                      <a:pt x="369" y="651"/>
                    </a:cubicBezTo>
                    <a:lnTo>
                      <a:pt x="369" y="41"/>
                    </a:lnTo>
                    <a:lnTo>
                      <a:pt x="369" y="0"/>
                    </a:lnTo>
                    <a:cubicBezTo>
                      <a:pt x="362" y="6"/>
                      <a:pt x="355" y="12"/>
                      <a:pt x="348" y="18"/>
                    </a:cubicBezTo>
                    <a:cubicBezTo>
                      <a:pt x="350" y="24"/>
                      <a:pt x="352" y="31"/>
                      <a:pt x="353" y="3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xmlns="" id="{A6151561-6BF6-40B7-AF0A-7E5229571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3563" y="4700326"/>
                <a:ext cx="88575" cy="96280"/>
              </a:xfrm>
              <a:custGeom>
                <a:avLst/>
                <a:gdLst>
                  <a:gd name="T0" fmla="*/ 45 w 102"/>
                  <a:gd name="T1" fmla="*/ 0 h 110"/>
                  <a:gd name="T2" fmla="*/ 31 w 102"/>
                  <a:gd name="T3" fmla="*/ 10 h 110"/>
                  <a:gd name="T4" fmla="*/ 18 w 102"/>
                  <a:gd name="T5" fmla="*/ 86 h 110"/>
                  <a:gd name="T6" fmla="*/ 63 w 102"/>
                  <a:gd name="T7" fmla="*/ 109 h 110"/>
                  <a:gd name="T8" fmla="*/ 94 w 102"/>
                  <a:gd name="T9" fmla="*/ 100 h 110"/>
                  <a:gd name="T10" fmla="*/ 101 w 102"/>
                  <a:gd name="T11" fmla="*/ 95 h 110"/>
                  <a:gd name="T12" fmla="*/ 45 w 102"/>
                  <a:gd name="T13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2" h="110">
                    <a:moveTo>
                      <a:pt x="45" y="0"/>
                    </a:moveTo>
                    <a:cubicBezTo>
                      <a:pt x="40" y="4"/>
                      <a:pt x="36" y="7"/>
                      <a:pt x="31" y="10"/>
                    </a:cubicBezTo>
                    <a:cubicBezTo>
                      <a:pt x="6" y="27"/>
                      <a:pt x="0" y="62"/>
                      <a:pt x="18" y="86"/>
                    </a:cubicBezTo>
                    <a:cubicBezTo>
                      <a:pt x="29" y="101"/>
                      <a:pt x="45" y="109"/>
                      <a:pt x="63" y="109"/>
                    </a:cubicBezTo>
                    <a:cubicBezTo>
                      <a:pt x="73" y="109"/>
                      <a:pt x="84" y="106"/>
                      <a:pt x="94" y="100"/>
                    </a:cubicBezTo>
                    <a:cubicBezTo>
                      <a:pt x="96" y="98"/>
                      <a:pt x="98" y="96"/>
                      <a:pt x="101" y="95"/>
                    </a:cubicBezTo>
                    <a:cubicBezTo>
                      <a:pt x="88" y="56"/>
                      <a:pt x="61" y="19"/>
                      <a:pt x="45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xmlns="" id="{A6A27398-9E0B-4448-A06D-2F6EDCCE3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0876" y="4338320"/>
                <a:ext cx="543009" cy="477540"/>
              </a:xfrm>
              <a:custGeom>
                <a:avLst/>
                <a:gdLst>
                  <a:gd name="T0" fmla="*/ 26 w 623"/>
                  <a:gd name="T1" fmla="*/ 132 h 548"/>
                  <a:gd name="T2" fmla="*/ 1 w 623"/>
                  <a:gd name="T3" fmla="*/ 233 h 548"/>
                  <a:gd name="T4" fmla="*/ 46 w 623"/>
                  <a:gd name="T5" fmla="*/ 371 h 548"/>
                  <a:gd name="T6" fmla="*/ 153 w 623"/>
                  <a:gd name="T7" fmla="*/ 482 h 548"/>
                  <a:gd name="T8" fmla="*/ 211 w 623"/>
                  <a:gd name="T9" fmla="*/ 388 h 548"/>
                  <a:gd name="T10" fmla="*/ 137 w 623"/>
                  <a:gd name="T11" fmla="*/ 310 h 548"/>
                  <a:gd name="T12" fmla="*/ 110 w 623"/>
                  <a:gd name="T13" fmla="*/ 233 h 548"/>
                  <a:gd name="T14" fmla="*/ 123 w 623"/>
                  <a:gd name="T15" fmla="*/ 183 h 548"/>
                  <a:gd name="T16" fmla="*/ 141 w 623"/>
                  <a:gd name="T17" fmla="*/ 156 h 548"/>
                  <a:gd name="T18" fmla="*/ 135 w 623"/>
                  <a:gd name="T19" fmla="*/ 190 h 548"/>
                  <a:gd name="T20" fmla="*/ 127 w 623"/>
                  <a:gd name="T21" fmla="*/ 210 h 548"/>
                  <a:gd name="T22" fmla="*/ 127 w 623"/>
                  <a:gd name="T23" fmla="*/ 256 h 548"/>
                  <a:gd name="T24" fmla="*/ 149 w 623"/>
                  <a:gd name="T25" fmla="*/ 302 h 548"/>
                  <a:gd name="T26" fmla="*/ 220 w 623"/>
                  <a:gd name="T27" fmla="*/ 378 h 548"/>
                  <a:gd name="T28" fmla="*/ 227 w 623"/>
                  <a:gd name="T29" fmla="*/ 370 h 548"/>
                  <a:gd name="T30" fmla="*/ 227 w 623"/>
                  <a:gd name="T31" fmla="*/ 370 h 548"/>
                  <a:gd name="T32" fmla="*/ 256 w 623"/>
                  <a:gd name="T33" fmla="*/ 370 h 548"/>
                  <a:gd name="T34" fmla="*/ 256 w 623"/>
                  <a:gd name="T35" fmla="*/ 399 h 548"/>
                  <a:gd name="T36" fmla="*/ 254 w 623"/>
                  <a:gd name="T37" fmla="*/ 402 h 548"/>
                  <a:gd name="T38" fmla="*/ 252 w 623"/>
                  <a:gd name="T39" fmla="*/ 403 h 548"/>
                  <a:gd name="T40" fmla="*/ 265 w 623"/>
                  <a:gd name="T41" fmla="*/ 412 h 548"/>
                  <a:gd name="T42" fmla="*/ 281 w 623"/>
                  <a:gd name="T43" fmla="*/ 507 h 548"/>
                  <a:gd name="T44" fmla="*/ 254 w 623"/>
                  <a:gd name="T45" fmla="*/ 530 h 548"/>
                  <a:gd name="T46" fmla="*/ 311 w 623"/>
                  <a:gd name="T47" fmla="*/ 547 h 548"/>
                  <a:gd name="T48" fmla="*/ 369 w 623"/>
                  <a:gd name="T49" fmla="*/ 530 h 548"/>
                  <a:gd name="T50" fmla="*/ 342 w 623"/>
                  <a:gd name="T51" fmla="*/ 507 h 548"/>
                  <a:gd name="T52" fmla="*/ 358 w 623"/>
                  <a:gd name="T53" fmla="*/ 412 h 548"/>
                  <a:gd name="T54" fmla="*/ 371 w 623"/>
                  <a:gd name="T55" fmla="*/ 403 h 548"/>
                  <a:gd name="T56" fmla="*/ 369 w 623"/>
                  <a:gd name="T57" fmla="*/ 402 h 548"/>
                  <a:gd name="T58" fmla="*/ 367 w 623"/>
                  <a:gd name="T59" fmla="*/ 399 h 548"/>
                  <a:gd name="T60" fmla="*/ 367 w 623"/>
                  <a:gd name="T61" fmla="*/ 399 h 548"/>
                  <a:gd name="T62" fmla="*/ 367 w 623"/>
                  <a:gd name="T63" fmla="*/ 370 h 548"/>
                  <a:gd name="T64" fmla="*/ 396 w 623"/>
                  <a:gd name="T65" fmla="*/ 370 h 548"/>
                  <a:gd name="T66" fmla="*/ 403 w 623"/>
                  <a:gd name="T67" fmla="*/ 378 h 548"/>
                  <a:gd name="T68" fmla="*/ 474 w 623"/>
                  <a:gd name="T69" fmla="*/ 302 h 548"/>
                  <a:gd name="T70" fmla="*/ 496 w 623"/>
                  <a:gd name="T71" fmla="*/ 256 h 548"/>
                  <a:gd name="T72" fmla="*/ 496 w 623"/>
                  <a:gd name="T73" fmla="*/ 210 h 548"/>
                  <a:gd name="T74" fmla="*/ 488 w 623"/>
                  <a:gd name="T75" fmla="*/ 190 h 548"/>
                  <a:gd name="T76" fmla="*/ 481 w 623"/>
                  <a:gd name="T77" fmla="*/ 156 h 548"/>
                  <a:gd name="T78" fmla="*/ 500 w 623"/>
                  <a:gd name="T79" fmla="*/ 183 h 548"/>
                  <a:gd name="T80" fmla="*/ 513 w 623"/>
                  <a:gd name="T81" fmla="*/ 233 h 548"/>
                  <a:gd name="T82" fmla="*/ 486 w 623"/>
                  <a:gd name="T83" fmla="*/ 310 h 548"/>
                  <a:gd name="T84" fmla="*/ 412 w 623"/>
                  <a:gd name="T85" fmla="*/ 388 h 548"/>
                  <a:gd name="T86" fmla="*/ 470 w 623"/>
                  <a:gd name="T87" fmla="*/ 482 h 548"/>
                  <a:gd name="T88" fmla="*/ 576 w 623"/>
                  <a:gd name="T89" fmla="*/ 371 h 548"/>
                  <a:gd name="T90" fmla="*/ 622 w 623"/>
                  <a:gd name="T91" fmla="*/ 233 h 548"/>
                  <a:gd name="T92" fmla="*/ 597 w 623"/>
                  <a:gd name="T93" fmla="*/ 132 h 548"/>
                  <a:gd name="T94" fmla="*/ 545 w 623"/>
                  <a:gd name="T95" fmla="*/ 63 h 548"/>
                  <a:gd name="T96" fmla="*/ 473 w 623"/>
                  <a:gd name="T97" fmla="*/ 8 h 548"/>
                  <a:gd name="T98" fmla="*/ 470 w 623"/>
                  <a:gd name="T99" fmla="*/ 7 h 548"/>
                  <a:gd name="T100" fmla="*/ 470 w 623"/>
                  <a:gd name="T101" fmla="*/ 7 h 548"/>
                  <a:gd name="T102" fmla="*/ 470 w 623"/>
                  <a:gd name="T103" fmla="*/ 6 h 548"/>
                  <a:gd name="T104" fmla="*/ 452 w 623"/>
                  <a:gd name="T105" fmla="*/ 0 h 548"/>
                  <a:gd name="T106" fmla="*/ 349 w 623"/>
                  <a:gd name="T107" fmla="*/ 72 h 548"/>
                  <a:gd name="T108" fmla="*/ 311 w 623"/>
                  <a:gd name="T109" fmla="*/ 76 h 548"/>
                  <a:gd name="T110" fmla="*/ 171 w 623"/>
                  <a:gd name="T111" fmla="*/ 0 h 548"/>
                  <a:gd name="T112" fmla="*/ 153 w 623"/>
                  <a:gd name="T113" fmla="*/ 6 h 548"/>
                  <a:gd name="T114" fmla="*/ 153 w 623"/>
                  <a:gd name="T115" fmla="*/ 7 h 548"/>
                  <a:gd name="T116" fmla="*/ 153 w 623"/>
                  <a:gd name="T117" fmla="*/ 7 h 548"/>
                  <a:gd name="T118" fmla="*/ 150 w 623"/>
                  <a:gd name="T119" fmla="*/ 8 h 548"/>
                  <a:gd name="T120" fmla="*/ 78 w 623"/>
                  <a:gd name="T121" fmla="*/ 63 h 548"/>
                  <a:gd name="T122" fmla="*/ 26 w 623"/>
                  <a:gd name="T123" fmla="*/ 132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23" h="548">
                    <a:moveTo>
                      <a:pt x="26" y="132"/>
                    </a:moveTo>
                    <a:cubicBezTo>
                      <a:pt x="11" y="161"/>
                      <a:pt x="1" y="195"/>
                      <a:pt x="1" y="233"/>
                    </a:cubicBezTo>
                    <a:cubicBezTo>
                      <a:pt x="0" y="277"/>
                      <a:pt x="15" y="324"/>
                      <a:pt x="46" y="371"/>
                    </a:cubicBezTo>
                    <a:cubicBezTo>
                      <a:pt x="71" y="408"/>
                      <a:pt x="106" y="445"/>
                      <a:pt x="153" y="482"/>
                    </a:cubicBezTo>
                    <a:cubicBezTo>
                      <a:pt x="169" y="441"/>
                      <a:pt x="194" y="408"/>
                      <a:pt x="211" y="388"/>
                    </a:cubicBezTo>
                    <a:cubicBezTo>
                      <a:pt x="176" y="359"/>
                      <a:pt x="153" y="333"/>
                      <a:pt x="137" y="310"/>
                    </a:cubicBezTo>
                    <a:cubicBezTo>
                      <a:pt x="116" y="278"/>
                      <a:pt x="110" y="253"/>
                      <a:pt x="110" y="233"/>
                    </a:cubicBezTo>
                    <a:cubicBezTo>
                      <a:pt x="110" y="215"/>
                      <a:pt x="115" y="199"/>
                      <a:pt x="123" y="183"/>
                    </a:cubicBezTo>
                    <a:cubicBezTo>
                      <a:pt x="128" y="174"/>
                      <a:pt x="134" y="164"/>
                      <a:pt x="141" y="156"/>
                    </a:cubicBezTo>
                    <a:cubicBezTo>
                      <a:pt x="139" y="173"/>
                      <a:pt x="137" y="185"/>
                      <a:pt x="135" y="190"/>
                    </a:cubicBezTo>
                    <a:cubicBezTo>
                      <a:pt x="131" y="197"/>
                      <a:pt x="129" y="204"/>
                      <a:pt x="127" y="210"/>
                    </a:cubicBezTo>
                    <a:lnTo>
                      <a:pt x="127" y="256"/>
                    </a:lnTo>
                    <a:cubicBezTo>
                      <a:pt x="130" y="271"/>
                      <a:pt x="138" y="286"/>
                      <a:pt x="149" y="302"/>
                    </a:cubicBezTo>
                    <a:cubicBezTo>
                      <a:pt x="165" y="326"/>
                      <a:pt x="189" y="352"/>
                      <a:pt x="220" y="378"/>
                    </a:cubicBezTo>
                    <a:cubicBezTo>
                      <a:pt x="224" y="373"/>
                      <a:pt x="227" y="370"/>
                      <a:pt x="227" y="370"/>
                    </a:cubicBezTo>
                    <a:lnTo>
                      <a:pt x="227" y="370"/>
                    </a:lnTo>
                    <a:cubicBezTo>
                      <a:pt x="235" y="362"/>
                      <a:pt x="248" y="362"/>
                      <a:pt x="256" y="370"/>
                    </a:cubicBezTo>
                    <a:cubicBezTo>
                      <a:pt x="264" y="378"/>
                      <a:pt x="264" y="391"/>
                      <a:pt x="256" y="399"/>
                    </a:cubicBezTo>
                    <a:cubicBezTo>
                      <a:pt x="256" y="399"/>
                      <a:pt x="255" y="400"/>
                      <a:pt x="254" y="402"/>
                    </a:cubicBezTo>
                    <a:cubicBezTo>
                      <a:pt x="253" y="402"/>
                      <a:pt x="253" y="403"/>
                      <a:pt x="252" y="403"/>
                    </a:cubicBezTo>
                    <a:cubicBezTo>
                      <a:pt x="256" y="406"/>
                      <a:pt x="260" y="409"/>
                      <a:pt x="265" y="412"/>
                    </a:cubicBezTo>
                    <a:cubicBezTo>
                      <a:pt x="295" y="434"/>
                      <a:pt x="303" y="476"/>
                      <a:pt x="281" y="507"/>
                    </a:cubicBezTo>
                    <a:cubicBezTo>
                      <a:pt x="274" y="517"/>
                      <a:pt x="265" y="525"/>
                      <a:pt x="254" y="530"/>
                    </a:cubicBezTo>
                    <a:cubicBezTo>
                      <a:pt x="268" y="540"/>
                      <a:pt x="287" y="547"/>
                      <a:pt x="311" y="547"/>
                    </a:cubicBezTo>
                    <a:cubicBezTo>
                      <a:pt x="336" y="547"/>
                      <a:pt x="355" y="540"/>
                      <a:pt x="369" y="530"/>
                    </a:cubicBezTo>
                    <a:cubicBezTo>
                      <a:pt x="358" y="525"/>
                      <a:pt x="349" y="517"/>
                      <a:pt x="342" y="507"/>
                    </a:cubicBezTo>
                    <a:cubicBezTo>
                      <a:pt x="320" y="476"/>
                      <a:pt x="328" y="434"/>
                      <a:pt x="358" y="412"/>
                    </a:cubicBezTo>
                    <a:cubicBezTo>
                      <a:pt x="363" y="409"/>
                      <a:pt x="367" y="406"/>
                      <a:pt x="371" y="403"/>
                    </a:cubicBezTo>
                    <a:cubicBezTo>
                      <a:pt x="370" y="403"/>
                      <a:pt x="370" y="402"/>
                      <a:pt x="369" y="402"/>
                    </a:cubicBezTo>
                    <a:cubicBezTo>
                      <a:pt x="368" y="400"/>
                      <a:pt x="367" y="399"/>
                      <a:pt x="367" y="399"/>
                    </a:cubicBezTo>
                    <a:lnTo>
                      <a:pt x="367" y="399"/>
                    </a:lnTo>
                    <a:cubicBezTo>
                      <a:pt x="359" y="391"/>
                      <a:pt x="359" y="378"/>
                      <a:pt x="367" y="370"/>
                    </a:cubicBezTo>
                    <a:cubicBezTo>
                      <a:pt x="375" y="362"/>
                      <a:pt x="388" y="362"/>
                      <a:pt x="396" y="370"/>
                    </a:cubicBezTo>
                    <a:cubicBezTo>
                      <a:pt x="396" y="370"/>
                      <a:pt x="399" y="373"/>
                      <a:pt x="403" y="378"/>
                    </a:cubicBezTo>
                    <a:cubicBezTo>
                      <a:pt x="434" y="352"/>
                      <a:pt x="458" y="326"/>
                      <a:pt x="474" y="302"/>
                    </a:cubicBezTo>
                    <a:cubicBezTo>
                      <a:pt x="485" y="286"/>
                      <a:pt x="493" y="271"/>
                      <a:pt x="496" y="256"/>
                    </a:cubicBezTo>
                    <a:lnTo>
                      <a:pt x="496" y="210"/>
                    </a:lnTo>
                    <a:cubicBezTo>
                      <a:pt x="494" y="203"/>
                      <a:pt x="492" y="197"/>
                      <a:pt x="488" y="190"/>
                    </a:cubicBezTo>
                    <a:cubicBezTo>
                      <a:pt x="486" y="185"/>
                      <a:pt x="484" y="173"/>
                      <a:pt x="481" y="156"/>
                    </a:cubicBezTo>
                    <a:cubicBezTo>
                      <a:pt x="489" y="164"/>
                      <a:pt x="495" y="174"/>
                      <a:pt x="500" y="183"/>
                    </a:cubicBezTo>
                    <a:cubicBezTo>
                      <a:pt x="508" y="199"/>
                      <a:pt x="513" y="215"/>
                      <a:pt x="513" y="233"/>
                    </a:cubicBezTo>
                    <a:cubicBezTo>
                      <a:pt x="513" y="253"/>
                      <a:pt x="507" y="278"/>
                      <a:pt x="486" y="310"/>
                    </a:cubicBezTo>
                    <a:cubicBezTo>
                      <a:pt x="470" y="333"/>
                      <a:pt x="447" y="359"/>
                      <a:pt x="412" y="388"/>
                    </a:cubicBezTo>
                    <a:cubicBezTo>
                      <a:pt x="429" y="408"/>
                      <a:pt x="454" y="441"/>
                      <a:pt x="470" y="482"/>
                    </a:cubicBezTo>
                    <a:cubicBezTo>
                      <a:pt x="517" y="445"/>
                      <a:pt x="552" y="408"/>
                      <a:pt x="576" y="371"/>
                    </a:cubicBezTo>
                    <a:cubicBezTo>
                      <a:pt x="608" y="324"/>
                      <a:pt x="622" y="277"/>
                      <a:pt x="622" y="233"/>
                    </a:cubicBezTo>
                    <a:cubicBezTo>
                      <a:pt x="622" y="195"/>
                      <a:pt x="612" y="161"/>
                      <a:pt x="597" y="132"/>
                    </a:cubicBezTo>
                    <a:cubicBezTo>
                      <a:pt x="582" y="104"/>
                      <a:pt x="563" y="81"/>
                      <a:pt x="545" y="63"/>
                    </a:cubicBezTo>
                    <a:cubicBezTo>
                      <a:pt x="513" y="32"/>
                      <a:pt x="483" y="14"/>
                      <a:pt x="473" y="8"/>
                    </a:cubicBezTo>
                    <a:cubicBezTo>
                      <a:pt x="472" y="7"/>
                      <a:pt x="471" y="7"/>
                      <a:pt x="470" y="7"/>
                    </a:cubicBezTo>
                    <a:lnTo>
                      <a:pt x="470" y="7"/>
                    </a:lnTo>
                    <a:cubicBezTo>
                      <a:pt x="470" y="6"/>
                      <a:pt x="470" y="6"/>
                      <a:pt x="470" y="6"/>
                    </a:cubicBezTo>
                    <a:cubicBezTo>
                      <a:pt x="464" y="3"/>
                      <a:pt x="458" y="1"/>
                      <a:pt x="452" y="0"/>
                    </a:cubicBezTo>
                    <a:cubicBezTo>
                      <a:pt x="428" y="36"/>
                      <a:pt x="392" y="62"/>
                      <a:pt x="349" y="72"/>
                    </a:cubicBezTo>
                    <a:cubicBezTo>
                      <a:pt x="337" y="75"/>
                      <a:pt x="324" y="76"/>
                      <a:pt x="311" y="76"/>
                    </a:cubicBezTo>
                    <a:cubicBezTo>
                      <a:pt x="253" y="76"/>
                      <a:pt x="201" y="47"/>
                      <a:pt x="171" y="0"/>
                    </a:cubicBezTo>
                    <a:cubicBezTo>
                      <a:pt x="165" y="1"/>
                      <a:pt x="159" y="3"/>
                      <a:pt x="153" y="6"/>
                    </a:cubicBezTo>
                    <a:cubicBezTo>
                      <a:pt x="153" y="6"/>
                      <a:pt x="153" y="6"/>
                      <a:pt x="153" y="7"/>
                    </a:cubicBezTo>
                    <a:lnTo>
                      <a:pt x="153" y="7"/>
                    </a:lnTo>
                    <a:cubicBezTo>
                      <a:pt x="152" y="7"/>
                      <a:pt x="151" y="7"/>
                      <a:pt x="150" y="8"/>
                    </a:cubicBezTo>
                    <a:cubicBezTo>
                      <a:pt x="140" y="14"/>
                      <a:pt x="110" y="32"/>
                      <a:pt x="78" y="63"/>
                    </a:cubicBezTo>
                    <a:cubicBezTo>
                      <a:pt x="60" y="81"/>
                      <a:pt x="41" y="104"/>
                      <a:pt x="26" y="13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3">
                <a:extLst>
                  <a:ext uri="{FF2B5EF4-FFF2-40B4-BE49-F238E27FC236}">
                    <a16:creationId xmlns:a16="http://schemas.microsoft.com/office/drawing/2014/main" xmlns="" id="{F2A79087-535A-45C9-8545-CE8088EB9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2623" y="4700326"/>
                <a:ext cx="88575" cy="96280"/>
              </a:xfrm>
              <a:custGeom>
                <a:avLst/>
                <a:gdLst>
                  <a:gd name="T0" fmla="*/ 83 w 101"/>
                  <a:gd name="T1" fmla="*/ 86 h 110"/>
                  <a:gd name="T2" fmla="*/ 70 w 101"/>
                  <a:gd name="T3" fmla="*/ 10 h 110"/>
                  <a:gd name="T4" fmla="*/ 56 w 101"/>
                  <a:gd name="T5" fmla="*/ 0 h 110"/>
                  <a:gd name="T6" fmla="*/ 38 w 101"/>
                  <a:gd name="T7" fmla="*/ 24 h 110"/>
                  <a:gd name="T8" fmla="*/ 0 w 101"/>
                  <a:gd name="T9" fmla="*/ 95 h 110"/>
                  <a:gd name="T10" fmla="*/ 7 w 101"/>
                  <a:gd name="T11" fmla="*/ 99 h 110"/>
                  <a:gd name="T12" fmla="*/ 38 w 101"/>
                  <a:gd name="T13" fmla="*/ 109 h 110"/>
                  <a:gd name="T14" fmla="*/ 83 w 101"/>
                  <a:gd name="T15" fmla="*/ 86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10">
                    <a:moveTo>
                      <a:pt x="83" y="86"/>
                    </a:moveTo>
                    <a:cubicBezTo>
                      <a:pt x="100" y="62"/>
                      <a:pt x="94" y="27"/>
                      <a:pt x="70" y="10"/>
                    </a:cubicBezTo>
                    <a:cubicBezTo>
                      <a:pt x="65" y="7"/>
                      <a:pt x="61" y="4"/>
                      <a:pt x="56" y="0"/>
                    </a:cubicBezTo>
                    <a:cubicBezTo>
                      <a:pt x="51" y="7"/>
                      <a:pt x="44" y="15"/>
                      <a:pt x="38" y="24"/>
                    </a:cubicBezTo>
                    <a:cubicBezTo>
                      <a:pt x="24" y="44"/>
                      <a:pt x="9" y="69"/>
                      <a:pt x="0" y="95"/>
                    </a:cubicBezTo>
                    <a:cubicBezTo>
                      <a:pt x="2" y="96"/>
                      <a:pt x="5" y="98"/>
                      <a:pt x="7" y="99"/>
                    </a:cubicBezTo>
                    <a:cubicBezTo>
                      <a:pt x="16" y="106"/>
                      <a:pt x="27" y="109"/>
                      <a:pt x="38" y="109"/>
                    </a:cubicBezTo>
                    <a:cubicBezTo>
                      <a:pt x="55" y="109"/>
                      <a:pt x="72" y="101"/>
                      <a:pt x="83" y="8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xmlns="" id="{9CF76E80-3E2E-4321-B176-A7258C413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9516" y="4126508"/>
                <a:ext cx="269581" cy="269580"/>
              </a:xfrm>
              <a:custGeom>
                <a:avLst/>
                <a:gdLst>
                  <a:gd name="T0" fmla="*/ 307 w 308"/>
                  <a:gd name="T1" fmla="*/ 154 h 309"/>
                  <a:gd name="T2" fmla="*/ 286 w 308"/>
                  <a:gd name="T3" fmla="*/ 231 h 309"/>
                  <a:gd name="T4" fmla="*/ 230 w 308"/>
                  <a:gd name="T5" fmla="*/ 287 h 309"/>
                  <a:gd name="T6" fmla="*/ 153 w 308"/>
                  <a:gd name="T7" fmla="*/ 308 h 309"/>
                  <a:gd name="T8" fmla="*/ 77 w 308"/>
                  <a:gd name="T9" fmla="*/ 287 h 309"/>
                  <a:gd name="T10" fmla="*/ 20 w 308"/>
                  <a:gd name="T11" fmla="*/ 231 h 309"/>
                  <a:gd name="T12" fmla="*/ 0 w 308"/>
                  <a:gd name="T13" fmla="*/ 154 h 309"/>
                  <a:gd name="T14" fmla="*/ 20 w 308"/>
                  <a:gd name="T15" fmla="*/ 77 h 309"/>
                  <a:gd name="T16" fmla="*/ 77 w 308"/>
                  <a:gd name="T17" fmla="*/ 21 h 309"/>
                  <a:gd name="T18" fmla="*/ 153 w 308"/>
                  <a:gd name="T19" fmla="*/ 0 h 309"/>
                  <a:gd name="T20" fmla="*/ 230 w 308"/>
                  <a:gd name="T21" fmla="*/ 21 h 309"/>
                  <a:gd name="T22" fmla="*/ 286 w 308"/>
                  <a:gd name="T23" fmla="*/ 77 h 309"/>
                  <a:gd name="T24" fmla="*/ 307 w 308"/>
                  <a:gd name="T25" fmla="*/ 154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8" h="309">
                    <a:moveTo>
                      <a:pt x="307" y="154"/>
                    </a:moveTo>
                    <a:cubicBezTo>
                      <a:pt x="307" y="182"/>
                      <a:pt x="301" y="206"/>
                      <a:pt x="286" y="231"/>
                    </a:cubicBezTo>
                    <a:cubicBezTo>
                      <a:pt x="272" y="255"/>
                      <a:pt x="255" y="273"/>
                      <a:pt x="230" y="287"/>
                    </a:cubicBezTo>
                    <a:cubicBezTo>
                      <a:pt x="206" y="301"/>
                      <a:pt x="182" y="308"/>
                      <a:pt x="153" y="308"/>
                    </a:cubicBezTo>
                    <a:cubicBezTo>
                      <a:pt x="125" y="308"/>
                      <a:pt x="102" y="301"/>
                      <a:pt x="77" y="287"/>
                    </a:cubicBezTo>
                    <a:cubicBezTo>
                      <a:pt x="53" y="273"/>
                      <a:pt x="34" y="255"/>
                      <a:pt x="20" y="231"/>
                    </a:cubicBezTo>
                    <a:cubicBezTo>
                      <a:pt x="6" y="206"/>
                      <a:pt x="0" y="182"/>
                      <a:pt x="0" y="154"/>
                    </a:cubicBezTo>
                    <a:cubicBezTo>
                      <a:pt x="0" y="126"/>
                      <a:pt x="6" y="101"/>
                      <a:pt x="20" y="77"/>
                    </a:cubicBezTo>
                    <a:cubicBezTo>
                      <a:pt x="34" y="52"/>
                      <a:pt x="53" y="35"/>
                      <a:pt x="77" y="21"/>
                    </a:cubicBezTo>
                    <a:cubicBezTo>
                      <a:pt x="102" y="7"/>
                      <a:pt x="125" y="0"/>
                      <a:pt x="153" y="0"/>
                    </a:cubicBezTo>
                    <a:cubicBezTo>
                      <a:pt x="182" y="0"/>
                      <a:pt x="206" y="7"/>
                      <a:pt x="230" y="21"/>
                    </a:cubicBezTo>
                    <a:cubicBezTo>
                      <a:pt x="255" y="35"/>
                      <a:pt x="272" y="52"/>
                      <a:pt x="286" y="77"/>
                    </a:cubicBezTo>
                    <a:cubicBezTo>
                      <a:pt x="301" y="101"/>
                      <a:pt x="307" y="126"/>
                      <a:pt x="307" y="15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685A4A9B-8D47-4AB8-B638-17C21A61F213}"/>
                </a:ext>
              </a:extLst>
            </p:cNvPr>
            <p:cNvGrpSpPr/>
            <p:nvPr/>
          </p:nvGrpSpPr>
          <p:grpSpPr>
            <a:xfrm>
              <a:off x="5628454" y="1562257"/>
              <a:ext cx="1443092" cy="1524918"/>
              <a:chOff x="5628454" y="1562257"/>
              <a:chExt cx="1443092" cy="1524918"/>
            </a:xfrm>
          </p:grpSpPr>
          <p:sp>
            <p:nvSpPr>
              <p:cNvPr id="30" name="Freeform 16">
                <a:extLst>
                  <a:ext uri="{FF2B5EF4-FFF2-40B4-BE49-F238E27FC236}">
                    <a16:creationId xmlns:a16="http://schemas.microsoft.com/office/drawing/2014/main" xmlns="" id="{8426F01F-CA3D-4128-8C84-8CFB6AA3C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9050" y="1911873"/>
                <a:ext cx="784774" cy="345894"/>
              </a:xfrm>
              <a:custGeom>
                <a:avLst/>
                <a:gdLst>
                  <a:gd name="T0" fmla="*/ 266 w 930"/>
                  <a:gd name="T1" fmla="*/ 362 h 411"/>
                  <a:gd name="T2" fmla="*/ 265 w 930"/>
                  <a:gd name="T3" fmla="*/ 368 h 411"/>
                  <a:gd name="T4" fmla="*/ 296 w 930"/>
                  <a:gd name="T5" fmla="*/ 410 h 411"/>
                  <a:gd name="T6" fmla="*/ 361 w 930"/>
                  <a:gd name="T7" fmla="*/ 133 h 411"/>
                  <a:gd name="T8" fmla="*/ 863 w 930"/>
                  <a:gd name="T9" fmla="*/ 133 h 411"/>
                  <a:gd name="T10" fmla="*/ 929 w 930"/>
                  <a:gd name="T11" fmla="*/ 66 h 411"/>
                  <a:gd name="T12" fmla="*/ 863 w 930"/>
                  <a:gd name="T13" fmla="*/ 0 h 411"/>
                  <a:gd name="T14" fmla="*/ 302 w 930"/>
                  <a:gd name="T15" fmla="*/ 0 h 411"/>
                  <a:gd name="T16" fmla="*/ 297 w 930"/>
                  <a:gd name="T17" fmla="*/ 0 h 411"/>
                  <a:gd name="T18" fmla="*/ 293 w 930"/>
                  <a:gd name="T19" fmla="*/ 0 h 411"/>
                  <a:gd name="T20" fmla="*/ 0 w 930"/>
                  <a:gd name="T21" fmla="*/ 0 h 411"/>
                  <a:gd name="T22" fmla="*/ 203 w 930"/>
                  <a:gd name="T23" fmla="*/ 281 h 411"/>
                  <a:gd name="T24" fmla="*/ 266 w 930"/>
                  <a:gd name="T25" fmla="*/ 362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0" h="411">
                    <a:moveTo>
                      <a:pt x="266" y="362"/>
                    </a:moveTo>
                    <a:cubicBezTo>
                      <a:pt x="266" y="364"/>
                      <a:pt x="265" y="366"/>
                      <a:pt x="265" y="368"/>
                    </a:cubicBezTo>
                    <a:lnTo>
                      <a:pt x="296" y="410"/>
                    </a:lnTo>
                    <a:lnTo>
                      <a:pt x="361" y="133"/>
                    </a:lnTo>
                    <a:lnTo>
                      <a:pt x="863" y="133"/>
                    </a:lnTo>
                    <a:cubicBezTo>
                      <a:pt x="899" y="133"/>
                      <a:pt x="929" y="102"/>
                      <a:pt x="929" y="66"/>
                    </a:cubicBezTo>
                    <a:cubicBezTo>
                      <a:pt x="929" y="29"/>
                      <a:pt x="899" y="0"/>
                      <a:pt x="863" y="0"/>
                    </a:cubicBezTo>
                    <a:lnTo>
                      <a:pt x="302" y="0"/>
                    </a:lnTo>
                    <a:cubicBezTo>
                      <a:pt x="300" y="0"/>
                      <a:pt x="299" y="0"/>
                      <a:pt x="297" y="0"/>
                    </a:cubicBezTo>
                    <a:cubicBezTo>
                      <a:pt x="296" y="0"/>
                      <a:pt x="294" y="0"/>
                      <a:pt x="293" y="0"/>
                    </a:cubicBezTo>
                    <a:lnTo>
                      <a:pt x="0" y="0"/>
                    </a:lnTo>
                    <a:lnTo>
                      <a:pt x="203" y="281"/>
                    </a:lnTo>
                    <a:cubicBezTo>
                      <a:pt x="239" y="289"/>
                      <a:pt x="267" y="323"/>
                      <a:pt x="266" y="36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7">
                <a:extLst>
                  <a:ext uri="{FF2B5EF4-FFF2-40B4-BE49-F238E27FC236}">
                    <a16:creationId xmlns:a16="http://schemas.microsoft.com/office/drawing/2014/main" xmlns="" id="{A29B907B-6FE0-484A-A31E-0EAE5EFE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9893" y="2938402"/>
                <a:ext cx="141334" cy="148773"/>
              </a:xfrm>
              <a:custGeom>
                <a:avLst/>
                <a:gdLst>
                  <a:gd name="T0" fmla="*/ 88 w 168"/>
                  <a:gd name="T1" fmla="*/ 0 h 177"/>
                  <a:gd name="T2" fmla="*/ 0 w 168"/>
                  <a:gd name="T3" fmla="*/ 99 h 177"/>
                  <a:gd name="T4" fmla="*/ 26 w 168"/>
                  <a:gd name="T5" fmla="*/ 126 h 177"/>
                  <a:gd name="T6" fmla="*/ 63 w 168"/>
                  <a:gd name="T7" fmla="*/ 160 h 177"/>
                  <a:gd name="T8" fmla="*/ 58 w 168"/>
                  <a:gd name="T9" fmla="*/ 174 h 177"/>
                  <a:gd name="T10" fmla="*/ 80 w 168"/>
                  <a:gd name="T11" fmla="*/ 176 h 177"/>
                  <a:gd name="T12" fmla="*/ 97 w 168"/>
                  <a:gd name="T13" fmla="*/ 175 h 177"/>
                  <a:gd name="T14" fmla="*/ 167 w 168"/>
                  <a:gd name="T15" fmla="*/ 125 h 177"/>
                  <a:gd name="T16" fmla="*/ 99 w 168"/>
                  <a:gd name="T17" fmla="*/ 47 h 177"/>
                  <a:gd name="T18" fmla="*/ 88 w 168"/>
                  <a:gd name="T19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8" h="177">
                    <a:moveTo>
                      <a:pt x="88" y="0"/>
                    </a:moveTo>
                    <a:cubicBezTo>
                      <a:pt x="43" y="42"/>
                      <a:pt x="3" y="85"/>
                      <a:pt x="0" y="99"/>
                    </a:cubicBezTo>
                    <a:cubicBezTo>
                      <a:pt x="14" y="121"/>
                      <a:pt x="26" y="126"/>
                      <a:pt x="26" y="126"/>
                    </a:cubicBezTo>
                    <a:cubicBezTo>
                      <a:pt x="32" y="128"/>
                      <a:pt x="63" y="140"/>
                      <a:pt x="63" y="160"/>
                    </a:cubicBezTo>
                    <a:cubicBezTo>
                      <a:pt x="63" y="165"/>
                      <a:pt x="61" y="170"/>
                      <a:pt x="58" y="174"/>
                    </a:cubicBezTo>
                    <a:cubicBezTo>
                      <a:pt x="65" y="175"/>
                      <a:pt x="72" y="176"/>
                      <a:pt x="80" y="176"/>
                    </a:cubicBezTo>
                    <a:cubicBezTo>
                      <a:pt x="85" y="176"/>
                      <a:pt x="91" y="176"/>
                      <a:pt x="97" y="175"/>
                    </a:cubicBezTo>
                    <a:cubicBezTo>
                      <a:pt x="127" y="170"/>
                      <a:pt x="152" y="151"/>
                      <a:pt x="167" y="125"/>
                    </a:cubicBezTo>
                    <a:lnTo>
                      <a:pt x="99" y="47"/>
                    </a:lnTo>
                    <a:cubicBezTo>
                      <a:pt x="87" y="33"/>
                      <a:pt x="84" y="15"/>
                      <a:pt x="88" y="0"/>
                    </a:cubicBezTo>
                  </a:path>
                </a:pathLst>
              </a:custGeom>
              <a:solidFill>
                <a:srgbClr val="0101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8">
                <a:extLst>
                  <a:ext uri="{FF2B5EF4-FFF2-40B4-BE49-F238E27FC236}">
                    <a16:creationId xmlns:a16="http://schemas.microsoft.com/office/drawing/2014/main" xmlns="" id="{E8F89B98-BF48-4EDD-B12E-2FE176BC4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9364" y="2250329"/>
                <a:ext cx="784776" cy="836846"/>
              </a:xfrm>
              <a:custGeom>
                <a:avLst/>
                <a:gdLst>
                  <a:gd name="T0" fmla="*/ 469 w 932"/>
                  <a:gd name="T1" fmla="*/ 543 h 991"/>
                  <a:gd name="T2" fmla="*/ 488 w 932"/>
                  <a:gd name="T3" fmla="*/ 512 h 991"/>
                  <a:gd name="T4" fmla="*/ 569 w 932"/>
                  <a:gd name="T5" fmla="*/ 453 h 991"/>
                  <a:gd name="T6" fmla="*/ 513 w 932"/>
                  <a:gd name="T7" fmla="*/ 123 h 991"/>
                  <a:gd name="T8" fmla="*/ 545 w 932"/>
                  <a:gd name="T9" fmla="*/ 158 h 991"/>
                  <a:gd name="T10" fmla="*/ 857 w 932"/>
                  <a:gd name="T11" fmla="*/ 382 h 991"/>
                  <a:gd name="T12" fmla="*/ 931 w 932"/>
                  <a:gd name="T13" fmla="*/ 377 h 991"/>
                  <a:gd name="T14" fmla="*/ 566 w 932"/>
                  <a:gd name="T15" fmla="*/ 137 h 991"/>
                  <a:gd name="T16" fmla="*/ 508 w 932"/>
                  <a:gd name="T17" fmla="*/ 72 h 991"/>
                  <a:gd name="T18" fmla="*/ 509 w 932"/>
                  <a:gd name="T19" fmla="*/ 64 h 991"/>
                  <a:gd name="T20" fmla="*/ 471 w 932"/>
                  <a:gd name="T21" fmla="*/ 11 h 991"/>
                  <a:gd name="T22" fmla="*/ 412 w 932"/>
                  <a:gd name="T23" fmla="*/ 38 h 991"/>
                  <a:gd name="T24" fmla="*/ 409 w 932"/>
                  <a:gd name="T25" fmla="*/ 38 h 991"/>
                  <a:gd name="T26" fmla="*/ 126 w 932"/>
                  <a:gd name="T27" fmla="*/ 0 h 991"/>
                  <a:gd name="T28" fmla="*/ 145 w 932"/>
                  <a:gd name="T29" fmla="*/ 83 h 991"/>
                  <a:gd name="T30" fmla="*/ 143 w 932"/>
                  <a:gd name="T31" fmla="*/ 94 h 991"/>
                  <a:gd name="T32" fmla="*/ 9 w 932"/>
                  <a:gd name="T33" fmla="*/ 874 h 991"/>
                  <a:gd name="T34" fmla="*/ 91 w 932"/>
                  <a:gd name="T35" fmla="*/ 989 h 991"/>
                  <a:gd name="T36" fmla="*/ 108 w 932"/>
                  <a:gd name="T37" fmla="*/ 990 h 991"/>
                  <a:gd name="T38" fmla="*/ 205 w 932"/>
                  <a:gd name="T39" fmla="*/ 907 h 991"/>
                  <a:gd name="T40" fmla="*/ 320 w 932"/>
                  <a:gd name="T41" fmla="*/ 238 h 991"/>
                  <a:gd name="T42" fmla="*/ 330 w 932"/>
                  <a:gd name="T43" fmla="*/ 238 h 991"/>
                  <a:gd name="T44" fmla="*/ 399 w 932"/>
                  <a:gd name="T45" fmla="*/ 638 h 991"/>
                  <a:gd name="T46" fmla="*/ 469 w 932"/>
                  <a:gd name="T47" fmla="*/ 543 h 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32" h="991">
                    <a:moveTo>
                      <a:pt x="469" y="543"/>
                    </a:moveTo>
                    <a:cubicBezTo>
                      <a:pt x="476" y="532"/>
                      <a:pt x="482" y="521"/>
                      <a:pt x="488" y="512"/>
                    </a:cubicBezTo>
                    <a:cubicBezTo>
                      <a:pt x="501" y="493"/>
                      <a:pt x="530" y="473"/>
                      <a:pt x="569" y="453"/>
                    </a:cubicBezTo>
                    <a:lnTo>
                      <a:pt x="513" y="123"/>
                    </a:lnTo>
                    <a:cubicBezTo>
                      <a:pt x="523" y="134"/>
                      <a:pt x="533" y="146"/>
                      <a:pt x="545" y="158"/>
                    </a:cubicBezTo>
                    <a:cubicBezTo>
                      <a:pt x="627" y="244"/>
                      <a:pt x="733" y="332"/>
                      <a:pt x="857" y="382"/>
                    </a:cubicBezTo>
                    <a:cubicBezTo>
                      <a:pt x="884" y="381"/>
                      <a:pt x="908" y="379"/>
                      <a:pt x="931" y="377"/>
                    </a:cubicBezTo>
                    <a:cubicBezTo>
                      <a:pt x="786" y="335"/>
                      <a:pt x="661" y="237"/>
                      <a:pt x="566" y="137"/>
                    </a:cubicBezTo>
                    <a:cubicBezTo>
                      <a:pt x="545" y="115"/>
                      <a:pt x="526" y="93"/>
                      <a:pt x="508" y="72"/>
                    </a:cubicBezTo>
                    <a:lnTo>
                      <a:pt x="509" y="64"/>
                    </a:lnTo>
                    <a:lnTo>
                      <a:pt x="471" y="11"/>
                    </a:lnTo>
                    <a:cubicBezTo>
                      <a:pt x="456" y="28"/>
                      <a:pt x="435" y="38"/>
                      <a:pt x="412" y="38"/>
                    </a:cubicBezTo>
                    <a:lnTo>
                      <a:pt x="409" y="38"/>
                    </a:lnTo>
                    <a:cubicBezTo>
                      <a:pt x="292" y="35"/>
                      <a:pt x="199" y="23"/>
                      <a:pt x="126" y="0"/>
                    </a:cubicBezTo>
                    <a:lnTo>
                      <a:pt x="145" y="83"/>
                    </a:lnTo>
                    <a:cubicBezTo>
                      <a:pt x="144" y="86"/>
                      <a:pt x="143" y="90"/>
                      <a:pt x="143" y="94"/>
                    </a:cubicBezTo>
                    <a:lnTo>
                      <a:pt x="9" y="874"/>
                    </a:lnTo>
                    <a:cubicBezTo>
                      <a:pt x="0" y="928"/>
                      <a:pt x="37" y="980"/>
                      <a:pt x="91" y="989"/>
                    </a:cubicBezTo>
                    <a:cubicBezTo>
                      <a:pt x="96" y="990"/>
                      <a:pt x="102" y="990"/>
                      <a:pt x="108" y="990"/>
                    </a:cubicBezTo>
                    <a:cubicBezTo>
                      <a:pt x="155" y="990"/>
                      <a:pt x="197" y="956"/>
                      <a:pt x="205" y="907"/>
                    </a:cubicBezTo>
                    <a:lnTo>
                      <a:pt x="320" y="238"/>
                    </a:lnTo>
                    <a:lnTo>
                      <a:pt x="330" y="238"/>
                    </a:lnTo>
                    <a:lnTo>
                      <a:pt x="399" y="638"/>
                    </a:lnTo>
                    <a:cubicBezTo>
                      <a:pt x="426" y="613"/>
                      <a:pt x="449" y="575"/>
                      <a:pt x="469" y="543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9">
                <a:extLst>
                  <a:ext uri="{FF2B5EF4-FFF2-40B4-BE49-F238E27FC236}">
                    <a16:creationId xmlns:a16="http://schemas.microsoft.com/office/drawing/2014/main" xmlns="" id="{8FB48A91-343F-423E-9A99-9C65EEFB3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8981" y="2856577"/>
                <a:ext cx="29755" cy="55789"/>
              </a:xfrm>
              <a:custGeom>
                <a:avLst/>
                <a:gdLst>
                  <a:gd name="T0" fmla="*/ 30 w 34"/>
                  <a:gd name="T1" fmla="*/ 13 h 68"/>
                  <a:gd name="T2" fmla="*/ 33 w 34"/>
                  <a:gd name="T3" fmla="*/ 0 h 68"/>
                  <a:gd name="T4" fmla="*/ 0 w 34"/>
                  <a:gd name="T5" fmla="*/ 15 h 68"/>
                  <a:gd name="T6" fmla="*/ 9 w 34"/>
                  <a:gd name="T7" fmla="*/ 67 h 68"/>
                  <a:gd name="T8" fmla="*/ 11 w 34"/>
                  <a:gd name="T9" fmla="*/ 63 h 68"/>
                  <a:gd name="T10" fmla="*/ 30 w 34"/>
                  <a:gd name="T11" fmla="*/ 13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68">
                    <a:moveTo>
                      <a:pt x="30" y="13"/>
                    </a:moveTo>
                    <a:lnTo>
                      <a:pt x="33" y="0"/>
                    </a:lnTo>
                    <a:cubicBezTo>
                      <a:pt x="26" y="4"/>
                      <a:pt x="14" y="10"/>
                      <a:pt x="0" y="15"/>
                    </a:cubicBezTo>
                    <a:lnTo>
                      <a:pt x="9" y="67"/>
                    </a:lnTo>
                    <a:lnTo>
                      <a:pt x="11" y="63"/>
                    </a:lnTo>
                    <a:cubicBezTo>
                      <a:pt x="18" y="50"/>
                      <a:pt x="26" y="27"/>
                      <a:pt x="30" y="13"/>
                    </a:cubicBezTo>
                  </a:path>
                </a:pathLst>
              </a:custGeom>
              <a:solidFill>
                <a:srgbClr val="0101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20">
                <a:extLst>
                  <a:ext uri="{FF2B5EF4-FFF2-40B4-BE49-F238E27FC236}">
                    <a16:creationId xmlns:a16="http://schemas.microsoft.com/office/drawing/2014/main" xmlns="" id="{242A52AE-EFE3-41C3-A472-4F35C3E92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8383" y="1655239"/>
                <a:ext cx="353335" cy="245474"/>
              </a:xfrm>
              <a:custGeom>
                <a:avLst/>
                <a:gdLst>
                  <a:gd name="T0" fmla="*/ 345 w 419"/>
                  <a:gd name="T1" fmla="*/ 0 h 290"/>
                  <a:gd name="T2" fmla="*/ 21 w 419"/>
                  <a:gd name="T3" fmla="*/ 0 h 290"/>
                  <a:gd name="T4" fmla="*/ 21 w 419"/>
                  <a:gd name="T5" fmla="*/ 69 h 290"/>
                  <a:gd name="T6" fmla="*/ 145 w 419"/>
                  <a:gd name="T7" fmla="*/ 268 h 290"/>
                  <a:gd name="T8" fmla="*/ 344 w 419"/>
                  <a:gd name="T9" fmla="*/ 144 h 290"/>
                  <a:gd name="T10" fmla="*/ 344 w 419"/>
                  <a:gd name="T11" fmla="*/ 71 h 290"/>
                  <a:gd name="T12" fmla="*/ 418 w 419"/>
                  <a:gd name="T13" fmla="*/ 71 h 290"/>
                  <a:gd name="T14" fmla="*/ 345 w 419"/>
                  <a:gd name="T15" fmla="*/ 0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9" h="290">
                    <a:moveTo>
                      <a:pt x="345" y="0"/>
                    </a:moveTo>
                    <a:lnTo>
                      <a:pt x="21" y="0"/>
                    </a:lnTo>
                    <a:lnTo>
                      <a:pt x="21" y="69"/>
                    </a:lnTo>
                    <a:cubicBezTo>
                      <a:pt x="0" y="158"/>
                      <a:pt x="55" y="247"/>
                      <a:pt x="145" y="268"/>
                    </a:cubicBezTo>
                    <a:cubicBezTo>
                      <a:pt x="234" y="289"/>
                      <a:pt x="323" y="233"/>
                      <a:pt x="344" y="144"/>
                    </a:cubicBezTo>
                    <a:cubicBezTo>
                      <a:pt x="349" y="119"/>
                      <a:pt x="349" y="94"/>
                      <a:pt x="344" y="71"/>
                    </a:cubicBezTo>
                    <a:lnTo>
                      <a:pt x="418" y="71"/>
                    </a:lnTo>
                    <a:lnTo>
                      <a:pt x="345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21">
                <a:extLst>
                  <a:ext uri="{FF2B5EF4-FFF2-40B4-BE49-F238E27FC236}">
                    <a16:creationId xmlns:a16="http://schemas.microsoft.com/office/drawing/2014/main" xmlns="" id="{E8FFA494-B989-4FDE-946E-F0DCF372A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6980" y="1562257"/>
                <a:ext cx="319860" cy="78104"/>
              </a:xfrm>
              <a:custGeom>
                <a:avLst/>
                <a:gdLst>
                  <a:gd name="T0" fmla="*/ 322 w 379"/>
                  <a:gd name="T1" fmla="*/ 93 h 94"/>
                  <a:gd name="T2" fmla="*/ 378 w 379"/>
                  <a:gd name="T3" fmla="*/ 0 h 94"/>
                  <a:gd name="T4" fmla="*/ 0 w 379"/>
                  <a:gd name="T5" fmla="*/ 39 h 94"/>
                  <a:gd name="T6" fmla="*/ 0 w 379"/>
                  <a:gd name="T7" fmla="*/ 93 h 94"/>
                  <a:gd name="T8" fmla="*/ 322 w 379"/>
                  <a:gd name="T9" fmla="*/ 9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9" h="94">
                    <a:moveTo>
                      <a:pt x="322" y="93"/>
                    </a:moveTo>
                    <a:lnTo>
                      <a:pt x="378" y="0"/>
                    </a:lnTo>
                    <a:lnTo>
                      <a:pt x="0" y="39"/>
                    </a:lnTo>
                    <a:lnTo>
                      <a:pt x="0" y="93"/>
                    </a:lnTo>
                    <a:lnTo>
                      <a:pt x="322" y="93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2">
                <a:extLst>
                  <a:ext uri="{FF2B5EF4-FFF2-40B4-BE49-F238E27FC236}">
                    <a16:creationId xmlns:a16="http://schemas.microsoft.com/office/drawing/2014/main" xmlns="" id="{337A7233-8CD7-4F8E-B494-17B07FD87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7892" y="2518119"/>
                <a:ext cx="993056" cy="565335"/>
              </a:xfrm>
              <a:custGeom>
                <a:avLst/>
                <a:gdLst>
                  <a:gd name="T0" fmla="*/ 1026 w 1178"/>
                  <a:gd name="T1" fmla="*/ 0 h 670"/>
                  <a:gd name="T2" fmla="*/ 952 w 1178"/>
                  <a:gd name="T3" fmla="*/ 33 h 670"/>
                  <a:gd name="T4" fmla="*/ 629 w 1178"/>
                  <a:gd name="T5" fmla="*/ 81 h 670"/>
                  <a:gd name="T6" fmla="*/ 287 w 1178"/>
                  <a:gd name="T7" fmla="*/ 203 h 670"/>
                  <a:gd name="T8" fmla="*/ 161 w 1178"/>
                  <a:gd name="T9" fmla="*/ 357 h 670"/>
                  <a:gd name="T10" fmla="*/ 86 w 1178"/>
                  <a:gd name="T11" fmla="*/ 405 h 670"/>
                  <a:gd name="T12" fmla="*/ 235 w 1178"/>
                  <a:gd name="T13" fmla="*/ 383 h 670"/>
                  <a:gd name="T14" fmla="*/ 251 w 1178"/>
                  <a:gd name="T15" fmla="*/ 394 h 670"/>
                  <a:gd name="T16" fmla="*/ 246 w 1178"/>
                  <a:gd name="T17" fmla="*/ 416 h 670"/>
                  <a:gd name="T18" fmla="*/ 226 w 1178"/>
                  <a:gd name="T19" fmla="*/ 470 h 670"/>
                  <a:gd name="T20" fmla="*/ 136 w 1178"/>
                  <a:gd name="T21" fmla="*/ 643 h 670"/>
                  <a:gd name="T22" fmla="*/ 151 w 1178"/>
                  <a:gd name="T23" fmla="*/ 668 h 670"/>
                  <a:gd name="T24" fmla="*/ 270 w 1178"/>
                  <a:gd name="T25" fmla="*/ 668 h 670"/>
                  <a:gd name="T26" fmla="*/ 299 w 1178"/>
                  <a:gd name="T27" fmla="*/ 657 h 670"/>
                  <a:gd name="T28" fmla="*/ 271 w 1178"/>
                  <a:gd name="T29" fmla="*/ 637 h 670"/>
                  <a:gd name="T30" fmla="*/ 236 w 1178"/>
                  <a:gd name="T31" fmla="*/ 602 h 670"/>
                  <a:gd name="T32" fmla="*/ 369 w 1178"/>
                  <a:gd name="T33" fmla="*/ 449 h 670"/>
                  <a:gd name="T34" fmla="*/ 356 w 1178"/>
                  <a:gd name="T35" fmla="*/ 493 h 670"/>
                  <a:gd name="T36" fmla="*/ 360 w 1178"/>
                  <a:gd name="T37" fmla="*/ 534 h 670"/>
                  <a:gd name="T38" fmla="*/ 457 w 1178"/>
                  <a:gd name="T39" fmla="*/ 647 h 670"/>
                  <a:gd name="T40" fmla="*/ 505 w 1178"/>
                  <a:gd name="T41" fmla="*/ 668 h 670"/>
                  <a:gd name="T42" fmla="*/ 549 w 1178"/>
                  <a:gd name="T43" fmla="*/ 668 h 670"/>
                  <a:gd name="T44" fmla="*/ 570 w 1178"/>
                  <a:gd name="T45" fmla="*/ 655 h 670"/>
                  <a:gd name="T46" fmla="*/ 546 w 1178"/>
                  <a:gd name="T47" fmla="*/ 629 h 670"/>
                  <a:gd name="T48" fmla="*/ 509 w 1178"/>
                  <a:gd name="T49" fmla="*/ 598 h 670"/>
                  <a:gd name="T50" fmla="*/ 460 w 1178"/>
                  <a:gd name="T51" fmla="*/ 550 h 670"/>
                  <a:gd name="T52" fmla="*/ 545 w 1178"/>
                  <a:gd name="T53" fmla="*/ 389 h 670"/>
                  <a:gd name="T54" fmla="*/ 561 w 1178"/>
                  <a:gd name="T55" fmla="*/ 366 h 670"/>
                  <a:gd name="T56" fmla="*/ 603 w 1178"/>
                  <a:gd name="T57" fmla="*/ 347 h 670"/>
                  <a:gd name="T58" fmla="*/ 814 w 1178"/>
                  <a:gd name="T59" fmla="*/ 405 h 670"/>
                  <a:gd name="T60" fmla="*/ 868 w 1178"/>
                  <a:gd name="T61" fmla="*/ 417 h 670"/>
                  <a:gd name="T62" fmla="*/ 875 w 1178"/>
                  <a:gd name="T63" fmla="*/ 421 h 670"/>
                  <a:gd name="T64" fmla="*/ 911 w 1178"/>
                  <a:gd name="T65" fmla="*/ 462 h 670"/>
                  <a:gd name="T66" fmla="*/ 985 w 1178"/>
                  <a:gd name="T67" fmla="*/ 642 h 670"/>
                  <a:gd name="T68" fmla="*/ 1024 w 1178"/>
                  <a:gd name="T69" fmla="*/ 669 h 670"/>
                  <a:gd name="T70" fmla="*/ 1089 w 1178"/>
                  <a:gd name="T71" fmla="*/ 669 h 670"/>
                  <a:gd name="T72" fmla="*/ 1096 w 1178"/>
                  <a:gd name="T73" fmla="*/ 649 h 670"/>
                  <a:gd name="T74" fmla="*/ 1054 w 1178"/>
                  <a:gd name="T75" fmla="*/ 611 h 670"/>
                  <a:gd name="T76" fmla="*/ 1019 w 1178"/>
                  <a:gd name="T77" fmla="*/ 566 h 670"/>
                  <a:gd name="T78" fmla="*/ 1033 w 1178"/>
                  <a:gd name="T79" fmla="*/ 362 h 670"/>
                  <a:gd name="T80" fmla="*/ 1177 w 1178"/>
                  <a:gd name="T81" fmla="*/ 186 h 670"/>
                  <a:gd name="T82" fmla="*/ 1026 w 1178"/>
                  <a:gd name="T83" fmla="*/ 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78" h="670">
                    <a:moveTo>
                      <a:pt x="1026" y="0"/>
                    </a:moveTo>
                    <a:cubicBezTo>
                      <a:pt x="995" y="16"/>
                      <a:pt x="968" y="27"/>
                      <a:pt x="952" y="33"/>
                    </a:cubicBezTo>
                    <a:cubicBezTo>
                      <a:pt x="900" y="56"/>
                      <a:pt x="799" y="70"/>
                      <a:pt x="629" y="81"/>
                    </a:cubicBezTo>
                    <a:cubicBezTo>
                      <a:pt x="465" y="92"/>
                      <a:pt x="317" y="158"/>
                      <a:pt x="287" y="203"/>
                    </a:cubicBezTo>
                    <a:cubicBezTo>
                      <a:pt x="258" y="247"/>
                      <a:pt x="217" y="330"/>
                      <a:pt x="161" y="357"/>
                    </a:cubicBezTo>
                    <a:cubicBezTo>
                      <a:pt x="118" y="378"/>
                      <a:pt x="0" y="383"/>
                      <a:pt x="86" y="405"/>
                    </a:cubicBezTo>
                    <a:cubicBezTo>
                      <a:pt x="175" y="427"/>
                      <a:pt x="235" y="383"/>
                      <a:pt x="235" y="383"/>
                    </a:cubicBezTo>
                    <a:cubicBezTo>
                      <a:pt x="247" y="373"/>
                      <a:pt x="255" y="378"/>
                      <a:pt x="251" y="394"/>
                    </a:cubicBezTo>
                    <a:lnTo>
                      <a:pt x="246" y="416"/>
                    </a:lnTo>
                    <a:cubicBezTo>
                      <a:pt x="243" y="432"/>
                      <a:pt x="234" y="456"/>
                      <a:pt x="226" y="470"/>
                    </a:cubicBezTo>
                    <a:lnTo>
                      <a:pt x="136" y="643"/>
                    </a:lnTo>
                    <a:cubicBezTo>
                      <a:pt x="128" y="657"/>
                      <a:pt x="135" y="668"/>
                      <a:pt x="151" y="668"/>
                    </a:cubicBezTo>
                    <a:lnTo>
                      <a:pt x="270" y="668"/>
                    </a:lnTo>
                    <a:cubicBezTo>
                      <a:pt x="286" y="668"/>
                      <a:pt x="299" y="663"/>
                      <a:pt x="299" y="657"/>
                    </a:cubicBezTo>
                    <a:cubicBezTo>
                      <a:pt x="299" y="651"/>
                      <a:pt x="286" y="642"/>
                      <a:pt x="271" y="637"/>
                    </a:cubicBezTo>
                    <a:cubicBezTo>
                      <a:pt x="271" y="637"/>
                      <a:pt x="254" y="632"/>
                      <a:pt x="236" y="602"/>
                    </a:cubicBezTo>
                    <a:cubicBezTo>
                      <a:pt x="220" y="577"/>
                      <a:pt x="369" y="449"/>
                      <a:pt x="369" y="449"/>
                    </a:cubicBezTo>
                    <a:cubicBezTo>
                      <a:pt x="381" y="439"/>
                      <a:pt x="364" y="482"/>
                      <a:pt x="356" y="493"/>
                    </a:cubicBezTo>
                    <a:cubicBezTo>
                      <a:pt x="348" y="503"/>
                      <a:pt x="350" y="522"/>
                      <a:pt x="360" y="534"/>
                    </a:cubicBezTo>
                    <a:lnTo>
                      <a:pt x="457" y="647"/>
                    </a:lnTo>
                    <a:cubicBezTo>
                      <a:pt x="467" y="659"/>
                      <a:pt x="489" y="668"/>
                      <a:pt x="505" y="668"/>
                    </a:cubicBezTo>
                    <a:lnTo>
                      <a:pt x="549" y="668"/>
                    </a:lnTo>
                    <a:cubicBezTo>
                      <a:pt x="564" y="668"/>
                      <a:pt x="575" y="662"/>
                      <a:pt x="570" y="655"/>
                    </a:cubicBezTo>
                    <a:cubicBezTo>
                      <a:pt x="566" y="647"/>
                      <a:pt x="555" y="636"/>
                      <a:pt x="546" y="629"/>
                    </a:cubicBezTo>
                    <a:cubicBezTo>
                      <a:pt x="537" y="623"/>
                      <a:pt x="521" y="609"/>
                      <a:pt x="509" y="598"/>
                    </a:cubicBezTo>
                    <a:lnTo>
                      <a:pt x="460" y="550"/>
                    </a:lnTo>
                    <a:cubicBezTo>
                      <a:pt x="449" y="540"/>
                      <a:pt x="439" y="531"/>
                      <a:pt x="545" y="389"/>
                    </a:cubicBezTo>
                    <a:cubicBezTo>
                      <a:pt x="558" y="371"/>
                      <a:pt x="561" y="366"/>
                      <a:pt x="561" y="366"/>
                    </a:cubicBezTo>
                    <a:cubicBezTo>
                      <a:pt x="569" y="352"/>
                      <a:pt x="588" y="344"/>
                      <a:pt x="603" y="347"/>
                    </a:cubicBezTo>
                    <a:lnTo>
                      <a:pt x="814" y="405"/>
                    </a:lnTo>
                    <a:cubicBezTo>
                      <a:pt x="830" y="404"/>
                      <a:pt x="854" y="410"/>
                      <a:pt x="868" y="417"/>
                    </a:cubicBezTo>
                    <a:lnTo>
                      <a:pt x="875" y="421"/>
                    </a:lnTo>
                    <a:cubicBezTo>
                      <a:pt x="889" y="429"/>
                      <a:pt x="905" y="447"/>
                      <a:pt x="911" y="462"/>
                    </a:cubicBezTo>
                    <a:lnTo>
                      <a:pt x="985" y="642"/>
                    </a:lnTo>
                    <a:cubicBezTo>
                      <a:pt x="991" y="656"/>
                      <a:pt x="1008" y="669"/>
                      <a:pt x="1024" y="669"/>
                    </a:cubicBezTo>
                    <a:lnTo>
                      <a:pt x="1089" y="669"/>
                    </a:lnTo>
                    <a:cubicBezTo>
                      <a:pt x="1104" y="669"/>
                      <a:pt x="1108" y="660"/>
                      <a:pt x="1096" y="649"/>
                    </a:cubicBezTo>
                    <a:lnTo>
                      <a:pt x="1054" y="611"/>
                    </a:lnTo>
                    <a:cubicBezTo>
                      <a:pt x="1043" y="600"/>
                      <a:pt x="1027" y="580"/>
                      <a:pt x="1019" y="566"/>
                    </a:cubicBezTo>
                    <a:cubicBezTo>
                      <a:pt x="1019" y="566"/>
                      <a:pt x="956" y="458"/>
                      <a:pt x="1033" y="362"/>
                    </a:cubicBezTo>
                    <a:cubicBezTo>
                      <a:pt x="1076" y="309"/>
                      <a:pt x="1134" y="238"/>
                      <a:pt x="1177" y="186"/>
                    </a:cubicBezTo>
                    <a:cubicBezTo>
                      <a:pt x="1134" y="151"/>
                      <a:pt x="1059" y="82"/>
                      <a:pt x="1026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3">
                <a:extLst>
                  <a:ext uri="{FF2B5EF4-FFF2-40B4-BE49-F238E27FC236}">
                    <a16:creationId xmlns:a16="http://schemas.microsoft.com/office/drawing/2014/main" xmlns="" id="{16E10A53-53FB-47DD-9C2E-8FDD9E65D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9369" y="2224295"/>
                <a:ext cx="342177" cy="435157"/>
              </a:xfrm>
              <a:custGeom>
                <a:avLst/>
                <a:gdLst>
                  <a:gd name="T0" fmla="*/ 385 w 405"/>
                  <a:gd name="T1" fmla="*/ 353 h 517"/>
                  <a:gd name="T2" fmla="*/ 316 w 405"/>
                  <a:gd name="T3" fmla="*/ 319 h 517"/>
                  <a:gd name="T4" fmla="*/ 270 w 405"/>
                  <a:gd name="T5" fmla="*/ 285 h 517"/>
                  <a:gd name="T6" fmla="*/ 225 w 405"/>
                  <a:gd name="T7" fmla="*/ 235 h 517"/>
                  <a:gd name="T8" fmla="*/ 207 w 405"/>
                  <a:gd name="T9" fmla="*/ 186 h 517"/>
                  <a:gd name="T10" fmla="*/ 175 w 405"/>
                  <a:gd name="T11" fmla="*/ 148 h 517"/>
                  <a:gd name="T12" fmla="*/ 0 w 405"/>
                  <a:gd name="T13" fmla="*/ 337 h 517"/>
                  <a:gd name="T14" fmla="*/ 145 w 405"/>
                  <a:gd name="T15" fmla="*/ 516 h 517"/>
                  <a:gd name="T16" fmla="*/ 190 w 405"/>
                  <a:gd name="T17" fmla="*/ 462 h 517"/>
                  <a:gd name="T18" fmla="*/ 236 w 405"/>
                  <a:gd name="T19" fmla="*/ 448 h 517"/>
                  <a:gd name="T20" fmla="*/ 296 w 405"/>
                  <a:gd name="T21" fmla="*/ 473 h 517"/>
                  <a:gd name="T22" fmla="*/ 339 w 405"/>
                  <a:gd name="T23" fmla="*/ 465 h 517"/>
                  <a:gd name="T24" fmla="*/ 300 w 405"/>
                  <a:gd name="T25" fmla="*/ 426 h 517"/>
                  <a:gd name="T26" fmla="*/ 295 w 405"/>
                  <a:gd name="T27" fmla="*/ 423 h 517"/>
                  <a:gd name="T28" fmla="*/ 300 w 405"/>
                  <a:gd name="T29" fmla="*/ 407 h 517"/>
                  <a:gd name="T30" fmla="*/ 353 w 405"/>
                  <a:gd name="T31" fmla="*/ 409 h 517"/>
                  <a:gd name="T32" fmla="*/ 396 w 405"/>
                  <a:gd name="T33" fmla="*/ 388 h 517"/>
                  <a:gd name="T34" fmla="*/ 385 w 405"/>
                  <a:gd name="T35" fmla="*/ 353 h 517"/>
                  <a:gd name="T36" fmla="*/ 222 w 405"/>
                  <a:gd name="T37" fmla="*/ 326 h 517"/>
                  <a:gd name="T38" fmla="*/ 201 w 405"/>
                  <a:gd name="T39" fmla="*/ 306 h 517"/>
                  <a:gd name="T40" fmla="*/ 222 w 405"/>
                  <a:gd name="T41" fmla="*/ 285 h 517"/>
                  <a:gd name="T42" fmla="*/ 242 w 405"/>
                  <a:gd name="T43" fmla="*/ 306 h 517"/>
                  <a:gd name="T44" fmla="*/ 222 w 405"/>
                  <a:gd name="T45" fmla="*/ 326 h 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5" h="517">
                    <a:moveTo>
                      <a:pt x="385" y="353"/>
                    </a:moveTo>
                    <a:lnTo>
                      <a:pt x="316" y="319"/>
                    </a:lnTo>
                    <a:cubicBezTo>
                      <a:pt x="302" y="312"/>
                      <a:pt x="281" y="297"/>
                      <a:pt x="270" y="285"/>
                    </a:cubicBezTo>
                    <a:lnTo>
                      <a:pt x="225" y="235"/>
                    </a:lnTo>
                    <a:cubicBezTo>
                      <a:pt x="214" y="224"/>
                      <a:pt x="206" y="201"/>
                      <a:pt x="207" y="186"/>
                    </a:cubicBezTo>
                    <a:cubicBezTo>
                      <a:pt x="207" y="186"/>
                      <a:pt x="223" y="0"/>
                      <a:pt x="175" y="148"/>
                    </a:cubicBezTo>
                    <a:cubicBezTo>
                      <a:pt x="145" y="241"/>
                      <a:pt x="67" y="300"/>
                      <a:pt x="0" y="337"/>
                    </a:cubicBezTo>
                    <a:cubicBezTo>
                      <a:pt x="30" y="412"/>
                      <a:pt x="103" y="482"/>
                      <a:pt x="145" y="516"/>
                    </a:cubicBezTo>
                    <a:cubicBezTo>
                      <a:pt x="172" y="484"/>
                      <a:pt x="190" y="462"/>
                      <a:pt x="190" y="462"/>
                    </a:cubicBezTo>
                    <a:cubicBezTo>
                      <a:pt x="200" y="449"/>
                      <a:pt x="221" y="443"/>
                      <a:pt x="236" y="448"/>
                    </a:cubicBezTo>
                    <a:lnTo>
                      <a:pt x="296" y="473"/>
                    </a:lnTo>
                    <a:cubicBezTo>
                      <a:pt x="311" y="478"/>
                      <a:pt x="335" y="472"/>
                      <a:pt x="339" y="465"/>
                    </a:cubicBezTo>
                    <a:cubicBezTo>
                      <a:pt x="343" y="458"/>
                      <a:pt x="313" y="436"/>
                      <a:pt x="300" y="426"/>
                    </a:cubicBezTo>
                    <a:lnTo>
                      <a:pt x="295" y="423"/>
                    </a:lnTo>
                    <a:cubicBezTo>
                      <a:pt x="282" y="414"/>
                      <a:pt x="284" y="407"/>
                      <a:pt x="300" y="407"/>
                    </a:cubicBezTo>
                    <a:lnTo>
                      <a:pt x="353" y="409"/>
                    </a:lnTo>
                    <a:cubicBezTo>
                      <a:pt x="369" y="410"/>
                      <a:pt x="388" y="401"/>
                      <a:pt x="396" y="388"/>
                    </a:cubicBezTo>
                    <a:cubicBezTo>
                      <a:pt x="404" y="376"/>
                      <a:pt x="399" y="360"/>
                      <a:pt x="385" y="353"/>
                    </a:cubicBezTo>
                    <a:close/>
                    <a:moveTo>
                      <a:pt x="222" y="326"/>
                    </a:moveTo>
                    <a:cubicBezTo>
                      <a:pt x="210" y="326"/>
                      <a:pt x="201" y="317"/>
                      <a:pt x="201" y="306"/>
                    </a:cubicBezTo>
                    <a:cubicBezTo>
                      <a:pt x="201" y="294"/>
                      <a:pt x="210" y="285"/>
                      <a:pt x="222" y="285"/>
                    </a:cubicBezTo>
                    <a:cubicBezTo>
                      <a:pt x="233" y="285"/>
                      <a:pt x="242" y="294"/>
                      <a:pt x="242" y="306"/>
                    </a:cubicBezTo>
                    <a:cubicBezTo>
                      <a:pt x="242" y="317"/>
                      <a:pt x="233" y="326"/>
                      <a:pt x="222" y="32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4">
                <a:extLst>
                  <a:ext uri="{FF2B5EF4-FFF2-40B4-BE49-F238E27FC236}">
                    <a16:creationId xmlns:a16="http://schemas.microsoft.com/office/drawing/2014/main" xmlns="" id="{5E8D62ED-81C9-46AD-B224-1F9CAA0F5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8454" y="1911873"/>
                <a:ext cx="446317" cy="360772"/>
              </a:xfrm>
              <a:custGeom>
                <a:avLst/>
                <a:gdLst>
                  <a:gd name="T0" fmla="*/ 0 w 530"/>
                  <a:gd name="T1" fmla="*/ 201 h 427"/>
                  <a:gd name="T2" fmla="*/ 30 w 530"/>
                  <a:gd name="T3" fmla="*/ 294 h 427"/>
                  <a:gd name="T4" fmla="*/ 180 w 530"/>
                  <a:gd name="T5" fmla="*/ 389 h 427"/>
                  <a:gd name="T6" fmla="*/ 460 w 530"/>
                  <a:gd name="T7" fmla="*/ 426 h 427"/>
                  <a:gd name="T8" fmla="*/ 462 w 530"/>
                  <a:gd name="T9" fmla="*/ 426 h 427"/>
                  <a:gd name="T10" fmla="*/ 528 w 530"/>
                  <a:gd name="T11" fmla="*/ 362 h 427"/>
                  <a:gd name="T12" fmla="*/ 463 w 530"/>
                  <a:gd name="T13" fmla="*/ 294 h 427"/>
                  <a:gd name="T14" fmla="*/ 176 w 530"/>
                  <a:gd name="T15" fmla="*/ 246 h 427"/>
                  <a:gd name="T16" fmla="*/ 138 w 530"/>
                  <a:gd name="T17" fmla="*/ 217 h 427"/>
                  <a:gd name="T18" fmla="*/ 133 w 530"/>
                  <a:gd name="T19" fmla="*/ 201 h 427"/>
                  <a:gd name="T20" fmla="*/ 138 w 530"/>
                  <a:gd name="T21" fmla="*/ 178 h 427"/>
                  <a:gd name="T22" fmla="*/ 166 w 530"/>
                  <a:gd name="T23" fmla="*/ 141 h 427"/>
                  <a:gd name="T24" fmla="*/ 183 w 530"/>
                  <a:gd name="T25" fmla="*/ 146 h 427"/>
                  <a:gd name="T26" fmla="*/ 177 w 530"/>
                  <a:gd name="T27" fmla="*/ 151 h 427"/>
                  <a:gd name="T28" fmla="*/ 152 w 530"/>
                  <a:gd name="T29" fmla="*/ 185 h 427"/>
                  <a:gd name="T30" fmla="*/ 147 w 530"/>
                  <a:gd name="T31" fmla="*/ 201 h 427"/>
                  <a:gd name="T32" fmla="*/ 150 w 530"/>
                  <a:gd name="T33" fmla="*/ 209 h 427"/>
                  <a:gd name="T34" fmla="*/ 183 w 530"/>
                  <a:gd name="T35" fmla="*/ 232 h 427"/>
                  <a:gd name="T36" fmla="*/ 423 w 530"/>
                  <a:gd name="T37" fmla="*/ 277 h 427"/>
                  <a:gd name="T38" fmla="*/ 223 w 530"/>
                  <a:gd name="T39" fmla="*/ 0 h 427"/>
                  <a:gd name="T40" fmla="*/ 180 w 530"/>
                  <a:gd name="T41" fmla="*/ 0 h 427"/>
                  <a:gd name="T42" fmla="*/ 169 w 530"/>
                  <a:gd name="T43" fmla="*/ 1 h 427"/>
                  <a:gd name="T44" fmla="*/ 164 w 530"/>
                  <a:gd name="T45" fmla="*/ 1 h 427"/>
                  <a:gd name="T46" fmla="*/ 126 w 530"/>
                  <a:gd name="T47" fmla="*/ 9 h 427"/>
                  <a:gd name="T48" fmla="*/ 83 w 530"/>
                  <a:gd name="T49" fmla="*/ 37 h 427"/>
                  <a:gd name="T50" fmla="*/ 30 w 530"/>
                  <a:gd name="T51" fmla="*/ 100 h 427"/>
                  <a:gd name="T52" fmla="*/ 28 w 530"/>
                  <a:gd name="T53" fmla="*/ 103 h 427"/>
                  <a:gd name="T54" fmla="*/ 0 w 530"/>
                  <a:gd name="T55" fmla="*/ 201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30" h="427">
                    <a:moveTo>
                      <a:pt x="0" y="201"/>
                    </a:moveTo>
                    <a:cubicBezTo>
                      <a:pt x="0" y="232"/>
                      <a:pt x="9" y="265"/>
                      <a:pt x="30" y="294"/>
                    </a:cubicBezTo>
                    <a:cubicBezTo>
                      <a:pt x="61" y="337"/>
                      <a:pt x="111" y="368"/>
                      <a:pt x="180" y="389"/>
                    </a:cubicBezTo>
                    <a:cubicBezTo>
                      <a:pt x="248" y="410"/>
                      <a:pt x="339" y="423"/>
                      <a:pt x="460" y="426"/>
                    </a:cubicBezTo>
                    <a:cubicBezTo>
                      <a:pt x="460" y="426"/>
                      <a:pt x="461" y="426"/>
                      <a:pt x="462" y="426"/>
                    </a:cubicBezTo>
                    <a:cubicBezTo>
                      <a:pt x="497" y="426"/>
                      <a:pt x="527" y="398"/>
                      <a:pt x="528" y="362"/>
                    </a:cubicBezTo>
                    <a:cubicBezTo>
                      <a:pt x="529" y="325"/>
                      <a:pt x="500" y="294"/>
                      <a:pt x="463" y="294"/>
                    </a:cubicBezTo>
                    <a:cubicBezTo>
                      <a:pt x="312" y="290"/>
                      <a:pt x="221" y="268"/>
                      <a:pt x="176" y="246"/>
                    </a:cubicBezTo>
                    <a:cubicBezTo>
                      <a:pt x="153" y="234"/>
                      <a:pt x="143" y="224"/>
                      <a:pt x="138" y="217"/>
                    </a:cubicBezTo>
                    <a:cubicBezTo>
                      <a:pt x="133" y="210"/>
                      <a:pt x="133" y="207"/>
                      <a:pt x="133" y="201"/>
                    </a:cubicBezTo>
                    <a:cubicBezTo>
                      <a:pt x="132" y="195"/>
                      <a:pt x="134" y="188"/>
                      <a:pt x="138" y="178"/>
                    </a:cubicBezTo>
                    <a:cubicBezTo>
                      <a:pt x="144" y="165"/>
                      <a:pt x="156" y="151"/>
                      <a:pt x="166" y="141"/>
                    </a:cubicBezTo>
                    <a:lnTo>
                      <a:pt x="183" y="146"/>
                    </a:lnTo>
                    <a:cubicBezTo>
                      <a:pt x="181" y="147"/>
                      <a:pt x="179" y="149"/>
                      <a:pt x="177" y="151"/>
                    </a:cubicBezTo>
                    <a:cubicBezTo>
                      <a:pt x="167" y="160"/>
                      <a:pt x="156" y="174"/>
                      <a:pt x="152" y="185"/>
                    </a:cubicBezTo>
                    <a:cubicBezTo>
                      <a:pt x="148" y="192"/>
                      <a:pt x="147" y="198"/>
                      <a:pt x="147" y="201"/>
                    </a:cubicBezTo>
                    <a:cubicBezTo>
                      <a:pt x="147" y="204"/>
                      <a:pt x="147" y="205"/>
                      <a:pt x="150" y="209"/>
                    </a:cubicBezTo>
                    <a:cubicBezTo>
                      <a:pt x="153" y="212"/>
                      <a:pt x="161" y="222"/>
                      <a:pt x="183" y="232"/>
                    </a:cubicBezTo>
                    <a:cubicBezTo>
                      <a:pt x="206" y="244"/>
                      <a:pt x="273" y="270"/>
                      <a:pt x="423" y="277"/>
                    </a:cubicBezTo>
                    <a:lnTo>
                      <a:pt x="223" y="0"/>
                    </a:lnTo>
                    <a:lnTo>
                      <a:pt x="180" y="0"/>
                    </a:lnTo>
                    <a:cubicBezTo>
                      <a:pt x="177" y="0"/>
                      <a:pt x="173" y="1"/>
                      <a:pt x="169" y="1"/>
                    </a:cubicBezTo>
                    <a:cubicBezTo>
                      <a:pt x="167" y="1"/>
                      <a:pt x="166" y="1"/>
                      <a:pt x="164" y="1"/>
                    </a:cubicBezTo>
                    <a:cubicBezTo>
                      <a:pt x="147" y="1"/>
                      <a:pt x="136" y="5"/>
                      <a:pt x="126" y="9"/>
                    </a:cubicBezTo>
                    <a:cubicBezTo>
                      <a:pt x="109" y="17"/>
                      <a:pt x="96" y="26"/>
                      <a:pt x="83" y="37"/>
                    </a:cubicBezTo>
                    <a:cubicBezTo>
                      <a:pt x="64" y="54"/>
                      <a:pt x="45" y="75"/>
                      <a:pt x="30" y="100"/>
                    </a:cubicBezTo>
                    <a:cubicBezTo>
                      <a:pt x="29" y="101"/>
                      <a:pt x="29" y="102"/>
                      <a:pt x="28" y="103"/>
                    </a:cubicBezTo>
                    <a:cubicBezTo>
                      <a:pt x="13" y="130"/>
                      <a:pt x="0" y="163"/>
                      <a:pt x="0" y="201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869993CA-E8A3-47DE-97CB-64D1F37F7C63}"/>
                </a:ext>
              </a:extLst>
            </p:cNvPr>
            <p:cNvGrpSpPr/>
            <p:nvPr/>
          </p:nvGrpSpPr>
          <p:grpSpPr>
            <a:xfrm>
              <a:off x="7793164" y="1778511"/>
              <a:ext cx="2945957" cy="1092410"/>
              <a:chOff x="7793164" y="1826545"/>
              <a:chExt cx="2945957" cy="1092410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2F5BF1BB-EC43-47E2-8068-40147C1FDEFD}"/>
                  </a:ext>
                </a:extLst>
              </p:cNvPr>
              <p:cNvSpPr txBox="1"/>
              <p:nvPr/>
            </p:nvSpPr>
            <p:spPr>
              <a:xfrm>
                <a:off x="7793165" y="1826545"/>
                <a:ext cx="2945956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T Sans" panose="020B0503020203020204" pitchFamily="34" charset="0"/>
                    <a:ea typeface="PT Sans" panose="020B0503020203020204" pitchFamily="34" charset="0"/>
                    <a:cs typeface="Times Sans Serif" panose="02020603050405020304" pitchFamily="18" charset="0"/>
                  </a:rPr>
                  <a:t>Lawyers. Just Different.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84F95AE6-046C-42A5-B60A-086AFE6DEB25}"/>
                  </a:ext>
                </a:extLst>
              </p:cNvPr>
              <p:cNvSpPr/>
              <p:nvPr/>
            </p:nvSpPr>
            <p:spPr>
              <a:xfrm>
                <a:off x="7793164" y="2117838"/>
                <a:ext cx="2945956" cy="80111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bg1">
                        <a:lumMod val="50000"/>
                      </a:schemeClr>
                    </a:solidFill>
                    <a:latin typeface="PT Sans" panose="020B0503020203020204" pitchFamily="34" charset="0"/>
                    <a:ea typeface="PT Sans" panose="020B0503020203020204" pitchFamily="34" charset="0"/>
                  </a:rPr>
                  <a:t>Collaboratively administrate empowered markets via plug and play networks. procrastinate B2C users after. </a:t>
                </a:r>
                <a:endParaRPr lang="en-US" sz="1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Arimo" panose="020B0604020202020204" pitchFamily="3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6205961C-F19D-4744-BC72-3B228049C696}"/>
                </a:ext>
              </a:extLst>
            </p:cNvPr>
            <p:cNvGrpSpPr/>
            <p:nvPr/>
          </p:nvGrpSpPr>
          <p:grpSpPr>
            <a:xfrm>
              <a:off x="7793164" y="4094430"/>
              <a:ext cx="2945957" cy="1092410"/>
              <a:chOff x="7793164" y="4259632"/>
              <a:chExt cx="2945957" cy="1092410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id="{88E9527E-AE83-4D27-B74E-D46747539101}"/>
                  </a:ext>
                </a:extLst>
              </p:cNvPr>
              <p:cNvSpPr txBox="1"/>
              <p:nvPr/>
            </p:nvSpPr>
            <p:spPr>
              <a:xfrm>
                <a:off x="7793165" y="4259632"/>
                <a:ext cx="2945956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T Sans" panose="020B0503020203020204" pitchFamily="34" charset="0"/>
                    <a:ea typeface="PT Sans" panose="020B0503020203020204" pitchFamily="34" charset="0"/>
                    <a:cs typeface="Times Sans Serif" panose="02020603050405020304" pitchFamily="18" charset="0"/>
                  </a:rPr>
                  <a:t>Real World. Real Law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xmlns="" id="{35E45706-246C-421F-955F-B1488174D75F}"/>
                  </a:ext>
                </a:extLst>
              </p:cNvPr>
              <p:cNvSpPr/>
              <p:nvPr/>
            </p:nvSpPr>
            <p:spPr>
              <a:xfrm>
                <a:off x="7793164" y="4550925"/>
                <a:ext cx="2945956" cy="80111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dirty="0">
                    <a:solidFill>
                      <a:schemeClr val="bg1">
                        <a:lumMod val="50000"/>
                      </a:schemeClr>
                    </a:solidFill>
                    <a:latin typeface="PT Sans" panose="020B0503020203020204" pitchFamily="34" charset="0"/>
                    <a:ea typeface="PT Sans" panose="020B0503020203020204" pitchFamily="34" charset="0"/>
                  </a:rPr>
                  <a:t>Collaboratively administrate empowered markets via plug and play networks. procrastinate B2C users after. </a:t>
                </a:r>
                <a:endParaRPr lang="en-US" sz="1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Arimo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694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C10A61FE-86DB-44FC-933C-EE1B97031E1C}"/>
              </a:ext>
            </a:extLst>
          </p:cNvPr>
          <p:cNvSpPr/>
          <p:nvPr/>
        </p:nvSpPr>
        <p:spPr>
          <a:xfrm flipH="1">
            <a:off x="7433905" y="2530026"/>
            <a:ext cx="2679976" cy="35647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xmlns="" id="{0CCA3A9D-C470-4F71-B2D2-8DB7DD4C5FDA}"/>
              </a:ext>
            </a:extLst>
          </p:cNvPr>
          <p:cNvSpPr/>
          <p:nvPr/>
        </p:nvSpPr>
        <p:spPr>
          <a:xfrm flipH="1">
            <a:off x="4756012" y="2530026"/>
            <a:ext cx="2679976" cy="356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xmlns="" id="{FF1C2984-9D28-428A-92A3-FEECE2C83599}"/>
              </a:ext>
            </a:extLst>
          </p:cNvPr>
          <p:cNvSpPr/>
          <p:nvPr/>
        </p:nvSpPr>
        <p:spPr>
          <a:xfrm flipH="1">
            <a:off x="2080215" y="2530026"/>
            <a:ext cx="2679976" cy="35647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xmlns="" id="{3467E591-FF5E-4377-87E5-8CDB8F710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969" y="4982419"/>
            <a:ext cx="1569194" cy="52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Predominate extensible testing procedures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xmlns="" id="{6337661F-5787-402B-A30B-22C968D0C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243" y="2841305"/>
            <a:ext cx="16459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accent2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5-10</a:t>
            </a:r>
          </a:p>
        </p:txBody>
      </p:sp>
      <p:sp>
        <p:nvSpPr>
          <p:cNvPr id="20" name="TextBox 28">
            <a:extLst>
              <a:ext uri="{FF2B5EF4-FFF2-40B4-BE49-F238E27FC236}">
                <a16:creationId xmlns:a16="http://schemas.microsoft.com/office/drawing/2014/main" xmlns="" id="{3FCB81BE-047D-430A-94C6-2751A97C3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243" y="3286162"/>
            <a:ext cx="164592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chemeClr val="accent2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Seconds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xmlns="" id="{23A1F4A9-629C-47A9-B047-D8D32B6A007E}"/>
              </a:ext>
            </a:extLst>
          </p:cNvPr>
          <p:cNvGrpSpPr/>
          <p:nvPr/>
        </p:nvGrpSpPr>
        <p:grpSpPr>
          <a:xfrm>
            <a:off x="2904340" y="3563119"/>
            <a:ext cx="1031726" cy="1066049"/>
            <a:chOff x="455219" y="3850407"/>
            <a:chExt cx="970575" cy="1002864"/>
          </a:xfrm>
        </p:grpSpPr>
        <p:sp>
          <p:nvSpPr>
            <p:cNvPr id="61" name="Freeform 2">
              <a:extLst>
                <a:ext uri="{FF2B5EF4-FFF2-40B4-BE49-F238E27FC236}">
                  <a16:creationId xmlns:a16="http://schemas.microsoft.com/office/drawing/2014/main" xmlns="" id="{9F9C5769-8334-4796-A50D-93DCEE39C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556" y="3901689"/>
              <a:ext cx="94968" cy="93070"/>
            </a:xfrm>
            <a:custGeom>
              <a:avLst/>
              <a:gdLst>
                <a:gd name="T0" fmla="*/ 198 w 221"/>
                <a:gd name="T1" fmla="*/ 103 h 216"/>
                <a:gd name="T2" fmla="*/ 198 w 221"/>
                <a:gd name="T3" fmla="*/ 22 h 216"/>
                <a:gd name="T4" fmla="*/ 118 w 221"/>
                <a:gd name="T5" fmla="*/ 22 h 216"/>
                <a:gd name="T6" fmla="*/ 22 w 221"/>
                <a:gd name="T7" fmla="*/ 117 h 216"/>
                <a:gd name="T8" fmla="*/ 22 w 221"/>
                <a:gd name="T9" fmla="*/ 198 h 216"/>
                <a:gd name="T10" fmla="*/ 64 w 221"/>
                <a:gd name="T11" fmla="*/ 215 h 216"/>
                <a:gd name="T12" fmla="*/ 105 w 221"/>
                <a:gd name="T13" fmla="*/ 198 h 216"/>
                <a:gd name="T14" fmla="*/ 198 w 221"/>
                <a:gd name="T15" fmla="*/ 10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1" h="216">
                  <a:moveTo>
                    <a:pt x="198" y="103"/>
                  </a:moveTo>
                  <a:cubicBezTo>
                    <a:pt x="220" y="81"/>
                    <a:pt x="220" y="44"/>
                    <a:pt x="198" y="22"/>
                  </a:cubicBezTo>
                  <a:cubicBezTo>
                    <a:pt x="176" y="0"/>
                    <a:pt x="140" y="0"/>
                    <a:pt x="118" y="22"/>
                  </a:cubicBezTo>
                  <a:lnTo>
                    <a:pt x="22" y="117"/>
                  </a:lnTo>
                  <a:cubicBezTo>
                    <a:pt x="0" y="139"/>
                    <a:pt x="0" y="176"/>
                    <a:pt x="22" y="198"/>
                  </a:cubicBezTo>
                  <a:cubicBezTo>
                    <a:pt x="34" y="210"/>
                    <a:pt x="49" y="215"/>
                    <a:pt x="64" y="215"/>
                  </a:cubicBezTo>
                  <a:cubicBezTo>
                    <a:pt x="78" y="215"/>
                    <a:pt x="93" y="210"/>
                    <a:pt x="105" y="198"/>
                  </a:cubicBezTo>
                  <a:lnTo>
                    <a:pt x="198" y="10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Freeform 3">
              <a:extLst>
                <a:ext uri="{FF2B5EF4-FFF2-40B4-BE49-F238E27FC236}">
                  <a16:creationId xmlns:a16="http://schemas.microsoft.com/office/drawing/2014/main" xmlns="" id="{3877B6DF-6283-4BF7-9D22-2077CF8A7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086" y="3850407"/>
              <a:ext cx="51282" cy="108263"/>
            </a:xfrm>
            <a:custGeom>
              <a:avLst/>
              <a:gdLst>
                <a:gd name="T0" fmla="*/ 58 w 118"/>
                <a:gd name="T1" fmla="*/ 249 h 250"/>
                <a:gd name="T2" fmla="*/ 117 w 118"/>
                <a:gd name="T3" fmla="*/ 191 h 250"/>
                <a:gd name="T4" fmla="*/ 117 w 118"/>
                <a:gd name="T5" fmla="*/ 59 h 250"/>
                <a:gd name="T6" fmla="*/ 58 w 118"/>
                <a:gd name="T7" fmla="*/ 0 h 250"/>
                <a:gd name="T8" fmla="*/ 0 w 118"/>
                <a:gd name="T9" fmla="*/ 59 h 250"/>
                <a:gd name="T10" fmla="*/ 0 w 118"/>
                <a:gd name="T11" fmla="*/ 193 h 250"/>
                <a:gd name="T12" fmla="*/ 58 w 118"/>
                <a:gd name="T13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" h="250">
                  <a:moveTo>
                    <a:pt x="58" y="249"/>
                  </a:moveTo>
                  <a:cubicBezTo>
                    <a:pt x="90" y="249"/>
                    <a:pt x="117" y="223"/>
                    <a:pt x="117" y="191"/>
                  </a:cubicBezTo>
                  <a:lnTo>
                    <a:pt x="117" y="59"/>
                  </a:lnTo>
                  <a:cubicBezTo>
                    <a:pt x="117" y="27"/>
                    <a:pt x="90" y="0"/>
                    <a:pt x="58" y="0"/>
                  </a:cubicBezTo>
                  <a:cubicBezTo>
                    <a:pt x="26" y="0"/>
                    <a:pt x="0" y="27"/>
                    <a:pt x="0" y="59"/>
                  </a:cubicBezTo>
                  <a:lnTo>
                    <a:pt x="0" y="193"/>
                  </a:lnTo>
                  <a:cubicBezTo>
                    <a:pt x="0" y="223"/>
                    <a:pt x="26" y="249"/>
                    <a:pt x="58" y="24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Freeform 4">
              <a:extLst>
                <a:ext uri="{FF2B5EF4-FFF2-40B4-BE49-F238E27FC236}">
                  <a16:creationId xmlns:a16="http://schemas.microsoft.com/office/drawing/2014/main" xmlns="" id="{279C67DB-E7E4-40A9-90CE-CC499B777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544" y="4032746"/>
              <a:ext cx="108264" cy="51282"/>
            </a:xfrm>
            <a:custGeom>
              <a:avLst/>
              <a:gdLst>
                <a:gd name="T0" fmla="*/ 194 w 253"/>
                <a:gd name="T1" fmla="*/ 117 h 118"/>
                <a:gd name="T2" fmla="*/ 252 w 253"/>
                <a:gd name="T3" fmla="*/ 58 h 118"/>
                <a:gd name="T4" fmla="*/ 194 w 253"/>
                <a:gd name="T5" fmla="*/ 0 h 118"/>
                <a:gd name="T6" fmla="*/ 59 w 253"/>
                <a:gd name="T7" fmla="*/ 0 h 118"/>
                <a:gd name="T8" fmla="*/ 0 w 253"/>
                <a:gd name="T9" fmla="*/ 58 h 118"/>
                <a:gd name="T10" fmla="*/ 59 w 253"/>
                <a:gd name="T11" fmla="*/ 117 h 118"/>
                <a:gd name="T12" fmla="*/ 194 w 253"/>
                <a:gd name="T13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118">
                  <a:moveTo>
                    <a:pt x="194" y="117"/>
                  </a:moveTo>
                  <a:cubicBezTo>
                    <a:pt x="225" y="117"/>
                    <a:pt x="252" y="90"/>
                    <a:pt x="252" y="58"/>
                  </a:cubicBezTo>
                  <a:cubicBezTo>
                    <a:pt x="252" y="27"/>
                    <a:pt x="225" y="0"/>
                    <a:pt x="194" y="0"/>
                  </a:cubicBezTo>
                  <a:lnTo>
                    <a:pt x="59" y="0"/>
                  </a:lnTo>
                  <a:cubicBezTo>
                    <a:pt x="27" y="0"/>
                    <a:pt x="0" y="27"/>
                    <a:pt x="0" y="58"/>
                  </a:cubicBezTo>
                  <a:cubicBezTo>
                    <a:pt x="0" y="90"/>
                    <a:pt x="27" y="117"/>
                    <a:pt x="59" y="117"/>
                  </a:cubicBezTo>
                  <a:lnTo>
                    <a:pt x="194" y="11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5">
              <a:extLst>
                <a:ext uri="{FF2B5EF4-FFF2-40B4-BE49-F238E27FC236}">
                  <a16:creationId xmlns:a16="http://schemas.microsoft.com/office/drawing/2014/main" xmlns="" id="{D5A84036-32CD-49C1-9E08-F6E043255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437" y="4433511"/>
              <a:ext cx="191835" cy="189937"/>
            </a:xfrm>
            <a:custGeom>
              <a:avLst/>
              <a:gdLst>
                <a:gd name="T0" fmla="*/ 347 w 444"/>
                <a:gd name="T1" fmla="*/ 272 h 442"/>
                <a:gd name="T2" fmla="*/ 443 w 444"/>
                <a:gd name="T3" fmla="*/ 17 h 442"/>
                <a:gd name="T4" fmla="*/ 0 w 444"/>
                <a:gd name="T5" fmla="*/ 235 h 442"/>
                <a:gd name="T6" fmla="*/ 347 w 444"/>
                <a:gd name="T7" fmla="*/ 27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4" h="442">
                  <a:moveTo>
                    <a:pt x="347" y="272"/>
                  </a:moveTo>
                  <a:cubicBezTo>
                    <a:pt x="386" y="120"/>
                    <a:pt x="413" y="49"/>
                    <a:pt x="443" y="17"/>
                  </a:cubicBezTo>
                  <a:cubicBezTo>
                    <a:pt x="284" y="0"/>
                    <a:pt x="0" y="37"/>
                    <a:pt x="0" y="235"/>
                  </a:cubicBezTo>
                  <a:cubicBezTo>
                    <a:pt x="0" y="426"/>
                    <a:pt x="225" y="441"/>
                    <a:pt x="347" y="27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xmlns="" id="{7C7A837A-7506-4A36-9747-6D06111D9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330" y="4636744"/>
              <a:ext cx="176642" cy="83572"/>
            </a:xfrm>
            <a:custGeom>
              <a:avLst/>
              <a:gdLst>
                <a:gd name="T0" fmla="*/ 291 w 409"/>
                <a:gd name="T1" fmla="*/ 59 h 195"/>
                <a:gd name="T2" fmla="*/ 68 w 409"/>
                <a:gd name="T3" fmla="*/ 54 h 195"/>
                <a:gd name="T4" fmla="*/ 0 w 409"/>
                <a:gd name="T5" fmla="*/ 118 h 195"/>
                <a:gd name="T6" fmla="*/ 66 w 409"/>
                <a:gd name="T7" fmla="*/ 186 h 195"/>
                <a:gd name="T8" fmla="*/ 288 w 409"/>
                <a:gd name="T9" fmla="*/ 194 h 195"/>
                <a:gd name="T10" fmla="*/ 293 w 409"/>
                <a:gd name="T11" fmla="*/ 194 h 195"/>
                <a:gd name="T12" fmla="*/ 408 w 409"/>
                <a:gd name="T13" fmla="*/ 128 h 195"/>
                <a:gd name="T14" fmla="*/ 308 w 409"/>
                <a:gd name="T15" fmla="*/ 0 h 195"/>
                <a:gd name="T16" fmla="*/ 291 w 409"/>
                <a:gd name="T17" fmla="*/ 5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9" h="195">
                  <a:moveTo>
                    <a:pt x="291" y="59"/>
                  </a:moveTo>
                  <a:lnTo>
                    <a:pt x="68" y="54"/>
                  </a:lnTo>
                  <a:cubicBezTo>
                    <a:pt x="31" y="54"/>
                    <a:pt x="0" y="81"/>
                    <a:pt x="0" y="118"/>
                  </a:cubicBezTo>
                  <a:cubicBezTo>
                    <a:pt x="0" y="155"/>
                    <a:pt x="29" y="186"/>
                    <a:pt x="66" y="186"/>
                  </a:cubicBezTo>
                  <a:lnTo>
                    <a:pt x="288" y="194"/>
                  </a:lnTo>
                  <a:lnTo>
                    <a:pt x="293" y="194"/>
                  </a:lnTo>
                  <a:cubicBezTo>
                    <a:pt x="342" y="194"/>
                    <a:pt x="384" y="169"/>
                    <a:pt x="408" y="128"/>
                  </a:cubicBezTo>
                  <a:cubicBezTo>
                    <a:pt x="374" y="86"/>
                    <a:pt x="325" y="25"/>
                    <a:pt x="308" y="0"/>
                  </a:cubicBezTo>
                  <a:lnTo>
                    <a:pt x="291" y="59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xmlns="" id="{F530D6B4-C6EB-443D-8273-784726AAD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883" y="4446807"/>
              <a:ext cx="265911" cy="406464"/>
            </a:xfrm>
            <a:custGeom>
              <a:avLst/>
              <a:gdLst>
                <a:gd name="T0" fmla="*/ 556 w 618"/>
                <a:gd name="T1" fmla="*/ 186 h 943"/>
                <a:gd name="T2" fmla="*/ 419 w 618"/>
                <a:gd name="T3" fmla="*/ 196 h 943"/>
                <a:gd name="T4" fmla="*/ 409 w 618"/>
                <a:gd name="T5" fmla="*/ 191 h 943"/>
                <a:gd name="T6" fmla="*/ 267 w 618"/>
                <a:gd name="T7" fmla="*/ 22 h 943"/>
                <a:gd name="T8" fmla="*/ 243 w 618"/>
                <a:gd name="T9" fmla="*/ 17 h 943"/>
                <a:gd name="T10" fmla="*/ 177 w 618"/>
                <a:gd name="T11" fmla="*/ 5 h 943"/>
                <a:gd name="T12" fmla="*/ 120 w 618"/>
                <a:gd name="T13" fmla="*/ 15 h 943"/>
                <a:gd name="T14" fmla="*/ 13 w 618"/>
                <a:gd name="T15" fmla="*/ 316 h 943"/>
                <a:gd name="T16" fmla="*/ 25 w 618"/>
                <a:gd name="T17" fmla="*/ 411 h 943"/>
                <a:gd name="T18" fmla="*/ 162 w 618"/>
                <a:gd name="T19" fmla="*/ 585 h 943"/>
                <a:gd name="T20" fmla="*/ 226 w 618"/>
                <a:gd name="T21" fmla="*/ 702 h 943"/>
                <a:gd name="T22" fmla="*/ 287 w 618"/>
                <a:gd name="T23" fmla="*/ 896 h 943"/>
                <a:gd name="T24" fmla="*/ 350 w 618"/>
                <a:gd name="T25" fmla="*/ 942 h 943"/>
                <a:gd name="T26" fmla="*/ 370 w 618"/>
                <a:gd name="T27" fmla="*/ 940 h 943"/>
                <a:gd name="T28" fmla="*/ 414 w 618"/>
                <a:gd name="T29" fmla="*/ 854 h 943"/>
                <a:gd name="T30" fmla="*/ 355 w 618"/>
                <a:gd name="T31" fmla="*/ 661 h 943"/>
                <a:gd name="T32" fmla="*/ 270 w 618"/>
                <a:gd name="T33" fmla="*/ 499 h 943"/>
                <a:gd name="T34" fmla="*/ 208 w 618"/>
                <a:gd name="T35" fmla="*/ 423 h 943"/>
                <a:gd name="T36" fmla="*/ 287 w 618"/>
                <a:gd name="T37" fmla="*/ 208 h 943"/>
                <a:gd name="T38" fmla="*/ 314 w 618"/>
                <a:gd name="T39" fmla="*/ 250 h 943"/>
                <a:gd name="T40" fmla="*/ 426 w 618"/>
                <a:gd name="T41" fmla="*/ 306 h 943"/>
                <a:gd name="T42" fmla="*/ 563 w 618"/>
                <a:gd name="T43" fmla="*/ 296 h 943"/>
                <a:gd name="T44" fmla="*/ 615 w 618"/>
                <a:gd name="T45" fmla="*/ 235 h 943"/>
                <a:gd name="T46" fmla="*/ 556 w 618"/>
                <a:gd name="T47" fmla="*/ 186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18" h="943">
                  <a:moveTo>
                    <a:pt x="556" y="186"/>
                  </a:moveTo>
                  <a:lnTo>
                    <a:pt x="419" y="196"/>
                  </a:lnTo>
                  <a:cubicBezTo>
                    <a:pt x="414" y="196"/>
                    <a:pt x="412" y="193"/>
                    <a:pt x="409" y="191"/>
                  </a:cubicBezTo>
                  <a:cubicBezTo>
                    <a:pt x="306" y="30"/>
                    <a:pt x="292" y="27"/>
                    <a:pt x="267" y="22"/>
                  </a:cubicBezTo>
                  <a:lnTo>
                    <a:pt x="243" y="17"/>
                  </a:lnTo>
                  <a:cubicBezTo>
                    <a:pt x="221" y="12"/>
                    <a:pt x="191" y="8"/>
                    <a:pt x="177" y="5"/>
                  </a:cubicBezTo>
                  <a:cubicBezTo>
                    <a:pt x="157" y="0"/>
                    <a:pt x="138" y="5"/>
                    <a:pt x="120" y="15"/>
                  </a:cubicBezTo>
                  <a:cubicBezTo>
                    <a:pt x="74" y="44"/>
                    <a:pt x="23" y="277"/>
                    <a:pt x="13" y="316"/>
                  </a:cubicBezTo>
                  <a:cubicBezTo>
                    <a:pt x="3" y="355"/>
                    <a:pt x="0" y="379"/>
                    <a:pt x="25" y="411"/>
                  </a:cubicBezTo>
                  <a:cubicBezTo>
                    <a:pt x="52" y="448"/>
                    <a:pt x="162" y="585"/>
                    <a:pt x="162" y="585"/>
                  </a:cubicBezTo>
                  <a:cubicBezTo>
                    <a:pt x="189" y="619"/>
                    <a:pt x="211" y="661"/>
                    <a:pt x="226" y="702"/>
                  </a:cubicBezTo>
                  <a:lnTo>
                    <a:pt x="287" y="896"/>
                  </a:lnTo>
                  <a:cubicBezTo>
                    <a:pt x="297" y="925"/>
                    <a:pt x="323" y="942"/>
                    <a:pt x="350" y="942"/>
                  </a:cubicBezTo>
                  <a:cubicBezTo>
                    <a:pt x="358" y="942"/>
                    <a:pt x="365" y="942"/>
                    <a:pt x="370" y="940"/>
                  </a:cubicBezTo>
                  <a:cubicBezTo>
                    <a:pt x="404" y="927"/>
                    <a:pt x="426" y="891"/>
                    <a:pt x="414" y="854"/>
                  </a:cubicBezTo>
                  <a:lnTo>
                    <a:pt x="355" y="661"/>
                  </a:lnTo>
                  <a:cubicBezTo>
                    <a:pt x="336" y="602"/>
                    <a:pt x="306" y="548"/>
                    <a:pt x="270" y="499"/>
                  </a:cubicBezTo>
                  <a:lnTo>
                    <a:pt x="208" y="423"/>
                  </a:lnTo>
                  <a:lnTo>
                    <a:pt x="287" y="208"/>
                  </a:lnTo>
                  <a:cubicBezTo>
                    <a:pt x="294" y="220"/>
                    <a:pt x="304" y="235"/>
                    <a:pt x="314" y="250"/>
                  </a:cubicBezTo>
                  <a:cubicBezTo>
                    <a:pt x="338" y="289"/>
                    <a:pt x="382" y="311"/>
                    <a:pt x="426" y="306"/>
                  </a:cubicBezTo>
                  <a:lnTo>
                    <a:pt x="563" y="296"/>
                  </a:lnTo>
                  <a:cubicBezTo>
                    <a:pt x="595" y="294"/>
                    <a:pt x="617" y="267"/>
                    <a:pt x="615" y="235"/>
                  </a:cubicBezTo>
                  <a:cubicBezTo>
                    <a:pt x="615" y="206"/>
                    <a:pt x="588" y="184"/>
                    <a:pt x="556" y="186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8">
              <a:extLst>
                <a:ext uri="{FF2B5EF4-FFF2-40B4-BE49-F238E27FC236}">
                  <a16:creationId xmlns:a16="http://schemas.microsoft.com/office/drawing/2014/main" xmlns="" id="{2EE1AA3D-C35D-48BC-AE63-5D76F27AB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864" y="4332846"/>
              <a:ext cx="108264" cy="108263"/>
            </a:xfrm>
            <a:custGeom>
              <a:avLst/>
              <a:gdLst>
                <a:gd name="T0" fmla="*/ 250 w 251"/>
                <a:gd name="T1" fmla="*/ 125 h 250"/>
                <a:gd name="T2" fmla="*/ 233 w 251"/>
                <a:gd name="T3" fmla="*/ 187 h 250"/>
                <a:gd name="T4" fmla="*/ 187 w 251"/>
                <a:gd name="T5" fmla="*/ 233 h 250"/>
                <a:gd name="T6" fmla="*/ 125 w 251"/>
                <a:gd name="T7" fmla="*/ 249 h 250"/>
                <a:gd name="T8" fmla="*/ 63 w 251"/>
                <a:gd name="T9" fmla="*/ 233 h 250"/>
                <a:gd name="T10" fmla="*/ 17 w 251"/>
                <a:gd name="T11" fmla="*/ 187 h 250"/>
                <a:gd name="T12" fmla="*/ 0 w 251"/>
                <a:gd name="T13" fmla="*/ 125 h 250"/>
                <a:gd name="T14" fmla="*/ 17 w 251"/>
                <a:gd name="T15" fmla="*/ 62 h 250"/>
                <a:gd name="T16" fmla="*/ 63 w 251"/>
                <a:gd name="T17" fmla="*/ 17 h 250"/>
                <a:gd name="T18" fmla="*/ 125 w 251"/>
                <a:gd name="T19" fmla="*/ 0 h 250"/>
                <a:gd name="T20" fmla="*/ 187 w 251"/>
                <a:gd name="T21" fmla="*/ 17 h 250"/>
                <a:gd name="T22" fmla="*/ 233 w 251"/>
                <a:gd name="T23" fmla="*/ 62 h 250"/>
                <a:gd name="T24" fmla="*/ 250 w 251"/>
                <a:gd name="T25" fmla="*/ 12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1" h="250">
                  <a:moveTo>
                    <a:pt x="250" y="125"/>
                  </a:moveTo>
                  <a:cubicBezTo>
                    <a:pt x="250" y="148"/>
                    <a:pt x="244" y="167"/>
                    <a:pt x="233" y="187"/>
                  </a:cubicBezTo>
                  <a:cubicBezTo>
                    <a:pt x="221" y="207"/>
                    <a:pt x="206" y="222"/>
                    <a:pt x="187" y="233"/>
                  </a:cubicBezTo>
                  <a:cubicBezTo>
                    <a:pt x="167" y="245"/>
                    <a:pt x="148" y="249"/>
                    <a:pt x="125" y="249"/>
                  </a:cubicBezTo>
                  <a:cubicBezTo>
                    <a:pt x="102" y="249"/>
                    <a:pt x="83" y="245"/>
                    <a:pt x="63" y="233"/>
                  </a:cubicBezTo>
                  <a:cubicBezTo>
                    <a:pt x="43" y="222"/>
                    <a:pt x="28" y="207"/>
                    <a:pt x="17" y="187"/>
                  </a:cubicBezTo>
                  <a:cubicBezTo>
                    <a:pt x="5" y="167"/>
                    <a:pt x="0" y="148"/>
                    <a:pt x="0" y="125"/>
                  </a:cubicBezTo>
                  <a:cubicBezTo>
                    <a:pt x="0" y="102"/>
                    <a:pt x="5" y="82"/>
                    <a:pt x="17" y="62"/>
                  </a:cubicBezTo>
                  <a:cubicBezTo>
                    <a:pt x="28" y="42"/>
                    <a:pt x="43" y="29"/>
                    <a:pt x="63" y="17"/>
                  </a:cubicBezTo>
                  <a:cubicBezTo>
                    <a:pt x="83" y="6"/>
                    <a:pt x="102" y="0"/>
                    <a:pt x="125" y="0"/>
                  </a:cubicBezTo>
                  <a:cubicBezTo>
                    <a:pt x="148" y="0"/>
                    <a:pt x="167" y="6"/>
                    <a:pt x="187" y="17"/>
                  </a:cubicBezTo>
                  <a:cubicBezTo>
                    <a:pt x="206" y="29"/>
                    <a:pt x="221" y="42"/>
                    <a:pt x="233" y="62"/>
                  </a:cubicBezTo>
                  <a:cubicBezTo>
                    <a:pt x="244" y="82"/>
                    <a:pt x="250" y="102"/>
                    <a:pt x="250" y="12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xmlns="" id="{C92AF8A4-EBCE-4B36-AB7D-5574B0951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9" y="4013752"/>
              <a:ext cx="469143" cy="676174"/>
            </a:xfrm>
            <a:custGeom>
              <a:avLst/>
              <a:gdLst>
                <a:gd name="T0" fmla="*/ 71 w 1087"/>
                <a:gd name="T1" fmla="*/ 0 h 1571"/>
                <a:gd name="T2" fmla="*/ 0 w 1087"/>
                <a:gd name="T3" fmla="*/ 1499 h 1571"/>
                <a:gd name="T4" fmla="*/ 1013 w 1087"/>
                <a:gd name="T5" fmla="*/ 1570 h 1571"/>
                <a:gd name="T6" fmla="*/ 1084 w 1087"/>
                <a:gd name="T7" fmla="*/ 71 h 1571"/>
                <a:gd name="T8" fmla="*/ 480 w 1087"/>
                <a:gd name="T9" fmla="*/ 161 h 1571"/>
                <a:gd name="T10" fmla="*/ 622 w 1087"/>
                <a:gd name="T11" fmla="*/ 178 h 1571"/>
                <a:gd name="T12" fmla="*/ 604 w 1087"/>
                <a:gd name="T13" fmla="*/ 313 h 1571"/>
                <a:gd name="T14" fmla="*/ 463 w 1087"/>
                <a:gd name="T15" fmla="*/ 296 h 1571"/>
                <a:gd name="T16" fmla="*/ 480 w 1087"/>
                <a:gd name="T17" fmla="*/ 161 h 1571"/>
                <a:gd name="T18" fmla="*/ 604 w 1087"/>
                <a:gd name="T19" fmla="*/ 474 h 1571"/>
                <a:gd name="T20" fmla="*/ 622 w 1087"/>
                <a:gd name="T21" fmla="*/ 609 h 1571"/>
                <a:gd name="T22" fmla="*/ 480 w 1087"/>
                <a:gd name="T23" fmla="*/ 626 h 1571"/>
                <a:gd name="T24" fmla="*/ 463 w 1087"/>
                <a:gd name="T25" fmla="*/ 491 h 1571"/>
                <a:gd name="T26" fmla="*/ 480 w 1087"/>
                <a:gd name="T27" fmla="*/ 787 h 1571"/>
                <a:gd name="T28" fmla="*/ 622 w 1087"/>
                <a:gd name="T29" fmla="*/ 805 h 1571"/>
                <a:gd name="T30" fmla="*/ 604 w 1087"/>
                <a:gd name="T31" fmla="*/ 939 h 1571"/>
                <a:gd name="T32" fmla="*/ 463 w 1087"/>
                <a:gd name="T33" fmla="*/ 922 h 1571"/>
                <a:gd name="T34" fmla="*/ 480 w 1087"/>
                <a:gd name="T35" fmla="*/ 787 h 1571"/>
                <a:gd name="T36" fmla="*/ 304 w 1087"/>
                <a:gd name="T37" fmla="*/ 161 h 1571"/>
                <a:gd name="T38" fmla="*/ 321 w 1087"/>
                <a:gd name="T39" fmla="*/ 296 h 1571"/>
                <a:gd name="T40" fmla="*/ 179 w 1087"/>
                <a:gd name="T41" fmla="*/ 313 h 1571"/>
                <a:gd name="T42" fmla="*/ 162 w 1087"/>
                <a:gd name="T43" fmla="*/ 178 h 1571"/>
                <a:gd name="T44" fmla="*/ 179 w 1087"/>
                <a:gd name="T45" fmla="*/ 474 h 1571"/>
                <a:gd name="T46" fmla="*/ 321 w 1087"/>
                <a:gd name="T47" fmla="*/ 491 h 1571"/>
                <a:gd name="T48" fmla="*/ 304 w 1087"/>
                <a:gd name="T49" fmla="*/ 626 h 1571"/>
                <a:gd name="T50" fmla="*/ 162 w 1087"/>
                <a:gd name="T51" fmla="*/ 609 h 1571"/>
                <a:gd name="T52" fmla="*/ 179 w 1087"/>
                <a:gd name="T53" fmla="*/ 474 h 1571"/>
                <a:gd name="T54" fmla="*/ 179 w 1087"/>
                <a:gd name="T55" fmla="*/ 942 h 1571"/>
                <a:gd name="T56" fmla="*/ 162 w 1087"/>
                <a:gd name="T57" fmla="*/ 807 h 1571"/>
                <a:gd name="T58" fmla="*/ 304 w 1087"/>
                <a:gd name="T59" fmla="*/ 790 h 1571"/>
                <a:gd name="T60" fmla="*/ 321 w 1087"/>
                <a:gd name="T61" fmla="*/ 924 h 1571"/>
                <a:gd name="T62" fmla="*/ 504 w 1087"/>
                <a:gd name="T63" fmla="*/ 1406 h 1571"/>
                <a:gd name="T64" fmla="*/ 323 w 1087"/>
                <a:gd name="T65" fmla="*/ 1389 h 1571"/>
                <a:gd name="T66" fmla="*/ 340 w 1087"/>
                <a:gd name="T67" fmla="*/ 1101 h 1571"/>
                <a:gd name="T68" fmla="*/ 521 w 1087"/>
                <a:gd name="T69" fmla="*/ 1118 h 1571"/>
                <a:gd name="T70" fmla="*/ 504 w 1087"/>
                <a:gd name="T71" fmla="*/ 1406 h 1571"/>
                <a:gd name="T72" fmla="*/ 746 w 1087"/>
                <a:gd name="T73" fmla="*/ 1406 h 1571"/>
                <a:gd name="T74" fmla="*/ 565 w 1087"/>
                <a:gd name="T75" fmla="*/ 1389 h 1571"/>
                <a:gd name="T76" fmla="*/ 582 w 1087"/>
                <a:gd name="T77" fmla="*/ 1101 h 1571"/>
                <a:gd name="T78" fmla="*/ 764 w 1087"/>
                <a:gd name="T79" fmla="*/ 1118 h 1571"/>
                <a:gd name="T80" fmla="*/ 925 w 1087"/>
                <a:gd name="T81" fmla="*/ 924 h 1571"/>
                <a:gd name="T82" fmla="*/ 783 w 1087"/>
                <a:gd name="T83" fmla="*/ 942 h 1571"/>
                <a:gd name="T84" fmla="*/ 766 w 1087"/>
                <a:gd name="T85" fmla="*/ 807 h 1571"/>
                <a:gd name="T86" fmla="*/ 908 w 1087"/>
                <a:gd name="T87" fmla="*/ 790 h 1571"/>
                <a:gd name="T88" fmla="*/ 925 w 1087"/>
                <a:gd name="T89" fmla="*/ 924 h 1571"/>
                <a:gd name="T90" fmla="*/ 908 w 1087"/>
                <a:gd name="T91" fmla="*/ 626 h 1571"/>
                <a:gd name="T92" fmla="*/ 766 w 1087"/>
                <a:gd name="T93" fmla="*/ 609 h 1571"/>
                <a:gd name="T94" fmla="*/ 783 w 1087"/>
                <a:gd name="T95" fmla="*/ 474 h 1571"/>
                <a:gd name="T96" fmla="*/ 925 w 1087"/>
                <a:gd name="T97" fmla="*/ 491 h 1571"/>
                <a:gd name="T98" fmla="*/ 925 w 1087"/>
                <a:gd name="T99" fmla="*/ 296 h 1571"/>
                <a:gd name="T100" fmla="*/ 783 w 1087"/>
                <a:gd name="T101" fmla="*/ 313 h 1571"/>
                <a:gd name="T102" fmla="*/ 766 w 1087"/>
                <a:gd name="T103" fmla="*/ 178 h 1571"/>
                <a:gd name="T104" fmla="*/ 908 w 1087"/>
                <a:gd name="T105" fmla="*/ 161 h 1571"/>
                <a:gd name="T106" fmla="*/ 925 w 1087"/>
                <a:gd name="T107" fmla="*/ 296 h 1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87" h="1571">
                  <a:moveTo>
                    <a:pt x="1016" y="0"/>
                  </a:moveTo>
                  <a:lnTo>
                    <a:pt x="71" y="0"/>
                  </a:lnTo>
                  <a:cubicBezTo>
                    <a:pt x="32" y="0"/>
                    <a:pt x="0" y="32"/>
                    <a:pt x="0" y="71"/>
                  </a:cubicBezTo>
                  <a:lnTo>
                    <a:pt x="0" y="1499"/>
                  </a:lnTo>
                  <a:cubicBezTo>
                    <a:pt x="0" y="1539"/>
                    <a:pt x="32" y="1570"/>
                    <a:pt x="71" y="1570"/>
                  </a:cubicBezTo>
                  <a:lnTo>
                    <a:pt x="1013" y="1570"/>
                  </a:lnTo>
                  <a:cubicBezTo>
                    <a:pt x="1052" y="1570"/>
                    <a:pt x="1084" y="1538"/>
                    <a:pt x="1084" y="1499"/>
                  </a:cubicBezTo>
                  <a:lnTo>
                    <a:pt x="1084" y="71"/>
                  </a:lnTo>
                  <a:cubicBezTo>
                    <a:pt x="1086" y="32"/>
                    <a:pt x="1055" y="0"/>
                    <a:pt x="1016" y="0"/>
                  </a:cubicBezTo>
                  <a:close/>
                  <a:moveTo>
                    <a:pt x="480" y="161"/>
                  </a:moveTo>
                  <a:lnTo>
                    <a:pt x="604" y="161"/>
                  </a:lnTo>
                  <a:cubicBezTo>
                    <a:pt x="614" y="161"/>
                    <a:pt x="622" y="168"/>
                    <a:pt x="622" y="178"/>
                  </a:cubicBezTo>
                  <a:lnTo>
                    <a:pt x="622" y="296"/>
                  </a:lnTo>
                  <a:cubicBezTo>
                    <a:pt x="622" y="306"/>
                    <a:pt x="614" y="313"/>
                    <a:pt x="604" y="313"/>
                  </a:cubicBezTo>
                  <a:lnTo>
                    <a:pt x="480" y="313"/>
                  </a:lnTo>
                  <a:cubicBezTo>
                    <a:pt x="470" y="313"/>
                    <a:pt x="463" y="306"/>
                    <a:pt x="463" y="296"/>
                  </a:cubicBezTo>
                  <a:lnTo>
                    <a:pt x="463" y="178"/>
                  </a:lnTo>
                  <a:cubicBezTo>
                    <a:pt x="463" y="168"/>
                    <a:pt x="470" y="161"/>
                    <a:pt x="480" y="161"/>
                  </a:cubicBezTo>
                  <a:close/>
                  <a:moveTo>
                    <a:pt x="480" y="474"/>
                  </a:moveTo>
                  <a:lnTo>
                    <a:pt x="604" y="474"/>
                  </a:lnTo>
                  <a:cubicBezTo>
                    <a:pt x="614" y="474"/>
                    <a:pt x="622" y="482"/>
                    <a:pt x="622" y="491"/>
                  </a:cubicBezTo>
                  <a:lnTo>
                    <a:pt x="622" y="609"/>
                  </a:lnTo>
                  <a:cubicBezTo>
                    <a:pt x="622" y="619"/>
                    <a:pt x="614" y="626"/>
                    <a:pt x="604" y="626"/>
                  </a:cubicBezTo>
                  <a:lnTo>
                    <a:pt x="480" y="626"/>
                  </a:lnTo>
                  <a:cubicBezTo>
                    <a:pt x="470" y="626"/>
                    <a:pt x="463" y="619"/>
                    <a:pt x="463" y="609"/>
                  </a:cubicBezTo>
                  <a:lnTo>
                    <a:pt x="463" y="491"/>
                  </a:lnTo>
                  <a:cubicBezTo>
                    <a:pt x="463" y="482"/>
                    <a:pt x="470" y="474"/>
                    <a:pt x="480" y="474"/>
                  </a:cubicBezTo>
                  <a:close/>
                  <a:moveTo>
                    <a:pt x="480" y="787"/>
                  </a:moveTo>
                  <a:lnTo>
                    <a:pt x="604" y="787"/>
                  </a:lnTo>
                  <a:cubicBezTo>
                    <a:pt x="614" y="787"/>
                    <a:pt x="622" y="795"/>
                    <a:pt x="622" y="805"/>
                  </a:cubicBezTo>
                  <a:lnTo>
                    <a:pt x="622" y="922"/>
                  </a:lnTo>
                  <a:cubicBezTo>
                    <a:pt x="622" y="932"/>
                    <a:pt x="614" y="939"/>
                    <a:pt x="604" y="939"/>
                  </a:cubicBezTo>
                  <a:lnTo>
                    <a:pt x="480" y="939"/>
                  </a:lnTo>
                  <a:cubicBezTo>
                    <a:pt x="470" y="939"/>
                    <a:pt x="463" y="932"/>
                    <a:pt x="463" y="922"/>
                  </a:cubicBezTo>
                  <a:lnTo>
                    <a:pt x="463" y="805"/>
                  </a:lnTo>
                  <a:cubicBezTo>
                    <a:pt x="463" y="795"/>
                    <a:pt x="470" y="787"/>
                    <a:pt x="480" y="787"/>
                  </a:cubicBezTo>
                  <a:close/>
                  <a:moveTo>
                    <a:pt x="179" y="161"/>
                  </a:moveTo>
                  <a:lnTo>
                    <a:pt x="304" y="161"/>
                  </a:lnTo>
                  <a:cubicBezTo>
                    <a:pt x="313" y="161"/>
                    <a:pt x="321" y="168"/>
                    <a:pt x="321" y="178"/>
                  </a:cubicBezTo>
                  <a:lnTo>
                    <a:pt x="321" y="296"/>
                  </a:lnTo>
                  <a:cubicBezTo>
                    <a:pt x="321" y="306"/>
                    <a:pt x="313" y="313"/>
                    <a:pt x="304" y="313"/>
                  </a:cubicBezTo>
                  <a:lnTo>
                    <a:pt x="179" y="313"/>
                  </a:lnTo>
                  <a:cubicBezTo>
                    <a:pt x="169" y="313"/>
                    <a:pt x="162" y="306"/>
                    <a:pt x="162" y="296"/>
                  </a:cubicBezTo>
                  <a:lnTo>
                    <a:pt x="162" y="178"/>
                  </a:lnTo>
                  <a:cubicBezTo>
                    <a:pt x="162" y="168"/>
                    <a:pt x="169" y="161"/>
                    <a:pt x="179" y="161"/>
                  </a:cubicBezTo>
                  <a:close/>
                  <a:moveTo>
                    <a:pt x="179" y="474"/>
                  </a:moveTo>
                  <a:lnTo>
                    <a:pt x="304" y="474"/>
                  </a:lnTo>
                  <a:cubicBezTo>
                    <a:pt x="313" y="474"/>
                    <a:pt x="321" y="482"/>
                    <a:pt x="321" y="491"/>
                  </a:cubicBezTo>
                  <a:lnTo>
                    <a:pt x="321" y="609"/>
                  </a:lnTo>
                  <a:cubicBezTo>
                    <a:pt x="321" y="619"/>
                    <a:pt x="313" y="626"/>
                    <a:pt x="304" y="626"/>
                  </a:cubicBezTo>
                  <a:lnTo>
                    <a:pt x="179" y="626"/>
                  </a:lnTo>
                  <a:cubicBezTo>
                    <a:pt x="169" y="626"/>
                    <a:pt x="162" y="619"/>
                    <a:pt x="162" y="609"/>
                  </a:cubicBezTo>
                  <a:lnTo>
                    <a:pt x="162" y="491"/>
                  </a:lnTo>
                  <a:cubicBezTo>
                    <a:pt x="162" y="482"/>
                    <a:pt x="169" y="474"/>
                    <a:pt x="179" y="474"/>
                  </a:cubicBezTo>
                  <a:close/>
                  <a:moveTo>
                    <a:pt x="304" y="942"/>
                  </a:moveTo>
                  <a:lnTo>
                    <a:pt x="179" y="942"/>
                  </a:lnTo>
                  <a:cubicBezTo>
                    <a:pt x="169" y="942"/>
                    <a:pt x="162" y="934"/>
                    <a:pt x="162" y="924"/>
                  </a:cubicBezTo>
                  <a:lnTo>
                    <a:pt x="162" y="807"/>
                  </a:lnTo>
                  <a:cubicBezTo>
                    <a:pt x="162" y="797"/>
                    <a:pt x="169" y="790"/>
                    <a:pt x="179" y="790"/>
                  </a:cubicBezTo>
                  <a:lnTo>
                    <a:pt x="304" y="790"/>
                  </a:lnTo>
                  <a:cubicBezTo>
                    <a:pt x="313" y="790"/>
                    <a:pt x="321" y="797"/>
                    <a:pt x="321" y="807"/>
                  </a:cubicBezTo>
                  <a:lnTo>
                    <a:pt x="321" y="924"/>
                  </a:lnTo>
                  <a:cubicBezTo>
                    <a:pt x="321" y="932"/>
                    <a:pt x="313" y="942"/>
                    <a:pt x="304" y="942"/>
                  </a:cubicBezTo>
                  <a:close/>
                  <a:moveTo>
                    <a:pt x="504" y="1406"/>
                  </a:moveTo>
                  <a:lnTo>
                    <a:pt x="340" y="1406"/>
                  </a:lnTo>
                  <a:cubicBezTo>
                    <a:pt x="330" y="1406"/>
                    <a:pt x="323" y="1399"/>
                    <a:pt x="323" y="1389"/>
                  </a:cubicBezTo>
                  <a:lnTo>
                    <a:pt x="323" y="1118"/>
                  </a:lnTo>
                  <a:cubicBezTo>
                    <a:pt x="323" y="1108"/>
                    <a:pt x="330" y="1101"/>
                    <a:pt x="340" y="1101"/>
                  </a:cubicBezTo>
                  <a:lnTo>
                    <a:pt x="504" y="1101"/>
                  </a:lnTo>
                  <a:cubicBezTo>
                    <a:pt x="514" y="1101"/>
                    <a:pt x="521" y="1108"/>
                    <a:pt x="521" y="1118"/>
                  </a:cubicBezTo>
                  <a:lnTo>
                    <a:pt x="521" y="1389"/>
                  </a:lnTo>
                  <a:cubicBezTo>
                    <a:pt x="521" y="1399"/>
                    <a:pt x="514" y="1406"/>
                    <a:pt x="504" y="1406"/>
                  </a:cubicBezTo>
                  <a:close/>
                  <a:moveTo>
                    <a:pt x="764" y="1389"/>
                  </a:moveTo>
                  <a:cubicBezTo>
                    <a:pt x="764" y="1399"/>
                    <a:pt x="756" y="1406"/>
                    <a:pt x="746" y="1406"/>
                  </a:cubicBezTo>
                  <a:lnTo>
                    <a:pt x="582" y="1406"/>
                  </a:lnTo>
                  <a:cubicBezTo>
                    <a:pt x="573" y="1406"/>
                    <a:pt x="565" y="1399"/>
                    <a:pt x="565" y="1389"/>
                  </a:cubicBezTo>
                  <a:lnTo>
                    <a:pt x="565" y="1118"/>
                  </a:lnTo>
                  <a:cubicBezTo>
                    <a:pt x="565" y="1108"/>
                    <a:pt x="573" y="1101"/>
                    <a:pt x="582" y="1101"/>
                  </a:cubicBezTo>
                  <a:lnTo>
                    <a:pt x="746" y="1101"/>
                  </a:lnTo>
                  <a:cubicBezTo>
                    <a:pt x="756" y="1101"/>
                    <a:pt x="764" y="1108"/>
                    <a:pt x="764" y="1118"/>
                  </a:cubicBezTo>
                  <a:lnTo>
                    <a:pt x="764" y="1389"/>
                  </a:lnTo>
                  <a:close/>
                  <a:moveTo>
                    <a:pt x="925" y="924"/>
                  </a:moveTo>
                  <a:cubicBezTo>
                    <a:pt x="925" y="934"/>
                    <a:pt x="918" y="942"/>
                    <a:pt x="908" y="942"/>
                  </a:cubicBezTo>
                  <a:lnTo>
                    <a:pt x="783" y="942"/>
                  </a:lnTo>
                  <a:cubicBezTo>
                    <a:pt x="773" y="942"/>
                    <a:pt x="766" y="934"/>
                    <a:pt x="766" y="924"/>
                  </a:cubicBezTo>
                  <a:lnTo>
                    <a:pt x="766" y="807"/>
                  </a:lnTo>
                  <a:cubicBezTo>
                    <a:pt x="766" y="797"/>
                    <a:pt x="773" y="790"/>
                    <a:pt x="783" y="790"/>
                  </a:cubicBezTo>
                  <a:lnTo>
                    <a:pt x="908" y="790"/>
                  </a:lnTo>
                  <a:cubicBezTo>
                    <a:pt x="918" y="790"/>
                    <a:pt x="925" y="797"/>
                    <a:pt x="925" y="807"/>
                  </a:cubicBezTo>
                  <a:lnTo>
                    <a:pt x="925" y="924"/>
                  </a:lnTo>
                  <a:close/>
                  <a:moveTo>
                    <a:pt x="925" y="609"/>
                  </a:moveTo>
                  <a:cubicBezTo>
                    <a:pt x="925" y="619"/>
                    <a:pt x="918" y="626"/>
                    <a:pt x="908" y="626"/>
                  </a:cubicBezTo>
                  <a:lnTo>
                    <a:pt x="783" y="626"/>
                  </a:lnTo>
                  <a:cubicBezTo>
                    <a:pt x="773" y="626"/>
                    <a:pt x="766" y="619"/>
                    <a:pt x="766" y="609"/>
                  </a:cubicBezTo>
                  <a:lnTo>
                    <a:pt x="766" y="491"/>
                  </a:lnTo>
                  <a:cubicBezTo>
                    <a:pt x="766" y="482"/>
                    <a:pt x="773" y="474"/>
                    <a:pt x="783" y="474"/>
                  </a:cubicBezTo>
                  <a:lnTo>
                    <a:pt x="908" y="474"/>
                  </a:lnTo>
                  <a:cubicBezTo>
                    <a:pt x="918" y="474"/>
                    <a:pt x="925" y="482"/>
                    <a:pt x="925" y="491"/>
                  </a:cubicBezTo>
                  <a:lnTo>
                    <a:pt x="925" y="609"/>
                  </a:lnTo>
                  <a:close/>
                  <a:moveTo>
                    <a:pt x="925" y="296"/>
                  </a:moveTo>
                  <a:cubicBezTo>
                    <a:pt x="925" y="306"/>
                    <a:pt x="918" y="313"/>
                    <a:pt x="908" y="313"/>
                  </a:cubicBezTo>
                  <a:lnTo>
                    <a:pt x="783" y="313"/>
                  </a:lnTo>
                  <a:cubicBezTo>
                    <a:pt x="773" y="313"/>
                    <a:pt x="766" y="306"/>
                    <a:pt x="766" y="296"/>
                  </a:cubicBezTo>
                  <a:lnTo>
                    <a:pt x="766" y="178"/>
                  </a:lnTo>
                  <a:cubicBezTo>
                    <a:pt x="766" y="168"/>
                    <a:pt x="773" y="161"/>
                    <a:pt x="783" y="161"/>
                  </a:cubicBezTo>
                  <a:lnTo>
                    <a:pt x="908" y="161"/>
                  </a:lnTo>
                  <a:cubicBezTo>
                    <a:pt x="918" y="161"/>
                    <a:pt x="925" y="168"/>
                    <a:pt x="925" y="178"/>
                  </a:cubicBezTo>
                  <a:lnTo>
                    <a:pt x="925" y="29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7 CuadroTexto">
            <a:extLst>
              <a:ext uri="{FF2B5EF4-FFF2-40B4-BE49-F238E27FC236}">
                <a16:creationId xmlns:a16="http://schemas.microsoft.com/office/drawing/2014/main" xmlns="" id="{B1A26B73-BB0D-4FA1-A7F7-599F8395D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659" y="4982419"/>
            <a:ext cx="1569194" cy="52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Predominate extensible testing procedures</a:t>
            </a:r>
          </a:p>
        </p:txBody>
      </p:sp>
      <p:sp>
        <p:nvSpPr>
          <p:cNvPr id="23" name="TextBox 28">
            <a:extLst>
              <a:ext uri="{FF2B5EF4-FFF2-40B4-BE49-F238E27FC236}">
                <a16:creationId xmlns:a16="http://schemas.microsoft.com/office/drawing/2014/main" xmlns="" id="{D4A3E414-4691-4D79-BEF9-0CBFC4A15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933" y="2841305"/>
            <a:ext cx="16459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chemeClr val="accent4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8%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xmlns="" id="{BCD08B45-3913-485C-BFC3-45E0FD25B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933" y="3286162"/>
            <a:ext cx="164592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chemeClr val="accent4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More Leads!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xmlns="" id="{8C8662E1-493A-4FC5-B280-BF0802EF576B}"/>
              </a:ext>
            </a:extLst>
          </p:cNvPr>
          <p:cNvGrpSpPr/>
          <p:nvPr/>
        </p:nvGrpSpPr>
        <p:grpSpPr>
          <a:xfrm>
            <a:off x="8339801" y="3653974"/>
            <a:ext cx="868185" cy="884338"/>
            <a:chOff x="3047853" y="4051739"/>
            <a:chExt cx="816727" cy="831923"/>
          </a:xfrm>
        </p:grpSpPr>
        <p:sp>
          <p:nvSpPr>
            <p:cNvPr id="70" name="Freeform 11">
              <a:extLst>
                <a:ext uri="{FF2B5EF4-FFF2-40B4-BE49-F238E27FC236}">
                  <a16:creationId xmlns:a16="http://schemas.microsoft.com/office/drawing/2014/main" xmlns="" id="{DE384C81-5285-47B5-9CEA-1BB3178BD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493" y="4051739"/>
              <a:ext cx="338087" cy="362778"/>
            </a:xfrm>
            <a:custGeom>
              <a:avLst/>
              <a:gdLst>
                <a:gd name="T0" fmla="*/ 327 w 786"/>
                <a:gd name="T1" fmla="*/ 811 h 841"/>
                <a:gd name="T2" fmla="*/ 276 w 786"/>
                <a:gd name="T3" fmla="*/ 840 h 841"/>
                <a:gd name="T4" fmla="*/ 145 w 786"/>
                <a:gd name="T5" fmla="*/ 640 h 841"/>
                <a:gd name="T6" fmla="*/ 0 w 786"/>
                <a:gd name="T7" fmla="*/ 532 h 841"/>
                <a:gd name="T8" fmla="*/ 25 w 786"/>
                <a:gd name="T9" fmla="*/ 461 h 841"/>
                <a:gd name="T10" fmla="*/ 384 w 786"/>
                <a:gd name="T11" fmla="*/ 65 h 841"/>
                <a:gd name="T12" fmla="*/ 737 w 786"/>
                <a:gd name="T13" fmla="*/ 259 h 841"/>
                <a:gd name="T14" fmla="*/ 327 w 786"/>
                <a:gd name="T15" fmla="*/ 811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6" h="841">
                  <a:moveTo>
                    <a:pt x="327" y="811"/>
                  </a:moveTo>
                  <a:cubicBezTo>
                    <a:pt x="310" y="820"/>
                    <a:pt x="296" y="828"/>
                    <a:pt x="276" y="840"/>
                  </a:cubicBezTo>
                  <a:cubicBezTo>
                    <a:pt x="247" y="766"/>
                    <a:pt x="202" y="700"/>
                    <a:pt x="145" y="640"/>
                  </a:cubicBezTo>
                  <a:cubicBezTo>
                    <a:pt x="102" y="598"/>
                    <a:pt x="54" y="561"/>
                    <a:pt x="0" y="532"/>
                  </a:cubicBezTo>
                  <a:cubicBezTo>
                    <a:pt x="11" y="510"/>
                    <a:pt x="20" y="484"/>
                    <a:pt x="25" y="461"/>
                  </a:cubicBezTo>
                  <a:cubicBezTo>
                    <a:pt x="57" y="359"/>
                    <a:pt x="216" y="148"/>
                    <a:pt x="384" y="65"/>
                  </a:cubicBezTo>
                  <a:cubicBezTo>
                    <a:pt x="526" y="0"/>
                    <a:pt x="709" y="94"/>
                    <a:pt x="737" y="259"/>
                  </a:cubicBezTo>
                  <a:cubicBezTo>
                    <a:pt x="785" y="561"/>
                    <a:pt x="347" y="800"/>
                    <a:pt x="327" y="81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12">
              <a:extLst>
                <a:ext uri="{FF2B5EF4-FFF2-40B4-BE49-F238E27FC236}">
                  <a16:creationId xmlns:a16="http://schemas.microsoft.com/office/drawing/2014/main" xmlns="" id="{AFE05DF4-82FC-4A77-AB28-ABF3BB265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7853" y="4657637"/>
              <a:ext cx="208930" cy="210830"/>
            </a:xfrm>
            <a:custGeom>
              <a:avLst/>
              <a:gdLst>
                <a:gd name="T0" fmla="*/ 484 w 485"/>
                <a:gd name="T1" fmla="*/ 151 h 488"/>
                <a:gd name="T2" fmla="*/ 102 w 485"/>
                <a:gd name="T3" fmla="*/ 487 h 488"/>
                <a:gd name="T4" fmla="*/ 0 w 485"/>
                <a:gd name="T5" fmla="*/ 381 h 488"/>
                <a:gd name="T6" fmla="*/ 336 w 485"/>
                <a:gd name="T7" fmla="*/ 0 h 488"/>
                <a:gd name="T8" fmla="*/ 404 w 485"/>
                <a:gd name="T9" fmla="*/ 82 h 488"/>
                <a:gd name="T10" fmla="*/ 484 w 485"/>
                <a:gd name="T11" fmla="*/ 151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5" h="488">
                  <a:moveTo>
                    <a:pt x="484" y="151"/>
                  </a:moveTo>
                  <a:cubicBezTo>
                    <a:pt x="375" y="299"/>
                    <a:pt x="216" y="487"/>
                    <a:pt x="102" y="487"/>
                  </a:cubicBezTo>
                  <a:cubicBezTo>
                    <a:pt x="59" y="487"/>
                    <a:pt x="0" y="424"/>
                    <a:pt x="0" y="381"/>
                  </a:cubicBezTo>
                  <a:cubicBezTo>
                    <a:pt x="0" y="267"/>
                    <a:pt x="188" y="108"/>
                    <a:pt x="336" y="0"/>
                  </a:cubicBezTo>
                  <a:cubicBezTo>
                    <a:pt x="347" y="17"/>
                    <a:pt x="375" y="54"/>
                    <a:pt x="404" y="82"/>
                  </a:cubicBezTo>
                  <a:cubicBezTo>
                    <a:pt x="435" y="114"/>
                    <a:pt x="464" y="137"/>
                    <a:pt x="484" y="1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xmlns="" id="{97D0D939-EDAD-46BE-A48B-3B9386F73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293" y="4338543"/>
              <a:ext cx="345685" cy="334288"/>
            </a:xfrm>
            <a:custGeom>
              <a:avLst/>
              <a:gdLst>
                <a:gd name="T0" fmla="*/ 584 w 804"/>
                <a:gd name="T1" fmla="*/ 490 h 775"/>
                <a:gd name="T2" fmla="*/ 308 w 804"/>
                <a:gd name="T3" fmla="*/ 438 h 775"/>
                <a:gd name="T4" fmla="*/ 273 w 804"/>
                <a:gd name="T5" fmla="*/ 214 h 775"/>
                <a:gd name="T6" fmla="*/ 510 w 804"/>
                <a:gd name="T7" fmla="*/ 34 h 775"/>
                <a:gd name="T8" fmla="*/ 148 w 804"/>
                <a:gd name="T9" fmla="*/ 131 h 775"/>
                <a:gd name="T10" fmla="*/ 148 w 804"/>
                <a:gd name="T11" fmla="*/ 663 h 775"/>
                <a:gd name="T12" fmla="*/ 413 w 804"/>
                <a:gd name="T13" fmla="*/ 774 h 775"/>
                <a:gd name="T14" fmla="*/ 678 w 804"/>
                <a:gd name="T15" fmla="*/ 663 h 775"/>
                <a:gd name="T16" fmla="*/ 783 w 804"/>
                <a:gd name="T17" fmla="*/ 333 h 775"/>
                <a:gd name="T18" fmla="*/ 584 w 804"/>
                <a:gd name="T19" fmla="*/ 490 h 775"/>
                <a:gd name="T20" fmla="*/ 638 w 804"/>
                <a:gd name="T21" fmla="*/ 626 h 775"/>
                <a:gd name="T22" fmla="*/ 410 w 804"/>
                <a:gd name="T23" fmla="*/ 720 h 775"/>
                <a:gd name="T24" fmla="*/ 382 w 804"/>
                <a:gd name="T25" fmla="*/ 692 h 775"/>
                <a:gd name="T26" fmla="*/ 410 w 804"/>
                <a:gd name="T27" fmla="*/ 663 h 775"/>
                <a:gd name="T28" fmla="*/ 598 w 804"/>
                <a:gd name="T29" fmla="*/ 586 h 775"/>
                <a:gd name="T30" fmla="*/ 638 w 804"/>
                <a:gd name="T31" fmla="*/ 586 h 775"/>
                <a:gd name="T32" fmla="*/ 638 w 804"/>
                <a:gd name="T33" fmla="*/ 626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4" h="775">
                  <a:moveTo>
                    <a:pt x="584" y="490"/>
                  </a:moveTo>
                  <a:cubicBezTo>
                    <a:pt x="470" y="535"/>
                    <a:pt x="376" y="512"/>
                    <a:pt x="308" y="438"/>
                  </a:cubicBezTo>
                  <a:cubicBezTo>
                    <a:pt x="251" y="376"/>
                    <a:pt x="236" y="288"/>
                    <a:pt x="273" y="214"/>
                  </a:cubicBezTo>
                  <a:cubicBezTo>
                    <a:pt x="322" y="120"/>
                    <a:pt x="410" y="68"/>
                    <a:pt x="510" y="34"/>
                  </a:cubicBezTo>
                  <a:cubicBezTo>
                    <a:pt x="376" y="0"/>
                    <a:pt x="242" y="40"/>
                    <a:pt x="148" y="131"/>
                  </a:cubicBezTo>
                  <a:cubicBezTo>
                    <a:pt x="3" y="276"/>
                    <a:pt x="0" y="515"/>
                    <a:pt x="148" y="663"/>
                  </a:cubicBezTo>
                  <a:cubicBezTo>
                    <a:pt x="216" y="732"/>
                    <a:pt x="310" y="774"/>
                    <a:pt x="413" y="774"/>
                  </a:cubicBezTo>
                  <a:cubicBezTo>
                    <a:pt x="512" y="774"/>
                    <a:pt x="606" y="734"/>
                    <a:pt x="678" y="663"/>
                  </a:cubicBezTo>
                  <a:cubicBezTo>
                    <a:pt x="763" y="578"/>
                    <a:pt x="803" y="458"/>
                    <a:pt x="783" y="333"/>
                  </a:cubicBezTo>
                  <a:cubicBezTo>
                    <a:pt x="723" y="393"/>
                    <a:pt x="683" y="453"/>
                    <a:pt x="584" y="490"/>
                  </a:cubicBezTo>
                  <a:close/>
                  <a:moveTo>
                    <a:pt x="638" y="626"/>
                  </a:moveTo>
                  <a:cubicBezTo>
                    <a:pt x="578" y="686"/>
                    <a:pt x="495" y="720"/>
                    <a:pt x="410" y="720"/>
                  </a:cubicBezTo>
                  <a:cubicBezTo>
                    <a:pt x="393" y="720"/>
                    <a:pt x="382" y="709"/>
                    <a:pt x="382" y="692"/>
                  </a:cubicBezTo>
                  <a:cubicBezTo>
                    <a:pt x="382" y="675"/>
                    <a:pt x="393" y="663"/>
                    <a:pt x="410" y="663"/>
                  </a:cubicBezTo>
                  <a:cubicBezTo>
                    <a:pt x="481" y="663"/>
                    <a:pt x="547" y="635"/>
                    <a:pt x="598" y="586"/>
                  </a:cubicBezTo>
                  <a:cubicBezTo>
                    <a:pt x="609" y="575"/>
                    <a:pt x="626" y="575"/>
                    <a:pt x="638" y="586"/>
                  </a:cubicBezTo>
                  <a:cubicBezTo>
                    <a:pt x="649" y="598"/>
                    <a:pt x="649" y="615"/>
                    <a:pt x="638" y="62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14">
              <a:extLst>
                <a:ext uri="{FF2B5EF4-FFF2-40B4-BE49-F238E27FC236}">
                  <a16:creationId xmlns:a16="http://schemas.microsoft.com/office/drawing/2014/main" xmlns="" id="{3363280F-B7A7-4C81-87DD-5ADE2137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550" y="4367034"/>
              <a:ext cx="201333" cy="176640"/>
            </a:xfrm>
            <a:custGeom>
              <a:avLst/>
              <a:gdLst>
                <a:gd name="T0" fmla="*/ 26 w 468"/>
                <a:gd name="T1" fmla="*/ 176 h 408"/>
                <a:gd name="T2" fmla="*/ 51 w 468"/>
                <a:gd name="T3" fmla="*/ 335 h 408"/>
                <a:gd name="T4" fmla="*/ 265 w 468"/>
                <a:gd name="T5" fmla="*/ 372 h 408"/>
                <a:gd name="T6" fmla="*/ 467 w 468"/>
                <a:gd name="T7" fmla="*/ 204 h 408"/>
                <a:gd name="T8" fmla="*/ 382 w 468"/>
                <a:gd name="T9" fmla="*/ 68 h 408"/>
                <a:gd name="T10" fmla="*/ 288 w 468"/>
                <a:gd name="T11" fmla="*/ 0 h 408"/>
                <a:gd name="T12" fmla="*/ 199 w 468"/>
                <a:gd name="T13" fmla="*/ 34 h 408"/>
                <a:gd name="T14" fmla="*/ 26 w 468"/>
                <a:gd name="T15" fmla="*/ 176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8" h="408">
                  <a:moveTo>
                    <a:pt x="26" y="176"/>
                  </a:moveTo>
                  <a:cubicBezTo>
                    <a:pt x="0" y="227"/>
                    <a:pt x="12" y="293"/>
                    <a:pt x="51" y="335"/>
                  </a:cubicBezTo>
                  <a:cubicBezTo>
                    <a:pt x="108" y="395"/>
                    <a:pt x="179" y="407"/>
                    <a:pt x="265" y="372"/>
                  </a:cubicBezTo>
                  <a:cubicBezTo>
                    <a:pt x="356" y="335"/>
                    <a:pt x="387" y="281"/>
                    <a:pt x="467" y="204"/>
                  </a:cubicBezTo>
                  <a:cubicBezTo>
                    <a:pt x="450" y="153"/>
                    <a:pt x="421" y="108"/>
                    <a:pt x="382" y="68"/>
                  </a:cubicBezTo>
                  <a:cubicBezTo>
                    <a:pt x="353" y="39"/>
                    <a:pt x="322" y="17"/>
                    <a:pt x="288" y="0"/>
                  </a:cubicBezTo>
                  <a:cubicBezTo>
                    <a:pt x="262" y="14"/>
                    <a:pt x="234" y="25"/>
                    <a:pt x="199" y="34"/>
                  </a:cubicBezTo>
                  <a:cubicBezTo>
                    <a:pt x="199" y="34"/>
                    <a:pt x="77" y="76"/>
                    <a:pt x="26" y="17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15">
              <a:extLst>
                <a:ext uri="{FF2B5EF4-FFF2-40B4-BE49-F238E27FC236}">
                  <a16:creationId xmlns:a16="http://schemas.microsoft.com/office/drawing/2014/main" xmlns="" id="{9AD791F7-CC05-4A8E-9C87-65BF070B4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620" y="4253072"/>
              <a:ext cx="516628" cy="518526"/>
            </a:xfrm>
            <a:custGeom>
              <a:avLst/>
              <a:gdLst>
                <a:gd name="T0" fmla="*/ 985 w 1200"/>
                <a:gd name="T1" fmla="*/ 213 h 1205"/>
                <a:gd name="T2" fmla="*/ 214 w 1200"/>
                <a:gd name="T3" fmla="*/ 213 h 1205"/>
                <a:gd name="T4" fmla="*/ 214 w 1200"/>
                <a:gd name="T5" fmla="*/ 985 h 1205"/>
                <a:gd name="T6" fmla="*/ 985 w 1200"/>
                <a:gd name="T7" fmla="*/ 985 h 1205"/>
                <a:gd name="T8" fmla="*/ 985 w 1200"/>
                <a:gd name="T9" fmla="*/ 213 h 1205"/>
                <a:gd name="T10" fmla="*/ 905 w 1200"/>
                <a:gd name="T11" fmla="*/ 905 h 1205"/>
                <a:gd name="T12" fmla="*/ 293 w 1200"/>
                <a:gd name="T13" fmla="*/ 905 h 1205"/>
                <a:gd name="T14" fmla="*/ 293 w 1200"/>
                <a:gd name="T15" fmla="*/ 293 h 1205"/>
                <a:gd name="T16" fmla="*/ 905 w 1200"/>
                <a:gd name="T17" fmla="*/ 293 h 1205"/>
                <a:gd name="T18" fmla="*/ 905 w 1200"/>
                <a:gd name="T19" fmla="*/ 9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0" h="1205">
                  <a:moveTo>
                    <a:pt x="985" y="213"/>
                  </a:moveTo>
                  <a:cubicBezTo>
                    <a:pt x="772" y="0"/>
                    <a:pt x="427" y="0"/>
                    <a:pt x="214" y="213"/>
                  </a:cubicBezTo>
                  <a:cubicBezTo>
                    <a:pt x="3" y="424"/>
                    <a:pt x="0" y="771"/>
                    <a:pt x="214" y="985"/>
                  </a:cubicBezTo>
                  <a:cubicBezTo>
                    <a:pt x="436" y="1204"/>
                    <a:pt x="777" y="1192"/>
                    <a:pt x="985" y="985"/>
                  </a:cubicBezTo>
                  <a:cubicBezTo>
                    <a:pt x="1199" y="771"/>
                    <a:pt x="1199" y="427"/>
                    <a:pt x="985" y="213"/>
                  </a:cubicBezTo>
                  <a:close/>
                  <a:moveTo>
                    <a:pt x="905" y="905"/>
                  </a:moveTo>
                  <a:cubicBezTo>
                    <a:pt x="737" y="1073"/>
                    <a:pt x="461" y="1076"/>
                    <a:pt x="293" y="905"/>
                  </a:cubicBezTo>
                  <a:cubicBezTo>
                    <a:pt x="123" y="734"/>
                    <a:pt x="126" y="458"/>
                    <a:pt x="293" y="293"/>
                  </a:cubicBezTo>
                  <a:cubicBezTo>
                    <a:pt x="461" y="125"/>
                    <a:pt x="737" y="125"/>
                    <a:pt x="905" y="293"/>
                  </a:cubicBezTo>
                  <a:cubicBezTo>
                    <a:pt x="1076" y="461"/>
                    <a:pt x="1073" y="737"/>
                    <a:pt x="905" y="9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xmlns="" id="{31B468A0-8667-461E-8A19-0B28FA39B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305" y="4536077"/>
              <a:ext cx="364678" cy="347585"/>
            </a:xfrm>
            <a:custGeom>
              <a:avLst/>
              <a:gdLst>
                <a:gd name="T0" fmla="*/ 552 w 846"/>
                <a:gd name="T1" fmla="*/ 535 h 807"/>
                <a:gd name="T2" fmla="*/ 376 w 846"/>
                <a:gd name="T3" fmla="*/ 683 h 807"/>
                <a:gd name="T4" fmla="*/ 91 w 846"/>
                <a:gd name="T5" fmla="*/ 717 h 807"/>
                <a:gd name="T6" fmla="*/ 205 w 846"/>
                <a:gd name="T7" fmla="*/ 453 h 807"/>
                <a:gd name="T8" fmla="*/ 347 w 846"/>
                <a:gd name="T9" fmla="*/ 302 h 807"/>
                <a:gd name="T10" fmla="*/ 578 w 846"/>
                <a:gd name="T11" fmla="*/ 46 h 807"/>
                <a:gd name="T12" fmla="*/ 814 w 846"/>
                <a:gd name="T13" fmla="*/ 174 h 807"/>
                <a:gd name="T14" fmla="*/ 552 w 846"/>
                <a:gd name="T15" fmla="*/ 535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6" h="807">
                  <a:moveTo>
                    <a:pt x="552" y="535"/>
                  </a:moveTo>
                  <a:cubicBezTo>
                    <a:pt x="487" y="564"/>
                    <a:pt x="407" y="649"/>
                    <a:pt x="376" y="683"/>
                  </a:cubicBezTo>
                  <a:cubicBezTo>
                    <a:pt x="299" y="766"/>
                    <a:pt x="174" y="806"/>
                    <a:pt x="91" y="717"/>
                  </a:cubicBezTo>
                  <a:cubicBezTo>
                    <a:pt x="0" y="621"/>
                    <a:pt x="85" y="487"/>
                    <a:pt x="205" y="453"/>
                  </a:cubicBezTo>
                  <a:cubicBezTo>
                    <a:pt x="299" y="427"/>
                    <a:pt x="330" y="364"/>
                    <a:pt x="347" y="302"/>
                  </a:cubicBezTo>
                  <a:cubicBezTo>
                    <a:pt x="370" y="231"/>
                    <a:pt x="475" y="97"/>
                    <a:pt x="578" y="46"/>
                  </a:cubicBezTo>
                  <a:cubicBezTo>
                    <a:pt x="677" y="0"/>
                    <a:pt x="797" y="66"/>
                    <a:pt x="814" y="174"/>
                  </a:cubicBezTo>
                  <a:cubicBezTo>
                    <a:pt x="845" y="373"/>
                    <a:pt x="564" y="530"/>
                    <a:pt x="552" y="53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" name="7 CuadroTexto">
            <a:extLst>
              <a:ext uri="{FF2B5EF4-FFF2-40B4-BE49-F238E27FC236}">
                <a16:creationId xmlns:a16="http://schemas.microsoft.com/office/drawing/2014/main" xmlns="" id="{1A028AE7-ECA4-4A0E-8EC5-3C2073499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403" y="4982419"/>
            <a:ext cx="1569194" cy="52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Predominate extensible testing procedures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9996E882-DD82-4769-96EA-91EF3001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040" y="2841305"/>
            <a:ext cx="16459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47%</a:t>
            </a:r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xmlns="" id="{883B2B5F-B836-4C2B-94EF-7D410BC4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040" y="3286162"/>
            <a:ext cx="164592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400" dirty="0">
                <a:latin typeface="PT Sans" panose="020B0503020203020204" pitchFamily="34" charset="0"/>
                <a:ea typeface="PT Sans" panose="020B0503020203020204" pitchFamily="34" charset="0"/>
                <a:cs typeface="Lato" panose="020F0502020204030203"/>
              </a:rPr>
              <a:t>More Sale!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11B1F781-A6AC-46C4-9EF9-3FFD5CD33341}"/>
              </a:ext>
            </a:extLst>
          </p:cNvPr>
          <p:cNvGrpSpPr/>
          <p:nvPr/>
        </p:nvGrpSpPr>
        <p:grpSpPr>
          <a:xfrm>
            <a:off x="5625565" y="3735746"/>
            <a:ext cx="940871" cy="720795"/>
            <a:chOff x="1866447" y="4101123"/>
            <a:chExt cx="885105" cy="678073"/>
          </a:xfrm>
        </p:grpSpPr>
        <p:sp>
          <p:nvSpPr>
            <p:cNvPr id="77" name="Freeform 32">
              <a:extLst>
                <a:ext uri="{FF2B5EF4-FFF2-40B4-BE49-F238E27FC236}">
                  <a16:creationId xmlns:a16="http://schemas.microsoft.com/office/drawing/2014/main" xmlns="" id="{1468040F-2B4B-4A13-B711-DE4EC5BE7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485" y="4133411"/>
              <a:ext cx="129157" cy="140553"/>
            </a:xfrm>
            <a:custGeom>
              <a:avLst/>
              <a:gdLst>
                <a:gd name="T0" fmla="*/ 292 w 299"/>
                <a:gd name="T1" fmla="*/ 196 h 326"/>
                <a:gd name="T2" fmla="*/ 293 w 299"/>
                <a:gd name="T3" fmla="*/ 192 h 326"/>
                <a:gd name="T4" fmla="*/ 296 w 299"/>
                <a:gd name="T5" fmla="*/ 165 h 326"/>
                <a:gd name="T6" fmla="*/ 182 w 299"/>
                <a:gd name="T7" fmla="*/ 18 h 326"/>
                <a:gd name="T8" fmla="*/ 4 w 299"/>
                <a:gd name="T9" fmla="*/ 129 h 326"/>
                <a:gd name="T10" fmla="*/ 1 w 299"/>
                <a:gd name="T11" fmla="*/ 165 h 326"/>
                <a:gd name="T12" fmla="*/ 3 w 299"/>
                <a:gd name="T13" fmla="*/ 192 h 326"/>
                <a:gd name="T14" fmla="*/ 115 w 299"/>
                <a:gd name="T15" fmla="*/ 306 h 326"/>
                <a:gd name="T16" fmla="*/ 292 w 299"/>
                <a:gd name="T17" fmla="*/ 19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326">
                  <a:moveTo>
                    <a:pt x="292" y="196"/>
                  </a:moveTo>
                  <a:cubicBezTo>
                    <a:pt x="293" y="195"/>
                    <a:pt x="293" y="193"/>
                    <a:pt x="293" y="192"/>
                  </a:cubicBezTo>
                  <a:cubicBezTo>
                    <a:pt x="295" y="183"/>
                    <a:pt x="296" y="174"/>
                    <a:pt x="296" y="165"/>
                  </a:cubicBezTo>
                  <a:cubicBezTo>
                    <a:pt x="298" y="97"/>
                    <a:pt x="251" y="35"/>
                    <a:pt x="182" y="18"/>
                  </a:cubicBezTo>
                  <a:cubicBezTo>
                    <a:pt x="102" y="0"/>
                    <a:pt x="23" y="49"/>
                    <a:pt x="4" y="129"/>
                  </a:cubicBezTo>
                  <a:cubicBezTo>
                    <a:pt x="2" y="141"/>
                    <a:pt x="0" y="153"/>
                    <a:pt x="1" y="165"/>
                  </a:cubicBezTo>
                  <a:cubicBezTo>
                    <a:pt x="1" y="174"/>
                    <a:pt x="2" y="183"/>
                    <a:pt x="3" y="192"/>
                  </a:cubicBezTo>
                  <a:cubicBezTo>
                    <a:pt x="15" y="247"/>
                    <a:pt x="57" y="293"/>
                    <a:pt x="115" y="306"/>
                  </a:cubicBezTo>
                  <a:cubicBezTo>
                    <a:pt x="194" y="325"/>
                    <a:pt x="274" y="276"/>
                    <a:pt x="292" y="19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Freeform 33">
              <a:extLst>
                <a:ext uri="{FF2B5EF4-FFF2-40B4-BE49-F238E27FC236}">
                  <a16:creationId xmlns:a16="http://schemas.microsoft.com/office/drawing/2014/main" xmlns="" id="{FFD04C97-0EF4-4137-BCE4-03041CB9E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089" y="4384128"/>
              <a:ext cx="153848" cy="395068"/>
            </a:xfrm>
            <a:custGeom>
              <a:avLst/>
              <a:gdLst>
                <a:gd name="T0" fmla="*/ 355 w 356"/>
                <a:gd name="T1" fmla="*/ 302 h 919"/>
                <a:gd name="T2" fmla="*/ 355 w 356"/>
                <a:gd name="T3" fmla="*/ 95 h 919"/>
                <a:gd name="T4" fmla="*/ 326 w 356"/>
                <a:gd name="T5" fmla="*/ 88 h 919"/>
                <a:gd name="T6" fmla="*/ 299 w 356"/>
                <a:gd name="T7" fmla="*/ 82 h 919"/>
                <a:gd name="T8" fmla="*/ 265 w 356"/>
                <a:gd name="T9" fmla="*/ 62 h 919"/>
                <a:gd name="T10" fmla="*/ 258 w 356"/>
                <a:gd name="T11" fmla="*/ 53 h 919"/>
                <a:gd name="T12" fmla="*/ 249 w 356"/>
                <a:gd name="T13" fmla="*/ 3 h 919"/>
                <a:gd name="T14" fmla="*/ 250 w 356"/>
                <a:gd name="T15" fmla="*/ 0 h 919"/>
                <a:gd name="T16" fmla="*/ 105 w 356"/>
                <a:gd name="T17" fmla="*/ 0 h 919"/>
                <a:gd name="T18" fmla="*/ 106 w 356"/>
                <a:gd name="T19" fmla="*/ 3 h 919"/>
                <a:gd name="T20" fmla="*/ 97 w 356"/>
                <a:gd name="T21" fmla="*/ 53 h 919"/>
                <a:gd name="T22" fmla="*/ 90 w 356"/>
                <a:gd name="T23" fmla="*/ 62 h 919"/>
                <a:gd name="T24" fmla="*/ 56 w 356"/>
                <a:gd name="T25" fmla="*/ 82 h 919"/>
                <a:gd name="T26" fmla="*/ 29 w 356"/>
                <a:gd name="T27" fmla="*/ 88 h 919"/>
                <a:gd name="T28" fmla="*/ 0 w 356"/>
                <a:gd name="T29" fmla="*/ 95 h 919"/>
                <a:gd name="T30" fmla="*/ 0 w 356"/>
                <a:gd name="T31" fmla="*/ 302 h 919"/>
                <a:gd name="T32" fmla="*/ 0 w 356"/>
                <a:gd name="T33" fmla="*/ 328 h 919"/>
                <a:gd name="T34" fmla="*/ 0 w 356"/>
                <a:gd name="T35" fmla="*/ 542 h 919"/>
                <a:gd name="T36" fmla="*/ 0 w 356"/>
                <a:gd name="T37" fmla="*/ 568 h 919"/>
                <a:gd name="T38" fmla="*/ 0 w 356"/>
                <a:gd name="T39" fmla="*/ 837 h 919"/>
                <a:gd name="T40" fmla="*/ 81 w 356"/>
                <a:gd name="T41" fmla="*/ 918 h 919"/>
                <a:gd name="T42" fmla="*/ 162 w 356"/>
                <a:gd name="T43" fmla="*/ 837 h 919"/>
                <a:gd name="T44" fmla="*/ 162 w 356"/>
                <a:gd name="T45" fmla="*/ 568 h 919"/>
                <a:gd name="T46" fmla="*/ 162 w 356"/>
                <a:gd name="T47" fmla="*/ 542 h 919"/>
                <a:gd name="T48" fmla="*/ 162 w 356"/>
                <a:gd name="T49" fmla="*/ 328 h 919"/>
                <a:gd name="T50" fmla="*/ 162 w 356"/>
                <a:gd name="T51" fmla="*/ 302 h 919"/>
                <a:gd name="T52" fmla="*/ 162 w 356"/>
                <a:gd name="T53" fmla="*/ 301 h 919"/>
                <a:gd name="T54" fmla="*/ 193 w 356"/>
                <a:gd name="T55" fmla="*/ 301 h 919"/>
                <a:gd name="T56" fmla="*/ 193 w 356"/>
                <a:gd name="T57" fmla="*/ 302 h 919"/>
                <a:gd name="T58" fmla="*/ 193 w 356"/>
                <a:gd name="T59" fmla="*/ 328 h 919"/>
                <a:gd name="T60" fmla="*/ 193 w 356"/>
                <a:gd name="T61" fmla="*/ 542 h 919"/>
                <a:gd name="T62" fmla="*/ 193 w 356"/>
                <a:gd name="T63" fmla="*/ 568 h 919"/>
                <a:gd name="T64" fmla="*/ 193 w 356"/>
                <a:gd name="T65" fmla="*/ 837 h 919"/>
                <a:gd name="T66" fmla="*/ 274 w 356"/>
                <a:gd name="T67" fmla="*/ 918 h 919"/>
                <a:gd name="T68" fmla="*/ 355 w 356"/>
                <a:gd name="T69" fmla="*/ 837 h 919"/>
                <a:gd name="T70" fmla="*/ 355 w 356"/>
                <a:gd name="T71" fmla="*/ 568 h 919"/>
                <a:gd name="T72" fmla="*/ 355 w 356"/>
                <a:gd name="T73" fmla="*/ 542 h 919"/>
                <a:gd name="T74" fmla="*/ 355 w 356"/>
                <a:gd name="T75" fmla="*/ 328 h 919"/>
                <a:gd name="T76" fmla="*/ 355 w 356"/>
                <a:gd name="T77" fmla="*/ 302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56" h="919">
                  <a:moveTo>
                    <a:pt x="355" y="302"/>
                  </a:moveTo>
                  <a:lnTo>
                    <a:pt x="355" y="95"/>
                  </a:lnTo>
                  <a:lnTo>
                    <a:pt x="326" y="88"/>
                  </a:lnTo>
                  <a:lnTo>
                    <a:pt x="299" y="82"/>
                  </a:lnTo>
                  <a:cubicBezTo>
                    <a:pt x="285" y="79"/>
                    <a:pt x="274" y="72"/>
                    <a:pt x="265" y="62"/>
                  </a:cubicBezTo>
                  <a:cubicBezTo>
                    <a:pt x="262" y="59"/>
                    <a:pt x="260" y="56"/>
                    <a:pt x="258" y="53"/>
                  </a:cubicBezTo>
                  <a:cubicBezTo>
                    <a:pt x="248" y="38"/>
                    <a:pt x="245" y="20"/>
                    <a:pt x="249" y="3"/>
                  </a:cubicBezTo>
                  <a:cubicBezTo>
                    <a:pt x="250" y="2"/>
                    <a:pt x="250" y="1"/>
                    <a:pt x="250" y="0"/>
                  </a:cubicBezTo>
                  <a:lnTo>
                    <a:pt x="105" y="0"/>
                  </a:lnTo>
                  <a:cubicBezTo>
                    <a:pt x="105" y="1"/>
                    <a:pt x="105" y="2"/>
                    <a:pt x="106" y="3"/>
                  </a:cubicBezTo>
                  <a:cubicBezTo>
                    <a:pt x="110" y="20"/>
                    <a:pt x="107" y="38"/>
                    <a:pt x="97" y="53"/>
                  </a:cubicBezTo>
                  <a:cubicBezTo>
                    <a:pt x="95" y="56"/>
                    <a:pt x="93" y="59"/>
                    <a:pt x="90" y="62"/>
                  </a:cubicBezTo>
                  <a:cubicBezTo>
                    <a:pt x="81" y="72"/>
                    <a:pt x="70" y="79"/>
                    <a:pt x="56" y="82"/>
                  </a:cubicBezTo>
                  <a:lnTo>
                    <a:pt x="29" y="88"/>
                  </a:lnTo>
                  <a:lnTo>
                    <a:pt x="0" y="95"/>
                  </a:lnTo>
                  <a:lnTo>
                    <a:pt x="0" y="302"/>
                  </a:lnTo>
                  <a:lnTo>
                    <a:pt x="0" y="328"/>
                  </a:lnTo>
                  <a:lnTo>
                    <a:pt x="0" y="542"/>
                  </a:lnTo>
                  <a:lnTo>
                    <a:pt x="0" y="568"/>
                  </a:lnTo>
                  <a:lnTo>
                    <a:pt x="0" y="837"/>
                  </a:lnTo>
                  <a:cubicBezTo>
                    <a:pt x="0" y="882"/>
                    <a:pt x="36" y="918"/>
                    <a:pt x="81" y="918"/>
                  </a:cubicBezTo>
                  <a:cubicBezTo>
                    <a:pt x="126" y="918"/>
                    <a:pt x="162" y="882"/>
                    <a:pt x="162" y="837"/>
                  </a:cubicBezTo>
                  <a:lnTo>
                    <a:pt x="162" y="568"/>
                  </a:lnTo>
                  <a:lnTo>
                    <a:pt x="162" y="542"/>
                  </a:lnTo>
                  <a:lnTo>
                    <a:pt x="162" y="328"/>
                  </a:lnTo>
                  <a:lnTo>
                    <a:pt x="162" y="302"/>
                  </a:lnTo>
                  <a:lnTo>
                    <a:pt x="162" y="301"/>
                  </a:lnTo>
                  <a:lnTo>
                    <a:pt x="193" y="301"/>
                  </a:lnTo>
                  <a:lnTo>
                    <a:pt x="193" y="302"/>
                  </a:lnTo>
                  <a:lnTo>
                    <a:pt x="193" y="328"/>
                  </a:lnTo>
                  <a:lnTo>
                    <a:pt x="193" y="542"/>
                  </a:lnTo>
                  <a:lnTo>
                    <a:pt x="193" y="568"/>
                  </a:lnTo>
                  <a:lnTo>
                    <a:pt x="193" y="837"/>
                  </a:lnTo>
                  <a:cubicBezTo>
                    <a:pt x="193" y="882"/>
                    <a:pt x="229" y="918"/>
                    <a:pt x="274" y="918"/>
                  </a:cubicBezTo>
                  <a:cubicBezTo>
                    <a:pt x="319" y="918"/>
                    <a:pt x="355" y="882"/>
                    <a:pt x="355" y="837"/>
                  </a:cubicBezTo>
                  <a:lnTo>
                    <a:pt x="355" y="568"/>
                  </a:lnTo>
                  <a:lnTo>
                    <a:pt x="355" y="542"/>
                  </a:lnTo>
                  <a:lnTo>
                    <a:pt x="355" y="328"/>
                  </a:lnTo>
                  <a:lnTo>
                    <a:pt x="355" y="302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Freeform 34">
              <a:extLst>
                <a:ext uri="{FF2B5EF4-FFF2-40B4-BE49-F238E27FC236}">
                  <a16:creationId xmlns:a16="http://schemas.microsoft.com/office/drawing/2014/main" xmlns="" id="{E47E9A7A-B111-453A-8E92-5C7B715B2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2082" y="4298657"/>
              <a:ext cx="113962" cy="79773"/>
            </a:xfrm>
            <a:custGeom>
              <a:avLst/>
              <a:gdLst>
                <a:gd name="T0" fmla="*/ 263 w 264"/>
                <a:gd name="T1" fmla="*/ 149 h 185"/>
                <a:gd name="T2" fmla="*/ 263 w 264"/>
                <a:gd name="T3" fmla="*/ 45 h 185"/>
                <a:gd name="T4" fmla="*/ 263 w 264"/>
                <a:gd name="T5" fmla="*/ 19 h 185"/>
                <a:gd name="T6" fmla="*/ 263 w 264"/>
                <a:gd name="T7" fmla="*/ 0 h 185"/>
                <a:gd name="T8" fmla="*/ 0 w 264"/>
                <a:gd name="T9" fmla="*/ 0 h 185"/>
                <a:gd name="T10" fmla="*/ 0 w 264"/>
                <a:gd name="T11" fmla="*/ 19 h 185"/>
                <a:gd name="T12" fmla="*/ 0 w 264"/>
                <a:gd name="T13" fmla="*/ 45 h 185"/>
                <a:gd name="T14" fmla="*/ 0 w 264"/>
                <a:gd name="T15" fmla="*/ 149 h 185"/>
                <a:gd name="T16" fmla="*/ 54 w 264"/>
                <a:gd name="T17" fmla="*/ 184 h 185"/>
                <a:gd name="T18" fmla="*/ 209 w 264"/>
                <a:gd name="T19" fmla="*/ 184 h 185"/>
                <a:gd name="T20" fmla="*/ 263 w 264"/>
                <a:gd name="T21" fmla="*/ 14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4" h="185">
                  <a:moveTo>
                    <a:pt x="263" y="149"/>
                  </a:moveTo>
                  <a:lnTo>
                    <a:pt x="263" y="45"/>
                  </a:lnTo>
                  <a:lnTo>
                    <a:pt x="263" y="19"/>
                  </a:lnTo>
                  <a:lnTo>
                    <a:pt x="26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45"/>
                  </a:lnTo>
                  <a:lnTo>
                    <a:pt x="0" y="149"/>
                  </a:lnTo>
                  <a:cubicBezTo>
                    <a:pt x="23" y="151"/>
                    <a:pt x="43" y="164"/>
                    <a:pt x="54" y="184"/>
                  </a:cubicBezTo>
                  <a:lnTo>
                    <a:pt x="209" y="184"/>
                  </a:lnTo>
                  <a:cubicBezTo>
                    <a:pt x="220" y="164"/>
                    <a:pt x="240" y="151"/>
                    <a:pt x="263" y="14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Freeform 35">
              <a:extLst>
                <a:ext uri="{FF2B5EF4-FFF2-40B4-BE49-F238E27FC236}">
                  <a16:creationId xmlns:a16="http://schemas.microsoft.com/office/drawing/2014/main" xmlns="" id="{AF4A0A76-4345-44B3-BC3F-3B6A3F249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6610" y="4275865"/>
              <a:ext cx="284905" cy="153848"/>
            </a:xfrm>
            <a:custGeom>
              <a:avLst/>
              <a:gdLst>
                <a:gd name="T0" fmla="*/ 1 w 660"/>
                <a:gd name="T1" fmla="*/ 292 h 355"/>
                <a:gd name="T2" fmla="*/ 0 w 660"/>
                <a:gd name="T3" fmla="*/ 299 h 355"/>
                <a:gd name="T4" fmla="*/ 1 w 660"/>
                <a:gd name="T5" fmla="*/ 308 h 355"/>
                <a:gd name="T6" fmla="*/ 2 w 660"/>
                <a:gd name="T7" fmla="*/ 313 h 355"/>
                <a:gd name="T8" fmla="*/ 3 w 660"/>
                <a:gd name="T9" fmla="*/ 317 h 355"/>
                <a:gd name="T10" fmla="*/ 9 w 660"/>
                <a:gd name="T11" fmla="*/ 330 h 355"/>
                <a:gd name="T12" fmla="*/ 13 w 660"/>
                <a:gd name="T13" fmla="*/ 335 h 355"/>
                <a:gd name="T14" fmla="*/ 16 w 660"/>
                <a:gd name="T15" fmla="*/ 339 h 355"/>
                <a:gd name="T16" fmla="*/ 22 w 660"/>
                <a:gd name="T17" fmla="*/ 344 h 355"/>
                <a:gd name="T18" fmla="*/ 28 w 660"/>
                <a:gd name="T19" fmla="*/ 348 h 355"/>
                <a:gd name="T20" fmla="*/ 37 w 660"/>
                <a:gd name="T21" fmla="*/ 351 h 355"/>
                <a:gd name="T22" fmla="*/ 45 w 660"/>
                <a:gd name="T23" fmla="*/ 353 h 355"/>
                <a:gd name="T24" fmla="*/ 53 w 660"/>
                <a:gd name="T25" fmla="*/ 354 h 355"/>
                <a:gd name="T26" fmla="*/ 60 w 660"/>
                <a:gd name="T27" fmla="*/ 353 h 355"/>
                <a:gd name="T28" fmla="*/ 123 w 660"/>
                <a:gd name="T29" fmla="*/ 339 h 355"/>
                <a:gd name="T30" fmla="*/ 205 w 660"/>
                <a:gd name="T31" fmla="*/ 320 h 355"/>
                <a:gd name="T32" fmla="*/ 243 w 660"/>
                <a:gd name="T33" fmla="*/ 251 h 355"/>
                <a:gd name="T34" fmla="*/ 185 w 660"/>
                <a:gd name="T35" fmla="*/ 217 h 355"/>
                <a:gd name="T36" fmla="*/ 138 w 660"/>
                <a:gd name="T37" fmla="*/ 228 h 355"/>
                <a:gd name="T38" fmla="*/ 141 w 660"/>
                <a:gd name="T39" fmla="*/ 214 h 355"/>
                <a:gd name="T40" fmla="*/ 179 w 660"/>
                <a:gd name="T41" fmla="*/ 205 h 355"/>
                <a:gd name="T42" fmla="*/ 185 w 660"/>
                <a:gd name="T43" fmla="*/ 73 h 355"/>
                <a:gd name="T44" fmla="*/ 474 w 660"/>
                <a:gd name="T45" fmla="*/ 73 h 355"/>
                <a:gd name="T46" fmla="*/ 480 w 660"/>
                <a:gd name="T47" fmla="*/ 205 h 355"/>
                <a:gd name="T48" fmla="*/ 518 w 660"/>
                <a:gd name="T49" fmla="*/ 214 h 355"/>
                <a:gd name="T50" fmla="*/ 520 w 660"/>
                <a:gd name="T51" fmla="*/ 228 h 355"/>
                <a:gd name="T52" fmla="*/ 474 w 660"/>
                <a:gd name="T53" fmla="*/ 217 h 355"/>
                <a:gd name="T54" fmla="*/ 416 w 660"/>
                <a:gd name="T55" fmla="*/ 251 h 355"/>
                <a:gd name="T56" fmla="*/ 453 w 660"/>
                <a:gd name="T57" fmla="*/ 320 h 355"/>
                <a:gd name="T58" fmla="*/ 536 w 660"/>
                <a:gd name="T59" fmla="*/ 339 h 355"/>
                <a:gd name="T60" fmla="*/ 599 w 660"/>
                <a:gd name="T61" fmla="*/ 353 h 355"/>
                <a:gd name="T62" fmla="*/ 606 w 660"/>
                <a:gd name="T63" fmla="*/ 354 h 355"/>
                <a:gd name="T64" fmla="*/ 614 w 660"/>
                <a:gd name="T65" fmla="*/ 353 h 355"/>
                <a:gd name="T66" fmla="*/ 622 w 660"/>
                <a:gd name="T67" fmla="*/ 351 h 355"/>
                <a:gd name="T68" fmla="*/ 631 w 660"/>
                <a:gd name="T69" fmla="*/ 348 h 355"/>
                <a:gd name="T70" fmla="*/ 637 w 660"/>
                <a:gd name="T71" fmla="*/ 344 h 355"/>
                <a:gd name="T72" fmla="*/ 643 w 660"/>
                <a:gd name="T73" fmla="*/ 339 h 355"/>
                <a:gd name="T74" fmla="*/ 646 w 660"/>
                <a:gd name="T75" fmla="*/ 335 h 355"/>
                <a:gd name="T76" fmla="*/ 650 w 660"/>
                <a:gd name="T77" fmla="*/ 330 h 355"/>
                <a:gd name="T78" fmla="*/ 656 w 660"/>
                <a:gd name="T79" fmla="*/ 317 h 355"/>
                <a:gd name="T80" fmla="*/ 657 w 660"/>
                <a:gd name="T81" fmla="*/ 313 h 355"/>
                <a:gd name="T82" fmla="*/ 658 w 660"/>
                <a:gd name="T83" fmla="*/ 307 h 355"/>
                <a:gd name="T84" fmla="*/ 659 w 660"/>
                <a:gd name="T85" fmla="*/ 300 h 355"/>
                <a:gd name="T86" fmla="*/ 658 w 660"/>
                <a:gd name="T87" fmla="*/ 292 h 355"/>
                <a:gd name="T88" fmla="*/ 656 w 660"/>
                <a:gd name="T89" fmla="*/ 286 h 355"/>
                <a:gd name="T90" fmla="*/ 597 w 660"/>
                <a:gd name="T91" fmla="*/ 134 h 355"/>
                <a:gd name="T92" fmla="*/ 563 w 660"/>
                <a:gd name="T93" fmla="*/ 73 h 355"/>
                <a:gd name="T94" fmla="*/ 465 w 660"/>
                <a:gd name="T95" fmla="*/ 1 h 355"/>
                <a:gd name="T96" fmla="*/ 194 w 660"/>
                <a:gd name="T97" fmla="*/ 1 h 355"/>
                <a:gd name="T98" fmla="*/ 96 w 660"/>
                <a:gd name="T99" fmla="*/ 73 h 355"/>
                <a:gd name="T100" fmla="*/ 45 w 660"/>
                <a:gd name="T101" fmla="*/ 171 h 355"/>
                <a:gd name="T102" fmla="*/ 2 w 660"/>
                <a:gd name="T103" fmla="*/ 287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60" h="355">
                  <a:moveTo>
                    <a:pt x="2" y="287"/>
                  </a:moveTo>
                  <a:cubicBezTo>
                    <a:pt x="2" y="288"/>
                    <a:pt x="2" y="289"/>
                    <a:pt x="2" y="290"/>
                  </a:cubicBezTo>
                  <a:cubicBezTo>
                    <a:pt x="1" y="291"/>
                    <a:pt x="1" y="291"/>
                    <a:pt x="1" y="292"/>
                  </a:cubicBezTo>
                  <a:cubicBezTo>
                    <a:pt x="1" y="293"/>
                    <a:pt x="1" y="294"/>
                    <a:pt x="1" y="295"/>
                  </a:cubicBezTo>
                  <a:cubicBezTo>
                    <a:pt x="1" y="296"/>
                    <a:pt x="0" y="296"/>
                    <a:pt x="0" y="297"/>
                  </a:cubicBezTo>
                  <a:cubicBezTo>
                    <a:pt x="0" y="298"/>
                    <a:pt x="0" y="299"/>
                    <a:pt x="0" y="299"/>
                  </a:cubicBezTo>
                  <a:cubicBezTo>
                    <a:pt x="0" y="300"/>
                    <a:pt x="0" y="301"/>
                    <a:pt x="0" y="302"/>
                  </a:cubicBezTo>
                  <a:cubicBezTo>
                    <a:pt x="0" y="303"/>
                    <a:pt x="0" y="304"/>
                    <a:pt x="0" y="304"/>
                  </a:cubicBezTo>
                  <a:cubicBezTo>
                    <a:pt x="0" y="305"/>
                    <a:pt x="0" y="306"/>
                    <a:pt x="1" y="308"/>
                  </a:cubicBezTo>
                  <a:lnTo>
                    <a:pt x="1" y="309"/>
                  </a:lnTo>
                  <a:cubicBezTo>
                    <a:pt x="1" y="310"/>
                    <a:pt x="1" y="312"/>
                    <a:pt x="1" y="313"/>
                  </a:cubicBezTo>
                  <a:cubicBezTo>
                    <a:pt x="2" y="313"/>
                    <a:pt x="2" y="313"/>
                    <a:pt x="2" y="313"/>
                  </a:cubicBezTo>
                  <a:lnTo>
                    <a:pt x="2" y="313"/>
                  </a:lnTo>
                  <a:cubicBezTo>
                    <a:pt x="2" y="314"/>
                    <a:pt x="2" y="314"/>
                    <a:pt x="2" y="315"/>
                  </a:cubicBezTo>
                  <a:cubicBezTo>
                    <a:pt x="2" y="316"/>
                    <a:pt x="2" y="317"/>
                    <a:pt x="3" y="317"/>
                  </a:cubicBezTo>
                  <a:cubicBezTo>
                    <a:pt x="3" y="318"/>
                    <a:pt x="3" y="319"/>
                    <a:pt x="4" y="320"/>
                  </a:cubicBezTo>
                  <a:cubicBezTo>
                    <a:pt x="4" y="321"/>
                    <a:pt x="4" y="321"/>
                    <a:pt x="4" y="322"/>
                  </a:cubicBezTo>
                  <a:cubicBezTo>
                    <a:pt x="6" y="325"/>
                    <a:pt x="7" y="328"/>
                    <a:pt x="9" y="330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10" y="332"/>
                    <a:pt x="11" y="333"/>
                    <a:pt x="12" y="334"/>
                  </a:cubicBezTo>
                  <a:cubicBezTo>
                    <a:pt x="12" y="335"/>
                    <a:pt x="12" y="335"/>
                    <a:pt x="13" y="335"/>
                  </a:cubicBezTo>
                  <a:cubicBezTo>
                    <a:pt x="13" y="336"/>
                    <a:pt x="14" y="337"/>
                    <a:pt x="15" y="338"/>
                  </a:cubicBezTo>
                  <a:lnTo>
                    <a:pt x="16" y="339"/>
                  </a:lnTo>
                  <a:lnTo>
                    <a:pt x="16" y="339"/>
                  </a:lnTo>
                  <a:cubicBezTo>
                    <a:pt x="17" y="340"/>
                    <a:pt x="17" y="340"/>
                    <a:pt x="18" y="341"/>
                  </a:cubicBezTo>
                  <a:cubicBezTo>
                    <a:pt x="19" y="341"/>
                    <a:pt x="19" y="342"/>
                    <a:pt x="20" y="342"/>
                  </a:cubicBezTo>
                  <a:cubicBezTo>
                    <a:pt x="20" y="343"/>
                    <a:pt x="21" y="343"/>
                    <a:pt x="22" y="344"/>
                  </a:cubicBezTo>
                  <a:cubicBezTo>
                    <a:pt x="22" y="344"/>
                    <a:pt x="23" y="345"/>
                    <a:pt x="24" y="345"/>
                  </a:cubicBezTo>
                  <a:cubicBezTo>
                    <a:pt x="25" y="346"/>
                    <a:pt x="26" y="346"/>
                    <a:pt x="27" y="347"/>
                  </a:cubicBezTo>
                  <a:lnTo>
                    <a:pt x="28" y="348"/>
                  </a:lnTo>
                  <a:cubicBezTo>
                    <a:pt x="30" y="349"/>
                    <a:pt x="31" y="349"/>
                    <a:pt x="32" y="350"/>
                  </a:cubicBezTo>
                  <a:lnTo>
                    <a:pt x="33" y="350"/>
                  </a:lnTo>
                  <a:cubicBezTo>
                    <a:pt x="34" y="351"/>
                    <a:pt x="36" y="351"/>
                    <a:pt x="37" y="351"/>
                  </a:cubicBezTo>
                  <a:cubicBezTo>
                    <a:pt x="37" y="352"/>
                    <a:pt x="37" y="352"/>
                    <a:pt x="37" y="352"/>
                  </a:cubicBezTo>
                  <a:cubicBezTo>
                    <a:pt x="38" y="352"/>
                    <a:pt x="38" y="352"/>
                    <a:pt x="38" y="352"/>
                  </a:cubicBezTo>
                  <a:cubicBezTo>
                    <a:pt x="40" y="353"/>
                    <a:pt x="42" y="353"/>
                    <a:pt x="45" y="353"/>
                  </a:cubicBezTo>
                  <a:cubicBezTo>
                    <a:pt x="45" y="353"/>
                    <a:pt x="45" y="353"/>
                    <a:pt x="46" y="354"/>
                  </a:cubicBezTo>
                  <a:cubicBezTo>
                    <a:pt x="48" y="354"/>
                    <a:pt x="50" y="354"/>
                    <a:pt x="53" y="354"/>
                  </a:cubicBezTo>
                  <a:lnTo>
                    <a:pt x="53" y="354"/>
                  </a:lnTo>
                  <a:lnTo>
                    <a:pt x="53" y="354"/>
                  </a:lnTo>
                  <a:lnTo>
                    <a:pt x="53" y="354"/>
                  </a:lnTo>
                  <a:cubicBezTo>
                    <a:pt x="55" y="354"/>
                    <a:pt x="58" y="354"/>
                    <a:pt x="60" y="353"/>
                  </a:cubicBezTo>
                  <a:cubicBezTo>
                    <a:pt x="61" y="353"/>
                    <a:pt x="62" y="353"/>
                    <a:pt x="62" y="353"/>
                  </a:cubicBezTo>
                  <a:cubicBezTo>
                    <a:pt x="63" y="353"/>
                    <a:pt x="64" y="353"/>
                    <a:pt x="65" y="353"/>
                  </a:cubicBezTo>
                  <a:lnTo>
                    <a:pt x="123" y="339"/>
                  </a:lnTo>
                  <a:lnTo>
                    <a:pt x="138" y="336"/>
                  </a:lnTo>
                  <a:lnTo>
                    <a:pt x="152" y="333"/>
                  </a:lnTo>
                  <a:lnTo>
                    <a:pt x="205" y="320"/>
                  </a:lnTo>
                  <a:cubicBezTo>
                    <a:pt x="212" y="319"/>
                    <a:pt x="217" y="316"/>
                    <a:pt x="222" y="313"/>
                  </a:cubicBezTo>
                  <a:cubicBezTo>
                    <a:pt x="240" y="301"/>
                    <a:pt x="250" y="279"/>
                    <a:pt x="245" y="257"/>
                  </a:cubicBezTo>
                  <a:cubicBezTo>
                    <a:pt x="244" y="255"/>
                    <a:pt x="244" y="253"/>
                    <a:pt x="243" y="251"/>
                  </a:cubicBezTo>
                  <a:cubicBezTo>
                    <a:pt x="241" y="247"/>
                    <a:pt x="239" y="242"/>
                    <a:pt x="236" y="238"/>
                  </a:cubicBezTo>
                  <a:cubicBezTo>
                    <a:pt x="227" y="226"/>
                    <a:pt x="213" y="218"/>
                    <a:pt x="198" y="217"/>
                  </a:cubicBezTo>
                  <a:cubicBezTo>
                    <a:pt x="194" y="216"/>
                    <a:pt x="189" y="216"/>
                    <a:pt x="185" y="217"/>
                  </a:cubicBezTo>
                  <a:cubicBezTo>
                    <a:pt x="184" y="217"/>
                    <a:pt x="183" y="217"/>
                    <a:pt x="182" y="218"/>
                  </a:cubicBezTo>
                  <a:lnTo>
                    <a:pt x="152" y="225"/>
                  </a:lnTo>
                  <a:lnTo>
                    <a:pt x="138" y="228"/>
                  </a:lnTo>
                  <a:lnTo>
                    <a:pt x="135" y="228"/>
                  </a:lnTo>
                  <a:cubicBezTo>
                    <a:pt x="136" y="226"/>
                    <a:pt x="137" y="223"/>
                    <a:pt x="138" y="220"/>
                  </a:cubicBezTo>
                  <a:cubicBezTo>
                    <a:pt x="139" y="218"/>
                    <a:pt x="140" y="216"/>
                    <a:pt x="141" y="214"/>
                  </a:cubicBezTo>
                  <a:cubicBezTo>
                    <a:pt x="145" y="206"/>
                    <a:pt x="148" y="198"/>
                    <a:pt x="152" y="190"/>
                  </a:cubicBezTo>
                  <a:lnTo>
                    <a:pt x="152" y="211"/>
                  </a:lnTo>
                  <a:lnTo>
                    <a:pt x="179" y="205"/>
                  </a:lnTo>
                  <a:cubicBezTo>
                    <a:pt x="181" y="204"/>
                    <a:pt x="183" y="204"/>
                    <a:pt x="185" y="204"/>
                  </a:cubicBezTo>
                  <a:lnTo>
                    <a:pt x="185" y="100"/>
                  </a:lnTo>
                  <a:lnTo>
                    <a:pt x="185" y="73"/>
                  </a:lnTo>
                  <a:lnTo>
                    <a:pt x="185" y="41"/>
                  </a:lnTo>
                  <a:lnTo>
                    <a:pt x="474" y="41"/>
                  </a:lnTo>
                  <a:lnTo>
                    <a:pt x="474" y="73"/>
                  </a:lnTo>
                  <a:lnTo>
                    <a:pt x="474" y="100"/>
                  </a:lnTo>
                  <a:lnTo>
                    <a:pt x="474" y="204"/>
                  </a:lnTo>
                  <a:cubicBezTo>
                    <a:pt x="476" y="204"/>
                    <a:pt x="478" y="204"/>
                    <a:pt x="480" y="205"/>
                  </a:cubicBezTo>
                  <a:lnTo>
                    <a:pt x="507" y="211"/>
                  </a:lnTo>
                  <a:lnTo>
                    <a:pt x="507" y="190"/>
                  </a:lnTo>
                  <a:cubicBezTo>
                    <a:pt x="511" y="198"/>
                    <a:pt x="514" y="206"/>
                    <a:pt x="518" y="214"/>
                  </a:cubicBezTo>
                  <a:cubicBezTo>
                    <a:pt x="518" y="216"/>
                    <a:pt x="519" y="218"/>
                    <a:pt x="520" y="220"/>
                  </a:cubicBezTo>
                  <a:cubicBezTo>
                    <a:pt x="521" y="223"/>
                    <a:pt x="523" y="226"/>
                    <a:pt x="524" y="228"/>
                  </a:cubicBezTo>
                  <a:lnTo>
                    <a:pt x="520" y="228"/>
                  </a:lnTo>
                  <a:lnTo>
                    <a:pt x="507" y="225"/>
                  </a:lnTo>
                  <a:lnTo>
                    <a:pt x="477" y="218"/>
                  </a:lnTo>
                  <a:cubicBezTo>
                    <a:pt x="476" y="217"/>
                    <a:pt x="475" y="217"/>
                    <a:pt x="474" y="217"/>
                  </a:cubicBezTo>
                  <a:cubicBezTo>
                    <a:pt x="470" y="216"/>
                    <a:pt x="465" y="216"/>
                    <a:pt x="461" y="217"/>
                  </a:cubicBezTo>
                  <a:cubicBezTo>
                    <a:pt x="445" y="218"/>
                    <a:pt x="431" y="226"/>
                    <a:pt x="423" y="238"/>
                  </a:cubicBezTo>
                  <a:cubicBezTo>
                    <a:pt x="420" y="242"/>
                    <a:pt x="417" y="247"/>
                    <a:pt x="416" y="251"/>
                  </a:cubicBezTo>
                  <a:cubicBezTo>
                    <a:pt x="415" y="253"/>
                    <a:pt x="415" y="255"/>
                    <a:pt x="414" y="257"/>
                  </a:cubicBezTo>
                  <a:cubicBezTo>
                    <a:pt x="409" y="279"/>
                    <a:pt x="419" y="301"/>
                    <a:pt x="437" y="313"/>
                  </a:cubicBezTo>
                  <a:cubicBezTo>
                    <a:pt x="442" y="316"/>
                    <a:pt x="447" y="319"/>
                    <a:pt x="453" y="320"/>
                  </a:cubicBezTo>
                  <a:lnTo>
                    <a:pt x="507" y="333"/>
                  </a:lnTo>
                  <a:lnTo>
                    <a:pt x="520" y="336"/>
                  </a:lnTo>
                  <a:lnTo>
                    <a:pt x="536" y="339"/>
                  </a:lnTo>
                  <a:lnTo>
                    <a:pt x="594" y="353"/>
                  </a:lnTo>
                  <a:cubicBezTo>
                    <a:pt x="595" y="353"/>
                    <a:pt x="596" y="353"/>
                    <a:pt x="596" y="353"/>
                  </a:cubicBezTo>
                  <a:cubicBezTo>
                    <a:pt x="597" y="353"/>
                    <a:pt x="598" y="353"/>
                    <a:pt x="599" y="353"/>
                  </a:cubicBezTo>
                  <a:cubicBezTo>
                    <a:pt x="601" y="354"/>
                    <a:pt x="603" y="354"/>
                    <a:pt x="606" y="354"/>
                  </a:cubicBezTo>
                  <a:lnTo>
                    <a:pt x="606" y="354"/>
                  </a:lnTo>
                  <a:lnTo>
                    <a:pt x="606" y="354"/>
                  </a:lnTo>
                  <a:lnTo>
                    <a:pt x="606" y="354"/>
                  </a:lnTo>
                  <a:cubicBezTo>
                    <a:pt x="608" y="354"/>
                    <a:pt x="611" y="354"/>
                    <a:pt x="613" y="354"/>
                  </a:cubicBezTo>
                  <a:lnTo>
                    <a:pt x="614" y="353"/>
                  </a:lnTo>
                  <a:cubicBezTo>
                    <a:pt x="616" y="353"/>
                    <a:pt x="619" y="353"/>
                    <a:pt x="621" y="352"/>
                  </a:cubicBezTo>
                  <a:lnTo>
                    <a:pt x="621" y="352"/>
                  </a:lnTo>
                  <a:cubicBezTo>
                    <a:pt x="622" y="352"/>
                    <a:pt x="622" y="352"/>
                    <a:pt x="622" y="351"/>
                  </a:cubicBezTo>
                  <a:cubicBezTo>
                    <a:pt x="623" y="351"/>
                    <a:pt x="624" y="351"/>
                    <a:pt x="626" y="350"/>
                  </a:cubicBezTo>
                  <a:cubicBezTo>
                    <a:pt x="626" y="350"/>
                    <a:pt x="626" y="350"/>
                    <a:pt x="627" y="350"/>
                  </a:cubicBezTo>
                  <a:cubicBezTo>
                    <a:pt x="628" y="349"/>
                    <a:pt x="629" y="349"/>
                    <a:pt x="631" y="348"/>
                  </a:cubicBezTo>
                  <a:cubicBezTo>
                    <a:pt x="631" y="348"/>
                    <a:pt x="631" y="347"/>
                    <a:pt x="632" y="347"/>
                  </a:cubicBezTo>
                  <a:cubicBezTo>
                    <a:pt x="633" y="347"/>
                    <a:pt x="634" y="346"/>
                    <a:pt x="635" y="345"/>
                  </a:cubicBezTo>
                  <a:cubicBezTo>
                    <a:pt x="636" y="345"/>
                    <a:pt x="636" y="344"/>
                    <a:pt x="637" y="344"/>
                  </a:cubicBezTo>
                  <a:cubicBezTo>
                    <a:pt x="638" y="343"/>
                    <a:pt x="638" y="343"/>
                    <a:pt x="639" y="342"/>
                  </a:cubicBezTo>
                  <a:cubicBezTo>
                    <a:pt x="640" y="342"/>
                    <a:pt x="640" y="341"/>
                    <a:pt x="641" y="341"/>
                  </a:cubicBezTo>
                  <a:cubicBezTo>
                    <a:pt x="641" y="340"/>
                    <a:pt x="642" y="340"/>
                    <a:pt x="643" y="339"/>
                  </a:cubicBezTo>
                  <a:lnTo>
                    <a:pt x="643" y="339"/>
                  </a:lnTo>
                  <a:lnTo>
                    <a:pt x="644" y="338"/>
                  </a:lnTo>
                  <a:cubicBezTo>
                    <a:pt x="645" y="337"/>
                    <a:pt x="646" y="336"/>
                    <a:pt x="646" y="335"/>
                  </a:cubicBezTo>
                  <a:cubicBezTo>
                    <a:pt x="647" y="335"/>
                    <a:pt x="647" y="335"/>
                    <a:pt x="647" y="334"/>
                  </a:cubicBezTo>
                  <a:cubicBezTo>
                    <a:pt x="648" y="333"/>
                    <a:pt x="649" y="332"/>
                    <a:pt x="650" y="331"/>
                  </a:cubicBezTo>
                  <a:cubicBezTo>
                    <a:pt x="650" y="330"/>
                    <a:pt x="650" y="330"/>
                    <a:pt x="650" y="330"/>
                  </a:cubicBezTo>
                  <a:cubicBezTo>
                    <a:pt x="652" y="328"/>
                    <a:pt x="653" y="325"/>
                    <a:pt x="655" y="322"/>
                  </a:cubicBezTo>
                  <a:cubicBezTo>
                    <a:pt x="655" y="321"/>
                    <a:pt x="655" y="321"/>
                    <a:pt x="655" y="321"/>
                  </a:cubicBezTo>
                  <a:cubicBezTo>
                    <a:pt x="655" y="320"/>
                    <a:pt x="656" y="318"/>
                    <a:pt x="656" y="317"/>
                  </a:cubicBezTo>
                  <a:cubicBezTo>
                    <a:pt x="656" y="317"/>
                    <a:pt x="657" y="316"/>
                    <a:pt x="657" y="315"/>
                  </a:cubicBezTo>
                  <a:cubicBezTo>
                    <a:pt x="657" y="315"/>
                    <a:pt x="657" y="314"/>
                    <a:pt x="657" y="313"/>
                  </a:cubicBezTo>
                  <a:lnTo>
                    <a:pt x="657" y="313"/>
                  </a:lnTo>
                  <a:lnTo>
                    <a:pt x="657" y="313"/>
                  </a:lnTo>
                  <a:cubicBezTo>
                    <a:pt x="658" y="312"/>
                    <a:pt x="658" y="310"/>
                    <a:pt x="658" y="309"/>
                  </a:cubicBezTo>
                  <a:cubicBezTo>
                    <a:pt x="658" y="309"/>
                    <a:pt x="658" y="308"/>
                    <a:pt x="658" y="307"/>
                  </a:cubicBezTo>
                  <a:cubicBezTo>
                    <a:pt x="658" y="306"/>
                    <a:pt x="658" y="305"/>
                    <a:pt x="658" y="304"/>
                  </a:cubicBezTo>
                  <a:cubicBezTo>
                    <a:pt x="659" y="304"/>
                    <a:pt x="659" y="303"/>
                    <a:pt x="659" y="302"/>
                  </a:cubicBezTo>
                  <a:cubicBezTo>
                    <a:pt x="659" y="301"/>
                    <a:pt x="659" y="300"/>
                    <a:pt x="659" y="300"/>
                  </a:cubicBezTo>
                  <a:cubicBezTo>
                    <a:pt x="658" y="299"/>
                    <a:pt x="658" y="298"/>
                    <a:pt x="658" y="297"/>
                  </a:cubicBezTo>
                  <a:cubicBezTo>
                    <a:pt x="658" y="296"/>
                    <a:pt x="658" y="295"/>
                    <a:pt x="658" y="295"/>
                  </a:cubicBezTo>
                  <a:cubicBezTo>
                    <a:pt x="658" y="294"/>
                    <a:pt x="658" y="293"/>
                    <a:pt x="658" y="292"/>
                  </a:cubicBezTo>
                  <a:cubicBezTo>
                    <a:pt x="658" y="291"/>
                    <a:pt x="657" y="290"/>
                    <a:pt x="657" y="290"/>
                  </a:cubicBezTo>
                  <a:cubicBezTo>
                    <a:pt x="657" y="289"/>
                    <a:pt x="657" y="288"/>
                    <a:pt x="656" y="287"/>
                  </a:cubicBezTo>
                  <a:cubicBezTo>
                    <a:pt x="656" y="286"/>
                    <a:pt x="656" y="286"/>
                    <a:pt x="656" y="286"/>
                  </a:cubicBezTo>
                  <a:cubicBezTo>
                    <a:pt x="656" y="285"/>
                    <a:pt x="651" y="270"/>
                    <a:pt x="643" y="247"/>
                  </a:cubicBezTo>
                  <a:cubicBezTo>
                    <a:pt x="636" y="227"/>
                    <a:pt x="626" y="199"/>
                    <a:pt x="614" y="171"/>
                  </a:cubicBezTo>
                  <a:cubicBezTo>
                    <a:pt x="609" y="159"/>
                    <a:pt x="603" y="146"/>
                    <a:pt x="597" y="134"/>
                  </a:cubicBezTo>
                  <a:lnTo>
                    <a:pt x="597" y="134"/>
                  </a:lnTo>
                  <a:cubicBezTo>
                    <a:pt x="591" y="122"/>
                    <a:pt x="585" y="111"/>
                    <a:pt x="579" y="99"/>
                  </a:cubicBezTo>
                  <a:cubicBezTo>
                    <a:pt x="574" y="90"/>
                    <a:pt x="569" y="82"/>
                    <a:pt x="563" y="73"/>
                  </a:cubicBezTo>
                  <a:cubicBezTo>
                    <a:pt x="558" y="66"/>
                    <a:pt x="553" y="59"/>
                    <a:pt x="548" y="52"/>
                  </a:cubicBezTo>
                  <a:cubicBezTo>
                    <a:pt x="538" y="40"/>
                    <a:pt x="527" y="29"/>
                    <a:pt x="514" y="19"/>
                  </a:cubicBezTo>
                  <a:cubicBezTo>
                    <a:pt x="501" y="10"/>
                    <a:pt x="485" y="2"/>
                    <a:pt x="465" y="1"/>
                  </a:cubicBezTo>
                  <a:cubicBezTo>
                    <a:pt x="462" y="1"/>
                    <a:pt x="459" y="0"/>
                    <a:pt x="456" y="0"/>
                  </a:cubicBezTo>
                  <a:lnTo>
                    <a:pt x="202" y="0"/>
                  </a:lnTo>
                  <a:cubicBezTo>
                    <a:pt x="199" y="0"/>
                    <a:pt x="197" y="1"/>
                    <a:pt x="194" y="1"/>
                  </a:cubicBezTo>
                  <a:cubicBezTo>
                    <a:pt x="174" y="2"/>
                    <a:pt x="158" y="10"/>
                    <a:pt x="145" y="19"/>
                  </a:cubicBezTo>
                  <a:cubicBezTo>
                    <a:pt x="125" y="33"/>
                    <a:pt x="110" y="51"/>
                    <a:pt x="97" y="71"/>
                  </a:cubicBezTo>
                  <a:cubicBezTo>
                    <a:pt x="97" y="72"/>
                    <a:pt x="96" y="72"/>
                    <a:pt x="96" y="73"/>
                  </a:cubicBezTo>
                  <a:cubicBezTo>
                    <a:pt x="90" y="82"/>
                    <a:pt x="85" y="90"/>
                    <a:pt x="80" y="99"/>
                  </a:cubicBezTo>
                  <a:cubicBezTo>
                    <a:pt x="73" y="111"/>
                    <a:pt x="67" y="122"/>
                    <a:pt x="62" y="134"/>
                  </a:cubicBezTo>
                  <a:cubicBezTo>
                    <a:pt x="56" y="146"/>
                    <a:pt x="50" y="159"/>
                    <a:pt x="45" y="171"/>
                  </a:cubicBezTo>
                  <a:cubicBezTo>
                    <a:pt x="33" y="199"/>
                    <a:pt x="23" y="227"/>
                    <a:pt x="15" y="247"/>
                  </a:cubicBezTo>
                  <a:cubicBezTo>
                    <a:pt x="7" y="270"/>
                    <a:pt x="3" y="285"/>
                    <a:pt x="3" y="286"/>
                  </a:cubicBezTo>
                  <a:cubicBezTo>
                    <a:pt x="2" y="286"/>
                    <a:pt x="2" y="286"/>
                    <a:pt x="2" y="28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Freeform 36">
              <a:extLst>
                <a:ext uri="{FF2B5EF4-FFF2-40B4-BE49-F238E27FC236}">
                  <a16:creationId xmlns:a16="http://schemas.microsoft.com/office/drawing/2014/main" xmlns="" id="{43E7A858-7D85-4DFC-AB38-C66865DA7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5754" y="4137210"/>
              <a:ext cx="127257" cy="132956"/>
            </a:xfrm>
            <a:custGeom>
              <a:avLst/>
              <a:gdLst>
                <a:gd name="T0" fmla="*/ 296 w 297"/>
                <a:gd name="T1" fmla="*/ 153 h 308"/>
                <a:gd name="T2" fmla="*/ 159 w 297"/>
                <a:gd name="T3" fmla="*/ 6 h 308"/>
                <a:gd name="T4" fmla="*/ 1 w 297"/>
                <a:gd name="T5" fmla="*/ 143 h 308"/>
                <a:gd name="T6" fmla="*/ 0 w 297"/>
                <a:gd name="T7" fmla="*/ 153 h 308"/>
                <a:gd name="T8" fmla="*/ 2 w 297"/>
                <a:gd name="T9" fmla="*/ 180 h 308"/>
                <a:gd name="T10" fmla="*/ 137 w 297"/>
                <a:gd name="T11" fmla="*/ 301 h 308"/>
                <a:gd name="T12" fmla="*/ 294 w 297"/>
                <a:gd name="T13" fmla="*/ 180 h 308"/>
                <a:gd name="T14" fmla="*/ 296 w 297"/>
                <a:gd name="T15" fmla="*/ 164 h 308"/>
                <a:gd name="T16" fmla="*/ 296 w 297"/>
                <a:gd name="T17" fmla="*/ 15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308">
                  <a:moveTo>
                    <a:pt x="296" y="153"/>
                  </a:moveTo>
                  <a:cubicBezTo>
                    <a:pt x="296" y="77"/>
                    <a:pt x="237" y="12"/>
                    <a:pt x="159" y="6"/>
                  </a:cubicBezTo>
                  <a:cubicBezTo>
                    <a:pt x="77" y="0"/>
                    <a:pt x="6" y="61"/>
                    <a:pt x="1" y="143"/>
                  </a:cubicBezTo>
                  <a:cubicBezTo>
                    <a:pt x="0" y="146"/>
                    <a:pt x="0" y="150"/>
                    <a:pt x="0" y="153"/>
                  </a:cubicBezTo>
                  <a:cubicBezTo>
                    <a:pt x="0" y="162"/>
                    <a:pt x="1" y="171"/>
                    <a:pt x="2" y="180"/>
                  </a:cubicBezTo>
                  <a:cubicBezTo>
                    <a:pt x="14" y="245"/>
                    <a:pt x="69" y="296"/>
                    <a:pt x="137" y="301"/>
                  </a:cubicBezTo>
                  <a:cubicBezTo>
                    <a:pt x="214" y="307"/>
                    <a:pt x="280" y="253"/>
                    <a:pt x="294" y="180"/>
                  </a:cubicBezTo>
                  <a:cubicBezTo>
                    <a:pt x="295" y="175"/>
                    <a:pt x="295" y="169"/>
                    <a:pt x="296" y="164"/>
                  </a:cubicBezTo>
                  <a:cubicBezTo>
                    <a:pt x="296" y="161"/>
                    <a:pt x="296" y="157"/>
                    <a:pt x="296" y="15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Freeform 37">
              <a:extLst>
                <a:ext uri="{FF2B5EF4-FFF2-40B4-BE49-F238E27FC236}">
                  <a16:creationId xmlns:a16="http://schemas.microsoft.com/office/drawing/2014/main" xmlns="" id="{A097093C-0FB3-49FF-BE92-A8F0FB5D0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465" y="4273965"/>
              <a:ext cx="125358" cy="505231"/>
            </a:xfrm>
            <a:custGeom>
              <a:avLst/>
              <a:gdLst>
                <a:gd name="T0" fmla="*/ 38 w 290"/>
                <a:gd name="T1" fmla="*/ 78 h 1173"/>
                <a:gd name="T2" fmla="*/ 26 w 290"/>
                <a:gd name="T3" fmla="*/ 105 h 1173"/>
                <a:gd name="T4" fmla="*/ 16 w 290"/>
                <a:gd name="T5" fmla="*/ 142 h 1173"/>
                <a:gd name="T6" fmla="*/ 2 w 290"/>
                <a:gd name="T7" fmla="*/ 318 h 1173"/>
                <a:gd name="T8" fmla="*/ 4 w 290"/>
                <a:gd name="T9" fmla="*/ 344 h 1173"/>
                <a:gd name="T10" fmla="*/ 36 w 290"/>
                <a:gd name="T11" fmla="*/ 508 h 1173"/>
                <a:gd name="T12" fmla="*/ 62 w 290"/>
                <a:gd name="T13" fmla="*/ 558 h 1173"/>
                <a:gd name="T14" fmla="*/ 91 w 290"/>
                <a:gd name="T15" fmla="*/ 584 h 1173"/>
                <a:gd name="T16" fmla="*/ 119 w 290"/>
                <a:gd name="T17" fmla="*/ 598 h 1173"/>
                <a:gd name="T18" fmla="*/ 125 w 290"/>
                <a:gd name="T19" fmla="*/ 683 h 1173"/>
                <a:gd name="T20" fmla="*/ 117 w 290"/>
                <a:gd name="T21" fmla="*/ 798 h 1173"/>
                <a:gd name="T22" fmla="*/ 113 w 290"/>
                <a:gd name="T23" fmla="*/ 824 h 1173"/>
                <a:gd name="T24" fmla="*/ 50 w 290"/>
                <a:gd name="T25" fmla="*/ 1062 h 1173"/>
                <a:gd name="T26" fmla="*/ 99 w 290"/>
                <a:gd name="T27" fmla="*/ 1167 h 1173"/>
                <a:gd name="T28" fmla="*/ 127 w 290"/>
                <a:gd name="T29" fmla="*/ 1172 h 1173"/>
                <a:gd name="T30" fmla="*/ 205 w 290"/>
                <a:gd name="T31" fmla="*/ 1118 h 1173"/>
                <a:gd name="T32" fmla="*/ 279 w 290"/>
                <a:gd name="T33" fmla="*/ 824 h 1173"/>
                <a:gd name="T34" fmla="*/ 282 w 290"/>
                <a:gd name="T35" fmla="*/ 798 h 1173"/>
                <a:gd name="T36" fmla="*/ 289 w 290"/>
                <a:gd name="T37" fmla="*/ 683 h 1173"/>
                <a:gd name="T38" fmla="*/ 283 w 290"/>
                <a:gd name="T39" fmla="*/ 584 h 1173"/>
                <a:gd name="T40" fmla="*/ 283 w 290"/>
                <a:gd name="T41" fmla="*/ 581 h 1173"/>
                <a:gd name="T42" fmla="*/ 269 w 290"/>
                <a:gd name="T43" fmla="*/ 575 h 1173"/>
                <a:gd name="T44" fmla="*/ 242 w 290"/>
                <a:gd name="T45" fmla="*/ 558 h 1173"/>
                <a:gd name="T46" fmla="*/ 105 w 290"/>
                <a:gd name="T47" fmla="*/ 398 h 1173"/>
                <a:gd name="T48" fmla="*/ 85 w 290"/>
                <a:gd name="T49" fmla="*/ 344 h 1173"/>
                <a:gd name="T50" fmla="*/ 78 w 290"/>
                <a:gd name="T51" fmla="*/ 318 h 1173"/>
                <a:gd name="T52" fmla="*/ 67 w 290"/>
                <a:gd name="T53" fmla="*/ 216 h 1173"/>
                <a:gd name="T54" fmla="*/ 80 w 290"/>
                <a:gd name="T55" fmla="*/ 105 h 1173"/>
                <a:gd name="T56" fmla="*/ 82 w 290"/>
                <a:gd name="T57" fmla="*/ 97 h 1173"/>
                <a:gd name="T58" fmla="*/ 91 w 290"/>
                <a:gd name="T59" fmla="*/ 78 h 1173"/>
                <a:gd name="T60" fmla="*/ 145 w 290"/>
                <a:gd name="T61" fmla="*/ 49 h 1173"/>
                <a:gd name="T62" fmla="*/ 163 w 290"/>
                <a:gd name="T63" fmla="*/ 52 h 1173"/>
                <a:gd name="T64" fmla="*/ 199 w 290"/>
                <a:gd name="T65" fmla="*/ 78 h 1173"/>
                <a:gd name="T66" fmla="*/ 210 w 290"/>
                <a:gd name="T67" fmla="*/ 105 h 1173"/>
                <a:gd name="T68" fmla="*/ 208 w 290"/>
                <a:gd name="T69" fmla="*/ 133 h 1173"/>
                <a:gd name="T70" fmla="*/ 207 w 290"/>
                <a:gd name="T71" fmla="*/ 137 h 1173"/>
                <a:gd name="T72" fmla="*/ 204 w 290"/>
                <a:gd name="T73" fmla="*/ 154 h 1173"/>
                <a:gd name="T74" fmla="*/ 199 w 290"/>
                <a:gd name="T75" fmla="*/ 216 h 1173"/>
                <a:gd name="T76" fmla="*/ 215 w 290"/>
                <a:gd name="T77" fmla="*/ 318 h 1173"/>
                <a:gd name="T78" fmla="*/ 224 w 290"/>
                <a:gd name="T79" fmla="*/ 343 h 1173"/>
                <a:gd name="T80" fmla="*/ 225 w 290"/>
                <a:gd name="T81" fmla="*/ 344 h 1173"/>
                <a:gd name="T82" fmla="*/ 252 w 290"/>
                <a:gd name="T83" fmla="*/ 390 h 1173"/>
                <a:gd name="T84" fmla="*/ 249 w 290"/>
                <a:gd name="T85" fmla="*/ 344 h 1173"/>
                <a:gd name="T86" fmla="*/ 248 w 290"/>
                <a:gd name="T87" fmla="*/ 318 h 1173"/>
                <a:gd name="T88" fmla="*/ 253 w 290"/>
                <a:gd name="T89" fmla="*/ 150 h 1173"/>
                <a:gd name="T90" fmla="*/ 252 w 290"/>
                <a:gd name="T91" fmla="*/ 105 h 1173"/>
                <a:gd name="T92" fmla="*/ 245 w 290"/>
                <a:gd name="T93" fmla="*/ 78 h 1173"/>
                <a:gd name="T94" fmla="*/ 167 w 290"/>
                <a:gd name="T95" fmla="*/ 4 h 1173"/>
                <a:gd name="T96" fmla="*/ 38 w 290"/>
                <a:gd name="T97" fmla="*/ 78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0" h="1173">
                  <a:moveTo>
                    <a:pt x="38" y="78"/>
                  </a:moveTo>
                  <a:cubicBezTo>
                    <a:pt x="34" y="86"/>
                    <a:pt x="30" y="95"/>
                    <a:pt x="26" y="105"/>
                  </a:cubicBezTo>
                  <a:cubicBezTo>
                    <a:pt x="22" y="116"/>
                    <a:pt x="18" y="128"/>
                    <a:pt x="16" y="142"/>
                  </a:cubicBezTo>
                  <a:cubicBezTo>
                    <a:pt x="5" y="209"/>
                    <a:pt x="0" y="263"/>
                    <a:pt x="2" y="318"/>
                  </a:cubicBezTo>
                  <a:cubicBezTo>
                    <a:pt x="3" y="327"/>
                    <a:pt x="3" y="336"/>
                    <a:pt x="4" y="344"/>
                  </a:cubicBezTo>
                  <a:cubicBezTo>
                    <a:pt x="8" y="394"/>
                    <a:pt x="19" y="446"/>
                    <a:pt x="36" y="508"/>
                  </a:cubicBezTo>
                  <a:cubicBezTo>
                    <a:pt x="43" y="529"/>
                    <a:pt x="52" y="545"/>
                    <a:pt x="62" y="558"/>
                  </a:cubicBezTo>
                  <a:cubicBezTo>
                    <a:pt x="71" y="569"/>
                    <a:pt x="81" y="578"/>
                    <a:pt x="91" y="584"/>
                  </a:cubicBezTo>
                  <a:cubicBezTo>
                    <a:pt x="100" y="590"/>
                    <a:pt x="109" y="595"/>
                    <a:pt x="119" y="598"/>
                  </a:cubicBezTo>
                  <a:cubicBezTo>
                    <a:pt x="122" y="620"/>
                    <a:pt x="125" y="648"/>
                    <a:pt x="125" y="683"/>
                  </a:cubicBezTo>
                  <a:cubicBezTo>
                    <a:pt x="125" y="716"/>
                    <a:pt x="123" y="754"/>
                    <a:pt x="117" y="798"/>
                  </a:cubicBezTo>
                  <a:cubicBezTo>
                    <a:pt x="116" y="806"/>
                    <a:pt x="114" y="815"/>
                    <a:pt x="113" y="824"/>
                  </a:cubicBezTo>
                  <a:cubicBezTo>
                    <a:pt x="102" y="892"/>
                    <a:pt x="83" y="971"/>
                    <a:pt x="50" y="1062"/>
                  </a:cubicBezTo>
                  <a:cubicBezTo>
                    <a:pt x="35" y="1105"/>
                    <a:pt x="57" y="1152"/>
                    <a:pt x="99" y="1167"/>
                  </a:cubicBezTo>
                  <a:cubicBezTo>
                    <a:pt x="109" y="1171"/>
                    <a:pt x="118" y="1172"/>
                    <a:pt x="127" y="1172"/>
                  </a:cubicBezTo>
                  <a:cubicBezTo>
                    <a:pt x="161" y="1172"/>
                    <a:pt x="193" y="1151"/>
                    <a:pt x="205" y="1118"/>
                  </a:cubicBezTo>
                  <a:cubicBezTo>
                    <a:pt x="245" y="1006"/>
                    <a:pt x="268" y="908"/>
                    <a:pt x="279" y="824"/>
                  </a:cubicBezTo>
                  <a:cubicBezTo>
                    <a:pt x="280" y="815"/>
                    <a:pt x="281" y="806"/>
                    <a:pt x="282" y="798"/>
                  </a:cubicBezTo>
                  <a:cubicBezTo>
                    <a:pt x="287" y="756"/>
                    <a:pt x="289" y="717"/>
                    <a:pt x="289" y="683"/>
                  </a:cubicBezTo>
                  <a:cubicBezTo>
                    <a:pt x="289" y="645"/>
                    <a:pt x="287" y="612"/>
                    <a:pt x="283" y="584"/>
                  </a:cubicBezTo>
                  <a:cubicBezTo>
                    <a:pt x="283" y="583"/>
                    <a:pt x="283" y="582"/>
                    <a:pt x="283" y="581"/>
                  </a:cubicBezTo>
                  <a:cubicBezTo>
                    <a:pt x="278" y="580"/>
                    <a:pt x="274" y="578"/>
                    <a:pt x="269" y="575"/>
                  </a:cubicBezTo>
                  <a:cubicBezTo>
                    <a:pt x="260" y="570"/>
                    <a:pt x="251" y="564"/>
                    <a:pt x="242" y="558"/>
                  </a:cubicBezTo>
                  <a:cubicBezTo>
                    <a:pt x="181" y="517"/>
                    <a:pt x="134" y="462"/>
                    <a:pt x="105" y="398"/>
                  </a:cubicBezTo>
                  <a:cubicBezTo>
                    <a:pt x="97" y="380"/>
                    <a:pt x="91" y="363"/>
                    <a:pt x="85" y="344"/>
                  </a:cubicBezTo>
                  <a:cubicBezTo>
                    <a:pt x="83" y="336"/>
                    <a:pt x="80" y="327"/>
                    <a:pt x="78" y="318"/>
                  </a:cubicBezTo>
                  <a:cubicBezTo>
                    <a:pt x="71" y="286"/>
                    <a:pt x="67" y="251"/>
                    <a:pt x="67" y="216"/>
                  </a:cubicBezTo>
                  <a:cubicBezTo>
                    <a:pt x="67" y="163"/>
                    <a:pt x="75" y="123"/>
                    <a:pt x="80" y="105"/>
                  </a:cubicBezTo>
                  <a:cubicBezTo>
                    <a:pt x="80" y="102"/>
                    <a:pt x="81" y="99"/>
                    <a:pt x="82" y="97"/>
                  </a:cubicBezTo>
                  <a:cubicBezTo>
                    <a:pt x="84" y="90"/>
                    <a:pt x="87" y="84"/>
                    <a:pt x="91" y="78"/>
                  </a:cubicBezTo>
                  <a:cubicBezTo>
                    <a:pt x="103" y="60"/>
                    <a:pt x="123" y="49"/>
                    <a:pt x="145" y="49"/>
                  </a:cubicBezTo>
                  <a:cubicBezTo>
                    <a:pt x="151" y="49"/>
                    <a:pt x="157" y="50"/>
                    <a:pt x="163" y="52"/>
                  </a:cubicBezTo>
                  <a:cubicBezTo>
                    <a:pt x="178" y="56"/>
                    <a:pt x="191" y="66"/>
                    <a:pt x="199" y="78"/>
                  </a:cubicBezTo>
                  <a:cubicBezTo>
                    <a:pt x="205" y="86"/>
                    <a:pt x="208" y="95"/>
                    <a:pt x="210" y="105"/>
                  </a:cubicBezTo>
                  <a:cubicBezTo>
                    <a:pt x="211" y="114"/>
                    <a:pt x="211" y="123"/>
                    <a:pt x="208" y="133"/>
                  </a:cubicBezTo>
                  <a:cubicBezTo>
                    <a:pt x="208" y="134"/>
                    <a:pt x="208" y="135"/>
                    <a:pt x="207" y="137"/>
                  </a:cubicBezTo>
                  <a:cubicBezTo>
                    <a:pt x="206" y="141"/>
                    <a:pt x="205" y="147"/>
                    <a:pt x="204" y="154"/>
                  </a:cubicBezTo>
                  <a:cubicBezTo>
                    <a:pt x="202" y="168"/>
                    <a:pt x="199" y="190"/>
                    <a:pt x="199" y="216"/>
                  </a:cubicBezTo>
                  <a:cubicBezTo>
                    <a:pt x="199" y="242"/>
                    <a:pt x="202" y="280"/>
                    <a:pt x="215" y="318"/>
                  </a:cubicBezTo>
                  <a:cubicBezTo>
                    <a:pt x="217" y="326"/>
                    <a:pt x="221" y="335"/>
                    <a:pt x="224" y="343"/>
                  </a:cubicBezTo>
                  <a:cubicBezTo>
                    <a:pt x="225" y="344"/>
                    <a:pt x="225" y="344"/>
                    <a:pt x="225" y="344"/>
                  </a:cubicBezTo>
                  <a:cubicBezTo>
                    <a:pt x="233" y="361"/>
                    <a:pt x="242" y="376"/>
                    <a:pt x="252" y="390"/>
                  </a:cubicBezTo>
                  <a:cubicBezTo>
                    <a:pt x="251" y="375"/>
                    <a:pt x="250" y="360"/>
                    <a:pt x="249" y="344"/>
                  </a:cubicBezTo>
                  <a:cubicBezTo>
                    <a:pt x="249" y="336"/>
                    <a:pt x="249" y="327"/>
                    <a:pt x="248" y="318"/>
                  </a:cubicBezTo>
                  <a:cubicBezTo>
                    <a:pt x="247" y="257"/>
                    <a:pt x="251" y="198"/>
                    <a:pt x="253" y="150"/>
                  </a:cubicBezTo>
                  <a:cubicBezTo>
                    <a:pt x="255" y="135"/>
                    <a:pt x="254" y="119"/>
                    <a:pt x="252" y="105"/>
                  </a:cubicBezTo>
                  <a:cubicBezTo>
                    <a:pt x="250" y="96"/>
                    <a:pt x="248" y="87"/>
                    <a:pt x="245" y="78"/>
                  </a:cubicBezTo>
                  <a:cubicBezTo>
                    <a:pt x="232" y="38"/>
                    <a:pt x="204" y="7"/>
                    <a:pt x="167" y="4"/>
                  </a:cubicBezTo>
                  <a:cubicBezTo>
                    <a:pt x="123" y="0"/>
                    <a:pt x="70" y="23"/>
                    <a:pt x="38" y="7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38">
              <a:extLst>
                <a:ext uri="{FF2B5EF4-FFF2-40B4-BE49-F238E27FC236}">
                  <a16:creationId xmlns:a16="http://schemas.microsoft.com/office/drawing/2014/main" xmlns="" id="{0EAA849A-98CB-446D-97D9-605B13A80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653" y="4298657"/>
              <a:ext cx="121559" cy="220326"/>
            </a:xfrm>
            <a:custGeom>
              <a:avLst/>
              <a:gdLst>
                <a:gd name="T0" fmla="*/ 175 w 283"/>
                <a:gd name="T1" fmla="*/ 355 h 513"/>
                <a:gd name="T2" fmla="*/ 132 w 283"/>
                <a:gd name="T3" fmla="*/ 289 h 513"/>
                <a:gd name="T4" fmla="*/ 131 w 283"/>
                <a:gd name="T5" fmla="*/ 285 h 513"/>
                <a:gd name="T6" fmla="*/ 121 w 283"/>
                <a:gd name="T7" fmla="*/ 259 h 513"/>
                <a:gd name="T8" fmla="*/ 106 w 283"/>
                <a:gd name="T9" fmla="*/ 157 h 513"/>
                <a:gd name="T10" fmla="*/ 111 w 283"/>
                <a:gd name="T11" fmla="*/ 93 h 513"/>
                <a:gd name="T12" fmla="*/ 114 w 283"/>
                <a:gd name="T13" fmla="*/ 75 h 513"/>
                <a:gd name="T14" fmla="*/ 115 w 283"/>
                <a:gd name="T15" fmla="*/ 71 h 513"/>
                <a:gd name="T16" fmla="*/ 115 w 283"/>
                <a:gd name="T17" fmla="*/ 70 h 513"/>
                <a:gd name="T18" fmla="*/ 115 w 283"/>
                <a:gd name="T19" fmla="*/ 70 h 513"/>
                <a:gd name="T20" fmla="*/ 116 w 283"/>
                <a:gd name="T21" fmla="*/ 45 h 513"/>
                <a:gd name="T22" fmla="*/ 102 w 283"/>
                <a:gd name="T23" fmla="*/ 19 h 513"/>
                <a:gd name="T24" fmla="*/ 79 w 283"/>
                <a:gd name="T25" fmla="*/ 5 h 513"/>
                <a:gd name="T26" fmla="*/ 27 w 283"/>
                <a:gd name="T27" fmla="*/ 19 h 513"/>
                <a:gd name="T28" fmla="*/ 14 w 283"/>
                <a:gd name="T29" fmla="*/ 42 h 513"/>
                <a:gd name="T30" fmla="*/ 13 w 283"/>
                <a:gd name="T31" fmla="*/ 45 h 513"/>
                <a:gd name="T32" fmla="*/ 0 w 283"/>
                <a:gd name="T33" fmla="*/ 157 h 513"/>
                <a:gd name="T34" fmla="*/ 12 w 283"/>
                <a:gd name="T35" fmla="*/ 259 h 513"/>
                <a:gd name="T36" fmla="*/ 19 w 283"/>
                <a:gd name="T37" fmla="*/ 285 h 513"/>
                <a:gd name="T38" fmla="*/ 37 w 283"/>
                <a:gd name="T39" fmla="*/ 333 h 513"/>
                <a:gd name="T40" fmla="*/ 186 w 283"/>
                <a:gd name="T41" fmla="*/ 499 h 513"/>
                <a:gd name="T42" fmla="*/ 196 w 283"/>
                <a:gd name="T43" fmla="*/ 505 h 513"/>
                <a:gd name="T44" fmla="*/ 201 w 283"/>
                <a:gd name="T45" fmla="*/ 507 h 513"/>
                <a:gd name="T46" fmla="*/ 214 w 283"/>
                <a:gd name="T47" fmla="*/ 511 h 513"/>
                <a:gd name="T48" fmla="*/ 222 w 283"/>
                <a:gd name="T49" fmla="*/ 512 h 513"/>
                <a:gd name="T50" fmla="*/ 257 w 283"/>
                <a:gd name="T51" fmla="*/ 499 h 513"/>
                <a:gd name="T52" fmla="*/ 268 w 283"/>
                <a:gd name="T53" fmla="*/ 486 h 513"/>
                <a:gd name="T54" fmla="*/ 248 w 283"/>
                <a:gd name="T55" fmla="*/ 414 h 513"/>
                <a:gd name="T56" fmla="*/ 191 w 283"/>
                <a:gd name="T57" fmla="*/ 371 h 513"/>
                <a:gd name="T58" fmla="*/ 175 w 283"/>
                <a:gd name="T59" fmla="*/ 355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3" h="513">
                  <a:moveTo>
                    <a:pt x="175" y="355"/>
                  </a:moveTo>
                  <a:cubicBezTo>
                    <a:pt x="157" y="334"/>
                    <a:pt x="143" y="312"/>
                    <a:pt x="132" y="289"/>
                  </a:cubicBezTo>
                  <a:cubicBezTo>
                    <a:pt x="132" y="288"/>
                    <a:pt x="131" y="287"/>
                    <a:pt x="131" y="285"/>
                  </a:cubicBezTo>
                  <a:cubicBezTo>
                    <a:pt x="127" y="277"/>
                    <a:pt x="124" y="268"/>
                    <a:pt x="121" y="259"/>
                  </a:cubicBezTo>
                  <a:cubicBezTo>
                    <a:pt x="109" y="223"/>
                    <a:pt x="106" y="188"/>
                    <a:pt x="106" y="157"/>
                  </a:cubicBezTo>
                  <a:cubicBezTo>
                    <a:pt x="106" y="131"/>
                    <a:pt x="108" y="108"/>
                    <a:pt x="111" y="93"/>
                  </a:cubicBezTo>
                  <a:cubicBezTo>
                    <a:pt x="112" y="85"/>
                    <a:pt x="113" y="79"/>
                    <a:pt x="114" y="75"/>
                  </a:cubicBezTo>
                  <a:cubicBezTo>
                    <a:pt x="115" y="73"/>
                    <a:pt x="115" y="72"/>
                    <a:pt x="115" y="71"/>
                  </a:cubicBezTo>
                  <a:lnTo>
                    <a:pt x="115" y="70"/>
                  </a:lnTo>
                  <a:lnTo>
                    <a:pt x="115" y="70"/>
                  </a:lnTo>
                  <a:cubicBezTo>
                    <a:pt x="118" y="62"/>
                    <a:pt x="118" y="53"/>
                    <a:pt x="116" y="45"/>
                  </a:cubicBezTo>
                  <a:cubicBezTo>
                    <a:pt x="114" y="35"/>
                    <a:pt x="109" y="26"/>
                    <a:pt x="102" y="19"/>
                  </a:cubicBezTo>
                  <a:cubicBezTo>
                    <a:pt x="96" y="13"/>
                    <a:pt x="88" y="8"/>
                    <a:pt x="79" y="5"/>
                  </a:cubicBezTo>
                  <a:cubicBezTo>
                    <a:pt x="60" y="0"/>
                    <a:pt x="40" y="6"/>
                    <a:pt x="27" y="19"/>
                  </a:cubicBezTo>
                  <a:cubicBezTo>
                    <a:pt x="21" y="25"/>
                    <a:pt x="17" y="33"/>
                    <a:pt x="14" y="42"/>
                  </a:cubicBezTo>
                  <a:cubicBezTo>
                    <a:pt x="14" y="42"/>
                    <a:pt x="14" y="43"/>
                    <a:pt x="13" y="45"/>
                  </a:cubicBezTo>
                  <a:cubicBezTo>
                    <a:pt x="10" y="58"/>
                    <a:pt x="0" y="100"/>
                    <a:pt x="0" y="157"/>
                  </a:cubicBezTo>
                  <a:cubicBezTo>
                    <a:pt x="0" y="187"/>
                    <a:pt x="3" y="222"/>
                    <a:pt x="12" y="259"/>
                  </a:cubicBezTo>
                  <a:cubicBezTo>
                    <a:pt x="14" y="268"/>
                    <a:pt x="16" y="276"/>
                    <a:pt x="19" y="285"/>
                  </a:cubicBezTo>
                  <a:cubicBezTo>
                    <a:pt x="24" y="301"/>
                    <a:pt x="29" y="317"/>
                    <a:pt x="37" y="333"/>
                  </a:cubicBezTo>
                  <a:cubicBezTo>
                    <a:pt x="64" y="393"/>
                    <a:pt x="112" y="453"/>
                    <a:pt x="186" y="499"/>
                  </a:cubicBezTo>
                  <a:cubicBezTo>
                    <a:pt x="189" y="501"/>
                    <a:pt x="192" y="503"/>
                    <a:pt x="196" y="505"/>
                  </a:cubicBezTo>
                  <a:cubicBezTo>
                    <a:pt x="197" y="506"/>
                    <a:pt x="199" y="506"/>
                    <a:pt x="201" y="507"/>
                  </a:cubicBezTo>
                  <a:cubicBezTo>
                    <a:pt x="205" y="509"/>
                    <a:pt x="210" y="510"/>
                    <a:pt x="214" y="511"/>
                  </a:cubicBezTo>
                  <a:cubicBezTo>
                    <a:pt x="217" y="512"/>
                    <a:pt x="220" y="512"/>
                    <a:pt x="222" y="512"/>
                  </a:cubicBezTo>
                  <a:cubicBezTo>
                    <a:pt x="235" y="512"/>
                    <a:pt x="247" y="507"/>
                    <a:pt x="257" y="499"/>
                  </a:cubicBezTo>
                  <a:cubicBezTo>
                    <a:pt x="261" y="495"/>
                    <a:pt x="265" y="491"/>
                    <a:pt x="268" y="486"/>
                  </a:cubicBezTo>
                  <a:cubicBezTo>
                    <a:pt x="282" y="460"/>
                    <a:pt x="274" y="428"/>
                    <a:pt x="248" y="414"/>
                  </a:cubicBezTo>
                  <a:cubicBezTo>
                    <a:pt x="226" y="400"/>
                    <a:pt x="207" y="386"/>
                    <a:pt x="191" y="371"/>
                  </a:cubicBezTo>
                  <a:cubicBezTo>
                    <a:pt x="185" y="366"/>
                    <a:pt x="180" y="361"/>
                    <a:pt x="175" y="35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39">
              <a:extLst>
                <a:ext uri="{FF2B5EF4-FFF2-40B4-BE49-F238E27FC236}">
                  <a16:creationId xmlns:a16="http://schemas.microsoft.com/office/drawing/2014/main" xmlns="" id="{2A3E2EB5-B68E-440C-A72F-42EA4389F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716" y="4513285"/>
              <a:ext cx="191835" cy="11396"/>
            </a:xfrm>
            <a:custGeom>
              <a:avLst/>
              <a:gdLst>
                <a:gd name="T0" fmla="*/ 6 w 446"/>
                <a:gd name="T1" fmla="*/ 26 h 27"/>
                <a:gd name="T2" fmla="*/ 0 w 446"/>
                <a:gd name="T3" fmla="*/ 26 h 27"/>
                <a:gd name="T4" fmla="*/ 0 w 446"/>
                <a:gd name="T5" fmla="*/ 26 h 27"/>
                <a:gd name="T6" fmla="*/ 445 w 446"/>
                <a:gd name="T7" fmla="*/ 26 h 27"/>
                <a:gd name="T8" fmla="*/ 445 w 446"/>
                <a:gd name="T9" fmla="*/ 0 h 27"/>
                <a:gd name="T10" fmla="*/ 58 w 446"/>
                <a:gd name="T11" fmla="*/ 0 h 27"/>
                <a:gd name="T12" fmla="*/ 6 w 446"/>
                <a:gd name="T13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6" h="27">
                  <a:moveTo>
                    <a:pt x="6" y="26"/>
                  </a:moveTo>
                  <a:cubicBezTo>
                    <a:pt x="4" y="26"/>
                    <a:pt x="2" y="26"/>
                    <a:pt x="0" y="26"/>
                  </a:cubicBezTo>
                  <a:lnTo>
                    <a:pt x="0" y="26"/>
                  </a:lnTo>
                  <a:lnTo>
                    <a:pt x="445" y="26"/>
                  </a:lnTo>
                  <a:lnTo>
                    <a:pt x="445" y="0"/>
                  </a:lnTo>
                  <a:lnTo>
                    <a:pt x="58" y="0"/>
                  </a:lnTo>
                  <a:cubicBezTo>
                    <a:pt x="46" y="16"/>
                    <a:pt x="27" y="26"/>
                    <a:pt x="6" y="2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40">
              <a:extLst>
                <a:ext uri="{FF2B5EF4-FFF2-40B4-BE49-F238E27FC236}">
                  <a16:creationId xmlns:a16="http://schemas.microsoft.com/office/drawing/2014/main" xmlns="" id="{A842CBF4-9B43-4657-9BE2-1ABF0B156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816" y="4617750"/>
              <a:ext cx="193735" cy="11396"/>
            </a:xfrm>
            <a:custGeom>
              <a:avLst/>
              <a:gdLst>
                <a:gd name="T0" fmla="*/ 0 w 450"/>
                <a:gd name="T1" fmla="*/ 26 h 27"/>
                <a:gd name="T2" fmla="*/ 449 w 450"/>
                <a:gd name="T3" fmla="*/ 26 h 27"/>
                <a:gd name="T4" fmla="*/ 449 w 450"/>
                <a:gd name="T5" fmla="*/ 0 h 27"/>
                <a:gd name="T6" fmla="*/ 3 w 450"/>
                <a:gd name="T7" fmla="*/ 0 h 27"/>
                <a:gd name="T8" fmla="*/ 0 w 450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0" h="27">
                  <a:moveTo>
                    <a:pt x="0" y="26"/>
                  </a:moveTo>
                  <a:lnTo>
                    <a:pt x="449" y="26"/>
                  </a:lnTo>
                  <a:lnTo>
                    <a:pt x="449" y="0"/>
                  </a:lnTo>
                  <a:lnTo>
                    <a:pt x="3" y="0"/>
                  </a:lnTo>
                  <a:cubicBezTo>
                    <a:pt x="2" y="8"/>
                    <a:pt x="1" y="17"/>
                    <a:pt x="0" y="2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41">
              <a:extLst>
                <a:ext uri="{FF2B5EF4-FFF2-40B4-BE49-F238E27FC236}">
                  <a16:creationId xmlns:a16="http://schemas.microsoft.com/office/drawing/2014/main" xmlns="" id="{F9D77AD2-D524-4E31-BF5A-58592105B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622" y="4308153"/>
              <a:ext cx="208930" cy="11396"/>
            </a:xfrm>
            <a:custGeom>
              <a:avLst/>
              <a:gdLst>
                <a:gd name="T0" fmla="*/ 6 w 483"/>
                <a:gd name="T1" fmla="*/ 26 h 27"/>
                <a:gd name="T2" fmla="*/ 482 w 483"/>
                <a:gd name="T3" fmla="*/ 26 h 27"/>
                <a:gd name="T4" fmla="*/ 482 w 483"/>
                <a:gd name="T5" fmla="*/ 0 h 27"/>
                <a:gd name="T6" fmla="*/ 0 w 483"/>
                <a:gd name="T7" fmla="*/ 0 h 27"/>
                <a:gd name="T8" fmla="*/ 6 w 483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3" h="27">
                  <a:moveTo>
                    <a:pt x="6" y="26"/>
                  </a:moveTo>
                  <a:lnTo>
                    <a:pt x="482" y="26"/>
                  </a:lnTo>
                  <a:lnTo>
                    <a:pt x="482" y="0"/>
                  </a:lnTo>
                  <a:lnTo>
                    <a:pt x="0" y="0"/>
                  </a:lnTo>
                  <a:cubicBezTo>
                    <a:pt x="2" y="9"/>
                    <a:pt x="4" y="17"/>
                    <a:pt x="6" y="2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Freeform 42">
              <a:extLst>
                <a:ext uri="{FF2B5EF4-FFF2-40B4-BE49-F238E27FC236}">
                  <a16:creationId xmlns:a16="http://schemas.microsoft.com/office/drawing/2014/main" xmlns="" id="{9E333BA8-4575-45EA-A535-9A4A2FCA8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7327" y="4513285"/>
              <a:ext cx="197534" cy="11396"/>
            </a:xfrm>
            <a:custGeom>
              <a:avLst/>
              <a:gdLst>
                <a:gd name="T0" fmla="*/ 0 w 458"/>
                <a:gd name="T1" fmla="*/ 26 h 27"/>
                <a:gd name="T2" fmla="*/ 457 w 458"/>
                <a:gd name="T3" fmla="*/ 26 h 27"/>
                <a:gd name="T4" fmla="*/ 435 w 458"/>
                <a:gd name="T5" fmla="*/ 0 h 27"/>
                <a:gd name="T6" fmla="*/ 0 w 458"/>
                <a:gd name="T7" fmla="*/ 0 h 27"/>
                <a:gd name="T8" fmla="*/ 0 w 458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8" h="27">
                  <a:moveTo>
                    <a:pt x="0" y="26"/>
                  </a:moveTo>
                  <a:lnTo>
                    <a:pt x="457" y="26"/>
                  </a:lnTo>
                  <a:cubicBezTo>
                    <a:pt x="449" y="19"/>
                    <a:pt x="441" y="10"/>
                    <a:pt x="435" y="0"/>
                  </a:cubicBezTo>
                  <a:lnTo>
                    <a:pt x="0" y="0"/>
                  </a:lnTo>
                  <a:lnTo>
                    <a:pt x="0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Freeform 43">
              <a:extLst>
                <a:ext uri="{FF2B5EF4-FFF2-40B4-BE49-F238E27FC236}">
                  <a16:creationId xmlns:a16="http://schemas.microsoft.com/office/drawing/2014/main" xmlns="" id="{20B73F1E-66A8-48D9-BDD9-7B7032270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7327" y="4617750"/>
              <a:ext cx="212729" cy="11396"/>
            </a:xfrm>
            <a:custGeom>
              <a:avLst/>
              <a:gdLst>
                <a:gd name="T0" fmla="*/ 0 w 493"/>
                <a:gd name="T1" fmla="*/ 26 h 27"/>
                <a:gd name="T2" fmla="*/ 488 w 493"/>
                <a:gd name="T3" fmla="*/ 26 h 27"/>
                <a:gd name="T4" fmla="*/ 492 w 493"/>
                <a:gd name="T5" fmla="*/ 0 h 27"/>
                <a:gd name="T6" fmla="*/ 0 w 493"/>
                <a:gd name="T7" fmla="*/ 0 h 27"/>
                <a:gd name="T8" fmla="*/ 0 w 493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" h="27">
                  <a:moveTo>
                    <a:pt x="0" y="26"/>
                  </a:moveTo>
                  <a:lnTo>
                    <a:pt x="488" y="26"/>
                  </a:lnTo>
                  <a:cubicBezTo>
                    <a:pt x="489" y="17"/>
                    <a:pt x="491" y="8"/>
                    <a:pt x="492" y="0"/>
                  </a:cubicBezTo>
                  <a:lnTo>
                    <a:pt x="0" y="0"/>
                  </a:lnTo>
                  <a:lnTo>
                    <a:pt x="0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44">
              <a:extLst>
                <a:ext uri="{FF2B5EF4-FFF2-40B4-BE49-F238E27FC236}">
                  <a16:creationId xmlns:a16="http://schemas.microsoft.com/office/drawing/2014/main" xmlns="" id="{0D06ED8B-24EC-41DF-96FF-88B6B2B12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410719"/>
              <a:ext cx="91170" cy="11396"/>
            </a:xfrm>
            <a:custGeom>
              <a:avLst/>
              <a:gdLst>
                <a:gd name="T0" fmla="*/ 211 w 212"/>
                <a:gd name="T1" fmla="*/ 26 h 27"/>
                <a:gd name="T2" fmla="*/ 201 w 212"/>
                <a:gd name="T3" fmla="*/ 3 h 27"/>
                <a:gd name="T4" fmla="*/ 201 w 212"/>
                <a:gd name="T5" fmla="*/ 0 h 27"/>
                <a:gd name="T6" fmla="*/ 0 w 212"/>
                <a:gd name="T7" fmla="*/ 0 h 27"/>
                <a:gd name="T8" fmla="*/ 0 w 212"/>
                <a:gd name="T9" fmla="*/ 26 h 27"/>
                <a:gd name="T10" fmla="*/ 211 w 212"/>
                <a:gd name="T11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2" h="27">
                  <a:moveTo>
                    <a:pt x="211" y="26"/>
                  </a:moveTo>
                  <a:cubicBezTo>
                    <a:pt x="207" y="20"/>
                    <a:pt x="203" y="12"/>
                    <a:pt x="201" y="3"/>
                  </a:cubicBezTo>
                  <a:cubicBezTo>
                    <a:pt x="201" y="2"/>
                    <a:pt x="201" y="1"/>
                    <a:pt x="201" y="0"/>
                  </a:cubicBezTo>
                  <a:lnTo>
                    <a:pt x="0" y="0"/>
                  </a:lnTo>
                  <a:lnTo>
                    <a:pt x="0" y="26"/>
                  </a:lnTo>
                  <a:lnTo>
                    <a:pt x="211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45">
              <a:extLst>
                <a:ext uri="{FF2B5EF4-FFF2-40B4-BE49-F238E27FC236}">
                  <a16:creationId xmlns:a16="http://schemas.microsoft.com/office/drawing/2014/main" xmlns="" id="{1C53D1AD-8670-4BCB-8E2A-A40B05F49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308153"/>
              <a:ext cx="125358" cy="11396"/>
            </a:xfrm>
            <a:custGeom>
              <a:avLst/>
              <a:gdLst>
                <a:gd name="T0" fmla="*/ 277 w 293"/>
                <a:gd name="T1" fmla="*/ 26 h 27"/>
                <a:gd name="T2" fmla="*/ 292 w 293"/>
                <a:gd name="T3" fmla="*/ 0 h 27"/>
                <a:gd name="T4" fmla="*/ 0 w 293"/>
                <a:gd name="T5" fmla="*/ 0 h 27"/>
                <a:gd name="T6" fmla="*/ 0 w 293"/>
                <a:gd name="T7" fmla="*/ 26 h 27"/>
                <a:gd name="T8" fmla="*/ 277 w 293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7">
                  <a:moveTo>
                    <a:pt x="277" y="26"/>
                  </a:moveTo>
                  <a:cubicBezTo>
                    <a:pt x="282" y="17"/>
                    <a:pt x="287" y="8"/>
                    <a:pt x="292" y="0"/>
                  </a:cubicBezTo>
                  <a:lnTo>
                    <a:pt x="0" y="0"/>
                  </a:lnTo>
                  <a:lnTo>
                    <a:pt x="0" y="26"/>
                  </a:lnTo>
                  <a:lnTo>
                    <a:pt x="277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46">
              <a:extLst>
                <a:ext uri="{FF2B5EF4-FFF2-40B4-BE49-F238E27FC236}">
                  <a16:creationId xmlns:a16="http://schemas.microsoft.com/office/drawing/2014/main" xmlns="" id="{25D68CE5-5D3C-4EB1-B10A-C9686966B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513285"/>
              <a:ext cx="151949" cy="11396"/>
            </a:xfrm>
            <a:custGeom>
              <a:avLst/>
              <a:gdLst>
                <a:gd name="T0" fmla="*/ 175 w 352"/>
                <a:gd name="T1" fmla="*/ 26 h 27"/>
                <a:gd name="T2" fmla="*/ 0 w 352"/>
                <a:gd name="T3" fmla="*/ 26 h 27"/>
                <a:gd name="T4" fmla="*/ 0 w 352"/>
                <a:gd name="T5" fmla="*/ 0 h 27"/>
                <a:gd name="T6" fmla="*/ 351 w 352"/>
                <a:gd name="T7" fmla="*/ 0 h 27"/>
                <a:gd name="T8" fmla="*/ 351 w 352"/>
                <a:gd name="T9" fmla="*/ 26 h 27"/>
                <a:gd name="T10" fmla="*/ 175 w 352"/>
                <a:gd name="T11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27">
                  <a:moveTo>
                    <a:pt x="175" y="26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351" y="0"/>
                  </a:lnTo>
                  <a:lnTo>
                    <a:pt x="351" y="26"/>
                  </a:lnTo>
                  <a:lnTo>
                    <a:pt x="175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47">
              <a:extLst>
                <a:ext uri="{FF2B5EF4-FFF2-40B4-BE49-F238E27FC236}">
                  <a16:creationId xmlns:a16="http://schemas.microsoft.com/office/drawing/2014/main" xmlns="" id="{071391FF-A627-4F9A-BFC6-DC9255CC0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617750"/>
              <a:ext cx="151949" cy="11396"/>
            </a:xfrm>
            <a:custGeom>
              <a:avLst/>
              <a:gdLst>
                <a:gd name="T0" fmla="*/ 175 w 352"/>
                <a:gd name="T1" fmla="*/ 26 h 27"/>
                <a:gd name="T2" fmla="*/ 0 w 352"/>
                <a:gd name="T3" fmla="*/ 26 h 27"/>
                <a:gd name="T4" fmla="*/ 0 w 352"/>
                <a:gd name="T5" fmla="*/ 0 h 27"/>
                <a:gd name="T6" fmla="*/ 351 w 352"/>
                <a:gd name="T7" fmla="*/ 0 h 27"/>
                <a:gd name="T8" fmla="*/ 351 w 352"/>
                <a:gd name="T9" fmla="*/ 26 h 27"/>
                <a:gd name="T10" fmla="*/ 175 w 352"/>
                <a:gd name="T11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27">
                  <a:moveTo>
                    <a:pt x="175" y="26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351" y="0"/>
                  </a:lnTo>
                  <a:lnTo>
                    <a:pt x="351" y="26"/>
                  </a:lnTo>
                  <a:lnTo>
                    <a:pt x="175" y="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48">
              <a:extLst>
                <a:ext uri="{FF2B5EF4-FFF2-40B4-BE49-F238E27FC236}">
                  <a16:creationId xmlns:a16="http://schemas.microsoft.com/office/drawing/2014/main" xmlns="" id="{0F9CBBB3-47FC-4907-A26F-930FB2786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203689"/>
              <a:ext cx="165245" cy="11396"/>
            </a:xfrm>
            <a:custGeom>
              <a:avLst/>
              <a:gdLst>
                <a:gd name="T0" fmla="*/ 383 w 384"/>
                <a:gd name="T1" fmla="*/ 27 h 28"/>
                <a:gd name="T2" fmla="*/ 381 w 384"/>
                <a:gd name="T3" fmla="*/ 0 h 28"/>
                <a:gd name="T4" fmla="*/ 0 w 384"/>
                <a:gd name="T5" fmla="*/ 0 h 28"/>
                <a:gd name="T6" fmla="*/ 0 w 384"/>
                <a:gd name="T7" fmla="*/ 27 h 28"/>
                <a:gd name="T8" fmla="*/ 383 w 384"/>
                <a:gd name="T9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28">
                  <a:moveTo>
                    <a:pt x="383" y="27"/>
                  </a:moveTo>
                  <a:cubicBezTo>
                    <a:pt x="382" y="18"/>
                    <a:pt x="381" y="9"/>
                    <a:pt x="381" y="0"/>
                  </a:cubicBezTo>
                  <a:lnTo>
                    <a:pt x="0" y="0"/>
                  </a:lnTo>
                  <a:lnTo>
                    <a:pt x="0" y="27"/>
                  </a:lnTo>
                  <a:lnTo>
                    <a:pt x="383" y="27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49">
              <a:extLst>
                <a:ext uri="{FF2B5EF4-FFF2-40B4-BE49-F238E27FC236}">
                  <a16:creationId xmlns:a16="http://schemas.microsoft.com/office/drawing/2014/main" xmlns="" id="{E155B696-4220-4E81-8384-BF1890C10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447" y="4101123"/>
              <a:ext cx="885105" cy="11396"/>
            </a:xfrm>
            <a:custGeom>
              <a:avLst/>
              <a:gdLst>
                <a:gd name="T0" fmla="*/ 1026 w 2053"/>
                <a:gd name="T1" fmla="*/ 27 h 28"/>
                <a:gd name="T2" fmla="*/ 0 w 2053"/>
                <a:gd name="T3" fmla="*/ 27 h 28"/>
                <a:gd name="T4" fmla="*/ 0 w 2053"/>
                <a:gd name="T5" fmla="*/ 0 h 28"/>
                <a:gd name="T6" fmla="*/ 2052 w 2053"/>
                <a:gd name="T7" fmla="*/ 0 h 28"/>
                <a:gd name="T8" fmla="*/ 2052 w 2053"/>
                <a:gd name="T9" fmla="*/ 27 h 28"/>
                <a:gd name="T10" fmla="*/ 1026 w 2053"/>
                <a:gd name="T11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3" h="28">
                  <a:moveTo>
                    <a:pt x="102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052" y="0"/>
                  </a:lnTo>
                  <a:lnTo>
                    <a:pt x="2052" y="27"/>
                  </a:lnTo>
                  <a:lnTo>
                    <a:pt x="1026" y="27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50">
              <a:extLst>
                <a:ext uri="{FF2B5EF4-FFF2-40B4-BE49-F238E27FC236}">
                  <a16:creationId xmlns:a16="http://schemas.microsoft.com/office/drawing/2014/main" xmlns="" id="{65B24EAC-D407-4C76-B20A-938E5D7E6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019" y="4308153"/>
              <a:ext cx="153848" cy="11396"/>
            </a:xfrm>
            <a:custGeom>
              <a:avLst/>
              <a:gdLst>
                <a:gd name="T0" fmla="*/ 354 w 355"/>
                <a:gd name="T1" fmla="*/ 0 h 27"/>
                <a:gd name="T2" fmla="*/ 0 w 355"/>
                <a:gd name="T3" fmla="*/ 0 h 27"/>
                <a:gd name="T4" fmla="*/ 15 w 355"/>
                <a:gd name="T5" fmla="*/ 26 h 27"/>
                <a:gd name="T6" fmla="*/ 342 w 355"/>
                <a:gd name="T7" fmla="*/ 26 h 27"/>
                <a:gd name="T8" fmla="*/ 354 w 35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5" h="27">
                  <a:moveTo>
                    <a:pt x="354" y="0"/>
                  </a:moveTo>
                  <a:lnTo>
                    <a:pt x="0" y="0"/>
                  </a:lnTo>
                  <a:cubicBezTo>
                    <a:pt x="5" y="8"/>
                    <a:pt x="10" y="17"/>
                    <a:pt x="15" y="26"/>
                  </a:cubicBezTo>
                  <a:lnTo>
                    <a:pt x="342" y="26"/>
                  </a:lnTo>
                  <a:cubicBezTo>
                    <a:pt x="346" y="17"/>
                    <a:pt x="349" y="8"/>
                    <a:pt x="354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51">
              <a:extLst>
                <a:ext uri="{FF2B5EF4-FFF2-40B4-BE49-F238E27FC236}">
                  <a16:creationId xmlns:a16="http://schemas.microsoft.com/office/drawing/2014/main" xmlns="" id="{3B65438C-9D3A-4111-A398-BF6B8900A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208" y="4410719"/>
              <a:ext cx="104465" cy="11396"/>
            </a:xfrm>
            <a:custGeom>
              <a:avLst/>
              <a:gdLst>
                <a:gd name="T0" fmla="*/ 10 w 241"/>
                <a:gd name="T1" fmla="*/ 3 h 27"/>
                <a:gd name="T2" fmla="*/ 0 w 241"/>
                <a:gd name="T3" fmla="*/ 26 h 27"/>
                <a:gd name="T4" fmla="*/ 240 w 241"/>
                <a:gd name="T5" fmla="*/ 26 h 27"/>
                <a:gd name="T6" fmla="*/ 238 w 241"/>
                <a:gd name="T7" fmla="*/ 0 h 27"/>
                <a:gd name="T8" fmla="*/ 11 w 241"/>
                <a:gd name="T9" fmla="*/ 0 h 27"/>
                <a:gd name="T10" fmla="*/ 10 w 241"/>
                <a:gd name="T11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1" h="27">
                  <a:moveTo>
                    <a:pt x="10" y="3"/>
                  </a:moveTo>
                  <a:cubicBezTo>
                    <a:pt x="8" y="12"/>
                    <a:pt x="5" y="20"/>
                    <a:pt x="0" y="26"/>
                  </a:cubicBezTo>
                  <a:lnTo>
                    <a:pt x="240" y="26"/>
                  </a:lnTo>
                  <a:cubicBezTo>
                    <a:pt x="239" y="17"/>
                    <a:pt x="239" y="9"/>
                    <a:pt x="238" y="0"/>
                  </a:cubicBezTo>
                  <a:lnTo>
                    <a:pt x="11" y="0"/>
                  </a:lnTo>
                  <a:cubicBezTo>
                    <a:pt x="11" y="1"/>
                    <a:pt x="11" y="2"/>
                    <a:pt x="10" y="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52">
              <a:extLst>
                <a:ext uri="{FF2B5EF4-FFF2-40B4-BE49-F238E27FC236}">
                  <a16:creationId xmlns:a16="http://schemas.microsoft.com/office/drawing/2014/main" xmlns="" id="{1B9F0E2C-5142-4675-8A97-5B1DC7BDC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132" y="4203689"/>
              <a:ext cx="208930" cy="11396"/>
            </a:xfrm>
            <a:custGeom>
              <a:avLst/>
              <a:gdLst>
                <a:gd name="T0" fmla="*/ 3 w 487"/>
                <a:gd name="T1" fmla="*/ 0 h 28"/>
                <a:gd name="T2" fmla="*/ 0 w 487"/>
                <a:gd name="T3" fmla="*/ 27 h 28"/>
                <a:gd name="T4" fmla="*/ 486 w 487"/>
                <a:gd name="T5" fmla="*/ 27 h 28"/>
                <a:gd name="T6" fmla="*/ 483 w 487"/>
                <a:gd name="T7" fmla="*/ 0 h 28"/>
                <a:gd name="T8" fmla="*/ 3 w 48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7" h="28">
                  <a:moveTo>
                    <a:pt x="3" y="0"/>
                  </a:moveTo>
                  <a:cubicBezTo>
                    <a:pt x="3" y="9"/>
                    <a:pt x="2" y="18"/>
                    <a:pt x="0" y="27"/>
                  </a:cubicBezTo>
                  <a:lnTo>
                    <a:pt x="486" y="27"/>
                  </a:lnTo>
                  <a:cubicBezTo>
                    <a:pt x="484" y="18"/>
                    <a:pt x="483" y="9"/>
                    <a:pt x="483" y="0"/>
                  </a:cubicBezTo>
                  <a:lnTo>
                    <a:pt x="3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xmlns="" id="{E42F7B6D-CB17-4B2A-99D6-5B8501DBB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804" y="4203689"/>
              <a:ext cx="155748" cy="11396"/>
            </a:xfrm>
            <a:custGeom>
              <a:avLst/>
              <a:gdLst>
                <a:gd name="T0" fmla="*/ 1 w 360"/>
                <a:gd name="T1" fmla="*/ 12 h 28"/>
                <a:gd name="T2" fmla="*/ 0 w 360"/>
                <a:gd name="T3" fmla="*/ 27 h 28"/>
                <a:gd name="T4" fmla="*/ 359 w 360"/>
                <a:gd name="T5" fmla="*/ 27 h 28"/>
                <a:gd name="T6" fmla="*/ 359 w 360"/>
                <a:gd name="T7" fmla="*/ 0 h 28"/>
                <a:gd name="T8" fmla="*/ 2 w 360"/>
                <a:gd name="T9" fmla="*/ 0 h 28"/>
                <a:gd name="T10" fmla="*/ 1 w 360"/>
                <a:gd name="T11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0" h="28">
                  <a:moveTo>
                    <a:pt x="1" y="12"/>
                  </a:moveTo>
                  <a:cubicBezTo>
                    <a:pt x="1" y="17"/>
                    <a:pt x="0" y="22"/>
                    <a:pt x="0" y="27"/>
                  </a:cubicBezTo>
                  <a:lnTo>
                    <a:pt x="359" y="27"/>
                  </a:lnTo>
                  <a:lnTo>
                    <a:pt x="359" y="0"/>
                  </a:lnTo>
                  <a:lnTo>
                    <a:pt x="2" y="0"/>
                  </a:lnTo>
                  <a:cubicBezTo>
                    <a:pt x="2" y="4"/>
                    <a:pt x="2" y="8"/>
                    <a:pt x="1" y="1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Freeform 54">
              <a:extLst>
                <a:ext uri="{FF2B5EF4-FFF2-40B4-BE49-F238E27FC236}">
                  <a16:creationId xmlns:a16="http://schemas.microsoft.com/office/drawing/2014/main" xmlns="" id="{6746792C-7BB7-4ED8-B826-9354E577E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521" y="4410719"/>
              <a:ext cx="207030" cy="11396"/>
            </a:xfrm>
            <a:custGeom>
              <a:avLst/>
              <a:gdLst>
                <a:gd name="T0" fmla="*/ 1 w 481"/>
                <a:gd name="T1" fmla="*/ 26 h 27"/>
                <a:gd name="T2" fmla="*/ 480 w 481"/>
                <a:gd name="T3" fmla="*/ 26 h 27"/>
                <a:gd name="T4" fmla="*/ 480 w 481"/>
                <a:gd name="T5" fmla="*/ 0 h 27"/>
                <a:gd name="T6" fmla="*/ 0 w 481"/>
                <a:gd name="T7" fmla="*/ 0 h 27"/>
                <a:gd name="T8" fmla="*/ 1 w 481"/>
                <a:gd name="T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27">
                  <a:moveTo>
                    <a:pt x="1" y="26"/>
                  </a:moveTo>
                  <a:lnTo>
                    <a:pt x="480" y="26"/>
                  </a:lnTo>
                  <a:lnTo>
                    <a:pt x="480" y="0"/>
                  </a:lnTo>
                  <a:lnTo>
                    <a:pt x="0" y="0"/>
                  </a:lnTo>
                  <a:cubicBezTo>
                    <a:pt x="0" y="9"/>
                    <a:pt x="1" y="17"/>
                    <a:pt x="1" y="2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C53FD020-4EE0-4542-85B7-1AF7DA75DE0A}"/>
              </a:ext>
            </a:extLst>
          </p:cNvPr>
          <p:cNvSpPr/>
          <p:nvPr/>
        </p:nvSpPr>
        <p:spPr>
          <a:xfrm>
            <a:off x="2080215" y="1242721"/>
            <a:ext cx="8033666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rPr>
              <a:t>Bring to the table win-win survival strategies to ensure proactive domination. At the end of the day, going forward, a new normal that has evolved from generation X is on the runway heading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8AC4E03-A675-4641-B4BD-39E54AAE696F}"/>
              </a:ext>
            </a:extLst>
          </p:cNvPr>
          <p:cNvSpPr txBox="1"/>
          <p:nvPr/>
        </p:nvSpPr>
        <p:spPr>
          <a:xfrm>
            <a:off x="2080215" y="763187"/>
            <a:ext cx="8033666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Roboto Slab" pitchFamily="2" charset="0"/>
                <a:cs typeface="Lato" panose="020F0502020204030203" pitchFamily="34" charset="0"/>
              </a:rPr>
              <a:t>Where Law and Business Meet</a:t>
            </a:r>
          </a:p>
        </p:txBody>
      </p:sp>
    </p:spTree>
    <p:extLst>
      <p:ext uri="{BB962C8B-B14F-4D97-AF65-F5344CB8AC3E}">
        <p14:creationId xmlns:p14="http://schemas.microsoft.com/office/powerpoint/2010/main" val="3423790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38366E6-79DE-4AD5-A3E7-18F230167C11}"/>
              </a:ext>
            </a:extLst>
          </p:cNvPr>
          <p:cNvSpPr/>
          <p:nvPr/>
        </p:nvSpPr>
        <p:spPr>
          <a:xfrm>
            <a:off x="923654" y="915375"/>
            <a:ext cx="10325563" cy="5028267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83E6E9D-2FAF-4E77-B9EC-DA7F9E7B2127}"/>
              </a:ext>
            </a:extLst>
          </p:cNvPr>
          <p:cNvGrpSpPr/>
          <p:nvPr/>
        </p:nvGrpSpPr>
        <p:grpSpPr>
          <a:xfrm>
            <a:off x="2119860" y="1790160"/>
            <a:ext cx="5682443" cy="3277681"/>
            <a:chOff x="2378183" y="1765797"/>
            <a:chExt cx="5107898" cy="3277681"/>
          </a:xfrm>
        </p:grpSpPr>
        <p:sp>
          <p:nvSpPr>
            <p:cNvPr id="14" name="TextBox 28">
              <a:extLst>
                <a:ext uri="{FF2B5EF4-FFF2-40B4-BE49-F238E27FC236}">
                  <a16:creationId xmlns:a16="http://schemas.microsoft.com/office/drawing/2014/main" xmlns="" id="{5E1CF893-37E4-4E8F-9754-58CD46E89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183" y="3156457"/>
              <a:ext cx="4074040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panose="020F0502020204030203"/>
                </a:rPr>
                <a:t>27% More Sales!</a:t>
              </a:r>
            </a:p>
          </p:txBody>
        </p:sp>
        <p:sp>
          <p:nvSpPr>
            <p:cNvPr id="15" name="TextBox 28">
              <a:extLst>
                <a:ext uri="{FF2B5EF4-FFF2-40B4-BE49-F238E27FC236}">
                  <a16:creationId xmlns:a16="http://schemas.microsoft.com/office/drawing/2014/main" xmlns="" id="{AA307C82-581D-41A2-BCA2-B9778858E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183" y="3884075"/>
              <a:ext cx="407404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panose="020F0502020204030203"/>
                </a:rPr>
                <a:t>Noble Ideas, Ethics, And Love Of The Law.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5B2FB161-A788-44B7-8B72-A6915C4533DF}"/>
                </a:ext>
              </a:extLst>
            </p:cNvPr>
            <p:cNvSpPr/>
            <p:nvPr/>
          </p:nvSpPr>
          <p:spPr>
            <a:xfrm>
              <a:off x="2378183" y="4242361"/>
              <a:ext cx="5107898" cy="801117"/>
            </a:xfrm>
            <a:prstGeom prst="rect">
              <a:avLst/>
            </a:prstGeom>
          </p:spPr>
          <p:txBody>
            <a:bodyPr wrap="square" lIns="0" tIns="0" rIns="0" bIns="0" num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Collaboratively administrate empowered markets via plug-and-play networks. Dynamic procrastinate B2C users after installed base benefits dramatic visualize. Standards in web readiness. scale future-proof core competencies vis-à-vis.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6187EDFE-E694-4F87-9C06-61D4107E5547}"/>
                </a:ext>
              </a:extLst>
            </p:cNvPr>
            <p:cNvSpPr txBox="1"/>
            <p:nvPr/>
          </p:nvSpPr>
          <p:spPr>
            <a:xfrm>
              <a:off x="2378183" y="1765797"/>
              <a:ext cx="5107897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Roboto Slab" pitchFamily="2" charset="0"/>
                  <a:cs typeface="Lato" panose="020F0502020204030203" pitchFamily="34" charset="0"/>
                </a:rPr>
                <a:t>BLS - A Great Place to Learn And Experience The Law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077D9BF-CCE9-415E-8E99-421AF04BBA10}"/>
              </a:ext>
            </a:extLst>
          </p:cNvPr>
          <p:cNvSpPr/>
          <p:nvPr/>
        </p:nvSpPr>
        <p:spPr>
          <a:xfrm>
            <a:off x="10929371" y="1587068"/>
            <a:ext cx="619846" cy="278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xmlns="" id="{CEE34982-C9E8-40D5-89C0-A98AAE1ED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9380" y="2003418"/>
            <a:ext cx="3212620" cy="2071193"/>
          </a:xfrm>
          <a:custGeom>
            <a:avLst/>
            <a:gdLst>
              <a:gd name="T0" fmla="*/ 1814 w 1875"/>
              <a:gd name="T1" fmla="*/ 700 h 1209"/>
              <a:gd name="T2" fmla="*/ 1756 w 1875"/>
              <a:gd name="T3" fmla="*/ 759 h 1209"/>
              <a:gd name="T4" fmla="*/ 1756 w 1875"/>
              <a:gd name="T5" fmla="*/ 837 h 1209"/>
              <a:gd name="T6" fmla="*/ 1477 w 1875"/>
              <a:gd name="T7" fmla="*/ 837 h 1209"/>
              <a:gd name="T8" fmla="*/ 1438 w 1875"/>
              <a:gd name="T9" fmla="*/ 804 h 1209"/>
              <a:gd name="T10" fmla="*/ 1406 w 1875"/>
              <a:gd name="T11" fmla="*/ 699 h 1209"/>
              <a:gd name="T12" fmla="*/ 1480 w 1875"/>
              <a:gd name="T13" fmla="*/ 680 h 1209"/>
              <a:gd name="T14" fmla="*/ 1512 w 1875"/>
              <a:gd name="T15" fmla="*/ 657 h 1209"/>
              <a:gd name="T16" fmla="*/ 1599 w 1875"/>
              <a:gd name="T17" fmla="*/ 308 h 1209"/>
              <a:gd name="T18" fmla="*/ 1356 w 1875"/>
              <a:gd name="T19" fmla="*/ 8 h 1209"/>
              <a:gd name="T20" fmla="*/ 1313 w 1875"/>
              <a:gd name="T21" fmla="*/ 2 h 1209"/>
              <a:gd name="T22" fmla="*/ 48 w 1875"/>
              <a:gd name="T23" fmla="*/ 333 h 1209"/>
              <a:gd name="T24" fmla="*/ 6 w 1875"/>
              <a:gd name="T25" fmla="*/ 401 h 1209"/>
              <a:gd name="T26" fmla="*/ 203 w 1875"/>
              <a:gd name="T27" fmla="*/ 650 h 1209"/>
              <a:gd name="T28" fmla="*/ 247 w 1875"/>
              <a:gd name="T29" fmla="*/ 661 h 1209"/>
              <a:gd name="T30" fmla="*/ 326 w 1875"/>
              <a:gd name="T31" fmla="*/ 650 h 1209"/>
              <a:gd name="T32" fmla="*/ 569 w 1875"/>
              <a:gd name="T33" fmla="*/ 923 h 1209"/>
              <a:gd name="T34" fmla="*/ 668 w 1875"/>
              <a:gd name="T35" fmla="*/ 896 h 1209"/>
              <a:gd name="T36" fmla="*/ 1174 w 1875"/>
              <a:gd name="T37" fmla="*/ 761 h 1209"/>
              <a:gd name="T38" fmla="*/ 1203 w 1875"/>
              <a:gd name="T39" fmla="*/ 856 h 1209"/>
              <a:gd name="T40" fmla="*/ 1172 w 1875"/>
              <a:gd name="T41" fmla="*/ 954 h 1209"/>
              <a:gd name="T42" fmla="*/ 1347 w 1875"/>
              <a:gd name="T43" fmla="*/ 1130 h 1209"/>
              <a:gd name="T44" fmla="*/ 1478 w 1875"/>
              <a:gd name="T45" fmla="*/ 1071 h 1209"/>
              <a:gd name="T46" fmla="*/ 1756 w 1875"/>
              <a:gd name="T47" fmla="*/ 1071 h 1209"/>
              <a:gd name="T48" fmla="*/ 1756 w 1875"/>
              <a:gd name="T49" fmla="*/ 1148 h 1209"/>
              <a:gd name="T50" fmla="*/ 1815 w 1875"/>
              <a:gd name="T51" fmla="*/ 1208 h 1209"/>
              <a:gd name="T52" fmla="*/ 1873 w 1875"/>
              <a:gd name="T53" fmla="*/ 1148 h 1209"/>
              <a:gd name="T54" fmla="*/ 1873 w 1875"/>
              <a:gd name="T55" fmla="*/ 759 h 1209"/>
              <a:gd name="T56" fmla="*/ 1814 w 1875"/>
              <a:gd name="T57" fmla="*/ 700 h 1209"/>
              <a:gd name="T58" fmla="*/ 331 w 1875"/>
              <a:gd name="T59" fmla="*/ 380 h 1209"/>
              <a:gd name="T60" fmla="*/ 1318 w 1875"/>
              <a:gd name="T61" fmla="*/ 122 h 1209"/>
              <a:gd name="T62" fmla="*/ 1473 w 1875"/>
              <a:gd name="T63" fmla="*/ 290 h 1209"/>
              <a:gd name="T64" fmla="*/ 858 w 1875"/>
              <a:gd name="T65" fmla="*/ 466 h 1209"/>
              <a:gd name="T66" fmla="*/ 520 w 1875"/>
              <a:gd name="T67" fmla="*/ 481 h 1209"/>
              <a:gd name="T68" fmla="*/ 331 w 1875"/>
              <a:gd name="T69" fmla="*/ 380 h 1209"/>
              <a:gd name="T70" fmla="*/ 569 w 1875"/>
              <a:gd name="T71" fmla="*/ 790 h 1209"/>
              <a:gd name="T72" fmla="*/ 426 w 1875"/>
              <a:gd name="T73" fmla="*/ 604 h 1209"/>
              <a:gd name="T74" fmla="*/ 431 w 1875"/>
              <a:gd name="T75" fmla="*/ 557 h 1209"/>
              <a:gd name="T76" fmla="*/ 474 w 1875"/>
              <a:gd name="T77" fmla="*/ 590 h 1209"/>
              <a:gd name="T78" fmla="*/ 534 w 1875"/>
              <a:gd name="T79" fmla="*/ 599 h 1209"/>
              <a:gd name="T80" fmla="*/ 708 w 1875"/>
              <a:gd name="T81" fmla="*/ 565 h 1209"/>
              <a:gd name="T82" fmla="*/ 712 w 1875"/>
              <a:gd name="T83" fmla="*/ 604 h 1209"/>
              <a:gd name="T84" fmla="*/ 569 w 1875"/>
              <a:gd name="T85" fmla="*/ 790 h 1209"/>
              <a:gd name="T86" fmla="*/ 791 w 1875"/>
              <a:gd name="T87" fmla="*/ 742 h 1209"/>
              <a:gd name="T88" fmla="*/ 815 w 1875"/>
              <a:gd name="T89" fmla="*/ 604 h 1209"/>
              <a:gd name="T90" fmla="*/ 814 w 1875"/>
              <a:gd name="T91" fmla="*/ 576 h 1209"/>
              <a:gd name="T92" fmla="*/ 849 w 1875"/>
              <a:gd name="T93" fmla="*/ 583 h 1209"/>
              <a:gd name="T94" fmla="*/ 877 w 1875"/>
              <a:gd name="T95" fmla="*/ 582 h 1209"/>
              <a:gd name="T96" fmla="*/ 1487 w 1875"/>
              <a:gd name="T97" fmla="*/ 408 h 1209"/>
              <a:gd name="T98" fmla="*/ 1427 w 1875"/>
              <a:gd name="T99" fmla="*/ 573 h 1209"/>
              <a:gd name="T100" fmla="*/ 791 w 1875"/>
              <a:gd name="T101" fmla="*/ 742 h 1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75" h="1209">
                <a:moveTo>
                  <a:pt x="1814" y="700"/>
                </a:moveTo>
                <a:cubicBezTo>
                  <a:pt x="1783" y="701"/>
                  <a:pt x="1756" y="729"/>
                  <a:pt x="1756" y="759"/>
                </a:cubicBezTo>
                <a:lnTo>
                  <a:pt x="1756" y="837"/>
                </a:lnTo>
                <a:lnTo>
                  <a:pt x="1477" y="837"/>
                </a:lnTo>
                <a:cubicBezTo>
                  <a:pt x="1466" y="824"/>
                  <a:pt x="1452" y="813"/>
                  <a:pt x="1438" y="804"/>
                </a:cubicBezTo>
                <a:lnTo>
                  <a:pt x="1406" y="699"/>
                </a:lnTo>
                <a:lnTo>
                  <a:pt x="1480" y="680"/>
                </a:lnTo>
                <a:cubicBezTo>
                  <a:pt x="1493" y="676"/>
                  <a:pt x="1505" y="668"/>
                  <a:pt x="1512" y="657"/>
                </a:cubicBezTo>
                <a:cubicBezTo>
                  <a:pt x="1588" y="549"/>
                  <a:pt x="1622" y="426"/>
                  <a:pt x="1599" y="308"/>
                </a:cubicBezTo>
                <a:cubicBezTo>
                  <a:pt x="1576" y="190"/>
                  <a:pt x="1494" y="82"/>
                  <a:pt x="1356" y="8"/>
                </a:cubicBezTo>
                <a:cubicBezTo>
                  <a:pt x="1341" y="0"/>
                  <a:pt x="1328" y="0"/>
                  <a:pt x="1313" y="2"/>
                </a:cubicBezTo>
                <a:lnTo>
                  <a:pt x="48" y="333"/>
                </a:lnTo>
                <a:cubicBezTo>
                  <a:pt x="20" y="340"/>
                  <a:pt x="0" y="372"/>
                  <a:pt x="6" y="401"/>
                </a:cubicBezTo>
                <a:cubicBezTo>
                  <a:pt x="30" y="523"/>
                  <a:pt x="125" y="592"/>
                  <a:pt x="203" y="650"/>
                </a:cubicBezTo>
                <a:cubicBezTo>
                  <a:pt x="215" y="660"/>
                  <a:pt x="231" y="664"/>
                  <a:pt x="247" y="661"/>
                </a:cubicBezTo>
                <a:lnTo>
                  <a:pt x="326" y="650"/>
                </a:lnTo>
                <a:cubicBezTo>
                  <a:pt x="343" y="804"/>
                  <a:pt x="446" y="923"/>
                  <a:pt x="569" y="923"/>
                </a:cubicBezTo>
                <a:cubicBezTo>
                  <a:pt x="604" y="923"/>
                  <a:pt x="637" y="913"/>
                  <a:pt x="668" y="896"/>
                </a:cubicBezTo>
                <a:lnTo>
                  <a:pt x="1174" y="761"/>
                </a:lnTo>
                <a:lnTo>
                  <a:pt x="1203" y="856"/>
                </a:lnTo>
                <a:cubicBezTo>
                  <a:pt x="1184" y="884"/>
                  <a:pt x="1172" y="918"/>
                  <a:pt x="1172" y="954"/>
                </a:cubicBezTo>
                <a:cubicBezTo>
                  <a:pt x="1172" y="1051"/>
                  <a:pt x="1251" y="1130"/>
                  <a:pt x="1347" y="1130"/>
                </a:cubicBezTo>
                <a:cubicBezTo>
                  <a:pt x="1399" y="1130"/>
                  <a:pt x="1446" y="1107"/>
                  <a:pt x="1478" y="1071"/>
                </a:cubicBezTo>
                <a:lnTo>
                  <a:pt x="1756" y="1071"/>
                </a:lnTo>
                <a:lnTo>
                  <a:pt x="1756" y="1148"/>
                </a:lnTo>
                <a:cubicBezTo>
                  <a:pt x="1756" y="1179"/>
                  <a:pt x="1784" y="1208"/>
                  <a:pt x="1815" y="1208"/>
                </a:cubicBezTo>
                <a:cubicBezTo>
                  <a:pt x="1846" y="1208"/>
                  <a:pt x="1874" y="1179"/>
                  <a:pt x="1873" y="1148"/>
                </a:cubicBezTo>
                <a:lnTo>
                  <a:pt x="1873" y="759"/>
                </a:lnTo>
                <a:cubicBezTo>
                  <a:pt x="1873" y="728"/>
                  <a:pt x="1845" y="700"/>
                  <a:pt x="1814" y="700"/>
                </a:cubicBezTo>
                <a:close/>
                <a:moveTo>
                  <a:pt x="331" y="380"/>
                </a:moveTo>
                <a:lnTo>
                  <a:pt x="1318" y="122"/>
                </a:lnTo>
                <a:cubicBezTo>
                  <a:pt x="1401" y="171"/>
                  <a:pt x="1450" y="229"/>
                  <a:pt x="1473" y="290"/>
                </a:cubicBezTo>
                <a:lnTo>
                  <a:pt x="858" y="466"/>
                </a:lnTo>
                <a:cubicBezTo>
                  <a:pt x="768" y="449"/>
                  <a:pt x="651" y="435"/>
                  <a:pt x="520" y="481"/>
                </a:cubicBezTo>
                <a:cubicBezTo>
                  <a:pt x="461" y="437"/>
                  <a:pt x="400" y="404"/>
                  <a:pt x="331" y="380"/>
                </a:cubicBezTo>
                <a:close/>
                <a:moveTo>
                  <a:pt x="569" y="790"/>
                </a:moveTo>
                <a:cubicBezTo>
                  <a:pt x="489" y="790"/>
                  <a:pt x="426" y="708"/>
                  <a:pt x="426" y="604"/>
                </a:cubicBezTo>
                <a:cubicBezTo>
                  <a:pt x="426" y="588"/>
                  <a:pt x="428" y="572"/>
                  <a:pt x="431" y="557"/>
                </a:cubicBezTo>
                <a:cubicBezTo>
                  <a:pt x="445" y="568"/>
                  <a:pt x="459" y="578"/>
                  <a:pt x="474" y="590"/>
                </a:cubicBezTo>
                <a:cubicBezTo>
                  <a:pt x="490" y="604"/>
                  <a:pt x="514" y="607"/>
                  <a:pt x="534" y="599"/>
                </a:cubicBezTo>
                <a:cubicBezTo>
                  <a:pt x="597" y="572"/>
                  <a:pt x="654" y="564"/>
                  <a:pt x="708" y="565"/>
                </a:cubicBezTo>
                <a:cubicBezTo>
                  <a:pt x="710" y="578"/>
                  <a:pt x="712" y="591"/>
                  <a:pt x="712" y="604"/>
                </a:cubicBezTo>
                <a:cubicBezTo>
                  <a:pt x="712" y="708"/>
                  <a:pt x="649" y="790"/>
                  <a:pt x="569" y="790"/>
                </a:cubicBezTo>
                <a:close/>
                <a:moveTo>
                  <a:pt x="791" y="742"/>
                </a:moveTo>
                <a:cubicBezTo>
                  <a:pt x="807" y="701"/>
                  <a:pt x="815" y="654"/>
                  <a:pt x="815" y="604"/>
                </a:cubicBezTo>
                <a:cubicBezTo>
                  <a:pt x="815" y="595"/>
                  <a:pt x="815" y="586"/>
                  <a:pt x="814" y="576"/>
                </a:cubicBezTo>
                <a:cubicBezTo>
                  <a:pt x="826" y="578"/>
                  <a:pt x="838" y="581"/>
                  <a:pt x="849" y="583"/>
                </a:cubicBezTo>
                <a:cubicBezTo>
                  <a:pt x="858" y="585"/>
                  <a:pt x="868" y="585"/>
                  <a:pt x="877" y="582"/>
                </a:cubicBezTo>
                <a:lnTo>
                  <a:pt x="1487" y="408"/>
                </a:lnTo>
                <a:cubicBezTo>
                  <a:pt x="1482" y="462"/>
                  <a:pt x="1462" y="518"/>
                  <a:pt x="1427" y="573"/>
                </a:cubicBezTo>
                <a:lnTo>
                  <a:pt x="791" y="74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xmlns="" id="{F1BAED2F-9240-4E0A-AD50-C9CA83B43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2461" y="2706410"/>
            <a:ext cx="1194339" cy="574493"/>
          </a:xfrm>
          <a:custGeom>
            <a:avLst/>
            <a:gdLst>
              <a:gd name="T0" fmla="*/ 696 w 697"/>
              <a:gd name="T1" fmla="*/ 0 h 335"/>
              <a:gd name="T2" fmla="*/ 636 w 697"/>
              <a:gd name="T3" fmla="*/ 165 h 335"/>
              <a:gd name="T4" fmla="*/ 0 w 697"/>
              <a:gd name="T5" fmla="*/ 334 h 335"/>
              <a:gd name="T6" fmla="*/ 24 w 697"/>
              <a:gd name="T7" fmla="*/ 196 h 335"/>
              <a:gd name="T8" fmla="*/ 23 w 697"/>
              <a:gd name="T9" fmla="*/ 168 h 335"/>
              <a:gd name="T10" fmla="*/ 58 w 697"/>
              <a:gd name="T11" fmla="*/ 175 h 335"/>
              <a:gd name="T12" fmla="*/ 86 w 697"/>
              <a:gd name="T13" fmla="*/ 174 h 335"/>
              <a:gd name="T14" fmla="*/ 696 w 697"/>
              <a:gd name="T15" fmla="*/ 0 h 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7" h="335">
                <a:moveTo>
                  <a:pt x="696" y="0"/>
                </a:moveTo>
                <a:cubicBezTo>
                  <a:pt x="691" y="54"/>
                  <a:pt x="671" y="110"/>
                  <a:pt x="636" y="165"/>
                </a:cubicBezTo>
                <a:lnTo>
                  <a:pt x="0" y="334"/>
                </a:lnTo>
                <a:cubicBezTo>
                  <a:pt x="16" y="293"/>
                  <a:pt x="24" y="246"/>
                  <a:pt x="24" y="196"/>
                </a:cubicBezTo>
                <a:cubicBezTo>
                  <a:pt x="24" y="187"/>
                  <a:pt x="24" y="178"/>
                  <a:pt x="23" y="168"/>
                </a:cubicBezTo>
                <a:cubicBezTo>
                  <a:pt x="35" y="170"/>
                  <a:pt x="47" y="173"/>
                  <a:pt x="58" y="175"/>
                </a:cubicBezTo>
                <a:cubicBezTo>
                  <a:pt x="67" y="177"/>
                  <a:pt x="77" y="177"/>
                  <a:pt x="86" y="174"/>
                </a:cubicBezTo>
                <a:lnTo>
                  <a:pt x="696" y="0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Freeform 4">
            <a:extLst>
              <a:ext uri="{FF2B5EF4-FFF2-40B4-BE49-F238E27FC236}">
                <a16:creationId xmlns:a16="http://schemas.microsoft.com/office/drawing/2014/main" xmlns="" id="{C98D460A-AC5B-474E-BD58-F2AB8033E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5053" y="2955864"/>
            <a:ext cx="491342" cy="400631"/>
          </a:xfrm>
          <a:custGeom>
            <a:avLst/>
            <a:gdLst>
              <a:gd name="T0" fmla="*/ 286 w 287"/>
              <a:gd name="T1" fmla="*/ 47 h 234"/>
              <a:gd name="T2" fmla="*/ 143 w 287"/>
              <a:gd name="T3" fmla="*/ 233 h 234"/>
              <a:gd name="T4" fmla="*/ 0 w 287"/>
              <a:gd name="T5" fmla="*/ 47 h 234"/>
              <a:gd name="T6" fmla="*/ 5 w 287"/>
              <a:gd name="T7" fmla="*/ 0 h 234"/>
              <a:gd name="T8" fmla="*/ 48 w 287"/>
              <a:gd name="T9" fmla="*/ 33 h 234"/>
              <a:gd name="T10" fmla="*/ 108 w 287"/>
              <a:gd name="T11" fmla="*/ 42 h 234"/>
              <a:gd name="T12" fmla="*/ 282 w 287"/>
              <a:gd name="T13" fmla="*/ 8 h 234"/>
              <a:gd name="T14" fmla="*/ 286 w 287"/>
              <a:gd name="T15" fmla="*/ 4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" h="234">
                <a:moveTo>
                  <a:pt x="286" y="47"/>
                </a:moveTo>
                <a:cubicBezTo>
                  <a:pt x="286" y="151"/>
                  <a:pt x="223" y="233"/>
                  <a:pt x="143" y="233"/>
                </a:cubicBezTo>
                <a:cubicBezTo>
                  <a:pt x="63" y="233"/>
                  <a:pt x="0" y="151"/>
                  <a:pt x="0" y="47"/>
                </a:cubicBezTo>
                <a:cubicBezTo>
                  <a:pt x="0" y="31"/>
                  <a:pt x="2" y="15"/>
                  <a:pt x="5" y="0"/>
                </a:cubicBezTo>
                <a:cubicBezTo>
                  <a:pt x="19" y="11"/>
                  <a:pt x="33" y="21"/>
                  <a:pt x="48" y="33"/>
                </a:cubicBezTo>
                <a:cubicBezTo>
                  <a:pt x="64" y="47"/>
                  <a:pt x="88" y="50"/>
                  <a:pt x="108" y="42"/>
                </a:cubicBezTo>
                <a:cubicBezTo>
                  <a:pt x="171" y="15"/>
                  <a:pt x="228" y="7"/>
                  <a:pt x="282" y="8"/>
                </a:cubicBezTo>
                <a:cubicBezTo>
                  <a:pt x="284" y="21"/>
                  <a:pt x="286" y="34"/>
                  <a:pt x="286" y="4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xmlns="" id="{CEE40CEE-F318-46F9-98BF-707008A5F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315" y="2215072"/>
            <a:ext cx="1957804" cy="619846"/>
          </a:xfrm>
          <a:custGeom>
            <a:avLst/>
            <a:gdLst>
              <a:gd name="T0" fmla="*/ 1142 w 1143"/>
              <a:gd name="T1" fmla="*/ 168 h 360"/>
              <a:gd name="T2" fmla="*/ 527 w 1143"/>
              <a:gd name="T3" fmla="*/ 344 h 360"/>
              <a:gd name="T4" fmla="*/ 189 w 1143"/>
              <a:gd name="T5" fmla="*/ 359 h 360"/>
              <a:gd name="T6" fmla="*/ 0 w 1143"/>
              <a:gd name="T7" fmla="*/ 258 h 360"/>
              <a:gd name="T8" fmla="*/ 987 w 1143"/>
              <a:gd name="T9" fmla="*/ 0 h 360"/>
              <a:gd name="T10" fmla="*/ 1142 w 1143"/>
              <a:gd name="T11" fmla="*/ 168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3" h="360">
                <a:moveTo>
                  <a:pt x="1142" y="168"/>
                </a:moveTo>
                <a:lnTo>
                  <a:pt x="527" y="344"/>
                </a:lnTo>
                <a:cubicBezTo>
                  <a:pt x="437" y="327"/>
                  <a:pt x="320" y="313"/>
                  <a:pt x="189" y="359"/>
                </a:cubicBezTo>
                <a:cubicBezTo>
                  <a:pt x="130" y="315"/>
                  <a:pt x="69" y="282"/>
                  <a:pt x="0" y="258"/>
                </a:cubicBezTo>
                <a:lnTo>
                  <a:pt x="987" y="0"/>
                </a:lnTo>
                <a:cubicBezTo>
                  <a:pt x="1070" y="49"/>
                  <a:pt x="1119" y="107"/>
                  <a:pt x="1142" y="16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EF49DB8-7D03-4D63-8AF3-10651FCB50BE}"/>
              </a:ext>
            </a:extLst>
          </p:cNvPr>
          <p:cNvSpPr/>
          <p:nvPr/>
        </p:nvSpPr>
        <p:spPr>
          <a:xfrm>
            <a:off x="0" y="3088640"/>
            <a:ext cx="942783" cy="6807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39316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297">
            <a:extLst>
              <a:ext uri="{FF2B5EF4-FFF2-40B4-BE49-F238E27FC236}">
                <a16:creationId xmlns:a16="http://schemas.microsoft.com/office/drawing/2014/main" xmlns="" id="{FBFD4674-F9C3-4B20-8876-AB69CB814221}"/>
              </a:ext>
            </a:extLst>
          </p:cNvPr>
          <p:cNvSpPr/>
          <p:nvPr/>
        </p:nvSpPr>
        <p:spPr>
          <a:xfrm>
            <a:off x="0" y="1709828"/>
            <a:ext cx="12192000" cy="51481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xmlns="" id="{7E8797ED-8E70-4F2D-8356-2A652BB288E1}"/>
              </a:ext>
            </a:extLst>
          </p:cNvPr>
          <p:cNvSpPr txBox="1"/>
          <p:nvPr/>
        </p:nvSpPr>
        <p:spPr>
          <a:xfrm>
            <a:off x="3746748" y="660390"/>
            <a:ext cx="4950212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  <a:cs typeface="Open Sans Extrabold" panose="020B0906030804020204" pitchFamily="34" charset="0"/>
              </a:rPr>
              <a:t>Where Law and Business Meet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B2C1D330-8917-49D7-8ADD-050341ABA69B}"/>
              </a:ext>
            </a:extLst>
          </p:cNvPr>
          <p:cNvSpPr txBox="1"/>
          <p:nvPr/>
        </p:nvSpPr>
        <p:spPr>
          <a:xfrm>
            <a:off x="936065" y="2659821"/>
            <a:ext cx="8229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79,541K</a:t>
            </a:r>
            <a:endParaRPr lang="id-ID" sz="16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43E07AD0-69A7-450F-99E3-16DD46C0BEAA}"/>
              </a:ext>
            </a:extLst>
          </p:cNvPr>
          <p:cNvSpPr/>
          <p:nvPr/>
        </p:nvSpPr>
        <p:spPr>
          <a:xfrm>
            <a:off x="936065" y="2890733"/>
            <a:ext cx="822960" cy="1707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Populations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EB20EA1D-28BA-49CF-AC6F-7D97C6B1DFC5}"/>
              </a:ext>
            </a:extLst>
          </p:cNvPr>
          <p:cNvSpPr txBox="1"/>
          <p:nvPr/>
        </p:nvSpPr>
        <p:spPr>
          <a:xfrm>
            <a:off x="2287610" y="4945618"/>
            <a:ext cx="8229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798</a:t>
            </a:r>
            <a:endParaRPr lang="id-ID" sz="16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xmlns="" id="{98B05D16-B967-4DA8-8AB1-5B531F1D6914}"/>
              </a:ext>
            </a:extLst>
          </p:cNvPr>
          <p:cNvSpPr/>
          <p:nvPr/>
        </p:nvSpPr>
        <p:spPr>
          <a:xfrm>
            <a:off x="2287610" y="5176530"/>
            <a:ext cx="822960" cy="1707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Countries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CC8138C1-4212-4C98-9411-9240804E7E7F}"/>
              </a:ext>
            </a:extLst>
          </p:cNvPr>
          <p:cNvSpPr txBox="1"/>
          <p:nvPr/>
        </p:nvSpPr>
        <p:spPr>
          <a:xfrm>
            <a:off x="2744891" y="3923681"/>
            <a:ext cx="82296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6,912km</a:t>
            </a:r>
            <a:endParaRPr lang="id-ID" sz="16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7CD74939-9C70-460A-9B92-2A4743ED1613}"/>
              </a:ext>
            </a:extLst>
          </p:cNvPr>
          <p:cNvSpPr/>
          <p:nvPr/>
        </p:nvSpPr>
        <p:spPr>
          <a:xfrm>
            <a:off x="2744891" y="4154593"/>
            <a:ext cx="822960" cy="1707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Area</a:t>
            </a:r>
          </a:p>
        </p:txBody>
      </p:sp>
      <p:sp>
        <p:nvSpPr>
          <p:cNvPr id="76" name="Freeform 1">
            <a:extLst>
              <a:ext uri="{FF2B5EF4-FFF2-40B4-BE49-F238E27FC236}">
                <a16:creationId xmlns:a16="http://schemas.microsoft.com/office/drawing/2014/main" xmlns="" id="{8C1191CF-7217-471B-96E9-D9B1036AC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87" y="5942035"/>
            <a:ext cx="3560" cy="7120"/>
          </a:xfrm>
          <a:custGeom>
            <a:avLst/>
            <a:gdLst>
              <a:gd name="T0" fmla="*/ 4 w 8"/>
              <a:gd name="T1" fmla="*/ 2 h 16"/>
              <a:gd name="T2" fmla="*/ 0 w 8"/>
              <a:gd name="T3" fmla="*/ 0 h 16"/>
              <a:gd name="T4" fmla="*/ 0 w 8"/>
              <a:gd name="T5" fmla="*/ 2 h 16"/>
              <a:gd name="T6" fmla="*/ 0 w 8"/>
              <a:gd name="T7" fmla="*/ 14 h 16"/>
              <a:gd name="T8" fmla="*/ 1 w 8"/>
              <a:gd name="T9" fmla="*/ 15 h 16"/>
              <a:gd name="T10" fmla="*/ 1 w 8"/>
              <a:gd name="T11" fmla="*/ 13 h 16"/>
              <a:gd name="T12" fmla="*/ 2 w 8"/>
              <a:gd name="T13" fmla="*/ 10 h 16"/>
              <a:gd name="T14" fmla="*/ 5 w 8"/>
              <a:gd name="T15" fmla="*/ 5 h 16"/>
              <a:gd name="T16" fmla="*/ 7 w 8"/>
              <a:gd name="T17" fmla="*/ 3 h 16"/>
              <a:gd name="T18" fmla="*/ 6 w 8"/>
              <a:gd name="T19" fmla="*/ 3 h 16"/>
              <a:gd name="T20" fmla="*/ 4 w 8"/>
              <a:gd name="T21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6">
                <a:moveTo>
                  <a:pt x="4" y="2"/>
                </a:moveTo>
                <a:cubicBezTo>
                  <a:pt x="2" y="2"/>
                  <a:pt x="1" y="1"/>
                  <a:pt x="0" y="0"/>
                </a:cubicBezTo>
                <a:lnTo>
                  <a:pt x="0" y="2"/>
                </a:lnTo>
                <a:lnTo>
                  <a:pt x="0" y="14"/>
                </a:lnTo>
                <a:cubicBezTo>
                  <a:pt x="0" y="14"/>
                  <a:pt x="1" y="15"/>
                  <a:pt x="1" y="15"/>
                </a:cubicBezTo>
                <a:cubicBezTo>
                  <a:pt x="1" y="15"/>
                  <a:pt x="1" y="14"/>
                  <a:pt x="1" y="13"/>
                </a:cubicBezTo>
                <a:lnTo>
                  <a:pt x="2" y="10"/>
                </a:lnTo>
                <a:cubicBezTo>
                  <a:pt x="2" y="8"/>
                  <a:pt x="3" y="7"/>
                  <a:pt x="5" y="5"/>
                </a:cubicBezTo>
                <a:lnTo>
                  <a:pt x="7" y="3"/>
                </a:lnTo>
                <a:lnTo>
                  <a:pt x="6" y="3"/>
                </a:lnTo>
                <a:lnTo>
                  <a:pt x="4" y="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7" name="Freeform 2">
            <a:extLst>
              <a:ext uri="{FF2B5EF4-FFF2-40B4-BE49-F238E27FC236}">
                <a16:creationId xmlns:a16="http://schemas.microsoft.com/office/drawing/2014/main" xmlns="" id="{15779AF5-B4DC-4348-BBDF-1D63D90EC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89" y="5765818"/>
            <a:ext cx="151296" cy="217155"/>
          </a:xfrm>
          <a:custGeom>
            <a:avLst/>
            <a:gdLst>
              <a:gd name="T0" fmla="*/ 17 w 376"/>
              <a:gd name="T1" fmla="*/ 211 h 540"/>
              <a:gd name="T2" fmla="*/ 6 w 376"/>
              <a:gd name="T3" fmla="*/ 222 h 540"/>
              <a:gd name="T4" fmla="*/ 7 w 376"/>
              <a:gd name="T5" fmla="*/ 230 h 540"/>
              <a:gd name="T6" fmla="*/ 9 w 376"/>
              <a:gd name="T7" fmla="*/ 246 h 540"/>
              <a:gd name="T8" fmla="*/ 9 w 376"/>
              <a:gd name="T9" fmla="*/ 259 h 540"/>
              <a:gd name="T10" fmla="*/ 15 w 376"/>
              <a:gd name="T11" fmla="*/ 277 h 540"/>
              <a:gd name="T12" fmla="*/ 30 w 376"/>
              <a:gd name="T13" fmla="*/ 271 h 540"/>
              <a:gd name="T14" fmla="*/ 39 w 376"/>
              <a:gd name="T15" fmla="*/ 282 h 540"/>
              <a:gd name="T16" fmla="*/ 46 w 376"/>
              <a:gd name="T17" fmla="*/ 294 h 540"/>
              <a:gd name="T18" fmla="*/ 40 w 376"/>
              <a:gd name="T19" fmla="*/ 320 h 540"/>
              <a:gd name="T20" fmla="*/ 48 w 376"/>
              <a:gd name="T21" fmla="*/ 352 h 540"/>
              <a:gd name="T22" fmla="*/ 53 w 376"/>
              <a:gd name="T23" fmla="*/ 362 h 540"/>
              <a:gd name="T24" fmla="*/ 66 w 376"/>
              <a:gd name="T25" fmla="*/ 359 h 540"/>
              <a:gd name="T26" fmla="*/ 85 w 376"/>
              <a:gd name="T27" fmla="*/ 361 h 540"/>
              <a:gd name="T28" fmla="*/ 94 w 376"/>
              <a:gd name="T29" fmla="*/ 361 h 540"/>
              <a:gd name="T30" fmla="*/ 111 w 376"/>
              <a:gd name="T31" fmla="*/ 369 h 540"/>
              <a:gd name="T32" fmla="*/ 119 w 376"/>
              <a:gd name="T33" fmla="*/ 381 h 540"/>
              <a:gd name="T34" fmla="*/ 128 w 376"/>
              <a:gd name="T35" fmla="*/ 394 h 540"/>
              <a:gd name="T36" fmla="*/ 130 w 376"/>
              <a:gd name="T37" fmla="*/ 365 h 540"/>
              <a:gd name="T38" fmla="*/ 143 w 376"/>
              <a:gd name="T39" fmla="*/ 362 h 540"/>
              <a:gd name="T40" fmla="*/ 168 w 376"/>
              <a:gd name="T41" fmla="*/ 358 h 540"/>
              <a:gd name="T42" fmla="*/ 169 w 376"/>
              <a:gd name="T43" fmla="*/ 368 h 540"/>
              <a:gd name="T44" fmla="*/ 168 w 376"/>
              <a:gd name="T45" fmla="*/ 377 h 540"/>
              <a:gd name="T46" fmla="*/ 175 w 376"/>
              <a:gd name="T47" fmla="*/ 384 h 540"/>
              <a:gd name="T48" fmla="*/ 174 w 376"/>
              <a:gd name="T49" fmla="*/ 398 h 540"/>
              <a:gd name="T50" fmla="*/ 173 w 376"/>
              <a:gd name="T51" fmla="*/ 404 h 540"/>
              <a:gd name="T52" fmla="*/ 214 w 376"/>
              <a:gd name="T53" fmla="*/ 404 h 540"/>
              <a:gd name="T54" fmla="*/ 227 w 376"/>
              <a:gd name="T55" fmla="*/ 414 h 540"/>
              <a:gd name="T56" fmla="*/ 238 w 376"/>
              <a:gd name="T57" fmla="*/ 453 h 540"/>
              <a:gd name="T58" fmla="*/ 248 w 376"/>
              <a:gd name="T59" fmla="*/ 482 h 540"/>
              <a:gd name="T60" fmla="*/ 253 w 376"/>
              <a:gd name="T61" fmla="*/ 536 h 540"/>
              <a:gd name="T62" fmla="*/ 290 w 376"/>
              <a:gd name="T63" fmla="*/ 535 h 540"/>
              <a:gd name="T64" fmla="*/ 316 w 376"/>
              <a:gd name="T65" fmla="*/ 464 h 540"/>
              <a:gd name="T66" fmla="*/ 328 w 376"/>
              <a:gd name="T67" fmla="*/ 394 h 540"/>
              <a:gd name="T68" fmla="*/ 347 w 376"/>
              <a:gd name="T69" fmla="*/ 327 h 540"/>
              <a:gd name="T70" fmla="*/ 339 w 376"/>
              <a:gd name="T71" fmla="*/ 263 h 540"/>
              <a:gd name="T72" fmla="*/ 305 w 376"/>
              <a:gd name="T73" fmla="*/ 112 h 540"/>
              <a:gd name="T74" fmla="*/ 315 w 376"/>
              <a:gd name="T75" fmla="*/ 96 h 540"/>
              <a:gd name="T76" fmla="*/ 373 w 376"/>
              <a:gd name="T77" fmla="*/ 46 h 540"/>
              <a:gd name="T78" fmla="*/ 375 w 376"/>
              <a:gd name="T79" fmla="*/ 6 h 540"/>
              <a:gd name="T80" fmla="*/ 341 w 376"/>
              <a:gd name="T81" fmla="*/ 9 h 540"/>
              <a:gd name="T82" fmla="*/ 332 w 376"/>
              <a:gd name="T83" fmla="*/ 25 h 540"/>
              <a:gd name="T84" fmla="*/ 323 w 376"/>
              <a:gd name="T85" fmla="*/ 52 h 540"/>
              <a:gd name="T86" fmla="*/ 315 w 376"/>
              <a:gd name="T87" fmla="*/ 58 h 540"/>
              <a:gd name="T88" fmla="*/ 272 w 376"/>
              <a:gd name="T89" fmla="*/ 106 h 540"/>
              <a:gd name="T90" fmla="*/ 254 w 376"/>
              <a:gd name="T91" fmla="*/ 107 h 540"/>
              <a:gd name="T92" fmla="*/ 248 w 376"/>
              <a:gd name="T93" fmla="*/ 98 h 540"/>
              <a:gd name="T94" fmla="*/ 251 w 376"/>
              <a:gd name="T95" fmla="*/ 74 h 540"/>
              <a:gd name="T96" fmla="*/ 232 w 376"/>
              <a:gd name="T97" fmla="*/ 61 h 540"/>
              <a:gd name="T98" fmla="*/ 214 w 376"/>
              <a:gd name="T99" fmla="*/ 39 h 540"/>
              <a:gd name="T100" fmla="*/ 193 w 376"/>
              <a:gd name="T101" fmla="*/ 15 h 540"/>
              <a:gd name="T102" fmla="*/ 186 w 376"/>
              <a:gd name="T103" fmla="*/ 53 h 540"/>
              <a:gd name="T104" fmla="*/ 132 w 376"/>
              <a:gd name="T105" fmla="*/ 54 h 540"/>
              <a:gd name="T106" fmla="*/ 103 w 376"/>
              <a:gd name="T107" fmla="*/ 70 h 540"/>
              <a:gd name="T108" fmla="*/ 86 w 376"/>
              <a:gd name="T109" fmla="*/ 89 h 540"/>
              <a:gd name="T110" fmla="*/ 79 w 376"/>
              <a:gd name="T111" fmla="*/ 106 h 540"/>
              <a:gd name="T112" fmla="*/ 55 w 376"/>
              <a:gd name="T113" fmla="*/ 139 h 540"/>
              <a:gd name="T114" fmla="*/ 40 w 376"/>
              <a:gd name="T115" fmla="*/ 173 h 540"/>
              <a:gd name="T116" fmla="*/ 24 w 376"/>
              <a:gd name="T117" fmla="*/ 185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76" h="540">
                <a:moveTo>
                  <a:pt x="19" y="200"/>
                </a:moveTo>
                <a:lnTo>
                  <a:pt x="18" y="209"/>
                </a:lnTo>
                <a:cubicBezTo>
                  <a:pt x="17" y="210"/>
                  <a:pt x="17" y="211"/>
                  <a:pt x="17" y="211"/>
                </a:cubicBezTo>
                <a:lnTo>
                  <a:pt x="14" y="217"/>
                </a:lnTo>
                <a:cubicBezTo>
                  <a:pt x="13" y="219"/>
                  <a:pt x="12" y="220"/>
                  <a:pt x="10" y="221"/>
                </a:cubicBezTo>
                <a:lnTo>
                  <a:pt x="6" y="222"/>
                </a:lnTo>
                <a:cubicBezTo>
                  <a:pt x="4" y="223"/>
                  <a:pt x="2" y="223"/>
                  <a:pt x="0" y="223"/>
                </a:cubicBezTo>
                <a:lnTo>
                  <a:pt x="5" y="227"/>
                </a:lnTo>
                <a:cubicBezTo>
                  <a:pt x="6" y="228"/>
                  <a:pt x="7" y="229"/>
                  <a:pt x="7" y="230"/>
                </a:cubicBezTo>
                <a:lnTo>
                  <a:pt x="9" y="235"/>
                </a:lnTo>
                <a:cubicBezTo>
                  <a:pt x="10" y="236"/>
                  <a:pt x="10" y="238"/>
                  <a:pt x="10" y="239"/>
                </a:cubicBezTo>
                <a:lnTo>
                  <a:pt x="9" y="246"/>
                </a:lnTo>
                <a:cubicBezTo>
                  <a:pt x="9" y="246"/>
                  <a:pt x="8" y="247"/>
                  <a:pt x="8" y="248"/>
                </a:cubicBezTo>
                <a:lnTo>
                  <a:pt x="6" y="253"/>
                </a:lnTo>
                <a:lnTo>
                  <a:pt x="9" y="259"/>
                </a:lnTo>
                <a:cubicBezTo>
                  <a:pt x="10" y="260"/>
                  <a:pt x="10" y="261"/>
                  <a:pt x="10" y="262"/>
                </a:cubicBezTo>
                <a:lnTo>
                  <a:pt x="13" y="281"/>
                </a:lnTo>
                <a:lnTo>
                  <a:pt x="15" y="277"/>
                </a:lnTo>
                <a:cubicBezTo>
                  <a:pt x="15" y="276"/>
                  <a:pt x="16" y="275"/>
                  <a:pt x="17" y="274"/>
                </a:cubicBezTo>
                <a:lnTo>
                  <a:pt x="20" y="272"/>
                </a:lnTo>
                <a:cubicBezTo>
                  <a:pt x="23" y="269"/>
                  <a:pt x="27" y="269"/>
                  <a:pt x="30" y="271"/>
                </a:cubicBezTo>
                <a:lnTo>
                  <a:pt x="33" y="274"/>
                </a:lnTo>
                <a:cubicBezTo>
                  <a:pt x="34" y="274"/>
                  <a:pt x="34" y="275"/>
                  <a:pt x="35" y="276"/>
                </a:cubicBezTo>
                <a:lnTo>
                  <a:pt x="39" y="282"/>
                </a:lnTo>
                <a:lnTo>
                  <a:pt x="41" y="283"/>
                </a:lnTo>
                <a:cubicBezTo>
                  <a:pt x="43" y="284"/>
                  <a:pt x="45" y="285"/>
                  <a:pt x="46" y="287"/>
                </a:cubicBezTo>
                <a:cubicBezTo>
                  <a:pt x="47" y="289"/>
                  <a:pt x="47" y="292"/>
                  <a:pt x="46" y="294"/>
                </a:cubicBezTo>
                <a:lnTo>
                  <a:pt x="41" y="306"/>
                </a:lnTo>
                <a:lnTo>
                  <a:pt x="36" y="319"/>
                </a:lnTo>
                <a:cubicBezTo>
                  <a:pt x="37" y="319"/>
                  <a:pt x="39" y="319"/>
                  <a:pt x="40" y="320"/>
                </a:cubicBezTo>
                <a:cubicBezTo>
                  <a:pt x="43" y="321"/>
                  <a:pt x="45" y="325"/>
                  <a:pt x="45" y="328"/>
                </a:cubicBezTo>
                <a:lnTo>
                  <a:pt x="43" y="339"/>
                </a:lnTo>
                <a:lnTo>
                  <a:pt x="48" y="352"/>
                </a:lnTo>
                <a:cubicBezTo>
                  <a:pt x="48" y="353"/>
                  <a:pt x="48" y="355"/>
                  <a:pt x="48" y="356"/>
                </a:cubicBezTo>
                <a:lnTo>
                  <a:pt x="48" y="357"/>
                </a:lnTo>
                <a:cubicBezTo>
                  <a:pt x="50" y="358"/>
                  <a:pt x="52" y="360"/>
                  <a:pt x="53" y="362"/>
                </a:cubicBezTo>
                <a:lnTo>
                  <a:pt x="54" y="365"/>
                </a:lnTo>
                <a:cubicBezTo>
                  <a:pt x="55" y="364"/>
                  <a:pt x="56" y="364"/>
                  <a:pt x="57" y="363"/>
                </a:cubicBezTo>
                <a:lnTo>
                  <a:pt x="66" y="359"/>
                </a:lnTo>
                <a:lnTo>
                  <a:pt x="71" y="354"/>
                </a:lnTo>
                <a:cubicBezTo>
                  <a:pt x="74" y="352"/>
                  <a:pt x="77" y="352"/>
                  <a:pt x="80" y="353"/>
                </a:cubicBezTo>
                <a:cubicBezTo>
                  <a:pt x="83" y="355"/>
                  <a:pt x="85" y="358"/>
                  <a:pt x="85" y="361"/>
                </a:cubicBezTo>
                <a:cubicBezTo>
                  <a:pt x="85" y="361"/>
                  <a:pt x="86" y="361"/>
                  <a:pt x="87" y="361"/>
                </a:cubicBezTo>
                <a:lnTo>
                  <a:pt x="91" y="360"/>
                </a:lnTo>
                <a:cubicBezTo>
                  <a:pt x="92" y="360"/>
                  <a:pt x="93" y="361"/>
                  <a:pt x="94" y="361"/>
                </a:cubicBezTo>
                <a:lnTo>
                  <a:pt x="106" y="365"/>
                </a:lnTo>
                <a:cubicBezTo>
                  <a:pt x="107" y="366"/>
                  <a:pt x="108" y="366"/>
                  <a:pt x="108" y="367"/>
                </a:cubicBezTo>
                <a:lnTo>
                  <a:pt x="111" y="369"/>
                </a:lnTo>
                <a:cubicBezTo>
                  <a:pt x="112" y="370"/>
                  <a:pt x="112" y="371"/>
                  <a:pt x="113" y="372"/>
                </a:cubicBezTo>
                <a:lnTo>
                  <a:pt x="115" y="378"/>
                </a:lnTo>
                <a:lnTo>
                  <a:pt x="119" y="381"/>
                </a:lnTo>
                <a:lnTo>
                  <a:pt x="124" y="387"/>
                </a:lnTo>
                <a:cubicBezTo>
                  <a:pt x="126" y="389"/>
                  <a:pt x="126" y="391"/>
                  <a:pt x="126" y="394"/>
                </a:cubicBezTo>
                <a:lnTo>
                  <a:pt x="128" y="394"/>
                </a:lnTo>
                <a:lnTo>
                  <a:pt x="128" y="390"/>
                </a:lnTo>
                <a:lnTo>
                  <a:pt x="125" y="374"/>
                </a:lnTo>
                <a:cubicBezTo>
                  <a:pt x="124" y="370"/>
                  <a:pt x="127" y="366"/>
                  <a:pt x="130" y="365"/>
                </a:cubicBezTo>
                <a:cubicBezTo>
                  <a:pt x="134" y="364"/>
                  <a:pt x="137" y="366"/>
                  <a:pt x="139" y="369"/>
                </a:cubicBezTo>
                <a:cubicBezTo>
                  <a:pt x="139" y="368"/>
                  <a:pt x="139" y="368"/>
                  <a:pt x="139" y="367"/>
                </a:cubicBezTo>
                <a:cubicBezTo>
                  <a:pt x="140" y="365"/>
                  <a:pt x="141" y="363"/>
                  <a:pt x="143" y="362"/>
                </a:cubicBezTo>
                <a:lnTo>
                  <a:pt x="154" y="354"/>
                </a:lnTo>
                <a:cubicBezTo>
                  <a:pt x="156" y="353"/>
                  <a:pt x="159" y="352"/>
                  <a:pt x="162" y="353"/>
                </a:cubicBezTo>
                <a:cubicBezTo>
                  <a:pt x="165" y="353"/>
                  <a:pt x="167" y="356"/>
                  <a:pt x="168" y="358"/>
                </a:cubicBezTo>
                <a:lnTo>
                  <a:pt x="169" y="363"/>
                </a:lnTo>
                <a:cubicBezTo>
                  <a:pt x="169" y="364"/>
                  <a:pt x="169" y="365"/>
                  <a:pt x="169" y="366"/>
                </a:cubicBezTo>
                <a:lnTo>
                  <a:pt x="169" y="368"/>
                </a:lnTo>
                <a:cubicBezTo>
                  <a:pt x="169" y="369"/>
                  <a:pt x="169" y="370"/>
                  <a:pt x="169" y="371"/>
                </a:cubicBezTo>
                <a:lnTo>
                  <a:pt x="168" y="376"/>
                </a:lnTo>
                <a:lnTo>
                  <a:pt x="168" y="377"/>
                </a:lnTo>
                <a:cubicBezTo>
                  <a:pt x="169" y="377"/>
                  <a:pt x="171" y="378"/>
                  <a:pt x="171" y="379"/>
                </a:cubicBezTo>
                <a:lnTo>
                  <a:pt x="174" y="382"/>
                </a:lnTo>
                <a:cubicBezTo>
                  <a:pt x="174" y="382"/>
                  <a:pt x="175" y="383"/>
                  <a:pt x="175" y="384"/>
                </a:cubicBezTo>
                <a:lnTo>
                  <a:pt x="177" y="388"/>
                </a:lnTo>
                <a:cubicBezTo>
                  <a:pt x="178" y="391"/>
                  <a:pt x="177" y="394"/>
                  <a:pt x="175" y="396"/>
                </a:cubicBezTo>
                <a:lnTo>
                  <a:pt x="174" y="398"/>
                </a:lnTo>
                <a:cubicBezTo>
                  <a:pt x="172" y="400"/>
                  <a:pt x="170" y="401"/>
                  <a:pt x="168" y="401"/>
                </a:cubicBezTo>
                <a:lnTo>
                  <a:pt x="168" y="402"/>
                </a:lnTo>
                <a:lnTo>
                  <a:pt x="173" y="404"/>
                </a:lnTo>
                <a:lnTo>
                  <a:pt x="201" y="401"/>
                </a:lnTo>
                <a:cubicBezTo>
                  <a:pt x="202" y="401"/>
                  <a:pt x="203" y="401"/>
                  <a:pt x="204" y="402"/>
                </a:cubicBezTo>
                <a:lnTo>
                  <a:pt x="214" y="404"/>
                </a:lnTo>
                <a:cubicBezTo>
                  <a:pt x="215" y="404"/>
                  <a:pt x="216" y="405"/>
                  <a:pt x="217" y="405"/>
                </a:cubicBezTo>
                <a:lnTo>
                  <a:pt x="225" y="412"/>
                </a:lnTo>
                <a:cubicBezTo>
                  <a:pt x="226" y="412"/>
                  <a:pt x="226" y="413"/>
                  <a:pt x="227" y="414"/>
                </a:cubicBezTo>
                <a:lnTo>
                  <a:pt x="233" y="426"/>
                </a:lnTo>
                <a:lnTo>
                  <a:pt x="235" y="435"/>
                </a:lnTo>
                <a:lnTo>
                  <a:pt x="238" y="453"/>
                </a:lnTo>
                <a:lnTo>
                  <a:pt x="248" y="476"/>
                </a:lnTo>
                <a:cubicBezTo>
                  <a:pt x="248" y="477"/>
                  <a:pt x="248" y="478"/>
                  <a:pt x="248" y="479"/>
                </a:cubicBezTo>
                <a:lnTo>
                  <a:pt x="248" y="482"/>
                </a:lnTo>
                <a:lnTo>
                  <a:pt x="253" y="500"/>
                </a:lnTo>
                <a:cubicBezTo>
                  <a:pt x="253" y="500"/>
                  <a:pt x="253" y="501"/>
                  <a:pt x="253" y="502"/>
                </a:cubicBezTo>
                <a:lnTo>
                  <a:pt x="253" y="536"/>
                </a:lnTo>
                <a:lnTo>
                  <a:pt x="256" y="538"/>
                </a:lnTo>
                <a:lnTo>
                  <a:pt x="273" y="539"/>
                </a:lnTo>
                <a:lnTo>
                  <a:pt x="290" y="535"/>
                </a:lnTo>
                <a:lnTo>
                  <a:pt x="303" y="522"/>
                </a:lnTo>
                <a:lnTo>
                  <a:pt x="311" y="492"/>
                </a:lnTo>
                <a:lnTo>
                  <a:pt x="316" y="464"/>
                </a:lnTo>
                <a:lnTo>
                  <a:pt x="324" y="437"/>
                </a:lnTo>
                <a:lnTo>
                  <a:pt x="327" y="421"/>
                </a:lnTo>
                <a:lnTo>
                  <a:pt x="328" y="394"/>
                </a:lnTo>
                <a:lnTo>
                  <a:pt x="339" y="345"/>
                </a:lnTo>
                <a:lnTo>
                  <a:pt x="345" y="334"/>
                </a:lnTo>
                <a:lnTo>
                  <a:pt x="347" y="327"/>
                </a:lnTo>
                <a:lnTo>
                  <a:pt x="347" y="316"/>
                </a:lnTo>
                <a:lnTo>
                  <a:pt x="346" y="303"/>
                </a:lnTo>
                <a:lnTo>
                  <a:pt x="339" y="263"/>
                </a:lnTo>
                <a:lnTo>
                  <a:pt x="306" y="144"/>
                </a:lnTo>
                <a:lnTo>
                  <a:pt x="304" y="130"/>
                </a:lnTo>
                <a:lnTo>
                  <a:pt x="305" y="112"/>
                </a:lnTo>
                <a:cubicBezTo>
                  <a:pt x="305" y="111"/>
                  <a:pt x="306" y="109"/>
                  <a:pt x="306" y="108"/>
                </a:cubicBezTo>
                <a:lnTo>
                  <a:pt x="312" y="99"/>
                </a:lnTo>
                <a:cubicBezTo>
                  <a:pt x="313" y="98"/>
                  <a:pt x="314" y="97"/>
                  <a:pt x="315" y="96"/>
                </a:cubicBezTo>
                <a:lnTo>
                  <a:pt x="355" y="74"/>
                </a:lnTo>
                <a:lnTo>
                  <a:pt x="362" y="67"/>
                </a:lnTo>
                <a:lnTo>
                  <a:pt x="373" y="46"/>
                </a:lnTo>
                <a:lnTo>
                  <a:pt x="373" y="37"/>
                </a:lnTo>
                <a:lnTo>
                  <a:pt x="375" y="13"/>
                </a:lnTo>
                <a:lnTo>
                  <a:pt x="375" y="6"/>
                </a:lnTo>
                <a:lnTo>
                  <a:pt x="373" y="0"/>
                </a:lnTo>
                <a:lnTo>
                  <a:pt x="355" y="2"/>
                </a:lnTo>
                <a:lnTo>
                  <a:pt x="341" y="9"/>
                </a:lnTo>
                <a:lnTo>
                  <a:pt x="333" y="19"/>
                </a:lnTo>
                <a:lnTo>
                  <a:pt x="332" y="22"/>
                </a:lnTo>
                <a:lnTo>
                  <a:pt x="332" y="25"/>
                </a:lnTo>
                <a:lnTo>
                  <a:pt x="332" y="31"/>
                </a:lnTo>
                <a:lnTo>
                  <a:pt x="330" y="38"/>
                </a:lnTo>
                <a:lnTo>
                  <a:pt x="323" y="52"/>
                </a:lnTo>
                <a:cubicBezTo>
                  <a:pt x="322" y="53"/>
                  <a:pt x="322" y="54"/>
                  <a:pt x="321" y="54"/>
                </a:cubicBezTo>
                <a:lnTo>
                  <a:pt x="318" y="57"/>
                </a:lnTo>
                <a:cubicBezTo>
                  <a:pt x="317" y="58"/>
                  <a:pt x="316" y="58"/>
                  <a:pt x="315" y="58"/>
                </a:cubicBezTo>
                <a:lnTo>
                  <a:pt x="308" y="60"/>
                </a:lnTo>
                <a:lnTo>
                  <a:pt x="301" y="72"/>
                </a:lnTo>
                <a:lnTo>
                  <a:pt x="272" y="106"/>
                </a:lnTo>
                <a:cubicBezTo>
                  <a:pt x="271" y="108"/>
                  <a:pt x="269" y="110"/>
                  <a:pt x="266" y="109"/>
                </a:cubicBezTo>
                <a:lnTo>
                  <a:pt x="259" y="109"/>
                </a:lnTo>
                <a:cubicBezTo>
                  <a:pt x="257" y="108"/>
                  <a:pt x="256" y="108"/>
                  <a:pt x="254" y="107"/>
                </a:cubicBezTo>
                <a:lnTo>
                  <a:pt x="253" y="105"/>
                </a:lnTo>
                <a:cubicBezTo>
                  <a:pt x="252" y="105"/>
                  <a:pt x="251" y="104"/>
                  <a:pt x="250" y="102"/>
                </a:cubicBezTo>
                <a:lnTo>
                  <a:pt x="248" y="98"/>
                </a:lnTo>
                <a:cubicBezTo>
                  <a:pt x="247" y="96"/>
                  <a:pt x="247" y="94"/>
                  <a:pt x="248" y="92"/>
                </a:cubicBezTo>
                <a:lnTo>
                  <a:pt x="253" y="80"/>
                </a:lnTo>
                <a:lnTo>
                  <a:pt x="251" y="74"/>
                </a:lnTo>
                <a:lnTo>
                  <a:pt x="243" y="66"/>
                </a:lnTo>
                <a:lnTo>
                  <a:pt x="239" y="64"/>
                </a:lnTo>
                <a:lnTo>
                  <a:pt x="232" y="61"/>
                </a:lnTo>
                <a:lnTo>
                  <a:pt x="224" y="55"/>
                </a:lnTo>
                <a:cubicBezTo>
                  <a:pt x="223" y="54"/>
                  <a:pt x="222" y="53"/>
                  <a:pt x="222" y="52"/>
                </a:cubicBezTo>
                <a:lnTo>
                  <a:pt x="214" y="39"/>
                </a:lnTo>
                <a:lnTo>
                  <a:pt x="208" y="21"/>
                </a:lnTo>
                <a:lnTo>
                  <a:pt x="194" y="12"/>
                </a:lnTo>
                <a:lnTo>
                  <a:pt x="193" y="15"/>
                </a:lnTo>
                <a:lnTo>
                  <a:pt x="194" y="33"/>
                </a:lnTo>
                <a:lnTo>
                  <a:pt x="192" y="46"/>
                </a:lnTo>
                <a:cubicBezTo>
                  <a:pt x="192" y="49"/>
                  <a:pt x="189" y="52"/>
                  <a:pt x="186" y="53"/>
                </a:cubicBezTo>
                <a:lnTo>
                  <a:pt x="173" y="56"/>
                </a:lnTo>
                <a:cubicBezTo>
                  <a:pt x="173" y="56"/>
                  <a:pt x="172" y="56"/>
                  <a:pt x="171" y="56"/>
                </a:cubicBezTo>
                <a:lnTo>
                  <a:pt x="132" y="54"/>
                </a:lnTo>
                <a:lnTo>
                  <a:pt x="112" y="49"/>
                </a:lnTo>
                <a:lnTo>
                  <a:pt x="107" y="52"/>
                </a:lnTo>
                <a:lnTo>
                  <a:pt x="103" y="70"/>
                </a:lnTo>
                <a:lnTo>
                  <a:pt x="96" y="82"/>
                </a:lnTo>
                <a:cubicBezTo>
                  <a:pt x="96" y="83"/>
                  <a:pt x="95" y="83"/>
                  <a:pt x="94" y="84"/>
                </a:cubicBezTo>
                <a:lnTo>
                  <a:pt x="86" y="89"/>
                </a:lnTo>
                <a:lnTo>
                  <a:pt x="83" y="94"/>
                </a:lnTo>
                <a:lnTo>
                  <a:pt x="81" y="102"/>
                </a:lnTo>
                <a:cubicBezTo>
                  <a:pt x="81" y="104"/>
                  <a:pt x="80" y="105"/>
                  <a:pt x="79" y="106"/>
                </a:cubicBezTo>
                <a:lnTo>
                  <a:pt x="70" y="116"/>
                </a:lnTo>
                <a:lnTo>
                  <a:pt x="66" y="124"/>
                </a:lnTo>
                <a:lnTo>
                  <a:pt x="55" y="139"/>
                </a:lnTo>
                <a:lnTo>
                  <a:pt x="48" y="159"/>
                </a:lnTo>
                <a:lnTo>
                  <a:pt x="42" y="171"/>
                </a:lnTo>
                <a:cubicBezTo>
                  <a:pt x="41" y="172"/>
                  <a:pt x="41" y="172"/>
                  <a:pt x="40" y="173"/>
                </a:cubicBezTo>
                <a:lnTo>
                  <a:pt x="30" y="183"/>
                </a:lnTo>
                <a:cubicBezTo>
                  <a:pt x="29" y="184"/>
                  <a:pt x="28" y="185"/>
                  <a:pt x="26" y="185"/>
                </a:cubicBezTo>
                <a:cubicBezTo>
                  <a:pt x="26" y="185"/>
                  <a:pt x="25" y="185"/>
                  <a:pt x="24" y="185"/>
                </a:cubicBezTo>
                <a:lnTo>
                  <a:pt x="19" y="190"/>
                </a:lnTo>
                <a:lnTo>
                  <a:pt x="19" y="20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8" name="Freeform 3">
            <a:extLst>
              <a:ext uri="{FF2B5EF4-FFF2-40B4-BE49-F238E27FC236}">
                <a16:creationId xmlns:a16="http://schemas.microsoft.com/office/drawing/2014/main" xmlns="" id="{682FBDD2-6CC5-49A4-BAF8-1B4FD9C53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848" y="5933135"/>
            <a:ext cx="17800" cy="24919"/>
          </a:xfrm>
          <a:custGeom>
            <a:avLst/>
            <a:gdLst>
              <a:gd name="T0" fmla="*/ 38 w 44"/>
              <a:gd name="T1" fmla="*/ 9 h 61"/>
              <a:gd name="T2" fmla="*/ 28 w 44"/>
              <a:gd name="T3" fmla="*/ 8 h 61"/>
              <a:gd name="T4" fmla="*/ 28 w 44"/>
              <a:gd name="T5" fmla="*/ 8 h 61"/>
              <a:gd name="T6" fmla="*/ 28 w 44"/>
              <a:gd name="T7" fmla="*/ 7 h 61"/>
              <a:gd name="T8" fmla="*/ 23 w 44"/>
              <a:gd name="T9" fmla="*/ 2 h 61"/>
              <a:gd name="T10" fmla="*/ 19 w 44"/>
              <a:gd name="T11" fmla="*/ 1 h 61"/>
              <a:gd name="T12" fmla="*/ 13 w 44"/>
              <a:gd name="T13" fmla="*/ 2 h 61"/>
              <a:gd name="T14" fmla="*/ 8 w 44"/>
              <a:gd name="T15" fmla="*/ 4 h 61"/>
              <a:gd name="T16" fmla="*/ 5 w 44"/>
              <a:gd name="T17" fmla="*/ 8 h 61"/>
              <a:gd name="T18" fmla="*/ 1 w 44"/>
              <a:gd name="T19" fmla="*/ 14 h 61"/>
              <a:gd name="T20" fmla="*/ 0 w 44"/>
              <a:gd name="T21" fmla="*/ 17 h 61"/>
              <a:gd name="T22" fmla="*/ 1 w 44"/>
              <a:gd name="T23" fmla="*/ 25 h 61"/>
              <a:gd name="T24" fmla="*/ 0 w 44"/>
              <a:gd name="T25" fmla="*/ 43 h 61"/>
              <a:gd name="T26" fmla="*/ 3 w 44"/>
              <a:gd name="T27" fmla="*/ 49 h 61"/>
              <a:gd name="T28" fmla="*/ 6 w 44"/>
              <a:gd name="T29" fmla="*/ 52 h 61"/>
              <a:gd name="T30" fmla="*/ 7 w 44"/>
              <a:gd name="T31" fmla="*/ 53 h 61"/>
              <a:gd name="T32" fmla="*/ 9 w 44"/>
              <a:gd name="T33" fmla="*/ 56 h 61"/>
              <a:gd name="T34" fmla="*/ 11 w 44"/>
              <a:gd name="T35" fmla="*/ 57 h 61"/>
              <a:gd name="T36" fmla="*/ 16 w 44"/>
              <a:gd name="T37" fmla="*/ 60 h 61"/>
              <a:gd name="T38" fmla="*/ 17 w 44"/>
              <a:gd name="T39" fmla="*/ 59 h 61"/>
              <a:gd name="T40" fmla="*/ 21 w 44"/>
              <a:gd name="T41" fmla="*/ 59 h 61"/>
              <a:gd name="T42" fmla="*/ 24 w 44"/>
              <a:gd name="T43" fmla="*/ 57 h 61"/>
              <a:gd name="T44" fmla="*/ 29 w 44"/>
              <a:gd name="T45" fmla="*/ 54 h 61"/>
              <a:gd name="T46" fmla="*/ 31 w 44"/>
              <a:gd name="T47" fmla="*/ 51 h 61"/>
              <a:gd name="T48" fmla="*/ 34 w 44"/>
              <a:gd name="T49" fmla="*/ 45 h 61"/>
              <a:gd name="T50" fmla="*/ 34 w 44"/>
              <a:gd name="T51" fmla="*/ 39 h 61"/>
              <a:gd name="T52" fmla="*/ 34 w 44"/>
              <a:gd name="T53" fmla="*/ 39 h 61"/>
              <a:gd name="T54" fmla="*/ 39 w 44"/>
              <a:gd name="T55" fmla="*/ 33 h 61"/>
              <a:gd name="T56" fmla="*/ 40 w 44"/>
              <a:gd name="T57" fmla="*/ 31 h 61"/>
              <a:gd name="T58" fmla="*/ 42 w 44"/>
              <a:gd name="T59" fmla="*/ 26 h 61"/>
              <a:gd name="T60" fmla="*/ 43 w 44"/>
              <a:gd name="T61" fmla="*/ 23 h 61"/>
              <a:gd name="T62" fmla="*/ 43 w 44"/>
              <a:gd name="T63" fmla="*/ 17 h 61"/>
              <a:gd name="T64" fmla="*/ 40 w 44"/>
              <a:gd name="T65" fmla="*/ 11 h 61"/>
              <a:gd name="T66" fmla="*/ 38 w 44"/>
              <a:gd name="T67" fmla="*/ 9 h 61"/>
              <a:gd name="T68" fmla="*/ 20 w 44"/>
              <a:gd name="T69" fmla="*/ 29 h 61"/>
              <a:gd name="T70" fmla="*/ 18 w 44"/>
              <a:gd name="T71" fmla="*/ 34 h 61"/>
              <a:gd name="T72" fmla="*/ 17 w 44"/>
              <a:gd name="T73" fmla="*/ 37 h 61"/>
              <a:gd name="T74" fmla="*/ 17 w 44"/>
              <a:gd name="T75" fmla="*/ 39 h 61"/>
              <a:gd name="T76" fmla="*/ 16 w 44"/>
              <a:gd name="T77" fmla="*/ 38 h 61"/>
              <a:gd name="T78" fmla="*/ 16 w 44"/>
              <a:gd name="T79" fmla="*/ 26 h 61"/>
              <a:gd name="T80" fmla="*/ 16 w 44"/>
              <a:gd name="T81" fmla="*/ 24 h 61"/>
              <a:gd name="T82" fmla="*/ 20 w 44"/>
              <a:gd name="T83" fmla="*/ 26 h 61"/>
              <a:gd name="T84" fmla="*/ 22 w 44"/>
              <a:gd name="T85" fmla="*/ 27 h 61"/>
              <a:gd name="T86" fmla="*/ 23 w 44"/>
              <a:gd name="T87" fmla="*/ 27 h 61"/>
              <a:gd name="T88" fmla="*/ 20 w 44"/>
              <a:gd name="T89" fmla="*/ 29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4" h="61">
                <a:moveTo>
                  <a:pt x="38" y="9"/>
                </a:moveTo>
                <a:cubicBezTo>
                  <a:pt x="36" y="7"/>
                  <a:pt x="31" y="7"/>
                  <a:pt x="28" y="8"/>
                </a:cubicBezTo>
                <a:lnTo>
                  <a:pt x="28" y="8"/>
                </a:lnTo>
                <a:lnTo>
                  <a:pt x="28" y="7"/>
                </a:lnTo>
                <a:cubicBezTo>
                  <a:pt x="27" y="5"/>
                  <a:pt x="25" y="3"/>
                  <a:pt x="23" y="2"/>
                </a:cubicBezTo>
                <a:lnTo>
                  <a:pt x="19" y="1"/>
                </a:lnTo>
                <a:cubicBezTo>
                  <a:pt x="16" y="0"/>
                  <a:pt x="15" y="1"/>
                  <a:pt x="13" y="2"/>
                </a:cubicBezTo>
                <a:lnTo>
                  <a:pt x="8" y="4"/>
                </a:lnTo>
                <a:cubicBezTo>
                  <a:pt x="6" y="5"/>
                  <a:pt x="5" y="6"/>
                  <a:pt x="5" y="8"/>
                </a:cubicBezTo>
                <a:lnTo>
                  <a:pt x="1" y="14"/>
                </a:lnTo>
                <a:cubicBezTo>
                  <a:pt x="1" y="15"/>
                  <a:pt x="0" y="16"/>
                  <a:pt x="0" y="17"/>
                </a:cubicBezTo>
                <a:lnTo>
                  <a:pt x="1" y="25"/>
                </a:lnTo>
                <a:lnTo>
                  <a:pt x="0" y="43"/>
                </a:lnTo>
                <a:cubicBezTo>
                  <a:pt x="0" y="45"/>
                  <a:pt x="1" y="48"/>
                  <a:pt x="3" y="49"/>
                </a:cubicBezTo>
                <a:lnTo>
                  <a:pt x="6" y="52"/>
                </a:lnTo>
                <a:cubicBezTo>
                  <a:pt x="6" y="52"/>
                  <a:pt x="7" y="52"/>
                  <a:pt x="7" y="53"/>
                </a:cubicBezTo>
                <a:cubicBezTo>
                  <a:pt x="7" y="54"/>
                  <a:pt x="8" y="55"/>
                  <a:pt x="9" y="56"/>
                </a:cubicBezTo>
                <a:lnTo>
                  <a:pt x="11" y="57"/>
                </a:lnTo>
                <a:cubicBezTo>
                  <a:pt x="12" y="59"/>
                  <a:pt x="14" y="60"/>
                  <a:pt x="16" y="60"/>
                </a:cubicBezTo>
                <a:cubicBezTo>
                  <a:pt x="16" y="60"/>
                  <a:pt x="16" y="60"/>
                  <a:pt x="17" y="59"/>
                </a:cubicBezTo>
                <a:lnTo>
                  <a:pt x="21" y="59"/>
                </a:lnTo>
                <a:cubicBezTo>
                  <a:pt x="22" y="58"/>
                  <a:pt x="23" y="58"/>
                  <a:pt x="24" y="57"/>
                </a:cubicBezTo>
                <a:lnTo>
                  <a:pt x="29" y="54"/>
                </a:lnTo>
                <a:cubicBezTo>
                  <a:pt x="30" y="53"/>
                  <a:pt x="30" y="52"/>
                  <a:pt x="31" y="51"/>
                </a:cubicBezTo>
                <a:lnTo>
                  <a:pt x="34" y="45"/>
                </a:lnTo>
                <a:cubicBezTo>
                  <a:pt x="35" y="43"/>
                  <a:pt x="35" y="41"/>
                  <a:pt x="34" y="39"/>
                </a:cubicBezTo>
                <a:lnTo>
                  <a:pt x="34" y="39"/>
                </a:lnTo>
                <a:lnTo>
                  <a:pt x="39" y="33"/>
                </a:lnTo>
                <a:cubicBezTo>
                  <a:pt x="40" y="33"/>
                  <a:pt x="40" y="32"/>
                  <a:pt x="40" y="31"/>
                </a:cubicBezTo>
                <a:lnTo>
                  <a:pt x="42" y="26"/>
                </a:lnTo>
                <a:cubicBezTo>
                  <a:pt x="43" y="25"/>
                  <a:pt x="43" y="24"/>
                  <a:pt x="43" y="23"/>
                </a:cubicBezTo>
                <a:lnTo>
                  <a:pt x="43" y="17"/>
                </a:lnTo>
                <a:cubicBezTo>
                  <a:pt x="43" y="15"/>
                  <a:pt x="42" y="12"/>
                  <a:pt x="40" y="11"/>
                </a:cubicBezTo>
                <a:lnTo>
                  <a:pt x="38" y="9"/>
                </a:lnTo>
                <a:close/>
                <a:moveTo>
                  <a:pt x="20" y="29"/>
                </a:moveTo>
                <a:cubicBezTo>
                  <a:pt x="19" y="31"/>
                  <a:pt x="18" y="32"/>
                  <a:pt x="18" y="34"/>
                </a:cubicBezTo>
                <a:lnTo>
                  <a:pt x="17" y="37"/>
                </a:lnTo>
                <a:cubicBezTo>
                  <a:pt x="17" y="38"/>
                  <a:pt x="17" y="39"/>
                  <a:pt x="17" y="39"/>
                </a:cubicBezTo>
                <a:cubicBezTo>
                  <a:pt x="17" y="39"/>
                  <a:pt x="16" y="38"/>
                  <a:pt x="16" y="38"/>
                </a:cubicBezTo>
                <a:lnTo>
                  <a:pt x="16" y="26"/>
                </a:lnTo>
                <a:lnTo>
                  <a:pt x="16" y="24"/>
                </a:lnTo>
                <a:cubicBezTo>
                  <a:pt x="17" y="25"/>
                  <a:pt x="18" y="26"/>
                  <a:pt x="20" y="26"/>
                </a:cubicBezTo>
                <a:lnTo>
                  <a:pt x="22" y="27"/>
                </a:lnTo>
                <a:lnTo>
                  <a:pt x="23" y="27"/>
                </a:lnTo>
                <a:lnTo>
                  <a:pt x="20" y="2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79" name="Freeform 4">
            <a:extLst>
              <a:ext uri="{FF2B5EF4-FFF2-40B4-BE49-F238E27FC236}">
                <a16:creationId xmlns:a16="http://schemas.microsoft.com/office/drawing/2014/main" xmlns="" id="{D0A9D266-8211-4199-B79A-7CBD72F53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891" y="5792518"/>
            <a:ext cx="85438" cy="174436"/>
          </a:xfrm>
          <a:custGeom>
            <a:avLst/>
            <a:gdLst>
              <a:gd name="T0" fmla="*/ 4 w 212"/>
              <a:gd name="T1" fmla="*/ 205 h 431"/>
              <a:gd name="T2" fmla="*/ 28 w 212"/>
              <a:gd name="T3" fmla="*/ 253 h 431"/>
              <a:gd name="T4" fmla="*/ 34 w 212"/>
              <a:gd name="T5" fmla="*/ 287 h 431"/>
              <a:gd name="T6" fmla="*/ 32 w 212"/>
              <a:gd name="T7" fmla="*/ 297 h 431"/>
              <a:gd name="T8" fmla="*/ 18 w 212"/>
              <a:gd name="T9" fmla="*/ 315 h 431"/>
              <a:gd name="T10" fmla="*/ 26 w 212"/>
              <a:gd name="T11" fmla="*/ 346 h 431"/>
              <a:gd name="T12" fmla="*/ 22 w 212"/>
              <a:gd name="T13" fmla="*/ 393 h 431"/>
              <a:gd name="T14" fmla="*/ 20 w 212"/>
              <a:gd name="T15" fmla="*/ 404 h 431"/>
              <a:gd name="T16" fmla="*/ 21 w 212"/>
              <a:gd name="T17" fmla="*/ 429 h 431"/>
              <a:gd name="T18" fmla="*/ 53 w 212"/>
              <a:gd name="T19" fmla="*/ 427 h 431"/>
              <a:gd name="T20" fmla="*/ 59 w 212"/>
              <a:gd name="T21" fmla="*/ 393 h 431"/>
              <a:gd name="T22" fmla="*/ 75 w 212"/>
              <a:gd name="T23" fmla="*/ 385 h 431"/>
              <a:gd name="T24" fmla="*/ 88 w 212"/>
              <a:gd name="T25" fmla="*/ 384 h 431"/>
              <a:gd name="T26" fmla="*/ 103 w 212"/>
              <a:gd name="T27" fmla="*/ 374 h 431"/>
              <a:gd name="T28" fmla="*/ 120 w 212"/>
              <a:gd name="T29" fmla="*/ 378 h 431"/>
              <a:gd name="T30" fmla="*/ 121 w 212"/>
              <a:gd name="T31" fmla="*/ 395 h 431"/>
              <a:gd name="T32" fmla="*/ 120 w 212"/>
              <a:gd name="T33" fmla="*/ 374 h 431"/>
              <a:gd name="T34" fmla="*/ 123 w 212"/>
              <a:gd name="T35" fmla="*/ 349 h 431"/>
              <a:gd name="T36" fmla="*/ 133 w 212"/>
              <a:gd name="T37" fmla="*/ 335 h 431"/>
              <a:gd name="T38" fmla="*/ 143 w 212"/>
              <a:gd name="T39" fmla="*/ 330 h 431"/>
              <a:gd name="T40" fmla="*/ 152 w 212"/>
              <a:gd name="T41" fmla="*/ 303 h 431"/>
              <a:gd name="T42" fmla="*/ 158 w 212"/>
              <a:gd name="T43" fmla="*/ 279 h 431"/>
              <a:gd name="T44" fmla="*/ 165 w 212"/>
              <a:gd name="T45" fmla="*/ 264 h 431"/>
              <a:gd name="T46" fmla="*/ 170 w 212"/>
              <a:gd name="T47" fmla="*/ 241 h 431"/>
              <a:gd name="T48" fmla="*/ 193 w 212"/>
              <a:gd name="T49" fmla="*/ 245 h 431"/>
              <a:gd name="T50" fmla="*/ 201 w 212"/>
              <a:gd name="T51" fmla="*/ 249 h 431"/>
              <a:gd name="T52" fmla="*/ 211 w 212"/>
              <a:gd name="T53" fmla="*/ 229 h 431"/>
              <a:gd name="T54" fmla="*/ 197 w 212"/>
              <a:gd name="T55" fmla="*/ 214 h 431"/>
              <a:gd name="T56" fmla="*/ 192 w 212"/>
              <a:gd name="T57" fmla="*/ 192 h 431"/>
              <a:gd name="T58" fmla="*/ 202 w 212"/>
              <a:gd name="T59" fmla="*/ 163 h 431"/>
              <a:gd name="T60" fmla="*/ 173 w 212"/>
              <a:gd name="T61" fmla="*/ 145 h 431"/>
              <a:gd name="T62" fmla="*/ 152 w 212"/>
              <a:gd name="T63" fmla="*/ 114 h 431"/>
              <a:gd name="T64" fmla="*/ 138 w 212"/>
              <a:gd name="T65" fmla="*/ 100 h 431"/>
              <a:gd name="T66" fmla="*/ 129 w 212"/>
              <a:gd name="T67" fmla="*/ 69 h 431"/>
              <a:gd name="T68" fmla="*/ 150 w 212"/>
              <a:gd name="T69" fmla="*/ 69 h 431"/>
              <a:gd name="T70" fmla="*/ 176 w 212"/>
              <a:gd name="T71" fmla="*/ 43 h 431"/>
              <a:gd name="T72" fmla="*/ 167 w 212"/>
              <a:gd name="T73" fmla="*/ 12 h 431"/>
              <a:gd name="T74" fmla="*/ 114 w 212"/>
              <a:gd name="T75" fmla="*/ 0 h 431"/>
              <a:gd name="T76" fmla="*/ 83 w 212"/>
              <a:gd name="T77" fmla="*/ 18 h 431"/>
              <a:gd name="T78" fmla="*/ 52 w 212"/>
              <a:gd name="T79" fmla="*/ 29 h 431"/>
              <a:gd name="T80" fmla="*/ 49 w 212"/>
              <a:gd name="T81" fmla="*/ 43 h 431"/>
              <a:gd name="T82" fmla="*/ 76 w 212"/>
              <a:gd name="T83" fmla="*/ 76 h 431"/>
              <a:gd name="T84" fmla="*/ 90 w 212"/>
              <a:gd name="T85" fmla="*/ 108 h 431"/>
              <a:gd name="T86" fmla="*/ 81 w 212"/>
              <a:gd name="T87" fmla="*/ 120 h 431"/>
              <a:gd name="T88" fmla="*/ 1 w 212"/>
              <a:gd name="T89" fmla="*/ 125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2" h="431">
                <a:moveTo>
                  <a:pt x="3" y="152"/>
                </a:moveTo>
                <a:lnTo>
                  <a:pt x="0" y="189"/>
                </a:lnTo>
                <a:lnTo>
                  <a:pt x="4" y="205"/>
                </a:lnTo>
                <a:lnTo>
                  <a:pt x="28" y="238"/>
                </a:lnTo>
                <a:cubicBezTo>
                  <a:pt x="30" y="240"/>
                  <a:pt x="30" y="242"/>
                  <a:pt x="30" y="244"/>
                </a:cubicBezTo>
                <a:lnTo>
                  <a:pt x="28" y="253"/>
                </a:lnTo>
                <a:lnTo>
                  <a:pt x="31" y="265"/>
                </a:lnTo>
                <a:lnTo>
                  <a:pt x="32" y="279"/>
                </a:lnTo>
                <a:lnTo>
                  <a:pt x="34" y="287"/>
                </a:lnTo>
                <a:cubicBezTo>
                  <a:pt x="35" y="288"/>
                  <a:pt x="35" y="290"/>
                  <a:pt x="34" y="291"/>
                </a:cubicBezTo>
                <a:lnTo>
                  <a:pt x="33" y="294"/>
                </a:lnTo>
                <a:cubicBezTo>
                  <a:pt x="33" y="295"/>
                  <a:pt x="33" y="296"/>
                  <a:pt x="32" y="297"/>
                </a:cubicBezTo>
                <a:lnTo>
                  <a:pt x="28" y="302"/>
                </a:lnTo>
                <a:lnTo>
                  <a:pt x="19" y="312"/>
                </a:lnTo>
                <a:lnTo>
                  <a:pt x="18" y="315"/>
                </a:lnTo>
                <a:lnTo>
                  <a:pt x="19" y="320"/>
                </a:lnTo>
                <a:lnTo>
                  <a:pt x="25" y="336"/>
                </a:lnTo>
                <a:lnTo>
                  <a:pt x="26" y="346"/>
                </a:lnTo>
                <a:lnTo>
                  <a:pt x="23" y="367"/>
                </a:lnTo>
                <a:lnTo>
                  <a:pt x="23" y="389"/>
                </a:lnTo>
                <a:cubicBezTo>
                  <a:pt x="23" y="390"/>
                  <a:pt x="23" y="391"/>
                  <a:pt x="22" y="393"/>
                </a:cubicBezTo>
                <a:lnTo>
                  <a:pt x="18" y="400"/>
                </a:lnTo>
                <a:lnTo>
                  <a:pt x="19" y="402"/>
                </a:lnTo>
                <a:cubicBezTo>
                  <a:pt x="19" y="402"/>
                  <a:pt x="20" y="403"/>
                  <a:pt x="20" y="404"/>
                </a:cubicBezTo>
                <a:lnTo>
                  <a:pt x="22" y="416"/>
                </a:lnTo>
                <a:cubicBezTo>
                  <a:pt x="23" y="417"/>
                  <a:pt x="23" y="418"/>
                  <a:pt x="22" y="419"/>
                </a:cubicBezTo>
                <a:lnTo>
                  <a:pt x="21" y="429"/>
                </a:lnTo>
                <a:cubicBezTo>
                  <a:pt x="21" y="429"/>
                  <a:pt x="21" y="430"/>
                  <a:pt x="20" y="430"/>
                </a:cubicBezTo>
                <a:lnTo>
                  <a:pt x="48" y="429"/>
                </a:lnTo>
                <a:lnTo>
                  <a:pt x="53" y="427"/>
                </a:lnTo>
                <a:lnTo>
                  <a:pt x="60" y="422"/>
                </a:lnTo>
                <a:lnTo>
                  <a:pt x="64" y="414"/>
                </a:lnTo>
                <a:lnTo>
                  <a:pt x="59" y="393"/>
                </a:lnTo>
                <a:cubicBezTo>
                  <a:pt x="59" y="390"/>
                  <a:pt x="60" y="387"/>
                  <a:pt x="62" y="385"/>
                </a:cubicBezTo>
                <a:cubicBezTo>
                  <a:pt x="64" y="383"/>
                  <a:pt x="67" y="383"/>
                  <a:pt x="70" y="383"/>
                </a:cubicBezTo>
                <a:lnTo>
                  <a:pt x="75" y="385"/>
                </a:lnTo>
                <a:cubicBezTo>
                  <a:pt x="76" y="385"/>
                  <a:pt x="77" y="386"/>
                  <a:pt x="77" y="386"/>
                </a:cubicBezTo>
                <a:lnTo>
                  <a:pt x="82" y="390"/>
                </a:lnTo>
                <a:lnTo>
                  <a:pt x="88" y="384"/>
                </a:lnTo>
                <a:cubicBezTo>
                  <a:pt x="89" y="384"/>
                  <a:pt x="90" y="383"/>
                  <a:pt x="91" y="383"/>
                </a:cubicBezTo>
                <a:lnTo>
                  <a:pt x="94" y="381"/>
                </a:lnTo>
                <a:lnTo>
                  <a:pt x="103" y="374"/>
                </a:lnTo>
                <a:cubicBezTo>
                  <a:pt x="104" y="373"/>
                  <a:pt x="106" y="373"/>
                  <a:pt x="107" y="372"/>
                </a:cubicBezTo>
                <a:lnTo>
                  <a:pt x="112" y="372"/>
                </a:lnTo>
                <a:cubicBezTo>
                  <a:pt x="116" y="371"/>
                  <a:pt x="119" y="374"/>
                  <a:pt x="120" y="378"/>
                </a:cubicBezTo>
                <a:lnTo>
                  <a:pt x="122" y="388"/>
                </a:lnTo>
                <a:cubicBezTo>
                  <a:pt x="123" y="390"/>
                  <a:pt x="122" y="392"/>
                  <a:pt x="121" y="394"/>
                </a:cubicBezTo>
                <a:lnTo>
                  <a:pt x="121" y="395"/>
                </a:lnTo>
                <a:lnTo>
                  <a:pt x="125" y="390"/>
                </a:lnTo>
                <a:lnTo>
                  <a:pt x="125" y="388"/>
                </a:lnTo>
                <a:lnTo>
                  <a:pt x="120" y="374"/>
                </a:lnTo>
                <a:cubicBezTo>
                  <a:pt x="119" y="373"/>
                  <a:pt x="119" y="372"/>
                  <a:pt x="119" y="371"/>
                </a:cubicBezTo>
                <a:lnTo>
                  <a:pt x="120" y="364"/>
                </a:lnTo>
                <a:lnTo>
                  <a:pt x="123" y="349"/>
                </a:lnTo>
                <a:lnTo>
                  <a:pt x="123" y="342"/>
                </a:lnTo>
                <a:cubicBezTo>
                  <a:pt x="123" y="338"/>
                  <a:pt x="127" y="335"/>
                  <a:pt x="131" y="335"/>
                </a:cubicBezTo>
                <a:lnTo>
                  <a:pt x="133" y="335"/>
                </a:lnTo>
                <a:cubicBezTo>
                  <a:pt x="136" y="335"/>
                  <a:pt x="138" y="336"/>
                  <a:pt x="140" y="338"/>
                </a:cubicBezTo>
                <a:cubicBezTo>
                  <a:pt x="140" y="337"/>
                  <a:pt x="142" y="336"/>
                  <a:pt x="143" y="335"/>
                </a:cubicBezTo>
                <a:lnTo>
                  <a:pt x="143" y="330"/>
                </a:lnTo>
                <a:cubicBezTo>
                  <a:pt x="143" y="327"/>
                  <a:pt x="145" y="325"/>
                  <a:pt x="147" y="324"/>
                </a:cubicBezTo>
                <a:cubicBezTo>
                  <a:pt x="148" y="323"/>
                  <a:pt x="149" y="323"/>
                  <a:pt x="150" y="323"/>
                </a:cubicBezTo>
                <a:lnTo>
                  <a:pt x="152" y="303"/>
                </a:lnTo>
                <a:lnTo>
                  <a:pt x="156" y="285"/>
                </a:lnTo>
                <a:cubicBezTo>
                  <a:pt x="156" y="284"/>
                  <a:pt x="156" y="283"/>
                  <a:pt x="156" y="282"/>
                </a:cubicBezTo>
                <a:lnTo>
                  <a:pt x="158" y="279"/>
                </a:lnTo>
                <a:cubicBezTo>
                  <a:pt x="159" y="277"/>
                  <a:pt x="160" y="276"/>
                  <a:pt x="162" y="275"/>
                </a:cubicBezTo>
                <a:lnTo>
                  <a:pt x="166" y="274"/>
                </a:lnTo>
                <a:lnTo>
                  <a:pt x="165" y="264"/>
                </a:lnTo>
                <a:lnTo>
                  <a:pt x="165" y="253"/>
                </a:lnTo>
                <a:lnTo>
                  <a:pt x="165" y="247"/>
                </a:lnTo>
                <a:cubicBezTo>
                  <a:pt x="166" y="245"/>
                  <a:pt x="167" y="242"/>
                  <a:pt x="170" y="241"/>
                </a:cubicBezTo>
                <a:lnTo>
                  <a:pt x="173" y="240"/>
                </a:lnTo>
                <a:cubicBezTo>
                  <a:pt x="175" y="239"/>
                  <a:pt x="177" y="239"/>
                  <a:pt x="179" y="240"/>
                </a:cubicBezTo>
                <a:lnTo>
                  <a:pt x="193" y="245"/>
                </a:lnTo>
                <a:cubicBezTo>
                  <a:pt x="194" y="245"/>
                  <a:pt x="195" y="246"/>
                  <a:pt x="195" y="246"/>
                </a:cubicBezTo>
                <a:lnTo>
                  <a:pt x="201" y="251"/>
                </a:lnTo>
                <a:lnTo>
                  <a:pt x="201" y="249"/>
                </a:lnTo>
                <a:lnTo>
                  <a:pt x="204" y="239"/>
                </a:lnTo>
                <a:cubicBezTo>
                  <a:pt x="205" y="237"/>
                  <a:pt x="205" y="236"/>
                  <a:pt x="206" y="235"/>
                </a:cubicBezTo>
                <a:lnTo>
                  <a:pt x="211" y="229"/>
                </a:lnTo>
                <a:lnTo>
                  <a:pt x="209" y="224"/>
                </a:lnTo>
                <a:lnTo>
                  <a:pt x="199" y="216"/>
                </a:lnTo>
                <a:cubicBezTo>
                  <a:pt x="198" y="215"/>
                  <a:pt x="198" y="215"/>
                  <a:pt x="197" y="214"/>
                </a:cubicBezTo>
                <a:lnTo>
                  <a:pt x="192" y="206"/>
                </a:lnTo>
                <a:cubicBezTo>
                  <a:pt x="191" y="205"/>
                  <a:pt x="191" y="203"/>
                  <a:pt x="191" y="201"/>
                </a:cubicBezTo>
                <a:lnTo>
                  <a:pt x="192" y="192"/>
                </a:lnTo>
                <a:cubicBezTo>
                  <a:pt x="192" y="191"/>
                  <a:pt x="192" y="190"/>
                  <a:pt x="192" y="189"/>
                </a:cubicBezTo>
                <a:lnTo>
                  <a:pt x="200" y="171"/>
                </a:lnTo>
                <a:lnTo>
                  <a:pt x="202" y="163"/>
                </a:lnTo>
                <a:lnTo>
                  <a:pt x="201" y="156"/>
                </a:lnTo>
                <a:lnTo>
                  <a:pt x="199" y="153"/>
                </a:lnTo>
                <a:lnTo>
                  <a:pt x="173" y="145"/>
                </a:lnTo>
                <a:cubicBezTo>
                  <a:pt x="171" y="145"/>
                  <a:pt x="169" y="143"/>
                  <a:pt x="169" y="141"/>
                </a:cubicBezTo>
                <a:lnTo>
                  <a:pt x="158" y="118"/>
                </a:lnTo>
                <a:lnTo>
                  <a:pt x="152" y="114"/>
                </a:lnTo>
                <a:lnTo>
                  <a:pt x="148" y="111"/>
                </a:lnTo>
                <a:cubicBezTo>
                  <a:pt x="147" y="111"/>
                  <a:pt x="146" y="110"/>
                  <a:pt x="145" y="109"/>
                </a:cubicBezTo>
                <a:lnTo>
                  <a:pt x="138" y="100"/>
                </a:lnTo>
                <a:lnTo>
                  <a:pt x="131" y="88"/>
                </a:lnTo>
                <a:lnTo>
                  <a:pt x="127" y="77"/>
                </a:lnTo>
                <a:cubicBezTo>
                  <a:pt x="127" y="74"/>
                  <a:pt x="127" y="71"/>
                  <a:pt x="129" y="69"/>
                </a:cubicBezTo>
                <a:cubicBezTo>
                  <a:pt x="130" y="67"/>
                  <a:pt x="133" y="66"/>
                  <a:pt x="136" y="66"/>
                </a:cubicBezTo>
                <a:lnTo>
                  <a:pt x="145" y="67"/>
                </a:lnTo>
                <a:cubicBezTo>
                  <a:pt x="147" y="67"/>
                  <a:pt x="149" y="68"/>
                  <a:pt x="150" y="69"/>
                </a:cubicBezTo>
                <a:lnTo>
                  <a:pt x="172" y="85"/>
                </a:lnTo>
                <a:lnTo>
                  <a:pt x="174" y="74"/>
                </a:lnTo>
                <a:lnTo>
                  <a:pt x="176" y="43"/>
                </a:lnTo>
                <a:lnTo>
                  <a:pt x="174" y="27"/>
                </a:lnTo>
                <a:lnTo>
                  <a:pt x="171" y="18"/>
                </a:lnTo>
                <a:lnTo>
                  <a:pt x="167" y="12"/>
                </a:lnTo>
                <a:lnTo>
                  <a:pt x="151" y="2"/>
                </a:lnTo>
                <a:cubicBezTo>
                  <a:pt x="150" y="3"/>
                  <a:pt x="149" y="3"/>
                  <a:pt x="147" y="3"/>
                </a:cubicBezTo>
                <a:lnTo>
                  <a:pt x="114" y="0"/>
                </a:lnTo>
                <a:lnTo>
                  <a:pt x="105" y="2"/>
                </a:lnTo>
                <a:lnTo>
                  <a:pt x="89" y="16"/>
                </a:lnTo>
                <a:cubicBezTo>
                  <a:pt x="88" y="18"/>
                  <a:pt x="85" y="19"/>
                  <a:pt x="83" y="18"/>
                </a:cubicBezTo>
                <a:cubicBezTo>
                  <a:pt x="80" y="18"/>
                  <a:pt x="78" y="16"/>
                  <a:pt x="77" y="14"/>
                </a:cubicBezTo>
                <a:lnTo>
                  <a:pt x="74" y="8"/>
                </a:lnTo>
                <a:lnTo>
                  <a:pt x="52" y="29"/>
                </a:lnTo>
                <a:lnTo>
                  <a:pt x="48" y="35"/>
                </a:lnTo>
                <a:lnTo>
                  <a:pt x="48" y="40"/>
                </a:lnTo>
                <a:lnTo>
                  <a:pt x="49" y="43"/>
                </a:lnTo>
                <a:lnTo>
                  <a:pt x="51" y="46"/>
                </a:lnTo>
                <a:lnTo>
                  <a:pt x="64" y="60"/>
                </a:lnTo>
                <a:lnTo>
                  <a:pt x="76" y="76"/>
                </a:lnTo>
                <a:lnTo>
                  <a:pt x="89" y="102"/>
                </a:lnTo>
                <a:cubicBezTo>
                  <a:pt x="89" y="102"/>
                  <a:pt x="90" y="103"/>
                  <a:pt x="90" y="104"/>
                </a:cubicBezTo>
                <a:lnTo>
                  <a:pt x="90" y="108"/>
                </a:lnTo>
                <a:cubicBezTo>
                  <a:pt x="90" y="109"/>
                  <a:pt x="90" y="110"/>
                  <a:pt x="90" y="111"/>
                </a:cubicBezTo>
                <a:cubicBezTo>
                  <a:pt x="90" y="114"/>
                  <a:pt x="89" y="117"/>
                  <a:pt x="86" y="118"/>
                </a:cubicBezTo>
                <a:lnTo>
                  <a:pt x="81" y="120"/>
                </a:lnTo>
                <a:lnTo>
                  <a:pt x="70" y="123"/>
                </a:lnTo>
                <a:lnTo>
                  <a:pt x="1" y="123"/>
                </a:lnTo>
                <a:lnTo>
                  <a:pt x="1" y="125"/>
                </a:lnTo>
                <a:lnTo>
                  <a:pt x="3" y="151"/>
                </a:lnTo>
                <a:lnTo>
                  <a:pt x="3" y="15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0" name="Freeform 5">
            <a:extLst>
              <a:ext uri="{FF2B5EF4-FFF2-40B4-BE49-F238E27FC236}">
                <a16:creationId xmlns:a16="http://schemas.microsoft.com/office/drawing/2014/main" xmlns="" id="{A13739B8-9CD3-419F-9B35-5FD5D1F33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719" y="5911775"/>
            <a:ext cx="215376" cy="277674"/>
          </a:xfrm>
          <a:custGeom>
            <a:avLst/>
            <a:gdLst>
              <a:gd name="T0" fmla="*/ 134 w 532"/>
              <a:gd name="T1" fmla="*/ 25 h 688"/>
              <a:gd name="T2" fmla="*/ 114 w 532"/>
              <a:gd name="T3" fmla="*/ 57 h 688"/>
              <a:gd name="T4" fmla="*/ 34 w 532"/>
              <a:gd name="T5" fmla="*/ 162 h 688"/>
              <a:gd name="T6" fmla="*/ 39 w 532"/>
              <a:gd name="T7" fmla="*/ 198 h 688"/>
              <a:gd name="T8" fmla="*/ 38 w 532"/>
              <a:gd name="T9" fmla="*/ 265 h 688"/>
              <a:gd name="T10" fmla="*/ 39 w 532"/>
              <a:gd name="T11" fmla="*/ 300 h 688"/>
              <a:gd name="T12" fmla="*/ 19 w 532"/>
              <a:gd name="T13" fmla="*/ 329 h 688"/>
              <a:gd name="T14" fmla="*/ 41 w 532"/>
              <a:gd name="T15" fmla="*/ 346 h 688"/>
              <a:gd name="T16" fmla="*/ 56 w 532"/>
              <a:gd name="T17" fmla="*/ 480 h 688"/>
              <a:gd name="T18" fmla="*/ 50 w 532"/>
              <a:gd name="T19" fmla="*/ 503 h 688"/>
              <a:gd name="T20" fmla="*/ 54 w 532"/>
              <a:gd name="T21" fmla="*/ 509 h 688"/>
              <a:gd name="T22" fmla="*/ 79 w 532"/>
              <a:gd name="T23" fmla="*/ 525 h 688"/>
              <a:gd name="T24" fmla="*/ 58 w 532"/>
              <a:gd name="T25" fmla="*/ 537 h 688"/>
              <a:gd name="T26" fmla="*/ 96 w 532"/>
              <a:gd name="T27" fmla="*/ 540 h 688"/>
              <a:gd name="T28" fmla="*/ 122 w 532"/>
              <a:gd name="T29" fmla="*/ 546 h 688"/>
              <a:gd name="T30" fmla="*/ 72 w 532"/>
              <a:gd name="T31" fmla="*/ 587 h 688"/>
              <a:gd name="T32" fmla="*/ 83 w 532"/>
              <a:gd name="T33" fmla="*/ 626 h 688"/>
              <a:gd name="T34" fmla="*/ 87 w 532"/>
              <a:gd name="T35" fmla="*/ 593 h 688"/>
              <a:gd name="T36" fmla="*/ 126 w 532"/>
              <a:gd name="T37" fmla="*/ 619 h 688"/>
              <a:gd name="T38" fmla="*/ 165 w 532"/>
              <a:gd name="T39" fmla="*/ 626 h 688"/>
              <a:gd name="T40" fmla="*/ 168 w 532"/>
              <a:gd name="T41" fmla="*/ 645 h 688"/>
              <a:gd name="T42" fmla="*/ 171 w 532"/>
              <a:gd name="T43" fmla="*/ 659 h 688"/>
              <a:gd name="T44" fmla="*/ 204 w 532"/>
              <a:gd name="T45" fmla="*/ 639 h 688"/>
              <a:gd name="T46" fmla="*/ 211 w 532"/>
              <a:gd name="T47" fmla="*/ 658 h 688"/>
              <a:gd name="T48" fmla="*/ 234 w 532"/>
              <a:gd name="T49" fmla="*/ 664 h 688"/>
              <a:gd name="T50" fmla="*/ 330 w 532"/>
              <a:gd name="T51" fmla="*/ 687 h 688"/>
              <a:gd name="T52" fmla="*/ 350 w 532"/>
              <a:gd name="T53" fmla="*/ 667 h 688"/>
              <a:gd name="T54" fmla="*/ 376 w 532"/>
              <a:gd name="T55" fmla="*/ 662 h 688"/>
              <a:gd name="T56" fmla="*/ 443 w 532"/>
              <a:gd name="T57" fmla="*/ 648 h 688"/>
              <a:gd name="T58" fmla="*/ 464 w 532"/>
              <a:gd name="T59" fmla="*/ 616 h 688"/>
              <a:gd name="T60" fmla="*/ 463 w 532"/>
              <a:gd name="T61" fmla="*/ 571 h 688"/>
              <a:gd name="T62" fmla="*/ 494 w 532"/>
              <a:gd name="T63" fmla="*/ 598 h 688"/>
              <a:gd name="T64" fmla="*/ 487 w 532"/>
              <a:gd name="T65" fmla="*/ 626 h 688"/>
              <a:gd name="T66" fmla="*/ 509 w 532"/>
              <a:gd name="T67" fmla="*/ 618 h 688"/>
              <a:gd name="T68" fmla="*/ 529 w 532"/>
              <a:gd name="T69" fmla="*/ 615 h 688"/>
              <a:gd name="T70" fmla="*/ 517 w 532"/>
              <a:gd name="T71" fmla="*/ 586 h 688"/>
              <a:gd name="T72" fmla="*/ 531 w 532"/>
              <a:gd name="T73" fmla="*/ 560 h 688"/>
              <a:gd name="T74" fmla="*/ 492 w 532"/>
              <a:gd name="T75" fmla="*/ 529 h 688"/>
              <a:gd name="T76" fmla="*/ 489 w 532"/>
              <a:gd name="T77" fmla="*/ 503 h 688"/>
              <a:gd name="T78" fmla="*/ 470 w 532"/>
              <a:gd name="T79" fmla="*/ 511 h 688"/>
              <a:gd name="T80" fmla="*/ 450 w 532"/>
              <a:gd name="T81" fmla="*/ 502 h 688"/>
              <a:gd name="T82" fmla="*/ 407 w 532"/>
              <a:gd name="T83" fmla="*/ 460 h 688"/>
              <a:gd name="T84" fmla="*/ 393 w 532"/>
              <a:gd name="T85" fmla="*/ 431 h 688"/>
              <a:gd name="T86" fmla="*/ 347 w 532"/>
              <a:gd name="T87" fmla="*/ 438 h 688"/>
              <a:gd name="T88" fmla="*/ 325 w 532"/>
              <a:gd name="T89" fmla="*/ 404 h 688"/>
              <a:gd name="T90" fmla="*/ 327 w 532"/>
              <a:gd name="T91" fmla="*/ 370 h 688"/>
              <a:gd name="T92" fmla="*/ 338 w 532"/>
              <a:gd name="T93" fmla="*/ 341 h 688"/>
              <a:gd name="T94" fmla="*/ 334 w 532"/>
              <a:gd name="T95" fmla="*/ 297 h 688"/>
              <a:gd name="T96" fmla="*/ 355 w 532"/>
              <a:gd name="T97" fmla="*/ 279 h 688"/>
              <a:gd name="T98" fmla="*/ 337 w 532"/>
              <a:gd name="T99" fmla="*/ 194 h 688"/>
              <a:gd name="T100" fmla="*/ 224 w 532"/>
              <a:gd name="T101" fmla="*/ 213 h 688"/>
              <a:gd name="T102" fmla="*/ 208 w 532"/>
              <a:gd name="T103" fmla="*/ 222 h 688"/>
              <a:gd name="T104" fmla="*/ 173 w 532"/>
              <a:gd name="T105" fmla="*/ 197 h 688"/>
              <a:gd name="T106" fmla="*/ 203 w 532"/>
              <a:gd name="T107" fmla="*/ 137 h 688"/>
              <a:gd name="T108" fmla="*/ 202 w 532"/>
              <a:gd name="T109" fmla="*/ 92 h 688"/>
              <a:gd name="T110" fmla="*/ 205 w 532"/>
              <a:gd name="T111" fmla="*/ 18 h 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32" h="688">
                <a:moveTo>
                  <a:pt x="141" y="9"/>
                </a:moveTo>
                <a:cubicBezTo>
                  <a:pt x="140" y="9"/>
                  <a:pt x="140" y="10"/>
                  <a:pt x="139" y="10"/>
                </a:cubicBezTo>
                <a:lnTo>
                  <a:pt x="133" y="17"/>
                </a:lnTo>
                <a:lnTo>
                  <a:pt x="133" y="19"/>
                </a:lnTo>
                <a:lnTo>
                  <a:pt x="134" y="25"/>
                </a:lnTo>
                <a:cubicBezTo>
                  <a:pt x="134" y="26"/>
                  <a:pt x="134" y="28"/>
                  <a:pt x="134" y="29"/>
                </a:cubicBezTo>
                <a:lnTo>
                  <a:pt x="132" y="37"/>
                </a:lnTo>
                <a:cubicBezTo>
                  <a:pt x="132" y="38"/>
                  <a:pt x="132" y="39"/>
                  <a:pt x="131" y="40"/>
                </a:cubicBezTo>
                <a:lnTo>
                  <a:pt x="126" y="47"/>
                </a:lnTo>
                <a:lnTo>
                  <a:pt x="114" y="57"/>
                </a:lnTo>
                <a:lnTo>
                  <a:pt x="106" y="66"/>
                </a:lnTo>
                <a:lnTo>
                  <a:pt x="102" y="73"/>
                </a:lnTo>
                <a:lnTo>
                  <a:pt x="98" y="82"/>
                </a:lnTo>
                <a:lnTo>
                  <a:pt x="94" y="89"/>
                </a:lnTo>
                <a:lnTo>
                  <a:pt x="34" y="162"/>
                </a:lnTo>
                <a:lnTo>
                  <a:pt x="35" y="165"/>
                </a:lnTo>
                <a:lnTo>
                  <a:pt x="38" y="170"/>
                </a:lnTo>
                <a:lnTo>
                  <a:pt x="40" y="177"/>
                </a:lnTo>
                <a:cubicBezTo>
                  <a:pt x="40" y="178"/>
                  <a:pt x="41" y="179"/>
                  <a:pt x="40" y="180"/>
                </a:cubicBezTo>
                <a:lnTo>
                  <a:pt x="39" y="198"/>
                </a:lnTo>
                <a:lnTo>
                  <a:pt x="21" y="243"/>
                </a:lnTo>
                <a:lnTo>
                  <a:pt x="23" y="246"/>
                </a:lnTo>
                <a:lnTo>
                  <a:pt x="32" y="253"/>
                </a:lnTo>
                <a:cubicBezTo>
                  <a:pt x="33" y="253"/>
                  <a:pt x="34" y="254"/>
                  <a:pt x="34" y="256"/>
                </a:cubicBezTo>
                <a:lnTo>
                  <a:pt x="38" y="265"/>
                </a:lnTo>
                <a:lnTo>
                  <a:pt x="46" y="278"/>
                </a:lnTo>
                <a:cubicBezTo>
                  <a:pt x="46" y="279"/>
                  <a:pt x="47" y="281"/>
                  <a:pt x="47" y="283"/>
                </a:cubicBezTo>
                <a:lnTo>
                  <a:pt x="46" y="291"/>
                </a:lnTo>
                <a:cubicBezTo>
                  <a:pt x="45" y="292"/>
                  <a:pt x="45" y="294"/>
                  <a:pt x="44" y="295"/>
                </a:cubicBezTo>
                <a:lnTo>
                  <a:pt x="39" y="300"/>
                </a:lnTo>
                <a:lnTo>
                  <a:pt x="29" y="308"/>
                </a:lnTo>
                <a:cubicBezTo>
                  <a:pt x="28" y="309"/>
                  <a:pt x="28" y="309"/>
                  <a:pt x="27" y="309"/>
                </a:cubicBezTo>
                <a:lnTo>
                  <a:pt x="0" y="320"/>
                </a:lnTo>
                <a:lnTo>
                  <a:pt x="6" y="331"/>
                </a:lnTo>
                <a:lnTo>
                  <a:pt x="19" y="329"/>
                </a:lnTo>
                <a:cubicBezTo>
                  <a:pt x="20" y="329"/>
                  <a:pt x="22" y="329"/>
                  <a:pt x="23" y="330"/>
                </a:cubicBezTo>
                <a:lnTo>
                  <a:pt x="33" y="334"/>
                </a:lnTo>
                <a:cubicBezTo>
                  <a:pt x="35" y="335"/>
                  <a:pt x="36" y="336"/>
                  <a:pt x="37" y="337"/>
                </a:cubicBezTo>
                <a:lnTo>
                  <a:pt x="40" y="343"/>
                </a:lnTo>
                <a:cubicBezTo>
                  <a:pt x="41" y="344"/>
                  <a:pt x="41" y="345"/>
                  <a:pt x="41" y="346"/>
                </a:cubicBezTo>
                <a:lnTo>
                  <a:pt x="45" y="383"/>
                </a:lnTo>
                <a:lnTo>
                  <a:pt x="43" y="401"/>
                </a:lnTo>
                <a:lnTo>
                  <a:pt x="44" y="410"/>
                </a:lnTo>
                <a:lnTo>
                  <a:pt x="55" y="469"/>
                </a:lnTo>
                <a:lnTo>
                  <a:pt x="56" y="480"/>
                </a:lnTo>
                <a:lnTo>
                  <a:pt x="54" y="492"/>
                </a:lnTo>
                <a:cubicBezTo>
                  <a:pt x="54" y="492"/>
                  <a:pt x="54" y="493"/>
                  <a:pt x="54" y="494"/>
                </a:cubicBezTo>
                <a:lnTo>
                  <a:pt x="50" y="502"/>
                </a:lnTo>
                <a:lnTo>
                  <a:pt x="50" y="503"/>
                </a:lnTo>
                <a:lnTo>
                  <a:pt x="50" y="503"/>
                </a:lnTo>
                <a:lnTo>
                  <a:pt x="49" y="504"/>
                </a:lnTo>
                <a:lnTo>
                  <a:pt x="45" y="511"/>
                </a:lnTo>
                <a:lnTo>
                  <a:pt x="46" y="511"/>
                </a:lnTo>
                <a:lnTo>
                  <a:pt x="49" y="512"/>
                </a:lnTo>
                <a:lnTo>
                  <a:pt x="54" y="509"/>
                </a:lnTo>
                <a:lnTo>
                  <a:pt x="55" y="508"/>
                </a:lnTo>
                <a:lnTo>
                  <a:pt x="63" y="506"/>
                </a:lnTo>
                <a:cubicBezTo>
                  <a:pt x="66" y="505"/>
                  <a:pt x="69" y="506"/>
                  <a:pt x="71" y="509"/>
                </a:cubicBezTo>
                <a:lnTo>
                  <a:pt x="78" y="517"/>
                </a:lnTo>
                <a:cubicBezTo>
                  <a:pt x="79" y="519"/>
                  <a:pt x="80" y="522"/>
                  <a:pt x="79" y="525"/>
                </a:cubicBezTo>
                <a:lnTo>
                  <a:pt x="75" y="537"/>
                </a:lnTo>
                <a:cubicBezTo>
                  <a:pt x="74" y="540"/>
                  <a:pt x="72" y="542"/>
                  <a:pt x="69" y="542"/>
                </a:cubicBezTo>
                <a:cubicBezTo>
                  <a:pt x="66" y="543"/>
                  <a:pt x="63" y="542"/>
                  <a:pt x="62" y="540"/>
                </a:cubicBezTo>
                <a:lnTo>
                  <a:pt x="58" y="537"/>
                </a:lnTo>
                <a:lnTo>
                  <a:pt x="58" y="537"/>
                </a:lnTo>
                <a:lnTo>
                  <a:pt x="57" y="544"/>
                </a:lnTo>
                <a:lnTo>
                  <a:pt x="58" y="549"/>
                </a:lnTo>
                <a:lnTo>
                  <a:pt x="66" y="565"/>
                </a:lnTo>
                <a:lnTo>
                  <a:pt x="81" y="551"/>
                </a:lnTo>
                <a:lnTo>
                  <a:pt x="96" y="540"/>
                </a:lnTo>
                <a:cubicBezTo>
                  <a:pt x="97" y="540"/>
                  <a:pt x="97" y="540"/>
                  <a:pt x="98" y="540"/>
                </a:cubicBezTo>
                <a:lnTo>
                  <a:pt x="106" y="537"/>
                </a:lnTo>
                <a:cubicBezTo>
                  <a:pt x="108" y="537"/>
                  <a:pt x="109" y="537"/>
                  <a:pt x="111" y="537"/>
                </a:cubicBezTo>
                <a:lnTo>
                  <a:pt x="116" y="539"/>
                </a:lnTo>
                <a:cubicBezTo>
                  <a:pt x="119" y="540"/>
                  <a:pt x="121" y="543"/>
                  <a:pt x="122" y="546"/>
                </a:cubicBezTo>
                <a:cubicBezTo>
                  <a:pt x="122" y="549"/>
                  <a:pt x="120" y="552"/>
                  <a:pt x="118" y="553"/>
                </a:cubicBezTo>
                <a:lnTo>
                  <a:pt x="94" y="568"/>
                </a:lnTo>
                <a:lnTo>
                  <a:pt x="83" y="581"/>
                </a:lnTo>
                <a:cubicBezTo>
                  <a:pt x="82" y="582"/>
                  <a:pt x="81" y="582"/>
                  <a:pt x="80" y="583"/>
                </a:cubicBezTo>
                <a:lnTo>
                  <a:pt x="72" y="587"/>
                </a:lnTo>
                <a:cubicBezTo>
                  <a:pt x="73" y="587"/>
                  <a:pt x="75" y="586"/>
                  <a:pt x="76" y="586"/>
                </a:cubicBezTo>
                <a:cubicBezTo>
                  <a:pt x="80" y="587"/>
                  <a:pt x="84" y="590"/>
                  <a:pt x="84" y="594"/>
                </a:cubicBezTo>
                <a:lnTo>
                  <a:pt x="85" y="620"/>
                </a:lnTo>
                <a:cubicBezTo>
                  <a:pt x="85" y="622"/>
                  <a:pt x="85" y="623"/>
                  <a:pt x="84" y="624"/>
                </a:cubicBezTo>
                <a:lnTo>
                  <a:pt x="83" y="626"/>
                </a:lnTo>
                <a:lnTo>
                  <a:pt x="84" y="628"/>
                </a:lnTo>
                <a:lnTo>
                  <a:pt x="87" y="629"/>
                </a:lnTo>
                <a:lnTo>
                  <a:pt x="94" y="628"/>
                </a:lnTo>
                <a:lnTo>
                  <a:pt x="85" y="601"/>
                </a:lnTo>
                <a:cubicBezTo>
                  <a:pt x="84" y="599"/>
                  <a:pt x="85" y="596"/>
                  <a:pt x="87" y="593"/>
                </a:cubicBezTo>
                <a:cubicBezTo>
                  <a:pt x="89" y="591"/>
                  <a:pt x="92" y="590"/>
                  <a:pt x="94" y="591"/>
                </a:cubicBezTo>
                <a:lnTo>
                  <a:pt x="102" y="593"/>
                </a:lnTo>
                <a:cubicBezTo>
                  <a:pt x="103" y="593"/>
                  <a:pt x="105" y="594"/>
                  <a:pt x="106" y="595"/>
                </a:cubicBezTo>
                <a:lnTo>
                  <a:pt x="121" y="614"/>
                </a:lnTo>
                <a:lnTo>
                  <a:pt x="126" y="619"/>
                </a:lnTo>
                <a:lnTo>
                  <a:pt x="131" y="620"/>
                </a:lnTo>
                <a:lnTo>
                  <a:pt x="146" y="616"/>
                </a:lnTo>
                <a:lnTo>
                  <a:pt x="157" y="615"/>
                </a:lnTo>
                <a:cubicBezTo>
                  <a:pt x="160" y="615"/>
                  <a:pt x="162" y="616"/>
                  <a:pt x="164" y="618"/>
                </a:cubicBezTo>
                <a:cubicBezTo>
                  <a:pt x="165" y="621"/>
                  <a:pt x="166" y="624"/>
                  <a:pt x="165" y="626"/>
                </a:cubicBezTo>
                <a:lnTo>
                  <a:pt x="160" y="635"/>
                </a:lnTo>
                <a:cubicBezTo>
                  <a:pt x="160" y="635"/>
                  <a:pt x="159" y="636"/>
                  <a:pt x="159" y="637"/>
                </a:cubicBezTo>
                <a:lnTo>
                  <a:pt x="159" y="637"/>
                </a:lnTo>
                <a:lnTo>
                  <a:pt x="164" y="640"/>
                </a:lnTo>
                <a:cubicBezTo>
                  <a:pt x="166" y="641"/>
                  <a:pt x="167" y="643"/>
                  <a:pt x="168" y="645"/>
                </a:cubicBezTo>
                <a:cubicBezTo>
                  <a:pt x="168" y="647"/>
                  <a:pt x="167" y="650"/>
                  <a:pt x="166" y="651"/>
                </a:cubicBezTo>
                <a:lnTo>
                  <a:pt x="161" y="658"/>
                </a:lnTo>
                <a:lnTo>
                  <a:pt x="157" y="666"/>
                </a:lnTo>
                <a:lnTo>
                  <a:pt x="168" y="662"/>
                </a:lnTo>
                <a:lnTo>
                  <a:pt x="171" y="659"/>
                </a:lnTo>
                <a:lnTo>
                  <a:pt x="175" y="654"/>
                </a:lnTo>
                <a:cubicBezTo>
                  <a:pt x="175" y="654"/>
                  <a:pt x="176" y="653"/>
                  <a:pt x="177" y="652"/>
                </a:cubicBezTo>
                <a:lnTo>
                  <a:pt x="196" y="641"/>
                </a:lnTo>
                <a:cubicBezTo>
                  <a:pt x="197" y="641"/>
                  <a:pt x="198" y="640"/>
                  <a:pt x="198" y="640"/>
                </a:cubicBezTo>
                <a:lnTo>
                  <a:pt x="204" y="639"/>
                </a:lnTo>
                <a:cubicBezTo>
                  <a:pt x="207" y="638"/>
                  <a:pt x="209" y="639"/>
                  <a:pt x="211" y="640"/>
                </a:cubicBezTo>
                <a:cubicBezTo>
                  <a:pt x="213" y="642"/>
                  <a:pt x="214" y="644"/>
                  <a:pt x="214" y="647"/>
                </a:cubicBezTo>
                <a:lnTo>
                  <a:pt x="214" y="651"/>
                </a:lnTo>
                <a:cubicBezTo>
                  <a:pt x="214" y="652"/>
                  <a:pt x="214" y="653"/>
                  <a:pt x="213" y="654"/>
                </a:cubicBezTo>
                <a:lnTo>
                  <a:pt x="211" y="658"/>
                </a:lnTo>
                <a:lnTo>
                  <a:pt x="208" y="668"/>
                </a:lnTo>
                <a:cubicBezTo>
                  <a:pt x="210" y="667"/>
                  <a:pt x="212" y="668"/>
                  <a:pt x="214" y="669"/>
                </a:cubicBezTo>
                <a:lnTo>
                  <a:pt x="217" y="672"/>
                </a:lnTo>
                <a:cubicBezTo>
                  <a:pt x="217" y="672"/>
                  <a:pt x="217" y="672"/>
                  <a:pt x="218" y="672"/>
                </a:cubicBezTo>
                <a:lnTo>
                  <a:pt x="234" y="664"/>
                </a:lnTo>
                <a:cubicBezTo>
                  <a:pt x="236" y="662"/>
                  <a:pt x="239" y="662"/>
                  <a:pt x="241" y="664"/>
                </a:cubicBezTo>
                <a:cubicBezTo>
                  <a:pt x="244" y="665"/>
                  <a:pt x="245" y="667"/>
                  <a:pt x="246" y="670"/>
                </a:cubicBezTo>
                <a:lnTo>
                  <a:pt x="247" y="677"/>
                </a:lnTo>
                <a:lnTo>
                  <a:pt x="282" y="687"/>
                </a:lnTo>
                <a:lnTo>
                  <a:pt x="330" y="687"/>
                </a:lnTo>
                <a:lnTo>
                  <a:pt x="330" y="686"/>
                </a:lnTo>
                <a:lnTo>
                  <a:pt x="331" y="677"/>
                </a:lnTo>
                <a:cubicBezTo>
                  <a:pt x="332" y="674"/>
                  <a:pt x="334" y="671"/>
                  <a:pt x="338" y="670"/>
                </a:cubicBezTo>
                <a:cubicBezTo>
                  <a:pt x="341" y="670"/>
                  <a:pt x="344" y="671"/>
                  <a:pt x="346" y="674"/>
                </a:cubicBezTo>
                <a:cubicBezTo>
                  <a:pt x="346" y="671"/>
                  <a:pt x="348" y="668"/>
                  <a:pt x="350" y="667"/>
                </a:cubicBezTo>
                <a:cubicBezTo>
                  <a:pt x="352" y="666"/>
                  <a:pt x="353" y="666"/>
                  <a:pt x="354" y="666"/>
                </a:cubicBezTo>
                <a:cubicBezTo>
                  <a:pt x="354" y="664"/>
                  <a:pt x="356" y="661"/>
                  <a:pt x="358" y="660"/>
                </a:cubicBezTo>
                <a:lnTo>
                  <a:pt x="362" y="658"/>
                </a:lnTo>
                <a:cubicBezTo>
                  <a:pt x="364" y="657"/>
                  <a:pt x="366" y="657"/>
                  <a:pt x="369" y="659"/>
                </a:cubicBezTo>
                <a:lnTo>
                  <a:pt x="376" y="662"/>
                </a:lnTo>
                <a:lnTo>
                  <a:pt x="379" y="662"/>
                </a:lnTo>
                <a:lnTo>
                  <a:pt x="390" y="657"/>
                </a:lnTo>
                <a:cubicBezTo>
                  <a:pt x="391" y="656"/>
                  <a:pt x="391" y="656"/>
                  <a:pt x="392" y="656"/>
                </a:cubicBezTo>
                <a:lnTo>
                  <a:pt x="440" y="650"/>
                </a:lnTo>
                <a:lnTo>
                  <a:pt x="443" y="648"/>
                </a:lnTo>
                <a:lnTo>
                  <a:pt x="442" y="646"/>
                </a:lnTo>
                <a:cubicBezTo>
                  <a:pt x="440" y="643"/>
                  <a:pt x="440" y="639"/>
                  <a:pt x="441" y="637"/>
                </a:cubicBezTo>
                <a:lnTo>
                  <a:pt x="448" y="628"/>
                </a:lnTo>
                <a:cubicBezTo>
                  <a:pt x="448" y="627"/>
                  <a:pt x="449" y="626"/>
                  <a:pt x="450" y="626"/>
                </a:cubicBezTo>
                <a:lnTo>
                  <a:pt x="464" y="616"/>
                </a:lnTo>
                <a:lnTo>
                  <a:pt x="468" y="607"/>
                </a:lnTo>
                <a:lnTo>
                  <a:pt x="469" y="598"/>
                </a:lnTo>
                <a:lnTo>
                  <a:pt x="467" y="589"/>
                </a:lnTo>
                <a:lnTo>
                  <a:pt x="462" y="578"/>
                </a:lnTo>
                <a:cubicBezTo>
                  <a:pt x="461" y="576"/>
                  <a:pt x="461" y="573"/>
                  <a:pt x="463" y="571"/>
                </a:cubicBezTo>
                <a:cubicBezTo>
                  <a:pt x="464" y="569"/>
                  <a:pt x="466" y="567"/>
                  <a:pt x="469" y="567"/>
                </a:cubicBezTo>
                <a:lnTo>
                  <a:pt x="476" y="566"/>
                </a:lnTo>
                <a:cubicBezTo>
                  <a:pt x="480" y="566"/>
                  <a:pt x="483" y="568"/>
                  <a:pt x="485" y="571"/>
                </a:cubicBezTo>
                <a:lnTo>
                  <a:pt x="490" y="583"/>
                </a:lnTo>
                <a:lnTo>
                  <a:pt x="494" y="598"/>
                </a:lnTo>
                <a:lnTo>
                  <a:pt x="500" y="606"/>
                </a:lnTo>
                <a:cubicBezTo>
                  <a:pt x="501" y="609"/>
                  <a:pt x="501" y="613"/>
                  <a:pt x="499" y="615"/>
                </a:cubicBezTo>
                <a:lnTo>
                  <a:pt x="495" y="620"/>
                </a:lnTo>
                <a:cubicBezTo>
                  <a:pt x="495" y="621"/>
                  <a:pt x="494" y="621"/>
                  <a:pt x="494" y="622"/>
                </a:cubicBezTo>
                <a:lnTo>
                  <a:pt x="487" y="626"/>
                </a:lnTo>
                <a:lnTo>
                  <a:pt x="491" y="633"/>
                </a:lnTo>
                <a:lnTo>
                  <a:pt x="500" y="634"/>
                </a:lnTo>
                <a:cubicBezTo>
                  <a:pt x="501" y="634"/>
                  <a:pt x="502" y="634"/>
                  <a:pt x="503" y="635"/>
                </a:cubicBezTo>
                <a:lnTo>
                  <a:pt x="503" y="634"/>
                </a:lnTo>
                <a:lnTo>
                  <a:pt x="509" y="618"/>
                </a:lnTo>
                <a:cubicBezTo>
                  <a:pt x="510" y="615"/>
                  <a:pt x="513" y="614"/>
                  <a:pt x="515" y="613"/>
                </a:cubicBezTo>
                <a:lnTo>
                  <a:pt x="520" y="612"/>
                </a:lnTo>
                <a:cubicBezTo>
                  <a:pt x="523" y="611"/>
                  <a:pt x="527" y="613"/>
                  <a:pt x="529" y="616"/>
                </a:cubicBezTo>
                <a:lnTo>
                  <a:pt x="529" y="617"/>
                </a:lnTo>
                <a:lnTo>
                  <a:pt x="529" y="615"/>
                </a:lnTo>
                <a:lnTo>
                  <a:pt x="527" y="609"/>
                </a:lnTo>
                <a:lnTo>
                  <a:pt x="519" y="598"/>
                </a:lnTo>
                <a:cubicBezTo>
                  <a:pt x="518" y="597"/>
                  <a:pt x="518" y="596"/>
                  <a:pt x="517" y="594"/>
                </a:cubicBezTo>
                <a:lnTo>
                  <a:pt x="517" y="591"/>
                </a:lnTo>
                <a:lnTo>
                  <a:pt x="517" y="586"/>
                </a:lnTo>
                <a:cubicBezTo>
                  <a:pt x="517" y="585"/>
                  <a:pt x="518" y="584"/>
                  <a:pt x="519" y="582"/>
                </a:cubicBezTo>
                <a:lnTo>
                  <a:pt x="523" y="573"/>
                </a:lnTo>
                <a:cubicBezTo>
                  <a:pt x="524" y="573"/>
                  <a:pt x="525" y="571"/>
                  <a:pt x="525" y="571"/>
                </a:cubicBezTo>
                <a:lnTo>
                  <a:pt x="530" y="565"/>
                </a:lnTo>
                <a:lnTo>
                  <a:pt x="531" y="560"/>
                </a:lnTo>
                <a:lnTo>
                  <a:pt x="531" y="557"/>
                </a:lnTo>
                <a:lnTo>
                  <a:pt x="527" y="543"/>
                </a:lnTo>
                <a:lnTo>
                  <a:pt x="501" y="536"/>
                </a:lnTo>
                <a:cubicBezTo>
                  <a:pt x="500" y="536"/>
                  <a:pt x="499" y="535"/>
                  <a:pt x="498" y="534"/>
                </a:cubicBezTo>
                <a:lnTo>
                  <a:pt x="492" y="529"/>
                </a:lnTo>
                <a:cubicBezTo>
                  <a:pt x="488" y="526"/>
                  <a:pt x="488" y="521"/>
                  <a:pt x="491" y="518"/>
                </a:cubicBezTo>
                <a:lnTo>
                  <a:pt x="493" y="516"/>
                </a:lnTo>
                <a:lnTo>
                  <a:pt x="492" y="514"/>
                </a:lnTo>
                <a:cubicBezTo>
                  <a:pt x="491" y="513"/>
                  <a:pt x="491" y="512"/>
                  <a:pt x="491" y="511"/>
                </a:cubicBezTo>
                <a:lnTo>
                  <a:pt x="489" y="503"/>
                </a:lnTo>
                <a:lnTo>
                  <a:pt x="480" y="499"/>
                </a:lnTo>
                <a:lnTo>
                  <a:pt x="477" y="501"/>
                </a:lnTo>
                <a:lnTo>
                  <a:pt x="476" y="504"/>
                </a:lnTo>
                <a:cubicBezTo>
                  <a:pt x="475" y="506"/>
                  <a:pt x="475" y="507"/>
                  <a:pt x="473" y="508"/>
                </a:cubicBezTo>
                <a:lnTo>
                  <a:pt x="470" y="511"/>
                </a:lnTo>
                <a:cubicBezTo>
                  <a:pt x="468" y="513"/>
                  <a:pt x="465" y="513"/>
                  <a:pt x="462" y="513"/>
                </a:cubicBezTo>
                <a:lnTo>
                  <a:pt x="458" y="511"/>
                </a:lnTo>
                <a:cubicBezTo>
                  <a:pt x="457" y="511"/>
                  <a:pt x="455" y="510"/>
                  <a:pt x="455" y="509"/>
                </a:cubicBezTo>
                <a:lnTo>
                  <a:pt x="451" y="504"/>
                </a:lnTo>
                <a:cubicBezTo>
                  <a:pt x="450" y="503"/>
                  <a:pt x="450" y="503"/>
                  <a:pt x="450" y="502"/>
                </a:cubicBezTo>
                <a:lnTo>
                  <a:pt x="447" y="495"/>
                </a:lnTo>
                <a:lnTo>
                  <a:pt x="445" y="486"/>
                </a:lnTo>
                <a:lnTo>
                  <a:pt x="441" y="480"/>
                </a:lnTo>
                <a:lnTo>
                  <a:pt x="434" y="474"/>
                </a:lnTo>
                <a:lnTo>
                  <a:pt x="407" y="460"/>
                </a:lnTo>
                <a:cubicBezTo>
                  <a:pt x="405" y="459"/>
                  <a:pt x="404" y="457"/>
                  <a:pt x="403" y="455"/>
                </a:cubicBezTo>
                <a:lnTo>
                  <a:pt x="403" y="453"/>
                </a:lnTo>
                <a:lnTo>
                  <a:pt x="401" y="440"/>
                </a:lnTo>
                <a:lnTo>
                  <a:pt x="398" y="435"/>
                </a:lnTo>
                <a:lnTo>
                  <a:pt x="393" y="431"/>
                </a:lnTo>
                <a:lnTo>
                  <a:pt x="384" y="429"/>
                </a:lnTo>
                <a:lnTo>
                  <a:pt x="377" y="437"/>
                </a:lnTo>
                <a:cubicBezTo>
                  <a:pt x="375" y="438"/>
                  <a:pt x="373" y="439"/>
                  <a:pt x="371" y="439"/>
                </a:cubicBezTo>
                <a:lnTo>
                  <a:pt x="350" y="439"/>
                </a:lnTo>
                <a:cubicBezTo>
                  <a:pt x="349" y="439"/>
                  <a:pt x="348" y="439"/>
                  <a:pt x="347" y="438"/>
                </a:cubicBezTo>
                <a:lnTo>
                  <a:pt x="341" y="435"/>
                </a:lnTo>
                <a:cubicBezTo>
                  <a:pt x="340" y="435"/>
                  <a:pt x="339" y="435"/>
                  <a:pt x="339" y="434"/>
                </a:cubicBezTo>
                <a:lnTo>
                  <a:pt x="334" y="430"/>
                </a:lnTo>
                <a:cubicBezTo>
                  <a:pt x="333" y="429"/>
                  <a:pt x="332" y="428"/>
                  <a:pt x="332" y="427"/>
                </a:cubicBezTo>
                <a:lnTo>
                  <a:pt x="325" y="404"/>
                </a:lnTo>
                <a:lnTo>
                  <a:pt x="321" y="387"/>
                </a:lnTo>
                <a:cubicBezTo>
                  <a:pt x="321" y="386"/>
                  <a:pt x="321" y="385"/>
                  <a:pt x="321" y="384"/>
                </a:cubicBezTo>
                <a:lnTo>
                  <a:pt x="323" y="377"/>
                </a:lnTo>
                <a:cubicBezTo>
                  <a:pt x="323" y="375"/>
                  <a:pt x="324" y="374"/>
                  <a:pt x="325" y="373"/>
                </a:cubicBezTo>
                <a:lnTo>
                  <a:pt x="327" y="370"/>
                </a:lnTo>
                <a:lnTo>
                  <a:pt x="341" y="360"/>
                </a:lnTo>
                <a:lnTo>
                  <a:pt x="343" y="357"/>
                </a:lnTo>
                <a:lnTo>
                  <a:pt x="343" y="354"/>
                </a:lnTo>
                <a:lnTo>
                  <a:pt x="343" y="351"/>
                </a:lnTo>
                <a:lnTo>
                  <a:pt x="338" y="341"/>
                </a:lnTo>
                <a:lnTo>
                  <a:pt x="334" y="331"/>
                </a:lnTo>
                <a:cubicBezTo>
                  <a:pt x="333" y="330"/>
                  <a:pt x="333" y="329"/>
                  <a:pt x="333" y="328"/>
                </a:cubicBezTo>
                <a:lnTo>
                  <a:pt x="332" y="308"/>
                </a:lnTo>
                <a:lnTo>
                  <a:pt x="333" y="299"/>
                </a:lnTo>
                <a:cubicBezTo>
                  <a:pt x="333" y="299"/>
                  <a:pt x="333" y="298"/>
                  <a:pt x="334" y="297"/>
                </a:cubicBezTo>
                <a:lnTo>
                  <a:pt x="335" y="293"/>
                </a:lnTo>
                <a:cubicBezTo>
                  <a:pt x="336" y="290"/>
                  <a:pt x="340" y="288"/>
                  <a:pt x="343" y="288"/>
                </a:cubicBezTo>
                <a:lnTo>
                  <a:pt x="346" y="288"/>
                </a:lnTo>
                <a:lnTo>
                  <a:pt x="353" y="283"/>
                </a:lnTo>
                <a:lnTo>
                  <a:pt x="355" y="279"/>
                </a:lnTo>
                <a:lnTo>
                  <a:pt x="362" y="252"/>
                </a:lnTo>
                <a:lnTo>
                  <a:pt x="362" y="244"/>
                </a:lnTo>
                <a:lnTo>
                  <a:pt x="345" y="214"/>
                </a:lnTo>
                <a:lnTo>
                  <a:pt x="338" y="195"/>
                </a:lnTo>
                <a:lnTo>
                  <a:pt x="337" y="194"/>
                </a:lnTo>
                <a:lnTo>
                  <a:pt x="326" y="192"/>
                </a:lnTo>
                <a:lnTo>
                  <a:pt x="293" y="192"/>
                </a:lnTo>
                <a:lnTo>
                  <a:pt x="271" y="201"/>
                </a:lnTo>
                <a:lnTo>
                  <a:pt x="226" y="210"/>
                </a:lnTo>
                <a:lnTo>
                  <a:pt x="224" y="213"/>
                </a:lnTo>
                <a:cubicBezTo>
                  <a:pt x="224" y="215"/>
                  <a:pt x="223" y="218"/>
                  <a:pt x="220" y="219"/>
                </a:cubicBezTo>
                <a:lnTo>
                  <a:pt x="217" y="221"/>
                </a:lnTo>
                <a:cubicBezTo>
                  <a:pt x="216" y="221"/>
                  <a:pt x="215" y="221"/>
                  <a:pt x="214" y="222"/>
                </a:cubicBezTo>
                <a:lnTo>
                  <a:pt x="211" y="222"/>
                </a:lnTo>
                <a:cubicBezTo>
                  <a:pt x="210" y="222"/>
                  <a:pt x="209" y="222"/>
                  <a:pt x="208" y="222"/>
                </a:cubicBezTo>
                <a:lnTo>
                  <a:pt x="194" y="220"/>
                </a:lnTo>
                <a:lnTo>
                  <a:pt x="180" y="215"/>
                </a:lnTo>
                <a:cubicBezTo>
                  <a:pt x="178" y="214"/>
                  <a:pt x="176" y="212"/>
                  <a:pt x="175" y="209"/>
                </a:cubicBezTo>
                <a:lnTo>
                  <a:pt x="173" y="201"/>
                </a:lnTo>
                <a:cubicBezTo>
                  <a:pt x="173" y="200"/>
                  <a:pt x="173" y="198"/>
                  <a:pt x="173" y="197"/>
                </a:cubicBezTo>
                <a:lnTo>
                  <a:pt x="178" y="184"/>
                </a:lnTo>
                <a:lnTo>
                  <a:pt x="201" y="151"/>
                </a:lnTo>
                <a:lnTo>
                  <a:pt x="204" y="145"/>
                </a:lnTo>
                <a:lnTo>
                  <a:pt x="204" y="140"/>
                </a:lnTo>
                <a:lnTo>
                  <a:pt x="203" y="137"/>
                </a:lnTo>
                <a:lnTo>
                  <a:pt x="190" y="108"/>
                </a:lnTo>
                <a:cubicBezTo>
                  <a:pt x="189" y="105"/>
                  <a:pt x="189" y="101"/>
                  <a:pt x="192" y="99"/>
                </a:cubicBezTo>
                <a:lnTo>
                  <a:pt x="196" y="96"/>
                </a:lnTo>
                <a:cubicBezTo>
                  <a:pt x="197" y="95"/>
                  <a:pt x="198" y="94"/>
                  <a:pt x="200" y="94"/>
                </a:cubicBezTo>
                <a:lnTo>
                  <a:pt x="202" y="92"/>
                </a:lnTo>
                <a:lnTo>
                  <a:pt x="198" y="69"/>
                </a:lnTo>
                <a:lnTo>
                  <a:pt x="198" y="58"/>
                </a:lnTo>
                <a:lnTo>
                  <a:pt x="201" y="29"/>
                </a:lnTo>
                <a:lnTo>
                  <a:pt x="203" y="21"/>
                </a:lnTo>
                <a:cubicBezTo>
                  <a:pt x="204" y="20"/>
                  <a:pt x="204" y="19"/>
                  <a:pt x="205" y="18"/>
                </a:cubicBezTo>
                <a:lnTo>
                  <a:pt x="207" y="15"/>
                </a:lnTo>
                <a:lnTo>
                  <a:pt x="166" y="1"/>
                </a:lnTo>
                <a:lnTo>
                  <a:pt x="147" y="0"/>
                </a:lnTo>
                <a:lnTo>
                  <a:pt x="141" y="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1" name="Freeform 6">
            <a:extLst>
              <a:ext uri="{FF2B5EF4-FFF2-40B4-BE49-F238E27FC236}">
                <a16:creationId xmlns:a16="http://schemas.microsoft.com/office/drawing/2014/main" xmlns="" id="{12477EC5-CF4C-4DE4-9F49-E20F17A4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159" y="6121811"/>
            <a:ext cx="17800" cy="14240"/>
          </a:xfrm>
          <a:custGeom>
            <a:avLst/>
            <a:gdLst>
              <a:gd name="T0" fmla="*/ 15 w 45"/>
              <a:gd name="T1" fmla="*/ 24 h 36"/>
              <a:gd name="T2" fmla="*/ 18 w 45"/>
              <a:gd name="T3" fmla="*/ 25 h 36"/>
              <a:gd name="T4" fmla="*/ 35 w 45"/>
              <a:gd name="T5" fmla="*/ 35 h 36"/>
              <a:gd name="T6" fmla="*/ 44 w 45"/>
              <a:gd name="T7" fmla="*/ 35 h 36"/>
              <a:gd name="T8" fmla="*/ 43 w 45"/>
              <a:gd name="T9" fmla="*/ 32 h 36"/>
              <a:gd name="T10" fmla="*/ 43 w 45"/>
              <a:gd name="T11" fmla="*/ 0 h 36"/>
              <a:gd name="T12" fmla="*/ 33 w 45"/>
              <a:gd name="T13" fmla="*/ 7 h 36"/>
              <a:gd name="T14" fmla="*/ 0 w 45"/>
              <a:gd name="T15" fmla="*/ 21 h 36"/>
              <a:gd name="T16" fmla="*/ 15 w 45"/>
              <a:gd name="T17" fmla="*/ 24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5" h="36">
                <a:moveTo>
                  <a:pt x="15" y="24"/>
                </a:moveTo>
                <a:cubicBezTo>
                  <a:pt x="16" y="24"/>
                  <a:pt x="17" y="24"/>
                  <a:pt x="18" y="25"/>
                </a:cubicBezTo>
                <a:lnTo>
                  <a:pt x="35" y="35"/>
                </a:lnTo>
                <a:lnTo>
                  <a:pt x="44" y="35"/>
                </a:lnTo>
                <a:lnTo>
                  <a:pt x="43" y="32"/>
                </a:lnTo>
                <a:lnTo>
                  <a:pt x="43" y="0"/>
                </a:lnTo>
                <a:lnTo>
                  <a:pt x="33" y="7"/>
                </a:lnTo>
                <a:lnTo>
                  <a:pt x="0" y="21"/>
                </a:lnTo>
                <a:lnTo>
                  <a:pt x="15" y="2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2" name="Freeform 7">
            <a:extLst>
              <a:ext uri="{FF2B5EF4-FFF2-40B4-BE49-F238E27FC236}">
                <a16:creationId xmlns:a16="http://schemas.microsoft.com/office/drawing/2014/main" xmlns="" id="{DDCDD529-F7D2-4D33-BA37-571D75C5B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399" y="6155631"/>
            <a:ext cx="21360" cy="21360"/>
          </a:xfrm>
          <a:custGeom>
            <a:avLst/>
            <a:gdLst>
              <a:gd name="T0" fmla="*/ 42 w 51"/>
              <a:gd name="T1" fmla="*/ 46 h 54"/>
              <a:gd name="T2" fmla="*/ 40 w 51"/>
              <a:gd name="T3" fmla="*/ 44 h 54"/>
              <a:gd name="T4" fmla="*/ 37 w 51"/>
              <a:gd name="T5" fmla="*/ 37 h 54"/>
              <a:gd name="T6" fmla="*/ 31 w 51"/>
              <a:gd name="T7" fmla="*/ 33 h 54"/>
              <a:gd name="T8" fmla="*/ 30 w 51"/>
              <a:gd name="T9" fmla="*/ 26 h 54"/>
              <a:gd name="T10" fmla="*/ 33 w 51"/>
              <a:gd name="T11" fmla="*/ 16 h 54"/>
              <a:gd name="T12" fmla="*/ 37 w 51"/>
              <a:gd name="T13" fmla="*/ 0 h 54"/>
              <a:gd name="T14" fmla="*/ 36 w 51"/>
              <a:gd name="T15" fmla="*/ 0 h 54"/>
              <a:gd name="T16" fmla="*/ 29 w 51"/>
              <a:gd name="T17" fmla="*/ 3 h 54"/>
              <a:gd name="T18" fmla="*/ 27 w 51"/>
              <a:gd name="T19" fmla="*/ 3 h 54"/>
              <a:gd name="T20" fmla="*/ 14 w 51"/>
              <a:gd name="T21" fmla="*/ 4 h 54"/>
              <a:gd name="T22" fmla="*/ 13 w 51"/>
              <a:gd name="T23" fmla="*/ 5 h 54"/>
              <a:gd name="T24" fmla="*/ 12 w 51"/>
              <a:gd name="T25" fmla="*/ 15 h 54"/>
              <a:gd name="T26" fmla="*/ 11 w 51"/>
              <a:gd name="T27" fmla="*/ 17 h 54"/>
              <a:gd name="T28" fmla="*/ 8 w 51"/>
              <a:gd name="T29" fmla="*/ 25 h 54"/>
              <a:gd name="T30" fmla="*/ 6 w 51"/>
              <a:gd name="T31" fmla="*/ 28 h 54"/>
              <a:gd name="T32" fmla="*/ 0 w 51"/>
              <a:gd name="T33" fmla="*/ 33 h 54"/>
              <a:gd name="T34" fmla="*/ 0 w 51"/>
              <a:gd name="T35" fmla="*/ 33 h 54"/>
              <a:gd name="T36" fmla="*/ 14 w 51"/>
              <a:gd name="T37" fmla="*/ 48 h 54"/>
              <a:gd name="T38" fmla="*/ 18 w 51"/>
              <a:gd name="T39" fmla="*/ 51 h 54"/>
              <a:gd name="T40" fmla="*/ 50 w 51"/>
              <a:gd name="T41" fmla="*/ 53 h 54"/>
              <a:gd name="T42" fmla="*/ 46 w 51"/>
              <a:gd name="T43" fmla="*/ 50 h 54"/>
              <a:gd name="T44" fmla="*/ 42 w 51"/>
              <a:gd name="T45" fmla="*/ 4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" h="54">
                <a:moveTo>
                  <a:pt x="42" y="46"/>
                </a:moveTo>
                <a:cubicBezTo>
                  <a:pt x="41" y="45"/>
                  <a:pt x="41" y="45"/>
                  <a:pt x="40" y="44"/>
                </a:cubicBezTo>
                <a:lnTo>
                  <a:pt x="37" y="37"/>
                </a:lnTo>
                <a:cubicBezTo>
                  <a:pt x="34" y="36"/>
                  <a:pt x="32" y="35"/>
                  <a:pt x="31" y="33"/>
                </a:cubicBezTo>
                <a:cubicBezTo>
                  <a:pt x="29" y="31"/>
                  <a:pt x="29" y="28"/>
                  <a:pt x="30" y="26"/>
                </a:cubicBezTo>
                <a:lnTo>
                  <a:pt x="33" y="16"/>
                </a:lnTo>
                <a:lnTo>
                  <a:pt x="37" y="0"/>
                </a:lnTo>
                <a:lnTo>
                  <a:pt x="36" y="0"/>
                </a:lnTo>
                <a:lnTo>
                  <a:pt x="29" y="3"/>
                </a:lnTo>
                <a:cubicBezTo>
                  <a:pt x="28" y="3"/>
                  <a:pt x="28" y="3"/>
                  <a:pt x="27" y="3"/>
                </a:cubicBezTo>
                <a:lnTo>
                  <a:pt x="14" y="4"/>
                </a:lnTo>
                <a:lnTo>
                  <a:pt x="13" y="5"/>
                </a:lnTo>
                <a:lnTo>
                  <a:pt x="12" y="15"/>
                </a:lnTo>
                <a:cubicBezTo>
                  <a:pt x="12" y="15"/>
                  <a:pt x="12" y="16"/>
                  <a:pt x="11" y="17"/>
                </a:cubicBezTo>
                <a:lnTo>
                  <a:pt x="8" y="25"/>
                </a:lnTo>
                <a:cubicBezTo>
                  <a:pt x="7" y="26"/>
                  <a:pt x="6" y="27"/>
                  <a:pt x="6" y="28"/>
                </a:cubicBezTo>
                <a:lnTo>
                  <a:pt x="0" y="33"/>
                </a:lnTo>
                <a:lnTo>
                  <a:pt x="0" y="33"/>
                </a:lnTo>
                <a:lnTo>
                  <a:pt x="14" y="48"/>
                </a:lnTo>
                <a:lnTo>
                  <a:pt x="18" y="51"/>
                </a:lnTo>
                <a:lnTo>
                  <a:pt x="50" y="53"/>
                </a:lnTo>
                <a:lnTo>
                  <a:pt x="46" y="50"/>
                </a:lnTo>
                <a:lnTo>
                  <a:pt x="42" y="4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3" name="Freeform 8">
            <a:extLst>
              <a:ext uri="{FF2B5EF4-FFF2-40B4-BE49-F238E27FC236}">
                <a16:creationId xmlns:a16="http://schemas.microsoft.com/office/drawing/2014/main" xmlns="" id="{A007B060-76E3-40FE-B46E-C60C02D6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58" y="6187670"/>
            <a:ext cx="3560" cy="7120"/>
          </a:xfrm>
          <a:custGeom>
            <a:avLst/>
            <a:gdLst>
              <a:gd name="T0" fmla="*/ 4 w 10"/>
              <a:gd name="T1" fmla="*/ 3 h 16"/>
              <a:gd name="T2" fmla="*/ 0 w 10"/>
              <a:gd name="T3" fmla="*/ 7 h 16"/>
              <a:gd name="T4" fmla="*/ 1 w 10"/>
              <a:gd name="T5" fmla="*/ 14 h 16"/>
              <a:gd name="T6" fmla="*/ 1 w 10"/>
              <a:gd name="T7" fmla="*/ 15 h 16"/>
              <a:gd name="T8" fmla="*/ 7 w 10"/>
              <a:gd name="T9" fmla="*/ 12 h 16"/>
              <a:gd name="T10" fmla="*/ 8 w 10"/>
              <a:gd name="T11" fmla="*/ 12 h 16"/>
              <a:gd name="T12" fmla="*/ 8 w 10"/>
              <a:gd name="T13" fmla="*/ 10 h 16"/>
              <a:gd name="T14" fmla="*/ 8 w 10"/>
              <a:gd name="T15" fmla="*/ 6 h 16"/>
              <a:gd name="T16" fmla="*/ 8 w 10"/>
              <a:gd name="T17" fmla="*/ 3 h 16"/>
              <a:gd name="T18" fmla="*/ 9 w 10"/>
              <a:gd name="T19" fmla="*/ 0 h 16"/>
              <a:gd name="T20" fmla="*/ 4 w 10"/>
              <a:gd name="T21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" h="16">
                <a:moveTo>
                  <a:pt x="4" y="3"/>
                </a:moveTo>
                <a:lnTo>
                  <a:pt x="0" y="7"/>
                </a:lnTo>
                <a:lnTo>
                  <a:pt x="1" y="14"/>
                </a:lnTo>
                <a:lnTo>
                  <a:pt x="1" y="15"/>
                </a:lnTo>
                <a:lnTo>
                  <a:pt x="7" y="12"/>
                </a:lnTo>
                <a:cubicBezTo>
                  <a:pt x="8" y="12"/>
                  <a:pt x="8" y="12"/>
                  <a:pt x="8" y="12"/>
                </a:cubicBezTo>
                <a:lnTo>
                  <a:pt x="8" y="10"/>
                </a:lnTo>
                <a:lnTo>
                  <a:pt x="8" y="6"/>
                </a:lnTo>
                <a:lnTo>
                  <a:pt x="8" y="3"/>
                </a:lnTo>
                <a:cubicBezTo>
                  <a:pt x="8" y="2"/>
                  <a:pt x="8" y="1"/>
                  <a:pt x="9" y="0"/>
                </a:cubicBezTo>
                <a:lnTo>
                  <a:pt x="4" y="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4" name="Freeform 9">
            <a:extLst>
              <a:ext uri="{FF2B5EF4-FFF2-40B4-BE49-F238E27FC236}">
                <a16:creationId xmlns:a16="http://schemas.microsoft.com/office/drawing/2014/main" xmlns="" id="{3C1A6C12-A6AB-4DE2-843C-F848E4F8E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513" y="2889399"/>
            <a:ext cx="158416" cy="181556"/>
          </a:xfrm>
          <a:custGeom>
            <a:avLst/>
            <a:gdLst>
              <a:gd name="T0" fmla="*/ 337 w 393"/>
              <a:gd name="T1" fmla="*/ 239 h 450"/>
              <a:gd name="T2" fmla="*/ 350 w 393"/>
              <a:gd name="T3" fmla="*/ 203 h 450"/>
              <a:gd name="T4" fmla="*/ 392 w 393"/>
              <a:gd name="T5" fmla="*/ 183 h 450"/>
              <a:gd name="T6" fmla="*/ 386 w 393"/>
              <a:gd name="T7" fmla="*/ 138 h 450"/>
              <a:gd name="T8" fmla="*/ 382 w 393"/>
              <a:gd name="T9" fmla="*/ 144 h 450"/>
              <a:gd name="T10" fmla="*/ 358 w 393"/>
              <a:gd name="T11" fmla="*/ 153 h 450"/>
              <a:gd name="T12" fmla="*/ 356 w 393"/>
              <a:gd name="T13" fmla="*/ 89 h 450"/>
              <a:gd name="T14" fmla="*/ 376 w 393"/>
              <a:gd name="T15" fmla="*/ 78 h 450"/>
              <a:gd name="T16" fmla="*/ 341 w 393"/>
              <a:gd name="T17" fmla="*/ 83 h 450"/>
              <a:gd name="T18" fmla="*/ 318 w 393"/>
              <a:gd name="T19" fmla="*/ 127 h 450"/>
              <a:gd name="T20" fmla="*/ 308 w 393"/>
              <a:gd name="T21" fmla="*/ 101 h 450"/>
              <a:gd name="T22" fmla="*/ 326 w 393"/>
              <a:gd name="T23" fmla="*/ 44 h 450"/>
              <a:gd name="T24" fmla="*/ 307 w 393"/>
              <a:gd name="T25" fmla="*/ 32 h 450"/>
              <a:gd name="T26" fmla="*/ 281 w 393"/>
              <a:gd name="T27" fmla="*/ 30 h 450"/>
              <a:gd name="T28" fmla="*/ 283 w 393"/>
              <a:gd name="T29" fmla="*/ 53 h 450"/>
              <a:gd name="T30" fmla="*/ 261 w 393"/>
              <a:gd name="T31" fmla="*/ 71 h 450"/>
              <a:gd name="T32" fmla="*/ 257 w 393"/>
              <a:gd name="T33" fmla="*/ 87 h 450"/>
              <a:gd name="T34" fmla="*/ 259 w 393"/>
              <a:gd name="T35" fmla="*/ 113 h 450"/>
              <a:gd name="T36" fmla="*/ 220 w 393"/>
              <a:gd name="T37" fmla="*/ 86 h 450"/>
              <a:gd name="T38" fmla="*/ 201 w 393"/>
              <a:gd name="T39" fmla="*/ 75 h 450"/>
              <a:gd name="T40" fmla="*/ 181 w 393"/>
              <a:gd name="T41" fmla="*/ 57 h 450"/>
              <a:gd name="T42" fmla="*/ 169 w 393"/>
              <a:gd name="T43" fmla="*/ 52 h 450"/>
              <a:gd name="T44" fmla="*/ 182 w 393"/>
              <a:gd name="T45" fmla="*/ 98 h 450"/>
              <a:gd name="T46" fmla="*/ 157 w 393"/>
              <a:gd name="T47" fmla="*/ 113 h 450"/>
              <a:gd name="T48" fmla="*/ 219 w 393"/>
              <a:gd name="T49" fmla="*/ 141 h 450"/>
              <a:gd name="T50" fmla="*/ 179 w 393"/>
              <a:gd name="T51" fmla="*/ 163 h 450"/>
              <a:gd name="T52" fmla="*/ 191 w 393"/>
              <a:gd name="T53" fmla="*/ 194 h 450"/>
              <a:gd name="T54" fmla="*/ 107 w 393"/>
              <a:gd name="T55" fmla="*/ 167 h 450"/>
              <a:gd name="T56" fmla="*/ 81 w 393"/>
              <a:gd name="T57" fmla="*/ 178 h 450"/>
              <a:gd name="T58" fmla="*/ 69 w 393"/>
              <a:gd name="T59" fmla="*/ 175 h 450"/>
              <a:gd name="T60" fmla="*/ 48 w 393"/>
              <a:gd name="T61" fmla="*/ 171 h 450"/>
              <a:gd name="T62" fmla="*/ 77 w 393"/>
              <a:gd name="T63" fmla="*/ 182 h 450"/>
              <a:gd name="T64" fmla="*/ 103 w 393"/>
              <a:gd name="T65" fmla="*/ 203 h 450"/>
              <a:gd name="T66" fmla="*/ 98 w 393"/>
              <a:gd name="T67" fmla="*/ 211 h 450"/>
              <a:gd name="T68" fmla="*/ 110 w 393"/>
              <a:gd name="T69" fmla="*/ 240 h 450"/>
              <a:gd name="T70" fmla="*/ 68 w 393"/>
              <a:gd name="T71" fmla="*/ 260 h 450"/>
              <a:gd name="T72" fmla="*/ 81 w 393"/>
              <a:gd name="T73" fmla="*/ 254 h 450"/>
              <a:gd name="T74" fmla="*/ 112 w 393"/>
              <a:gd name="T75" fmla="*/ 279 h 450"/>
              <a:gd name="T76" fmla="*/ 41 w 393"/>
              <a:gd name="T77" fmla="*/ 313 h 450"/>
              <a:gd name="T78" fmla="*/ 58 w 393"/>
              <a:gd name="T79" fmla="*/ 330 h 450"/>
              <a:gd name="T80" fmla="*/ 122 w 393"/>
              <a:gd name="T81" fmla="*/ 336 h 450"/>
              <a:gd name="T82" fmla="*/ 91 w 393"/>
              <a:gd name="T83" fmla="*/ 381 h 450"/>
              <a:gd name="T84" fmla="*/ 58 w 393"/>
              <a:gd name="T85" fmla="*/ 394 h 450"/>
              <a:gd name="T86" fmla="*/ 23 w 393"/>
              <a:gd name="T87" fmla="*/ 424 h 450"/>
              <a:gd name="T88" fmla="*/ 2 w 393"/>
              <a:gd name="T89" fmla="*/ 440 h 450"/>
              <a:gd name="T90" fmla="*/ 102 w 393"/>
              <a:gd name="T91" fmla="*/ 428 h 450"/>
              <a:gd name="T92" fmla="*/ 172 w 393"/>
              <a:gd name="T93" fmla="*/ 368 h 450"/>
              <a:gd name="T94" fmla="*/ 213 w 393"/>
              <a:gd name="T95" fmla="*/ 323 h 450"/>
              <a:gd name="T96" fmla="*/ 222 w 393"/>
              <a:gd name="T97" fmla="*/ 361 h 450"/>
              <a:gd name="T98" fmla="*/ 314 w 393"/>
              <a:gd name="T99" fmla="*/ 351 h 450"/>
              <a:gd name="T100" fmla="*/ 346 w 393"/>
              <a:gd name="T101" fmla="*/ 330 h 450"/>
              <a:gd name="T102" fmla="*/ 324 w 393"/>
              <a:gd name="T103" fmla="*/ 290 h 450"/>
              <a:gd name="T104" fmla="*/ 350 w 393"/>
              <a:gd name="T105" fmla="*/ 279 h 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93" h="450">
                <a:moveTo>
                  <a:pt x="343" y="271"/>
                </a:moveTo>
                <a:lnTo>
                  <a:pt x="340" y="264"/>
                </a:lnTo>
                <a:cubicBezTo>
                  <a:pt x="339" y="264"/>
                  <a:pt x="339" y="263"/>
                  <a:pt x="339" y="262"/>
                </a:cubicBezTo>
                <a:lnTo>
                  <a:pt x="337" y="253"/>
                </a:lnTo>
                <a:lnTo>
                  <a:pt x="337" y="239"/>
                </a:lnTo>
                <a:lnTo>
                  <a:pt x="334" y="235"/>
                </a:lnTo>
                <a:cubicBezTo>
                  <a:pt x="332" y="233"/>
                  <a:pt x="332" y="230"/>
                  <a:pt x="333" y="227"/>
                </a:cubicBezTo>
                <a:lnTo>
                  <a:pt x="338" y="215"/>
                </a:lnTo>
                <a:cubicBezTo>
                  <a:pt x="339" y="214"/>
                  <a:pt x="340" y="213"/>
                  <a:pt x="340" y="212"/>
                </a:cubicBezTo>
                <a:lnTo>
                  <a:pt x="350" y="203"/>
                </a:lnTo>
                <a:cubicBezTo>
                  <a:pt x="351" y="203"/>
                  <a:pt x="352" y="202"/>
                  <a:pt x="352" y="202"/>
                </a:cubicBezTo>
                <a:lnTo>
                  <a:pt x="371" y="193"/>
                </a:lnTo>
                <a:cubicBezTo>
                  <a:pt x="372" y="193"/>
                  <a:pt x="374" y="192"/>
                  <a:pt x="376" y="193"/>
                </a:cubicBezTo>
                <a:lnTo>
                  <a:pt x="389" y="195"/>
                </a:lnTo>
                <a:lnTo>
                  <a:pt x="392" y="183"/>
                </a:lnTo>
                <a:lnTo>
                  <a:pt x="391" y="182"/>
                </a:lnTo>
                <a:cubicBezTo>
                  <a:pt x="390" y="181"/>
                  <a:pt x="389" y="180"/>
                  <a:pt x="389" y="179"/>
                </a:cubicBezTo>
                <a:lnTo>
                  <a:pt x="387" y="172"/>
                </a:lnTo>
                <a:cubicBezTo>
                  <a:pt x="386" y="172"/>
                  <a:pt x="386" y="171"/>
                  <a:pt x="386" y="170"/>
                </a:cubicBezTo>
                <a:lnTo>
                  <a:pt x="386" y="138"/>
                </a:lnTo>
                <a:lnTo>
                  <a:pt x="383" y="130"/>
                </a:lnTo>
                <a:lnTo>
                  <a:pt x="382" y="130"/>
                </a:lnTo>
                <a:lnTo>
                  <a:pt x="381" y="132"/>
                </a:lnTo>
                <a:lnTo>
                  <a:pt x="382" y="140"/>
                </a:lnTo>
                <a:cubicBezTo>
                  <a:pt x="382" y="141"/>
                  <a:pt x="382" y="143"/>
                  <a:pt x="382" y="144"/>
                </a:cubicBezTo>
                <a:lnTo>
                  <a:pt x="377" y="154"/>
                </a:lnTo>
                <a:cubicBezTo>
                  <a:pt x="377" y="156"/>
                  <a:pt x="375" y="157"/>
                  <a:pt x="373" y="158"/>
                </a:cubicBezTo>
                <a:cubicBezTo>
                  <a:pt x="371" y="159"/>
                  <a:pt x="369" y="159"/>
                  <a:pt x="367" y="158"/>
                </a:cubicBezTo>
                <a:lnTo>
                  <a:pt x="361" y="155"/>
                </a:lnTo>
                <a:cubicBezTo>
                  <a:pt x="360" y="155"/>
                  <a:pt x="359" y="154"/>
                  <a:pt x="358" y="153"/>
                </a:cubicBezTo>
                <a:lnTo>
                  <a:pt x="345" y="140"/>
                </a:lnTo>
                <a:cubicBezTo>
                  <a:pt x="343" y="137"/>
                  <a:pt x="342" y="133"/>
                  <a:pt x="345" y="130"/>
                </a:cubicBezTo>
                <a:lnTo>
                  <a:pt x="357" y="112"/>
                </a:lnTo>
                <a:lnTo>
                  <a:pt x="359" y="104"/>
                </a:lnTo>
                <a:lnTo>
                  <a:pt x="356" y="89"/>
                </a:lnTo>
                <a:cubicBezTo>
                  <a:pt x="356" y="86"/>
                  <a:pt x="356" y="84"/>
                  <a:pt x="358" y="82"/>
                </a:cubicBezTo>
                <a:cubicBezTo>
                  <a:pt x="360" y="80"/>
                  <a:pt x="362" y="79"/>
                  <a:pt x="365" y="79"/>
                </a:cubicBezTo>
                <a:lnTo>
                  <a:pt x="374" y="80"/>
                </a:lnTo>
                <a:lnTo>
                  <a:pt x="375" y="80"/>
                </a:lnTo>
                <a:lnTo>
                  <a:pt x="376" y="78"/>
                </a:lnTo>
                <a:lnTo>
                  <a:pt x="355" y="61"/>
                </a:lnTo>
                <a:lnTo>
                  <a:pt x="351" y="69"/>
                </a:lnTo>
                <a:cubicBezTo>
                  <a:pt x="351" y="71"/>
                  <a:pt x="350" y="72"/>
                  <a:pt x="349" y="73"/>
                </a:cubicBezTo>
                <a:lnTo>
                  <a:pt x="343" y="78"/>
                </a:lnTo>
                <a:lnTo>
                  <a:pt x="341" y="83"/>
                </a:lnTo>
                <a:lnTo>
                  <a:pt x="339" y="97"/>
                </a:lnTo>
                <a:lnTo>
                  <a:pt x="333" y="116"/>
                </a:lnTo>
                <a:cubicBezTo>
                  <a:pt x="333" y="116"/>
                  <a:pt x="333" y="117"/>
                  <a:pt x="332" y="118"/>
                </a:cubicBezTo>
                <a:lnTo>
                  <a:pt x="328" y="124"/>
                </a:lnTo>
                <a:cubicBezTo>
                  <a:pt x="326" y="128"/>
                  <a:pt x="321" y="129"/>
                  <a:pt x="318" y="127"/>
                </a:cubicBezTo>
                <a:lnTo>
                  <a:pt x="313" y="124"/>
                </a:lnTo>
                <a:cubicBezTo>
                  <a:pt x="312" y="123"/>
                  <a:pt x="310" y="121"/>
                  <a:pt x="310" y="119"/>
                </a:cubicBezTo>
                <a:lnTo>
                  <a:pt x="307" y="111"/>
                </a:lnTo>
                <a:cubicBezTo>
                  <a:pt x="307" y="110"/>
                  <a:pt x="307" y="109"/>
                  <a:pt x="307" y="108"/>
                </a:cubicBezTo>
                <a:lnTo>
                  <a:pt x="308" y="101"/>
                </a:lnTo>
                <a:lnTo>
                  <a:pt x="312" y="85"/>
                </a:lnTo>
                <a:lnTo>
                  <a:pt x="314" y="68"/>
                </a:lnTo>
                <a:lnTo>
                  <a:pt x="316" y="61"/>
                </a:lnTo>
                <a:lnTo>
                  <a:pt x="320" y="54"/>
                </a:lnTo>
                <a:lnTo>
                  <a:pt x="326" y="44"/>
                </a:lnTo>
                <a:lnTo>
                  <a:pt x="328" y="39"/>
                </a:lnTo>
                <a:lnTo>
                  <a:pt x="323" y="9"/>
                </a:lnTo>
                <a:lnTo>
                  <a:pt x="319" y="0"/>
                </a:lnTo>
                <a:lnTo>
                  <a:pt x="315" y="9"/>
                </a:lnTo>
                <a:lnTo>
                  <a:pt x="307" y="32"/>
                </a:lnTo>
                <a:cubicBezTo>
                  <a:pt x="307" y="33"/>
                  <a:pt x="306" y="34"/>
                  <a:pt x="305" y="35"/>
                </a:cubicBezTo>
                <a:lnTo>
                  <a:pt x="299" y="41"/>
                </a:lnTo>
                <a:cubicBezTo>
                  <a:pt x="298" y="43"/>
                  <a:pt x="295" y="44"/>
                  <a:pt x="292" y="44"/>
                </a:cubicBezTo>
                <a:cubicBezTo>
                  <a:pt x="290" y="44"/>
                  <a:pt x="288" y="42"/>
                  <a:pt x="286" y="40"/>
                </a:cubicBezTo>
                <a:lnTo>
                  <a:pt x="281" y="30"/>
                </a:lnTo>
                <a:lnTo>
                  <a:pt x="272" y="1"/>
                </a:lnTo>
                <a:lnTo>
                  <a:pt x="275" y="37"/>
                </a:lnTo>
                <a:lnTo>
                  <a:pt x="276" y="38"/>
                </a:lnTo>
                <a:cubicBezTo>
                  <a:pt x="279" y="39"/>
                  <a:pt x="281" y="41"/>
                  <a:pt x="282" y="44"/>
                </a:cubicBezTo>
                <a:lnTo>
                  <a:pt x="283" y="53"/>
                </a:lnTo>
                <a:cubicBezTo>
                  <a:pt x="283" y="54"/>
                  <a:pt x="283" y="55"/>
                  <a:pt x="283" y="56"/>
                </a:cubicBezTo>
                <a:lnTo>
                  <a:pt x="279" y="66"/>
                </a:lnTo>
                <a:cubicBezTo>
                  <a:pt x="278" y="69"/>
                  <a:pt x="276" y="71"/>
                  <a:pt x="273" y="71"/>
                </a:cubicBezTo>
                <a:lnTo>
                  <a:pt x="265" y="72"/>
                </a:lnTo>
                <a:cubicBezTo>
                  <a:pt x="263" y="72"/>
                  <a:pt x="262" y="72"/>
                  <a:pt x="261" y="71"/>
                </a:cubicBezTo>
                <a:lnTo>
                  <a:pt x="253" y="67"/>
                </a:lnTo>
                <a:cubicBezTo>
                  <a:pt x="252" y="67"/>
                  <a:pt x="252" y="67"/>
                  <a:pt x="251" y="66"/>
                </a:cubicBezTo>
                <a:lnTo>
                  <a:pt x="248" y="63"/>
                </a:lnTo>
                <a:lnTo>
                  <a:pt x="251" y="78"/>
                </a:lnTo>
                <a:lnTo>
                  <a:pt x="257" y="87"/>
                </a:lnTo>
                <a:lnTo>
                  <a:pt x="265" y="93"/>
                </a:lnTo>
                <a:cubicBezTo>
                  <a:pt x="267" y="94"/>
                  <a:pt x="268" y="96"/>
                  <a:pt x="268" y="99"/>
                </a:cubicBezTo>
                <a:lnTo>
                  <a:pt x="268" y="105"/>
                </a:lnTo>
                <a:cubicBezTo>
                  <a:pt x="268" y="107"/>
                  <a:pt x="267" y="109"/>
                  <a:pt x="266" y="111"/>
                </a:cubicBezTo>
                <a:cubicBezTo>
                  <a:pt x="264" y="112"/>
                  <a:pt x="262" y="113"/>
                  <a:pt x="259" y="113"/>
                </a:cubicBezTo>
                <a:lnTo>
                  <a:pt x="246" y="111"/>
                </a:lnTo>
                <a:cubicBezTo>
                  <a:pt x="245" y="111"/>
                  <a:pt x="243" y="111"/>
                  <a:pt x="242" y="110"/>
                </a:cubicBezTo>
                <a:lnTo>
                  <a:pt x="237" y="106"/>
                </a:lnTo>
                <a:cubicBezTo>
                  <a:pt x="236" y="106"/>
                  <a:pt x="235" y="105"/>
                  <a:pt x="235" y="105"/>
                </a:cubicBezTo>
                <a:lnTo>
                  <a:pt x="220" y="86"/>
                </a:lnTo>
                <a:lnTo>
                  <a:pt x="216" y="84"/>
                </a:lnTo>
                <a:lnTo>
                  <a:pt x="211" y="83"/>
                </a:lnTo>
                <a:cubicBezTo>
                  <a:pt x="209" y="83"/>
                  <a:pt x="208" y="82"/>
                  <a:pt x="207" y="81"/>
                </a:cubicBezTo>
                <a:lnTo>
                  <a:pt x="204" y="78"/>
                </a:lnTo>
                <a:cubicBezTo>
                  <a:pt x="203" y="77"/>
                  <a:pt x="202" y="76"/>
                  <a:pt x="201" y="75"/>
                </a:cubicBezTo>
                <a:lnTo>
                  <a:pt x="197" y="64"/>
                </a:lnTo>
                <a:lnTo>
                  <a:pt x="189" y="62"/>
                </a:lnTo>
                <a:cubicBezTo>
                  <a:pt x="189" y="62"/>
                  <a:pt x="188" y="62"/>
                  <a:pt x="187" y="61"/>
                </a:cubicBezTo>
                <a:lnTo>
                  <a:pt x="182" y="59"/>
                </a:lnTo>
                <a:cubicBezTo>
                  <a:pt x="182" y="58"/>
                  <a:pt x="181" y="58"/>
                  <a:pt x="181" y="57"/>
                </a:cubicBezTo>
                <a:lnTo>
                  <a:pt x="172" y="49"/>
                </a:lnTo>
                <a:lnTo>
                  <a:pt x="167" y="47"/>
                </a:lnTo>
                <a:lnTo>
                  <a:pt x="165" y="48"/>
                </a:lnTo>
                <a:lnTo>
                  <a:pt x="167" y="49"/>
                </a:lnTo>
                <a:cubicBezTo>
                  <a:pt x="168" y="50"/>
                  <a:pt x="169" y="51"/>
                  <a:pt x="169" y="52"/>
                </a:cubicBezTo>
                <a:lnTo>
                  <a:pt x="182" y="75"/>
                </a:lnTo>
                <a:lnTo>
                  <a:pt x="188" y="81"/>
                </a:lnTo>
                <a:cubicBezTo>
                  <a:pt x="190" y="83"/>
                  <a:pt x="191" y="85"/>
                  <a:pt x="190" y="87"/>
                </a:cubicBezTo>
                <a:cubicBezTo>
                  <a:pt x="190" y="90"/>
                  <a:pt x="189" y="92"/>
                  <a:pt x="188" y="93"/>
                </a:cubicBezTo>
                <a:lnTo>
                  <a:pt x="182" y="98"/>
                </a:lnTo>
                <a:cubicBezTo>
                  <a:pt x="180" y="100"/>
                  <a:pt x="177" y="100"/>
                  <a:pt x="175" y="100"/>
                </a:cubicBezTo>
                <a:lnTo>
                  <a:pt x="166" y="98"/>
                </a:lnTo>
                <a:lnTo>
                  <a:pt x="167" y="103"/>
                </a:lnTo>
                <a:cubicBezTo>
                  <a:pt x="168" y="106"/>
                  <a:pt x="166" y="109"/>
                  <a:pt x="164" y="111"/>
                </a:cubicBezTo>
                <a:cubicBezTo>
                  <a:pt x="162" y="113"/>
                  <a:pt x="159" y="113"/>
                  <a:pt x="157" y="113"/>
                </a:cubicBezTo>
                <a:lnTo>
                  <a:pt x="156" y="112"/>
                </a:lnTo>
                <a:lnTo>
                  <a:pt x="165" y="117"/>
                </a:lnTo>
                <a:lnTo>
                  <a:pt x="216" y="126"/>
                </a:lnTo>
                <a:cubicBezTo>
                  <a:pt x="219" y="127"/>
                  <a:pt x="221" y="129"/>
                  <a:pt x="222" y="132"/>
                </a:cubicBezTo>
                <a:cubicBezTo>
                  <a:pt x="223" y="135"/>
                  <a:pt x="222" y="139"/>
                  <a:pt x="219" y="141"/>
                </a:cubicBezTo>
                <a:lnTo>
                  <a:pt x="204" y="153"/>
                </a:lnTo>
                <a:cubicBezTo>
                  <a:pt x="203" y="154"/>
                  <a:pt x="201" y="155"/>
                  <a:pt x="199" y="155"/>
                </a:cubicBezTo>
                <a:lnTo>
                  <a:pt x="166" y="155"/>
                </a:lnTo>
                <a:lnTo>
                  <a:pt x="169" y="158"/>
                </a:lnTo>
                <a:lnTo>
                  <a:pt x="179" y="163"/>
                </a:lnTo>
                <a:cubicBezTo>
                  <a:pt x="180" y="163"/>
                  <a:pt x="181" y="164"/>
                  <a:pt x="182" y="165"/>
                </a:cubicBezTo>
                <a:lnTo>
                  <a:pt x="187" y="170"/>
                </a:lnTo>
                <a:cubicBezTo>
                  <a:pt x="188" y="171"/>
                  <a:pt x="189" y="173"/>
                  <a:pt x="189" y="174"/>
                </a:cubicBezTo>
                <a:lnTo>
                  <a:pt x="192" y="187"/>
                </a:lnTo>
                <a:cubicBezTo>
                  <a:pt x="193" y="189"/>
                  <a:pt x="193" y="192"/>
                  <a:pt x="191" y="194"/>
                </a:cubicBezTo>
                <a:cubicBezTo>
                  <a:pt x="190" y="196"/>
                  <a:pt x="187" y="197"/>
                  <a:pt x="184" y="196"/>
                </a:cubicBezTo>
                <a:lnTo>
                  <a:pt x="175" y="196"/>
                </a:lnTo>
                <a:cubicBezTo>
                  <a:pt x="173" y="196"/>
                  <a:pt x="171" y="195"/>
                  <a:pt x="170" y="194"/>
                </a:cubicBezTo>
                <a:lnTo>
                  <a:pt x="143" y="172"/>
                </a:lnTo>
                <a:lnTo>
                  <a:pt x="107" y="167"/>
                </a:lnTo>
                <a:lnTo>
                  <a:pt x="105" y="168"/>
                </a:lnTo>
                <a:lnTo>
                  <a:pt x="97" y="176"/>
                </a:lnTo>
                <a:cubicBezTo>
                  <a:pt x="96" y="177"/>
                  <a:pt x="94" y="178"/>
                  <a:pt x="93" y="178"/>
                </a:cubicBezTo>
                <a:lnTo>
                  <a:pt x="87" y="179"/>
                </a:lnTo>
                <a:cubicBezTo>
                  <a:pt x="85" y="179"/>
                  <a:pt x="83" y="179"/>
                  <a:pt x="81" y="178"/>
                </a:cubicBezTo>
                <a:lnTo>
                  <a:pt x="77" y="175"/>
                </a:lnTo>
                <a:cubicBezTo>
                  <a:pt x="76" y="175"/>
                  <a:pt x="76" y="174"/>
                  <a:pt x="75" y="174"/>
                </a:cubicBezTo>
                <a:lnTo>
                  <a:pt x="72" y="170"/>
                </a:lnTo>
                <a:lnTo>
                  <a:pt x="71" y="172"/>
                </a:lnTo>
                <a:cubicBezTo>
                  <a:pt x="70" y="173"/>
                  <a:pt x="70" y="174"/>
                  <a:pt x="69" y="175"/>
                </a:cubicBezTo>
                <a:lnTo>
                  <a:pt x="67" y="177"/>
                </a:lnTo>
                <a:cubicBezTo>
                  <a:pt x="65" y="179"/>
                  <a:pt x="61" y="180"/>
                  <a:pt x="58" y="179"/>
                </a:cubicBezTo>
                <a:lnTo>
                  <a:pt x="56" y="178"/>
                </a:lnTo>
                <a:cubicBezTo>
                  <a:pt x="55" y="177"/>
                  <a:pt x="54" y="176"/>
                  <a:pt x="53" y="175"/>
                </a:cubicBezTo>
                <a:lnTo>
                  <a:pt x="48" y="171"/>
                </a:lnTo>
                <a:lnTo>
                  <a:pt x="49" y="174"/>
                </a:lnTo>
                <a:cubicBezTo>
                  <a:pt x="50" y="177"/>
                  <a:pt x="49" y="180"/>
                  <a:pt x="48" y="182"/>
                </a:cubicBezTo>
                <a:lnTo>
                  <a:pt x="43" y="188"/>
                </a:lnTo>
                <a:lnTo>
                  <a:pt x="52" y="189"/>
                </a:lnTo>
                <a:lnTo>
                  <a:pt x="77" y="182"/>
                </a:lnTo>
                <a:cubicBezTo>
                  <a:pt x="78" y="182"/>
                  <a:pt x="80" y="182"/>
                  <a:pt x="81" y="182"/>
                </a:cubicBezTo>
                <a:lnTo>
                  <a:pt x="90" y="185"/>
                </a:lnTo>
                <a:cubicBezTo>
                  <a:pt x="91" y="185"/>
                  <a:pt x="93" y="186"/>
                  <a:pt x="94" y="187"/>
                </a:cubicBezTo>
                <a:lnTo>
                  <a:pt x="102" y="195"/>
                </a:lnTo>
                <a:cubicBezTo>
                  <a:pt x="104" y="197"/>
                  <a:pt x="105" y="200"/>
                  <a:pt x="103" y="203"/>
                </a:cubicBezTo>
                <a:cubicBezTo>
                  <a:pt x="102" y="206"/>
                  <a:pt x="99" y="208"/>
                  <a:pt x="96" y="208"/>
                </a:cubicBezTo>
                <a:lnTo>
                  <a:pt x="85" y="209"/>
                </a:lnTo>
                <a:lnTo>
                  <a:pt x="86" y="211"/>
                </a:lnTo>
                <a:lnTo>
                  <a:pt x="88" y="212"/>
                </a:lnTo>
                <a:lnTo>
                  <a:pt x="98" y="211"/>
                </a:lnTo>
                <a:cubicBezTo>
                  <a:pt x="101" y="211"/>
                  <a:pt x="104" y="212"/>
                  <a:pt x="105" y="215"/>
                </a:cubicBezTo>
                <a:cubicBezTo>
                  <a:pt x="107" y="218"/>
                  <a:pt x="106" y="221"/>
                  <a:pt x="104" y="224"/>
                </a:cubicBezTo>
                <a:lnTo>
                  <a:pt x="104" y="225"/>
                </a:lnTo>
                <a:lnTo>
                  <a:pt x="108" y="231"/>
                </a:lnTo>
                <a:cubicBezTo>
                  <a:pt x="110" y="233"/>
                  <a:pt x="111" y="237"/>
                  <a:pt x="110" y="240"/>
                </a:cubicBezTo>
                <a:cubicBezTo>
                  <a:pt x="108" y="243"/>
                  <a:pt x="105" y="245"/>
                  <a:pt x="102" y="245"/>
                </a:cubicBezTo>
                <a:lnTo>
                  <a:pt x="69" y="242"/>
                </a:lnTo>
                <a:cubicBezTo>
                  <a:pt x="70" y="242"/>
                  <a:pt x="70" y="243"/>
                  <a:pt x="71" y="243"/>
                </a:cubicBezTo>
                <a:cubicBezTo>
                  <a:pt x="72" y="245"/>
                  <a:pt x="73" y="248"/>
                  <a:pt x="72" y="251"/>
                </a:cubicBezTo>
                <a:lnTo>
                  <a:pt x="68" y="260"/>
                </a:lnTo>
                <a:cubicBezTo>
                  <a:pt x="68" y="261"/>
                  <a:pt x="67" y="261"/>
                  <a:pt x="67" y="262"/>
                </a:cubicBezTo>
                <a:lnTo>
                  <a:pt x="67" y="262"/>
                </a:lnTo>
                <a:lnTo>
                  <a:pt x="78" y="266"/>
                </a:lnTo>
                <a:lnTo>
                  <a:pt x="80" y="261"/>
                </a:lnTo>
                <a:lnTo>
                  <a:pt x="81" y="254"/>
                </a:lnTo>
                <a:cubicBezTo>
                  <a:pt x="82" y="250"/>
                  <a:pt x="85" y="248"/>
                  <a:pt x="88" y="247"/>
                </a:cubicBezTo>
                <a:cubicBezTo>
                  <a:pt x="92" y="247"/>
                  <a:pt x="95" y="249"/>
                  <a:pt x="96" y="252"/>
                </a:cubicBezTo>
                <a:lnTo>
                  <a:pt x="100" y="259"/>
                </a:lnTo>
                <a:lnTo>
                  <a:pt x="104" y="277"/>
                </a:lnTo>
                <a:cubicBezTo>
                  <a:pt x="107" y="276"/>
                  <a:pt x="110" y="276"/>
                  <a:pt x="112" y="279"/>
                </a:cubicBezTo>
                <a:cubicBezTo>
                  <a:pt x="115" y="281"/>
                  <a:pt x="115" y="286"/>
                  <a:pt x="113" y="289"/>
                </a:cubicBezTo>
                <a:lnTo>
                  <a:pt x="95" y="313"/>
                </a:lnTo>
                <a:cubicBezTo>
                  <a:pt x="93" y="315"/>
                  <a:pt x="90" y="316"/>
                  <a:pt x="87" y="316"/>
                </a:cubicBezTo>
                <a:lnTo>
                  <a:pt x="47" y="310"/>
                </a:lnTo>
                <a:lnTo>
                  <a:pt x="41" y="313"/>
                </a:lnTo>
                <a:lnTo>
                  <a:pt x="42" y="313"/>
                </a:lnTo>
                <a:cubicBezTo>
                  <a:pt x="45" y="315"/>
                  <a:pt x="46" y="319"/>
                  <a:pt x="45" y="322"/>
                </a:cubicBezTo>
                <a:lnTo>
                  <a:pt x="43" y="329"/>
                </a:lnTo>
                <a:lnTo>
                  <a:pt x="54" y="329"/>
                </a:lnTo>
                <a:cubicBezTo>
                  <a:pt x="55" y="329"/>
                  <a:pt x="57" y="330"/>
                  <a:pt x="58" y="330"/>
                </a:cubicBezTo>
                <a:lnTo>
                  <a:pt x="79" y="342"/>
                </a:lnTo>
                <a:lnTo>
                  <a:pt x="85" y="341"/>
                </a:lnTo>
                <a:lnTo>
                  <a:pt x="111" y="325"/>
                </a:lnTo>
                <a:cubicBezTo>
                  <a:pt x="114" y="323"/>
                  <a:pt x="118" y="324"/>
                  <a:pt x="120" y="326"/>
                </a:cubicBezTo>
                <a:cubicBezTo>
                  <a:pt x="123" y="329"/>
                  <a:pt x="124" y="333"/>
                  <a:pt x="122" y="336"/>
                </a:cubicBezTo>
                <a:lnTo>
                  <a:pt x="113" y="351"/>
                </a:lnTo>
                <a:cubicBezTo>
                  <a:pt x="113" y="352"/>
                  <a:pt x="112" y="353"/>
                  <a:pt x="111" y="353"/>
                </a:cubicBezTo>
                <a:lnTo>
                  <a:pt x="88" y="371"/>
                </a:lnTo>
                <a:lnTo>
                  <a:pt x="90" y="374"/>
                </a:lnTo>
                <a:cubicBezTo>
                  <a:pt x="91" y="376"/>
                  <a:pt x="92" y="379"/>
                  <a:pt x="91" y="381"/>
                </a:cubicBezTo>
                <a:lnTo>
                  <a:pt x="87" y="394"/>
                </a:lnTo>
                <a:cubicBezTo>
                  <a:pt x="86" y="397"/>
                  <a:pt x="83" y="399"/>
                  <a:pt x="80" y="399"/>
                </a:cubicBezTo>
                <a:lnTo>
                  <a:pt x="73" y="400"/>
                </a:lnTo>
                <a:cubicBezTo>
                  <a:pt x="71" y="400"/>
                  <a:pt x="70" y="400"/>
                  <a:pt x="69" y="399"/>
                </a:cubicBezTo>
                <a:lnTo>
                  <a:pt x="58" y="394"/>
                </a:lnTo>
                <a:lnTo>
                  <a:pt x="37" y="402"/>
                </a:lnTo>
                <a:lnTo>
                  <a:pt x="38" y="415"/>
                </a:lnTo>
                <a:cubicBezTo>
                  <a:pt x="38" y="418"/>
                  <a:pt x="37" y="420"/>
                  <a:pt x="36" y="421"/>
                </a:cubicBezTo>
                <a:cubicBezTo>
                  <a:pt x="34" y="423"/>
                  <a:pt x="32" y="424"/>
                  <a:pt x="30" y="424"/>
                </a:cubicBezTo>
                <a:lnTo>
                  <a:pt x="23" y="424"/>
                </a:lnTo>
                <a:cubicBezTo>
                  <a:pt x="21" y="424"/>
                  <a:pt x="19" y="423"/>
                  <a:pt x="18" y="422"/>
                </a:cubicBezTo>
                <a:lnTo>
                  <a:pt x="6" y="414"/>
                </a:lnTo>
                <a:lnTo>
                  <a:pt x="4" y="416"/>
                </a:lnTo>
                <a:lnTo>
                  <a:pt x="0" y="430"/>
                </a:lnTo>
                <a:lnTo>
                  <a:pt x="2" y="440"/>
                </a:lnTo>
                <a:lnTo>
                  <a:pt x="7" y="443"/>
                </a:lnTo>
                <a:cubicBezTo>
                  <a:pt x="9" y="444"/>
                  <a:pt x="10" y="445"/>
                  <a:pt x="11" y="447"/>
                </a:cubicBezTo>
                <a:lnTo>
                  <a:pt x="12" y="449"/>
                </a:lnTo>
                <a:lnTo>
                  <a:pt x="93" y="425"/>
                </a:lnTo>
                <a:cubicBezTo>
                  <a:pt x="97" y="424"/>
                  <a:pt x="100" y="425"/>
                  <a:pt x="102" y="428"/>
                </a:cubicBezTo>
                <a:lnTo>
                  <a:pt x="110" y="438"/>
                </a:lnTo>
                <a:lnTo>
                  <a:pt x="112" y="431"/>
                </a:lnTo>
                <a:cubicBezTo>
                  <a:pt x="112" y="430"/>
                  <a:pt x="113" y="430"/>
                  <a:pt x="113" y="429"/>
                </a:cubicBezTo>
                <a:lnTo>
                  <a:pt x="128" y="409"/>
                </a:lnTo>
                <a:lnTo>
                  <a:pt x="172" y="368"/>
                </a:lnTo>
                <a:lnTo>
                  <a:pt x="184" y="346"/>
                </a:lnTo>
                <a:lnTo>
                  <a:pt x="193" y="334"/>
                </a:lnTo>
                <a:lnTo>
                  <a:pt x="202" y="327"/>
                </a:lnTo>
                <a:cubicBezTo>
                  <a:pt x="203" y="326"/>
                  <a:pt x="204" y="326"/>
                  <a:pt x="205" y="325"/>
                </a:cubicBezTo>
                <a:lnTo>
                  <a:pt x="213" y="323"/>
                </a:lnTo>
                <a:cubicBezTo>
                  <a:pt x="214" y="323"/>
                  <a:pt x="215" y="323"/>
                  <a:pt x="216" y="323"/>
                </a:cubicBezTo>
                <a:lnTo>
                  <a:pt x="226" y="324"/>
                </a:lnTo>
                <a:cubicBezTo>
                  <a:pt x="228" y="325"/>
                  <a:pt x="231" y="326"/>
                  <a:pt x="232" y="328"/>
                </a:cubicBezTo>
                <a:cubicBezTo>
                  <a:pt x="233" y="330"/>
                  <a:pt x="233" y="333"/>
                  <a:pt x="232" y="335"/>
                </a:cubicBezTo>
                <a:lnTo>
                  <a:pt x="222" y="361"/>
                </a:lnTo>
                <a:cubicBezTo>
                  <a:pt x="222" y="361"/>
                  <a:pt x="222" y="361"/>
                  <a:pt x="222" y="362"/>
                </a:cubicBezTo>
                <a:lnTo>
                  <a:pt x="248" y="365"/>
                </a:lnTo>
                <a:lnTo>
                  <a:pt x="275" y="350"/>
                </a:lnTo>
                <a:cubicBezTo>
                  <a:pt x="277" y="349"/>
                  <a:pt x="278" y="348"/>
                  <a:pt x="280" y="349"/>
                </a:cubicBezTo>
                <a:lnTo>
                  <a:pt x="314" y="351"/>
                </a:lnTo>
                <a:lnTo>
                  <a:pt x="353" y="342"/>
                </a:lnTo>
                <a:lnTo>
                  <a:pt x="359" y="339"/>
                </a:lnTo>
                <a:cubicBezTo>
                  <a:pt x="358" y="339"/>
                  <a:pt x="357" y="339"/>
                  <a:pt x="357" y="339"/>
                </a:cubicBezTo>
                <a:lnTo>
                  <a:pt x="351" y="336"/>
                </a:lnTo>
                <a:cubicBezTo>
                  <a:pt x="348" y="335"/>
                  <a:pt x="346" y="333"/>
                  <a:pt x="346" y="330"/>
                </a:cubicBezTo>
                <a:lnTo>
                  <a:pt x="342" y="314"/>
                </a:lnTo>
                <a:lnTo>
                  <a:pt x="337" y="309"/>
                </a:lnTo>
                <a:lnTo>
                  <a:pt x="327" y="303"/>
                </a:lnTo>
                <a:cubicBezTo>
                  <a:pt x="325" y="301"/>
                  <a:pt x="324" y="299"/>
                  <a:pt x="324" y="296"/>
                </a:cubicBezTo>
                <a:lnTo>
                  <a:pt x="324" y="290"/>
                </a:lnTo>
                <a:cubicBezTo>
                  <a:pt x="324" y="288"/>
                  <a:pt x="325" y="286"/>
                  <a:pt x="327" y="284"/>
                </a:cubicBezTo>
                <a:cubicBezTo>
                  <a:pt x="329" y="283"/>
                  <a:pt x="331" y="282"/>
                  <a:pt x="333" y="282"/>
                </a:cubicBezTo>
                <a:lnTo>
                  <a:pt x="346" y="284"/>
                </a:lnTo>
                <a:lnTo>
                  <a:pt x="348" y="283"/>
                </a:lnTo>
                <a:lnTo>
                  <a:pt x="350" y="279"/>
                </a:lnTo>
                <a:lnTo>
                  <a:pt x="350" y="279"/>
                </a:lnTo>
                <a:lnTo>
                  <a:pt x="343" y="27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5" name="Freeform 10">
            <a:extLst>
              <a:ext uri="{FF2B5EF4-FFF2-40B4-BE49-F238E27FC236}">
                <a16:creationId xmlns:a16="http://schemas.microsoft.com/office/drawing/2014/main" xmlns="" id="{864F5B41-A220-4735-B634-3A11CE076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711" y="3065616"/>
            <a:ext cx="19579" cy="28479"/>
          </a:xfrm>
          <a:custGeom>
            <a:avLst/>
            <a:gdLst>
              <a:gd name="T0" fmla="*/ 47 w 48"/>
              <a:gd name="T1" fmla="*/ 0 h 72"/>
              <a:gd name="T2" fmla="*/ 27 w 48"/>
              <a:gd name="T3" fmla="*/ 4 h 72"/>
              <a:gd name="T4" fmla="*/ 20 w 48"/>
              <a:gd name="T5" fmla="*/ 8 h 72"/>
              <a:gd name="T6" fmla="*/ 11 w 48"/>
              <a:gd name="T7" fmla="*/ 20 h 72"/>
              <a:gd name="T8" fmla="*/ 5 w 48"/>
              <a:gd name="T9" fmla="*/ 32 h 72"/>
              <a:gd name="T10" fmla="*/ 2 w 48"/>
              <a:gd name="T11" fmla="*/ 42 h 72"/>
              <a:gd name="T12" fmla="*/ 1 w 48"/>
              <a:gd name="T13" fmla="*/ 50 h 72"/>
              <a:gd name="T14" fmla="*/ 2 w 48"/>
              <a:gd name="T15" fmla="*/ 55 h 72"/>
              <a:gd name="T16" fmla="*/ 0 w 48"/>
              <a:gd name="T17" fmla="*/ 66 h 72"/>
              <a:gd name="T18" fmla="*/ 1 w 48"/>
              <a:gd name="T19" fmla="*/ 68 h 72"/>
              <a:gd name="T20" fmla="*/ 4 w 48"/>
              <a:gd name="T21" fmla="*/ 71 h 72"/>
              <a:gd name="T22" fmla="*/ 6 w 48"/>
              <a:gd name="T23" fmla="*/ 71 h 72"/>
              <a:gd name="T24" fmla="*/ 8 w 48"/>
              <a:gd name="T25" fmla="*/ 68 h 72"/>
              <a:gd name="T26" fmla="*/ 14 w 48"/>
              <a:gd name="T27" fmla="*/ 52 h 72"/>
              <a:gd name="T28" fmla="*/ 20 w 48"/>
              <a:gd name="T29" fmla="*/ 42 h 72"/>
              <a:gd name="T30" fmla="*/ 21 w 48"/>
              <a:gd name="T31" fmla="*/ 41 h 72"/>
              <a:gd name="T32" fmla="*/ 27 w 48"/>
              <a:gd name="T33" fmla="*/ 34 h 72"/>
              <a:gd name="T34" fmla="*/ 29 w 48"/>
              <a:gd name="T35" fmla="*/ 33 h 72"/>
              <a:gd name="T36" fmla="*/ 35 w 48"/>
              <a:gd name="T37" fmla="*/ 29 h 72"/>
              <a:gd name="T38" fmla="*/ 42 w 48"/>
              <a:gd name="T39" fmla="*/ 23 h 72"/>
              <a:gd name="T40" fmla="*/ 46 w 48"/>
              <a:gd name="T41" fmla="*/ 15 h 72"/>
              <a:gd name="T42" fmla="*/ 46 w 48"/>
              <a:gd name="T43" fmla="*/ 10 h 72"/>
              <a:gd name="T44" fmla="*/ 46 w 48"/>
              <a:gd name="T45" fmla="*/ 6 h 72"/>
              <a:gd name="T46" fmla="*/ 46 w 48"/>
              <a:gd name="T47" fmla="*/ 3 h 72"/>
              <a:gd name="T48" fmla="*/ 47 w 48"/>
              <a:gd name="T4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8" h="72">
                <a:moveTo>
                  <a:pt x="47" y="0"/>
                </a:moveTo>
                <a:lnTo>
                  <a:pt x="27" y="4"/>
                </a:lnTo>
                <a:lnTo>
                  <a:pt x="20" y="8"/>
                </a:lnTo>
                <a:lnTo>
                  <a:pt x="11" y="20"/>
                </a:lnTo>
                <a:lnTo>
                  <a:pt x="5" y="32"/>
                </a:lnTo>
                <a:lnTo>
                  <a:pt x="2" y="42"/>
                </a:lnTo>
                <a:lnTo>
                  <a:pt x="1" y="50"/>
                </a:lnTo>
                <a:lnTo>
                  <a:pt x="2" y="55"/>
                </a:lnTo>
                <a:lnTo>
                  <a:pt x="0" y="66"/>
                </a:lnTo>
                <a:lnTo>
                  <a:pt x="1" y="68"/>
                </a:lnTo>
                <a:lnTo>
                  <a:pt x="4" y="71"/>
                </a:lnTo>
                <a:lnTo>
                  <a:pt x="6" y="71"/>
                </a:lnTo>
                <a:lnTo>
                  <a:pt x="8" y="68"/>
                </a:lnTo>
                <a:lnTo>
                  <a:pt x="14" y="52"/>
                </a:lnTo>
                <a:lnTo>
                  <a:pt x="20" y="42"/>
                </a:lnTo>
                <a:cubicBezTo>
                  <a:pt x="20" y="42"/>
                  <a:pt x="20" y="41"/>
                  <a:pt x="21" y="41"/>
                </a:cubicBezTo>
                <a:lnTo>
                  <a:pt x="27" y="34"/>
                </a:lnTo>
                <a:cubicBezTo>
                  <a:pt x="28" y="34"/>
                  <a:pt x="28" y="33"/>
                  <a:pt x="29" y="33"/>
                </a:cubicBezTo>
                <a:lnTo>
                  <a:pt x="35" y="29"/>
                </a:lnTo>
                <a:lnTo>
                  <a:pt x="42" y="23"/>
                </a:lnTo>
                <a:lnTo>
                  <a:pt x="46" y="15"/>
                </a:lnTo>
                <a:lnTo>
                  <a:pt x="46" y="10"/>
                </a:lnTo>
                <a:lnTo>
                  <a:pt x="46" y="6"/>
                </a:lnTo>
                <a:cubicBezTo>
                  <a:pt x="46" y="5"/>
                  <a:pt x="46" y="4"/>
                  <a:pt x="46" y="3"/>
                </a:cubicBezTo>
                <a:lnTo>
                  <a:pt x="47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6" name="Freeform 11">
            <a:extLst>
              <a:ext uri="{FF2B5EF4-FFF2-40B4-BE49-F238E27FC236}">
                <a16:creationId xmlns:a16="http://schemas.microsoft.com/office/drawing/2014/main" xmlns="" id="{5DB83D71-C77B-48EE-B591-C50A6EDB3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809" y="2846680"/>
            <a:ext cx="97899" cy="58739"/>
          </a:xfrm>
          <a:custGeom>
            <a:avLst/>
            <a:gdLst>
              <a:gd name="T0" fmla="*/ 25 w 242"/>
              <a:gd name="T1" fmla="*/ 110 h 147"/>
              <a:gd name="T2" fmla="*/ 37 w 242"/>
              <a:gd name="T3" fmla="*/ 117 h 147"/>
              <a:gd name="T4" fmla="*/ 51 w 242"/>
              <a:gd name="T5" fmla="*/ 141 h 147"/>
              <a:gd name="T6" fmla="*/ 71 w 242"/>
              <a:gd name="T7" fmla="*/ 146 h 147"/>
              <a:gd name="T8" fmla="*/ 142 w 242"/>
              <a:gd name="T9" fmla="*/ 121 h 147"/>
              <a:gd name="T10" fmla="*/ 166 w 242"/>
              <a:gd name="T11" fmla="*/ 120 h 147"/>
              <a:gd name="T12" fmla="*/ 180 w 242"/>
              <a:gd name="T13" fmla="*/ 106 h 147"/>
              <a:gd name="T14" fmla="*/ 217 w 242"/>
              <a:gd name="T15" fmla="*/ 115 h 147"/>
              <a:gd name="T16" fmla="*/ 238 w 242"/>
              <a:gd name="T17" fmla="*/ 97 h 147"/>
              <a:gd name="T18" fmla="*/ 239 w 242"/>
              <a:gd name="T19" fmla="*/ 76 h 147"/>
              <a:gd name="T20" fmla="*/ 234 w 242"/>
              <a:gd name="T21" fmla="*/ 72 h 147"/>
              <a:gd name="T22" fmla="*/ 227 w 242"/>
              <a:gd name="T23" fmla="*/ 68 h 147"/>
              <a:gd name="T24" fmla="*/ 221 w 242"/>
              <a:gd name="T25" fmla="*/ 53 h 147"/>
              <a:gd name="T26" fmla="*/ 222 w 242"/>
              <a:gd name="T27" fmla="*/ 43 h 147"/>
              <a:gd name="T28" fmla="*/ 227 w 242"/>
              <a:gd name="T29" fmla="*/ 23 h 147"/>
              <a:gd name="T30" fmla="*/ 203 w 242"/>
              <a:gd name="T31" fmla="*/ 20 h 147"/>
              <a:gd name="T32" fmla="*/ 193 w 242"/>
              <a:gd name="T33" fmla="*/ 8 h 147"/>
              <a:gd name="T34" fmla="*/ 178 w 242"/>
              <a:gd name="T35" fmla="*/ 18 h 147"/>
              <a:gd name="T36" fmla="*/ 102 w 242"/>
              <a:gd name="T37" fmla="*/ 8 h 147"/>
              <a:gd name="T38" fmla="*/ 86 w 242"/>
              <a:gd name="T39" fmla="*/ 4 h 147"/>
              <a:gd name="T40" fmla="*/ 61 w 242"/>
              <a:gd name="T41" fmla="*/ 0 h 147"/>
              <a:gd name="T42" fmla="*/ 92 w 242"/>
              <a:gd name="T43" fmla="*/ 55 h 147"/>
              <a:gd name="T44" fmla="*/ 122 w 242"/>
              <a:gd name="T45" fmla="*/ 52 h 147"/>
              <a:gd name="T46" fmla="*/ 119 w 242"/>
              <a:gd name="T47" fmla="*/ 66 h 147"/>
              <a:gd name="T48" fmla="*/ 110 w 242"/>
              <a:gd name="T49" fmla="*/ 73 h 147"/>
              <a:gd name="T50" fmla="*/ 104 w 242"/>
              <a:gd name="T51" fmla="*/ 82 h 147"/>
              <a:gd name="T52" fmla="*/ 97 w 242"/>
              <a:gd name="T53" fmla="*/ 88 h 147"/>
              <a:gd name="T54" fmla="*/ 91 w 242"/>
              <a:gd name="T55" fmla="*/ 100 h 147"/>
              <a:gd name="T56" fmla="*/ 88 w 242"/>
              <a:gd name="T57" fmla="*/ 104 h 147"/>
              <a:gd name="T58" fmla="*/ 74 w 242"/>
              <a:gd name="T59" fmla="*/ 105 h 147"/>
              <a:gd name="T60" fmla="*/ 69 w 242"/>
              <a:gd name="T61" fmla="*/ 94 h 147"/>
              <a:gd name="T62" fmla="*/ 70 w 242"/>
              <a:gd name="T63" fmla="*/ 87 h 147"/>
              <a:gd name="T64" fmla="*/ 67 w 242"/>
              <a:gd name="T65" fmla="*/ 79 h 147"/>
              <a:gd name="T66" fmla="*/ 35 w 242"/>
              <a:gd name="T67" fmla="*/ 68 h 147"/>
              <a:gd name="T68" fmla="*/ 26 w 242"/>
              <a:gd name="T69" fmla="*/ 76 h 147"/>
              <a:gd name="T70" fmla="*/ 21 w 242"/>
              <a:gd name="T71" fmla="*/ 79 h 147"/>
              <a:gd name="T72" fmla="*/ 11 w 242"/>
              <a:gd name="T73" fmla="*/ 79 h 147"/>
              <a:gd name="T74" fmla="*/ 7 w 242"/>
              <a:gd name="T75" fmla="*/ 85 h 147"/>
              <a:gd name="T76" fmla="*/ 5 w 242"/>
              <a:gd name="T77" fmla="*/ 107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2" h="147">
                <a:moveTo>
                  <a:pt x="9" y="109"/>
                </a:moveTo>
                <a:lnTo>
                  <a:pt x="25" y="110"/>
                </a:lnTo>
                <a:cubicBezTo>
                  <a:pt x="27" y="110"/>
                  <a:pt x="28" y="110"/>
                  <a:pt x="30" y="111"/>
                </a:cubicBezTo>
                <a:lnTo>
                  <a:pt x="37" y="117"/>
                </a:lnTo>
                <a:cubicBezTo>
                  <a:pt x="38" y="118"/>
                  <a:pt x="38" y="119"/>
                  <a:pt x="39" y="120"/>
                </a:cubicBezTo>
                <a:lnTo>
                  <a:pt x="51" y="141"/>
                </a:lnTo>
                <a:lnTo>
                  <a:pt x="55" y="146"/>
                </a:lnTo>
                <a:lnTo>
                  <a:pt x="71" y="146"/>
                </a:lnTo>
                <a:lnTo>
                  <a:pt x="139" y="122"/>
                </a:lnTo>
                <a:cubicBezTo>
                  <a:pt x="140" y="121"/>
                  <a:pt x="141" y="121"/>
                  <a:pt x="142" y="121"/>
                </a:cubicBezTo>
                <a:lnTo>
                  <a:pt x="163" y="122"/>
                </a:lnTo>
                <a:lnTo>
                  <a:pt x="166" y="120"/>
                </a:lnTo>
                <a:lnTo>
                  <a:pt x="175" y="110"/>
                </a:lnTo>
                <a:lnTo>
                  <a:pt x="180" y="106"/>
                </a:lnTo>
                <a:cubicBezTo>
                  <a:pt x="182" y="104"/>
                  <a:pt x="185" y="104"/>
                  <a:pt x="187" y="105"/>
                </a:cubicBezTo>
                <a:lnTo>
                  <a:pt x="217" y="115"/>
                </a:lnTo>
                <a:lnTo>
                  <a:pt x="224" y="111"/>
                </a:lnTo>
                <a:lnTo>
                  <a:pt x="238" y="97"/>
                </a:lnTo>
                <a:lnTo>
                  <a:pt x="241" y="88"/>
                </a:lnTo>
                <a:lnTo>
                  <a:pt x="239" y="76"/>
                </a:lnTo>
                <a:lnTo>
                  <a:pt x="237" y="74"/>
                </a:lnTo>
                <a:lnTo>
                  <a:pt x="234" y="72"/>
                </a:lnTo>
                <a:cubicBezTo>
                  <a:pt x="233" y="72"/>
                  <a:pt x="232" y="72"/>
                  <a:pt x="232" y="71"/>
                </a:cubicBezTo>
                <a:lnTo>
                  <a:pt x="227" y="68"/>
                </a:lnTo>
                <a:cubicBezTo>
                  <a:pt x="225" y="67"/>
                  <a:pt x="224" y="65"/>
                  <a:pt x="224" y="63"/>
                </a:cubicBezTo>
                <a:lnTo>
                  <a:pt x="221" y="53"/>
                </a:lnTo>
                <a:cubicBezTo>
                  <a:pt x="221" y="52"/>
                  <a:pt x="221" y="51"/>
                  <a:pt x="221" y="50"/>
                </a:cubicBezTo>
                <a:lnTo>
                  <a:pt x="222" y="43"/>
                </a:lnTo>
                <a:lnTo>
                  <a:pt x="229" y="23"/>
                </a:lnTo>
                <a:cubicBezTo>
                  <a:pt x="229" y="23"/>
                  <a:pt x="228" y="23"/>
                  <a:pt x="227" y="23"/>
                </a:cubicBezTo>
                <a:lnTo>
                  <a:pt x="210" y="24"/>
                </a:lnTo>
                <a:cubicBezTo>
                  <a:pt x="207" y="24"/>
                  <a:pt x="205" y="23"/>
                  <a:pt x="203" y="20"/>
                </a:cubicBezTo>
                <a:lnTo>
                  <a:pt x="194" y="5"/>
                </a:lnTo>
                <a:cubicBezTo>
                  <a:pt x="194" y="6"/>
                  <a:pt x="194" y="7"/>
                  <a:pt x="193" y="8"/>
                </a:cubicBezTo>
                <a:lnTo>
                  <a:pt x="186" y="16"/>
                </a:lnTo>
                <a:cubicBezTo>
                  <a:pt x="184" y="18"/>
                  <a:pt x="181" y="19"/>
                  <a:pt x="178" y="18"/>
                </a:cubicBezTo>
                <a:lnTo>
                  <a:pt x="139" y="5"/>
                </a:lnTo>
                <a:lnTo>
                  <a:pt x="102" y="8"/>
                </a:lnTo>
                <a:cubicBezTo>
                  <a:pt x="101" y="8"/>
                  <a:pt x="100" y="8"/>
                  <a:pt x="99" y="8"/>
                </a:cubicBezTo>
                <a:lnTo>
                  <a:pt x="86" y="4"/>
                </a:lnTo>
                <a:cubicBezTo>
                  <a:pt x="85" y="4"/>
                  <a:pt x="85" y="4"/>
                  <a:pt x="85" y="4"/>
                </a:cubicBezTo>
                <a:lnTo>
                  <a:pt x="61" y="0"/>
                </a:lnTo>
                <a:lnTo>
                  <a:pt x="90" y="55"/>
                </a:lnTo>
                <a:lnTo>
                  <a:pt x="92" y="55"/>
                </a:lnTo>
                <a:lnTo>
                  <a:pt x="113" y="49"/>
                </a:lnTo>
                <a:cubicBezTo>
                  <a:pt x="116" y="48"/>
                  <a:pt x="120" y="49"/>
                  <a:pt x="122" y="52"/>
                </a:cubicBezTo>
                <a:cubicBezTo>
                  <a:pt x="124" y="55"/>
                  <a:pt x="124" y="58"/>
                  <a:pt x="122" y="61"/>
                </a:cubicBezTo>
                <a:lnTo>
                  <a:pt x="119" y="66"/>
                </a:lnTo>
                <a:cubicBezTo>
                  <a:pt x="118" y="67"/>
                  <a:pt x="118" y="68"/>
                  <a:pt x="117" y="69"/>
                </a:cubicBezTo>
                <a:lnTo>
                  <a:pt x="110" y="73"/>
                </a:lnTo>
                <a:lnTo>
                  <a:pt x="108" y="77"/>
                </a:lnTo>
                <a:lnTo>
                  <a:pt x="104" y="82"/>
                </a:lnTo>
                <a:cubicBezTo>
                  <a:pt x="103" y="83"/>
                  <a:pt x="101" y="83"/>
                  <a:pt x="100" y="84"/>
                </a:cubicBezTo>
                <a:cubicBezTo>
                  <a:pt x="99" y="85"/>
                  <a:pt x="98" y="87"/>
                  <a:pt x="97" y="88"/>
                </a:cubicBezTo>
                <a:lnTo>
                  <a:pt x="95" y="89"/>
                </a:lnTo>
                <a:lnTo>
                  <a:pt x="91" y="100"/>
                </a:lnTo>
                <a:cubicBezTo>
                  <a:pt x="91" y="100"/>
                  <a:pt x="91" y="101"/>
                  <a:pt x="90" y="102"/>
                </a:cubicBezTo>
                <a:lnTo>
                  <a:pt x="88" y="104"/>
                </a:lnTo>
                <a:cubicBezTo>
                  <a:pt x="86" y="108"/>
                  <a:pt x="81" y="108"/>
                  <a:pt x="78" y="107"/>
                </a:cubicBezTo>
                <a:lnTo>
                  <a:pt x="74" y="105"/>
                </a:lnTo>
                <a:cubicBezTo>
                  <a:pt x="72" y="103"/>
                  <a:pt x="70" y="101"/>
                  <a:pt x="70" y="99"/>
                </a:cubicBezTo>
                <a:lnTo>
                  <a:pt x="69" y="94"/>
                </a:lnTo>
                <a:cubicBezTo>
                  <a:pt x="69" y="93"/>
                  <a:pt x="69" y="92"/>
                  <a:pt x="69" y="91"/>
                </a:cubicBezTo>
                <a:lnTo>
                  <a:pt x="70" y="87"/>
                </a:lnTo>
                <a:lnTo>
                  <a:pt x="70" y="87"/>
                </a:lnTo>
                <a:lnTo>
                  <a:pt x="67" y="79"/>
                </a:lnTo>
                <a:lnTo>
                  <a:pt x="61" y="74"/>
                </a:lnTo>
                <a:lnTo>
                  <a:pt x="35" y="68"/>
                </a:lnTo>
                <a:lnTo>
                  <a:pt x="32" y="70"/>
                </a:lnTo>
                <a:lnTo>
                  <a:pt x="26" y="76"/>
                </a:lnTo>
                <a:cubicBezTo>
                  <a:pt x="26" y="77"/>
                  <a:pt x="25" y="77"/>
                  <a:pt x="25" y="77"/>
                </a:cubicBezTo>
                <a:lnTo>
                  <a:pt x="21" y="79"/>
                </a:lnTo>
                <a:cubicBezTo>
                  <a:pt x="19" y="81"/>
                  <a:pt x="16" y="81"/>
                  <a:pt x="14" y="80"/>
                </a:cubicBezTo>
                <a:lnTo>
                  <a:pt x="11" y="79"/>
                </a:lnTo>
                <a:cubicBezTo>
                  <a:pt x="11" y="79"/>
                  <a:pt x="11" y="80"/>
                  <a:pt x="10" y="80"/>
                </a:cubicBezTo>
                <a:lnTo>
                  <a:pt x="7" y="85"/>
                </a:lnTo>
                <a:lnTo>
                  <a:pt x="0" y="99"/>
                </a:lnTo>
                <a:lnTo>
                  <a:pt x="5" y="107"/>
                </a:lnTo>
                <a:lnTo>
                  <a:pt x="9" y="10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7" name="Freeform 12">
            <a:extLst>
              <a:ext uri="{FF2B5EF4-FFF2-40B4-BE49-F238E27FC236}">
                <a16:creationId xmlns:a16="http://schemas.microsoft.com/office/drawing/2014/main" xmlns="" id="{6033FA6E-C497-493F-AB7D-09101451B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468" y="2784382"/>
            <a:ext cx="42719" cy="67639"/>
          </a:xfrm>
          <a:custGeom>
            <a:avLst/>
            <a:gdLst>
              <a:gd name="T0" fmla="*/ 36 w 105"/>
              <a:gd name="T1" fmla="*/ 77 h 166"/>
              <a:gd name="T2" fmla="*/ 37 w 105"/>
              <a:gd name="T3" fmla="*/ 83 h 166"/>
              <a:gd name="T4" fmla="*/ 27 w 105"/>
              <a:gd name="T5" fmla="*/ 112 h 166"/>
              <a:gd name="T6" fmla="*/ 21 w 105"/>
              <a:gd name="T7" fmla="*/ 150 h 166"/>
              <a:gd name="T8" fmla="*/ 22 w 105"/>
              <a:gd name="T9" fmla="*/ 156 h 166"/>
              <a:gd name="T10" fmla="*/ 26 w 105"/>
              <a:gd name="T11" fmla="*/ 160 h 166"/>
              <a:gd name="T12" fmla="*/ 29 w 105"/>
              <a:gd name="T13" fmla="*/ 165 h 166"/>
              <a:gd name="T14" fmla="*/ 29 w 105"/>
              <a:gd name="T15" fmla="*/ 165 h 166"/>
              <a:gd name="T16" fmla="*/ 40 w 105"/>
              <a:gd name="T17" fmla="*/ 158 h 166"/>
              <a:gd name="T18" fmla="*/ 43 w 105"/>
              <a:gd name="T19" fmla="*/ 157 h 166"/>
              <a:gd name="T20" fmla="*/ 53 w 105"/>
              <a:gd name="T21" fmla="*/ 155 h 166"/>
              <a:gd name="T22" fmla="*/ 62 w 105"/>
              <a:gd name="T23" fmla="*/ 150 h 166"/>
              <a:gd name="T24" fmla="*/ 78 w 105"/>
              <a:gd name="T25" fmla="*/ 122 h 166"/>
              <a:gd name="T26" fmla="*/ 81 w 105"/>
              <a:gd name="T27" fmla="*/ 118 h 166"/>
              <a:gd name="T28" fmla="*/ 98 w 105"/>
              <a:gd name="T29" fmla="*/ 110 h 166"/>
              <a:gd name="T30" fmla="*/ 104 w 105"/>
              <a:gd name="T31" fmla="*/ 97 h 166"/>
              <a:gd name="T32" fmla="*/ 104 w 105"/>
              <a:gd name="T33" fmla="*/ 79 h 166"/>
              <a:gd name="T34" fmla="*/ 100 w 105"/>
              <a:gd name="T35" fmla="*/ 67 h 166"/>
              <a:gd name="T36" fmla="*/ 93 w 105"/>
              <a:gd name="T37" fmla="*/ 58 h 166"/>
              <a:gd name="T38" fmla="*/ 85 w 105"/>
              <a:gd name="T39" fmla="*/ 43 h 166"/>
              <a:gd name="T40" fmla="*/ 62 w 105"/>
              <a:gd name="T41" fmla="*/ 32 h 166"/>
              <a:gd name="T42" fmla="*/ 53 w 105"/>
              <a:gd name="T43" fmla="*/ 35 h 166"/>
              <a:gd name="T44" fmla="*/ 49 w 105"/>
              <a:gd name="T45" fmla="*/ 35 h 166"/>
              <a:gd name="T46" fmla="*/ 43 w 105"/>
              <a:gd name="T47" fmla="*/ 34 h 166"/>
              <a:gd name="T48" fmla="*/ 37 w 105"/>
              <a:gd name="T49" fmla="*/ 31 h 166"/>
              <a:gd name="T50" fmla="*/ 36 w 105"/>
              <a:gd name="T51" fmla="*/ 24 h 166"/>
              <a:gd name="T52" fmla="*/ 40 w 105"/>
              <a:gd name="T53" fmla="*/ 9 h 166"/>
              <a:gd name="T54" fmla="*/ 41 w 105"/>
              <a:gd name="T55" fmla="*/ 7 h 166"/>
              <a:gd name="T56" fmla="*/ 41 w 105"/>
              <a:gd name="T57" fmla="*/ 7 h 166"/>
              <a:gd name="T58" fmla="*/ 39 w 105"/>
              <a:gd name="T59" fmla="*/ 3 h 166"/>
              <a:gd name="T60" fmla="*/ 39 w 105"/>
              <a:gd name="T61" fmla="*/ 3 h 166"/>
              <a:gd name="T62" fmla="*/ 34 w 105"/>
              <a:gd name="T63" fmla="*/ 9 h 166"/>
              <a:gd name="T64" fmla="*/ 24 w 105"/>
              <a:gd name="T65" fmla="*/ 12 h 166"/>
              <a:gd name="T66" fmla="*/ 16 w 105"/>
              <a:gd name="T67" fmla="*/ 10 h 166"/>
              <a:gd name="T68" fmla="*/ 2 w 105"/>
              <a:gd name="T69" fmla="*/ 0 h 166"/>
              <a:gd name="T70" fmla="*/ 0 w 105"/>
              <a:gd name="T71" fmla="*/ 13 h 166"/>
              <a:gd name="T72" fmla="*/ 2 w 105"/>
              <a:gd name="T73" fmla="*/ 23 h 166"/>
              <a:gd name="T74" fmla="*/ 6 w 105"/>
              <a:gd name="T75" fmla="*/ 32 h 166"/>
              <a:gd name="T76" fmla="*/ 31 w 105"/>
              <a:gd name="T77" fmla="*/ 65 h 166"/>
              <a:gd name="T78" fmla="*/ 36 w 105"/>
              <a:gd name="T79" fmla="*/ 77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5" h="166">
                <a:moveTo>
                  <a:pt x="36" y="77"/>
                </a:moveTo>
                <a:cubicBezTo>
                  <a:pt x="37" y="79"/>
                  <a:pt x="37" y="82"/>
                  <a:pt x="37" y="83"/>
                </a:cubicBezTo>
                <a:lnTo>
                  <a:pt x="27" y="112"/>
                </a:lnTo>
                <a:lnTo>
                  <a:pt x="21" y="150"/>
                </a:lnTo>
                <a:lnTo>
                  <a:pt x="22" y="156"/>
                </a:lnTo>
                <a:lnTo>
                  <a:pt x="26" y="160"/>
                </a:lnTo>
                <a:cubicBezTo>
                  <a:pt x="28" y="162"/>
                  <a:pt x="28" y="163"/>
                  <a:pt x="29" y="165"/>
                </a:cubicBezTo>
                <a:lnTo>
                  <a:pt x="29" y="165"/>
                </a:lnTo>
                <a:lnTo>
                  <a:pt x="40" y="158"/>
                </a:lnTo>
                <a:cubicBezTo>
                  <a:pt x="41" y="157"/>
                  <a:pt x="42" y="157"/>
                  <a:pt x="43" y="157"/>
                </a:cubicBezTo>
                <a:lnTo>
                  <a:pt x="53" y="155"/>
                </a:lnTo>
                <a:lnTo>
                  <a:pt x="62" y="150"/>
                </a:lnTo>
                <a:lnTo>
                  <a:pt x="78" y="122"/>
                </a:lnTo>
                <a:cubicBezTo>
                  <a:pt x="78" y="120"/>
                  <a:pt x="80" y="119"/>
                  <a:pt x="81" y="118"/>
                </a:cubicBezTo>
                <a:lnTo>
                  <a:pt x="98" y="110"/>
                </a:lnTo>
                <a:lnTo>
                  <a:pt x="104" y="97"/>
                </a:lnTo>
                <a:lnTo>
                  <a:pt x="104" y="79"/>
                </a:lnTo>
                <a:lnTo>
                  <a:pt x="100" y="67"/>
                </a:lnTo>
                <a:lnTo>
                  <a:pt x="93" y="58"/>
                </a:lnTo>
                <a:lnTo>
                  <a:pt x="85" y="43"/>
                </a:lnTo>
                <a:lnTo>
                  <a:pt x="62" y="32"/>
                </a:lnTo>
                <a:lnTo>
                  <a:pt x="53" y="35"/>
                </a:lnTo>
                <a:cubicBezTo>
                  <a:pt x="52" y="35"/>
                  <a:pt x="51" y="35"/>
                  <a:pt x="49" y="35"/>
                </a:cubicBezTo>
                <a:lnTo>
                  <a:pt x="43" y="34"/>
                </a:lnTo>
                <a:cubicBezTo>
                  <a:pt x="41" y="34"/>
                  <a:pt x="39" y="32"/>
                  <a:pt x="37" y="31"/>
                </a:cubicBezTo>
                <a:cubicBezTo>
                  <a:pt x="36" y="29"/>
                  <a:pt x="36" y="26"/>
                  <a:pt x="36" y="24"/>
                </a:cubicBezTo>
                <a:lnTo>
                  <a:pt x="40" y="9"/>
                </a:lnTo>
                <a:cubicBezTo>
                  <a:pt x="40" y="8"/>
                  <a:pt x="41" y="8"/>
                  <a:pt x="41" y="7"/>
                </a:cubicBezTo>
                <a:lnTo>
                  <a:pt x="41" y="7"/>
                </a:lnTo>
                <a:lnTo>
                  <a:pt x="39" y="3"/>
                </a:lnTo>
                <a:lnTo>
                  <a:pt x="39" y="3"/>
                </a:lnTo>
                <a:cubicBezTo>
                  <a:pt x="38" y="6"/>
                  <a:pt x="36" y="8"/>
                  <a:pt x="34" y="9"/>
                </a:cubicBezTo>
                <a:lnTo>
                  <a:pt x="24" y="12"/>
                </a:lnTo>
                <a:cubicBezTo>
                  <a:pt x="21" y="12"/>
                  <a:pt x="19" y="12"/>
                  <a:pt x="16" y="10"/>
                </a:cubicBezTo>
                <a:lnTo>
                  <a:pt x="2" y="0"/>
                </a:lnTo>
                <a:lnTo>
                  <a:pt x="0" y="13"/>
                </a:lnTo>
                <a:lnTo>
                  <a:pt x="2" y="23"/>
                </a:lnTo>
                <a:lnTo>
                  <a:pt x="6" y="32"/>
                </a:lnTo>
                <a:lnTo>
                  <a:pt x="31" y="65"/>
                </a:lnTo>
                <a:lnTo>
                  <a:pt x="36" y="7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8" name="Freeform 13">
            <a:extLst>
              <a:ext uri="{FF2B5EF4-FFF2-40B4-BE49-F238E27FC236}">
                <a16:creationId xmlns:a16="http://schemas.microsoft.com/office/drawing/2014/main" xmlns="" id="{21342E8E-FC9C-45F5-9CA4-F929DE6D3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588" y="2709623"/>
            <a:ext cx="112137" cy="105017"/>
          </a:xfrm>
          <a:custGeom>
            <a:avLst/>
            <a:gdLst>
              <a:gd name="T0" fmla="*/ 94 w 278"/>
              <a:gd name="T1" fmla="*/ 215 h 258"/>
              <a:gd name="T2" fmla="*/ 99 w 278"/>
              <a:gd name="T3" fmla="*/ 224 h 258"/>
              <a:gd name="T4" fmla="*/ 115 w 278"/>
              <a:gd name="T5" fmla="*/ 257 h 258"/>
              <a:gd name="T6" fmla="*/ 184 w 278"/>
              <a:gd name="T7" fmla="*/ 229 h 258"/>
              <a:gd name="T8" fmla="*/ 201 w 278"/>
              <a:gd name="T9" fmla="*/ 190 h 258"/>
              <a:gd name="T10" fmla="*/ 219 w 278"/>
              <a:gd name="T11" fmla="*/ 161 h 258"/>
              <a:gd name="T12" fmla="*/ 224 w 278"/>
              <a:gd name="T13" fmla="*/ 155 h 258"/>
              <a:gd name="T14" fmla="*/ 228 w 278"/>
              <a:gd name="T15" fmla="*/ 134 h 258"/>
              <a:gd name="T16" fmla="*/ 234 w 278"/>
              <a:gd name="T17" fmla="*/ 117 h 258"/>
              <a:gd name="T18" fmla="*/ 269 w 278"/>
              <a:gd name="T19" fmla="*/ 97 h 258"/>
              <a:gd name="T20" fmla="*/ 277 w 278"/>
              <a:gd name="T21" fmla="*/ 72 h 258"/>
              <a:gd name="T22" fmla="*/ 273 w 278"/>
              <a:gd name="T23" fmla="*/ 66 h 258"/>
              <a:gd name="T24" fmla="*/ 265 w 278"/>
              <a:gd name="T25" fmla="*/ 81 h 258"/>
              <a:gd name="T26" fmla="*/ 260 w 278"/>
              <a:gd name="T27" fmla="*/ 88 h 258"/>
              <a:gd name="T28" fmla="*/ 246 w 278"/>
              <a:gd name="T29" fmla="*/ 86 h 258"/>
              <a:gd name="T30" fmla="*/ 242 w 278"/>
              <a:gd name="T31" fmla="*/ 74 h 258"/>
              <a:gd name="T32" fmla="*/ 246 w 278"/>
              <a:gd name="T33" fmla="*/ 46 h 258"/>
              <a:gd name="T34" fmla="*/ 241 w 278"/>
              <a:gd name="T35" fmla="*/ 33 h 258"/>
              <a:gd name="T36" fmla="*/ 217 w 278"/>
              <a:gd name="T37" fmla="*/ 50 h 258"/>
              <a:gd name="T38" fmla="*/ 212 w 278"/>
              <a:gd name="T39" fmla="*/ 86 h 258"/>
              <a:gd name="T40" fmla="*/ 202 w 278"/>
              <a:gd name="T41" fmla="*/ 94 h 258"/>
              <a:gd name="T42" fmla="*/ 189 w 278"/>
              <a:gd name="T43" fmla="*/ 88 h 258"/>
              <a:gd name="T44" fmla="*/ 159 w 278"/>
              <a:gd name="T45" fmla="*/ 55 h 258"/>
              <a:gd name="T46" fmla="*/ 157 w 278"/>
              <a:gd name="T47" fmla="*/ 33 h 258"/>
              <a:gd name="T48" fmla="*/ 160 w 278"/>
              <a:gd name="T49" fmla="*/ 20 h 258"/>
              <a:gd name="T50" fmla="*/ 149 w 278"/>
              <a:gd name="T51" fmla="*/ 26 h 258"/>
              <a:gd name="T52" fmla="*/ 136 w 278"/>
              <a:gd name="T53" fmla="*/ 14 h 258"/>
              <a:gd name="T54" fmla="*/ 136 w 278"/>
              <a:gd name="T55" fmla="*/ 0 h 258"/>
              <a:gd name="T56" fmla="*/ 114 w 278"/>
              <a:gd name="T57" fmla="*/ 19 h 258"/>
              <a:gd name="T58" fmla="*/ 104 w 278"/>
              <a:gd name="T59" fmla="*/ 21 h 258"/>
              <a:gd name="T60" fmla="*/ 113 w 278"/>
              <a:gd name="T61" fmla="*/ 34 h 258"/>
              <a:gd name="T62" fmla="*/ 117 w 278"/>
              <a:gd name="T63" fmla="*/ 55 h 258"/>
              <a:gd name="T64" fmla="*/ 97 w 278"/>
              <a:gd name="T65" fmla="*/ 70 h 258"/>
              <a:gd name="T66" fmla="*/ 85 w 278"/>
              <a:gd name="T67" fmla="*/ 64 h 258"/>
              <a:gd name="T68" fmla="*/ 81 w 278"/>
              <a:gd name="T69" fmla="*/ 58 h 258"/>
              <a:gd name="T70" fmla="*/ 74 w 278"/>
              <a:gd name="T71" fmla="*/ 62 h 258"/>
              <a:gd name="T72" fmla="*/ 54 w 278"/>
              <a:gd name="T73" fmla="*/ 58 h 258"/>
              <a:gd name="T74" fmla="*/ 34 w 278"/>
              <a:gd name="T75" fmla="*/ 68 h 258"/>
              <a:gd name="T76" fmla="*/ 34 w 278"/>
              <a:gd name="T77" fmla="*/ 88 h 258"/>
              <a:gd name="T78" fmla="*/ 56 w 278"/>
              <a:gd name="T79" fmla="*/ 96 h 258"/>
              <a:gd name="T80" fmla="*/ 60 w 278"/>
              <a:gd name="T81" fmla="*/ 109 h 258"/>
              <a:gd name="T82" fmla="*/ 46 w 278"/>
              <a:gd name="T83" fmla="*/ 130 h 258"/>
              <a:gd name="T84" fmla="*/ 37 w 278"/>
              <a:gd name="T85" fmla="*/ 136 h 258"/>
              <a:gd name="T86" fmla="*/ 4 w 278"/>
              <a:gd name="T87" fmla="*/ 126 h 258"/>
              <a:gd name="T88" fmla="*/ 1 w 278"/>
              <a:gd name="T89" fmla="*/ 136 h 258"/>
              <a:gd name="T90" fmla="*/ 30 w 278"/>
              <a:gd name="T91" fmla="*/ 156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8" h="258">
                <a:moveTo>
                  <a:pt x="32" y="157"/>
                </a:moveTo>
                <a:lnTo>
                  <a:pt x="94" y="215"/>
                </a:lnTo>
                <a:cubicBezTo>
                  <a:pt x="94" y="216"/>
                  <a:pt x="95" y="216"/>
                  <a:pt x="95" y="217"/>
                </a:cubicBezTo>
                <a:lnTo>
                  <a:pt x="99" y="224"/>
                </a:lnTo>
                <a:lnTo>
                  <a:pt x="109" y="250"/>
                </a:lnTo>
                <a:lnTo>
                  <a:pt x="115" y="257"/>
                </a:lnTo>
                <a:lnTo>
                  <a:pt x="174" y="237"/>
                </a:lnTo>
                <a:lnTo>
                  <a:pt x="184" y="229"/>
                </a:lnTo>
                <a:lnTo>
                  <a:pt x="193" y="217"/>
                </a:lnTo>
                <a:lnTo>
                  <a:pt x="201" y="190"/>
                </a:lnTo>
                <a:lnTo>
                  <a:pt x="213" y="174"/>
                </a:lnTo>
                <a:lnTo>
                  <a:pt x="219" y="161"/>
                </a:lnTo>
                <a:cubicBezTo>
                  <a:pt x="219" y="160"/>
                  <a:pt x="220" y="160"/>
                  <a:pt x="220" y="159"/>
                </a:cubicBezTo>
                <a:lnTo>
                  <a:pt x="224" y="155"/>
                </a:lnTo>
                <a:lnTo>
                  <a:pt x="227" y="147"/>
                </a:lnTo>
                <a:lnTo>
                  <a:pt x="228" y="134"/>
                </a:lnTo>
                <a:lnTo>
                  <a:pt x="231" y="123"/>
                </a:lnTo>
                <a:lnTo>
                  <a:pt x="234" y="117"/>
                </a:lnTo>
                <a:cubicBezTo>
                  <a:pt x="234" y="115"/>
                  <a:pt x="236" y="114"/>
                  <a:pt x="237" y="113"/>
                </a:cubicBezTo>
                <a:lnTo>
                  <a:pt x="269" y="97"/>
                </a:lnTo>
                <a:lnTo>
                  <a:pt x="277" y="87"/>
                </a:lnTo>
                <a:lnTo>
                  <a:pt x="277" y="72"/>
                </a:lnTo>
                <a:lnTo>
                  <a:pt x="273" y="66"/>
                </a:lnTo>
                <a:lnTo>
                  <a:pt x="273" y="66"/>
                </a:lnTo>
                <a:lnTo>
                  <a:pt x="271" y="67"/>
                </a:lnTo>
                <a:lnTo>
                  <a:pt x="265" y="81"/>
                </a:lnTo>
                <a:cubicBezTo>
                  <a:pt x="265" y="82"/>
                  <a:pt x="264" y="83"/>
                  <a:pt x="263" y="84"/>
                </a:cubicBezTo>
                <a:lnTo>
                  <a:pt x="260" y="88"/>
                </a:lnTo>
                <a:cubicBezTo>
                  <a:pt x="258" y="90"/>
                  <a:pt x="255" y="91"/>
                  <a:pt x="252" y="91"/>
                </a:cubicBezTo>
                <a:cubicBezTo>
                  <a:pt x="250" y="90"/>
                  <a:pt x="247" y="88"/>
                  <a:pt x="246" y="86"/>
                </a:cubicBezTo>
                <a:lnTo>
                  <a:pt x="243" y="77"/>
                </a:lnTo>
                <a:cubicBezTo>
                  <a:pt x="243" y="76"/>
                  <a:pt x="242" y="75"/>
                  <a:pt x="242" y="74"/>
                </a:cubicBezTo>
                <a:lnTo>
                  <a:pt x="242" y="64"/>
                </a:lnTo>
                <a:lnTo>
                  <a:pt x="246" y="46"/>
                </a:lnTo>
                <a:lnTo>
                  <a:pt x="244" y="37"/>
                </a:lnTo>
                <a:lnTo>
                  <a:pt x="241" y="33"/>
                </a:lnTo>
                <a:lnTo>
                  <a:pt x="224" y="41"/>
                </a:lnTo>
                <a:lnTo>
                  <a:pt x="217" y="50"/>
                </a:lnTo>
                <a:lnTo>
                  <a:pt x="211" y="66"/>
                </a:lnTo>
                <a:lnTo>
                  <a:pt x="212" y="86"/>
                </a:lnTo>
                <a:cubicBezTo>
                  <a:pt x="212" y="88"/>
                  <a:pt x="211" y="91"/>
                  <a:pt x="209" y="92"/>
                </a:cubicBezTo>
                <a:cubicBezTo>
                  <a:pt x="207" y="94"/>
                  <a:pt x="204" y="94"/>
                  <a:pt x="202" y="94"/>
                </a:cubicBezTo>
                <a:lnTo>
                  <a:pt x="193" y="92"/>
                </a:lnTo>
                <a:cubicBezTo>
                  <a:pt x="192" y="91"/>
                  <a:pt x="190" y="90"/>
                  <a:pt x="189" y="88"/>
                </a:cubicBezTo>
                <a:lnTo>
                  <a:pt x="173" y="66"/>
                </a:lnTo>
                <a:lnTo>
                  <a:pt x="159" y="55"/>
                </a:lnTo>
                <a:cubicBezTo>
                  <a:pt x="158" y="53"/>
                  <a:pt x="157" y="51"/>
                  <a:pt x="157" y="48"/>
                </a:cubicBezTo>
                <a:lnTo>
                  <a:pt x="157" y="33"/>
                </a:lnTo>
                <a:lnTo>
                  <a:pt x="161" y="19"/>
                </a:lnTo>
                <a:lnTo>
                  <a:pt x="160" y="20"/>
                </a:lnTo>
                <a:cubicBezTo>
                  <a:pt x="159" y="22"/>
                  <a:pt x="158" y="23"/>
                  <a:pt x="156" y="24"/>
                </a:cubicBezTo>
                <a:lnTo>
                  <a:pt x="149" y="26"/>
                </a:lnTo>
                <a:cubicBezTo>
                  <a:pt x="145" y="27"/>
                  <a:pt x="141" y="25"/>
                  <a:pt x="140" y="21"/>
                </a:cubicBezTo>
                <a:lnTo>
                  <a:pt x="136" y="14"/>
                </a:lnTo>
                <a:cubicBezTo>
                  <a:pt x="136" y="12"/>
                  <a:pt x="135" y="11"/>
                  <a:pt x="135" y="10"/>
                </a:cubicBezTo>
                <a:lnTo>
                  <a:pt x="136" y="0"/>
                </a:lnTo>
                <a:lnTo>
                  <a:pt x="116" y="17"/>
                </a:lnTo>
                <a:cubicBezTo>
                  <a:pt x="116" y="18"/>
                  <a:pt x="115" y="18"/>
                  <a:pt x="114" y="19"/>
                </a:cubicBezTo>
                <a:lnTo>
                  <a:pt x="109" y="21"/>
                </a:lnTo>
                <a:cubicBezTo>
                  <a:pt x="107" y="21"/>
                  <a:pt x="106" y="21"/>
                  <a:pt x="104" y="21"/>
                </a:cubicBezTo>
                <a:lnTo>
                  <a:pt x="107" y="28"/>
                </a:lnTo>
                <a:lnTo>
                  <a:pt x="113" y="34"/>
                </a:lnTo>
                <a:lnTo>
                  <a:pt x="119" y="46"/>
                </a:lnTo>
                <a:cubicBezTo>
                  <a:pt x="120" y="49"/>
                  <a:pt x="120" y="53"/>
                  <a:pt x="117" y="55"/>
                </a:cubicBezTo>
                <a:lnTo>
                  <a:pt x="103" y="68"/>
                </a:lnTo>
                <a:cubicBezTo>
                  <a:pt x="101" y="69"/>
                  <a:pt x="99" y="70"/>
                  <a:pt x="97" y="70"/>
                </a:cubicBezTo>
                <a:lnTo>
                  <a:pt x="92" y="70"/>
                </a:lnTo>
                <a:cubicBezTo>
                  <a:pt x="88" y="69"/>
                  <a:pt x="85" y="67"/>
                  <a:pt x="85" y="64"/>
                </a:cubicBezTo>
                <a:lnTo>
                  <a:pt x="83" y="55"/>
                </a:lnTo>
                <a:lnTo>
                  <a:pt x="81" y="58"/>
                </a:lnTo>
                <a:cubicBezTo>
                  <a:pt x="80" y="59"/>
                  <a:pt x="79" y="60"/>
                  <a:pt x="78" y="60"/>
                </a:cubicBezTo>
                <a:lnTo>
                  <a:pt x="74" y="62"/>
                </a:lnTo>
                <a:cubicBezTo>
                  <a:pt x="72" y="63"/>
                  <a:pt x="70" y="63"/>
                  <a:pt x="68" y="62"/>
                </a:cubicBezTo>
                <a:lnTo>
                  <a:pt x="54" y="58"/>
                </a:lnTo>
                <a:lnTo>
                  <a:pt x="41" y="62"/>
                </a:lnTo>
                <a:lnTo>
                  <a:pt x="34" y="68"/>
                </a:lnTo>
                <a:lnTo>
                  <a:pt x="31" y="77"/>
                </a:lnTo>
                <a:lnTo>
                  <a:pt x="34" y="88"/>
                </a:lnTo>
                <a:lnTo>
                  <a:pt x="40" y="93"/>
                </a:lnTo>
                <a:lnTo>
                  <a:pt x="56" y="96"/>
                </a:lnTo>
                <a:cubicBezTo>
                  <a:pt x="59" y="97"/>
                  <a:pt x="61" y="99"/>
                  <a:pt x="62" y="101"/>
                </a:cubicBezTo>
                <a:cubicBezTo>
                  <a:pt x="63" y="104"/>
                  <a:pt x="62" y="107"/>
                  <a:pt x="60" y="109"/>
                </a:cubicBezTo>
                <a:lnTo>
                  <a:pt x="54" y="116"/>
                </a:lnTo>
                <a:lnTo>
                  <a:pt x="46" y="130"/>
                </a:lnTo>
                <a:cubicBezTo>
                  <a:pt x="45" y="131"/>
                  <a:pt x="44" y="132"/>
                  <a:pt x="43" y="133"/>
                </a:cubicBezTo>
                <a:lnTo>
                  <a:pt x="37" y="136"/>
                </a:lnTo>
                <a:cubicBezTo>
                  <a:pt x="35" y="137"/>
                  <a:pt x="33" y="137"/>
                  <a:pt x="30" y="136"/>
                </a:cubicBezTo>
                <a:lnTo>
                  <a:pt x="4" y="126"/>
                </a:lnTo>
                <a:lnTo>
                  <a:pt x="0" y="128"/>
                </a:lnTo>
                <a:lnTo>
                  <a:pt x="1" y="136"/>
                </a:lnTo>
                <a:lnTo>
                  <a:pt x="8" y="147"/>
                </a:lnTo>
                <a:lnTo>
                  <a:pt x="30" y="156"/>
                </a:lnTo>
                <a:cubicBezTo>
                  <a:pt x="31" y="156"/>
                  <a:pt x="31" y="157"/>
                  <a:pt x="32" y="157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89" name="Freeform 14">
            <a:extLst>
              <a:ext uri="{FF2B5EF4-FFF2-40B4-BE49-F238E27FC236}">
                <a16:creationId xmlns:a16="http://schemas.microsoft.com/office/drawing/2014/main" xmlns="" id="{BE4EBFAB-2E0A-4EFB-AE79-3D265E6E7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852" y="3147494"/>
            <a:ext cx="33820" cy="37379"/>
          </a:xfrm>
          <a:custGeom>
            <a:avLst/>
            <a:gdLst>
              <a:gd name="T0" fmla="*/ 75 w 83"/>
              <a:gd name="T1" fmla="*/ 65 h 91"/>
              <a:gd name="T2" fmla="*/ 82 w 83"/>
              <a:gd name="T3" fmla="*/ 59 h 91"/>
              <a:gd name="T4" fmla="*/ 80 w 83"/>
              <a:gd name="T5" fmla="*/ 54 h 91"/>
              <a:gd name="T6" fmla="*/ 64 w 83"/>
              <a:gd name="T7" fmla="*/ 32 h 91"/>
              <a:gd name="T8" fmla="*/ 58 w 83"/>
              <a:gd name="T9" fmla="*/ 28 h 91"/>
              <a:gd name="T10" fmla="*/ 56 w 83"/>
              <a:gd name="T11" fmla="*/ 24 h 91"/>
              <a:gd name="T12" fmla="*/ 48 w 83"/>
              <a:gd name="T13" fmla="*/ 0 h 91"/>
              <a:gd name="T14" fmla="*/ 47 w 83"/>
              <a:gd name="T15" fmla="*/ 0 h 91"/>
              <a:gd name="T16" fmla="*/ 46 w 83"/>
              <a:gd name="T17" fmla="*/ 2 h 91"/>
              <a:gd name="T18" fmla="*/ 27 w 83"/>
              <a:gd name="T19" fmla="*/ 42 h 91"/>
              <a:gd name="T20" fmla="*/ 25 w 83"/>
              <a:gd name="T21" fmla="*/ 45 h 91"/>
              <a:gd name="T22" fmla="*/ 14 w 83"/>
              <a:gd name="T23" fmla="*/ 53 h 91"/>
              <a:gd name="T24" fmla="*/ 6 w 83"/>
              <a:gd name="T25" fmla="*/ 63 h 91"/>
              <a:gd name="T26" fmla="*/ 5 w 83"/>
              <a:gd name="T27" fmla="*/ 66 h 91"/>
              <a:gd name="T28" fmla="*/ 4 w 83"/>
              <a:gd name="T29" fmla="*/ 74 h 91"/>
              <a:gd name="T30" fmla="*/ 3 w 83"/>
              <a:gd name="T31" fmla="*/ 83 h 91"/>
              <a:gd name="T32" fmla="*/ 0 w 83"/>
              <a:gd name="T33" fmla="*/ 90 h 91"/>
              <a:gd name="T34" fmla="*/ 1 w 83"/>
              <a:gd name="T35" fmla="*/ 90 h 91"/>
              <a:gd name="T36" fmla="*/ 75 w 83"/>
              <a:gd name="T37" fmla="*/ 65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3" h="91">
                <a:moveTo>
                  <a:pt x="75" y="65"/>
                </a:moveTo>
                <a:lnTo>
                  <a:pt x="82" y="59"/>
                </a:lnTo>
                <a:lnTo>
                  <a:pt x="80" y="54"/>
                </a:lnTo>
                <a:lnTo>
                  <a:pt x="64" y="32"/>
                </a:lnTo>
                <a:lnTo>
                  <a:pt x="58" y="28"/>
                </a:lnTo>
                <a:cubicBezTo>
                  <a:pt x="57" y="27"/>
                  <a:pt x="56" y="25"/>
                  <a:pt x="56" y="24"/>
                </a:cubicBezTo>
                <a:lnTo>
                  <a:pt x="48" y="0"/>
                </a:lnTo>
                <a:cubicBezTo>
                  <a:pt x="48" y="0"/>
                  <a:pt x="48" y="0"/>
                  <a:pt x="47" y="0"/>
                </a:cubicBezTo>
                <a:lnTo>
                  <a:pt x="46" y="2"/>
                </a:lnTo>
                <a:lnTo>
                  <a:pt x="27" y="42"/>
                </a:lnTo>
                <a:cubicBezTo>
                  <a:pt x="26" y="43"/>
                  <a:pt x="26" y="44"/>
                  <a:pt x="25" y="45"/>
                </a:cubicBezTo>
                <a:lnTo>
                  <a:pt x="14" y="53"/>
                </a:lnTo>
                <a:lnTo>
                  <a:pt x="6" y="63"/>
                </a:lnTo>
                <a:lnTo>
                  <a:pt x="5" y="66"/>
                </a:lnTo>
                <a:lnTo>
                  <a:pt x="4" y="74"/>
                </a:lnTo>
                <a:lnTo>
                  <a:pt x="3" y="83"/>
                </a:lnTo>
                <a:lnTo>
                  <a:pt x="0" y="90"/>
                </a:lnTo>
                <a:lnTo>
                  <a:pt x="1" y="90"/>
                </a:lnTo>
                <a:lnTo>
                  <a:pt x="75" y="6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0" name="Freeform 15">
            <a:extLst>
              <a:ext uri="{FF2B5EF4-FFF2-40B4-BE49-F238E27FC236}">
                <a16:creationId xmlns:a16="http://schemas.microsoft.com/office/drawing/2014/main" xmlns="" id="{801E6410-5D97-4D57-BB79-66E8C16B0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331" y="3072736"/>
            <a:ext cx="12460" cy="16019"/>
          </a:xfrm>
          <a:custGeom>
            <a:avLst/>
            <a:gdLst>
              <a:gd name="T0" fmla="*/ 22 w 33"/>
              <a:gd name="T1" fmla="*/ 16 h 39"/>
              <a:gd name="T2" fmla="*/ 20 w 33"/>
              <a:gd name="T3" fmla="*/ 8 h 39"/>
              <a:gd name="T4" fmla="*/ 23 w 33"/>
              <a:gd name="T5" fmla="*/ 0 h 39"/>
              <a:gd name="T6" fmla="*/ 21 w 33"/>
              <a:gd name="T7" fmla="*/ 1 h 39"/>
              <a:gd name="T8" fmla="*/ 19 w 33"/>
              <a:gd name="T9" fmla="*/ 2 h 39"/>
              <a:gd name="T10" fmla="*/ 14 w 33"/>
              <a:gd name="T11" fmla="*/ 5 h 39"/>
              <a:gd name="T12" fmla="*/ 13 w 33"/>
              <a:gd name="T13" fmla="*/ 8 h 39"/>
              <a:gd name="T14" fmla="*/ 15 w 33"/>
              <a:gd name="T15" fmla="*/ 11 h 39"/>
              <a:gd name="T16" fmla="*/ 16 w 33"/>
              <a:gd name="T17" fmla="*/ 19 h 39"/>
              <a:gd name="T18" fmla="*/ 10 w 33"/>
              <a:gd name="T19" fmla="*/ 24 h 39"/>
              <a:gd name="T20" fmla="*/ 6 w 33"/>
              <a:gd name="T21" fmla="*/ 24 h 39"/>
              <a:gd name="T22" fmla="*/ 3 w 33"/>
              <a:gd name="T23" fmla="*/ 26 h 39"/>
              <a:gd name="T24" fmla="*/ 0 w 33"/>
              <a:gd name="T25" fmla="*/ 30 h 39"/>
              <a:gd name="T26" fmla="*/ 0 w 33"/>
              <a:gd name="T27" fmla="*/ 35 h 39"/>
              <a:gd name="T28" fmla="*/ 4 w 33"/>
              <a:gd name="T29" fmla="*/ 38 h 39"/>
              <a:gd name="T30" fmla="*/ 16 w 33"/>
              <a:gd name="T31" fmla="*/ 36 h 39"/>
              <a:gd name="T32" fmla="*/ 30 w 33"/>
              <a:gd name="T33" fmla="*/ 27 h 39"/>
              <a:gd name="T34" fmla="*/ 32 w 33"/>
              <a:gd name="T35" fmla="*/ 22 h 39"/>
              <a:gd name="T36" fmla="*/ 26 w 33"/>
              <a:gd name="T37" fmla="*/ 20 h 39"/>
              <a:gd name="T38" fmla="*/ 22 w 33"/>
              <a:gd name="T39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3" h="39">
                <a:moveTo>
                  <a:pt x="22" y="16"/>
                </a:moveTo>
                <a:cubicBezTo>
                  <a:pt x="20" y="14"/>
                  <a:pt x="19" y="11"/>
                  <a:pt x="20" y="8"/>
                </a:cubicBezTo>
                <a:lnTo>
                  <a:pt x="23" y="0"/>
                </a:lnTo>
                <a:lnTo>
                  <a:pt x="21" y="1"/>
                </a:lnTo>
                <a:cubicBezTo>
                  <a:pt x="20" y="2"/>
                  <a:pt x="20" y="2"/>
                  <a:pt x="19" y="2"/>
                </a:cubicBezTo>
                <a:lnTo>
                  <a:pt x="14" y="5"/>
                </a:lnTo>
                <a:lnTo>
                  <a:pt x="13" y="8"/>
                </a:lnTo>
                <a:lnTo>
                  <a:pt x="15" y="11"/>
                </a:lnTo>
                <a:cubicBezTo>
                  <a:pt x="17" y="13"/>
                  <a:pt x="17" y="16"/>
                  <a:pt x="16" y="19"/>
                </a:cubicBezTo>
                <a:cubicBezTo>
                  <a:pt x="15" y="21"/>
                  <a:pt x="13" y="23"/>
                  <a:pt x="10" y="24"/>
                </a:cubicBezTo>
                <a:lnTo>
                  <a:pt x="6" y="24"/>
                </a:lnTo>
                <a:lnTo>
                  <a:pt x="3" y="26"/>
                </a:lnTo>
                <a:lnTo>
                  <a:pt x="0" y="30"/>
                </a:lnTo>
                <a:lnTo>
                  <a:pt x="0" y="35"/>
                </a:lnTo>
                <a:lnTo>
                  <a:pt x="4" y="38"/>
                </a:lnTo>
                <a:lnTo>
                  <a:pt x="16" y="36"/>
                </a:lnTo>
                <a:lnTo>
                  <a:pt x="30" y="27"/>
                </a:lnTo>
                <a:lnTo>
                  <a:pt x="32" y="22"/>
                </a:lnTo>
                <a:cubicBezTo>
                  <a:pt x="31" y="22"/>
                  <a:pt x="28" y="22"/>
                  <a:pt x="26" y="20"/>
                </a:cubicBezTo>
                <a:lnTo>
                  <a:pt x="22" y="1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1" name="Freeform 16">
            <a:extLst>
              <a:ext uri="{FF2B5EF4-FFF2-40B4-BE49-F238E27FC236}">
                <a16:creationId xmlns:a16="http://schemas.microsoft.com/office/drawing/2014/main" xmlns="" id="{EC2C7318-C0C0-4055-B917-2CC8B60FE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5687" y="2700723"/>
            <a:ext cx="33820" cy="39159"/>
          </a:xfrm>
          <a:custGeom>
            <a:avLst/>
            <a:gdLst>
              <a:gd name="T0" fmla="*/ 73 w 82"/>
              <a:gd name="T1" fmla="*/ 41 h 98"/>
              <a:gd name="T2" fmla="*/ 81 w 82"/>
              <a:gd name="T3" fmla="*/ 28 h 98"/>
              <a:gd name="T4" fmla="*/ 80 w 82"/>
              <a:gd name="T5" fmla="*/ 24 h 98"/>
              <a:gd name="T6" fmla="*/ 67 w 82"/>
              <a:gd name="T7" fmla="*/ 14 h 98"/>
              <a:gd name="T8" fmla="*/ 65 w 82"/>
              <a:gd name="T9" fmla="*/ 12 h 98"/>
              <a:gd name="T10" fmla="*/ 65 w 82"/>
              <a:gd name="T11" fmla="*/ 11 h 98"/>
              <a:gd name="T12" fmla="*/ 51 w 82"/>
              <a:gd name="T13" fmla="*/ 34 h 98"/>
              <a:gd name="T14" fmla="*/ 48 w 82"/>
              <a:gd name="T15" fmla="*/ 40 h 98"/>
              <a:gd name="T16" fmla="*/ 47 w 82"/>
              <a:gd name="T17" fmla="*/ 43 h 98"/>
              <a:gd name="T18" fmla="*/ 44 w 82"/>
              <a:gd name="T19" fmla="*/ 47 h 98"/>
              <a:gd name="T20" fmla="*/ 36 w 82"/>
              <a:gd name="T21" fmla="*/ 50 h 98"/>
              <a:gd name="T22" fmla="*/ 30 w 82"/>
              <a:gd name="T23" fmla="*/ 45 h 98"/>
              <a:gd name="T24" fmla="*/ 28 w 82"/>
              <a:gd name="T25" fmla="*/ 39 h 98"/>
              <a:gd name="T26" fmla="*/ 27 w 82"/>
              <a:gd name="T27" fmla="*/ 37 h 98"/>
              <a:gd name="T28" fmla="*/ 26 w 82"/>
              <a:gd name="T29" fmla="*/ 20 h 98"/>
              <a:gd name="T30" fmla="*/ 22 w 82"/>
              <a:gd name="T31" fmla="*/ 8 h 98"/>
              <a:gd name="T32" fmla="*/ 16 w 82"/>
              <a:gd name="T33" fmla="*/ 2 h 98"/>
              <a:gd name="T34" fmla="*/ 14 w 82"/>
              <a:gd name="T35" fmla="*/ 0 h 98"/>
              <a:gd name="T36" fmla="*/ 14 w 82"/>
              <a:gd name="T37" fmla="*/ 3 h 98"/>
              <a:gd name="T38" fmla="*/ 15 w 82"/>
              <a:gd name="T39" fmla="*/ 8 h 98"/>
              <a:gd name="T40" fmla="*/ 16 w 82"/>
              <a:gd name="T41" fmla="*/ 11 h 98"/>
              <a:gd name="T42" fmla="*/ 15 w 82"/>
              <a:gd name="T43" fmla="*/ 16 h 98"/>
              <a:gd name="T44" fmla="*/ 16 w 82"/>
              <a:gd name="T45" fmla="*/ 17 h 98"/>
              <a:gd name="T46" fmla="*/ 15 w 82"/>
              <a:gd name="T47" fmla="*/ 24 h 98"/>
              <a:gd name="T48" fmla="*/ 12 w 82"/>
              <a:gd name="T49" fmla="*/ 30 h 98"/>
              <a:gd name="T50" fmla="*/ 4 w 82"/>
              <a:gd name="T51" fmla="*/ 42 h 98"/>
              <a:gd name="T52" fmla="*/ 0 w 82"/>
              <a:gd name="T53" fmla="*/ 53 h 98"/>
              <a:gd name="T54" fmla="*/ 0 w 82"/>
              <a:gd name="T55" fmla="*/ 64 h 98"/>
              <a:gd name="T56" fmla="*/ 3 w 82"/>
              <a:gd name="T57" fmla="*/ 64 h 98"/>
              <a:gd name="T58" fmla="*/ 8 w 82"/>
              <a:gd name="T59" fmla="*/ 67 h 98"/>
              <a:gd name="T60" fmla="*/ 9 w 82"/>
              <a:gd name="T61" fmla="*/ 73 h 98"/>
              <a:gd name="T62" fmla="*/ 9 w 82"/>
              <a:gd name="T63" fmla="*/ 77 h 98"/>
              <a:gd name="T64" fmla="*/ 8 w 82"/>
              <a:gd name="T65" fmla="*/ 80 h 98"/>
              <a:gd name="T66" fmla="*/ 3 w 82"/>
              <a:gd name="T67" fmla="*/ 87 h 98"/>
              <a:gd name="T68" fmla="*/ 3 w 82"/>
              <a:gd name="T69" fmla="*/ 94 h 98"/>
              <a:gd name="T70" fmla="*/ 5 w 82"/>
              <a:gd name="T71" fmla="*/ 97 h 98"/>
              <a:gd name="T72" fmla="*/ 7 w 82"/>
              <a:gd name="T73" fmla="*/ 92 h 98"/>
              <a:gd name="T74" fmla="*/ 18 w 82"/>
              <a:gd name="T75" fmla="*/ 74 h 98"/>
              <a:gd name="T76" fmla="*/ 20 w 82"/>
              <a:gd name="T77" fmla="*/ 72 h 98"/>
              <a:gd name="T78" fmla="*/ 42 w 82"/>
              <a:gd name="T79" fmla="*/ 55 h 98"/>
              <a:gd name="T80" fmla="*/ 44 w 82"/>
              <a:gd name="T81" fmla="*/ 53 h 98"/>
              <a:gd name="T82" fmla="*/ 65 w 82"/>
              <a:gd name="T83" fmla="*/ 47 h 98"/>
              <a:gd name="T84" fmla="*/ 73 w 82"/>
              <a:gd name="T85" fmla="*/ 41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2" h="98">
                <a:moveTo>
                  <a:pt x="73" y="41"/>
                </a:moveTo>
                <a:lnTo>
                  <a:pt x="81" y="28"/>
                </a:lnTo>
                <a:lnTo>
                  <a:pt x="80" y="24"/>
                </a:lnTo>
                <a:lnTo>
                  <a:pt x="67" y="14"/>
                </a:lnTo>
                <a:cubicBezTo>
                  <a:pt x="67" y="13"/>
                  <a:pt x="66" y="13"/>
                  <a:pt x="65" y="12"/>
                </a:cubicBezTo>
                <a:lnTo>
                  <a:pt x="65" y="11"/>
                </a:lnTo>
                <a:lnTo>
                  <a:pt x="51" y="34"/>
                </a:lnTo>
                <a:lnTo>
                  <a:pt x="48" y="40"/>
                </a:lnTo>
                <a:cubicBezTo>
                  <a:pt x="48" y="41"/>
                  <a:pt x="48" y="42"/>
                  <a:pt x="47" y="43"/>
                </a:cubicBezTo>
                <a:lnTo>
                  <a:pt x="44" y="47"/>
                </a:lnTo>
                <a:cubicBezTo>
                  <a:pt x="42" y="49"/>
                  <a:pt x="39" y="51"/>
                  <a:pt x="36" y="50"/>
                </a:cubicBezTo>
                <a:cubicBezTo>
                  <a:pt x="33" y="50"/>
                  <a:pt x="31" y="48"/>
                  <a:pt x="30" y="45"/>
                </a:cubicBezTo>
                <a:lnTo>
                  <a:pt x="28" y="39"/>
                </a:lnTo>
                <a:cubicBezTo>
                  <a:pt x="27" y="39"/>
                  <a:pt x="27" y="38"/>
                  <a:pt x="27" y="37"/>
                </a:cubicBezTo>
                <a:lnTo>
                  <a:pt x="26" y="20"/>
                </a:lnTo>
                <a:lnTo>
                  <a:pt x="22" y="8"/>
                </a:lnTo>
                <a:lnTo>
                  <a:pt x="16" y="2"/>
                </a:lnTo>
                <a:lnTo>
                  <a:pt x="14" y="0"/>
                </a:lnTo>
                <a:lnTo>
                  <a:pt x="14" y="3"/>
                </a:lnTo>
                <a:lnTo>
                  <a:pt x="15" y="8"/>
                </a:lnTo>
                <a:cubicBezTo>
                  <a:pt x="16" y="9"/>
                  <a:pt x="16" y="10"/>
                  <a:pt x="16" y="11"/>
                </a:cubicBezTo>
                <a:lnTo>
                  <a:pt x="15" y="16"/>
                </a:lnTo>
                <a:lnTo>
                  <a:pt x="16" y="17"/>
                </a:lnTo>
                <a:cubicBezTo>
                  <a:pt x="17" y="19"/>
                  <a:pt x="17" y="22"/>
                  <a:pt x="15" y="24"/>
                </a:cubicBezTo>
                <a:lnTo>
                  <a:pt x="12" y="30"/>
                </a:lnTo>
                <a:lnTo>
                  <a:pt x="4" y="42"/>
                </a:lnTo>
                <a:lnTo>
                  <a:pt x="0" y="53"/>
                </a:lnTo>
                <a:lnTo>
                  <a:pt x="0" y="64"/>
                </a:lnTo>
                <a:lnTo>
                  <a:pt x="3" y="64"/>
                </a:lnTo>
                <a:cubicBezTo>
                  <a:pt x="5" y="64"/>
                  <a:pt x="7" y="65"/>
                  <a:pt x="8" y="67"/>
                </a:cubicBezTo>
                <a:cubicBezTo>
                  <a:pt x="9" y="69"/>
                  <a:pt x="10" y="71"/>
                  <a:pt x="9" y="73"/>
                </a:cubicBezTo>
                <a:lnTo>
                  <a:pt x="9" y="77"/>
                </a:lnTo>
                <a:cubicBezTo>
                  <a:pt x="8" y="78"/>
                  <a:pt x="8" y="79"/>
                  <a:pt x="8" y="80"/>
                </a:cubicBezTo>
                <a:lnTo>
                  <a:pt x="3" y="87"/>
                </a:lnTo>
                <a:lnTo>
                  <a:pt x="3" y="94"/>
                </a:lnTo>
                <a:lnTo>
                  <a:pt x="5" y="97"/>
                </a:lnTo>
                <a:lnTo>
                  <a:pt x="7" y="92"/>
                </a:lnTo>
                <a:lnTo>
                  <a:pt x="18" y="74"/>
                </a:lnTo>
                <a:cubicBezTo>
                  <a:pt x="18" y="73"/>
                  <a:pt x="19" y="73"/>
                  <a:pt x="20" y="72"/>
                </a:cubicBezTo>
                <a:lnTo>
                  <a:pt x="42" y="55"/>
                </a:lnTo>
                <a:cubicBezTo>
                  <a:pt x="42" y="54"/>
                  <a:pt x="43" y="54"/>
                  <a:pt x="44" y="53"/>
                </a:cubicBezTo>
                <a:lnTo>
                  <a:pt x="65" y="47"/>
                </a:lnTo>
                <a:lnTo>
                  <a:pt x="73" y="4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2" name="Freeform 17">
            <a:extLst>
              <a:ext uri="{FF2B5EF4-FFF2-40B4-BE49-F238E27FC236}">
                <a16:creationId xmlns:a16="http://schemas.microsoft.com/office/drawing/2014/main" xmlns="" id="{A81FBCE6-88C8-494D-85B6-9BA5E93FA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214" y="3099434"/>
            <a:ext cx="35599" cy="30260"/>
          </a:xfrm>
          <a:custGeom>
            <a:avLst/>
            <a:gdLst>
              <a:gd name="T0" fmla="*/ 21 w 88"/>
              <a:gd name="T1" fmla="*/ 37 h 77"/>
              <a:gd name="T2" fmla="*/ 23 w 88"/>
              <a:gd name="T3" fmla="*/ 39 h 77"/>
              <a:gd name="T4" fmla="*/ 38 w 88"/>
              <a:gd name="T5" fmla="*/ 65 h 77"/>
              <a:gd name="T6" fmla="*/ 48 w 88"/>
              <a:gd name="T7" fmla="*/ 72 h 77"/>
              <a:gd name="T8" fmla="*/ 58 w 88"/>
              <a:gd name="T9" fmla="*/ 76 h 77"/>
              <a:gd name="T10" fmla="*/ 81 w 88"/>
              <a:gd name="T11" fmla="*/ 75 h 77"/>
              <a:gd name="T12" fmla="*/ 83 w 88"/>
              <a:gd name="T13" fmla="*/ 72 h 77"/>
              <a:gd name="T14" fmla="*/ 82 w 88"/>
              <a:gd name="T15" fmla="*/ 54 h 77"/>
              <a:gd name="T16" fmla="*/ 83 w 88"/>
              <a:gd name="T17" fmla="*/ 50 h 77"/>
              <a:gd name="T18" fmla="*/ 87 w 88"/>
              <a:gd name="T19" fmla="*/ 43 h 77"/>
              <a:gd name="T20" fmla="*/ 87 w 88"/>
              <a:gd name="T21" fmla="*/ 33 h 77"/>
              <a:gd name="T22" fmla="*/ 83 w 88"/>
              <a:gd name="T23" fmla="*/ 23 h 77"/>
              <a:gd name="T24" fmla="*/ 73 w 88"/>
              <a:gd name="T25" fmla="*/ 26 h 77"/>
              <a:gd name="T26" fmla="*/ 71 w 88"/>
              <a:gd name="T27" fmla="*/ 27 h 77"/>
              <a:gd name="T28" fmla="*/ 54 w 88"/>
              <a:gd name="T29" fmla="*/ 27 h 77"/>
              <a:gd name="T30" fmla="*/ 50 w 88"/>
              <a:gd name="T31" fmla="*/ 26 h 77"/>
              <a:gd name="T32" fmla="*/ 34 w 88"/>
              <a:gd name="T33" fmla="*/ 17 h 77"/>
              <a:gd name="T34" fmla="*/ 17 w 88"/>
              <a:gd name="T35" fmla="*/ 2 h 77"/>
              <a:gd name="T36" fmla="*/ 8 w 88"/>
              <a:gd name="T37" fmla="*/ 0 h 77"/>
              <a:gd name="T38" fmla="*/ 0 w 88"/>
              <a:gd name="T39" fmla="*/ 14 h 77"/>
              <a:gd name="T40" fmla="*/ 5 w 88"/>
              <a:gd name="T41" fmla="*/ 23 h 77"/>
              <a:gd name="T42" fmla="*/ 21 w 88"/>
              <a:gd name="T43" fmla="*/ 3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8" h="77">
                <a:moveTo>
                  <a:pt x="21" y="37"/>
                </a:moveTo>
                <a:cubicBezTo>
                  <a:pt x="22" y="38"/>
                  <a:pt x="23" y="38"/>
                  <a:pt x="23" y="39"/>
                </a:cubicBezTo>
                <a:lnTo>
                  <a:pt x="38" y="65"/>
                </a:lnTo>
                <a:lnTo>
                  <a:pt x="48" y="72"/>
                </a:lnTo>
                <a:lnTo>
                  <a:pt x="58" y="76"/>
                </a:lnTo>
                <a:lnTo>
                  <a:pt x="81" y="75"/>
                </a:lnTo>
                <a:lnTo>
                  <a:pt x="83" y="72"/>
                </a:lnTo>
                <a:lnTo>
                  <a:pt x="82" y="54"/>
                </a:lnTo>
                <a:cubicBezTo>
                  <a:pt x="82" y="53"/>
                  <a:pt x="82" y="51"/>
                  <a:pt x="83" y="50"/>
                </a:cubicBezTo>
                <a:lnTo>
                  <a:pt x="87" y="43"/>
                </a:lnTo>
                <a:lnTo>
                  <a:pt x="87" y="33"/>
                </a:lnTo>
                <a:lnTo>
                  <a:pt x="83" y="23"/>
                </a:lnTo>
                <a:lnTo>
                  <a:pt x="73" y="26"/>
                </a:lnTo>
                <a:cubicBezTo>
                  <a:pt x="73" y="27"/>
                  <a:pt x="72" y="27"/>
                  <a:pt x="71" y="27"/>
                </a:cubicBezTo>
                <a:lnTo>
                  <a:pt x="54" y="27"/>
                </a:lnTo>
                <a:cubicBezTo>
                  <a:pt x="53" y="27"/>
                  <a:pt x="51" y="27"/>
                  <a:pt x="50" y="26"/>
                </a:cubicBezTo>
                <a:lnTo>
                  <a:pt x="34" y="17"/>
                </a:lnTo>
                <a:lnTo>
                  <a:pt x="17" y="2"/>
                </a:lnTo>
                <a:lnTo>
                  <a:pt x="8" y="0"/>
                </a:lnTo>
                <a:lnTo>
                  <a:pt x="0" y="14"/>
                </a:lnTo>
                <a:lnTo>
                  <a:pt x="5" y="23"/>
                </a:lnTo>
                <a:lnTo>
                  <a:pt x="21" y="3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3" name="Freeform 18">
            <a:extLst>
              <a:ext uri="{FF2B5EF4-FFF2-40B4-BE49-F238E27FC236}">
                <a16:creationId xmlns:a16="http://schemas.microsoft.com/office/drawing/2014/main" xmlns="" id="{FD1E21FB-538B-4B45-80B9-A29C7975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86" y="2741662"/>
            <a:ext cx="46279" cy="53399"/>
          </a:xfrm>
          <a:custGeom>
            <a:avLst/>
            <a:gdLst>
              <a:gd name="T0" fmla="*/ 30 w 113"/>
              <a:gd name="T1" fmla="*/ 70 h 134"/>
              <a:gd name="T2" fmla="*/ 28 w 113"/>
              <a:gd name="T3" fmla="*/ 73 h 134"/>
              <a:gd name="T4" fmla="*/ 21 w 113"/>
              <a:gd name="T5" fmla="*/ 94 h 134"/>
              <a:gd name="T6" fmla="*/ 20 w 113"/>
              <a:gd name="T7" fmla="*/ 96 h 134"/>
              <a:gd name="T8" fmla="*/ 1 w 113"/>
              <a:gd name="T9" fmla="*/ 126 h 134"/>
              <a:gd name="T10" fmla="*/ 0 w 113"/>
              <a:gd name="T11" fmla="*/ 132 h 134"/>
              <a:gd name="T12" fmla="*/ 5 w 113"/>
              <a:gd name="T13" fmla="*/ 133 h 134"/>
              <a:gd name="T14" fmla="*/ 62 w 113"/>
              <a:gd name="T15" fmla="*/ 119 h 134"/>
              <a:gd name="T16" fmla="*/ 72 w 113"/>
              <a:gd name="T17" fmla="*/ 112 h 134"/>
              <a:gd name="T18" fmla="*/ 83 w 113"/>
              <a:gd name="T19" fmla="*/ 90 h 134"/>
              <a:gd name="T20" fmla="*/ 93 w 113"/>
              <a:gd name="T21" fmla="*/ 61 h 134"/>
              <a:gd name="T22" fmla="*/ 106 w 113"/>
              <a:gd name="T23" fmla="*/ 38 h 134"/>
              <a:gd name="T24" fmla="*/ 112 w 113"/>
              <a:gd name="T25" fmla="*/ 21 h 134"/>
              <a:gd name="T26" fmla="*/ 106 w 113"/>
              <a:gd name="T27" fmla="*/ 5 h 134"/>
              <a:gd name="T28" fmla="*/ 101 w 113"/>
              <a:gd name="T29" fmla="*/ 1 h 134"/>
              <a:gd name="T30" fmla="*/ 98 w 113"/>
              <a:gd name="T31" fmla="*/ 0 h 134"/>
              <a:gd name="T32" fmla="*/ 93 w 113"/>
              <a:gd name="T33" fmla="*/ 6 h 134"/>
              <a:gd name="T34" fmla="*/ 87 w 113"/>
              <a:gd name="T35" fmla="*/ 19 h 134"/>
              <a:gd name="T36" fmla="*/ 76 w 113"/>
              <a:gd name="T37" fmla="*/ 34 h 134"/>
              <a:gd name="T38" fmla="*/ 45 w 113"/>
              <a:gd name="T39" fmla="*/ 61 h 134"/>
              <a:gd name="T40" fmla="*/ 30 w 113"/>
              <a:gd name="T41" fmla="*/ 70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3" h="134">
                <a:moveTo>
                  <a:pt x="30" y="70"/>
                </a:moveTo>
                <a:lnTo>
                  <a:pt x="28" y="73"/>
                </a:lnTo>
                <a:lnTo>
                  <a:pt x="21" y="94"/>
                </a:lnTo>
                <a:cubicBezTo>
                  <a:pt x="21" y="95"/>
                  <a:pt x="21" y="96"/>
                  <a:pt x="20" y="96"/>
                </a:cubicBezTo>
                <a:lnTo>
                  <a:pt x="1" y="126"/>
                </a:lnTo>
                <a:lnTo>
                  <a:pt x="0" y="132"/>
                </a:lnTo>
                <a:lnTo>
                  <a:pt x="5" y="133"/>
                </a:lnTo>
                <a:lnTo>
                  <a:pt x="62" y="119"/>
                </a:lnTo>
                <a:lnTo>
                  <a:pt x="72" y="112"/>
                </a:lnTo>
                <a:lnTo>
                  <a:pt x="83" y="90"/>
                </a:lnTo>
                <a:lnTo>
                  <a:pt x="93" y="61"/>
                </a:lnTo>
                <a:lnTo>
                  <a:pt x="106" y="38"/>
                </a:lnTo>
                <a:lnTo>
                  <a:pt x="112" y="21"/>
                </a:lnTo>
                <a:lnTo>
                  <a:pt x="106" y="5"/>
                </a:lnTo>
                <a:lnTo>
                  <a:pt x="101" y="1"/>
                </a:lnTo>
                <a:lnTo>
                  <a:pt x="98" y="0"/>
                </a:lnTo>
                <a:lnTo>
                  <a:pt x="93" y="6"/>
                </a:lnTo>
                <a:lnTo>
                  <a:pt x="87" y="19"/>
                </a:lnTo>
                <a:lnTo>
                  <a:pt x="76" y="34"/>
                </a:lnTo>
                <a:lnTo>
                  <a:pt x="45" y="61"/>
                </a:lnTo>
                <a:lnTo>
                  <a:pt x="30" y="7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4" name="Freeform 19">
            <a:extLst>
              <a:ext uri="{FF2B5EF4-FFF2-40B4-BE49-F238E27FC236}">
                <a16:creationId xmlns:a16="http://schemas.microsoft.com/office/drawing/2014/main" xmlns="" id="{44E5D3DF-2FE4-49F5-9E5B-4CCFC7DED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571" y="3124354"/>
            <a:ext cx="28479" cy="37380"/>
          </a:xfrm>
          <a:custGeom>
            <a:avLst/>
            <a:gdLst>
              <a:gd name="T0" fmla="*/ 49 w 69"/>
              <a:gd name="T1" fmla="*/ 8 h 94"/>
              <a:gd name="T2" fmla="*/ 38 w 69"/>
              <a:gd name="T3" fmla="*/ 2 h 94"/>
              <a:gd name="T4" fmla="*/ 14 w 69"/>
              <a:gd name="T5" fmla="*/ 0 h 94"/>
              <a:gd name="T6" fmla="*/ 13 w 69"/>
              <a:gd name="T7" fmla="*/ 2 h 94"/>
              <a:gd name="T8" fmla="*/ 13 w 69"/>
              <a:gd name="T9" fmla="*/ 14 h 94"/>
              <a:gd name="T10" fmla="*/ 16 w 69"/>
              <a:gd name="T11" fmla="*/ 20 h 94"/>
              <a:gd name="T12" fmla="*/ 29 w 69"/>
              <a:gd name="T13" fmla="*/ 31 h 94"/>
              <a:gd name="T14" fmla="*/ 30 w 69"/>
              <a:gd name="T15" fmla="*/ 33 h 94"/>
              <a:gd name="T16" fmla="*/ 36 w 69"/>
              <a:gd name="T17" fmla="*/ 41 h 94"/>
              <a:gd name="T18" fmla="*/ 36 w 69"/>
              <a:gd name="T19" fmla="*/ 48 h 94"/>
              <a:gd name="T20" fmla="*/ 31 w 69"/>
              <a:gd name="T21" fmla="*/ 53 h 94"/>
              <a:gd name="T22" fmla="*/ 23 w 69"/>
              <a:gd name="T23" fmla="*/ 56 h 94"/>
              <a:gd name="T24" fmla="*/ 17 w 69"/>
              <a:gd name="T25" fmla="*/ 55 h 94"/>
              <a:gd name="T26" fmla="*/ 8 w 69"/>
              <a:gd name="T27" fmla="*/ 50 h 94"/>
              <a:gd name="T28" fmla="*/ 6 w 69"/>
              <a:gd name="T29" fmla="*/ 48 h 94"/>
              <a:gd name="T30" fmla="*/ 0 w 69"/>
              <a:gd name="T31" fmla="*/ 42 h 94"/>
              <a:gd name="T32" fmla="*/ 3 w 69"/>
              <a:gd name="T33" fmla="*/ 52 h 94"/>
              <a:gd name="T34" fmla="*/ 5 w 69"/>
              <a:gd name="T35" fmla="*/ 80 h 94"/>
              <a:gd name="T36" fmla="*/ 8 w 69"/>
              <a:gd name="T37" fmla="*/ 87 h 94"/>
              <a:gd name="T38" fmla="*/ 14 w 69"/>
              <a:gd name="T39" fmla="*/ 93 h 94"/>
              <a:gd name="T40" fmla="*/ 20 w 69"/>
              <a:gd name="T41" fmla="*/ 93 h 94"/>
              <a:gd name="T42" fmla="*/ 28 w 69"/>
              <a:gd name="T43" fmla="*/ 87 h 94"/>
              <a:gd name="T44" fmla="*/ 42 w 69"/>
              <a:gd name="T45" fmla="*/ 61 h 94"/>
              <a:gd name="T46" fmla="*/ 44 w 69"/>
              <a:gd name="T47" fmla="*/ 60 h 94"/>
              <a:gd name="T48" fmla="*/ 68 w 69"/>
              <a:gd name="T49" fmla="*/ 37 h 94"/>
              <a:gd name="T50" fmla="*/ 60 w 69"/>
              <a:gd name="T51" fmla="*/ 21 h 94"/>
              <a:gd name="T52" fmla="*/ 49 w 69"/>
              <a:gd name="T53" fmla="*/ 8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9" h="94">
                <a:moveTo>
                  <a:pt x="49" y="8"/>
                </a:moveTo>
                <a:lnTo>
                  <a:pt x="38" y="2"/>
                </a:lnTo>
                <a:lnTo>
                  <a:pt x="14" y="0"/>
                </a:lnTo>
                <a:lnTo>
                  <a:pt x="13" y="2"/>
                </a:lnTo>
                <a:lnTo>
                  <a:pt x="13" y="14"/>
                </a:lnTo>
                <a:lnTo>
                  <a:pt x="16" y="20"/>
                </a:lnTo>
                <a:lnTo>
                  <a:pt x="29" y="31"/>
                </a:lnTo>
                <a:cubicBezTo>
                  <a:pt x="29" y="31"/>
                  <a:pt x="30" y="32"/>
                  <a:pt x="30" y="33"/>
                </a:cubicBezTo>
                <a:lnTo>
                  <a:pt x="36" y="41"/>
                </a:lnTo>
                <a:cubicBezTo>
                  <a:pt x="37" y="43"/>
                  <a:pt x="37" y="45"/>
                  <a:pt x="36" y="48"/>
                </a:cubicBezTo>
                <a:cubicBezTo>
                  <a:pt x="35" y="50"/>
                  <a:pt x="34" y="52"/>
                  <a:pt x="31" y="53"/>
                </a:cubicBezTo>
                <a:lnTo>
                  <a:pt x="23" y="56"/>
                </a:lnTo>
                <a:cubicBezTo>
                  <a:pt x="21" y="56"/>
                  <a:pt x="19" y="56"/>
                  <a:pt x="17" y="55"/>
                </a:cubicBezTo>
                <a:lnTo>
                  <a:pt x="8" y="50"/>
                </a:lnTo>
                <a:cubicBezTo>
                  <a:pt x="7" y="50"/>
                  <a:pt x="6" y="49"/>
                  <a:pt x="6" y="48"/>
                </a:cubicBezTo>
                <a:lnTo>
                  <a:pt x="0" y="42"/>
                </a:lnTo>
                <a:lnTo>
                  <a:pt x="3" y="52"/>
                </a:lnTo>
                <a:lnTo>
                  <a:pt x="5" y="80"/>
                </a:lnTo>
                <a:lnTo>
                  <a:pt x="8" y="87"/>
                </a:lnTo>
                <a:lnTo>
                  <a:pt x="14" y="93"/>
                </a:lnTo>
                <a:lnTo>
                  <a:pt x="20" y="93"/>
                </a:lnTo>
                <a:lnTo>
                  <a:pt x="28" y="87"/>
                </a:lnTo>
                <a:lnTo>
                  <a:pt x="42" y="61"/>
                </a:lnTo>
                <a:cubicBezTo>
                  <a:pt x="43" y="61"/>
                  <a:pt x="43" y="60"/>
                  <a:pt x="44" y="60"/>
                </a:cubicBezTo>
                <a:lnTo>
                  <a:pt x="68" y="37"/>
                </a:lnTo>
                <a:lnTo>
                  <a:pt x="60" y="21"/>
                </a:lnTo>
                <a:lnTo>
                  <a:pt x="49" y="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5" name="Freeform 20">
            <a:extLst>
              <a:ext uri="{FF2B5EF4-FFF2-40B4-BE49-F238E27FC236}">
                <a16:creationId xmlns:a16="http://schemas.microsoft.com/office/drawing/2014/main" xmlns="" id="{42BDECCF-0814-4A9C-B0E7-EC954478F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796" y="3158174"/>
            <a:ext cx="14240" cy="24919"/>
          </a:xfrm>
          <a:custGeom>
            <a:avLst/>
            <a:gdLst>
              <a:gd name="T0" fmla="*/ 18 w 34"/>
              <a:gd name="T1" fmla="*/ 45 h 62"/>
              <a:gd name="T2" fmla="*/ 31 w 34"/>
              <a:gd name="T3" fmla="*/ 19 h 62"/>
              <a:gd name="T4" fmla="*/ 32 w 34"/>
              <a:gd name="T5" fmla="*/ 14 h 62"/>
              <a:gd name="T6" fmla="*/ 33 w 34"/>
              <a:gd name="T7" fmla="*/ 0 h 62"/>
              <a:gd name="T8" fmla="*/ 22 w 34"/>
              <a:gd name="T9" fmla="*/ 26 h 62"/>
              <a:gd name="T10" fmla="*/ 1 w 34"/>
              <a:gd name="T11" fmla="*/ 56 h 62"/>
              <a:gd name="T12" fmla="*/ 0 w 34"/>
              <a:gd name="T13" fmla="*/ 61 h 62"/>
              <a:gd name="T14" fmla="*/ 18 w 34"/>
              <a:gd name="T15" fmla="*/ 45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62">
                <a:moveTo>
                  <a:pt x="18" y="45"/>
                </a:moveTo>
                <a:lnTo>
                  <a:pt x="31" y="19"/>
                </a:lnTo>
                <a:lnTo>
                  <a:pt x="32" y="14"/>
                </a:lnTo>
                <a:lnTo>
                  <a:pt x="33" y="0"/>
                </a:lnTo>
                <a:lnTo>
                  <a:pt x="22" y="26"/>
                </a:lnTo>
                <a:lnTo>
                  <a:pt x="1" y="56"/>
                </a:lnTo>
                <a:lnTo>
                  <a:pt x="0" y="61"/>
                </a:lnTo>
                <a:lnTo>
                  <a:pt x="18" y="4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6" name="Freeform 21">
            <a:extLst>
              <a:ext uri="{FF2B5EF4-FFF2-40B4-BE49-F238E27FC236}">
                <a16:creationId xmlns:a16="http://schemas.microsoft.com/office/drawing/2014/main" xmlns="" id="{A7376591-BC8F-4932-AB84-35FC3060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895" y="3143934"/>
            <a:ext cx="108578" cy="126377"/>
          </a:xfrm>
          <a:custGeom>
            <a:avLst/>
            <a:gdLst>
              <a:gd name="T0" fmla="*/ 251 w 271"/>
              <a:gd name="T1" fmla="*/ 203 h 311"/>
              <a:gd name="T2" fmla="*/ 266 w 271"/>
              <a:gd name="T3" fmla="*/ 170 h 311"/>
              <a:gd name="T4" fmla="*/ 260 w 271"/>
              <a:gd name="T5" fmla="*/ 146 h 311"/>
              <a:gd name="T6" fmla="*/ 257 w 271"/>
              <a:gd name="T7" fmla="*/ 115 h 311"/>
              <a:gd name="T8" fmla="*/ 256 w 271"/>
              <a:gd name="T9" fmla="*/ 89 h 311"/>
              <a:gd name="T10" fmla="*/ 264 w 271"/>
              <a:gd name="T11" fmla="*/ 72 h 311"/>
              <a:gd name="T12" fmla="*/ 259 w 271"/>
              <a:gd name="T13" fmla="*/ 65 h 311"/>
              <a:gd name="T14" fmla="*/ 247 w 271"/>
              <a:gd name="T15" fmla="*/ 55 h 311"/>
              <a:gd name="T16" fmla="*/ 246 w 271"/>
              <a:gd name="T17" fmla="*/ 44 h 311"/>
              <a:gd name="T18" fmla="*/ 230 w 271"/>
              <a:gd name="T19" fmla="*/ 25 h 311"/>
              <a:gd name="T20" fmla="*/ 221 w 271"/>
              <a:gd name="T21" fmla="*/ 11 h 311"/>
              <a:gd name="T22" fmla="*/ 201 w 271"/>
              <a:gd name="T23" fmla="*/ 3 h 311"/>
              <a:gd name="T24" fmla="*/ 197 w 271"/>
              <a:gd name="T25" fmla="*/ 19 h 311"/>
              <a:gd name="T26" fmla="*/ 180 w 271"/>
              <a:gd name="T27" fmla="*/ 23 h 311"/>
              <a:gd name="T28" fmla="*/ 165 w 271"/>
              <a:gd name="T29" fmla="*/ 8 h 311"/>
              <a:gd name="T30" fmla="*/ 139 w 271"/>
              <a:gd name="T31" fmla="*/ 45 h 311"/>
              <a:gd name="T32" fmla="*/ 164 w 271"/>
              <a:gd name="T33" fmla="*/ 69 h 311"/>
              <a:gd name="T34" fmla="*/ 176 w 271"/>
              <a:gd name="T35" fmla="*/ 103 h 311"/>
              <a:gd name="T36" fmla="*/ 137 w 271"/>
              <a:gd name="T37" fmla="*/ 108 h 311"/>
              <a:gd name="T38" fmla="*/ 124 w 271"/>
              <a:gd name="T39" fmla="*/ 125 h 311"/>
              <a:gd name="T40" fmla="*/ 126 w 271"/>
              <a:gd name="T41" fmla="*/ 134 h 311"/>
              <a:gd name="T42" fmla="*/ 138 w 271"/>
              <a:gd name="T43" fmla="*/ 169 h 311"/>
              <a:gd name="T44" fmla="*/ 134 w 271"/>
              <a:gd name="T45" fmla="*/ 191 h 311"/>
              <a:gd name="T46" fmla="*/ 114 w 271"/>
              <a:gd name="T47" fmla="*/ 196 h 311"/>
              <a:gd name="T48" fmla="*/ 101 w 271"/>
              <a:gd name="T49" fmla="*/ 164 h 311"/>
              <a:gd name="T50" fmla="*/ 59 w 271"/>
              <a:gd name="T51" fmla="*/ 201 h 311"/>
              <a:gd name="T52" fmla="*/ 55 w 271"/>
              <a:gd name="T53" fmla="*/ 231 h 311"/>
              <a:gd name="T54" fmla="*/ 50 w 271"/>
              <a:gd name="T55" fmla="*/ 262 h 311"/>
              <a:gd name="T56" fmla="*/ 40 w 271"/>
              <a:gd name="T57" fmla="*/ 274 h 311"/>
              <a:gd name="T58" fmla="*/ 15 w 271"/>
              <a:gd name="T59" fmla="*/ 275 h 311"/>
              <a:gd name="T60" fmla="*/ 26 w 271"/>
              <a:gd name="T61" fmla="*/ 248 h 311"/>
              <a:gd name="T62" fmla="*/ 23 w 271"/>
              <a:gd name="T63" fmla="*/ 204 h 311"/>
              <a:gd name="T64" fmla="*/ 32 w 271"/>
              <a:gd name="T65" fmla="*/ 178 h 311"/>
              <a:gd name="T66" fmla="*/ 57 w 271"/>
              <a:gd name="T67" fmla="*/ 168 h 311"/>
              <a:gd name="T68" fmla="*/ 68 w 271"/>
              <a:gd name="T69" fmla="*/ 147 h 311"/>
              <a:gd name="T70" fmla="*/ 76 w 271"/>
              <a:gd name="T71" fmla="*/ 142 h 311"/>
              <a:gd name="T72" fmla="*/ 86 w 271"/>
              <a:gd name="T73" fmla="*/ 105 h 311"/>
              <a:gd name="T74" fmla="*/ 88 w 271"/>
              <a:gd name="T75" fmla="*/ 68 h 311"/>
              <a:gd name="T76" fmla="*/ 63 w 271"/>
              <a:gd name="T77" fmla="*/ 99 h 311"/>
              <a:gd name="T78" fmla="*/ 44 w 271"/>
              <a:gd name="T79" fmla="*/ 109 h 311"/>
              <a:gd name="T80" fmla="*/ 39 w 271"/>
              <a:gd name="T81" fmla="*/ 120 h 311"/>
              <a:gd name="T82" fmla="*/ 44 w 271"/>
              <a:gd name="T83" fmla="*/ 133 h 311"/>
              <a:gd name="T84" fmla="*/ 41 w 271"/>
              <a:gd name="T85" fmla="*/ 159 h 311"/>
              <a:gd name="T86" fmla="*/ 21 w 271"/>
              <a:gd name="T87" fmla="*/ 190 h 311"/>
              <a:gd name="T88" fmla="*/ 1 w 271"/>
              <a:gd name="T89" fmla="*/ 275 h 311"/>
              <a:gd name="T90" fmla="*/ 11 w 271"/>
              <a:gd name="T91" fmla="*/ 302 h 311"/>
              <a:gd name="T92" fmla="*/ 10 w 271"/>
              <a:gd name="T93" fmla="*/ 310 h 311"/>
              <a:gd name="T94" fmla="*/ 75 w 271"/>
              <a:gd name="T95" fmla="*/ 218 h 311"/>
              <a:gd name="T96" fmla="*/ 94 w 271"/>
              <a:gd name="T97" fmla="*/ 209 h 311"/>
              <a:gd name="T98" fmla="*/ 182 w 271"/>
              <a:gd name="T99" fmla="*/ 187 h 311"/>
              <a:gd name="T100" fmla="*/ 247 w 271"/>
              <a:gd name="T101" fmla="*/ 210 h 3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71" h="311">
                <a:moveTo>
                  <a:pt x="247" y="210"/>
                </a:moveTo>
                <a:lnTo>
                  <a:pt x="250" y="204"/>
                </a:lnTo>
                <a:cubicBezTo>
                  <a:pt x="250" y="204"/>
                  <a:pt x="250" y="203"/>
                  <a:pt x="251" y="203"/>
                </a:cubicBezTo>
                <a:lnTo>
                  <a:pt x="257" y="195"/>
                </a:lnTo>
                <a:lnTo>
                  <a:pt x="262" y="184"/>
                </a:lnTo>
                <a:lnTo>
                  <a:pt x="266" y="170"/>
                </a:lnTo>
                <a:lnTo>
                  <a:pt x="267" y="161"/>
                </a:lnTo>
                <a:lnTo>
                  <a:pt x="261" y="156"/>
                </a:lnTo>
                <a:cubicBezTo>
                  <a:pt x="259" y="153"/>
                  <a:pt x="258" y="149"/>
                  <a:pt x="260" y="146"/>
                </a:cubicBezTo>
                <a:lnTo>
                  <a:pt x="270" y="130"/>
                </a:lnTo>
                <a:lnTo>
                  <a:pt x="260" y="122"/>
                </a:lnTo>
                <a:cubicBezTo>
                  <a:pt x="258" y="120"/>
                  <a:pt x="257" y="117"/>
                  <a:pt x="257" y="115"/>
                </a:cubicBezTo>
                <a:lnTo>
                  <a:pt x="258" y="100"/>
                </a:lnTo>
                <a:lnTo>
                  <a:pt x="256" y="91"/>
                </a:lnTo>
                <a:cubicBezTo>
                  <a:pt x="256" y="91"/>
                  <a:pt x="256" y="90"/>
                  <a:pt x="256" y="89"/>
                </a:cubicBezTo>
                <a:lnTo>
                  <a:pt x="256" y="82"/>
                </a:lnTo>
                <a:cubicBezTo>
                  <a:pt x="256" y="80"/>
                  <a:pt x="257" y="78"/>
                  <a:pt x="259" y="76"/>
                </a:cubicBezTo>
                <a:lnTo>
                  <a:pt x="264" y="72"/>
                </a:lnTo>
                <a:lnTo>
                  <a:pt x="263" y="68"/>
                </a:lnTo>
                <a:lnTo>
                  <a:pt x="261" y="66"/>
                </a:lnTo>
                <a:lnTo>
                  <a:pt x="259" y="65"/>
                </a:lnTo>
                <a:lnTo>
                  <a:pt x="255" y="66"/>
                </a:lnTo>
                <a:cubicBezTo>
                  <a:pt x="253" y="66"/>
                  <a:pt x="250" y="65"/>
                  <a:pt x="248" y="63"/>
                </a:cubicBezTo>
                <a:cubicBezTo>
                  <a:pt x="247" y="61"/>
                  <a:pt x="246" y="58"/>
                  <a:pt x="247" y="55"/>
                </a:cubicBezTo>
                <a:lnTo>
                  <a:pt x="250" y="44"/>
                </a:lnTo>
                <a:cubicBezTo>
                  <a:pt x="251" y="43"/>
                  <a:pt x="251" y="42"/>
                  <a:pt x="252" y="41"/>
                </a:cubicBezTo>
                <a:lnTo>
                  <a:pt x="246" y="44"/>
                </a:lnTo>
                <a:cubicBezTo>
                  <a:pt x="242" y="45"/>
                  <a:pt x="237" y="43"/>
                  <a:pt x="235" y="39"/>
                </a:cubicBezTo>
                <a:lnTo>
                  <a:pt x="230" y="29"/>
                </a:lnTo>
                <a:cubicBezTo>
                  <a:pt x="230" y="28"/>
                  <a:pt x="230" y="26"/>
                  <a:pt x="230" y="25"/>
                </a:cubicBezTo>
                <a:lnTo>
                  <a:pt x="230" y="13"/>
                </a:lnTo>
                <a:lnTo>
                  <a:pt x="230" y="12"/>
                </a:lnTo>
                <a:lnTo>
                  <a:pt x="221" y="11"/>
                </a:lnTo>
                <a:cubicBezTo>
                  <a:pt x="220" y="11"/>
                  <a:pt x="220" y="10"/>
                  <a:pt x="219" y="10"/>
                </a:cubicBezTo>
                <a:lnTo>
                  <a:pt x="201" y="0"/>
                </a:lnTo>
                <a:cubicBezTo>
                  <a:pt x="201" y="1"/>
                  <a:pt x="201" y="2"/>
                  <a:pt x="201" y="3"/>
                </a:cubicBezTo>
                <a:lnTo>
                  <a:pt x="201" y="9"/>
                </a:lnTo>
                <a:cubicBezTo>
                  <a:pt x="201" y="11"/>
                  <a:pt x="201" y="12"/>
                  <a:pt x="200" y="13"/>
                </a:cubicBezTo>
                <a:lnTo>
                  <a:pt x="197" y="19"/>
                </a:lnTo>
                <a:cubicBezTo>
                  <a:pt x="196" y="21"/>
                  <a:pt x="194" y="22"/>
                  <a:pt x="192" y="23"/>
                </a:cubicBezTo>
                <a:lnTo>
                  <a:pt x="187" y="24"/>
                </a:lnTo>
                <a:cubicBezTo>
                  <a:pt x="185" y="25"/>
                  <a:pt x="182" y="24"/>
                  <a:pt x="180" y="23"/>
                </a:cubicBezTo>
                <a:lnTo>
                  <a:pt x="175" y="19"/>
                </a:lnTo>
                <a:lnTo>
                  <a:pt x="166" y="8"/>
                </a:lnTo>
                <a:lnTo>
                  <a:pt x="165" y="8"/>
                </a:lnTo>
                <a:lnTo>
                  <a:pt x="140" y="26"/>
                </a:lnTo>
                <a:lnTo>
                  <a:pt x="138" y="37"/>
                </a:lnTo>
                <a:lnTo>
                  <a:pt x="139" y="45"/>
                </a:lnTo>
                <a:lnTo>
                  <a:pt x="146" y="57"/>
                </a:lnTo>
                <a:lnTo>
                  <a:pt x="162" y="67"/>
                </a:lnTo>
                <a:cubicBezTo>
                  <a:pt x="163" y="67"/>
                  <a:pt x="163" y="68"/>
                  <a:pt x="164" y="69"/>
                </a:cubicBezTo>
                <a:lnTo>
                  <a:pt x="171" y="78"/>
                </a:lnTo>
                <a:cubicBezTo>
                  <a:pt x="172" y="79"/>
                  <a:pt x="172" y="80"/>
                  <a:pt x="172" y="81"/>
                </a:cubicBezTo>
                <a:lnTo>
                  <a:pt x="176" y="103"/>
                </a:lnTo>
                <a:cubicBezTo>
                  <a:pt x="176" y="105"/>
                  <a:pt x="176" y="108"/>
                  <a:pt x="174" y="109"/>
                </a:cubicBezTo>
                <a:cubicBezTo>
                  <a:pt x="172" y="111"/>
                  <a:pt x="169" y="112"/>
                  <a:pt x="167" y="112"/>
                </a:cubicBezTo>
                <a:lnTo>
                  <a:pt x="137" y="108"/>
                </a:lnTo>
                <a:lnTo>
                  <a:pt x="131" y="110"/>
                </a:lnTo>
                <a:lnTo>
                  <a:pt x="130" y="112"/>
                </a:lnTo>
                <a:lnTo>
                  <a:pt x="124" y="125"/>
                </a:lnTo>
                <a:cubicBezTo>
                  <a:pt x="123" y="126"/>
                  <a:pt x="123" y="127"/>
                  <a:pt x="122" y="127"/>
                </a:cubicBezTo>
                <a:lnTo>
                  <a:pt x="122" y="128"/>
                </a:lnTo>
                <a:lnTo>
                  <a:pt x="126" y="134"/>
                </a:lnTo>
                <a:cubicBezTo>
                  <a:pt x="126" y="134"/>
                  <a:pt x="127" y="135"/>
                  <a:pt x="127" y="136"/>
                </a:cubicBezTo>
                <a:lnTo>
                  <a:pt x="135" y="154"/>
                </a:lnTo>
                <a:lnTo>
                  <a:pt x="138" y="169"/>
                </a:lnTo>
                <a:cubicBezTo>
                  <a:pt x="138" y="170"/>
                  <a:pt x="138" y="171"/>
                  <a:pt x="138" y="172"/>
                </a:cubicBezTo>
                <a:lnTo>
                  <a:pt x="136" y="187"/>
                </a:lnTo>
                <a:cubicBezTo>
                  <a:pt x="136" y="189"/>
                  <a:pt x="135" y="190"/>
                  <a:pt x="134" y="191"/>
                </a:cubicBezTo>
                <a:lnTo>
                  <a:pt x="127" y="198"/>
                </a:lnTo>
                <a:cubicBezTo>
                  <a:pt x="125" y="200"/>
                  <a:pt x="123" y="201"/>
                  <a:pt x="120" y="201"/>
                </a:cubicBezTo>
                <a:cubicBezTo>
                  <a:pt x="118" y="200"/>
                  <a:pt x="115" y="199"/>
                  <a:pt x="114" y="196"/>
                </a:cubicBezTo>
                <a:lnTo>
                  <a:pt x="109" y="185"/>
                </a:lnTo>
                <a:lnTo>
                  <a:pt x="104" y="162"/>
                </a:lnTo>
                <a:lnTo>
                  <a:pt x="101" y="164"/>
                </a:lnTo>
                <a:lnTo>
                  <a:pt x="88" y="179"/>
                </a:lnTo>
                <a:lnTo>
                  <a:pt x="64" y="196"/>
                </a:lnTo>
                <a:lnTo>
                  <a:pt x="59" y="201"/>
                </a:lnTo>
                <a:lnTo>
                  <a:pt x="54" y="211"/>
                </a:lnTo>
                <a:lnTo>
                  <a:pt x="54" y="220"/>
                </a:lnTo>
                <a:lnTo>
                  <a:pt x="55" y="231"/>
                </a:lnTo>
                <a:lnTo>
                  <a:pt x="54" y="249"/>
                </a:lnTo>
                <a:cubicBezTo>
                  <a:pt x="54" y="250"/>
                  <a:pt x="54" y="251"/>
                  <a:pt x="54" y="251"/>
                </a:cubicBezTo>
                <a:lnTo>
                  <a:pt x="50" y="262"/>
                </a:lnTo>
                <a:cubicBezTo>
                  <a:pt x="49" y="263"/>
                  <a:pt x="49" y="264"/>
                  <a:pt x="48" y="264"/>
                </a:cubicBezTo>
                <a:lnTo>
                  <a:pt x="42" y="273"/>
                </a:lnTo>
                <a:cubicBezTo>
                  <a:pt x="41" y="273"/>
                  <a:pt x="41" y="274"/>
                  <a:pt x="40" y="274"/>
                </a:cubicBezTo>
                <a:lnTo>
                  <a:pt x="28" y="284"/>
                </a:lnTo>
                <a:cubicBezTo>
                  <a:pt x="25" y="286"/>
                  <a:pt x="21" y="286"/>
                  <a:pt x="18" y="284"/>
                </a:cubicBezTo>
                <a:cubicBezTo>
                  <a:pt x="15" y="282"/>
                  <a:pt x="14" y="278"/>
                  <a:pt x="15" y="275"/>
                </a:cubicBezTo>
                <a:lnTo>
                  <a:pt x="19" y="262"/>
                </a:lnTo>
                <a:cubicBezTo>
                  <a:pt x="19" y="261"/>
                  <a:pt x="19" y="260"/>
                  <a:pt x="20" y="260"/>
                </a:cubicBezTo>
                <a:lnTo>
                  <a:pt x="26" y="248"/>
                </a:lnTo>
                <a:lnTo>
                  <a:pt x="28" y="236"/>
                </a:lnTo>
                <a:lnTo>
                  <a:pt x="23" y="206"/>
                </a:lnTo>
                <a:cubicBezTo>
                  <a:pt x="23" y="205"/>
                  <a:pt x="23" y="204"/>
                  <a:pt x="23" y="204"/>
                </a:cubicBezTo>
                <a:lnTo>
                  <a:pt x="25" y="190"/>
                </a:lnTo>
                <a:cubicBezTo>
                  <a:pt x="26" y="188"/>
                  <a:pt x="26" y="187"/>
                  <a:pt x="27" y="187"/>
                </a:cubicBezTo>
                <a:lnTo>
                  <a:pt x="32" y="178"/>
                </a:lnTo>
                <a:cubicBezTo>
                  <a:pt x="33" y="176"/>
                  <a:pt x="35" y="175"/>
                  <a:pt x="37" y="174"/>
                </a:cubicBezTo>
                <a:lnTo>
                  <a:pt x="54" y="170"/>
                </a:lnTo>
                <a:lnTo>
                  <a:pt x="57" y="168"/>
                </a:lnTo>
                <a:lnTo>
                  <a:pt x="58" y="165"/>
                </a:lnTo>
                <a:lnTo>
                  <a:pt x="66" y="149"/>
                </a:lnTo>
                <a:cubicBezTo>
                  <a:pt x="67" y="148"/>
                  <a:pt x="67" y="148"/>
                  <a:pt x="68" y="147"/>
                </a:cubicBezTo>
                <a:lnTo>
                  <a:pt x="71" y="144"/>
                </a:lnTo>
                <a:cubicBezTo>
                  <a:pt x="72" y="143"/>
                  <a:pt x="73" y="143"/>
                  <a:pt x="74" y="142"/>
                </a:cubicBezTo>
                <a:lnTo>
                  <a:pt x="76" y="142"/>
                </a:lnTo>
                <a:lnTo>
                  <a:pt x="78" y="138"/>
                </a:lnTo>
                <a:lnTo>
                  <a:pt x="81" y="128"/>
                </a:lnTo>
                <a:lnTo>
                  <a:pt x="86" y="105"/>
                </a:lnTo>
                <a:lnTo>
                  <a:pt x="90" y="93"/>
                </a:lnTo>
                <a:lnTo>
                  <a:pt x="91" y="81"/>
                </a:lnTo>
                <a:lnTo>
                  <a:pt x="88" y="68"/>
                </a:lnTo>
                <a:lnTo>
                  <a:pt x="79" y="84"/>
                </a:lnTo>
                <a:cubicBezTo>
                  <a:pt x="78" y="85"/>
                  <a:pt x="78" y="85"/>
                  <a:pt x="77" y="86"/>
                </a:cubicBezTo>
                <a:lnTo>
                  <a:pt x="63" y="99"/>
                </a:lnTo>
                <a:cubicBezTo>
                  <a:pt x="63" y="100"/>
                  <a:pt x="62" y="100"/>
                  <a:pt x="61" y="101"/>
                </a:cubicBezTo>
                <a:lnTo>
                  <a:pt x="47" y="108"/>
                </a:lnTo>
                <a:cubicBezTo>
                  <a:pt x="46" y="109"/>
                  <a:pt x="45" y="109"/>
                  <a:pt x="44" y="109"/>
                </a:cubicBezTo>
                <a:lnTo>
                  <a:pt x="32" y="111"/>
                </a:lnTo>
                <a:lnTo>
                  <a:pt x="34" y="113"/>
                </a:lnTo>
                <a:lnTo>
                  <a:pt x="39" y="120"/>
                </a:lnTo>
                <a:cubicBezTo>
                  <a:pt x="40" y="120"/>
                  <a:pt x="40" y="121"/>
                  <a:pt x="40" y="122"/>
                </a:cubicBezTo>
                <a:lnTo>
                  <a:pt x="43" y="130"/>
                </a:lnTo>
                <a:cubicBezTo>
                  <a:pt x="44" y="131"/>
                  <a:pt x="44" y="132"/>
                  <a:pt x="44" y="133"/>
                </a:cubicBezTo>
                <a:lnTo>
                  <a:pt x="44" y="144"/>
                </a:lnTo>
                <a:lnTo>
                  <a:pt x="41" y="157"/>
                </a:lnTo>
                <a:cubicBezTo>
                  <a:pt x="41" y="158"/>
                  <a:pt x="41" y="159"/>
                  <a:pt x="41" y="159"/>
                </a:cubicBezTo>
                <a:lnTo>
                  <a:pt x="33" y="175"/>
                </a:lnTo>
                <a:lnTo>
                  <a:pt x="28" y="183"/>
                </a:lnTo>
                <a:lnTo>
                  <a:pt x="21" y="190"/>
                </a:lnTo>
                <a:lnTo>
                  <a:pt x="12" y="207"/>
                </a:lnTo>
                <a:lnTo>
                  <a:pt x="0" y="271"/>
                </a:lnTo>
                <a:lnTo>
                  <a:pt x="1" y="275"/>
                </a:lnTo>
                <a:lnTo>
                  <a:pt x="5" y="287"/>
                </a:lnTo>
                <a:lnTo>
                  <a:pt x="10" y="299"/>
                </a:lnTo>
                <a:cubicBezTo>
                  <a:pt x="11" y="300"/>
                  <a:pt x="11" y="301"/>
                  <a:pt x="11" y="302"/>
                </a:cubicBezTo>
                <a:lnTo>
                  <a:pt x="11" y="307"/>
                </a:lnTo>
                <a:cubicBezTo>
                  <a:pt x="11" y="307"/>
                  <a:pt x="11" y="308"/>
                  <a:pt x="10" y="309"/>
                </a:cubicBezTo>
                <a:lnTo>
                  <a:pt x="10" y="310"/>
                </a:lnTo>
                <a:lnTo>
                  <a:pt x="57" y="255"/>
                </a:lnTo>
                <a:lnTo>
                  <a:pt x="65" y="243"/>
                </a:lnTo>
                <a:lnTo>
                  <a:pt x="75" y="218"/>
                </a:lnTo>
                <a:cubicBezTo>
                  <a:pt x="76" y="216"/>
                  <a:pt x="77" y="215"/>
                  <a:pt x="78" y="214"/>
                </a:cubicBezTo>
                <a:lnTo>
                  <a:pt x="87" y="209"/>
                </a:lnTo>
                <a:cubicBezTo>
                  <a:pt x="89" y="208"/>
                  <a:pt x="92" y="208"/>
                  <a:pt x="94" y="209"/>
                </a:cubicBezTo>
                <a:lnTo>
                  <a:pt x="112" y="217"/>
                </a:lnTo>
                <a:lnTo>
                  <a:pt x="175" y="187"/>
                </a:lnTo>
                <a:cubicBezTo>
                  <a:pt x="177" y="186"/>
                  <a:pt x="180" y="186"/>
                  <a:pt x="182" y="187"/>
                </a:cubicBezTo>
                <a:lnTo>
                  <a:pt x="244" y="221"/>
                </a:lnTo>
                <a:lnTo>
                  <a:pt x="246" y="212"/>
                </a:lnTo>
                <a:cubicBezTo>
                  <a:pt x="246" y="212"/>
                  <a:pt x="246" y="211"/>
                  <a:pt x="247" y="21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7" name="Freeform 22">
            <a:extLst>
              <a:ext uri="{FF2B5EF4-FFF2-40B4-BE49-F238E27FC236}">
                <a16:creationId xmlns:a16="http://schemas.microsoft.com/office/drawing/2014/main" xmlns="" id="{A7471FED-D92C-4782-8B54-2BE9D78E3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902" y="2688264"/>
            <a:ext cx="8899" cy="21360"/>
          </a:xfrm>
          <a:custGeom>
            <a:avLst/>
            <a:gdLst>
              <a:gd name="T0" fmla="*/ 4 w 22"/>
              <a:gd name="T1" fmla="*/ 49 h 55"/>
              <a:gd name="T2" fmla="*/ 7 w 22"/>
              <a:gd name="T3" fmla="*/ 53 h 55"/>
              <a:gd name="T4" fmla="*/ 11 w 22"/>
              <a:gd name="T5" fmla="*/ 54 h 55"/>
              <a:gd name="T6" fmla="*/ 16 w 22"/>
              <a:gd name="T7" fmla="*/ 49 h 55"/>
              <a:gd name="T8" fmla="*/ 21 w 22"/>
              <a:gd name="T9" fmla="*/ 38 h 55"/>
              <a:gd name="T10" fmla="*/ 21 w 22"/>
              <a:gd name="T11" fmla="*/ 30 h 55"/>
              <a:gd name="T12" fmla="*/ 5 w 22"/>
              <a:gd name="T13" fmla="*/ 0 h 55"/>
              <a:gd name="T14" fmla="*/ 4 w 22"/>
              <a:gd name="T15" fmla="*/ 2 h 55"/>
              <a:gd name="T16" fmla="*/ 0 w 22"/>
              <a:gd name="T17" fmla="*/ 19 h 55"/>
              <a:gd name="T18" fmla="*/ 2 w 22"/>
              <a:gd name="T19" fmla="*/ 41 h 55"/>
              <a:gd name="T20" fmla="*/ 4 w 22"/>
              <a:gd name="T21" fmla="*/ 49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2" h="55">
                <a:moveTo>
                  <a:pt x="4" y="49"/>
                </a:moveTo>
                <a:lnTo>
                  <a:pt x="7" y="53"/>
                </a:lnTo>
                <a:lnTo>
                  <a:pt x="11" y="54"/>
                </a:lnTo>
                <a:lnTo>
                  <a:pt x="16" y="49"/>
                </a:lnTo>
                <a:lnTo>
                  <a:pt x="21" y="38"/>
                </a:lnTo>
                <a:lnTo>
                  <a:pt x="21" y="30"/>
                </a:lnTo>
                <a:lnTo>
                  <a:pt x="5" y="0"/>
                </a:lnTo>
                <a:lnTo>
                  <a:pt x="4" y="2"/>
                </a:lnTo>
                <a:lnTo>
                  <a:pt x="0" y="19"/>
                </a:lnTo>
                <a:lnTo>
                  <a:pt x="2" y="41"/>
                </a:lnTo>
                <a:lnTo>
                  <a:pt x="4" y="4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8" name="Freeform 23">
            <a:extLst>
              <a:ext uri="{FF2B5EF4-FFF2-40B4-BE49-F238E27FC236}">
                <a16:creationId xmlns:a16="http://schemas.microsoft.com/office/drawing/2014/main" xmlns="" id="{EE08868E-E0EB-4E1B-9F0C-E08841181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4301" y="2661564"/>
            <a:ext cx="30259" cy="14240"/>
          </a:xfrm>
          <a:custGeom>
            <a:avLst/>
            <a:gdLst>
              <a:gd name="T0" fmla="*/ 6 w 73"/>
              <a:gd name="T1" fmla="*/ 6 h 37"/>
              <a:gd name="T2" fmla="*/ 8 w 73"/>
              <a:gd name="T3" fmla="*/ 8 h 37"/>
              <a:gd name="T4" fmla="*/ 12 w 73"/>
              <a:gd name="T5" fmla="*/ 15 h 37"/>
              <a:gd name="T6" fmla="*/ 19 w 73"/>
              <a:gd name="T7" fmla="*/ 30 h 37"/>
              <a:gd name="T8" fmla="*/ 25 w 73"/>
              <a:gd name="T9" fmla="*/ 34 h 37"/>
              <a:gd name="T10" fmla="*/ 36 w 73"/>
              <a:gd name="T11" fmla="*/ 36 h 37"/>
              <a:gd name="T12" fmla="*/ 72 w 73"/>
              <a:gd name="T13" fmla="*/ 28 h 37"/>
              <a:gd name="T14" fmla="*/ 1 w 73"/>
              <a:gd name="T15" fmla="*/ 0 h 37"/>
              <a:gd name="T16" fmla="*/ 0 w 73"/>
              <a:gd name="T17" fmla="*/ 2 h 37"/>
              <a:gd name="T18" fmla="*/ 6 w 73"/>
              <a:gd name="T19" fmla="*/ 6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3" h="37">
                <a:moveTo>
                  <a:pt x="6" y="6"/>
                </a:moveTo>
                <a:cubicBezTo>
                  <a:pt x="7" y="6"/>
                  <a:pt x="8" y="7"/>
                  <a:pt x="8" y="8"/>
                </a:cubicBezTo>
                <a:lnTo>
                  <a:pt x="12" y="15"/>
                </a:lnTo>
                <a:lnTo>
                  <a:pt x="19" y="30"/>
                </a:lnTo>
                <a:lnTo>
                  <a:pt x="25" y="34"/>
                </a:lnTo>
                <a:lnTo>
                  <a:pt x="36" y="36"/>
                </a:lnTo>
                <a:lnTo>
                  <a:pt x="72" y="28"/>
                </a:lnTo>
                <a:lnTo>
                  <a:pt x="1" y="0"/>
                </a:lnTo>
                <a:lnTo>
                  <a:pt x="0" y="2"/>
                </a:lnTo>
                <a:lnTo>
                  <a:pt x="6" y="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99" name="Freeform 24">
            <a:extLst>
              <a:ext uri="{FF2B5EF4-FFF2-40B4-BE49-F238E27FC236}">
                <a16:creationId xmlns:a16="http://schemas.microsoft.com/office/drawing/2014/main" xmlns="" id="{7DA53853-3F95-4FE3-B171-81D788153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49" y="2812861"/>
            <a:ext cx="35599" cy="30259"/>
          </a:xfrm>
          <a:custGeom>
            <a:avLst/>
            <a:gdLst>
              <a:gd name="T0" fmla="*/ 5 w 88"/>
              <a:gd name="T1" fmla="*/ 39 h 75"/>
              <a:gd name="T2" fmla="*/ 7 w 88"/>
              <a:gd name="T3" fmla="*/ 53 h 75"/>
              <a:gd name="T4" fmla="*/ 14 w 88"/>
              <a:gd name="T5" fmla="*/ 59 h 75"/>
              <a:gd name="T6" fmla="*/ 75 w 88"/>
              <a:gd name="T7" fmla="*/ 67 h 75"/>
              <a:gd name="T8" fmla="*/ 78 w 88"/>
              <a:gd name="T9" fmla="*/ 68 h 75"/>
              <a:gd name="T10" fmla="*/ 87 w 88"/>
              <a:gd name="T11" fmla="*/ 74 h 75"/>
              <a:gd name="T12" fmla="*/ 81 w 88"/>
              <a:gd name="T13" fmla="*/ 36 h 75"/>
              <a:gd name="T14" fmla="*/ 81 w 88"/>
              <a:gd name="T15" fmla="*/ 34 h 75"/>
              <a:gd name="T16" fmla="*/ 83 w 88"/>
              <a:gd name="T17" fmla="*/ 0 h 75"/>
              <a:gd name="T18" fmla="*/ 74 w 88"/>
              <a:gd name="T19" fmla="*/ 0 h 75"/>
              <a:gd name="T20" fmla="*/ 69 w 88"/>
              <a:gd name="T21" fmla="*/ 4 h 75"/>
              <a:gd name="T22" fmla="*/ 62 w 88"/>
              <a:gd name="T23" fmla="*/ 16 h 75"/>
              <a:gd name="T24" fmla="*/ 57 w 88"/>
              <a:gd name="T25" fmla="*/ 39 h 75"/>
              <a:gd name="T26" fmla="*/ 55 w 88"/>
              <a:gd name="T27" fmla="*/ 42 h 75"/>
              <a:gd name="T28" fmla="*/ 52 w 88"/>
              <a:gd name="T29" fmla="*/ 45 h 75"/>
              <a:gd name="T30" fmla="*/ 44 w 88"/>
              <a:gd name="T31" fmla="*/ 48 h 75"/>
              <a:gd name="T32" fmla="*/ 39 w 88"/>
              <a:gd name="T33" fmla="*/ 47 h 75"/>
              <a:gd name="T34" fmla="*/ 32 w 88"/>
              <a:gd name="T35" fmla="*/ 39 h 75"/>
              <a:gd name="T36" fmla="*/ 32 w 88"/>
              <a:gd name="T37" fmla="*/ 32 h 75"/>
              <a:gd name="T38" fmla="*/ 33 w 88"/>
              <a:gd name="T39" fmla="*/ 23 h 75"/>
              <a:gd name="T40" fmla="*/ 33 w 88"/>
              <a:gd name="T41" fmla="*/ 22 h 75"/>
              <a:gd name="T42" fmla="*/ 28 w 88"/>
              <a:gd name="T43" fmla="*/ 24 h 75"/>
              <a:gd name="T44" fmla="*/ 21 w 88"/>
              <a:gd name="T45" fmla="*/ 23 h 75"/>
              <a:gd name="T46" fmla="*/ 16 w 88"/>
              <a:gd name="T47" fmla="*/ 19 h 75"/>
              <a:gd name="T48" fmla="*/ 13 w 88"/>
              <a:gd name="T49" fmla="*/ 16 h 75"/>
              <a:gd name="T50" fmla="*/ 8 w 88"/>
              <a:gd name="T51" fmla="*/ 7 h 75"/>
              <a:gd name="T52" fmla="*/ 7 w 88"/>
              <a:gd name="T53" fmla="*/ 8 h 75"/>
              <a:gd name="T54" fmla="*/ 2 w 88"/>
              <a:gd name="T55" fmla="*/ 15 h 75"/>
              <a:gd name="T56" fmla="*/ 0 w 88"/>
              <a:gd name="T57" fmla="*/ 25 h 75"/>
              <a:gd name="T58" fmla="*/ 5 w 88"/>
              <a:gd name="T59" fmla="*/ 37 h 75"/>
              <a:gd name="T60" fmla="*/ 5 w 88"/>
              <a:gd name="T61" fmla="*/ 39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8" h="75">
                <a:moveTo>
                  <a:pt x="5" y="39"/>
                </a:moveTo>
                <a:lnTo>
                  <a:pt x="7" y="53"/>
                </a:lnTo>
                <a:lnTo>
                  <a:pt x="14" y="59"/>
                </a:lnTo>
                <a:lnTo>
                  <a:pt x="75" y="67"/>
                </a:lnTo>
                <a:cubicBezTo>
                  <a:pt x="76" y="67"/>
                  <a:pt x="77" y="67"/>
                  <a:pt x="78" y="68"/>
                </a:cubicBezTo>
                <a:lnTo>
                  <a:pt x="87" y="74"/>
                </a:lnTo>
                <a:lnTo>
                  <a:pt x="81" y="36"/>
                </a:lnTo>
                <a:cubicBezTo>
                  <a:pt x="81" y="36"/>
                  <a:pt x="80" y="35"/>
                  <a:pt x="81" y="34"/>
                </a:cubicBezTo>
                <a:lnTo>
                  <a:pt x="83" y="0"/>
                </a:lnTo>
                <a:lnTo>
                  <a:pt x="74" y="0"/>
                </a:lnTo>
                <a:lnTo>
                  <a:pt x="69" y="4"/>
                </a:lnTo>
                <a:lnTo>
                  <a:pt x="62" y="16"/>
                </a:lnTo>
                <a:lnTo>
                  <a:pt x="57" y="39"/>
                </a:lnTo>
                <a:cubicBezTo>
                  <a:pt x="57" y="40"/>
                  <a:pt x="56" y="41"/>
                  <a:pt x="55" y="42"/>
                </a:cubicBezTo>
                <a:lnTo>
                  <a:pt x="52" y="45"/>
                </a:lnTo>
                <a:cubicBezTo>
                  <a:pt x="50" y="47"/>
                  <a:pt x="47" y="49"/>
                  <a:pt x="44" y="48"/>
                </a:cubicBezTo>
                <a:lnTo>
                  <a:pt x="39" y="47"/>
                </a:lnTo>
                <a:cubicBezTo>
                  <a:pt x="35" y="46"/>
                  <a:pt x="32" y="43"/>
                  <a:pt x="32" y="39"/>
                </a:cubicBezTo>
                <a:lnTo>
                  <a:pt x="32" y="32"/>
                </a:lnTo>
                <a:lnTo>
                  <a:pt x="33" y="23"/>
                </a:lnTo>
                <a:lnTo>
                  <a:pt x="33" y="22"/>
                </a:lnTo>
                <a:lnTo>
                  <a:pt x="28" y="24"/>
                </a:lnTo>
                <a:cubicBezTo>
                  <a:pt x="26" y="25"/>
                  <a:pt x="23" y="25"/>
                  <a:pt x="21" y="23"/>
                </a:cubicBezTo>
                <a:lnTo>
                  <a:pt x="16" y="19"/>
                </a:lnTo>
                <a:cubicBezTo>
                  <a:pt x="15" y="19"/>
                  <a:pt x="14" y="18"/>
                  <a:pt x="13" y="16"/>
                </a:cubicBezTo>
                <a:lnTo>
                  <a:pt x="8" y="7"/>
                </a:lnTo>
                <a:lnTo>
                  <a:pt x="7" y="8"/>
                </a:lnTo>
                <a:lnTo>
                  <a:pt x="2" y="15"/>
                </a:lnTo>
                <a:lnTo>
                  <a:pt x="0" y="25"/>
                </a:lnTo>
                <a:lnTo>
                  <a:pt x="5" y="37"/>
                </a:lnTo>
                <a:cubicBezTo>
                  <a:pt x="5" y="38"/>
                  <a:pt x="5" y="38"/>
                  <a:pt x="5" y="39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0" name="Freeform 25">
            <a:extLst>
              <a:ext uri="{FF2B5EF4-FFF2-40B4-BE49-F238E27FC236}">
                <a16:creationId xmlns:a16="http://schemas.microsoft.com/office/drawing/2014/main" xmlns="" id="{9C288D69-52F5-42BF-A178-BAAC88CC3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082" y="2775481"/>
            <a:ext cx="17800" cy="35599"/>
          </a:xfrm>
          <a:custGeom>
            <a:avLst/>
            <a:gdLst>
              <a:gd name="T0" fmla="*/ 40 w 46"/>
              <a:gd name="T1" fmla="*/ 8 h 87"/>
              <a:gd name="T2" fmla="*/ 41 w 46"/>
              <a:gd name="T3" fmla="*/ 5 h 87"/>
              <a:gd name="T4" fmla="*/ 44 w 46"/>
              <a:gd name="T5" fmla="*/ 1 h 87"/>
              <a:gd name="T6" fmla="*/ 45 w 46"/>
              <a:gd name="T7" fmla="*/ 0 h 87"/>
              <a:gd name="T8" fmla="*/ 17 w 46"/>
              <a:gd name="T9" fmla="*/ 4 h 87"/>
              <a:gd name="T10" fmla="*/ 13 w 46"/>
              <a:gd name="T11" fmla="*/ 6 h 87"/>
              <a:gd name="T12" fmla="*/ 11 w 46"/>
              <a:gd name="T13" fmla="*/ 8 h 87"/>
              <a:gd name="T14" fmla="*/ 8 w 46"/>
              <a:gd name="T15" fmla="*/ 26 h 87"/>
              <a:gd name="T16" fmla="*/ 1 w 46"/>
              <a:gd name="T17" fmla="*/ 44 h 87"/>
              <a:gd name="T18" fmla="*/ 0 w 46"/>
              <a:gd name="T19" fmla="*/ 56 h 87"/>
              <a:gd name="T20" fmla="*/ 2 w 46"/>
              <a:gd name="T21" fmla="*/ 75 h 87"/>
              <a:gd name="T22" fmla="*/ 7 w 46"/>
              <a:gd name="T23" fmla="*/ 82 h 87"/>
              <a:gd name="T24" fmla="*/ 17 w 46"/>
              <a:gd name="T25" fmla="*/ 86 h 87"/>
              <a:gd name="T26" fmla="*/ 31 w 46"/>
              <a:gd name="T27" fmla="*/ 79 h 87"/>
              <a:gd name="T28" fmla="*/ 41 w 46"/>
              <a:gd name="T29" fmla="*/ 70 h 87"/>
              <a:gd name="T30" fmla="*/ 44 w 46"/>
              <a:gd name="T31" fmla="*/ 56 h 87"/>
              <a:gd name="T32" fmla="*/ 40 w 46"/>
              <a:gd name="T33" fmla="*/ 37 h 87"/>
              <a:gd name="T34" fmla="*/ 37 w 46"/>
              <a:gd name="T35" fmla="*/ 21 h 87"/>
              <a:gd name="T36" fmla="*/ 38 w 46"/>
              <a:gd name="T37" fmla="*/ 14 h 87"/>
              <a:gd name="T38" fmla="*/ 40 w 46"/>
              <a:gd name="T39" fmla="*/ 8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6" h="87">
                <a:moveTo>
                  <a:pt x="40" y="8"/>
                </a:moveTo>
                <a:cubicBezTo>
                  <a:pt x="40" y="7"/>
                  <a:pt x="40" y="6"/>
                  <a:pt x="41" y="5"/>
                </a:cubicBezTo>
                <a:lnTo>
                  <a:pt x="44" y="1"/>
                </a:lnTo>
                <a:cubicBezTo>
                  <a:pt x="44" y="1"/>
                  <a:pt x="45" y="1"/>
                  <a:pt x="45" y="0"/>
                </a:cubicBezTo>
                <a:lnTo>
                  <a:pt x="17" y="4"/>
                </a:lnTo>
                <a:lnTo>
                  <a:pt x="13" y="6"/>
                </a:lnTo>
                <a:lnTo>
                  <a:pt x="11" y="8"/>
                </a:lnTo>
                <a:lnTo>
                  <a:pt x="8" y="26"/>
                </a:lnTo>
                <a:lnTo>
                  <a:pt x="1" y="44"/>
                </a:lnTo>
                <a:lnTo>
                  <a:pt x="0" y="56"/>
                </a:lnTo>
                <a:lnTo>
                  <a:pt x="2" y="75"/>
                </a:lnTo>
                <a:lnTo>
                  <a:pt x="7" y="82"/>
                </a:lnTo>
                <a:lnTo>
                  <a:pt x="17" y="86"/>
                </a:lnTo>
                <a:lnTo>
                  <a:pt x="31" y="79"/>
                </a:lnTo>
                <a:lnTo>
                  <a:pt x="41" y="70"/>
                </a:lnTo>
                <a:lnTo>
                  <a:pt x="44" y="56"/>
                </a:lnTo>
                <a:lnTo>
                  <a:pt x="40" y="37"/>
                </a:lnTo>
                <a:lnTo>
                  <a:pt x="37" y="21"/>
                </a:lnTo>
                <a:lnTo>
                  <a:pt x="38" y="14"/>
                </a:lnTo>
                <a:lnTo>
                  <a:pt x="40" y="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1" name="Freeform 26">
            <a:extLst>
              <a:ext uri="{FF2B5EF4-FFF2-40B4-BE49-F238E27FC236}">
                <a16:creationId xmlns:a16="http://schemas.microsoft.com/office/drawing/2014/main" xmlns="" id="{82751242-C8E6-40ED-A96F-6839BD78F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000" y="2674024"/>
            <a:ext cx="46279" cy="40939"/>
          </a:xfrm>
          <a:custGeom>
            <a:avLst/>
            <a:gdLst>
              <a:gd name="T0" fmla="*/ 17 w 114"/>
              <a:gd name="T1" fmla="*/ 9 h 100"/>
              <a:gd name="T2" fmla="*/ 12 w 114"/>
              <a:gd name="T3" fmla="*/ 17 h 100"/>
              <a:gd name="T4" fmla="*/ 3 w 114"/>
              <a:gd name="T5" fmla="*/ 25 h 100"/>
              <a:gd name="T6" fmla="*/ 0 w 114"/>
              <a:gd name="T7" fmla="*/ 30 h 100"/>
              <a:gd name="T8" fmla="*/ 0 w 114"/>
              <a:gd name="T9" fmla="*/ 37 h 100"/>
              <a:gd name="T10" fmla="*/ 9 w 114"/>
              <a:gd name="T11" fmla="*/ 64 h 100"/>
              <a:gd name="T12" fmla="*/ 12 w 114"/>
              <a:gd name="T13" fmla="*/ 68 h 100"/>
              <a:gd name="T14" fmla="*/ 17 w 114"/>
              <a:gd name="T15" fmla="*/ 71 h 100"/>
              <a:gd name="T16" fmla="*/ 45 w 114"/>
              <a:gd name="T17" fmla="*/ 66 h 100"/>
              <a:gd name="T18" fmla="*/ 51 w 114"/>
              <a:gd name="T19" fmla="*/ 67 h 100"/>
              <a:gd name="T20" fmla="*/ 56 w 114"/>
              <a:gd name="T21" fmla="*/ 71 h 100"/>
              <a:gd name="T22" fmla="*/ 58 w 114"/>
              <a:gd name="T23" fmla="*/ 73 h 100"/>
              <a:gd name="T24" fmla="*/ 75 w 114"/>
              <a:gd name="T25" fmla="*/ 97 h 100"/>
              <a:gd name="T26" fmla="*/ 79 w 114"/>
              <a:gd name="T27" fmla="*/ 99 h 100"/>
              <a:gd name="T28" fmla="*/ 102 w 114"/>
              <a:gd name="T29" fmla="*/ 91 h 100"/>
              <a:gd name="T30" fmla="*/ 105 w 114"/>
              <a:gd name="T31" fmla="*/ 80 h 100"/>
              <a:gd name="T32" fmla="*/ 107 w 114"/>
              <a:gd name="T33" fmla="*/ 77 h 100"/>
              <a:gd name="T34" fmla="*/ 110 w 114"/>
              <a:gd name="T35" fmla="*/ 74 h 100"/>
              <a:gd name="T36" fmla="*/ 113 w 114"/>
              <a:gd name="T37" fmla="*/ 72 h 100"/>
              <a:gd name="T38" fmla="*/ 82 w 114"/>
              <a:gd name="T39" fmla="*/ 44 h 100"/>
              <a:gd name="T40" fmla="*/ 51 w 114"/>
              <a:gd name="T41" fmla="*/ 5 h 100"/>
              <a:gd name="T42" fmla="*/ 44 w 114"/>
              <a:gd name="T43" fmla="*/ 1 h 100"/>
              <a:gd name="T44" fmla="*/ 38 w 114"/>
              <a:gd name="T45" fmla="*/ 0 h 100"/>
              <a:gd name="T46" fmla="*/ 21 w 114"/>
              <a:gd name="T47" fmla="*/ 3 h 100"/>
              <a:gd name="T48" fmla="*/ 18 w 114"/>
              <a:gd name="T49" fmla="*/ 3 h 100"/>
              <a:gd name="T50" fmla="*/ 17 w 114"/>
              <a:gd name="T51" fmla="*/ 9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4" h="100">
                <a:moveTo>
                  <a:pt x="17" y="9"/>
                </a:moveTo>
                <a:lnTo>
                  <a:pt x="12" y="17"/>
                </a:lnTo>
                <a:lnTo>
                  <a:pt x="3" y="25"/>
                </a:lnTo>
                <a:lnTo>
                  <a:pt x="0" y="30"/>
                </a:lnTo>
                <a:lnTo>
                  <a:pt x="0" y="37"/>
                </a:lnTo>
                <a:lnTo>
                  <a:pt x="9" y="64"/>
                </a:lnTo>
                <a:lnTo>
                  <a:pt x="12" y="68"/>
                </a:lnTo>
                <a:lnTo>
                  <a:pt x="17" y="71"/>
                </a:lnTo>
                <a:lnTo>
                  <a:pt x="45" y="66"/>
                </a:lnTo>
                <a:cubicBezTo>
                  <a:pt x="47" y="65"/>
                  <a:pt x="49" y="66"/>
                  <a:pt x="51" y="67"/>
                </a:cubicBezTo>
                <a:lnTo>
                  <a:pt x="56" y="71"/>
                </a:lnTo>
                <a:cubicBezTo>
                  <a:pt x="57" y="72"/>
                  <a:pt x="58" y="72"/>
                  <a:pt x="58" y="73"/>
                </a:cubicBezTo>
                <a:lnTo>
                  <a:pt x="75" y="97"/>
                </a:lnTo>
                <a:lnTo>
                  <a:pt x="79" y="99"/>
                </a:lnTo>
                <a:lnTo>
                  <a:pt x="102" y="91"/>
                </a:lnTo>
                <a:lnTo>
                  <a:pt x="105" y="80"/>
                </a:lnTo>
                <a:cubicBezTo>
                  <a:pt x="105" y="79"/>
                  <a:pt x="106" y="78"/>
                  <a:pt x="107" y="77"/>
                </a:cubicBezTo>
                <a:lnTo>
                  <a:pt x="110" y="74"/>
                </a:lnTo>
                <a:cubicBezTo>
                  <a:pt x="111" y="73"/>
                  <a:pt x="112" y="72"/>
                  <a:pt x="113" y="72"/>
                </a:cubicBezTo>
                <a:lnTo>
                  <a:pt x="82" y="44"/>
                </a:lnTo>
                <a:lnTo>
                  <a:pt x="51" y="5"/>
                </a:lnTo>
                <a:lnTo>
                  <a:pt x="44" y="1"/>
                </a:lnTo>
                <a:lnTo>
                  <a:pt x="38" y="0"/>
                </a:lnTo>
                <a:lnTo>
                  <a:pt x="21" y="3"/>
                </a:lnTo>
                <a:cubicBezTo>
                  <a:pt x="20" y="4"/>
                  <a:pt x="19" y="4"/>
                  <a:pt x="18" y="3"/>
                </a:cubicBezTo>
                <a:cubicBezTo>
                  <a:pt x="18" y="5"/>
                  <a:pt x="18" y="7"/>
                  <a:pt x="17" y="9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2" name="Freeform 27">
            <a:extLst>
              <a:ext uri="{FF2B5EF4-FFF2-40B4-BE49-F238E27FC236}">
                <a16:creationId xmlns:a16="http://schemas.microsoft.com/office/drawing/2014/main" xmlns="" id="{C80C5978-D763-4DCA-80C7-70FFCA06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32" y="2987297"/>
            <a:ext cx="8900" cy="1779"/>
          </a:xfrm>
          <a:custGeom>
            <a:avLst/>
            <a:gdLst>
              <a:gd name="T0" fmla="*/ 1 w 20"/>
              <a:gd name="T1" fmla="*/ 4 h 6"/>
              <a:gd name="T2" fmla="*/ 2 w 20"/>
              <a:gd name="T3" fmla="*/ 5 h 6"/>
              <a:gd name="T4" fmla="*/ 19 w 20"/>
              <a:gd name="T5" fmla="*/ 2 h 6"/>
              <a:gd name="T6" fmla="*/ 0 w 20"/>
              <a:gd name="T7" fmla="*/ 0 h 6"/>
              <a:gd name="T8" fmla="*/ 1 w 20"/>
              <a:gd name="T9" fmla="*/ 4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" h="6">
                <a:moveTo>
                  <a:pt x="1" y="4"/>
                </a:moveTo>
                <a:lnTo>
                  <a:pt x="2" y="5"/>
                </a:lnTo>
                <a:lnTo>
                  <a:pt x="19" y="2"/>
                </a:lnTo>
                <a:lnTo>
                  <a:pt x="0" y="0"/>
                </a:lnTo>
                <a:lnTo>
                  <a:pt x="1" y="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3" name="Freeform 28">
            <a:extLst>
              <a:ext uri="{FF2B5EF4-FFF2-40B4-BE49-F238E27FC236}">
                <a16:creationId xmlns:a16="http://schemas.microsoft.com/office/drawing/2014/main" xmlns="" id="{B0CCE718-D078-4F45-B8D3-2D3995B87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672" y="3126134"/>
            <a:ext cx="3560" cy="8899"/>
          </a:xfrm>
          <a:custGeom>
            <a:avLst/>
            <a:gdLst>
              <a:gd name="T0" fmla="*/ 1 w 10"/>
              <a:gd name="T1" fmla="*/ 7 h 20"/>
              <a:gd name="T2" fmla="*/ 9 w 10"/>
              <a:gd name="T3" fmla="*/ 19 h 20"/>
              <a:gd name="T4" fmla="*/ 0 w 10"/>
              <a:gd name="T5" fmla="*/ 0 h 20"/>
              <a:gd name="T6" fmla="*/ 1 w 10"/>
              <a:gd name="T7" fmla="*/ 7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" h="20">
                <a:moveTo>
                  <a:pt x="1" y="7"/>
                </a:moveTo>
                <a:lnTo>
                  <a:pt x="9" y="19"/>
                </a:lnTo>
                <a:lnTo>
                  <a:pt x="0" y="0"/>
                </a:lnTo>
                <a:lnTo>
                  <a:pt x="1" y="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4" name="Freeform 29">
            <a:extLst>
              <a:ext uri="{FF2B5EF4-FFF2-40B4-BE49-F238E27FC236}">
                <a16:creationId xmlns:a16="http://schemas.microsoft.com/office/drawing/2014/main" xmlns="" id="{F8E3E0BB-B8DE-4C4E-A70B-13CF5FD62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7951" y="2887619"/>
            <a:ext cx="10680" cy="19579"/>
          </a:xfrm>
          <a:custGeom>
            <a:avLst/>
            <a:gdLst>
              <a:gd name="T0" fmla="*/ 13 w 27"/>
              <a:gd name="T1" fmla="*/ 15 h 50"/>
              <a:gd name="T2" fmla="*/ 4 w 27"/>
              <a:gd name="T3" fmla="*/ 0 h 50"/>
              <a:gd name="T4" fmla="*/ 4 w 27"/>
              <a:gd name="T5" fmla="*/ 1 h 50"/>
              <a:gd name="T6" fmla="*/ 2 w 27"/>
              <a:gd name="T7" fmla="*/ 10 h 50"/>
              <a:gd name="T8" fmla="*/ 0 w 27"/>
              <a:gd name="T9" fmla="*/ 15 h 50"/>
              <a:gd name="T10" fmla="*/ 4 w 27"/>
              <a:gd name="T11" fmla="*/ 29 h 50"/>
              <a:gd name="T12" fmla="*/ 8 w 27"/>
              <a:gd name="T13" fmla="*/ 36 h 50"/>
              <a:gd name="T14" fmla="*/ 26 w 27"/>
              <a:gd name="T15" fmla="*/ 49 h 50"/>
              <a:gd name="T16" fmla="*/ 13 w 27"/>
              <a:gd name="T17" fmla="*/ 1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" h="50">
                <a:moveTo>
                  <a:pt x="13" y="15"/>
                </a:moveTo>
                <a:lnTo>
                  <a:pt x="4" y="0"/>
                </a:lnTo>
                <a:lnTo>
                  <a:pt x="4" y="1"/>
                </a:lnTo>
                <a:lnTo>
                  <a:pt x="2" y="10"/>
                </a:lnTo>
                <a:lnTo>
                  <a:pt x="0" y="15"/>
                </a:lnTo>
                <a:lnTo>
                  <a:pt x="4" y="29"/>
                </a:lnTo>
                <a:lnTo>
                  <a:pt x="8" y="36"/>
                </a:lnTo>
                <a:lnTo>
                  <a:pt x="26" y="49"/>
                </a:lnTo>
                <a:lnTo>
                  <a:pt x="13" y="1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5" name="Freeform 30">
            <a:extLst>
              <a:ext uri="{FF2B5EF4-FFF2-40B4-BE49-F238E27FC236}">
                <a16:creationId xmlns:a16="http://schemas.microsoft.com/office/drawing/2014/main" xmlns="" id="{23A02CDD-9535-42BD-8214-776BABB4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063" y="2656224"/>
            <a:ext cx="48058" cy="62298"/>
          </a:xfrm>
          <a:custGeom>
            <a:avLst/>
            <a:gdLst>
              <a:gd name="T0" fmla="*/ 3 w 119"/>
              <a:gd name="T1" fmla="*/ 126 h 155"/>
              <a:gd name="T2" fmla="*/ 6 w 119"/>
              <a:gd name="T3" fmla="*/ 134 h 155"/>
              <a:gd name="T4" fmla="*/ 10 w 119"/>
              <a:gd name="T5" fmla="*/ 138 h 155"/>
              <a:gd name="T6" fmla="*/ 12 w 119"/>
              <a:gd name="T7" fmla="*/ 139 h 155"/>
              <a:gd name="T8" fmla="*/ 16 w 119"/>
              <a:gd name="T9" fmla="*/ 139 h 155"/>
              <a:gd name="T10" fmla="*/ 20 w 119"/>
              <a:gd name="T11" fmla="*/ 140 h 155"/>
              <a:gd name="T12" fmla="*/ 24 w 119"/>
              <a:gd name="T13" fmla="*/ 142 h 155"/>
              <a:gd name="T14" fmla="*/ 23 w 119"/>
              <a:gd name="T15" fmla="*/ 135 h 155"/>
              <a:gd name="T16" fmla="*/ 26 w 119"/>
              <a:gd name="T17" fmla="*/ 129 h 155"/>
              <a:gd name="T18" fmla="*/ 31 w 119"/>
              <a:gd name="T19" fmla="*/ 127 h 155"/>
              <a:gd name="T20" fmla="*/ 37 w 119"/>
              <a:gd name="T21" fmla="*/ 127 h 155"/>
              <a:gd name="T22" fmla="*/ 36 w 119"/>
              <a:gd name="T23" fmla="*/ 122 h 155"/>
              <a:gd name="T24" fmla="*/ 36 w 119"/>
              <a:gd name="T25" fmla="*/ 120 h 155"/>
              <a:gd name="T26" fmla="*/ 38 w 119"/>
              <a:gd name="T27" fmla="*/ 110 h 155"/>
              <a:gd name="T28" fmla="*/ 40 w 119"/>
              <a:gd name="T29" fmla="*/ 106 h 155"/>
              <a:gd name="T30" fmla="*/ 43 w 119"/>
              <a:gd name="T31" fmla="*/ 102 h 155"/>
              <a:gd name="T32" fmla="*/ 49 w 119"/>
              <a:gd name="T33" fmla="*/ 99 h 155"/>
              <a:gd name="T34" fmla="*/ 54 w 119"/>
              <a:gd name="T35" fmla="*/ 100 h 155"/>
              <a:gd name="T36" fmla="*/ 59 w 119"/>
              <a:gd name="T37" fmla="*/ 103 h 155"/>
              <a:gd name="T38" fmla="*/ 62 w 119"/>
              <a:gd name="T39" fmla="*/ 107 h 155"/>
              <a:gd name="T40" fmla="*/ 65 w 119"/>
              <a:gd name="T41" fmla="*/ 115 h 155"/>
              <a:gd name="T42" fmla="*/ 65 w 119"/>
              <a:gd name="T43" fmla="*/ 118 h 155"/>
              <a:gd name="T44" fmla="*/ 65 w 119"/>
              <a:gd name="T45" fmla="*/ 127 h 155"/>
              <a:gd name="T46" fmla="*/ 63 w 119"/>
              <a:gd name="T47" fmla="*/ 154 h 155"/>
              <a:gd name="T48" fmla="*/ 65 w 119"/>
              <a:gd name="T49" fmla="*/ 153 h 155"/>
              <a:gd name="T50" fmla="*/ 69 w 119"/>
              <a:gd name="T51" fmla="*/ 151 h 155"/>
              <a:gd name="T52" fmla="*/ 72 w 119"/>
              <a:gd name="T53" fmla="*/ 141 h 155"/>
              <a:gd name="T54" fmla="*/ 75 w 119"/>
              <a:gd name="T55" fmla="*/ 137 h 155"/>
              <a:gd name="T56" fmla="*/ 79 w 119"/>
              <a:gd name="T57" fmla="*/ 135 h 155"/>
              <a:gd name="T58" fmla="*/ 88 w 119"/>
              <a:gd name="T59" fmla="*/ 134 h 155"/>
              <a:gd name="T60" fmla="*/ 93 w 119"/>
              <a:gd name="T61" fmla="*/ 138 h 155"/>
              <a:gd name="T62" fmla="*/ 103 w 119"/>
              <a:gd name="T63" fmla="*/ 147 h 155"/>
              <a:gd name="T64" fmla="*/ 105 w 119"/>
              <a:gd name="T65" fmla="*/ 146 h 155"/>
              <a:gd name="T66" fmla="*/ 108 w 119"/>
              <a:gd name="T67" fmla="*/ 142 h 155"/>
              <a:gd name="T68" fmla="*/ 109 w 119"/>
              <a:gd name="T69" fmla="*/ 136 h 155"/>
              <a:gd name="T70" fmla="*/ 108 w 119"/>
              <a:gd name="T71" fmla="*/ 124 h 155"/>
              <a:gd name="T72" fmla="*/ 107 w 119"/>
              <a:gd name="T73" fmla="*/ 124 h 155"/>
              <a:gd name="T74" fmla="*/ 101 w 119"/>
              <a:gd name="T75" fmla="*/ 103 h 155"/>
              <a:gd name="T76" fmla="*/ 101 w 119"/>
              <a:gd name="T77" fmla="*/ 101 h 155"/>
              <a:gd name="T78" fmla="*/ 104 w 119"/>
              <a:gd name="T79" fmla="*/ 76 h 155"/>
              <a:gd name="T80" fmla="*/ 107 w 119"/>
              <a:gd name="T81" fmla="*/ 65 h 155"/>
              <a:gd name="T82" fmla="*/ 113 w 119"/>
              <a:gd name="T83" fmla="*/ 48 h 155"/>
              <a:gd name="T84" fmla="*/ 118 w 119"/>
              <a:gd name="T85" fmla="*/ 28 h 155"/>
              <a:gd name="T86" fmla="*/ 118 w 119"/>
              <a:gd name="T87" fmla="*/ 18 h 155"/>
              <a:gd name="T88" fmla="*/ 114 w 119"/>
              <a:gd name="T89" fmla="*/ 11 h 155"/>
              <a:gd name="T90" fmla="*/ 107 w 119"/>
              <a:gd name="T91" fmla="*/ 5 h 155"/>
              <a:gd name="T92" fmla="*/ 96 w 119"/>
              <a:gd name="T93" fmla="*/ 0 h 155"/>
              <a:gd name="T94" fmla="*/ 54 w 119"/>
              <a:gd name="T95" fmla="*/ 0 h 155"/>
              <a:gd name="T96" fmla="*/ 49 w 119"/>
              <a:gd name="T97" fmla="*/ 2 h 155"/>
              <a:gd name="T98" fmla="*/ 48 w 119"/>
              <a:gd name="T99" fmla="*/ 9 h 155"/>
              <a:gd name="T100" fmla="*/ 48 w 119"/>
              <a:gd name="T101" fmla="*/ 18 h 155"/>
              <a:gd name="T102" fmla="*/ 45 w 119"/>
              <a:gd name="T103" fmla="*/ 23 h 155"/>
              <a:gd name="T104" fmla="*/ 39 w 119"/>
              <a:gd name="T105" fmla="*/ 28 h 155"/>
              <a:gd name="T106" fmla="*/ 36 w 119"/>
              <a:gd name="T107" fmla="*/ 30 h 155"/>
              <a:gd name="T108" fmla="*/ 19 w 119"/>
              <a:gd name="T109" fmla="*/ 36 h 155"/>
              <a:gd name="T110" fmla="*/ 13 w 119"/>
              <a:gd name="T111" fmla="*/ 42 h 155"/>
              <a:gd name="T112" fmla="*/ 7 w 119"/>
              <a:gd name="T113" fmla="*/ 54 h 155"/>
              <a:gd name="T114" fmla="*/ 3 w 119"/>
              <a:gd name="T115" fmla="*/ 72 h 155"/>
              <a:gd name="T116" fmla="*/ 0 w 119"/>
              <a:gd name="T117" fmla="*/ 114 h 155"/>
              <a:gd name="T118" fmla="*/ 0 w 119"/>
              <a:gd name="T119" fmla="*/ 118 h 155"/>
              <a:gd name="T120" fmla="*/ 3 w 119"/>
              <a:gd name="T121" fmla="*/ 12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9" h="155">
                <a:moveTo>
                  <a:pt x="3" y="126"/>
                </a:moveTo>
                <a:lnTo>
                  <a:pt x="6" y="134"/>
                </a:lnTo>
                <a:lnTo>
                  <a:pt x="10" y="138"/>
                </a:lnTo>
                <a:lnTo>
                  <a:pt x="12" y="139"/>
                </a:lnTo>
                <a:lnTo>
                  <a:pt x="16" y="139"/>
                </a:lnTo>
                <a:cubicBezTo>
                  <a:pt x="17" y="139"/>
                  <a:pt x="19" y="139"/>
                  <a:pt x="20" y="140"/>
                </a:cubicBezTo>
                <a:lnTo>
                  <a:pt x="24" y="142"/>
                </a:lnTo>
                <a:lnTo>
                  <a:pt x="23" y="135"/>
                </a:lnTo>
                <a:cubicBezTo>
                  <a:pt x="23" y="133"/>
                  <a:pt x="24" y="131"/>
                  <a:pt x="26" y="129"/>
                </a:cubicBezTo>
                <a:cubicBezTo>
                  <a:pt x="27" y="128"/>
                  <a:pt x="29" y="127"/>
                  <a:pt x="31" y="127"/>
                </a:cubicBezTo>
                <a:lnTo>
                  <a:pt x="37" y="127"/>
                </a:lnTo>
                <a:lnTo>
                  <a:pt x="36" y="122"/>
                </a:lnTo>
                <a:cubicBezTo>
                  <a:pt x="36" y="121"/>
                  <a:pt x="36" y="121"/>
                  <a:pt x="36" y="120"/>
                </a:cubicBezTo>
                <a:lnTo>
                  <a:pt x="38" y="110"/>
                </a:lnTo>
                <a:cubicBezTo>
                  <a:pt x="38" y="108"/>
                  <a:pt x="39" y="107"/>
                  <a:pt x="40" y="106"/>
                </a:cubicBezTo>
                <a:lnTo>
                  <a:pt x="43" y="102"/>
                </a:lnTo>
                <a:cubicBezTo>
                  <a:pt x="45" y="100"/>
                  <a:pt x="47" y="99"/>
                  <a:pt x="49" y="99"/>
                </a:cubicBezTo>
                <a:cubicBezTo>
                  <a:pt x="51" y="99"/>
                  <a:pt x="53" y="99"/>
                  <a:pt x="54" y="100"/>
                </a:cubicBezTo>
                <a:lnTo>
                  <a:pt x="59" y="103"/>
                </a:lnTo>
                <a:cubicBezTo>
                  <a:pt x="60" y="104"/>
                  <a:pt x="61" y="106"/>
                  <a:pt x="62" y="107"/>
                </a:cubicBezTo>
                <a:lnTo>
                  <a:pt x="65" y="115"/>
                </a:lnTo>
                <a:cubicBezTo>
                  <a:pt x="65" y="116"/>
                  <a:pt x="65" y="117"/>
                  <a:pt x="65" y="118"/>
                </a:cubicBezTo>
                <a:lnTo>
                  <a:pt x="65" y="127"/>
                </a:lnTo>
                <a:lnTo>
                  <a:pt x="63" y="154"/>
                </a:lnTo>
                <a:cubicBezTo>
                  <a:pt x="64" y="153"/>
                  <a:pt x="65" y="153"/>
                  <a:pt x="65" y="153"/>
                </a:cubicBezTo>
                <a:lnTo>
                  <a:pt x="69" y="151"/>
                </a:lnTo>
                <a:lnTo>
                  <a:pt x="72" y="141"/>
                </a:lnTo>
                <a:cubicBezTo>
                  <a:pt x="73" y="140"/>
                  <a:pt x="74" y="138"/>
                  <a:pt x="75" y="137"/>
                </a:cubicBezTo>
                <a:lnTo>
                  <a:pt x="79" y="135"/>
                </a:lnTo>
                <a:cubicBezTo>
                  <a:pt x="82" y="133"/>
                  <a:pt x="85" y="133"/>
                  <a:pt x="88" y="134"/>
                </a:cubicBezTo>
                <a:lnTo>
                  <a:pt x="93" y="138"/>
                </a:lnTo>
                <a:lnTo>
                  <a:pt x="103" y="147"/>
                </a:lnTo>
                <a:lnTo>
                  <a:pt x="105" y="146"/>
                </a:lnTo>
                <a:lnTo>
                  <a:pt x="108" y="142"/>
                </a:lnTo>
                <a:lnTo>
                  <a:pt x="109" y="136"/>
                </a:lnTo>
                <a:lnTo>
                  <a:pt x="108" y="124"/>
                </a:lnTo>
                <a:cubicBezTo>
                  <a:pt x="107" y="124"/>
                  <a:pt x="107" y="124"/>
                  <a:pt x="107" y="124"/>
                </a:cubicBezTo>
                <a:lnTo>
                  <a:pt x="101" y="103"/>
                </a:lnTo>
                <a:cubicBezTo>
                  <a:pt x="101" y="102"/>
                  <a:pt x="101" y="101"/>
                  <a:pt x="101" y="101"/>
                </a:cubicBezTo>
                <a:lnTo>
                  <a:pt x="104" y="76"/>
                </a:lnTo>
                <a:lnTo>
                  <a:pt x="107" y="65"/>
                </a:lnTo>
                <a:lnTo>
                  <a:pt x="113" y="48"/>
                </a:lnTo>
                <a:lnTo>
                  <a:pt x="118" y="28"/>
                </a:lnTo>
                <a:lnTo>
                  <a:pt x="118" y="18"/>
                </a:lnTo>
                <a:lnTo>
                  <a:pt x="114" y="11"/>
                </a:lnTo>
                <a:lnTo>
                  <a:pt x="107" y="5"/>
                </a:lnTo>
                <a:lnTo>
                  <a:pt x="96" y="0"/>
                </a:lnTo>
                <a:lnTo>
                  <a:pt x="54" y="0"/>
                </a:lnTo>
                <a:lnTo>
                  <a:pt x="49" y="2"/>
                </a:lnTo>
                <a:lnTo>
                  <a:pt x="48" y="9"/>
                </a:lnTo>
                <a:lnTo>
                  <a:pt x="48" y="18"/>
                </a:lnTo>
                <a:cubicBezTo>
                  <a:pt x="47" y="20"/>
                  <a:pt x="46" y="22"/>
                  <a:pt x="45" y="23"/>
                </a:cubicBezTo>
                <a:lnTo>
                  <a:pt x="39" y="28"/>
                </a:lnTo>
                <a:cubicBezTo>
                  <a:pt x="38" y="29"/>
                  <a:pt x="37" y="29"/>
                  <a:pt x="36" y="30"/>
                </a:cubicBezTo>
                <a:lnTo>
                  <a:pt x="19" y="36"/>
                </a:lnTo>
                <a:lnTo>
                  <a:pt x="13" y="42"/>
                </a:lnTo>
                <a:lnTo>
                  <a:pt x="7" y="54"/>
                </a:lnTo>
                <a:lnTo>
                  <a:pt x="3" y="72"/>
                </a:lnTo>
                <a:lnTo>
                  <a:pt x="0" y="114"/>
                </a:lnTo>
                <a:lnTo>
                  <a:pt x="0" y="118"/>
                </a:lnTo>
                <a:lnTo>
                  <a:pt x="3" y="12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6" name="Freeform 31">
            <a:extLst>
              <a:ext uri="{FF2B5EF4-FFF2-40B4-BE49-F238E27FC236}">
                <a16:creationId xmlns:a16="http://schemas.microsoft.com/office/drawing/2014/main" xmlns="" id="{4F887F69-EDBE-4A10-8197-72E38F8E3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813" y="2686483"/>
            <a:ext cx="784964" cy="626547"/>
          </a:xfrm>
          <a:custGeom>
            <a:avLst/>
            <a:gdLst>
              <a:gd name="T0" fmla="*/ 1669 w 1943"/>
              <a:gd name="T1" fmla="*/ 85 h 1554"/>
              <a:gd name="T2" fmla="*/ 1688 w 1943"/>
              <a:gd name="T3" fmla="*/ 124 h 1554"/>
              <a:gd name="T4" fmla="*/ 1650 w 1943"/>
              <a:gd name="T5" fmla="*/ 162 h 1554"/>
              <a:gd name="T6" fmla="*/ 1671 w 1943"/>
              <a:gd name="T7" fmla="*/ 285 h 1554"/>
              <a:gd name="T8" fmla="*/ 1669 w 1943"/>
              <a:gd name="T9" fmla="*/ 378 h 1554"/>
              <a:gd name="T10" fmla="*/ 1551 w 1943"/>
              <a:gd name="T11" fmla="*/ 231 h 1554"/>
              <a:gd name="T12" fmla="*/ 1430 w 1943"/>
              <a:gd name="T13" fmla="*/ 184 h 1554"/>
              <a:gd name="T14" fmla="*/ 1418 w 1943"/>
              <a:gd name="T15" fmla="*/ 300 h 1554"/>
              <a:gd name="T16" fmla="*/ 1375 w 1943"/>
              <a:gd name="T17" fmla="*/ 291 h 1554"/>
              <a:gd name="T18" fmla="*/ 1337 w 1943"/>
              <a:gd name="T19" fmla="*/ 279 h 1554"/>
              <a:gd name="T20" fmla="*/ 1310 w 1943"/>
              <a:gd name="T21" fmla="*/ 273 h 1554"/>
              <a:gd name="T22" fmla="*/ 1223 w 1943"/>
              <a:gd name="T23" fmla="*/ 398 h 1554"/>
              <a:gd name="T24" fmla="*/ 1317 w 1943"/>
              <a:gd name="T25" fmla="*/ 575 h 1554"/>
              <a:gd name="T26" fmla="*/ 1186 w 1943"/>
              <a:gd name="T27" fmla="*/ 575 h 1554"/>
              <a:gd name="T28" fmla="*/ 1029 w 1943"/>
              <a:gd name="T29" fmla="*/ 791 h 1554"/>
              <a:gd name="T30" fmla="*/ 1107 w 1943"/>
              <a:gd name="T31" fmla="*/ 604 h 1554"/>
              <a:gd name="T32" fmla="*/ 1131 w 1943"/>
              <a:gd name="T33" fmla="*/ 509 h 1554"/>
              <a:gd name="T34" fmla="*/ 1144 w 1943"/>
              <a:gd name="T35" fmla="*/ 377 h 1554"/>
              <a:gd name="T36" fmla="*/ 1113 w 1943"/>
              <a:gd name="T37" fmla="*/ 268 h 1554"/>
              <a:gd name="T38" fmla="*/ 1031 w 1943"/>
              <a:gd name="T39" fmla="*/ 344 h 1554"/>
              <a:gd name="T40" fmla="*/ 1018 w 1943"/>
              <a:gd name="T41" fmla="*/ 465 h 1554"/>
              <a:gd name="T42" fmla="*/ 982 w 1943"/>
              <a:gd name="T43" fmla="*/ 486 h 1554"/>
              <a:gd name="T44" fmla="*/ 927 w 1943"/>
              <a:gd name="T45" fmla="*/ 614 h 1554"/>
              <a:gd name="T46" fmla="*/ 947 w 1943"/>
              <a:gd name="T47" fmla="*/ 405 h 1554"/>
              <a:gd name="T48" fmla="*/ 823 w 1943"/>
              <a:gd name="T49" fmla="*/ 339 h 1554"/>
              <a:gd name="T50" fmla="*/ 746 w 1943"/>
              <a:gd name="T51" fmla="*/ 536 h 1554"/>
              <a:gd name="T52" fmla="*/ 814 w 1943"/>
              <a:gd name="T53" fmla="*/ 562 h 1554"/>
              <a:gd name="T54" fmla="*/ 775 w 1943"/>
              <a:gd name="T55" fmla="*/ 637 h 1554"/>
              <a:gd name="T56" fmla="*/ 887 w 1943"/>
              <a:gd name="T57" fmla="*/ 784 h 1554"/>
              <a:gd name="T58" fmla="*/ 829 w 1943"/>
              <a:gd name="T59" fmla="*/ 824 h 1554"/>
              <a:gd name="T60" fmla="*/ 785 w 1943"/>
              <a:gd name="T61" fmla="*/ 781 h 1554"/>
              <a:gd name="T62" fmla="*/ 753 w 1943"/>
              <a:gd name="T63" fmla="*/ 682 h 1554"/>
              <a:gd name="T64" fmla="*/ 687 w 1943"/>
              <a:gd name="T65" fmla="*/ 580 h 1554"/>
              <a:gd name="T66" fmla="*/ 583 w 1943"/>
              <a:gd name="T67" fmla="*/ 610 h 1554"/>
              <a:gd name="T68" fmla="*/ 724 w 1943"/>
              <a:gd name="T69" fmla="*/ 715 h 1554"/>
              <a:gd name="T70" fmla="*/ 714 w 1943"/>
              <a:gd name="T71" fmla="*/ 762 h 1554"/>
              <a:gd name="T72" fmla="*/ 640 w 1943"/>
              <a:gd name="T73" fmla="*/ 788 h 1554"/>
              <a:gd name="T74" fmla="*/ 579 w 1943"/>
              <a:gd name="T75" fmla="*/ 802 h 1554"/>
              <a:gd name="T76" fmla="*/ 540 w 1943"/>
              <a:gd name="T77" fmla="*/ 668 h 1554"/>
              <a:gd name="T78" fmla="*/ 492 w 1943"/>
              <a:gd name="T79" fmla="*/ 628 h 1554"/>
              <a:gd name="T80" fmla="*/ 446 w 1943"/>
              <a:gd name="T81" fmla="*/ 752 h 1554"/>
              <a:gd name="T82" fmla="*/ 481 w 1943"/>
              <a:gd name="T83" fmla="*/ 887 h 1554"/>
              <a:gd name="T84" fmla="*/ 289 w 1943"/>
              <a:gd name="T85" fmla="*/ 1012 h 1554"/>
              <a:gd name="T86" fmla="*/ 354 w 1943"/>
              <a:gd name="T87" fmla="*/ 1062 h 1554"/>
              <a:gd name="T88" fmla="*/ 343 w 1943"/>
              <a:gd name="T89" fmla="*/ 1112 h 1554"/>
              <a:gd name="T90" fmla="*/ 361 w 1943"/>
              <a:gd name="T91" fmla="*/ 1231 h 1554"/>
              <a:gd name="T92" fmla="*/ 255 w 1943"/>
              <a:gd name="T93" fmla="*/ 1222 h 1554"/>
              <a:gd name="T94" fmla="*/ 267 w 1943"/>
              <a:gd name="T95" fmla="*/ 1303 h 1554"/>
              <a:gd name="T96" fmla="*/ 165 w 1943"/>
              <a:gd name="T97" fmla="*/ 1278 h 1554"/>
              <a:gd name="T98" fmla="*/ 171 w 1943"/>
              <a:gd name="T99" fmla="*/ 1332 h 1554"/>
              <a:gd name="T100" fmla="*/ 109 w 1943"/>
              <a:gd name="T101" fmla="*/ 1279 h 1554"/>
              <a:gd name="T102" fmla="*/ 18 w 1943"/>
              <a:gd name="T103" fmla="*/ 1410 h 1554"/>
              <a:gd name="T104" fmla="*/ 496 w 1943"/>
              <a:gd name="T105" fmla="*/ 1393 h 1554"/>
              <a:gd name="T106" fmla="*/ 1029 w 1943"/>
              <a:gd name="T107" fmla="*/ 1402 h 1554"/>
              <a:gd name="T108" fmla="*/ 1274 w 1943"/>
              <a:gd name="T109" fmla="*/ 915 h 1554"/>
              <a:gd name="T110" fmla="*/ 1558 w 1943"/>
              <a:gd name="T111" fmla="*/ 772 h 1554"/>
              <a:gd name="T112" fmla="*/ 1788 w 1943"/>
              <a:gd name="T113" fmla="*/ 707 h 1554"/>
              <a:gd name="T114" fmla="*/ 1893 w 1943"/>
              <a:gd name="T115" fmla="*/ 547 h 1554"/>
              <a:gd name="T116" fmla="*/ 1907 w 1943"/>
              <a:gd name="T117" fmla="*/ 449 h 1554"/>
              <a:gd name="T118" fmla="*/ 1835 w 1943"/>
              <a:gd name="T119" fmla="*/ 273 h 1554"/>
              <a:gd name="T120" fmla="*/ 1755 w 1943"/>
              <a:gd name="T121" fmla="*/ 181 h 1554"/>
              <a:gd name="T122" fmla="*/ 1672 w 1943"/>
              <a:gd name="T123" fmla="*/ 16 h 15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43" h="1554">
                <a:moveTo>
                  <a:pt x="1654" y="47"/>
                </a:moveTo>
                <a:lnTo>
                  <a:pt x="1659" y="37"/>
                </a:lnTo>
                <a:cubicBezTo>
                  <a:pt x="1661" y="35"/>
                  <a:pt x="1662" y="34"/>
                  <a:pt x="1665" y="34"/>
                </a:cubicBezTo>
                <a:lnTo>
                  <a:pt x="1667" y="33"/>
                </a:lnTo>
                <a:lnTo>
                  <a:pt x="1690" y="18"/>
                </a:lnTo>
                <a:cubicBezTo>
                  <a:pt x="1693" y="17"/>
                  <a:pt x="1696" y="17"/>
                  <a:pt x="1699" y="18"/>
                </a:cubicBezTo>
                <a:cubicBezTo>
                  <a:pt x="1701" y="20"/>
                  <a:pt x="1703" y="23"/>
                  <a:pt x="1702" y="26"/>
                </a:cubicBezTo>
                <a:lnTo>
                  <a:pt x="1701" y="40"/>
                </a:lnTo>
                <a:cubicBezTo>
                  <a:pt x="1701" y="41"/>
                  <a:pt x="1701" y="42"/>
                  <a:pt x="1700" y="43"/>
                </a:cubicBezTo>
                <a:lnTo>
                  <a:pt x="1697" y="50"/>
                </a:lnTo>
                <a:cubicBezTo>
                  <a:pt x="1696" y="51"/>
                  <a:pt x="1696" y="52"/>
                  <a:pt x="1695" y="52"/>
                </a:cubicBezTo>
                <a:lnTo>
                  <a:pt x="1686" y="62"/>
                </a:lnTo>
                <a:lnTo>
                  <a:pt x="1677" y="77"/>
                </a:lnTo>
                <a:lnTo>
                  <a:pt x="1672" y="83"/>
                </a:lnTo>
                <a:cubicBezTo>
                  <a:pt x="1671" y="84"/>
                  <a:pt x="1670" y="85"/>
                  <a:pt x="1669" y="85"/>
                </a:cubicBezTo>
                <a:lnTo>
                  <a:pt x="1663" y="89"/>
                </a:lnTo>
                <a:cubicBezTo>
                  <a:pt x="1662" y="89"/>
                  <a:pt x="1661" y="90"/>
                  <a:pt x="1659" y="90"/>
                </a:cubicBezTo>
                <a:lnTo>
                  <a:pt x="1619" y="92"/>
                </a:lnTo>
                <a:lnTo>
                  <a:pt x="1612" y="100"/>
                </a:lnTo>
                <a:lnTo>
                  <a:pt x="1626" y="115"/>
                </a:lnTo>
                <a:lnTo>
                  <a:pt x="1648" y="115"/>
                </a:lnTo>
                <a:lnTo>
                  <a:pt x="1696" y="99"/>
                </a:lnTo>
                <a:cubicBezTo>
                  <a:pt x="1699" y="98"/>
                  <a:pt x="1702" y="98"/>
                  <a:pt x="1704" y="100"/>
                </a:cubicBezTo>
                <a:cubicBezTo>
                  <a:pt x="1706" y="101"/>
                  <a:pt x="1707" y="104"/>
                  <a:pt x="1707" y="106"/>
                </a:cubicBezTo>
                <a:lnTo>
                  <a:pt x="1707" y="112"/>
                </a:lnTo>
                <a:cubicBezTo>
                  <a:pt x="1707" y="114"/>
                  <a:pt x="1706" y="116"/>
                  <a:pt x="1704" y="118"/>
                </a:cubicBezTo>
                <a:cubicBezTo>
                  <a:pt x="1703" y="119"/>
                  <a:pt x="1701" y="120"/>
                  <a:pt x="1698" y="120"/>
                </a:cubicBezTo>
                <a:lnTo>
                  <a:pt x="1696" y="120"/>
                </a:lnTo>
                <a:lnTo>
                  <a:pt x="1689" y="124"/>
                </a:lnTo>
                <a:lnTo>
                  <a:pt x="1688" y="124"/>
                </a:lnTo>
                <a:lnTo>
                  <a:pt x="1690" y="142"/>
                </a:lnTo>
                <a:lnTo>
                  <a:pt x="1691" y="172"/>
                </a:lnTo>
                <a:lnTo>
                  <a:pt x="1688" y="190"/>
                </a:lnTo>
                <a:cubicBezTo>
                  <a:pt x="1687" y="194"/>
                  <a:pt x="1685" y="196"/>
                  <a:pt x="1681" y="197"/>
                </a:cubicBezTo>
                <a:cubicBezTo>
                  <a:pt x="1678" y="197"/>
                  <a:pt x="1675" y="196"/>
                  <a:pt x="1673" y="193"/>
                </a:cubicBezTo>
                <a:lnTo>
                  <a:pt x="1665" y="178"/>
                </a:lnTo>
                <a:cubicBezTo>
                  <a:pt x="1664" y="176"/>
                  <a:pt x="1663" y="174"/>
                  <a:pt x="1664" y="172"/>
                </a:cubicBezTo>
                <a:lnTo>
                  <a:pt x="1667" y="156"/>
                </a:lnTo>
                <a:lnTo>
                  <a:pt x="1667" y="155"/>
                </a:lnTo>
                <a:lnTo>
                  <a:pt x="1662" y="156"/>
                </a:lnTo>
                <a:cubicBezTo>
                  <a:pt x="1660" y="157"/>
                  <a:pt x="1659" y="157"/>
                  <a:pt x="1658" y="157"/>
                </a:cubicBezTo>
                <a:lnTo>
                  <a:pt x="1648" y="155"/>
                </a:lnTo>
                <a:lnTo>
                  <a:pt x="1648" y="155"/>
                </a:lnTo>
                <a:lnTo>
                  <a:pt x="1649" y="160"/>
                </a:lnTo>
                <a:cubicBezTo>
                  <a:pt x="1650" y="161"/>
                  <a:pt x="1650" y="162"/>
                  <a:pt x="1650" y="162"/>
                </a:cubicBezTo>
                <a:lnTo>
                  <a:pt x="1650" y="167"/>
                </a:lnTo>
                <a:cubicBezTo>
                  <a:pt x="1650" y="168"/>
                  <a:pt x="1650" y="168"/>
                  <a:pt x="1650" y="169"/>
                </a:cubicBezTo>
                <a:lnTo>
                  <a:pt x="1645" y="184"/>
                </a:lnTo>
                <a:lnTo>
                  <a:pt x="1646" y="189"/>
                </a:lnTo>
                <a:lnTo>
                  <a:pt x="1649" y="199"/>
                </a:lnTo>
                <a:lnTo>
                  <a:pt x="1650" y="213"/>
                </a:lnTo>
                <a:lnTo>
                  <a:pt x="1650" y="229"/>
                </a:lnTo>
                <a:lnTo>
                  <a:pt x="1651" y="240"/>
                </a:lnTo>
                <a:lnTo>
                  <a:pt x="1663" y="244"/>
                </a:lnTo>
                <a:cubicBezTo>
                  <a:pt x="1664" y="245"/>
                  <a:pt x="1665" y="245"/>
                  <a:pt x="1666" y="246"/>
                </a:cubicBezTo>
                <a:lnTo>
                  <a:pt x="1673" y="254"/>
                </a:lnTo>
                <a:cubicBezTo>
                  <a:pt x="1675" y="255"/>
                  <a:pt x="1675" y="257"/>
                  <a:pt x="1676" y="258"/>
                </a:cubicBezTo>
                <a:lnTo>
                  <a:pt x="1677" y="271"/>
                </a:lnTo>
                <a:cubicBezTo>
                  <a:pt x="1678" y="273"/>
                  <a:pt x="1677" y="275"/>
                  <a:pt x="1676" y="276"/>
                </a:cubicBezTo>
                <a:lnTo>
                  <a:pt x="1671" y="285"/>
                </a:lnTo>
                <a:cubicBezTo>
                  <a:pt x="1669" y="288"/>
                  <a:pt x="1667" y="289"/>
                  <a:pt x="1664" y="289"/>
                </a:cubicBezTo>
                <a:lnTo>
                  <a:pt x="1672" y="295"/>
                </a:lnTo>
                <a:lnTo>
                  <a:pt x="1687" y="313"/>
                </a:lnTo>
                <a:cubicBezTo>
                  <a:pt x="1688" y="314"/>
                  <a:pt x="1689" y="316"/>
                  <a:pt x="1689" y="318"/>
                </a:cubicBezTo>
                <a:lnTo>
                  <a:pt x="1690" y="336"/>
                </a:lnTo>
                <a:lnTo>
                  <a:pt x="1698" y="345"/>
                </a:lnTo>
                <a:cubicBezTo>
                  <a:pt x="1699" y="346"/>
                  <a:pt x="1700" y="347"/>
                  <a:pt x="1700" y="348"/>
                </a:cubicBezTo>
                <a:lnTo>
                  <a:pt x="1702" y="355"/>
                </a:lnTo>
                <a:cubicBezTo>
                  <a:pt x="1702" y="357"/>
                  <a:pt x="1702" y="358"/>
                  <a:pt x="1701" y="360"/>
                </a:cubicBezTo>
                <a:lnTo>
                  <a:pt x="1698" y="369"/>
                </a:lnTo>
                <a:cubicBezTo>
                  <a:pt x="1697" y="371"/>
                  <a:pt x="1696" y="372"/>
                  <a:pt x="1695" y="373"/>
                </a:cubicBezTo>
                <a:lnTo>
                  <a:pt x="1687" y="378"/>
                </a:lnTo>
                <a:cubicBezTo>
                  <a:pt x="1686" y="379"/>
                  <a:pt x="1684" y="380"/>
                  <a:pt x="1682" y="380"/>
                </a:cubicBezTo>
                <a:lnTo>
                  <a:pt x="1672" y="379"/>
                </a:lnTo>
                <a:cubicBezTo>
                  <a:pt x="1671" y="379"/>
                  <a:pt x="1670" y="378"/>
                  <a:pt x="1669" y="378"/>
                </a:cubicBezTo>
                <a:lnTo>
                  <a:pt x="1660" y="372"/>
                </a:lnTo>
                <a:cubicBezTo>
                  <a:pt x="1659" y="372"/>
                  <a:pt x="1658" y="371"/>
                  <a:pt x="1658" y="371"/>
                </a:cubicBezTo>
                <a:lnTo>
                  <a:pt x="1651" y="362"/>
                </a:lnTo>
                <a:cubicBezTo>
                  <a:pt x="1648" y="359"/>
                  <a:pt x="1648" y="355"/>
                  <a:pt x="1650" y="352"/>
                </a:cubicBezTo>
                <a:cubicBezTo>
                  <a:pt x="1652" y="350"/>
                  <a:pt x="1655" y="349"/>
                  <a:pt x="1658" y="349"/>
                </a:cubicBezTo>
                <a:lnTo>
                  <a:pt x="1646" y="338"/>
                </a:lnTo>
                <a:cubicBezTo>
                  <a:pt x="1645" y="338"/>
                  <a:pt x="1644" y="337"/>
                  <a:pt x="1644" y="336"/>
                </a:cubicBezTo>
                <a:lnTo>
                  <a:pt x="1639" y="327"/>
                </a:lnTo>
                <a:cubicBezTo>
                  <a:pt x="1639" y="327"/>
                  <a:pt x="1638" y="326"/>
                  <a:pt x="1638" y="325"/>
                </a:cubicBezTo>
                <a:lnTo>
                  <a:pt x="1635" y="308"/>
                </a:lnTo>
                <a:lnTo>
                  <a:pt x="1628" y="294"/>
                </a:lnTo>
                <a:lnTo>
                  <a:pt x="1585" y="246"/>
                </a:lnTo>
                <a:lnTo>
                  <a:pt x="1565" y="240"/>
                </a:lnTo>
                <a:cubicBezTo>
                  <a:pt x="1564" y="239"/>
                  <a:pt x="1563" y="239"/>
                  <a:pt x="1562" y="239"/>
                </a:cubicBezTo>
                <a:lnTo>
                  <a:pt x="1551" y="231"/>
                </a:lnTo>
                <a:lnTo>
                  <a:pt x="1538" y="218"/>
                </a:lnTo>
                <a:lnTo>
                  <a:pt x="1528" y="203"/>
                </a:lnTo>
                <a:cubicBezTo>
                  <a:pt x="1526" y="200"/>
                  <a:pt x="1526" y="198"/>
                  <a:pt x="1527" y="195"/>
                </a:cubicBezTo>
                <a:lnTo>
                  <a:pt x="1534" y="176"/>
                </a:lnTo>
                <a:lnTo>
                  <a:pt x="1527" y="171"/>
                </a:lnTo>
                <a:cubicBezTo>
                  <a:pt x="1526" y="170"/>
                  <a:pt x="1525" y="169"/>
                  <a:pt x="1524" y="168"/>
                </a:cubicBezTo>
                <a:lnTo>
                  <a:pt x="1520" y="159"/>
                </a:lnTo>
                <a:cubicBezTo>
                  <a:pt x="1520" y="158"/>
                  <a:pt x="1519" y="157"/>
                  <a:pt x="1520" y="155"/>
                </a:cubicBezTo>
                <a:lnTo>
                  <a:pt x="1520" y="147"/>
                </a:lnTo>
                <a:lnTo>
                  <a:pt x="1474" y="115"/>
                </a:lnTo>
                <a:lnTo>
                  <a:pt x="1461" y="114"/>
                </a:lnTo>
                <a:lnTo>
                  <a:pt x="1451" y="120"/>
                </a:lnTo>
                <a:lnTo>
                  <a:pt x="1442" y="134"/>
                </a:lnTo>
                <a:lnTo>
                  <a:pt x="1433" y="159"/>
                </a:lnTo>
                <a:lnTo>
                  <a:pt x="1430" y="184"/>
                </a:lnTo>
                <a:cubicBezTo>
                  <a:pt x="1431" y="184"/>
                  <a:pt x="1432" y="184"/>
                  <a:pt x="1433" y="185"/>
                </a:cubicBezTo>
                <a:lnTo>
                  <a:pt x="1443" y="189"/>
                </a:lnTo>
                <a:cubicBezTo>
                  <a:pt x="1444" y="190"/>
                  <a:pt x="1444" y="190"/>
                  <a:pt x="1445" y="190"/>
                </a:cubicBezTo>
                <a:lnTo>
                  <a:pt x="1455" y="199"/>
                </a:lnTo>
                <a:cubicBezTo>
                  <a:pt x="1455" y="199"/>
                  <a:pt x="1456" y="200"/>
                  <a:pt x="1456" y="201"/>
                </a:cubicBezTo>
                <a:lnTo>
                  <a:pt x="1463" y="212"/>
                </a:lnTo>
                <a:cubicBezTo>
                  <a:pt x="1465" y="215"/>
                  <a:pt x="1465" y="218"/>
                  <a:pt x="1464" y="220"/>
                </a:cubicBezTo>
                <a:cubicBezTo>
                  <a:pt x="1462" y="223"/>
                  <a:pt x="1460" y="224"/>
                  <a:pt x="1457" y="224"/>
                </a:cubicBezTo>
                <a:lnTo>
                  <a:pt x="1430" y="224"/>
                </a:lnTo>
                <a:lnTo>
                  <a:pt x="1433" y="260"/>
                </a:lnTo>
                <a:lnTo>
                  <a:pt x="1433" y="272"/>
                </a:lnTo>
                <a:cubicBezTo>
                  <a:pt x="1433" y="273"/>
                  <a:pt x="1433" y="274"/>
                  <a:pt x="1433" y="275"/>
                </a:cubicBezTo>
                <a:lnTo>
                  <a:pt x="1427" y="288"/>
                </a:lnTo>
                <a:cubicBezTo>
                  <a:pt x="1427" y="289"/>
                  <a:pt x="1427" y="289"/>
                  <a:pt x="1426" y="290"/>
                </a:cubicBezTo>
                <a:lnTo>
                  <a:pt x="1418" y="300"/>
                </a:lnTo>
                <a:cubicBezTo>
                  <a:pt x="1417" y="301"/>
                  <a:pt x="1417" y="301"/>
                  <a:pt x="1416" y="302"/>
                </a:cubicBezTo>
                <a:lnTo>
                  <a:pt x="1407" y="308"/>
                </a:lnTo>
                <a:cubicBezTo>
                  <a:pt x="1406" y="308"/>
                  <a:pt x="1405" y="309"/>
                  <a:pt x="1404" y="309"/>
                </a:cubicBezTo>
                <a:lnTo>
                  <a:pt x="1397" y="310"/>
                </a:lnTo>
                <a:cubicBezTo>
                  <a:pt x="1394" y="311"/>
                  <a:pt x="1391" y="310"/>
                  <a:pt x="1389" y="307"/>
                </a:cubicBezTo>
                <a:cubicBezTo>
                  <a:pt x="1388" y="305"/>
                  <a:pt x="1387" y="302"/>
                  <a:pt x="1388" y="300"/>
                </a:cubicBezTo>
                <a:lnTo>
                  <a:pt x="1392" y="287"/>
                </a:lnTo>
                <a:lnTo>
                  <a:pt x="1405" y="260"/>
                </a:lnTo>
                <a:lnTo>
                  <a:pt x="1406" y="254"/>
                </a:lnTo>
                <a:lnTo>
                  <a:pt x="1386" y="261"/>
                </a:lnTo>
                <a:lnTo>
                  <a:pt x="1383" y="263"/>
                </a:lnTo>
                <a:lnTo>
                  <a:pt x="1385" y="273"/>
                </a:lnTo>
                <a:cubicBezTo>
                  <a:pt x="1386" y="275"/>
                  <a:pt x="1385" y="277"/>
                  <a:pt x="1384" y="279"/>
                </a:cubicBezTo>
                <a:lnTo>
                  <a:pt x="1378" y="288"/>
                </a:lnTo>
                <a:cubicBezTo>
                  <a:pt x="1378" y="289"/>
                  <a:pt x="1377" y="290"/>
                  <a:pt x="1375" y="291"/>
                </a:cubicBezTo>
                <a:lnTo>
                  <a:pt x="1366" y="296"/>
                </a:lnTo>
                <a:lnTo>
                  <a:pt x="1366" y="296"/>
                </a:lnTo>
                <a:lnTo>
                  <a:pt x="1373" y="301"/>
                </a:lnTo>
                <a:cubicBezTo>
                  <a:pt x="1373" y="302"/>
                  <a:pt x="1374" y="302"/>
                  <a:pt x="1374" y="303"/>
                </a:cubicBezTo>
                <a:lnTo>
                  <a:pt x="1379" y="310"/>
                </a:lnTo>
                <a:cubicBezTo>
                  <a:pt x="1381" y="313"/>
                  <a:pt x="1380" y="318"/>
                  <a:pt x="1377" y="320"/>
                </a:cubicBezTo>
                <a:lnTo>
                  <a:pt x="1368" y="329"/>
                </a:lnTo>
                <a:cubicBezTo>
                  <a:pt x="1366" y="331"/>
                  <a:pt x="1362" y="332"/>
                  <a:pt x="1359" y="330"/>
                </a:cubicBezTo>
                <a:lnTo>
                  <a:pt x="1351" y="325"/>
                </a:lnTo>
                <a:cubicBezTo>
                  <a:pt x="1350" y="325"/>
                  <a:pt x="1349" y="324"/>
                  <a:pt x="1348" y="323"/>
                </a:cubicBezTo>
                <a:lnTo>
                  <a:pt x="1332" y="300"/>
                </a:lnTo>
                <a:cubicBezTo>
                  <a:pt x="1331" y="298"/>
                  <a:pt x="1330" y="296"/>
                  <a:pt x="1331" y="294"/>
                </a:cubicBezTo>
                <a:lnTo>
                  <a:pt x="1334" y="282"/>
                </a:lnTo>
                <a:cubicBezTo>
                  <a:pt x="1335" y="281"/>
                  <a:pt x="1336" y="280"/>
                  <a:pt x="1337" y="280"/>
                </a:cubicBezTo>
                <a:lnTo>
                  <a:pt x="1337" y="279"/>
                </a:lnTo>
                <a:lnTo>
                  <a:pt x="1335" y="277"/>
                </a:lnTo>
                <a:lnTo>
                  <a:pt x="1330" y="277"/>
                </a:lnTo>
                <a:cubicBezTo>
                  <a:pt x="1329" y="277"/>
                  <a:pt x="1327" y="277"/>
                  <a:pt x="1326" y="276"/>
                </a:cubicBezTo>
                <a:lnTo>
                  <a:pt x="1320" y="272"/>
                </a:lnTo>
                <a:cubicBezTo>
                  <a:pt x="1317" y="271"/>
                  <a:pt x="1316" y="268"/>
                  <a:pt x="1316" y="265"/>
                </a:cubicBezTo>
                <a:lnTo>
                  <a:pt x="1316" y="259"/>
                </a:lnTo>
                <a:cubicBezTo>
                  <a:pt x="1316" y="257"/>
                  <a:pt x="1317" y="254"/>
                  <a:pt x="1319" y="253"/>
                </a:cubicBezTo>
                <a:lnTo>
                  <a:pt x="1325" y="247"/>
                </a:lnTo>
                <a:lnTo>
                  <a:pt x="1343" y="217"/>
                </a:lnTo>
                <a:lnTo>
                  <a:pt x="1309" y="244"/>
                </a:lnTo>
                <a:cubicBezTo>
                  <a:pt x="1308" y="245"/>
                  <a:pt x="1307" y="246"/>
                  <a:pt x="1306" y="246"/>
                </a:cubicBezTo>
                <a:lnTo>
                  <a:pt x="1302" y="247"/>
                </a:lnTo>
                <a:lnTo>
                  <a:pt x="1303" y="251"/>
                </a:lnTo>
                <a:lnTo>
                  <a:pt x="1307" y="261"/>
                </a:lnTo>
                <a:lnTo>
                  <a:pt x="1310" y="273"/>
                </a:lnTo>
                <a:cubicBezTo>
                  <a:pt x="1311" y="274"/>
                  <a:pt x="1311" y="275"/>
                  <a:pt x="1311" y="276"/>
                </a:cubicBezTo>
                <a:lnTo>
                  <a:pt x="1310" y="287"/>
                </a:lnTo>
                <a:cubicBezTo>
                  <a:pt x="1310" y="288"/>
                  <a:pt x="1310" y="289"/>
                  <a:pt x="1309" y="290"/>
                </a:cubicBezTo>
                <a:lnTo>
                  <a:pt x="1304" y="304"/>
                </a:lnTo>
                <a:lnTo>
                  <a:pt x="1297" y="315"/>
                </a:lnTo>
                <a:cubicBezTo>
                  <a:pt x="1297" y="316"/>
                  <a:pt x="1296" y="317"/>
                  <a:pt x="1295" y="318"/>
                </a:cubicBezTo>
                <a:lnTo>
                  <a:pt x="1251" y="343"/>
                </a:lnTo>
                <a:cubicBezTo>
                  <a:pt x="1250" y="344"/>
                  <a:pt x="1249" y="345"/>
                  <a:pt x="1247" y="345"/>
                </a:cubicBezTo>
                <a:lnTo>
                  <a:pt x="1207" y="348"/>
                </a:lnTo>
                <a:lnTo>
                  <a:pt x="1211" y="351"/>
                </a:lnTo>
                <a:cubicBezTo>
                  <a:pt x="1213" y="352"/>
                  <a:pt x="1214" y="353"/>
                  <a:pt x="1214" y="355"/>
                </a:cubicBezTo>
                <a:lnTo>
                  <a:pt x="1221" y="371"/>
                </a:lnTo>
                <a:cubicBezTo>
                  <a:pt x="1221" y="372"/>
                  <a:pt x="1221" y="373"/>
                  <a:pt x="1222" y="373"/>
                </a:cubicBezTo>
                <a:lnTo>
                  <a:pt x="1224" y="396"/>
                </a:lnTo>
                <a:cubicBezTo>
                  <a:pt x="1224" y="396"/>
                  <a:pt x="1224" y="397"/>
                  <a:pt x="1223" y="398"/>
                </a:cubicBezTo>
                <a:lnTo>
                  <a:pt x="1219" y="422"/>
                </a:lnTo>
                <a:lnTo>
                  <a:pt x="1207" y="449"/>
                </a:lnTo>
                <a:lnTo>
                  <a:pt x="1206" y="456"/>
                </a:lnTo>
                <a:lnTo>
                  <a:pt x="1207" y="461"/>
                </a:lnTo>
                <a:lnTo>
                  <a:pt x="1220" y="474"/>
                </a:lnTo>
                <a:lnTo>
                  <a:pt x="1245" y="487"/>
                </a:lnTo>
                <a:cubicBezTo>
                  <a:pt x="1246" y="488"/>
                  <a:pt x="1247" y="489"/>
                  <a:pt x="1248" y="489"/>
                </a:cubicBezTo>
                <a:lnTo>
                  <a:pt x="1254" y="497"/>
                </a:lnTo>
                <a:cubicBezTo>
                  <a:pt x="1255" y="498"/>
                  <a:pt x="1255" y="499"/>
                  <a:pt x="1256" y="499"/>
                </a:cubicBezTo>
                <a:lnTo>
                  <a:pt x="1259" y="507"/>
                </a:lnTo>
                <a:lnTo>
                  <a:pt x="1267" y="533"/>
                </a:lnTo>
                <a:lnTo>
                  <a:pt x="1276" y="547"/>
                </a:lnTo>
                <a:lnTo>
                  <a:pt x="1303" y="561"/>
                </a:lnTo>
                <a:cubicBezTo>
                  <a:pt x="1303" y="562"/>
                  <a:pt x="1304" y="562"/>
                  <a:pt x="1304" y="563"/>
                </a:cubicBezTo>
                <a:lnTo>
                  <a:pt x="1317" y="575"/>
                </a:lnTo>
                <a:cubicBezTo>
                  <a:pt x="1320" y="579"/>
                  <a:pt x="1320" y="584"/>
                  <a:pt x="1317" y="587"/>
                </a:cubicBezTo>
                <a:lnTo>
                  <a:pt x="1312" y="592"/>
                </a:lnTo>
                <a:cubicBezTo>
                  <a:pt x="1309" y="595"/>
                  <a:pt x="1305" y="595"/>
                  <a:pt x="1301" y="592"/>
                </a:cubicBezTo>
                <a:lnTo>
                  <a:pt x="1297" y="589"/>
                </a:lnTo>
                <a:cubicBezTo>
                  <a:pt x="1296" y="588"/>
                  <a:pt x="1296" y="587"/>
                  <a:pt x="1295" y="587"/>
                </a:cubicBezTo>
                <a:lnTo>
                  <a:pt x="1288" y="576"/>
                </a:lnTo>
                <a:lnTo>
                  <a:pt x="1246" y="567"/>
                </a:lnTo>
                <a:cubicBezTo>
                  <a:pt x="1245" y="566"/>
                  <a:pt x="1244" y="566"/>
                  <a:pt x="1243" y="565"/>
                </a:cubicBezTo>
                <a:lnTo>
                  <a:pt x="1219" y="544"/>
                </a:lnTo>
                <a:lnTo>
                  <a:pt x="1204" y="526"/>
                </a:lnTo>
                <a:lnTo>
                  <a:pt x="1200" y="519"/>
                </a:lnTo>
                <a:lnTo>
                  <a:pt x="1196" y="531"/>
                </a:lnTo>
                <a:lnTo>
                  <a:pt x="1193" y="558"/>
                </a:lnTo>
                <a:cubicBezTo>
                  <a:pt x="1193" y="559"/>
                  <a:pt x="1192" y="560"/>
                  <a:pt x="1192" y="561"/>
                </a:cubicBezTo>
                <a:lnTo>
                  <a:pt x="1186" y="575"/>
                </a:lnTo>
                <a:lnTo>
                  <a:pt x="1170" y="598"/>
                </a:lnTo>
                <a:lnTo>
                  <a:pt x="1165" y="609"/>
                </a:lnTo>
                <a:lnTo>
                  <a:pt x="1142" y="675"/>
                </a:lnTo>
                <a:cubicBezTo>
                  <a:pt x="1141" y="675"/>
                  <a:pt x="1141" y="676"/>
                  <a:pt x="1141" y="677"/>
                </a:cubicBezTo>
                <a:lnTo>
                  <a:pt x="1137" y="681"/>
                </a:lnTo>
                <a:cubicBezTo>
                  <a:pt x="1136" y="682"/>
                  <a:pt x="1135" y="683"/>
                  <a:pt x="1133" y="684"/>
                </a:cubicBezTo>
                <a:lnTo>
                  <a:pt x="1122" y="686"/>
                </a:lnTo>
                <a:lnTo>
                  <a:pt x="1077" y="726"/>
                </a:lnTo>
                <a:lnTo>
                  <a:pt x="1071" y="737"/>
                </a:lnTo>
                <a:lnTo>
                  <a:pt x="1065" y="751"/>
                </a:lnTo>
                <a:lnTo>
                  <a:pt x="1056" y="768"/>
                </a:lnTo>
                <a:lnTo>
                  <a:pt x="1047" y="783"/>
                </a:lnTo>
                <a:lnTo>
                  <a:pt x="1046" y="784"/>
                </a:lnTo>
                <a:lnTo>
                  <a:pt x="1038" y="790"/>
                </a:lnTo>
                <a:cubicBezTo>
                  <a:pt x="1036" y="793"/>
                  <a:pt x="1032" y="793"/>
                  <a:pt x="1029" y="791"/>
                </a:cubicBezTo>
                <a:lnTo>
                  <a:pt x="1020" y="786"/>
                </a:lnTo>
                <a:cubicBezTo>
                  <a:pt x="1016" y="784"/>
                  <a:pt x="1015" y="780"/>
                  <a:pt x="1016" y="776"/>
                </a:cubicBezTo>
                <a:lnTo>
                  <a:pt x="1022" y="760"/>
                </a:lnTo>
                <a:lnTo>
                  <a:pt x="1041" y="730"/>
                </a:lnTo>
                <a:lnTo>
                  <a:pt x="1037" y="722"/>
                </a:lnTo>
                <a:cubicBezTo>
                  <a:pt x="1035" y="720"/>
                  <a:pt x="1035" y="716"/>
                  <a:pt x="1037" y="714"/>
                </a:cubicBezTo>
                <a:lnTo>
                  <a:pt x="1043" y="706"/>
                </a:lnTo>
                <a:cubicBezTo>
                  <a:pt x="1043" y="705"/>
                  <a:pt x="1044" y="704"/>
                  <a:pt x="1045" y="703"/>
                </a:cubicBezTo>
                <a:lnTo>
                  <a:pt x="1062" y="694"/>
                </a:lnTo>
                <a:lnTo>
                  <a:pt x="1079" y="675"/>
                </a:lnTo>
                <a:cubicBezTo>
                  <a:pt x="1079" y="674"/>
                  <a:pt x="1080" y="674"/>
                  <a:pt x="1081" y="673"/>
                </a:cubicBezTo>
                <a:lnTo>
                  <a:pt x="1095" y="665"/>
                </a:lnTo>
                <a:lnTo>
                  <a:pt x="1101" y="651"/>
                </a:lnTo>
                <a:lnTo>
                  <a:pt x="1105" y="629"/>
                </a:lnTo>
                <a:lnTo>
                  <a:pt x="1107" y="604"/>
                </a:lnTo>
                <a:cubicBezTo>
                  <a:pt x="1108" y="601"/>
                  <a:pt x="1110" y="599"/>
                  <a:pt x="1113" y="598"/>
                </a:cubicBezTo>
                <a:cubicBezTo>
                  <a:pt x="1116" y="596"/>
                  <a:pt x="1119" y="597"/>
                  <a:pt x="1121" y="599"/>
                </a:cubicBezTo>
                <a:lnTo>
                  <a:pt x="1123" y="602"/>
                </a:lnTo>
                <a:lnTo>
                  <a:pt x="1124" y="601"/>
                </a:lnTo>
                <a:lnTo>
                  <a:pt x="1126" y="591"/>
                </a:lnTo>
                <a:lnTo>
                  <a:pt x="1123" y="577"/>
                </a:lnTo>
                <a:cubicBezTo>
                  <a:pt x="1122" y="576"/>
                  <a:pt x="1122" y="575"/>
                  <a:pt x="1122" y="574"/>
                </a:cubicBezTo>
                <a:lnTo>
                  <a:pt x="1124" y="561"/>
                </a:lnTo>
                <a:lnTo>
                  <a:pt x="1127" y="550"/>
                </a:lnTo>
                <a:lnTo>
                  <a:pt x="1131" y="541"/>
                </a:lnTo>
                <a:cubicBezTo>
                  <a:pt x="1131" y="540"/>
                  <a:pt x="1131" y="540"/>
                  <a:pt x="1132" y="539"/>
                </a:cubicBezTo>
                <a:lnTo>
                  <a:pt x="1133" y="538"/>
                </a:lnTo>
                <a:lnTo>
                  <a:pt x="1127" y="529"/>
                </a:lnTo>
                <a:cubicBezTo>
                  <a:pt x="1125" y="526"/>
                  <a:pt x="1125" y="523"/>
                  <a:pt x="1126" y="521"/>
                </a:cubicBezTo>
                <a:lnTo>
                  <a:pt x="1131" y="509"/>
                </a:lnTo>
                <a:cubicBezTo>
                  <a:pt x="1132" y="508"/>
                  <a:pt x="1133" y="507"/>
                  <a:pt x="1134" y="506"/>
                </a:cubicBezTo>
                <a:lnTo>
                  <a:pt x="1146" y="498"/>
                </a:lnTo>
                <a:cubicBezTo>
                  <a:pt x="1147" y="498"/>
                  <a:pt x="1148" y="498"/>
                  <a:pt x="1149" y="497"/>
                </a:cubicBezTo>
                <a:lnTo>
                  <a:pt x="1157" y="495"/>
                </a:lnTo>
                <a:lnTo>
                  <a:pt x="1159" y="489"/>
                </a:lnTo>
                <a:lnTo>
                  <a:pt x="1160" y="469"/>
                </a:lnTo>
                <a:lnTo>
                  <a:pt x="1159" y="461"/>
                </a:lnTo>
                <a:lnTo>
                  <a:pt x="1157" y="456"/>
                </a:lnTo>
                <a:lnTo>
                  <a:pt x="1144" y="438"/>
                </a:lnTo>
                <a:lnTo>
                  <a:pt x="1141" y="432"/>
                </a:lnTo>
                <a:cubicBezTo>
                  <a:pt x="1141" y="431"/>
                  <a:pt x="1141" y="430"/>
                  <a:pt x="1140" y="429"/>
                </a:cubicBezTo>
                <a:lnTo>
                  <a:pt x="1139" y="418"/>
                </a:lnTo>
                <a:cubicBezTo>
                  <a:pt x="1139" y="417"/>
                  <a:pt x="1139" y="417"/>
                  <a:pt x="1139" y="416"/>
                </a:cubicBezTo>
                <a:lnTo>
                  <a:pt x="1140" y="412"/>
                </a:lnTo>
                <a:lnTo>
                  <a:pt x="1144" y="377"/>
                </a:lnTo>
                <a:lnTo>
                  <a:pt x="1149" y="359"/>
                </a:lnTo>
                <a:lnTo>
                  <a:pt x="1153" y="330"/>
                </a:lnTo>
                <a:lnTo>
                  <a:pt x="1163" y="306"/>
                </a:lnTo>
                <a:lnTo>
                  <a:pt x="1164" y="271"/>
                </a:lnTo>
                <a:lnTo>
                  <a:pt x="1167" y="259"/>
                </a:lnTo>
                <a:lnTo>
                  <a:pt x="1171" y="249"/>
                </a:lnTo>
                <a:lnTo>
                  <a:pt x="1172" y="244"/>
                </a:lnTo>
                <a:lnTo>
                  <a:pt x="1170" y="233"/>
                </a:lnTo>
                <a:lnTo>
                  <a:pt x="1138" y="169"/>
                </a:lnTo>
                <a:lnTo>
                  <a:pt x="1129" y="186"/>
                </a:lnTo>
                <a:lnTo>
                  <a:pt x="1120" y="198"/>
                </a:lnTo>
                <a:lnTo>
                  <a:pt x="1119" y="202"/>
                </a:lnTo>
                <a:lnTo>
                  <a:pt x="1121" y="241"/>
                </a:lnTo>
                <a:lnTo>
                  <a:pt x="1121" y="260"/>
                </a:lnTo>
                <a:cubicBezTo>
                  <a:pt x="1121" y="264"/>
                  <a:pt x="1117" y="268"/>
                  <a:pt x="1113" y="268"/>
                </a:cubicBezTo>
                <a:cubicBezTo>
                  <a:pt x="1109" y="268"/>
                  <a:pt x="1105" y="266"/>
                  <a:pt x="1104" y="262"/>
                </a:cubicBezTo>
                <a:lnTo>
                  <a:pt x="1102" y="256"/>
                </a:lnTo>
                <a:lnTo>
                  <a:pt x="1098" y="252"/>
                </a:lnTo>
                <a:cubicBezTo>
                  <a:pt x="1097" y="252"/>
                  <a:pt x="1097" y="251"/>
                  <a:pt x="1096" y="249"/>
                </a:cubicBezTo>
                <a:lnTo>
                  <a:pt x="1094" y="243"/>
                </a:lnTo>
                <a:cubicBezTo>
                  <a:pt x="1094" y="242"/>
                  <a:pt x="1094" y="242"/>
                  <a:pt x="1094" y="241"/>
                </a:cubicBezTo>
                <a:lnTo>
                  <a:pt x="1093" y="238"/>
                </a:lnTo>
                <a:lnTo>
                  <a:pt x="1092" y="244"/>
                </a:lnTo>
                <a:lnTo>
                  <a:pt x="1081" y="275"/>
                </a:lnTo>
                <a:lnTo>
                  <a:pt x="1067" y="323"/>
                </a:lnTo>
                <a:lnTo>
                  <a:pt x="1059" y="343"/>
                </a:lnTo>
                <a:cubicBezTo>
                  <a:pt x="1058" y="345"/>
                  <a:pt x="1056" y="347"/>
                  <a:pt x="1054" y="348"/>
                </a:cubicBezTo>
                <a:lnTo>
                  <a:pt x="1042" y="352"/>
                </a:lnTo>
                <a:cubicBezTo>
                  <a:pt x="1040" y="353"/>
                  <a:pt x="1037" y="353"/>
                  <a:pt x="1034" y="351"/>
                </a:cubicBezTo>
                <a:cubicBezTo>
                  <a:pt x="1032" y="349"/>
                  <a:pt x="1031" y="346"/>
                  <a:pt x="1031" y="344"/>
                </a:cubicBezTo>
                <a:lnTo>
                  <a:pt x="1033" y="331"/>
                </a:lnTo>
                <a:cubicBezTo>
                  <a:pt x="1033" y="332"/>
                  <a:pt x="1032" y="332"/>
                  <a:pt x="1031" y="333"/>
                </a:cubicBezTo>
                <a:lnTo>
                  <a:pt x="1021" y="340"/>
                </a:lnTo>
                <a:lnTo>
                  <a:pt x="1018" y="346"/>
                </a:lnTo>
                <a:lnTo>
                  <a:pt x="1020" y="361"/>
                </a:lnTo>
                <a:cubicBezTo>
                  <a:pt x="1020" y="362"/>
                  <a:pt x="1019" y="364"/>
                  <a:pt x="1019" y="365"/>
                </a:cubicBezTo>
                <a:lnTo>
                  <a:pt x="1013" y="376"/>
                </a:lnTo>
                <a:lnTo>
                  <a:pt x="1006" y="384"/>
                </a:lnTo>
                <a:lnTo>
                  <a:pt x="1003" y="392"/>
                </a:lnTo>
                <a:lnTo>
                  <a:pt x="1003" y="411"/>
                </a:lnTo>
                <a:lnTo>
                  <a:pt x="1004" y="423"/>
                </a:lnTo>
                <a:lnTo>
                  <a:pt x="1008" y="434"/>
                </a:lnTo>
                <a:lnTo>
                  <a:pt x="1009" y="444"/>
                </a:lnTo>
                <a:lnTo>
                  <a:pt x="1013" y="461"/>
                </a:lnTo>
                <a:lnTo>
                  <a:pt x="1018" y="465"/>
                </a:lnTo>
                <a:lnTo>
                  <a:pt x="1028" y="468"/>
                </a:lnTo>
                <a:cubicBezTo>
                  <a:pt x="1029" y="468"/>
                  <a:pt x="1030" y="468"/>
                  <a:pt x="1030" y="469"/>
                </a:cubicBezTo>
                <a:lnTo>
                  <a:pt x="1039" y="475"/>
                </a:lnTo>
                <a:lnTo>
                  <a:pt x="1051" y="486"/>
                </a:lnTo>
                <a:lnTo>
                  <a:pt x="1062" y="492"/>
                </a:lnTo>
                <a:lnTo>
                  <a:pt x="1073" y="495"/>
                </a:lnTo>
                <a:lnTo>
                  <a:pt x="1083" y="494"/>
                </a:lnTo>
                <a:cubicBezTo>
                  <a:pt x="1087" y="494"/>
                  <a:pt x="1091" y="497"/>
                  <a:pt x="1091" y="501"/>
                </a:cubicBezTo>
                <a:cubicBezTo>
                  <a:pt x="1092" y="505"/>
                  <a:pt x="1090" y="509"/>
                  <a:pt x="1086" y="510"/>
                </a:cubicBezTo>
                <a:lnTo>
                  <a:pt x="1070" y="515"/>
                </a:lnTo>
                <a:cubicBezTo>
                  <a:pt x="1068" y="516"/>
                  <a:pt x="1066" y="516"/>
                  <a:pt x="1064" y="515"/>
                </a:cubicBezTo>
                <a:lnTo>
                  <a:pt x="1044" y="506"/>
                </a:lnTo>
                <a:lnTo>
                  <a:pt x="1024" y="492"/>
                </a:lnTo>
                <a:lnTo>
                  <a:pt x="989" y="485"/>
                </a:lnTo>
                <a:lnTo>
                  <a:pt x="982" y="486"/>
                </a:lnTo>
                <a:cubicBezTo>
                  <a:pt x="982" y="488"/>
                  <a:pt x="982" y="490"/>
                  <a:pt x="982" y="492"/>
                </a:cubicBezTo>
                <a:lnTo>
                  <a:pt x="968" y="550"/>
                </a:lnTo>
                <a:lnTo>
                  <a:pt x="972" y="560"/>
                </a:lnTo>
                <a:cubicBezTo>
                  <a:pt x="972" y="562"/>
                  <a:pt x="973" y="563"/>
                  <a:pt x="972" y="564"/>
                </a:cubicBezTo>
                <a:lnTo>
                  <a:pt x="970" y="585"/>
                </a:lnTo>
                <a:lnTo>
                  <a:pt x="964" y="609"/>
                </a:lnTo>
                <a:lnTo>
                  <a:pt x="961" y="627"/>
                </a:lnTo>
                <a:cubicBezTo>
                  <a:pt x="961" y="629"/>
                  <a:pt x="960" y="631"/>
                  <a:pt x="958" y="632"/>
                </a:cubicBezTo>
                <a:lnTo>
                  <a:pt x="910" y="671"/>
                </a:lnTo>
                <a:cubicBezTo>
                  <a:pt x="907" y="673"/>
                  <a:pt x="903" y="673"/>
                  <a:pt x="900" y="671"/>
                </a:cubicBezTo>
                <a:cubicBezTo>
                  <a:pt x="897" y="669"/>
                  <a:pt x="896" y="665"/>
                  <a:pt x="897" y="662"/>
                </a:cubicBezTo>
                <a:lnTo>
                  <a:pt x="904" y="644"/>
                </a:lnTo>
                <a:lnTo>
                  <a:pt x="914" y="628"/>
                </a:lnTo>
                <a:lnTo>
                  <a:pt x="925" y="616"/>
                </a:lnTo>
                <a:cubicBezTo>
                  <a:pt x="925" y="615"/>
                  <a:pt x="926" y="615"/>
                  <a:pt x="927" y="614"/>
                </a:cubicBezTo>
                <a:lnTo>
                  <a:pt x="933" y="611"/>
                </a:lnTo>
                <a:lnTo>
                  <a:pt x="932" y="604"/>
                </a:lnTo>
                <a:lnTo>
                  <a:pt x="926" y="583"/>
                </a:lnTo>
                <a:lnTo>
                  <a:pt x="926" y="570"/>
                </a:lnTo>
                <a:lnTo>
                  <a:pt x="929" y="548"/>
                </a:lnTo>
                <a:lnTo>
                  <a:pt x="932" y="539"/>
                </a:lnTo>
                <a:lnTo>
                  <a:pt x="949" y="492"/>
                </a:lnTo>
                <a:lnTo>
                  <a:pt x="954" y="476"/>
                </a:lnTo>
                <a:lnTo>
                  <a:pt x="957" y="453"/>
                </a:lnTo>
                <a:lnTo>
                  <a:pt x="954" y="445"/>
                </a:lnTo>
                <a:lnTo>
                  <a:pt x="949" y="438"/>
                </a:lnTo>
                <a:cubicBezTo>
                  <a:pt x="948" y="438"/>
                  <a:pt x="948" y="437"/>
                  <a:pt x="947" y="436"/>
                </a:cubicBezTo>
                <a:lnTo>
                  <a:pt x="941" y="420"/>
                </a:lnTo>
                <a:cubicBezTo>
                  <a:pt x="940" y="418"/>
                  <a:pt x="941" y="415"/>
                  <a:pt x="942" y="413"/>
                </a:cubicBezTo>
                <a:lnTo>
                  <a:pt x="947" y="405"/>
                </a:lnTo>
                <a:lnTo>
                  <a:pt x="953" y="393"/>
                </a:lnTo>
                <a:lnTo>
                  <a:pt x="958" y="378"/>
                </a:lnTo>
                <a:lnTo>
                  <a:pt x="960" y="365"/>
                </a:lnTo>
                <a:lnTo>
                  <a:pt x="959" y="353"/>
                </a:lnTo>
                <a:cubicBezTo>
                  <a:pt x="958" y="351"/>
                  <a:pt x="958" y="349"/>
                  <a:pt x="959" y="347"/>
                </a:cubicBezTo>
                <a:lnTo>
                  <a:pt x="973" y="317"/>
                </a:lnTo>
                <a:lnTo>
                  <a:pt x="974" y="313"/>
                </a:lnTo>
                <a:lnTo>
                  <a:pt x="967" y="309"/>
                </a:lnTo>
                <a:lnTo>
                  <a:pt x="917" y="320"/>
                </a:lnTo>
                <a:lnTo>
                  <a:pt x="895" y="335"/>
                </a:lnTo>
                <a:cubicBezTo>
                  <a:pt x="894" y="336"/>
                  <a:pt x="893" y="336"/>
                  <a:pt x="892" y="336"/>
                </a:cubicBezTo>
                <a:lnTo>
                  <a:pt x="881" y="340"/>
                </a:lnTo>
                <a:cubicBezTo>
                  <a:pt x="879" y="341"/>
                  <a:pt x="878" y="341"/>
                  <a:pt x="877" y="341"/>
                </a:cubicBezTo>
                <a:lnTo>
                  <a:pt x="833" y="336"/>
                </a:lnTo>
                <a:lnTo>
                  <a:pt x="823" y="339"/>
                </a:lnTo>
                <a:lnTo>
                  <a:pt x="819" y="344"/>
                </a:lnTo>
                <a:lnTo>
                  <a:pt x="810" y="358"/>
                </a:lnTo>
                <a:cubicBezTo>
                  <a:pt x="810" y="359"/>
                  <a:pt x="809" y="360"/>
                  <a:pt x="808" y="361"/>
                </a:cubicBezTo>
                <a:lnTo>
                  <a:pt x="802" y="364"/>
                </a:lnTo>
                <a:cubicBezTo>
                  <a:pt x="801" y="364"/>
                  <a:pt x="800" y="365"/>
                  <a:pt x="799" y="365"/>
                </a:cubicBezTo>
                <a:lnTo>
                  <a:pt x="787" y="367"/>
                </a:lnTo>
                <a:lnTo>
                  <a:pt x="783" y="369"/>
                </a:lnTo>
                <a:lnTo>
                  <a:pt x="779" y="372"/>
                </a:lnTo>
                <a:lnTo>
                  <a:pt x="776" y="408"/>
                </a:lnTo>
                <a:cubicBezTo>
                  <a:pt x="775" y="409"/>
                  <a:pt x="775" y="410"/>
                  <a:pt x="774" y="411"/>
                </a:cubicBezTo>
                <a:lnTo>
                  <a:pt x="733" y="478"/>
                </a:lnTo>
                <a:lnTo>
                  <a:pt x="736" y="522"/>
                </a:lnTo>
                <a:lnTo>
                  <a:pt x="740" y="529"/>
                </a:lnTo>
                <a:lnTo>
                  <a:pt x="746" y="537"/>
                </a:lnTo>
                <a:lnTo>
                  <a:pt x="746" y="536"/>
                </a:lnTo>
                <a:lnTo>
                  <a:pt x="751" y="527"/>
                </a:lnTo>
                <a:cubicBezTo>
                  <a:pt x="752" y="526"/>
                  <a:pt x="754" y="524"/>
                  <a:pt x="756" y="524"/>
                </a:cubicBezTo>
                <a:lnTo>
                  <a:pt x="770" y="521"/>
                </a:lnTo>
                <a:lnTo>
                  <a:pt x="783" y="513"/>
                </a:lnTo>
                <a:cubicBezTo>
                  <a:pt x="784" y="513"/>
                  <a:pt x="785" y="513"/>
                  <a:pt x="786" y="512"/>
                </a:cubicBezTo>
                <a:lnTo>
                  <a:pt x="811" y="510"/>
                </a:lnTo>
                <a:cubicBezTo>
                  <a:pt x="813" y="509"/>
                  <a:pt x="815" y="510"/>
                  <a:pt x="817" y="511"/>
                </a:cubicBezTo>
                <a:cubicBezTo>
                  <a:pt x="819" y="513"/>
                  <a:pt x="820" y="515"/>
                  <a:pt x="820" y="517"/>
                </a:cubicBezTo>
                <a:lnTo>
                  <a:pt x="821" y="530"/>
                </a:lnTo>
                <a:lnTo>
                  <a:pt x="827" y="543"/>
                </a:lnTo>
                <a:lnTo>
                  <a:pt x="830" y="555"/>
                </a:lnTo>
                <a:cubicBezTo>
                  <a:pt x="831" y="558"/>
                  <a:pt x="830" y="561"/>
                  <a:pt x="828" y="563"/>
                </a:cubicBezTo>
                <a:cubicBezTo>
                  <a:pt x="826" y="565"/>
                  <a:pt x="823" y="566"/>
                  <a:pt x="820" y="565"/>
                </a:cubicBezTo>
                <a:lnTo>
                  <a:pt x="816" y="563"/>
                </a:lnTo>
                <a:cubicBezTo>
                  <a:pt x="815" y="563"/>
                  <a:pt x="814" y="563"/>
                  <a:pt x="814" y="562"/>
                </a:cubicBezTo>
                <a:lnTo>
                  <a:pt x="809" y="559"/>
                </a:lnTo>
                <a:lnTo>
                  <a:pt x="804" y="553"/>
                </a:lnTo>
                <a:lnTo>
                  <a:pt x="797" y="541"/>
                </a:lnTo>
                <a:lnTo>
                  <a:pt x="767" y="555"/>
                </a:lnTo>
                <a:lnTo>
                  <a:pt x="758" y="564"/>
                </a:lnTo>
                <a:lnTo>
                  <a:pt x="751" y="575"/>
                </a:lnTo>
                <a:lnTo>
                  <a:pt x="747" y="592"/>
                </a:lnTo>
                <a:lnTo>
                  <a:pt x="750" y="606"/>
                </a:lnTo>
                <a:lnTo>
                  <a:pt x="755" y="617"/>
                </a:lnTo>
                <a:lnTo>
                  <a:pt x="760" y="622"/>
                </a:lnTo>
                <a:lnTo>
                  <a:pt x="766" y="625"/>
                </a:lnTo>
                <a:cubicBezTo>
                  <a:pt x="767" y="625"/>
                  <a:pt x="768" y="626"/>
                  <a:pt x="769" y="627"/>
                </a:cubicBezTo>
                <a:lnTo>
                  <a:pt x="771" y="629"/>
                </a:lnTo>
                <a:cubicBezTo>
                  <a:pt x="772" y="630"/>
                  <a:pt x="773" y="631"/>
                  <a:pt x="773" y="633"/>
                </a:cubicBezTo>
                <a:lnTo>
                  <a:pt x="775" y="637"/>
                </a:lnTo>
                <a:lnTo>
                  <a:pt x="776" y="651"/>
                </a:lnTo>
                <a:lnTo>
                  <a:pt x="784" y="672"/>
                </a:lnTo>
                <a:lnTo>
                  <a:pt x="791" y="676"/>
                </a:lnTo>
                <a:lnTo>
                  <a:pt x="832" y="669"/>
                </a:lnTo>
                <a:cubicBezTo>
                  <a:pt x="833" y="669"/>
                  <a:pt x="834" y="669"/>
                  <a:pt x="835" y="669"/>
                </a:cubicBezTo>
                <a:lnTo>
                  <a:pt x="843" y="671"/>
                </a:lnTo>
                <a:cubicBezTo>
                  <a:pt x="844" y="671"/>
                  <a:pt x="845" y="672"/>
                  <a:pt x="845" y="672"/>
                </a:cubicBezTo>
                <a:lnTo>
                  <a:pt x="853" y="676"/>
                </a:lnTo>
                <a:cubicBezTo>
                  <a:pt x="854" y="677"/>
                  <a:pt x="855" y="677"/>
                  <a:pt x="856" y="678"/>
                </a:cubicBezTo>
                <a:lnTo>
                  <a:pt x="880" y="711"/>
                </a:lnTo>
                <a:lnTo>
                  <a:pt x="889" y="734"/>
                </a:lnTo>
                <a:cubicBezTo>
                  <a:pt x="889" y="735"/>
                  <a:pt x="889" y="735"/>
                  <a:pt x="889" y="736"/>
                </a:cubicBezTo>
                <a:lnTo>
                  <a:pt x="889" y="747"/>
                </a:lnTo>
                <a:lnTo>
                  <a:pt x="885" y="767"/>
                </a:lnTo>
                <a:lnTo>
                  <a:pt x="887" y="784"/>
                </a:lnTo>
                <a:lnTo>
                  <a:pt x="891" y="792"/>
                </a:lnTo>
                <a:lnTo>
                  <a:pt x="897" y="797"/>
                </a:lnTo>
                <a:lnTo>
                  <a:pt x="905" y="809"/>
                </a:lnTo>
                <a:cubicBezTo>
                  <a:pt x="907" y="813"/>
                  <a:pt x="906" y="818"/>
                  <a:pt x="903" y="820"/>
                </a:cubicBezTo>
                <a:lnTo>
                  <a:pt x="893" y="827"/>
                </a:lnTo>
                <a:cubicBezTo>
                  <a:pt x="890" y="830"/>
                  <a:pt x="886" y="829"/>
                  <a:pt x="883" y="827"/>
                </a:cubicBezTo>
                <a:lnTo>
                  <a:pt x="865" y="811"/>
                </a:lnTo>
                <a:lnTo>
                  <a:pt x="861" y="811"/>
                </a:lnTo>
                <a:lnTo>
                  <a:pt x="859" y="812"/>
                </a:lnTo>
                <a:lnTo>
                  <a:pt x="851" y="822"/>
                </a:lnTo>
                <a:cubicBezTo>
                  <a:pt x="851" y="823"/>
                  <a:pt x="849" y="824"/>
                  <a:pt x="848" y="825"/>
                </a:cubicBezTo>
                <a:lnTo>
                  <a:pt x="842" y="827"/>
                </a:lnTo>
                <a:cubicBezTo>
                  <a:pt x="841" y="828"/>
                  <a:pt x="839" y="828"/>
                  <a:pt x="837" y="827"/>
                </a:cubicBezTo>
                <a:lnTo>
                  <a:pt x="832" y="826"/>
                </a:lnTo>
                <a:cubicBezTo>
                  <a:pt x="831" y="825"/>
                  <a:pt x="830" y="825"/>
                  <a:pt x="829" y="824"/>
                </a:cubicBezTo>
                <a:lnTo>
                  <a:pt x="817" y="814"/>
                </a:lnTo>
                <a:lnTo>
                  <a:pt x="816" y="813"/>
                </a:lnTo>
                <a:lnTo>
                  <a:pt x="812" y="806"/>
                </a:lnTo>
                <a:cubicBezTo>
                  <a:pt x="810" y="803"/>
                  <a:pt x="810" y="799"/>
                  <a:pt x="812" y="797"/>
                </a:cubicBezTo>
                <a:lnTo>
                  <a:pt x="817" y="791"/>
                </a:lnTo>
                <a:lnTo>
                  <a:pt x="817" y="790"/>
                </a:lnTo>
                <a:lnTo>
                  <a:pt x="808" y="800"/>
                </a:lnTo>
                <a:cubicBezTo>
                  <a:pt x="807" y="800"/>
                  <a:pt x="807" y="801"/>
                  <a:pt x="806" y="801"/>
                </a:cubicBezTo>
                <a:lnTo>
                  <a:pt x="803" y="803"/>
                </a:lnTo>
                <a:cubicBezTo>
                  <a:pt x="800" y="805"/>
                  <a:pt x="796" y="804"/>
                  <a:pt x="793" y="801"/>
                </a:cubicBezTo>
                <a:lnTo>
                  <a:pt x="790" y="798"/>
                </a:lnTo>
                <a:cubicBezTo>
                  <a:pt x="790" y="797"/>
                  <a:pt x="789" y="796"/>
                  <a:pt x="789" y="796"/>
                </a:cubicBezTo>
                <a:lnTo>
                  <a:pt x="786" y="790"/>
                </a:lnTo>
                <a:cubicBezTo>
                  <a:pt x="786" y="789"/>
                  <a:pt x="786" y="788"/>
                  <a:pt x="786" y="787"/>
                </a:cubicBezTo>
                <a:lnTo>
                  <a:pt x="785" y="781"/>
                </a:lnTo>
                <a:cubicBezTo>
                  <a:pt x="785" y="779"/>
                  <a:pt x="786" y="776"/>
                  <a:pt x="789" y="774"/>
                </a:cubicBezTo>
                <a:lnTo>
                  <a:pt x="795" y="770"/>
                </a:lnTo>
                <a:lnTo>
                  <a:pt x="802" y="762"/>
                </a:lnTo>
                <a:cubicBezTo>
                  <a:pt x="803" y="762"/>
                  <a:pt x="804" y="761"/>
                  <a:pt x="805" y="761"/>
                </a:cubicBezTo>
                <a:lnTo>
                  <a:pt x="809" y="759"/>
                </a:lnTo>
                <a:cubicBezTo>
                  <a:pt x="811" y="758"/>
                  <a:pt x="813" y="758"/>
                  <a:pt x="815" y="759"/>
                </a:cubicBezTo>
                <a:lnTo>
                  <a:pt x="828" y="764"/>
                </a:lnTo>
                <a:lnTo>
                  <a:pt x="844" y="754"/>
                </a:lnTo>
                <a:lnTo>
                  <a:pt x="848" y="749"/>
                </a:lnTo>
                <a:lnTo>
                  <a:pt x="850" y="734"/>
                </a:lnTo>
                <a:lnTo>
                  <a:pt x="843" y="721"/>
                </a:lnTo>
                <a:lnTo>
                  <a:pt x="786" y="714"/>
                </a:lnTo>
                <a:cubicBezTo>
                  <a:pt x="784" y="714"/>
                  <a:pt x="783" y="714"/>
                  <a:pt x="782" y="713"/>
                </a:cubicBezTo>
                <a:lnTo>
                  <a:pt x="774" y="707"/>
                </a:lnTo>
                <a:lnTo>
                  <a:pt x="753" y="682"/>
                </a:lnTo>
                <a:lnTo>
                  <a:pt x="741" y="674"/>
                </a:lnTo>
                <a:cubicBezTo>
                  <a:pt x="740" y="673"/>
                  <a:pt x="739" y="672"/>
                  <a:pt x="738" y="670"/>
                </a:cubicBezTo>
                <a:lnTo>
                  <a:pt x="735" y="661"/>
                </a:lnTo>
                <a:cubicBezTo>
                  <a:pt x="735" y="660"/>
                  <a:pt x="734" y="658"/>
                  <a:pt x="735" y="657"/>
                </a:cubicBezTo>
                <a:lnTo>
                  <a:pt x="736" y="644"/>
                </a:lnTo>
                <a:lnTo>
                  <a:pt x="717" y="631"/>
                </a:lnTo>
                <a:cubicBezTo>
                  <a:pt x="716" y="630"/>
                  <a:pt x="715" y="629"/>
                  <a:pt x="715" y="628"/>
                </a:cubicBezTo>
                <a:lnTo>
                  <a:pt x="709" y="618"/>
                </a:lnTo>
                <a:cubicBezTo>
                  <a:pt x="709" y="617"/>
                  <a:pt x="708" y="616"/>
                  <a:pt x="708" y="616"/>
                </a:cubicBezTo>
                <a:lnTo>
                  <a:pt x="707" y="609"/>
                </a:lnTo>
                <a:lnTo>
                  <a:pt x="705" y="589"/>
                </a:lnTo>
                <a:lnTo>
                  <a:pt x="703" y="585"/>
                </a:lnTo>
                <a:lnTo>
                  <a:pt x="698" y="582"/>
                </a:lnTo>
                <a:lnTo>
                  <a:pt x="695" y="583"/>
                </a:lnTo>
                <a:cubicBezTo>
                  <a:pt x="692" y="584"/>
                  <a:pt x="689" y="582"/>
                  <a:pt x="687" y="580"/>
                </a:cubicBezTo>
                <a:cubicBezTo>
                  <a:pt x="686" y="577"/>
                  <a:pt x="686" y="574"/>
                  <a:pt x="687" y="571"/>
                </a:cubicBezTo>
                <a:lnTo>
                  <a:pt x="691" y="562"/>
                </a:lnTo>
                <a:lnTo>
                  <a:pt x="692" y="550"/>
                </a:lnTo>
                <a:lnTo>
                  <a:pt x="692" y="540"/>
                </a:lnTo>
                <a:lnTo>
                  <a:pt x="631" y="549"/>
                </a:lnTo>
                <a:lnTo>
                  <a:pt x="612" y="561"/>
                </a:lnTo>
                <a:cubicBezTo>
                  <a:pt x="611" y="562"/>
                  <a:pt x="610" y="562"/>
                  <a:pt x="609" y="562"/>
                </a:cubicBezTo>
                <a:lnTo>
                  <a:pt x="590" y="566"/>
                </a:lnTo>
                <a:lnTo>
                  <a:pt x="587" y="568"/>
                </a:lnTo>
                <a:lnTo>
                  <a:pt x="587" y="573"/>
                </a:lnTo>
                <a:lnTo>
                  <a:pt x="592" y="591"/>
                </a:lnTo>
                <a:cubicBezTo>
                  <a:pt x="593" y="594"/>
                  <a:pt x="592" y="598"/>
                  <a:pt x="589" y="600"/>
                </a:cubicBezTo>
                <a:lnTo>
                  <a:pt x="587" y="601"/>
                </a:lnTo>
                <a:lnTo>
                  <a:pt x="585" y="604"/>
                </a:lnTo>
                <a:lnTo>
                  <a:pt x="583" y="610"/>
                </a:lnTo>
                <a:lnTo>
                  <a:pt x="582" y="616"/>
                </a:lnTo>
                <a:lnTo>
                  <a:pt x="584" y="619"/>
                </a:lnTo>
                <a:lnTo>
                  <a:pt x="587" y="621"/>
                </a:lnTo>
                <a:lnTo>
                  <a:pt x="597" y="621"/>
                </a:lnTo>
                <a:cubicBezTo>
                  <a:pt x="598" y="621"/>
                  <a:pt x="599" y="621"/>
                  <a:pt x="600" y="622"/>
                </a:cubicBezTo>
                <a:lnTo>
                  <a:pt x="610" y="625"/>
                </a:lnTo>
                <a:cubicBezTo>
                  <a:pt x="611" y="626"/>
                  <a:pt x="612" y="626"/>
                  <a:pt x="613" y="627"/>
                </a:cubicBezTo>
                <a:lnTo>
                  <a:pt x="618" y="632"/>
                </a:lnTo>
                <a:cubicBezTo>
                  <a:pt x="618" y="633"/>
                  <a:pt x="619" y="634"/>
                  <a:pt x="619" y="634"/>
                </a:cubicBezTo>
                <a:lnTo>
                  <a:pt x="623" y="644"/>
                </a:lnTo>
                <a:lnTo>
                  <a:pt x="629" y="671"/>
                </a:lnTo>
                <a:lnTo>
                  <a:pt x="632" y="673"/>
                </a:lnTo>
                <a:cubicBezTo>
                  <a:pt x="633" y="673"/>
                  <a:pt x="634" y="674"/>
                  <a:pt x="634" y="675"/>
                </a:cubicBezTo>
                <a:lnTo>
                  <a:pt x="643" y="685"/>
                </a:lnTo>
                <a:lnTo>
                  <a:pt x="724" y="715"/>
                </a:lnTo>
                <a:cubicBezTo>
                  <a:pt x="725" y="715"/>
                  <a:pt x="726" y="716"/>
                  <a:pt x="726" y="716"/>
                </a:cubicBezTo>
                <a:lnTo>
                  <a:pt x="733" y="721"/>
                </a:lnTo>
                <a:cubicBezTo>
                  <a:pt x="733" y="722"/>
                  <a:pt x="734" y="723"/>
                  <a:pt x="735" y="724"/>
                </a:cubicBezTo>
                <a:lnTo>
                  <a:pt x="747" y="742"/>
                </a:lnTo>
                <a:cubicBezTo>
                  <a:pt x="748" y="743"/>
                  <a:pt x="750" y="744"/>
                  <a:pt x="751" y="745"/>
                </a:cubicBezTo>
                <a:lnTo>
                  <a:pt x="753" y="749"/>
                </a:lnTo>
                <a:cubicBezTo>
                  <a:pt x="753" y="749"/>
                  <a:pt x="753" y="750"/>
                  <a:pt x="754" y="751"/>
                </a:cubicBezTo>
                <a:lnTo>
                  <a:pt x="755" y="756"/>
                </a:lnTo>
                <a:cubicBezTo>
                  <a:pt x="755" y="757"/>
                  <a:pt x="755" y="758"/>
                  <a:pt x="755" y="759"/>
                </a:cubicBezTo>
                <a:lnTo>
                  <a:pt x="753" y="765"/>
                </a:lnTo>
                <a:cubicBezTo>
                  <a:pt x="753" y="767"/>
                  <a:pt x="752" y="769"/>
                  <a:pt x="750" y="771"/>
                </a:cubicBezTo>
                <a:lnTo>
                  <a:pt x="747" y="772"/>
                </a:lnTo>
                <a:cubicBezTo>
                  <a:pt x="745" y="773"/>
                  <a:pt x="743" y="773"/>
                  <a:pt x="740" y="772"/>
                </a:cubicBezTo>
                <a:lnTo>
                  <a:pt x="717" y="763"/>
                </a:lnTo>
                <a:cubicBezTo>
                  <a:pt x="716" y="763"/>
                  <a:pt x="715" y="762"/>
                  <a:pt x="714" y="762"/>
                </a:cubicBezTo>
                <a:lnTo>
                  <a:pt x="695" y="742"/>
                </a:lnTo>
                <a:lnTo>
                  <a:pt x="686" y="738"/>
                </a:lnTo>
                <a:lnTo>
                  <a:pt x="662" y="739"/>
                </a:lnTo>
                <a:lnTo>
                  <a:pt x="652" y="743"/>
                </a:lnTo>
                <a:lnTo>
                  <a:pt x="650" y="749"/>
                </a:lnTo>
                <a:lnTo>
                  <a:pt x="651" y="751"/>
                </a:lnTo>
                <a:lnTo>
                  <a:pt x="657" y="758"/>
                </a:lnTo>
                <a:cubicBezTo>
                  <a:pt x="658" y="759"/>
                  <a:pt x="658" y="761"/>
                  <a:pt x="658" y="762"/>
                </a:cubicBezTo>
                <a:lnTo>
                  <a:pt x="660" y="771"/>
                </a:lnTo>
                <a:cubicBezTo>
                  <a:pt x="660" y="772"/>
                  <a:pt x="660" y="773"/>
                  <a:pt x="660" y="773"/>
                </a:cubicBezTo>
                <a:lnTo>
                  <a:pt x="658" y="786"/>
                </a:lnTo>
                <a:cubicBezTo>
                  <a:pt x="658" y="788"/>
                  <a:pt x="657" y="790"/>
                  <a:pt x="655" y="791"/>
                </a:cubicBezTo>
                <a:cubicBezTo>
                  <a:pt x="653" y="793"/>
                  <a:pt x="651" y="793"/>
                  <a:pt x="648" y="793"/>
                </a:cubicBezTo>
                <a:lnTo>
                  <a:pt x="645" y="792"/>
                </a:lnTo>
                <a:cubicBezTo>
                  <a:pt x="643" y="791"/>
                  <a:pt x="641" y="790"/>
                  <a:pt x="640" y="788"/>
                </a:cubicBezTo>
                <a:lnTo>
                  <a:pt x="633" y="774"/>
                </a:lnTo>
                <a:lnTo>
                  <a:pt x="629" y="769"/>
                </a:lnTo>
                <a:lnTo>
                  <a:pt x="623" y="765"/>
                </a:lnTo>
                <a:lnTo>
                  <a:pt x="614" y="758"/>
                </a:lnTo>
                <a:cubicBezTo>
                  <a:pt x="613" y="757"/>
                  <a:pt x="612" y="756"/>
                  <a:pt x="611" y="754"/>
                </a:cubicBezTo>
                <a:lnTo>
                  <a:pt x="608" y="741"/>
                </a:lnTo>
                <a:lnTo>
                  <a:pt x="607" y="724"/>
                </a:lnTo>
                <a:lnTo>
                  <a:pt x="607" y="727"/>
                </a:lnTo>
                <a:lnTo>
                  <a:pt x="607" y="757"/>
                </a:lnTo>
                <a:lnTo>
                  <a:pt x="606" y="772"/>
                </a:lnTo>
                <a:lnTo>
                  <a:pt x="603" y="787"/>
                </a:lnTo>
                <a:lnTo>
                  <a:pt x="596" y="811"/>
                </a:lnTo>
                <a:cubicBezTo>
                  <a:pt x="595" y="814"/>
                  <a:pt x="592" y="816"/>
                  <a:pt x="588" y="816"/>
                </a:cubicBezTo>
                <a:cubicBezTo>
                  <a:pt x="585" y="816"/>
                  <a:pt x="582" y="814"/>
                  <a:pt x="581" y="810"/>
                </a:cubicBezTo>
                <a:lnTo>
                  <a:pt x="579" y="802"/>
                </a:lnTo>
                <a:cubicBezTo>
                  <a:pt x="579" y="801"/>
                  <a:pt x="579" y="800"/>
                  <a:pt x="579" y="800"/>
                </a:cubicBezTo>
                <a:lnTo>
                  <a:pt x="579" y="793"/>
                </a:lnTo>
                <a:lnTo>
                  <a:pt x="585" y="774"/>
                </a:lnTo>
                <a:lnTo>
                  <a:pt x="583" y="770"/>
                </a:lnTo>
                <a:lnTo>
                  <a:pt x="580" y="765"/>
                </a:lnTo>
                <a:cubicBezTo>
                  <a:pt x="579" y="764"/>
                  <a:pt x="578" y="762"/>
                  <a:pt x="579" y="760"/>
                </a:cubicBezTo>
                <a:lnTo>
                  <a:pt x="579" y="746"/>
                </a:lnTo>
                <a:lnTo>
                  <a:pt x="583" y="703"/>
                </a:lnTo>
                <a:lnTo>
                  <a:pt x="581" y="694"/>
                </a:lnTo>
                <a:lnTo>
                  <a:pt x="577" y="685"/>
                </a:lnTo>
                <a:lnTo>
                  <a:pt x="573" y="680"/>
                </a:lnTo>
                <a:lnTo>
                  <a:pt x="570" y="679"/>
                </a:lnTo>
                <a:lnTo>
                  <a:pt x="549" y="680"/>
                </a:lnTo>
                <a:cubicBezTo>
                  <a:pt x="546" y="680"/>
                  <a:pt x="543" y="680"/>
                  <a:pt x="541" y="678"/>
                </a:cubicBezTo>
                <a:cubicBezTo>
                  <a:pt x="538" y="675"/>
                  <a:pt x="537" y="671"/>
                  <a:pt x="540" y="668"/>
                </a:cubicBezTo>
                <a:lnTo>
                  <a:pt x="542" y="657"/>
                </a:lnTo>
                <a:lnTo>
                  <a:pt x="545" y="646"/>
                </a:lnTo>
                <a:lnTo>
                  <a:pt x="544" y="639"/>
                </a:lnTo>
                <a:lnTo>
                  <a:pt x="532" y="609"/>
                </a:lnTo>
                <a:lnTo>
                  <a:pt x="526" y="600"/>
                </a:lnTo>
                <a:lnTo>
                  <a:pt x="522" y="596"/>
                </a:lnTo>
                <a:lnTo>
                  <a:pt x="520" y="595"/>
                </a:lnTo>
                <a:lnTo>
                  <a:pt x="515" y="603"/>
                </a:lnTo>
                <a:cubicBezTo>
                  <a:pt x="514" y="605"/>
                  <a:pt x="513" y="605"/>
                  <a:pt x="511" y="606"/>
                </a:cubicBezTo>
                <a:lnTo>
                  <a:pt x="498" y="611"/>
                </a:lnTo>
                <a:lnTo>
                  <a:pt x="490" y="618"/>
                </a:lnTo>
                <a:cubicBezTo>
                  <a:pt x="490" y="619"/>
                  <a:pt x="490" y="619"/>
                  <a:pt x="489" y="619"/>
                </a:cubicBezTo>
                <a:lnTo>
                  <a:pt x="489" y="623"/>
                </a:lnTo>
                <a:lnTo>
                  <a:pt x="490" y="625"/>
                </a:lnTo>
                <a:cubicBezTo>
                  <a:pt x="491" y="626"/>
                  <a:pt x="492" y="627"/>
                  <a:pt x="492" y="628"/>
                </a:cubicBezTo>
                <a:lnTo>
                  <a:pt x="494" y="633"/>
                </a:lnTo>
                <a:cubicBezTo>
                  <a:pt x="495" y="634"/>
                  <a:pt x="495" y="635"/>
                  <a:pt x="495" y="637"/>
                </a:cubicBezTo>
                <a:lnTo>
                  <a:pt x="493" y="645"/>
                </a:lnTo>
                <a:cubicBezTo>
                  <a:pt x="494" y="646"/>
                  <a:pt x="494" y="646"/>
                  <a:pt x="494" y="647"/>
                </a:cubicBezTo>
                <a:lnTo>
                  <a:pt x="497" y="655"/>
                </a:lnTo>
                <a:cubicBezTo>
                  <a:pt x="498" y="657"/>
                  <a:pt x="498" y="659"/>
                  <a:pt x="497" y="661"/>
                </a:cubicBezTo>
                <a:lnTo>
                  <a:pt x="492" y="673"/>
                </a:lnTo>
                <a:lnTo>
                  <a:pt x="485" y="685"/>
                </a:lnTo>
                <a:lnTo>
                  <a:pt x="482" y="693"/>
                </a:lnTo>
                <a:lnTo>
                  <a:pt x="485" y="705"/>
                </a:lnTo>
                <a:cubicBezTo>
                  <a:pt x="485" y="707"/>
                  <a:pt x="485" y="709"/>
                  <a:pt x="484" y="710"/>
                </a:cubicBezTo>
                <a:lnTo>
                  <a:pt x="476" y="727"/>
                </a:lnTo>
                <a:cubicBezTo>
                  <a:pt x="475" y="728"/>
                  <a:pt x="474" y="729"/>
                  <a:pt x="473" y="730"/>
                </a:cubicBezTo>
                <a:lnTo>
                  <a:pt x="454" y="743"/>
                </a:lnTo>
                <a:lnTo>
                  <a:pt x="446" y="752"/>
                </a:lnTo>
                <a:lnTo>
                  <a:pt x="443" y="767"/>
                </a:lnTo>
                <a:lnTo>
                  <a:pt x="443" y="795"/>
                </a:lnTo>
                <a:cubicBezTo>
                  <a:pt x="443" y="796"/>
                  <a:pt x="443" y="797"/>
                  <a:pt x="443" y="798"/>
                </a:cubicBezTo>
                <a:lnTo>
                  <a:pt x="440" y="805"/>
                </a:lnTo>
                <a:lnTo>
                  <a:pt x="455" y="799"/>
                </a:lnTo>
                <a:cubicBezTo>
                  <a:pt x="458" y="798"/>
                  <a:pt x="461" y="799"/>
                  <a:pt x="463" y="801"/>
                </a:cubicBezTo>
                <a:lnTo>
                  <a:pt x="471" y="808"/>
                </a:lnTo>
                <a:cubicBezTo>
                  <a:pt x="474" y="810"/>
                  <a:pt x="475" y="813"/>
                  <a:pt x="474" y="817"/>
                </a:cubicBezTo>
                <a:lnTo>
                  <a:pt x="466" y="837"/>
                </a:lnTo>
                <a:lnTo>
                  <a:pt x="464" y="843"/>
                </a:lnTo>
                <a:lnTo>
                  <a:pt x="464" y="857"/>
                </a:lnTo>
                <a:lnTo>
                  <a:pt x="465" y="860"/>
                </a:lnTo>
                <a:lnTo>
                  <a:pt x="485" y="872"/>
                </a:lnTo>
                <a:cubicBezTo>
                  <a:pt x="488" y="874"/>
                  <a:pt x="491" y="877"/>
                  <a:pt x="489" y="881"/>
                </a:cubicBezTo>
                <a:cubicBezTo>
                  <a:pt x="488" y="884"/>
                  <a:pt x="484" y="887"/>
                  <a:pt x="481" y="887"/>
                </a:cubicBezTo>
                <a:lnTo>
                  <a:pt x="443" y="885"/>
                </a:lnTo>
                <a:lnTo>
                  <a:pt x="425" y="891"/>
                </a:lnTo>
                <a:lnTo>
                  <a:pt x="399" y="913"/>
                </a:lnTo>
                <a:cubicBezTo>
                  <a:pt x="398" y="914"/>
                  <a:pt x="396" y="915"/>
                  <a:pt x="394" y="915"/>
                </a:cubicBezTo>
                <a:lnTo>
                  <a:pt x="333" y="919"/>
                </a:lnTo>
                <a:lnTo>
                  <a:pt x="332" y="920"/>
                </a:lnTo>
                <a:lnTo>
                  <a:pt x="336" y="922"/>
                </a:lnTo>
                <a:cubicBezTo>
                  <a:pt x="336" y="922"/>
                  <a:pt x="337" y="923"/>
                  <a:pt x="338" y="923"/>
                </a:cubicBezTo>
                <a:lnTo>
                  <a:pt x="341" y="927"/>
                </a:lnTo>
                <a:cubicBezTo>
                  <a:pt x="344" y="929"/>
                  <a:pt x="344" y="933"/>
                  <a:pt x="342" y="936"/>
                </a:cubicBezTo>
                <a:lnTo>
                  <a:pt x="336" y="948"/>
                </a:lnTo>
                <a:cubicBezTo>
                  <a:pt x="335" y="949"/>
                  <a:pt x="335" y="950"/>
                  <a:pt x="334" y="950"/>
                </a:cubicBezTo>
                <a:lnTo>
                  <a:pt x="318" y="964"/>
                </a:lnTo>
                <a:lnTo>
                  <a:pt x="306" y="988"/>
                </a:lnTo>
                <a:lnTo>
                  <a:pt x="289" y="1012"/>
                </a:lnTo>
                <a:cubicBezTo>
                  <a:pt x="290" y="1012"/>
                  <a:pt x="291" y="1013"/>
                  <a:pt x="292" y="1014"/>
                </a:cubicBezTo>
                <a:lnTo>
                  <a:pt x="295" y="1017"/>
                </a:lnTo>
                <a:cubicBezTo>
                  <a:pt x="296" y="1018"/>
                  <a:pt x="297" y="1019"/>
                  <a:pt x="298" y="1021"/>
                </a:cubicBezTo>
                <a:lnTo>
                  <a:pt x="299" y="1031"/>
                </a:lnTo>
                <a:lnTo>
                  <a:pt x="299" y="1045"/>
                </a:lnTo>
                <a:cubicBezTo>
                  <a:pt x="299" y="1047"/>
                  <a:pt x="298" y="1048"/>
                  <a:pt x="298" y="1049"/>
                </a:cubicBezTo>
                <a:lnTo>
                  <a:pt x="295" y="1054"/>
                </a:lnTo>
                <a:cubicBezTo>
                  <a:pt x="293" y="1056"/>
                  <a:pt x="291" y="1058"/>
                  <a:pt x="288" y="1058"/>
                </a:cubicBezTo>
                <a:lnTo>
                  <a:pt x="283" y="1058"/>
                </a:lnTo>
                <a:lnTo>
                  <a:pt x="280" y="1061"/>
                </a:lnTo>
                <a:lnTo>
                  <a:pt x="270" y="1086"/>
                </a:lnTo>
                <a:lnTo>
                  <a:pt x="282" y="1076"/>
                </a:lnTo>
                <a:cubicBezTo>
                  <a:pt x="283" y="1076"/>
                  <a:pt x="284" y="1075"/>
                  <a:pt x="285" y="1075"/>
                </a:cubicBezTo>
                <a:lnTo>
                  <a:pt x="346" y="1060"/>
                </a:lnTo>
                <a:cubicBezTo>
                  <a:pt x="349" y="1059"/>
                  <a:pt x="352" y="1060"/>
                  <a:pt x="354" y="1062"/>
                </a:cubicBezTo>
                <a:cubicBezTo>
                  <a:pt x="356" y="1064"/>
                  <a:pt x="357" y="1067"/>
                  <a:pt x="356" y="1069"/>
                </a:cubicBezTo>
                <a:lnTo>
                  <a:pt x="354" y="1081"/>
                </a:lnTo>
                <a:lnTo>
                  <a:pt x="384" y="1095"/>
                </a:lnTo>
                <a:cubicBezTo>
                  <a:pt x="386" y="1096"/>
                  <a:pt x="387" y="1097"/>
                  <a:pt x="388" y="1099"/>
                </a:cubicBezTo>
                <a:lnTo>
                  <a:pt x="396" y="1117"/>
                </a:lnTo>
                <a:cubicBezTo>
                  <a:pt x="397" y="1121"/>
                  <a:pt x="396" y="1126"/>
                  <a:pt x="392" y="1128"/>
                </a:cubicBezTo>
                <a:lnTo>
                  <a:pt x="383" y="1131"/>
                </a:lnTo>
                <a:cubicBezTo>
                  <a:pt x="382" y="1132"/>
                  <a:pt x="381" y="1132"/>
                  <a:pt x="380" y="1132"/>
                </a:cubicBezTo>
                <a:lnTo>
                  <a:pt x="371" y="1132"/>
                </a:lnTo>
                <a:cubicBezTo>
                  <a:pt x="370" y="1133"/>
                  <a:pt x="370" y="1132"/>
                  <a:pt x="369" y="1132"/>
                </a:cubicBezTo>
                <a:lnTo>
                  <a:pt x="360" y="1128"/>
                </a:lnTo>
                <a:cubicBezTo>
                  <a:pt x="359" y="1128"/>
                  <a:pt x="359" y="1128"/>
                  <a:pt x="358" y="1127"/>
                </a:cubicBezTo>
                <a:lnTo>
                  <a:pt x="350" y="1121"/>
                </a:lnTo>
                <a:cubicBezTo>
                  <a:pt x="349" y="1121"/>
                  <a:pt x="349" y="1120"/>
                  <a:pt x="348" y="1119"/>
                </a:cubicBezTo>
                <a:lnTo>
                  <a:pt x="343" y="1112"/>
                </a:lnTo>
                <a:lnTo>
                  <a:pt x="337" y="1118"/>
                </a:lnTo>
                <a:cubicBezTo>
                  <a:pt x="336" y="1119"/>
                  <a:pt x="335" y="1120"/>
                  <a:pt x="334" y="1120"/>
                </a:cubicBezTo>
                <a:lnTo>
                  <a:pt x="324" y="1124"/>
                </a:lnTo>
                <a:lnTo>
                  <a:pt x="319" y="1128"/>
                </a:lnTo>
                <a:lnTo>
                  <a:pt x="300" y="1147"/>
                </a:lnTo>
                <a:cubicBezTo>
                  <a:pt x="300" y="1148"/>
                  <a:pt x="299" y="1149"/>
                  <a:pt x="298" y="1149"/>
                </a:cubicBezTo>
                <a:lnTo>
                  <a:pt x="287" y="1155"/>
                </a:lnTo>
                <a:lnTo>
                  <a:pt x="328" y="1177"/>
                </a:lnTo>
                <a:lnTo>
                  <a:pt x="355" y="1182"/>
                </a:lnTo>
                <a:cubicBezTo>
                  <a:pt x="357" y="1182"/>
                  <a:pt x="358" y="1182"/>
                  <a:pt x="359" y="1183"/>
                </a:cubicBezTo>
                <a:lnTo>
                  <a:pt x="372" y="1195"/>
                </a:lnTo>
                <a:cubicBezTo>
                  <a:pt x="374" y="1196"/>
                  <a:pt x="375" y="1198"/>
                  <a:pt x="375" y="1201"/>
                </a:cubicBezTo>
                <a:lnTo>
                  <a:pt x="375" y="1226"/>
                </a:lnTo>
                <a:cubicBezTo>
                  <a:pt x="375" y="1229"/>
                  <a:pt x="373" y="1232"/>
                  <a:pt x="370" y="1233"/>
                </a:cubicBezTo>
                <a:cubicBezTo>
                  <a:pt x="367" y="1234"/>
                  <a:pt x="363" y="1233"/>
                  <a:pt x="361" y="1231"/>
                </a:cubicBezTo>
                <a:lnTo>
                  <a:pt x="344" y="1208"/>
                </a:lnTo>
                <a:lnTo>
                  <a:pt x="299" y="1200"/>
                </a:lnTo>
                <a:cubicBezTo>
                  <a:pt x="298" y="1199"/>
                  <a:pt x="297" y="1199"/>
                  <a:pt x="296" y="1198"/>
                </a:cubicBezTo>
                <a:lnTo>
                  <a:pt x="268" y="1179"/>
                </a:lnTo>
                <a:lnTo>
                  <a:pt x="263" y="1181"/>
                </a:lnTo>
                <a:lnTo>
                  <a:pt x="254" y="1191"/>
                </a:lnTo>
                <a:cubicBezTo>
                  <a:pt x="253" y="1192"/>
                  <a:pt x="252" y="1192"/>
                  <a:pt x="251" y="1193"/>
                </a:cubicBezTo>
                <a:lnTo>
                  <a:pt x="232" y="1201"/>
                </a:lnTo>
                <a:lnTo>
                  <a:pt x="210" y="1219"/>
                </a:lnTo>
                <a:lnTo>
                  <a:pt x="220" y="1229"/>
                </a:lnTo>
                <a:lnTo>
                  <a:pt x="225" y="1231"/>
                </a:lnTo>
                <a:lnTo>
                  <a:pt x="228" y="1228"/>
                </a:lnTo>
                <a:lnTo>
                  <a:pt x="235" y="1219"/>
                </a:lnTo>
                <a:cubicBezTo>
                  <a:pt x="238" y="1216"/>
                  <a:pt x="242" y="1216"/>
                  <a:pt x="245" y="1217"/>
                </a:cubicBezTo>
                <a:lnTo>
                  <a:pt x="255" y="1222"/>
                </a:lnTo>
                <a:cubicBezTo>
                  <a:pt x="256" y="1223"/>
                  <a:pt x="257" y="1224"/>
                  <a:pt x="257" y="1225"/>
                </a:cubicBezTo>
                <a:lnTo>
                  <a:pt x="265" y="1237"/>
                </a:lnTo>
                <a:lnTo>
                  <a:pt x="272" y="1251"/>
                </a:lnTo>
                <a:lnTo>
                  <a:pt x="283" y="1268"/>
                </a:lnTo>
                <a:lnTo>
                  <a:pt x="319" y="1275"/>
                </a:lnTo>
                <a:cubicBezTo>
                  <a:pt x="321" y="1275"/>
                  <a:pt x="322" y="1276"/>
                  <a:pt x="323" y="1277"/>
                </a:cubicBezTo>
                <a:lnTo>
                  <a:pt x="341" y="1295"/>
                </a:lnTo>
                <a:cubicBezTo>
                  <a:pt x="343" y="1297"/>
                  <a:pt x="344" y="1299"/>
                  <a:pt x="343" y="1302"/>
                </a:cubicBezTo>
                <a:cubicBezTo>
                  <a:pt x="343" y="1305"/>
                  <a:pt x="341" y="1307"/>
                  <a:pt x="338" y="1308"/>
                </a:cubicBezTo>
                <a:lnTo>
                  <a:pt x="331" y="1311"/>
                </a:lnTo>
                <a:cubicBezTo>
                  <a:pt x="329" y="1311"/>
                  <a:pt x="326" y="1311"/>
                  <a:pt x="324" y="1310"/>
                </a:cubicBezTo>
                <a:lnTo>
                  <a:pt x="303" y="1297"/>
                </a:lnTo>
                <a:lnTo>
                  <a:pt x="279" y="1304"/>
                </a:lnTo>
                <a:cubicBezTo>
                  <a:pt x="279" y="1304"/>
                  <a:pt x="278" y="1304"/>
                  <a:pt x="277" y="1304"/>
                </a:cubicBezTo>
                <a:lnTo>
                  <a:pt x="267" y="1303"/>
                </a:lnTo>
                <a:cubicBezTo>
                  <a:pt x="267" y="1303"/>
                  <a:pt x="266" y="1303"/>
                  <a:pt x="265" y="1302"/>
                </a:cubicBezTo>
                <a:lnTo>
                  <a:pt x="259" y="1300"/>
                </a:lnTo>
                <a:cubicBezTo>
                  <a:pt x="258" y="1299"/>
                  <a:pt x="258" y="1299"/>
                  <a:pt x="257" y="1299"/>
                </a:cubicBezTo>
                <a:lnTo>
                  <a:pt x="251" y="1294"/>
                </a:lnTo>
                <a:lnTo>
                  <a:pt x="244" y="1285"/>
                </a:lnTo>
                <a:lnTo>
                  <a:pt x="235" y="1265"/>
                </a:lnTo>
                <a:lnTo>
                  <a:pt x="232" y="1267"/>
                </a:lnTo>
                <a:cubicBezTo>
                  <a:pt x="231" y="1267"/>
                  <a:pt x="231" y="1267"/>
                  <a:pt x="230" y="1267"/>
                </a:cubicBezTo>
                <a:lnTo>
                  <a:pt x="223" y="1268"/>
                </a:lnTo>
                <a:cubicBezTo>
                  <a:pt x="221" y="1269"/>
                  <a:pt x="219" y="1268"/>
                  <a:pt x="217" y="1267"/>
                </a:cubicBezTo>
                <a:lnTo>
                  <a:pt x="205" y="1256"/>
                </a:lnTo>
                <a:lnTo>
                  <a:pt x="195" y="1264"/>
                </a:lnTo>
                <a:cubicBezTo>
                  <a:pt x="194" y="1264"/>
                  <a:pt x="193" y="1265"/>
                  <a:pt x="193" y="1265"/>
                </a:cubicBezTo>
                <a:lnTo>
                  <a:pt x="167" y="1275"/>
                </a:lnTo>
                <a:lnTo>
                  <a:pt x="165" y="1278"/>
                </a:lnTo>
                <a:lnTo>
                  <a:pt x="164" y="1282"/>
                </a:lnTo>
                <a:lnTo>
                  <a:pt x="165" y="1289"/>
                </a:lnTo>
                <a:lnTo>
                  <a:pt x="167" y="1290"/>
                </a:lnTo>
                <a:cubicBezTo>
                  <a:pt x="168" y="1291"/>
                  <a:pt x="169" y="1292"/>
                  <a:pt x="170" y="1293"/>
                </a:cubicBezTo>
                <a:lnTo>
                  <a:pt x="174" y="1299"/>
                </a:lnTo>
                <a:lnTo>
                  <a:pt x="180" y="1300"/>
                </a:lnTo>
                <a:cubicBezTo>
                  <a:pt x="182" y="1300"/>
                  <a:pt x="184" y="1301"/>
                  <a:pt x="185" y="1303"/>
                </a:cubicBezTo>
                <a:lnTo>
                  <a:pt x="188" y="1306"/>
                </a:lnTo>
                <a:cubicBezTo>
                  <a:pt x="189" y="1307"/>
                  <a:pt x="189" y="1308"/>
                  <a:pt x="190" y="1309"/>
                </a:cubicBezTo>
                <a:lnTo>
                  <a:pt x="192" y="1317"/>
                </a:lnTo>
                <a:cubicBezTo>
                  <a:pt x="193" y="1320"/>
                  <a:pt x="191" y="1323"/>
                  <a:pt x="189" y="1325"/>
                </a:cubicBezTo>
                <a:lnTo>
                  <a:pt x="183" y="1329"/>
                </a:lnTo>
                <a:cubicBezTo>
                  <a:pt x="182" y="1330"/>
                  <a:pt x="181" y="1330"/>
                  <a:pt x="180" y="1330"/>
                </a:cubicBezTo>
                <a:lnTo>
                  <a:pt x="174" y="1332"/>
                </a:lnTo>
                <a:cubicBezTo>
                  <a:pt x="173" y="1332"/>
                  <a:pt x="172" y="1332"/>
                  <a:pt x="171" y="1332"/>
                </a:cubicBezTo>
                <a:lnTo>
                  <a:pt x="165" y="1331"/>
                </a:lnTo>
                <a:cubicBezTo>
                  <a:pt x="164" y="1331"/>
                  <a:pt x="163" y="1330"/>
                  <a:pt x="162" y="1330"/>
                </a:cubicBezTo>
                <a:lnTo>
                  <a:pt x="150" y="1321"/>
                </a:lnTo>
                <a:cubicBezTo>
                  <a:pt x="149" y="1321"/>
                  <a:pt x="149" y="1321"/>
                  <a:pt x="148" y="1320"/>
                </a:cubicBezTo>
                <a:lnTo>
                  <a:pt x="146" y="1318"/>
                </a:lnTo>
                <a:cubicBezTo>
                  <a:pt x="145" y="1316"/>
                  <a:pt x="145" y="1315"/>
                  <a:pt x="144" y="1314"/>
                </a:cubicBezTo>
                <a:lnTo>
                  <a:pt x="144" y="1310"/>
                </a:lnTo>
                <a:lnTo>
                  <a:pt x="144" y="1302"/>
                </a:lnTo>
                <a:lnTo>
                  <a:pt x="144" y="1301"/>
                </a:lnTo>
                <a:lnTo>
                  <a:pt x="135" y="1293"/>
                </a:lnTo>
                <a:cubicBezTo>
                  <a:pt x="134" y="1293"/>
                  <a:pt x="134" y="1292"/>
                  <a:pt x="133" y="1291"/>
                </a:cubicBezTo>
                <a:lnTo>
                  <a:pt x="126" y="1276"/>
                </a:lnTo>
                <a:lnTo>
                  <a:pt x="121" y="1270"/>
                </a:lnTo>
                <a:lnTo>
                  <a:pt x="119" y="1270"/>
                </a:lnTo>
                <a:lnTo>
                  <a:pt x="109" y="1279"/>
                </a:lnTo>
                <a:cubicBezTo>
                  <a:pt x="108" y="1279"/>
                  <a:pt x="107" y="1280"/>
                  <a:pt x="106" y="1280"/>
                </a:cubicBezTo>
                <a:lnTo>
                  <a:pt x="72" y="1290"/>
                </a:lnTo>
                <a:lnTo>
                  <a:pt x="38" y="1315"/>
                </a:lnTo>
                <a:cubicBezTo>
                  <a:pt x="38" y="1316"/>
                  <a:pt x="37" y="1316"/>
                  <a:pt x="36" y="1316"/>
                </a:cubicBezTo>
                <a:lnTo>
                  <a:pt x="17" y="1323"/>
                </a:lnTo>
                <a:lnTo>
                  <a:pt x="9" y="1331"/>
                </a:lnTo>
                <a:lnTo>
                  <a:pt x="3" y="1344"/>
                </a:lnTo>
                <a:lnTo>
                  <a:pt x="0" y="1359"/>
                </a:lnTo>
                <a:lnTo>
                  <a:pt x="3" y="1374"/>
                </a:lnTo>
                <a:lnTo>
                  <a:pt x="9" y="1382"/>
                </a:lnTo>
                <a:lnTo>
                  <a:pt x="15" y="1385"/>
                </a:lnTo>
                <a:cubicBezTo>
                  <a:pt x="18" y="1386"/>
                  <a:pt x="19" y="1388"/>
                  <a:pt x="20" y="1391"/>
                </a:cubicBezTo>
                <a:lnTo>
                  <a:pt x="21" y="1394"/>
                </a:lnTo>
                <a:cubicBezTo>
                  <a:pt x="22" y="1396"/>
                  <a:pt x="22" y="1398"/>
                  <a:pt x="21" y="1399"/>
                </a:cubicBezTo>
                <a:lnTo>
                  <a:pt x="18" y="1410"/>
                </a:lnTo>
                <a:cubicBezTo>
                  <a:pt x="17" y="1411"/>
                  <a:pt x="16" y="1413"/>
                  <a:pt x="15" y="1414"/>
                </a:cubicBezTo>
                <a:lnTo>
                  <a:pt x="10" y="1418"/>
                </a:lnTo>
                <a:cubicBezTo>
                  <a:pt x="9" y="1418"/>
                  <a:pt x="9" y="1418"/>
                  <a:pt x="8" y="1419"/>
                </a:cubicBezTo>
                <a:lnTo>
                  <a:pt x="9" y="1419"/>
                </a:lnTo>
                <a:lnTo>
                  <a:pt x="23" y="1421"/>
                </a:lnTo>
                <a:lnTo>
                  <a:pt x="43" y="1410"/>
                </a:lnTo>
                <a:lnTo>
                  <a:pt x="86" y="1374"/>
                </a:lnTo>
                <a:cubicBezTo>
                  <a:pt x="87" y="1372"/>
                  <a:pt x="89" y="1372"/>
                  <a:pt x="91" y="1372"/>
                </a:cubicBezTo>
                <a:lnTo>
                  <a:pt x="239" y="1364"/>
                </a:lnTo>
                <a:lnTo>
                  <a:pt x="298" y="1337"/>
                </a:lnTo>
                <a:cubicBezTo>
                  <a:pt x="299" y="1337"/>
                  <a:pt x="300" y="1337"/>
                  <a:pt x="301" y="1337"/>
                </a:cubicBezTo>
                <a:lnTo>
                  <a:pt x="379" y="1333"/>
                </a:lnTo>
                <a:lnTo>
                  <a:pt x="445" y="1327"/>
                </a:lnTo>
                <a:cubicBezTo>
                  <a:pt x="447" y="1327"/>
                  <a:pt x="450" y="1328"/>
                  <a:pt x="452" y="1330"/>
                </a:cubicBezTo>
                <a:lnTo>
                  <a:pt x="496" y="1393"/>
                </a:lnTo>
                <a:lnTo>
                  <a:pt x="565" y="1366"/>
                </a:lnTo>
                <a:cubicBezTo>
                  <a:pt x="568" y="1365"/>
                  <a:pt x="571" y="1365"/>
                  <a:pt x="573" y="1367"/>
                </a:cubicBezTo>
                <a:lnTo>
                  <a:pt x="587" y="1377"/>
                </a:lnTo>
                <a:lnTo>
                  <a:pt x="636" y="1427"/>
                </a:lnTo>
                <a:lnTo>
                  <a:pt x="650" y="1431"/>
                </a:lnTo>
                <a:lnTo>
                  <a:pt x="753" y="1423"/>
                </a:lnTo>
                <a:lnTo>
                  <a:pt x="753" y="1423"/>
                </a:lnTo>
                <a:cubicBezTo>
                  <a:pt x="754" y="1423"/>
                  <a:pt x="756" y="1423"/>
                  <a:pt x="757" y="1424"/>
                </a:cubicBezTo>
                <a:lnTo>
                  <a:pt x="893" y="1492"/>
                </a:lnTo>
                <a:lnTo>
                  <a:pt x="1029" y="1553"/>
                </a:lnTo>
                <a:lnTo>
                  <a:pt x="1037" y="1552"/>
                </a:lnTo>
                <a:lnTo>
                  <a:pt x="1047" y="1543"/>
                </a:lnTo>
                <a:lnTo>
                  <a:pt x="1113" y="1457"/>
                </a:lnTo>
                <a:lnTo>
                  <a:pt x="1033" y="1408"/>
                </a:lnTo>
                <a:cubicBezTo>
                  <a:pt x="1031" y="1406"/>
                  <a:pt x="1030" y="1404"/>
                  <a:pt x="1029" y="1402"/>
                </a:cubicBezTo>
                <a:cubicBezTo>
                  <a:pt x="1029" y="1399"/>
                  <a:pt x="1030" y="1397"/>
                  <a:pt x="1032" y="1395"/>
                </a:cubicBezTo>
                <a:lnTo>
                  <a:pt x="1089" y="1341"/>
                </a:lnTo>
                <a:lnTo>
                  <a:pt x="1115" y="1298"/>
                </a:lnTo>
                <a:lnTo>
                  <a:pt x="1145" y="1209"/>
                </a:lnTo>
                <a:lnTo>
                  <a:pt x="1149" y="1193"/>
                </a:lnTo>
                <a:lnTo>
                  <a:pt x="1150" y="1178"/>
                </a:lnTo>
                <a:lnTo>
                  <a:pt x="1148" y="1103"/>
                </a:lnTo>
                <a:lnTo>
                  <a:pt x="1146" y="1092"/>
                </a:lnTo>
                <a:lnTo>
                  <a:pt x="1074" y="997"/>
                </a:lnTo>
                <a:cubicBezTo>
                  <a:pt x="1072" y="995"/>
                  <a:pt x="1072" y="992"/>
                  <a:pt x="1073" y="989"/>
                </a:cubicBezTo>
                <a:cubicBezTo>
                  <a:pt x="1074" y="987"/>
                  <a:pt x="1077" y="985"/>
                  <a:pt x="1080" y="984"/>
                </a:cubicBezTo>
                <a:lnTo>
                  <a:pt x="1235" y="973"/>
                </a:lnTo>
                <a:lnTo>
                  <a:pt x="1262" y="923"/>
                </a:lnTo>
                <a:cubicBezTo>
                  <a:pt x="1263" y="921"/>
                  <a:pt x="1264" y="920"/>
                  <a:pt x="1265" y="920"/>
                </a:cubicBezTo>
                <a:lnTo>
                  <a:pt x="1274" y="915"/>
                </a:lnTo>
                <a:cubicBezTo>
                  <a:pt x="1276" y="913"/>
                  <a:pt x="1279" y="913"/>
                  <a:pt x="1282" y="915"/>
                </a:cubicBezTo>
                <a:lnTo>
                  <a:pt x="1370" y="970"/>
                </a:lnTo>
                <a:lnTo>
                  <a:pt x="1377" y="971"/>
                </a:lnTo>
                <a:lnTo>
                  <a:pt x="1380" y="969"/>
                </a:lnTo>
                <a:lnTo>
                  <a:pt x="1395" y="936"/>
                </a:lnTo>
                <a:lnTo>
                  <a:pt x="1359" y="859"/>
                </a:lnTo>
                <a:cubicBezTo>
                  <a:pt x="1358" y="857"/>
                  <a:pt x="1358" y="855"/>
                  <a:pt x="1359" y="853"/>
                </a:cubicBezTo>
                <a:lnTo>
                  <a:pt x="1368" y="824"/>
                </a:lnTo>
                <a:lnTo>
                  <a:pt x="1373" y="810"/>
                </a:lnTo>
                <a:lnTo>
                  <a:pt x="1380" y="800"/>
                </a:lnTo>
                <a:cubicBezTo>
                  <a:pt x="1380" y="800"/>
                  <a:pt x="1381" y="799"/>
                  <a:pt x="1382" y="798"/>
                </a:cubicBezTo>
                <a:lnTo>
                  <a:pt x="1448" y="753"/>
                </a:lnTo>
                <a:cubicBezTo>
                  <a:pt x="1450" y="752"/>
                  <a:pt x="1452" y="752"/>
                  <a:pt x="1454" y="752"/>
                </a:cubicBezTo>
                <a:lnTo>
                  <a:pt x="1554" y="769"/>
                </a:lnTo>
                <a:cubicBezTo>
                  <a:pt x="1556" y="770"/>
                  <a:pt x="1557" y="770"/>
                  <a:pt x="1558" y="772"/>
                </a:cubicBezTo>
                <a:lnTo>
                  <a:pt x="1566" y="779"/>
                </a:lnTo>
                <a:cubicBezTo>
                  <a:pt x="1566" y="779"/>
                  <a:pt x="1567" y="780"/>
                  <a:pt x="1567" y="781"/>
                </a:cubicBezTo>
                <a:lnTo>
                  <a:pt x="1651" y="946"/>
                </a:lnTo>
                <a:lnTo>
                  <a:pt x="1652" y="945"/>
                </a:lnTo>
                <a:lnTo>
                  <a:pt x="1796" y="927"/>
                </a:lnTo>
                <a:lnTo>
                  <a:pt x="1820" y="910"/>
                </a:lnTo>
                <a:lnTo>
                  <a:pt x="1825" y="905"/>
                </a:lnTo>
                <a:lnTo>
                  <a:pt x="1829" y="896"/>
                </a:lnTo>
                <a:lnTo>
                  <a:pt x="1836" y="871"/>
                </a:lnTo>
                <a:lnTo>
                  <a:pt x="1839" y="826"/>
                </a:lnTo>
                <a:lnTo>
                  <a:pt x="1837" y="814"/>
                </a:lnTo>
                <a:lnTo>
                  <a:pt x="1834" y="800"/>
                </a:lnTo>
                <a:lnTo>
                  <a:pt x="1828" y="786"/>
                </a:lnTo>
                <a:lnTo>
                  <a:pt x="1802" y="731"/>
                </a:lnTo>
                <a:lnTo>
                  <a:pt x="1788" y="707"/>
                </a:lnTo>
                <a:lnTo>
                  <a:pt x="1778" y="695"/>
                </a:lnTo>
                <a:lnTo>
                  <a:pt x="1767" y="675"/>
                </a:lnTo>
                <a:lnTo>
                  <a:pt x="1763" y="664"/>
                </a:lnTo>
                <a:lnTo>
                  <a:pt x="1761" y="650"/>
                </a:lnTo>
                <a:lnTo>
                  <a:pt x="1759" y="619"/>
                </a:lnTo>
                <a:lnTo>
                  <a:pt x="1759" y="605"/>
                </a:lnTo>
                <a:cubicBezTo>
                  <a:pt x="1759" y="605"/>
                  <a:pt x="1759" y="604"/>
                  <a:pt x="1759" y="603"/>
                </a:cubicBezTo>
                <a:lnTo>
                  <a:pt x="1761" y="598"/>
                </a:lnTo>
                <a:cubicBezTo>
                  <a:pt x="1761" y="597"/>
                  <a:pt x="1762" y="596"/>
                  <a:pt x="1763" y="595"/>
                </a:cubicBezTo>
                <a:lnTo>
                  <a:pt x="1766" y="592"/>
                </a:lnTo>
                <a:cubicBezTo>
                  <a:pt x="1767" y="591"/>
                  <a:pt x="1768" y="591"/>
                  <a:pt x="1769" y="590"/>
                </a:cubicBezTo>
                <a:lnTo>
                  <a:pt x="1845" y="562"/>
                </a:lnTo>
                <a:cubicBezTo>
                  <a:pt x="1846" y="561"/>
                  <a:pt x="1847" y="561"/>
                  <a:pt x="1848" y="561"/>
                </a:cubicBezTo>
                <a:lnTo>
                  <a:pt x="1895" y="559"/>
                </a:lnTo>
                <a:lnTo>
                  <a:pt x="1893" y="547"/>
                </a:lnTo>
                <a:cubicBezTo>
                  <a:pt x="1893" y="546"/>
                  <a:pt x="1893" y="545"/>
                  <a:pt x="1893" y="544"/>
                </a:cubicBezTo>
                <a:lnTo>
                  <a:pt x="1894" y="539"/>
                </a:lnTo>
                <a:cubicBezTo>
                  <a:pt x="1895" y="538"/>
                  <a:pt x="1895" y="537"/>
                  <a:pt x="1896" y="536"/>
                </a:cubicBezTo>
                <a:lnTo>
                  <a:pt x="1902" y="528"/>
                </a:lnTo>
                <a:lnTo>
                  <a:pt x="1906" y="522"/>
                </a:lnTo>
                <a:lnTo>
                  <a:pt x="1908" y="516"/>
                </a:lnTo>
                <a:lnTo>
                  <a:pt x="1908" y="511"/>
                </a:lnTo>
                <a:lnTo>
                  <a:pt x="1911" y="500"/>
                </a:lnTo>
                <a:lnTo>
                  <a:pt x="1918" y="488"/>
                </a:lnTo>
                <a:lnTo>
                  <a:pt x="1942" y="456"/>
                </a:lnTo>
                <a:lnTo>
                  <a:pt x="1942" y="456"/>
                </a:lnTo>
                <a:lnTo>
                  <a:pt x="1939" y="453"/>
                </a:lnTo>
                <a:lnTo>
                  <a:pt x="1932" y="448"/>
                </a:lnTo>
                <a:lnTo>
                  <a:pt x="1928" y="447"/>
                </a:lnTo>
                <a:lnTo>
                  <a:pt x="1907" y="449"/>
                </a:lnTo>
                <a:cubicBezTo>
                  <a:pt x="1906" y="449"/>
                  <a:pt x="1904" y="449"/>
                  <a:pt x="1903" y="448"/>
                </a:cubicBezTo>
                <a:lnTo>
                  <a:pt x="1881" y="436"/>
                </a:lnTo>
                <a:lnTo>
                  <a:pt x="1862" y="420"/>
                </a:lnTo>
                <a:cubicBezTo>
                  <a:pt x="1862" y="419"/>
                  <a:pt x="1861" y="419"/>
                  <a:pt x="1861" y="418"/>
                </a:cubicBezTo>
                <a:lnTo>
                  <a:pt x="1850" y="400"/>
                </a:lnTo>
                <a:lnTo>
                  <a:pt x="1846" y="390"/>
                </a:lnTo>
                <a:lnTo>
                  <a:pt x="1839" y="366"/>
                </a:lnTo>
                <a:lnTo>
                  <a:pt x="1834" y="352"/>
                </a:lnTo>
                <a:lnTo>
                  <a:pt x="1824" y="335"/>
                </a:lnTo>
                <a:lnTo>
                  <a:pt x="1819" y="324"/>
                </a:lnTo>
                <a:lnTo>
                  <a:pt x="1817" y="314"/>
                </a:lnTo>
                <a:cubicBezTo>
                  <a:pt x="1817" y="313"/>
                  <a:pt x="1817" y="312"/>
                  <a:pt x="1818" y="311"/>
                </a:cubicBezTo>
                <a:lnTo>
                  <a:pt x="1819" y="305"/>
                </a:lnTo>
                <a:lnTo>
                  <a:pt x="1822" y="298"/>
                </a:lnTo>
                <a:lnTo>
                  <a:pt x="1835" y="273"/>
                </a:lnTo>
                <a:lnTo>
                  <a:pt x="1833" y="270"/>
                </a:lnTo>
                <a:lnTo>
                  <a:pt x="1829" y="265"/>
                </a:lnTo>
                <a:lnTo>
                  <a:pt x="1823" y="257"/>
                </a:lnTo>
                <a:cubicBezTo>
                  <a:pt x="1822" y="256"/>
                  <a:pt x="1821" y="255"/>
                  <a:pt x="1821" y="253"/>
                </a:cubicBezTo>
                <a:lnTo>
                  <a:pt x="1821" y="245"/>
                </a:lnTo>
                <a:cubicBezTo>
                  <a:pt x="1821" y="245"/>
                  <a:pt x="1821" y="244"/>
                  <a:pt x="1821" y="243"/>
                </a:cubicBezTo>
                <a:lnTo>
                  <a:pt x="1829" y="215"/>
                </a:lnTo>
                <a:lnTo>
                  <a:pt x="1828" y="213"/>
                </a:lnTo>
                <a:lnTo>
                  <a:pt x="1826" y="211"/>
                </a:lnTo>
                <a:lnTo>
                  <a:pt x="1811" y="210"/>
                </a:lnTo>
                <a:cubicBezTo>
                  <a:pt x="1810" y="210"/>
                  <a:pt x="1809" y="209"/>
                  <a:pt x="1809" y="209"/>
                </a:cubicBezTo>
                <a:lnTo>
                  <a:pt x="1764" y="189"/>
                </a:lnTo>
                <a:cubicBezTo>
                  <a:pt x="1763" y="189"/>
                  <a:pt x="1762" y="188"/>
                  <a:pt x="1762" y="188"/>
                </a:cubicBezTo>
                <a:lnTo>
                  <a:pt x="1757" y="183"/>
                </a:lnTo>
                <a:cubicBezTo>
                  <a:pt x="1756" y="182"/>
                  <a:pt x="1756" y="182"/>
                  <a:pt x="1755" y="181"/>
                </a:cubicBezTo>
                <a:lnTo>
                  <a:pt x="1752" y="174"/>
                </a:lnTo>
                <a:lnTo>
                  <a:pt x="1747" y="162"/>
                </a:lnTo>
                <a:lnTo>
                  <a:pt x="1729" y="120"/>
                </a:lnTo>
                <a:lnTo>
                  <a:pt x="1728" y="114"/>
                </a:lnTo>
                <a:lnTo>
                  <a:pt x="1729" y="108"/>
                </a:lnTo>
                <a:lnTo>
                  <a:pt x="1728" y="95"/>
                </a:lnTo>
                <a:lnTo>
                  <a:pt x="1714" y="55"/>
                </a:lnTo>
                <a:lnTo>
                  <a:pt x="1708" y="40"/>
                </a:lnTo>
                <a:lnTo>
                  <a:pt x="1700" y="10"/>
                </a:lnTo>
                <a:lnTo>
                  <a:pt x="1695" y="0"/>
                </a:lnTo>
                <a:lnTo>
                  <a:pt x="1693" y="1"/>
                </a:lnTo>
                <a:lnTo>
                  <a:pt x="1684" y="12"/>
                </a:lnTo>
                <a:cubicBezTo>
                  <a:pt x="1683" y="12"/>
                  <a:pt x="1682" y="13"/>
                  <a:pt x="1681" y="13"/>
                </a:cubicBezTo>
                <a:lnTo>
                  <a:pt x="1677" y="15"/>
                </a:lnTo>
                <a:cubicBezTo>
                  <a:pt x="1676" y="16"/>
                  <a:pt x="1674" y="16"/>
                  <a:pt x="1672" y="16"/>
                </a:cubicBezTo>
                <a:lnTo>
                  <a:pt x="1659" y="13"/>
                </a:lnTo>
                <a:lnTo>
                  <a:pt x="1657" y="15"/>
                </a:lnTo>
                <a:lnTo>
                  <a:pt x="1650" y="22"/>
                </a:lnTo>
                <a:lnTo>
                  <a:pt x="1650" y="23"/>
                </a:lnTo>
                <a:cubicBezTo>
                  <a:pt x="1651" y="24"/>
                  <a:pt x="1651" y="25"/>
                  <a:pt x="1651" y="27"/>
                </a:cubicBezTo>
                <a:lnTo>
                  <a:pt x="1650" y="30"/>
                </a:lnTo>
                <a:cubicBezTo>
                  <a:pt x="1650" y="32"/>
                  <a:pt x="1649" y="34"/>
                  <a:pt x="1648" y="35"/>
                </a:cubicBezTo>
                <a:lnTo>
                  <a:pt x="1641" y="41"/>
                </a:lnTo>
                <a:lnTo>
                  <a:pt x="1633" y="46"/>
                </a:lnTo>
                <a:lnTo>
                  <a:pt x="1633" y="46"/>
                </a:lnTo>
                <a:lnTo>
                  <a:pt x="1650" y="49"/>
                </a:lnTo>
                <a:lnTo>
                  <a:pt x="1654" y="4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7" name="Freeform 32">
            <a:extLst>
              <a:ext uri="{FF2B5EF4-FFF2-40B4-BE49-F238E27FC236}">
                <a16:creationId xmlns:a16="http://schemas.microsoft.com/office/drawing/2014/main" xmlns="" id="{5445ED9A-129D-40E1-88B6-49BF25CB2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152" y="5998994"/>
            <a:ext cx="12460" cy="7120"/>
          </a:xfrm>
          <a:custGeom>
            <a:avLst/>
            <a:gdLst>
              <a:gd name="T0" fmla="*/ 21 w 31"/>
              <a:gd name="T1" fmla="*/ 0 h 16"/>
              <a:gd name="T2" fmla="*/ 15 w 31"/>
              <a:gd name="T3" fmla="*/ 2 h 16"/>
              <a:gd name="T4" fmla="*/ 2 w 31"/>
              <a:gd name="T5" fmla="*/ 10 h 16"/>
              <a:gd name="T6" fmla="*/ 0 w 31"/>
              <a:gd name="T7" fmla="*/ 11 h 16"/>
              <a:gd name="T8" fmla="*/ 12 w 31"/>
              <a:gd name="T9" fmla="*/ 15 h 16"/>
              <a:gd name="T10" fmla="*/ 16 w 31"/>
              <a:gd name="T11" fmla="*/ 11 h 16"/>
              <a:gd name="T12" fmla="*/ 30 w 31"/>
              <a:gd name="T13" fmla="*/ 1 h 16"/>
              <a:gd name="T14" fmla="*/ 25 w 31"/>
              <a:gd name="T15" fmla="*/ 0 h 16"/>
              <a:gd name="T16" fmla="*/ 21 w 31"/>
              <a:gd name="T17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" h="16">
                <a:moveTo>
                  <a:pt x="21" y="0"/>
                </a:moveTo>
                <a:lnTo>
                  <a:pt x="15" y="2"/>
                </a:lnTo>
                <a:lnTo>
                  <a:pt x="2" y="10"/>
                </a:lnTo>
                <a:cubicBezTo>
                  <a:pt x="1" y="10"/>
                  <a:pt x="1" y="10"/>
                  <a:pt x="0" y="11"/>
                </a:cubicBezTo>
                <a:lnTo>
                  <a:pt x="12" y="15"/>
                </a:lnTo>
                <a:lnTo>
                  <a:pt x="16" y="11"/>
                </a:lnTo>
                <a:lnTo>
                  <a:pt x="30" y="1"/>
                </a:lnTo>
                <a:lnTo>
                  <a:pt x="25" y="0"/>
                </a:lnTo>
                <a:lnTo>
                  <a:pt x="21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8" name="Freeform 33">
            <a:extLst>
              <a:ext uri="{FF2B5EF4-FFF2-40B4-BE49-F238E27FC236}">
                <a16:creationId xmlns:a16="http://schemas.microsoft.com/office/drawing/2014/main" xmlns="" id="{A2B9DB1F-9A2F-4D62-8914-AE327877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037" y="5667921"/>
            <a:ext cx="339973" cy="332852"/>
          </a:xfrm>
          <a:custGeom>
            <a:avLst/>
            <a:gdLst>
              <a:gd name="T0" fmla="*/ 48 w 842"/>
              <a:gd name="T1" fmla="*/ 127 h 825"/>
              <a:gd name="T2" fmla="*/ 20 w 842"/>
              <a:gd name="T3" fmla="*/ 190 h 825"/>
              <a:gd name="T4" fmla="*/ 0 w 842"/>
              <a:gd name="T5" fmla="*/ 241 h 825"/>
              <a:gd name="T6" fmla="*/ 12 w 842"/>
              <a:gd name="T7" fmla="*/ 281 h 825"/>
              <a:gd name="T8" fmla="*/ 59 w 842"/>
              <a:gd name="T9" fmla="*/ 305 h 825"/>
              <a:gd name="T10" fmla="*/ 74 w 842"/>
              <a:gd name="T11" fmla="*/ 310 h 825"/>
              <a:gd name="T12" fmla="*/ 93 w 842"/>
              <a:gd name="T13" fmla="*/ 302 h 825"/>
              <a:gd name="T14" fmla="*/ 116 w 842"/>
              <a:gd name="T15" fmla="*/ 321 h 825"/>
              <a:gd name="T16" fmla="*/ 130 w 842"/>
              <a:gd name="T17" fmla="*/ 366 h 825"/>
              <a:gd name="T18" fmla="*/ 148 w 842"/>
              <a:gd name="T19" fmla="*/ 396 h 825"/>
              <a:gd name="T20" fmla="*/ 161 w 842"/>
              <a:gd name="T21" fmla="*/ 424 h 825"/>
              <a:gd name="T22" fmla="*/ 140 w 842"/>
              <a:gd name="T23" fmla="*/ 461 h 825"/>
              <a:gd name="T24" fmla="*/ 167 w 842"/>
              <a:gd name="T25" fmla="*/ 497 h 825"/>
              <a:gd name="T26" fmla="*/ 213 w 842"/>
              <a:gd name="T27" fmla="*/ 571 h 825"/>
              <a:gd name="T28" fmla="*/ 206 w 842"/>
              <a:gd name="T29" fmla="*/ 595 h 825"/>
              <a:gd name="T30" fmla="*/ 218 w 842"/>
              <a:gd name="T31" fmla="*/ 632 h 825"/>
              <a:gd name="T32" fmla="*/ 299 w 842"/>
              <a:gd name="T33" fmla="*/ 726 h 825"/>
              <a:gd name="T34" fmla="*/ 312 w 842"/>
              <a:gd name="T35" fmla="*/ 714 h 825"/>
              <a:gd name="T36" fmla="*/ 357 w 842"/>
              <a:gd name="T37" fmla="*/ 731 h 825"/>
              <a:gd name="T38" fmla="*/ 392 w 842"/>
              <a:gd name="T39" fmla="*/ 736 h 825"/>
              <a:gd name="T40" fmla="*/ 417 w 842"/>
              <a:gd name="T41" fmla="*/ 761 h 825"/>
              <a:gd name="T42" fmla="*/ 447 w 842"/>
              <a:gd name="T43" fmla="*/ 746 h 825"/>
              <a:gd name="T44" fmla="*/ 487 w 842"/>
              <a:gd name="T45" fmla="*/ 780 h 825"/>
              <a:gd name="T46" fmla="*/ 510 w 842"/>
              <a:gd name="T47" fmla="*/ 785 h 825"/>
              <a:gd name="T48" fmla="*/ 512 w 842"/>
              <a:gd name="T49" fmla="*/ 744 h 825"/>
              <a:gd name="T50" fmla="*/ 522 w 842"/>
              <a:gd name="T51" fmla="*/ 713 h 825"/>
              <a:gd name="T52" fmla="*/ 575 w 842"/>
              <a:gd name="T53" fmla="*/ 705 h 825"/>
              <a:gd name="T54" fmla="*/ 590 w 842"/>
              <a:gd name="T55" fmla="*/ 720 h 825"/>
              <a:gd name="T56" fmla="*/ 644 w 842"/>
              <a:gd name="T57" fmla="*/ 786 h 825"/>
              <a:gd name="T58" fmla="*/ 654 w 842"/>
              <a:gd name="T59" fmla="*/ 823 h 825"/>
              <a:gd name="T60" fmla="*/ 676 w 842"/>
              <a:gd name="T61" fmla="*/ 785 h 825"/>
              <a:gd name="T62" fmla="*/ 699 w 842"/>
              <a:gd name="T63" fmla="*/ 772 h 825"/>
              <a:gd name="T64" fmla="*/ 720 w 842"/>
              <a:gd name="T65" fmla="*/ 771 h 825"/>
              <a:gd name="T66" fmla="*/ 752 w 842"/>
              <a:gd name="T67" fmla="*/ 757 h 825"/>
              <a:gd name="T68" fmla="*/ 771 w 842"/>
              <a:gd name="T69" fmla="*/ 729 h 825"/>
              <a:gd name="T70" fmla="*/ 792 w 842"/>
              <a:gd name="T71" fmla="*/ 713 h 825"/>
              <a:gd name="T72" fmla="*/ 765 w 842"/>
              <a:gd name="T73" fmla="*/ 692 h 825"/>
              <a:gd name="T74" fmla="*/ 737 w 842"/>
              <a:gd name="T75" fmla="*/ 643 h 825"/>
              <a:gd name="T76" fmla="*/ 780 w 842"/>
              <a:gd name="T77" fmla="*/ 637 h 825"/>
              <a:gd name="T78" fmla="*/ 783 w 842"/>
              <a:gd name="T79" fmla="*/ 660 h 825"/>
              <a:gd name="T80" fmla="*/ 802 w 842"/>
              <a:gd name="T81" fmla="*/ 669 h 825"/>
              <a:gd name="T82" fmla="*/ 814 w 842"/>
              <a:gd name="T83" fmla="*/ 680 h 825"/>
              <a:gd name="T84" fmla="*/ 833 w 842"/>
              <a:gd name="T85" fmla="*/ 653 h 825"/>
              <a:gd name="T86" fmla="*/ 827 w 842"/>
              <a:gd name="T87" fmla="*/ 614 h 825"/>
              <a:gd name="T88" fmla="*/ 838 w 842"/>
              <a:gd name="T89" fmla="*/ 575 h 825"/>
              <a:gd name="T90" fmla="*/ 809 w 842"/>
              <a:gd name="T91" fmla="*/ 513 h 825"/>
              <a:gd name="T92" fmla="*/ 783 w 842"/>
              <a:gd name="T93" fmla="*/ 462 h 825"/>
              <a:gd name="T94" fmla="*/ 748 w 842"/>
              <a:gd name="T95" fmla="*/ 421 h 825"/>
              <a:gd name="T96" fmla="*/ 718 w 842"/>
              <a:gd name="T97" fmla="*/ 410 h 825"/>
              <a:gd name="T98" fmla="*/ 719 w 842"/>
              <a:gd name="T99" fmla="*/ 392 h 825"/>
              <a:gd name="T100" fmla="*/ 707 w 842"/>
              <a:gd name="T101" fmla="*/ 329 h 825"/>
              <a:gd name="T102" fmla="*/ 677 w 842"/>
              <a:gd name="T103" fmla="*/ 266 h 825"/>
              <a:gd name="T104" fmla="*/ 636 w 842"/>
              <a:gd name="T105" fmla="*/ 212 h 825"/>
              <a:gd name="T106" fmla="*/ 627 w 842"/>
              <a:gd name="T107" fmla="*/ 166 h 825"/>
              <a:gd name="T108" fmla="*/ 623 w 842"/>
              <a:gd name="T109" fmla="*/ 148 h 825"/>
              <a:gd name="T110" fmla="*/ 570 w 842"/>
              <a:gd name="T111" fmla="*/ 108 h 825"/>
              <a:gd name="T112" fmla="*/ 547 w 842"/>
              <a:gd name="T113" fmla="*/ 37 h 825"/>
              <a:gd name="T114" fmla="*/ 384 w 842"/>
              <a:gd name="T115" fmla="*/ 6 h 825"/>
              <a:gd name="T116" fmla="*/ 213 w 842"/>
              <a:gd name="T117" fmla="*/ 42 h 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42" h="825">
                <a:moveTo>
                  <a:pt x="102" y="82"/>
                </a:moveTo>
                <a:lnTo>
                  <a:pt x="90" y="101"/>
                </a:lnTo>
                <a:cubicBezTo>
                  <a:pt x="89" y="102"/>
                  <a:pt x="89" y="103"/>
                  <a:pt x="88" y="103"/>
                </a:cubicBezTo>
                <a:lnTo>
                  <a:pt x="75" y="113"/>
                </a:lnTo>
                <a:lnTo>
                  <a:pt x="48" y="127"/>
                </a:lnTo>
                <a:lnTo>
                  <a:pt x="43" y="132"/>
                </a:lnTo>
                <a:lnTo>
                  <a:pt x="38" y="139"/>
                </a:lnTo>
                <a:lnTo>
                  <a:pt x="20" y="170"/>
                </a:lnTo>
                <a:lnTo>
                  <a:pt x="20" y="174"/>
                </a:lnTo>
                <a:lnTo>
                  <a:pt x="20" y="190"/>
                </a:lnTo>
                <a:lnTo>
                  <a:pt x="20" y="200"/>
                </a:lnTo>
                <a:lnTo>
                  <a:pt x="20" y="208"/>
                </a:lnTo>
                <a:cubicBezTo>
                  <a:pt x="20" y="209"/>
                  <a:pt x="20" y="210"/>
                  <a:pt x="20" y="211"/>
                </a:cubicBezTo>
                <a:lnTo>
                  <a:pt x="16" y="220"/>
                </a:lnTo>
                <a:lnTo>
                  <a:pt x="0" y="241"/>
                </a:lnTo>
                <a:lnTo>
                  <a:pt x="4" y="250"/>
                </a:lnTo>
                <a:cubicBezTo>
                  <a:pt x="4" y="251"/>
                  <a:pt x="4" y="252"/>
                  <a:pt x="4" y="253"/>
                </a:cubicBezTo>
                <a:lnTo>
                  <a:pt x="6" y="273"/>
                </a:lnTo>
                <a:lnTo>
                  <a:pt x="9" y="279"/>
                </a:lnTo>
                <a:lnTo>
                  <a:pt x="12" y="281"/>
                </a:lnTo>
                <a:lnTo>
                  <a:pt x="41" y="295"/>
                </a:lnTo>
                <a:cubicBezTo>
                  <a:pt x="43" y="296"/>
                  <a:pt x="43" y="297"/>
                  <a:pt x="44" y="297"/>
                </a:cubicBezTo>
                <a:lnTo>
                  <a:pt x="49" y="303"/>
                </a:lnTo>
                <a:lnTo>
                  <a:pt x="55" y="304"/>
                </a:lnTo>
                <a:cubicBezTo>
                  <a:pt x="56" y="304"/>
                  <a:pt x="57" y="304"/>
                  <a:pt x="59" y="305"/>
                </a:cubicBezTo>
                <a:lnTo>
                  <a:pt x="62" y="306"/>
                </a:lnTo>
                <a:lnTo>
                  <a:pt x="63" y="307"/>
                </a:lnTo>
                <a:lnTo>
                  <a:pt x="67" y="311"/>
                </a:lnTo>
                <a:lnTo>
                  <a:pt x="72" y="313"/>
                </a:lnTo>
                <a:cubicBezTo>
                  <a:pt x="72" y="312"/>
                  <a:pt x="73" y="311"/>
                  <a:pt x="74" y="310"/>
                </a:cubicBezTo>
                <a:lnTo>
                  <a:pt x="76" y="307"/>
                </a:lnTo>
                <a:cubicBezTo>
                  <a:pt x="76" y="306"/>
                  <a:pt x="77" y="305"/>
                  <a:pt x="79" y="305"/>
                </a:cubicBezTo>
                <a:lnTo>
                  <a:pt x="82" y="303"/>
                </a:lnTo>
                <a:cubicBezTo>
                  <a:pt x="83" y="303"/>
                  <a:pt x="84" y="303"/>
                  <a:pt x="85" y="303"/>
                </a:cubicBezTo>
                <a:lnTo>
                  <a:pt x="93" y="302"/>
                </a:lnTo>
                <a:cubicBezTo>
                  <a:pt x="94" y="302"/>
                  <a:pt x="95" y="302"/>
                  <a:pt x="96" y="302"/>
                </a:cubicBezTo>
                <a:lnTo>
                  <a:pt x="100" y="304"/>
                </a:lnTo>
                <a:cubicBezTo>
                  <a:pt x="101" y="304"/>
                  <a:pt x="102" y="305"/>
                  <a:pt x="103" y="305"/>
                </a:cubicBezTo>
                <a:lnTo>
                  <a:pt x="111" y="313"/>
                </a:lnTo>
                <a:lnTo>
                  <a:pt x="116" y="321"/>
                </a:lnTo>
                <a:lnTo>
                  <a:pt x="124" y="338"/>
                </a:lnTo>
                <a:lnTo>
                  <a:pt x="133" y="342"/>
                </a:lnTo>
                <a:cubicBezTo>
                  <a:pt x="136" y="342"/>
                  <a:pt x="137" y="344"/>
                  <a:pt x="138" y="346"/>
                </a:cubicBezTo>
                <a:cubicBezTo>
                  <a:pt x="139" y="348"/>
                  <a:pt x="139" y="351"/>
                  <a:pt x="138" y="353"/>
                </a:cubicBezTo>
                <a:lnTo>
                  <a:pt x="130" y="366"/>
                </a:lnTo>
                <a:lnTo>
                  <a:pt x="130" y="369"/>
                </a:lnTo>
                <a:lnTo>
                  <a:pt x="131" y="375"/>
                </a:lnTo>
                <a:lnTo>
                  <a:pt x="135" y="389"/>
                </a:lnTo>
                <a:lnTo>
                  <a:pt x="137" y="390"/>
                </a:lnTo>
                <a:lnTo>
                  <a:pt x="148" y="396"/>
                </a:lnTo>
                <a:cubicBezTo>
                  <a:pt x="149" y="397"/>
                  <a:pt x="151" y="398"/>
                  <a:pt x="151" y="399"/>
                </a:cubicBezTo>
                <a:lnTo>
                  <a:pt x="158" y="411"/>
                </a:lnTo>
                <a:cubicBezTo>
                  <a:pt x="159" y="411"/>
                  <a:pt x="159" y="412"/>
                  <a:pt x="159" y="413"/>
                </a:cubicBezTo>
                <a:lnTo>
                  <a:pt x="161" y="421"/>
                </a:lnTo>
                <a:cubicBezTo>
                  <a:pt x="161" y="422"/>
                  <a:pt x="161" y="423"/>
                  <a:pt x="161" y="424"/>
                </a:cubicBezTo>
                <a:lnTo>
                  <a:pt x="160" y="432"/>
                </a:lnTo>
                <a:lnTo>
                  <a:pt x="154" y="446"/>
                </a:lnTo>
                <a:lnTo>
                  <a:pt x="149" y="454"/>
                </a:lnTo>
                <a:lnTo>
                  <a:pt x="142" y="460"/>
                </a:lnTo>
                <a:cubicBezTo>
                  <a:pt x="142" y="460"/>
                  <a:pt x="141" y="461"/>
                  <a:pt x="140" y="461"/>
                </a:cubicBezTo>
                <a:lnTo>
                  <a:pt x="138" y="462"/>
                </a:lnTo>
                <a:lnTo>
                  <a:pt x="145" y="467"/>
                </a:lnTo>
                <a:cubicBezTo>
                  <a:pt x="146" y="468"/>
                  <a:pt x="147" y="469"/>
                  <a:pt x="147" y="470"/>
                </a:cubicBezTo>
                <a:lnTo>
                  <a:pt x="161" y="496"/>
                </a:lnTo>
                <a:lnTo>
                  <a:pt x="167" y="497"/>
                </a:lnTo>
                <a:cubicBezTo>
                  <a:pt x="169" y="497"/>
                  <a:pt x="171" y="498"/>
                  <a:pt x="172" y="499"/>
                </a:cubicBezTo>
                <a:lnTo>
                  <a:pt x="192" y="523"/>
                </a:lnTo>
                <a:cubicBezTo>
                  <a:pt x="193" y="523"/>
                  <a:pt x="193" y="524"/>
                  <a:pt x="193" y="524"/>
                </a:cubicBezTo>
                <a:lnTo>
                  <a:pt x="210" y="560"/>
                </a:lnTo>
                <a:lnTo>
                  <a:pt x="213" y="571"/>
                </a:lnTo>
                <a:cubicBezTo>
                  <a:pt x="213" y="571"/>
                  <a:pt x="214" y="572"/>
                  <a:pt x="214" y="573"/>
                </a:cubicBezTo>
                <a:lnTo>
                  <a:pt x="214" y="580"/>
                </a:lnTo>
                <a:cubicBezTo>
                  <a:pt x="214" y="581"/>
                  <a:pt x="213" y="583"/>
                  <a:pt x="212" y="584"/>
                </a:cubicBezTo>
                <a:lnTo>
                  <a:pt x="208" y="589"/>
                </a:lnTo>
                <a:lnTo>
                  <a:pt x="206" y="595"/>
                </a:lnTo>
                <a:lnTo>
                  <a:pt x="204" y="604"/>
                </a:lnTo>
                <a:lnTo>
                  <a:pt x="205" y="616"/>
                </a:lnTo>
                <a:lnTo>
                  <a:pt x="207" y="622"/>
                </a:lnTo>
                <a:lnTo>
                  <a:pt x="210" y="625"/>
                </a:lnTo>
                <a:lnTo>
                  <a:pt x="218" y="632"/>
                </a:lnTo>
                <a:lnTo>
                  <a:pt x="228" y="641"/>
                </a:lnTo>
                <a:lnTo>
                  <a:pt x="229" y="642"/>
                </a:lnTo>
                <a:lnTo>
                  <a:pt x="267" y="712"/>
                </a:lnTo>
                <a:lnTo>
                  <a:pt x="284" y="722"/>
                </a:lnTo>
                <a:lnTo>
                  <a:pt x="299" y="726"/>
                </a:lnTo>
                <a:lnTo>
                  <a:pt x="301" y="726"/>
                </a:lnTo>
                <a:cubicBezTo>
                  <a:pt x="301" y="724"/>
                  <a:pt x="302" y="723"/>
                  <a:pt x="302" y="721"/>
                </a:cubicBezTo>
                <a:lnTo>
                  <a:pt x="304" y="720"/>
                </a:lnTo>
                <a:cubicBezTo>
                  <a:pt x="304" y="719"/>
                  <a:pt x="305" y="718"/>
                  <a:pt x="306" y="717"/>
                </a:cubicBezTo>
                <a:lnTo>
                  <a:pt x="312" y="714"/>
                </a:lnTo>
                <a:lnTo>
                  <a:pt x="320" y="711"/>
                </a:lnTo>
                <a:cubicBezTo>
                  <a:pt x="321" y="711"/>
                  <a:pt x="323" y="711"/>
                  <a:pt x="324" y="711"/>
                </a:cubicBezTo>
                <a:lnTo>
                  <a:pt x="330" y="713"/>
                </a:lnTo>
                <a:lnTo>
                  <a:pt x="337" y="716"/>
                </a:lnTo>
                <a:lnTo>
                  <a:pt x="357" y="731"/>
                </a:lnTo>
                <a:lnTo>
                  <a:pt x="373" y="737"/>
                </a:lnTo>
                <a:lnTo>
                  <a:pt x="381" y="734"/>
                </a:lnTo>
                <a:cubicBezTo>
                  <a:pt x="383" y="733"/>
                  <a:pt x="385" y="733"/>
                  <a:pt x="386" y="734"/>
                </a:cubicBezTo>
                <a:lnTo>
                  <a:pt x="390" y="735"/>
                </a:lnTo>
                <a:cubicBezTo>
                  <a:pt x="391" y="735"/>
                  <a:pt x="392" y="735"/>
                  <a:pt x="392" y="736"/>
                </a:cubicBezTo>
                <a:lnTo>
                  <a:pt x="396" y="738"/>
                </a:lnTo>
                <a:cubicBezTo>
                  <a:pt x="397" y="739"/>
                  <a:pt x="398" y="740"/>
                  <a:pt x="399" y="741"/>
                </a:cubicBezTo>
                <a:lnTo>
                  <a:pt x="406" y="753"/>
                </a:lnTo>
                <a:lnTo>
                  <a:pt x="414" y="759"/>
                </a:lnTo>
                <a:lnTo>
                  <a:pt x="417" y="761"/>
                </a:lnTo>
                <a:lnTo>
                  <a:pt x="418" y="760"/>
                </a:lnTo>
                <a:lnTo>
                  <a:pt x="427" y="753"/>
                </a:lnTo>
                <a:lnTo>
                  <a:pt x="436" y="748"/>
                </a:lnTo>
                <a:cubicBezTo>
                  <a:pt x="436" y="748"/>
                  <a:pt x="437" y="748"/>
                  <a:pt x="438" y="747"/>
                </a:cubicBezTo>
                <a:lnTo>
                  <a:pt x="447" y="746"/>
                </a:lnTo>
                <a:cubicBezTo>
                  <a:pt x="449" y="746"/>
                  <a:pt x="450" y="746"/>
                  <a:pt x="452" y="747"/>
                </a:cubicBezTo>
                <a:lnTo>
                  <a:pt x="459" y="750"/>
                </a:lnTo>
                <a:cubicBezTo>
                  <a:pt x="459" y="750"/>
                  <a:pt x="460" y="751"/>
                  <a:pt x="461" y="751"/>
                </a:cubicBezTo>
                <a:lnTo>
                  <a:pt x="468" y="758"/>
                </a:lnTo>
                <a:lnTo>
                  <a:pt x="487" y="780"/>
                </a:lnTo>
                <a:lnTo>
                  <a:pt x="501" y="793"/>
                </a:lnTo>
                <a:lnTo>
                  <a:pt x="506" y="796"/>
                </a:lnTo>
                <a:lnTo>
                  <a:pt x="510" y="794"/>
                </a:lnTo>
                <a:lnTo>
                  <a:pt x="510" y="793"/>
                </a:lnTo>
                <a:lnTo>
                  <a:pt x="510" y="785"/>
                </a:lnTo>
                <a:lnTo>
                  <a:pt x="510" y="781"/>
                </a:lnTo>
                <a:cubicBezTo>
                  <a:pt x="510" y="780"/>
                  <a:pt x="510" y="780"/>
                  <a:pt x="511" y="779"/>
                </a:cubicBezTo>
                <a:lnTo>
                  <a:pt x="519" y="761"/>
                </a:lnTo>
                <a:lnTo>
                  <a:pt x="518" y="758"/>
                </a:lnTo>
                <a:lnTo>
                  <a:pt x="512" y="744"/>
                </a:lnTo>
                <a:cubicBezTo>
                  <a:pt x="512" y="743"/>
                  <a:pt x="512" y="742"/>
                  <a:pt x="512" y="740"/>
                </a:cubicBezTo>
                <a:lnTo>
                  <a:pt x="513" y="731"/>
                </a:lnTo>
                <a:lnTo>
                  <a:pt x="517" y="721"/>
                </a:lnTo>
                <a:lnTo>
                  <a:pt x="521" y="715"/>
                </a:lnTo>
                <a:cubicBezTo>
                  <a:pt x="521" y="714"/>
                  <a:pt x="522" y="714"/>
                  <a:pt x="522" y="713"/>
                </a:cubicBezTo>
                <a:cubicBezTo>
                  <a:pt x="523" y="712"/>
                  <a:pt x="524" y="711"/>
                  <a:pt x="525" y="711"/>
                </a:cubicBezTo>
                <a:lnTo>
                  <a:pt x="527" y="710"/>
                </a:lnTo>
                <a:cubicBezTo>
                  <a:pt x="528" y="710"/>
                  <a:pt x="529" y="709"/>
                  <a:pt x="530" y="709"/>
                </a:cubicBezTo>
                <a:lnTo>
                  <a:pt x="546" y="707"/>
                </a:lnTo>
                <a:lnTo>
                  <a:pt x="575" y="705"/>
                </a:lnTo>
                <a:cubicBezTo>
                  <a:pt x="576" y="705"/>
                  <a:pt x="577" y="705"/>
                  <a:pt x="578" y="706"/>
                </a:cubicBezTo>
                <a:lnTo>
                  <a:pt x="585" y="708"/>
                </a:lnTo>
                <a:cubicBezTo>
                  <a:pt x="588" y="709"/>
                  <a:pt x="590" y="711"/>
                  <a:pt x="590" y="714"/>
                </a:cubicBezTo>
                <a:cubicBezTo>
                  <a:pt x="590" y="715"/>
                  <a:pt x="591" y="717"/>
                  <a:pt x="591" y="718"/>
                </a:cubicBezTo>
                <a:cubicBezTo>
                  <a:pt x="591" y="718"/>
                  <a:pt x="590" y="719"/>
                  <a:pt x="590" y="720"/>
                </a:cubicBezTo>
                <a:lnTo>
                  <a:pt x="593" y="724"/>
                </a:lnTo>
                <a:lnTo>
                  <a:pt x="595" y="732"/>
                </a:lnTo>
                <a:lnTo>
                  <a:pt x="632" y="770"/>
                </a:lnTo>
                <a:lnTo>
                  <a:pt x="643" y="784"/>
                </a:lnTo>
                <a:cubicBezTo>
                  <a:pt x="643" y="784"/>
                  <a:pt x="644" y="785"/>
                  <a:pt x="644" y="786"/>
                </a:cubicBezTo>
                <a:lnTo>
                  <a:pt x="647" y="795"/>
                </a:lnTo>
                <a:cubicBezTo>
                  <a:pt x="648" y="795"/>
                  <a:pt x="648" y="796"/>
                  <a:pt x="648" y="797"/>
                </a:cubicBezTo>
                <a:lnTo>
                  <a:pt x="649" y="824"/>
                </a:lnTo>
                <a:lnTo>
                  <a:pt x="655" y="824"/>
                </a:lnTo>
                <a:cubicBezTo>
                  <a:pt x="655" y="824"/>
                  <a:pt x="655" y="823"/>
                  <a:pt x="654" y="823"/>
                </a:cubicBezTo>
                <a:cubicBezTo>
                  <a:pt x="653" y="821"/>
                  <a:pt x="653" y="818"/>
                  <a:pt x="653" y="816"/>
                </a:cubicBezTo>
                <a:lnTo>
                  <a:pt x="661" y="795"/>
                </a:lnTo>
                <a:lnTo>
                  <a:pt x="662" y="788"/>
                </a:lnTo>
                <a:cubicBezTo>
                  <a:pt x="662" y="785"/>
                  <a:pt x="665" y="783"/>
                  <a:pt x="668" y="782"/>
                </a:cubicBezTo>
                <a:cubicBezTo>
                  <a:pt x="671" y="781"/>
                  <a:pt x="674" y="783"/>
                  <a:pt x="676" y="785"/>
                </a:cubicBezTo>
                <a:lnTo>
                  <a:pt x="681" y="792"/>
                </a:lnTo>
                <a:cubicBezTo>
                  <a:pt x="680" y="790"/>
                  <a:pt x="680" y="788"/>
                  <a:pt x="681" y="786"/>
                </a:cubicBezTo>
                <a:lnTo>
                  <a:pt x="685" y="778"/>
                </a:lnTo>
                <a:cubicBezTo>
                  <a:pt x="687" y="776"/>
                  <a:pt x="689" y="774"/>
                  <a:pt x="691" y="774"/>
                </a:cubicBezTo>
                <a:lnTo>
                  <a:pt x="699" y="772"/>
                </a:lnTo>
                <a:cubicBezTo>
                  <a:pt x="700" y="772"/>
                  <a:pt x="702" y="772"/>
                  <a:pt x="703" y="772"/>
                </a:cubicBezTo>
                <a:lnTo>
                  <a:pt x="712" y="775"/>
                </a:lnTo>
                <a:cubicBezTo>
                  <a:pt x="712" y="774"/>
                  <a:pt x="714" y="773"/>
                  <a:pt x="715" y="773"/>
                </a:cubicBezTo>
                <a:lnTo>
                  <a:pt x="720" y="771"/>
                </a:lnTo>
                <a:lnTo>
                  <a:pt x="720" y="771"/>
                </a:lnTo>
                <a:lnTo>
                  <a:pt x="717" y="768"/>
                </a:lnTo>
                <a:cubicBezTo>
                  <a:pt x="714" y="765"/>
                  <a:pt x="713" y="762"/>
                  <a:pt x="715" y="758"/>
                </a:cubicBezTo>
                <a:cubicBezTo>
                  <a:pt x="716" y="755"/>
                  <a:pt x="720" y="753"/>
                  <a:pt x="723" y="754"/>
                </a:cubicBezTo>
                <a:lnTo>
                  <a:pt x="752" y="758"/>
                </a:lnTo>
                <a:lnTo>
                  <a:pt x="752" y="757"/>
                </a:lnTo>
                <a:lnTo>
                  <a:pt x="752" y="753"/>
                </a:lnTo>
                <a:cubicBezTo>
                  <a:pt x="752" y="750"/>
                  <a:pt x="754" y="747"/>
                  <a:pt x="757" y="746"/>
                </a:cubicBezTo>
                <a:lnTo>
                  <a:pt x="774" y="739"/>
                </a:lnTo>
                <a:cubicBezTo>
                  <a:pt x="772" y="737"/>
                  <a:pt x="771" y="735"/>
                  <a:pt x="771" y="733"/>
                </a:cubicBezTo>
                <a:lnTo>
                  <a:pt x="771" y="729"/>
                </a:lnTo>
                <a:cubicBezTo>
                  <a:pt x="771" y="727"/>
                  <a:pt x="772" y="725"/>
                  <a:pt x="774" y="723"/>
                </a:cubicBezTo>
                <a:cubicBezTo>
                  <a:pt x="775" y="721"/>
                  <a:pt x="777" y="721"/>
                  <a:pt x="779" y="721"/>
                </a:cubicBezTo>
                <a:lnTo>
                  <a:pt x="785" y="721"/>
                </a:lnTo>
                <a:lnTo>
                  <a:pt x="786" y="717"/>
                </a:lnTo>
                <a:cubicBezTo>
                  <a:pt x="787" y="715"/>
                  <a:pt x="789" y="713"/>
                  <a:pt x="792" y="713"/>
                </a:cubicBezTo>
                <a:lnTo>
                  <a:pt x="787" y="709"/>
                </a:lnTo>
                <a:lnTo>
                  <a:pt x="776" y="704"/>
                </a:lnTo>
                <a:cubicBezTo>
                  <a:pt x="775" y="704"/>
                  <a:pt x="773" y="703"/>
                  <a:pt x="773" y="702"/>
                </a:cubicBezTo>
                <a:lnTo>
                  <a:pt x="767" y="695"/>
                </a:lnTo>
                <a:cubicBezTo>
                  <a:pt x="766" y="694"/>
                  <a:pt x="765" y="693"/>
                  <a:pt x="765" y="692"/>
                </a:cubicBezTo>
                <a:lnTo>
                  <a:pt x="762" y="679"/>
                </a:lnTo>
                <a:lnTo>
                  <a:pt x="744" y="664"/>
                </a:lnTo>
                <a:cubicBezTo>
                  <a:pt x="744" y="663"/>
                  <a:pt x="743" y="663"/>
                  <a:pt x="743" y="662"/>
                </a:cubicBezTo>
                <a:lnTo>
                  <a:pt x="736" y="651"/>
                </a:lnTo>
                <a:cubicBezTo>
                  <a:pt x="735" y="648"/>
                  <a:pt x="735" y="646"/>
                  <a:pt x="737" y="643"/>
                </a:cubicBezTo>
                <a:cubicBezTo>
                  <a:pt x="739" y="641"/>
                  <a:pt x="742" y="639"/>
                  <a:pt x="745" y="639"/>
                </a:cubicBezTo>
                <a:lnTo>
                  <a:pt x="759" y="641"/>
                </a:lnTo>
                <a:lnTo>
                  <a:pt x="766" y="635"/>
                </a:lnTo>
                <a:cubicBezTo>
                  <a:pt x="769" y="632"/>
                  <a:pt x="774" y="632"/>
                  <a:pt x="777" y="635"/>
                </a:cubicBezTo>
                <a:lnTo>
                  <a:pt x="780" y="637"/>
                </a:lnTo>
                <a:cubicBezTo>
                  <a:pt x="781" y="639"/>
                  <a:pt x="782" y="641"/>
                  <a:pt x="782" y="643"/>
                </a:cubicBezTo>
                <a:lnTo>
                  <a:pt x="783" y="649"/>
                </a:lnTo>
                <a:cubicBezTo>
                  <a:pt x="783" y="650"/>
                  <a:pt x="782" y="652"/>
                  <a:pt x="781" y="653"/>
                </a:cubicBezTo>
                <a:cubicBezTo>
                  <a:pt x="782" y="654"/>
                  <a:pt x="782" y="655"/>
                  <a:pt x="783" y="656"/>
                </a:cubicBezTo>
                <a:lnTo>
                  <a:pt x="783" y="660"/>
                </a:lnTo>
                <a:cubicBezTo>
                  <a:pt x="784" y="659"/>
                  <a:pt x="785" y="658"/>
                  <a:pt x="786" y="658"/>
                </a:cubicBezTo>
                <a:cubicBezTo>
                  <a:pt x="788" y="657"/>
                  <a:pt x="791" y="657"/>
                  <a:pt x="793" y="658"/>
                </a:cubicBezTo>
                <a:lnTo>
                  <a:pt x="797" y="660"/>
                </a:lnTo>
                <a:cubicBezTo>
                  <a:pt x="800" y="661"/>
                  <a:pt x="802" y="664"/>
                  <a:pt x="802" y="666"/>
                </a:cubicBezTo>
                <a:cubicBezTo>
                  <a:pt x="802" y="667"/>
                  <a:pt x="802" y="669"/>
                  <a:pt x="802" y="669"/>
                </a:cubicBezTo>
                <a:lnTo>
                  <a:pt x="802" y="675"/>
                </a:lnTo>
                <a:lnTo>
                  <a:pt x="803" y="676"/>
                </a:lnTo>
                <a:cubicBezTo>
                  <a:pt x="804" y="676"/>
                  <a:pt x="806" y="678"/>
                  <a:pt x="807" y="679"/>
                </a:cubicBezTo>
                <a:lnTo>
                  <a:pt x="808" y="681"/>
                </a:lnTo>
                <a:cubicBezTo>
                  <a:pt x="810" y="680"/>
                  <a:pt x="812" y="680"/>
                  <a:pt x="814" y="680"/>
                </a:cubicBezTo>
                <a:lnTo>
                  <a:pt x="819" y="681"/>
                </a:lnTo>
                <a:cubicBezTo>
                  <a:pt x="821" y="681"/>
                  <a:pt x="823" y="682"/>
                  <a:pt x="824" y="684"/>
                </a:cubicBezTo>
                <a:lnTo>
                  <a:pt x="830" y="691"/>
                </a:lnTo>
                <a:lnTo>
                  <a:pt x="830" y="674"/>
                </a:lnTo>
                <a:lnTo>
                  <a:pt x="833" y="653"/>
                </a:lnTo>
                <a:lnTo>
                  <a:pt x="832" y="647"/>
                </a:lnTo>
                <a:lnTo>
                  <a:pt x="827" y="631"/>
                </a:lnTo>
                <a:lnTo>
                  <a:pt x="825" y="623"/>
                </a:lnTo>
                <a:lnTo>
                  <a:pt x="826" y="617"/>
                </a:lnTo>
                <a:cubicBezTo>
                  <a:pt x="826" y="616"/>
                  <a:pt x="826" y="615"/>
                  <a:pt x="827" y="614"/>
                </a:cubicBezTo>
                <a:lnTo>
                  <a:pt x="829" y="609"/>
                </a:lnTo>
                <a:lnTo>
                  <a:pt x="834" y="604"/>
                </a:lnTo>
                <a:lnTo>
                  <a:pt x="841" y="596"/>
                </a:lnTo>
                <a:lnTo>
                  <a:pt x="839" y="590"/>
                </a:lnTo>
                <a:lnTo>
                  <a:pt x="838" y="575"/>
                </a:lnTo>
                <a:lnTo>
                  <a:pt x="835" y="559"/>
                </a:lnTo>
                <a:lnTo>
                  <a:pt x="836" y="553"/>
                </a:lnTo>
                <a:lnTo>
                  <a:pt x="813" y="522"/>
                </a:lnTo>
                <a:cubicBezTo>
                  <a:pt x="813" y="521"/>
                  <a:pt x="813" y="521"/>
                  <a:pt x="812" y="520"/>
                </a:cubicBezTo>
                <a:lnTo>
                  <a:pt x="809" y="513"/>
                </a:lnTo>
                <a:lnTo>
                  <a:pt x="807" y="499"/>
                </a:lnTo>
                <a:cubicBezTo>
                  <a:pt x="806" y="499"/>
                  <a:pt x="806" y="498"/>
                  <a:pt x="806" y="497"/>
                </a:cubicBezTo>
                <a:lnTo>
                  <a:pt x="810" y="466"/>
                </a:lnTo>
                <a:lnTo>
                  <a:pt x="786" y="463"/>
                </a:lnTo>
                <a:cubicBezTo>
                  <a:pt x="785" y="463"/>
                  <a:pt x="784" y="462"/>
                  <a:pt x="783" y="462"/>
                </a:cubicBezTo>
                <a:lnTo>
                  <a:pt x="768" y="452"/>
                </a:lnTo>
                <a:cubicBezTo>
                  <a:pt x="767" y="451"/>
                  <a:pt x="766" y="450"/>
                  <a:pt x="766" y="449"/>
                </a:cubicBezTo>
                <a:lnTo>
                  <a:pt x="763" y="442"/>
                </a:lnTo>
                <a:lnTo>
                  <a:pt x="754" y="432"/>
                </a:lnTo>
                <a:lnTo>
                  <a:pt x="748" y="421"/>
                </a:lnTo>
                <a:lnTo>
                  <a:pt x="744" y="417"/>
                </a:lnTo>
                <a:lnTo>
                  <a:pt x="729" y="418"/>
                </a:lnTo>
                <a:cubicBezTo>
                  <a:pt x="728" y="418"/>
                  <a:pt x="727" y="417"/>
                  <a:pt x="726" y="417"/>
                </a:cubicBezTo>
                <a:lnTo>
                  <a:pt x="722" y="415"/>
                </a:lnTo>
                <a:cubicBezTo>
                  <a:pt x="720" y="414"/>
                  <a:pt x="719" y="412"/>
                  <a:pt x="718" y="410"/>
                </a:cubicBezTo>
                <a:lnTo>
                  <a:pt x="717" y="408"/>
                </a:lnTo>
                <a:cubicBezTo>
                  <a:pt x="717" y="407"/>
                  <a:pt x="717" y="406"/>
                  <a:pt x="716" y="405"/>
                </a:cubicBezTo>
                <a:lnTo>
                  <a:pt x="716" y="400"/>
                </a:lnTo>
                <a:cubicBezTo>
                  <a:pt x="716" y="399"/>
                  <a:pt x="717" y="398"/>
                  <a:pt x="717" y="397"/>
                </a:cubicBezTo>
                <a:lnTo>
                  <a:pt x="719" y="392"/>
                </a:lnTo>
                <a:lnTo>
                  <a:pt x="724" y="384"/>
                </a:lnTo>
                <a:lnTo>
                  <a:pt x="719" y="379"/>
                </a:lnTo>
                <a:cubicBezTo>
                  <a:pt x="718" y="378"/>
                  <a:pt x="717" y="377"/>
                  <a:pt x="717" y="375"/>
                </a:cubicBezTo>
                <a:lnTo>
                  <a:pt x="713" y="363"/>
                </a:lnTo>
                <a:lnTo>
                  <a:pt x="707" y="329"/>
                </a:lnTo>
                <a:lnTo>
                  <a:pt x="696" y="299"/>
                </a:lnTo>
                <a:lnTo>
                  <a:pt x="682" y="286"/>
                </a:lnTo>
                <a:cubicBezTo>
                  <a:pt x="681" y="285"/>
                  <a:pt x="680" y="284"/>
                  <a:pt x="680" y="283"/>
                </a:cubicBezTo>
                <a:lnTo>
                  <a:pt x="678" y="278"/>
                </a:lnTo>
                <a:lnTo>
                  <a:pt x="677" y="266"/>
                </a:lnTo>
                <a:lnTo>
                  <a:pt x="677" y="253"/>
                </a:lnTo>
                <a:lnTo>
                  <a:pt x="680" y="235"/>
                </a:lnTo>
                <a:lnTo>
                  <a:pt x="668" y="227"/>
                </a:lnTo>
                <a:lnTo>
                  <a:pt x="655" y="222"/>
                </a:lnTo>
                <a:lnTo>
                  <a:pt x="636" y="212"/>
                </a:lnTo>
                <a:cubicBezTo>
                  <a:pt x="634" y="211"/>
                  <a:pt x="632" y="208"/>
                  <a:pt x="632" y="205"/>
                </a:cubicBezTo>
                <a:lnTo>
                  <a:pt x="633" y="187"/>
                </a:lnTo>
                <a:lnTo>
                  <a:pt x="632" y="170"/>
                </a:lnTo>
                <a:lnTo>
                  <a:pt x="629" y="168"/>
                </a:lnTo>
                <a:cubicBezTo>
                  <a:pt x="629" y="167"/>
                  <a:pt x="628" y="167"/>
                  <a:pt x="627" y="166"/>
                </a:cubicBezTo>
                <a:lnTo>
                  <a:pt x="626" y="164"/>
                </a:lnTo>
                <a:cubicBezTo>
                  <a:pt x="625" y="162"/>
                  <a:pt x="625" y="161"/>
                  <a:pt x="625" y="160"/>
                </a:cubicBezTo>
                <a:lnTo>
                  <a:pt x="625" y="156"/>
                </a:lnTo>
                <a:cubicBezTo>
                  <a:pt x="625" y="155"/>
                  <a:pt x="625" y="154"/>
                  <a:pt x="626" y="152"/>
                </a:cubicBezTo>
                <a:lnTo>
                  <a:pt x="623" y="148"/>
                </a:lnTo>
                <a:lnTo>
                  <a:pt x="614" y="138"/>
                </a:lnTo>
                <a:lnTo>
                  <a:pt x="609" y="134"/>
                </a:lnTo>
                <a:lnTo>
                  <a:pt x="580" y="121"/>
                </a:lnTo>
                <a:cubicBezTo>
                  <a:pt x="579" y="120"/>
                  <a:pt x="578" y="119"/>
                  <a:pt x="577" y="118"/>
                </a:cubicBezTo>
                <a:lnTo>
                  <a:pt x="570" y="108"/>
                </a:lnTo>
                <a:cubicBezTo>
                  <a:pt x="570" y="107"/>
                  <a:pt x="569" y="106"/>
                  <a:pt x="569" y="105"/>
                </a:cubicBezTo>
                <a:lnTo>
                  <a:pt x="564" y="88"/>
                </a:lnTo>
                <a:lnTo>
                  <a:pt x="558" y="52"/>
                </a:lnTo>
                <a:lnTo>
                  <a:pt x="550" y="39"/>
                </a:lnTo>
                <a:lnTo>
                  <a:pt x="547" y="37"/>
                </a:lnTo>
                <a:lnTo>
                  <a:pt x="525" y="20"/>
                </a:lnTo>
                <a:lnTo>
                  <a:pt x="516" y="17"/>
                </a:lnTo>
                <a:lnTo>
                  <a:pt x="396" y="11"/>
                </a:lnTo>
                <a:cubicBezTo>
                  <a:pt x="395" y="11"/>
                  <a:pt x="393" y="11"/>
                  <a:pt x="392" y="10"/>
                </a:cubicBezTo>
                <a:lnTo>
                  <a:pt x="384" y="6"/>
                </a:lnTo>
                <a:lnTo>
                  <a:pt x="354" y="0"/>
                </a:lnTo>
                <a:lnTo>
                  <a:pt x="339" y="1"/>
                </a:lnTo>
                <a:lnTo>
                  <a:pt x="324" y="0"/>
                </a:lnTo>
                <a:lnTo>
                  <a:pt x="219" y="42"/>
                </a:lnTo>
                <a:cubicBezTo>
                  <a:pt x="217" y="43"/>
                  <a:pt x="215" y="43"/>
                  <a:pt x="213" y="42"/>
                </a:cubicBezTo>
                <a:lnTo>
                  <a:pt x="180" y="31"/>
                </a:lnTo>
                <a:lnTo>
                  <a:pt x="157" y="32"/>
                </a:lnTo>
                <a:lnTo>
                  <a:pt x="113" y="50"/>
                </a:lnTo>
                <a:lnTo>
                  <a:pt x="102" y="8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09" name="Freeform 34">
            <a:extLst>
              <a:ext uri="{FF2B5EF4-FFF2-40B4-BE49-F238E27FC236}">
                <a16:creationId xmlns:a16="http://schemas.microsoft.com/office/drawing/2014/main" xmlns="" id="{3F2B63A7-C5A0-43D8-B530-6540D572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191" y="4544764"/>
            <a:ext cx="169097" cy="247415"/>
          </a:xfrm>
          <a:custGeom>
            <a:avLst/>
            <a:gdLst>
              <a:gd name="T0" fmla="*/ 334 w 417"/>
              <a:gd name="T1" fmla="*/ 10 h 615"/>
              <a:gd name="T2" fmla="*/ 323 w 417"/>
              <a:gd name="T3" fmla="*/ 35 h 615"/>
              <a:gd name="T4" fmla="*/ 309 w 417"/>
              <a:gd name="T5" fmla="*/ 39 h 615"/>
              <a:gd name="T6" fmla="*/ 276 w 417"/>
              <a:gd name="T7" fmla="*/ 34 h 615"/>
              <a:gd name="T8" fmla="*/ 276 w 417"/>
              <a:gd name="T9" fmla="*/ 53 h 615"/>
              <a:gd name="T10" fmla="*/ 288 w 417"/>
              <a:gd name="T11" fmla="*/ 65 h 615"/>
              <a:gd name="T12" fmla="*/ 275 w 417"/>
              <a:gd name="T13" fmla="*/ 73 h 615"/>
              <a:gd name="T14" fmla="*/ 259 w 417"/>
              <a:gd name="T15" fmla="*/ 85 h 615"/>
              <a:gd name="T16" fmla="*/ 235 w 417"/>
              <a:gd name="T17" fmla="*/ 97 h 615"/>
              <a:gd name="T18" fmla="*/ 247 w 417"/>
              <a:gd name="T19" fmla="*/ 121 h 615"/>
              <a:gd name="T20" fmla="*/ 245 w 417"/>
              <a:gd name="T21" fmla="*/ 151 h 615"/>
              <a:gd name="T22" fmla="*/ 220 w 417"/>
              <a:gd name="T23" fmla="*/ 134 h 615"/>
              <a:gd name="T24" fmla="*/ 203 w 417"/>
              <a:gd name="T25" fmla="*/ 143 h 615"/>
              <a:gd name="T26" fmla="*/ 192 w 417"/>
              <a:gd name="T27" fmla="*/ 154 h 615"/>
              <a:gd name="T28" fmla="*/ 187 w 417"/>
              <a:gd name="T29" fmla="*/ 170 h 615"/>
              <a:gd name="T30" fmla="*/ 201 w 417"/>
              <a:gd name="T31" fmla="*/ 180 h 615"/>
              <a:gd name="T32" fmla="*/ 194 w 417"/>
              <a:gd name="T33" fmla="*/ 207 h 615"/>
              <a:gd name="T34" fmla="*/ 156 w 417"/>
              <a:gd name="T35" fmla="*/ 216 h 615"/>
              <a:gd name="T36" fmla="*/ 136 w 417"/>
              <a:gd name="T37" fmla="*/ 205 h 615"/>
              <a:gd name="T38" fmla="*/ 142 w 417"/>
              <a:gd name="T39" fmla="*/ 242 h 615"/>
              <a:gd name="T40" fmla="*/ 134 w 417"/>
              <a:gd name="T41" fmla="*/ 257 h 615"/>
              <a:gd name="T42" fmla="*/ 129 w 417"/>
              <a:gd name="T43" fmla="*/ 287 h 615"/>
              <a:gd name="T44" fmla="*/ 155 w 417"/>
              <a:gd name="T45" fmla="*/ 280 h 615"/>
              <a:gd name="T46" fmla="*/ 176 w 417"/>
              <a:gd name="T47" fmla="*/ 279 h 615"/>
              <a:gd name="T48" fmla="*/ 180 w 417"/>
              <a:gd name="T49" fmla="*/ 291 h 615"/>
              <a:gd name="T50" fmla="*/ 197 w 417"/>
              <a:gd name="T51" fmla="*/ 319 h 615"/>
              <a:gd name="T52" fmla="*/ 168 w 417"/>
              <a:gd name="T53" fmla="*/ 323 h 615"/>
              <a:gd name="T54" fmla="*/ 116 w 417"/>
              <a:gd name="T55" fmla="*/ 358 h 615"/>
              <a:gd name="T56" fmla="*/ 100 w 417"/>
              <a:gd name="T57" fmla="*/ 362 h 615"/>
              <a:gd name="T58" fmla="*/ 91 w 417"/>
              <a:gd name="T59" fmla="*/ 377 h 615"/>
              <a:gd name="T60" fmla="*/ 3 w 417"/>
              <a:gd name="T61" fmla="*/ 433 h 615"/>
              <a:gd name="T62" fmla="*/ 69 w 417"/>
              <a:gd name="T63" fmla="*/ 435 h 615"/>
              <a:gd name="T64" fmla="*/ 4 w 417"/>
              <a:gd name="T65" fmla="*/ 474 h 615"/>
              <a:gd name="T66" fmla="*/ 10 w 417"/>
              <a:gd name="T67" fmla="*/ 485 h 615"/>
              <a:gd name="T68" fmla="*/ 14 w 417"/>
              <a:gd name="T69" fmla="*/ 479 h 615"/>
              <a:gd name="T70" fmla="*/ 60 w 417"/>
              <a:gd name="T71" fmla="*/ 458 h 615"/>
              <a:gd name="T72" fmla="*/ 113 w 417"/>
              <a:gd name="T73" fmla="*/ 429 h 615"/>
              <a:gd name="T74" fmla="*/ 130 w 417"/>
              <a:gd name="T75" fmla="*/ 419 h 615"/>
              <a:gd name="T76" fmla="*/ 149 w 417"/>
              <a:gd name="T77" fmla="*/ 429 h 615"/>
              <a:gd name="T78" fmla="*/ 167 w 417"/>
              <a:gd name="T79" fmla="*/ 440 h 615"/>
              <a:gd name="T80" fmla="*/ 131 w 417"/>
              <a:gd name="T81" fmla="*/ 474 h 615"/>
              <a:gd name="T82" fmla="*/ 77 w 417"/>
              <a:gd name="T83" fmla="*/ 494 h 615"/>
              <a:gd name="T84" fmla="*/ 77 w 417"/>
              <a:gd name="T85" fmla="*/ 504 h 615"/>
              <a:gd name="T86" fmla="*/ 86 w 417"/>
              <a:gd name="T87" fmla="*/ 519 h 615"/>
              <a:gd name="T88" fmla="*/ 81 w 417"/>
              <a:gd name="T89" fmla="*/ 539 h 615"/>
              <a:gd name="T90" fmla="*/ 99 w 417"/>
              <a:gd name="T91" fmla="*/ 549 h 615"/>
              <a:gd name="T92" fmla="*/ 107 w 417"/>
              <a:gd name="T93" fmla="*/ 580 h 615"/>
              <a:gd name="T94" fmla="*/ 121 w 417"/>
              <a:gd name="T95" fmla="*/ 610 h 615"/>
              <a:gd name="T96" fmla="*/ 141 w 417"/>
              <a:gd name="T97" fmla="*/ 611 h 615"/>
              <a:gd name="T98" fmla="*/ 179 w 417"/>
              <a:gd name="T99" fmla="*/ 587 h 615"/>
              <a:gd name="T100" fmla="*/ 172 w 417"/>
              <a:gd name="T101" fmla="*/ 559 h 615"/>
              <a:gd name="T102" fmla="*/ 185 w 417"/>
              <a:gd name="T103" fmla="*/ 522 h 615"/>
              <a:gd name="T104" fmla="*/ 275 w 417"/>
              <a:gd name="T105" fmla="*/ 445 h 615"/>
              <a:gd name="T106" fmla="*/ 320 w 417"/>
              <a:gd name="T107" fmla="*/ 340 h 615"/>
              <a:gd name="T108" fmla="*/ 368 w 417"/>
              <a:gd name="T109" fmla="*/ 281 h 615"/>
              <a:gd name="T110" fmla="*/ 376 w 417"/>
              <a:gd name="T111" fmla="*/ 267 h 615"/>
              <a:gd name="T112" fmla="*/ 373 w 417"/>
              <a:gd name="T113" fmla="*/ 249 h 615"/>
              <a:gd name="T114" fmla="*/ 392 w 417"/>
              <a:gd name="T115" fmla="*/ 216 h 615"/>
              <a:gd name="T116" fmla="*/ 384 w 417"/>
              <a:gd name="T117" fmla="*/ 188 h 615"/>
              <a:gd name="T118" fmla="*/ 380 w 417"/>
              <a:gd name="T119" fmla="*/ 128 h 615"/>
              <a:gd name="T120" fmla="*/ 397 w 417"/>
              <a:gd name="T121" fmla="*/ 65 h 615"/>
              <a:gd name="T122" fmla="*/ 326 w 417"/>
              <a:gd name="T123" fmla="*/ 0 h 6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17" h="615">
                <a:moveTo>
                  <a:pt x="321" y="2"/>
                </a:moveTo>
                <a:lnTo>
                  <a:pt x="322" y="9"/>
                </a:lnTo>
                <a:lnTo>
                  <a:pt x="328" y="8"/>
                </a:lnTo>
                <a:cubicBezTo>
                  <a:pt x="330" y="8"/>
                  <a:pt x="331" y="9"/>
                  <a:pt x="334" y="10"/>
                </a:cubicBezTo>
                <a:cubicBezTo>
                  <a:pt x="336" y="12"/>
                  <a:pt x="337" y="14"/>
                  <a:pt x="337" y="16"/>
                </a:cubicBezTo>
                <a:lnTo>
                  <a:pt x="337" y="21"/>
                </a:lnTo>
                <a:cubicBezTo>
                  <a:pt x="337" y="24"/>
                  <a:pt x="335" y="27"/>
                  <a:pt x="333" y="28"/>
                </a:cubicBezTo>
                <a:lnTo>
                  <a:pt x="323" y="35"/>
                </a:lnTo>
                <a:cubicBezTo>
                  <a:pt x="321" y="36"/>
                  <a:pt x="320" y="37"/>
                  <a:pt x="319" y="37"/>
                </a:cubicBezTo>
                <a:lnTo>
                  <a:pt x="314" y="37"/>
                </a:lnTo>
                <a:cubicBezTo>
                  <a:pt x="312" y="37"/>
                  <a:pt x="310" y="37"/>
                  <a:pt x="308" y="36"/>
                </a:cubicBezTo>
                <a:lnTo>
                  <a:pt x="309" y="39"/>
                </a:lnTo>
                <a:cubicBezTo>
                  <a:pt x="310" y="43"/>
                  <a:pt x="308" y="46"/>
                  <a:pt x="305" y="48"/>
                </a:cubicBezTo>
                <a:cubicBezTo>
                  <a:pt x="301" y="50"/>
                  <a:pt x="298" y="49"/>
                  <a:pt x="295" y="46"/>
                </a:cubicBezTo>
                <a:lnTo>
                  <a:pt x="282" y="32"/>
                </a:lnTo>
                <a:cubicBezTo>
                  <a:pt x="280" y="33"/>
                  <a:pt x="278" y="34"/>
                  <a:pt x="276" y="34"/>
                </a:cubicBezTo>
                <a:lnTo>
                  <a:pt x="276" y="34"/>
                </a:lnTo>
                <a:lnTo>
                  <a:pt x="276" y="39"/>
                </a:lnTo>
                <a:lnTo>
                  <a:pt x="275" y="52"/>
                </a:lnTo>
                <a:lnTo>
                  <a:pt x="276" y="53"/>
                </a:lnTo>
                <a:lnTo>
                  <a:pt x="280" y="53"/>
                </a:lnTo>
                <a:cubicBezTo>
                  <a:pt x="282" y="52"/>
                  <a:pt x="284" y="53"/>
                  <a:pt x="286" y="55"/>
                </a:cubicBezTo>
                <a:cubicBezTo>
                  <a:pt x="287" y="56"/>
                  <a:pt x="288" y="59"/>
                  <a:pt x="288" y="61"/>
                </a:cubicBezTo>
                <a:lnTo>
                  <a:pt x="288" y="65"/>
                </a:lnTo>
                <a:cubicBezTo>
                  <a:pt x="288" y="67"/>
                  <a:pt x="287" y="70"/>
                  <a:pt x="286" y="71"/>
                </a:cubicBezTo>
                <a:cubicBezTo>
                  <a:pt x="284" y="73"/>
                  <a:pt x="282" y="73"/>
                  <a:pt x="279" y="73"/>
                </a:cubicBezTo>
                <a:lnTo>
                  <a:pt x="276" y="73"/>
                </a:lnTo>
                <a:lnTo>
                  <a:pt x="275" y="73"/>
                </a:lnTo>
                <a:lnTo>
                  <a:pt x="269" y="78"/>
                </a:lnTo>
                <a:cubicBezTo>
                  <a:pt x="267" y="80"/>
                  <a:pt x="264" y="81"/>
                  <a:pt x="261" y="80"/>
                </a:cubicBezTo>
                <a:lnTo>
                  <a:pt x="258" y="79"/>
                </a:lnTo>
                <a:lnTo>
                  <a:pt x="259" y="85"/>
                </a:lnTo>
                <a:cubicBezTo>
                  <a:pt x="260" y="88"/>
                  <a:pt x="259" y="92"/>
                  <a:pt x="256" y="93"/>
                </a:cubicBezTo>
                <a:cubicBezTo>
                  <a:pt x="254" y="95"/>
                  <a:pt x="250" y="95"/>
                  <a:pt x="248" y="94"/>
                </a:cubicBezTo>
                <a:lnTo>
                  <a:pt x="240" y="90"/>
                </a:lnTo>
                <a:cubicBezTo>
                  <a:pt x="240" y="93"/>
                  <a:pt x="238" y="96"/>
                  <a:pt x="235" y="97"/>
                </a:cubicBezTo>
                <a:lnTo>
                  <a:pt x="217" y="104"/>
                </a:lnTo>
                <a:lnTo>
                  <a:pt x="231" y="109"/>
                </a:lnTo>
                <a:cubicBezTo>
                  <a:pt x="232" y="109"/>
                  <a:pt x="233" y="110"/>
                  <a:pt x="234" y="111"/>
                </a:cubicBezTo>
                <a:lnTo>
                  <a:pt x="247" y="121"/>
                </a:lnTo>
                <a:cubicBezTo>
                  <a:pt x="248" y="122"/>
                  <a:pt x="249" y="124"/>
                  <a:pt x="249" y="126"/>
                </a:cubicBezTo>
                <a:lnTo>
                  <a:pt x="252" y="141"/>
                </a:lnTo>
                <a:cubicBezTo>
                  <a:pt x="253" y="144"/>
                  <a:pt x="252" y="147"/>
                  <a:pt x="251" y="148"/>
                </a:cubicBezTo>
                <a:cubicBezTo>
                  <a:pt x="249" y="150"/>
                  <a:pt x="247" y="151"/>
                  <a:pt x="245" y="151"/>
                </a:cubicBezTo>
                <a:lnTo>
                  <a:pt x="242" y="151"/>
                </a:lnTo>
                <a:cubicBezTo>
                  <a:pt x="240" y="151"/>
                  <a:pt x="237" y="150"/>
                  <a:pt x="236" y="148"/>
                </a:cubicBezTo>
                <a:lnTo>
                  <a:pt x="223" y="135"/>
                </a:lnTo>
                <a:lnTo>
                  <a:pt x="220" y="134"/>
                </a:lnTo>
                <a:lnTo>
                  <a:pt x="209" y="136"/>
                </a:lnTo>
                <a:lnTo>
                  <a:pt x="209" y="136"/>
                </a:lnTo>
                <a:cubicBezTo>
                  <a:pt x="209" y="137"/>
                  <a:pt x="208" y="138"/>
                  <a:pt x="208" y="139"/>
                </a:cubicBezTo>
                <a:lnTo>
                  <a:pt x="203" y="143"/>
                </a:lnTo>
                <a:cubicBezTo>
                  <a:pt x="201" y="145"/>
                  <a:pt x="199" y="146"/>
                  <a:pt x="196" y="146"/>
                </a:cubicBezTo>
                <a:lnTo>
                  <a:pt x="193" y="145"/>
                </a:lnTo>
                <a:lnTo>
                  <a:pt x="192" y="151"/>
                </a:lnTo>
                <a:lnTo>
                  <a:pt x="192" y="154"/>
                </a:lnTo>
                <a:lnTo>
                  <a:pt x="194" y="155"/>
                </a:lnTo>
                <a:cubicBezTo>
                  <a:pt x="197" y="157"/>
                  <a:pt x="198" y="160"/>
                  <a:pt x="198" y="164"/>
                </a:cubicBezTo>
                <a:cubicBezTo>
                  <a:pt x="197" y="168"/>
                  <a:pt x="193" y="170"/>
                  <a:pt x="190" y="170"/>
                </a:cubicBezTo>
                <a:lnTo>
                  <a:pt x="187" y="170"/>
                </a:lnTo>
                <a:lnTo>
                  <a:pt x="189" y="174"/>
                </a:lnTo>
                <a:cubicBezTo>
                  <a:pt x="190" y="177"/>
                  <a:pt x="189" y="179"/>
                  <a:pt x="188" y="182"/>
                </a:cubicBezTo>
                <a:lnTo>
                  <a:pt x="192" y="179"/>
                </a:lnTo>
                <a:cubicBezTo>
                  <a:pt x="195" y="177"/>
                  <a:pt x="198" y="178"/>
                  <a:pt x="201" y="180"/>
                </a:cubicBezTo>
                <a:cubicBezTo>
                  <a:pt x="204" y="182"/>
                  <a:pt x="205" y="185"/>
                  <a:pt x="204" y="188"/>
                </a:cubicBezTo>
                <a:lnTo>
                  <a:pt x="201" y="198"/>
                </a:lnTo>
                <a:cubicBezTo>
                  <a:pt x="201" y="199"/>
                  <a:pt x="200" y="200"/>
                  <a:pt x="199" y="201"/>
                </a:cubicBezTo>
                <a:lnTo>
                  <a:pt x="194" y="207"/>
                </a:lnTo>
                <a:cubicBezTo>
                  <a:pt x="193" y="208"/>
                  <a:pt x="192" y="209"/>
                  <a:pt x="191" y="210"/>
                </a:cubicBezTo>
                <a:lnTo>
                  <a:pt x="165" y="218"/>
                </a:lnTo>
                <a:cubicBezTo>
                  <a:pt x="163" y="218"/>
                  <a:pt x="161" y="218"/>
                  <a:pt x="159" y="217"/>
                </a:cubicBezTo>
                <a:lnTo>
                  <a:pt x="156" y="216"/>
                </a:lnTo>
                <a:cubicBezTo>
                  <a:pt x="155" y="215"/>
                  <a:pt x="154" y="214"/>
                  <a:pt x="153" y="213"/>
                </a:cubicBezTo>
                <a:lnTo>
                  <a:pt x="149" y="208"/>
                </a:lnTo>
                <a:lnTo>
                  <a:pt x="136" y="199"/>
                </a:lnTo>
                <a:lnTo>
                  <a:pt x="136" y="205"/>
                </a:lnTo>
                <a:lnTo>
                  <a:pt x="138" y="214"/>
                </a:lnTo>
                <a:lnTo>
                  <a:pt x="144" y="225"/>
                </a:lnTo>
                <a:cubicBezTo>
                  <a:pt x="145" y="227"/>
                  <a:pt x="145" y="230"/>
                  <a:pt x="145" y="232"/>
                </a:cubicBezTo>
                <a:lnTo>
                  <a:pt x="142" y="242"/>
                </a:lnTo>
                <a:lnTo>
                  <a:pt x="143" y="247"/>
                </a:lnTo>
                <a:cubicBezTo>
                  <a:pt x="143" y="249"/>
                  <a:pt x="143" y="252"/>
                  <a:pt x="141" y="254"/>
                </a:cubicBezTo>
                <a:cubicBezTo>
                  <a:pt x="139" y="256"/>
                  <a:pt x="137" y="256"/>
                  <a:pt x="134" y="256"/>
                </a:cubicBezTo>
                <a:lnTo>
                  <a:pt x="134" y="257"/>
                </a:lnTo>
                <a:lnTo>
                  <a:pt x="134" y="267"/>
                </a:lnTo>
                <a:lnTo>
                  <a:pt x="132" y="279"/>
                </a:lnTo>
                <a:cubicBezTo>
                  <a:pt x="132" y="280"/>
                  <a:pt x="132" y="281"/>
                  <a:pt x="131" y="281"/>
                </a:cubicBezTo>
                <a:lnTo>
                  <a:pt x="129" y="287"/>
                </a:lnTo>
                <a:lnTo>
                  <a:pt x="142" y="276"/>
                </a:lnTo>
                <a:cubicBezTo>
                  <a:pt x="144" y="275"/>
                  <a:pt x="146" y="274"/>
                  <a:pt x="149" y="274"/>
                </a:cubicBezTo>
                <a:cubicBezTo>
                  <a:pt x="151" y="275"/>
                  <a:pt x="153" y="276"/>
                  <a:pt x="154" y="278"/>
                </a:cubicBezTo>
                <a:lnTo>
                  <a:pt x="155" y="280"/>
                </a:lnTo>
                <a:lnTo>
                  <a:pt x="158" y="277"/>
                </a:lnTo>
                <a:cubicBezTo>
                  <a:pt x="160" y="275"/>
                  <a:pt x="162" y="274"/>
                  <a:pt x="164" y="274"/>
                </a:cubicBezTo>
                <a:lnTo>
                  <a:pt x="169" y="274"/>
                </a:lnTo>
                <a:cubicBezTo>
                  <a:pt x="172" y="275"/>
                  <a:pt x="175" y="276"/>
                  <a:pt x="176" y="279"/>
                </a:cubicBezTo>
                <a:cubicBezTo>
                  <a:pt x="177" y="282"/>
                  <a:pt x="177" y="285"/>
                  <a:pt x="175" y="288"/>
                </a:cubicBezTo>
                <a:lnTo>
                  <a:pt x="173" y="289"/>
                </a:lnTo>
                <a:cubicBezTo>
                  <a:pt x="174" y="289"/>
                  <a:pt x="174" y="289"/>
                  <a:pt x="175" y="290"/>
                </a:cubicBezTo>
                <a:lnTo>
                  <a:pt x="180" y="291"/>
                </a:lnTo>
                <a:cubicBezTo>
                  <a:pt x="182" y="291"/>
                  <a:pt x="183" y="292"/>
                  <a:pt x="184" y="293"/>
                </a:cubicBezTo>
                <a:lnTo>
                  <a:pt x="188" y="298"/>
                </a:lnTo>
                <a:lnTo>
                  <a:pt x="197" y="312"/>
                </a:lnTo>
                <a:cubicBezTo>
                  <a:pt x="198" y="314"/>
                  <a:pt x="197" y="317"/>
                  <a:pt x="197" y="319"/>
                </a:cubicBezTo>
                <a:cubicBezTo>
                  <a:pt x="196" y="321"/>
                  <a:pt x="195" y="323"/>
                  <a:pt x="193" y="324"/>
                </a:cubicBezTo>
                <a:lnTo>
                  <a:pt x="186" y="327"/>
                </a:lnTo>
                <a:cubicBezTo>
                  <a:pt x="184" y="327"/>
                  <a:pt x="182" y="327"/>
                  <a:pt x="181" y="327"/>
                </a:cubicBezTo>
                <a:lnTo>
                  <a:pt x="168" y="323"/>
                </a:lnTo>
                <a:lnTo>
                  <a:pt x="156" y="336"/>
                </a:lnTo>
                <a:cubicBezTo>
                  <a:pt x="155" y="337"/>
                  <a:pt x="154" y="338"/>
                  <a:pt x="153" y="338"/>
                </a:cubicBezTo>
                <a:lnTo>
                  <a:pt x="125" y="347"/>
                </a:lnTo>
                <a:lnTo>
                  <a:pt x="116" y="358"/>
                </a:lnTo>
                <a:cubicBezTo>
                  <a:pt x="115" y="359"/>
                  <a:pt x="115" y="359"/>
                  <a:pt x="114" y="360"/>
                </a:cubicBezTo>
                <a:lnTo>
                  <a:pt x="110" y="362"/>
                </a:lnTo>
                <a:cubicBezTo>
                  <a:pt x="109" y="362"/>
                  <a:pt x="108" y="362"/>
                  <a:pt x="106" y="362"/>
                </a:cubicBezTo>
                <a:lnTo>
                  <a:pt x="100" y="362"/>
                </a:lnTo>
                <a:cubicBezTo>
                  <a:pt x="100" y="362"/>
                  <a:pt x="99" y="362"/>
                  <a:pt x="98" y="362"/>
                </a:cubicBezTo>
                <a:cubicBezTo>
                  <a:pt x="99" y="363"/>
                  <a:pt x="99" y="364"/>
                  <a:pt x="99" y="364"/>
                </a:cubicBezTo>
                <a:lnTo>
                  <a:pt x="99" y="369"/>
                </a:lnTo>
                <a:cubicBezTo>
                  <a:pt x="99" y="373"/>
                  <a:pt x="96" y="376"/>
                  <a:pt x="91" y="377"/>
                </a:cubicBezTo>
                <a:lnTo>
                  <a:pt x="80" y="378"/>
                </a:lnTo>
                <a:lnTo>
                  <a:pt x="30" y="407"/>
                </a:lnTo>
                <a:lnTo>
                  <a:pt x="2" y="431"/>
                </a:lnTo>
                <a:lnTo>
                  <a:pt x="3" y="433"/>
                </a:lnTo>
                <a:lnTo>
                  <a:pt x="60" y="423"/>
                </a:lnTo>
                <a:cubicBezTo>
                  <a:pt x="62" y="422"/>
                  <a:pt x="65" y="423"/>
                  <a:pt x="66" y="424"/>
                </a:cubicBezTo>
                <a:cubicBezTo>
                  <a:pt x="68" y="426"/>
                  <a:pt x="69" y="428"/>
                  <a:pt x="69" y="431"/>
                </a:cubicBezTo>
                <a:lnTo>
                  <a:pt x="69" y="435"/>
                </a:lnTo>
                <a:cubicBezTo>
                  <a:pt x="69" y="439"/>
                  <a:pt x="66" y="443"/>
                  <a:pt x="63" y="443"/>
                </a:cubicBezTo>
                <a:lnTo>
                  <a:pt x="46" y="446"/>
                </a:lnTo>
                <a:lnTo>
                  <a:pt x="1" y="469"/>
                </a:lnTo>
                <a:lnTo>
                  <a:pt x="4" y="474"/>
                </a:lnTo>
                <a:cubicBezTo>
                  <a:pt x="5" y="476"/>
                  <a:pt x="5" y="478"/>
                  <a:pt x="4" y="480"/>
                </a:cubicBezTo>
                <a:lnTo>
                  <a:pt x="0" y="494"/>
                </a:lnTo>
                <a:lnTo>
                  <a:pt x="8" y="487"/>
                </a:lnTo>
                <a:cubicBezTo>
                  <a:pt x="8" y="486"/>
                  <a:pt x="9" y="486"/>
                  <a:pt x="10" y="485"/>
                </a:cubicBezTo>
                <a:cubicBezTo>
                  <a:pt x="11" y="485"/>
                  <a:pt x="11" y="485"/>
                  <a:pt x="12" y="485"/>
                </a:cubicBezTo>
                <a:lnTo>
                  <a:pt x="13" y="483"/>
                </a:lnTo>
                <a:cubicBezTo>
                  <a:pt x="13" y="483"/>
                  <a:pt x="13" y="482"/>
                  <a:pt x="13" y="481"/>
                </a:cubicBezTo>
                <a:lnTo>
                  <a:pt x="14" y="479"/>
                </a:lnTo>
                <a:cubicBezTo>
                  <a:pt x="16" y="477"/>
                  <a:pt x="18" y="475"/>
                  <a:pt x="21" y="475"/>
                </a:cubicBezTo>
                <a:lnTo>
                  <a:pt x="43" y="473"/>
                </a:lnTo>
                <a:lnTo>
                  <a:pt x="56" y="460"/>
                </a:lnTo>
                <a:cubicBezTo>
                  <a:pt x="57" y="459"/>
                  <a:pt x="58" y="459"/>
                  <a:pt x="60" y="458"/>
                </a:cubicBezTo>
                <a:lnTo>
                  <a:pt x="81" y="453"/>
                </a:lnTo>
                <a:lnTo>
                  <a:pt x="95" y="437"/>
                </a:lnTo>
                <a:cubicBezTo>
                  <a:pt x="95" y="436"/>
                  <a:pt x="96" y="436"/>
                  <a:pt x="98" y="435"/>
                </a:cubicBezTo>
                <a:lnTo>
                  <a:pt x="113" y="429"/>
                </a:lnTo>
                <a:lnTo>
                  <a:pt x="119" y="428"/>
                </a:lnTo>
                <a:lnTo>
                  <a:pt x="123" y="425"/>
                </a:lnTo>
                <a:lnTo>
                  <a:pt x="128" y="421"/>
                </a:lnTo>
                <a:cubicBezTo>
                  <a:pt x="128" y="420"/>
                  <a:pt x="129" y="420"/>
                  <a:pt x="130" y="419"/>
                </a:cubicBezTo>
                <a:lnTo>
                  <a:pt x="135" y="417"/>
                </a:lnTo>
                <a:cubicBezTo>
                  <a:pt x="139" y="415"/>
                  <a:pt x="144" y="417"/>
                  <a:pt x="146" y="421"/>
                </a:cubicBezTo>
                <a:lnTo>
                  <a:pt x="149" y="427"/>
                </a:lnTo>
                <a:cubicBezTo>
                  <a:pt x="149" y="428"/>
                  <a:pt x="149" y="429"/>
                  <a:pt x="149" y="429"/>
                </a:cubicBezTo>
                <a:cubicBezTo>
                  <a:pt x="150" y="429"/>
                  <a:pt x="151" y="429"/>
                  <a:pt x="151" y="429"/>
                </a:cubicBezTo>
                <a:lnTo>
                  <a:pt x="159" y="427"/>
                </a:lnTo>
                <a:cubicBezTo>
                  <a:pt x="163" y="427"/>
                  <a:pt x="166" y="428"/>
                  <a:pt x="167" y="431"/>
                </a:cubicBezTo>
                <a:cubicBezTo>
                  <a:pt x="169" y="434"/>
                  <a:pt x="169" y="438"/>
                  <a:pt x="167" y="440"/>
                </a:cubicBezTo>
                <a:lnTo>
                  <a:pt x="157" y="452"/>
                </a:lnTo>
                <a:lnTo>
                  <a:pt x="146" y="464"/>
                </a:lnTo>
                <a:lnTo>
                  <a:pt x="134" y="472"/>
                </a:lnTo>
                <a:cubicBezTo>
                  <a:pt x="133" y="473"/>
                  <a:pt x="132" y="473"/>
                  <a:pt x="131" y="474"/>
                </a:cubicBezTo>
                <a:lnTo>
                  <a:pt x="108" y="479"/>
                </a:lnTo>
                <a:lnTo>
                  <a:pt x="85" y="492"/>
                </a:lnTo>
                <a:cubicBezTo>
                  <a:pt x="84" y="492"/>
                  <a:pt x="84" y="493"/>
                  <a:pt x="83" y="493"/>
                </a:cubicBezTo>
                <a:lnTo>
                  <a:pt x="77" y="494"/>
                </a:lnTo>
                <a:lnTo>
                  <a:pt x="77" y="496"/>
                </a:lnTo>
                <a:cubicBezTo>
                  <a:pt x="78" y="498"/>
                  <a:pt x="77" y="501"/>
                  <a:pt x="76" y="503"/>
                </a:cubicBezTo>
                <a:lnTo>
                  <a:pt x="76" y="503"/>
                </a:lnTo>
                <a:lnTo>
                  <a:pt x="77" y="504"/>
                </a:lnTo>
                <a:cubicBezTo>
                  <a:pt x="78" y="504"/>
                  <a:pt x="79" y="505"/>
                  <a:pt x="79" y="506"/>
                </a:cubicBezTo>
                <a:lnTo>
                  <a:pt x="82" y="510"/>
                </a:lnTo>
                <a:cubicBezTo>
                  <a:pt x="83" y="510"/>
                  <a:pt x="83" y="511"/>
                  <a:pt x="84" y="512"/>
                </a:cubicBezTo>
                <a:lnTo>
                  <a:pt x="86" y="519"/>
                </a:lnTo>
                <a:cubicBezTo>
                  <a:pt x="87" y="522"/>
                  <a:pt x="86" y="526"/>
                  <a:pt x="83" y="528"/>
                </a:cubicBezTo>
                <a:lnTo>
                  <a:pt x="80" y="530"/>
                </a:lnTo>
                <a:lnTo>
                  <a:pt x="79" y="532"/>
                </a:lnTo>
                <a:lnTo>
                  <a:pt x="81" y="539"/>
                </a:lnTo>
                <a:lnTo>
                  <a:pt x="84" y="544"/>
                </a:lnTo>
                <a:lnTo>
                  <a:pt x="86" y="546"/>
                </a:lnTo>
                <a:lnTo>
                  <a:pt x="95" y="547"/>
                </a:lnTo>
                <a:cubicBezTo>
                  <a:pt x="97" y="547"/>
                  <a:pt x="98" y="548"/>
                  <a:pt x="99" y="549"/>
                </a:cubicBezTo>
                <a:lnTo>
                  <a:pt x="104" y="553"/>
                </a:lnTo>
                <a:cubicBezTo>
                  <a:pt x="107" y="555"/>
                  <a:pt x="108" y="559"/>
                  <a:pt x="106" y="563"/>
                </a:cubicBezTo>
                <a:lnTo>
                  <a:pt x="103" y="569"/>
                </a:lnTo>
                <a:lnTo>
                  <a:pt x="107" y="580"/>
                </a:lnTo>
                <a:lnTo>
                  <a:pt x="109" y="598"/>
                </a:lnTo>
                <a:lnTo>
                  <a:pt x="111" y="605"/>
                </a:lnTo>
                <a:lnTo>
                  <a:pt x="119" y="609"/>
                </a:lnTo>
                <a:cubicBezTo>
                  <a:pt x="120" y="609"/>
                  <a:pt x="121" y="610"/>
                  <a:pt x="121" y="610"/>
                </a:cubicBezTo>
                <a:lnTo>
                  <a:pt x="125" y="614"/>
                </a:lnTo>
                <a:lnTo>
                  <a:pt x="125" y="614"/>
                </a:lnTo>
                <a:cubicBezTo>
                  <a:pt x="126" y="613"/>
                  <a:pt x="127" y="613"/>
                  <a:pt x="128" y="613"/>
                </a:cubicBezTo>
                <a:lnTo>
                  <a:pt x="141" y="611"/>
                </a:lnTo>
                <a:lnTo>
                  <a:pt x="150" y="608"/>
                </a:lnTo>
                <a:lnTo>
                  <a:pt x="176" y="589"/>
                </a:lnTo>
                <a:cubicBezTo>
                  <a:pt x="176" y="588"/>
                  <a:pt x="177" y="588"/>
                  <a:pt x="178" y="588"/>
                </a:cubicBezTo>
                <a:lnTo>
                  <a:pt x="179" y="587"/>
                </a:lnTo>
                <a:lnTo>
                  <a:pt x="177" y="583"/>
                </a:lnTo>
                <a:lnTo>
                  <a:pt x="173" y="572"/>
                </a:lnTo>
                <a:lnTo>
                  <a:pt x="172" y="561"/>
                </a:lnTo>
                <a:cubicBezTo>
                  <a:pt x="172" y="561"/>
                  <a:pt x="172" y="560"/>
                  <a:pt x="172" y="559"/>
                </a:cubicBezTo>
                <a:lnTo>
                  <a:pt x="172" y="552"/>
                </a:lnTo>
                <a:cubicBezTo>
                  <a:pt x="172" y="552"/>
                  <a:pt x="173" y="551"/>
                  <a:pt x="173" y="550"/>
                </a:cubicBezTo>
                <a:lnTo>
                  <a:pt x="184" y="524"/>
                </a:lnTo>
                <a:cubicBezTo>
                  <a:pt x="184" y="524"/>
                  <a:pt x="185" y="523"/>
                  <a:pt x="185" y="522"/>
                </a:cubicBezTo>
                <a:lnTo>
                  <a:pt x="197" y="509"/>
                </a:lnTo>
                <a:lnTo>
                  <a:pt x="271" y="451"/>
                </a:lnTo>
                <a:lnTo>
                  <a:pt x="275" y="446"/>
                </a:lnTo>
                <a:cubicBezTo>
                  <a:pt x="275" y="445"/>
                  <a:pt x="275" y="445"/>
                  <a:pt x="275" y="445"/>
                </a:cubicBezTo>
                <a:lnTo>
                  <a:pt x="276" y="439"/>
                </a:lnTo>
                <a:lnTo>
                  <a:pt x="283" y="408"/>
                </a:lnTo>
                <a:lnTo>
                  <a:pt x="301" y="369"/>
                </a:lnTo>
                <a:lnTo>
                  <a:pt x="320" y="340"/>
                </a:lnTo>
                <a:lnTo>
                  <a:pt x="363" y="299"/>
                </a:lnTo>
                <a:lnTo>
                  <a:pt x="367" y="293"/>
                </a:lnTo>
                <a:lnTo>
                  <a:pt x="368" y="286"/>
                </a:lnTo>
                <a:lnTo>
                  <a:pt x="368" y="281"/>
                </a:lnTo>
                <a:cubicBezTo>
                  <a:pt x="368" y="280"/>
                  <a:pt x="368" y="279"/>
                  <a:pt x="368" y="277"/>
                </a:cubicBezTo>
                <a:lnTo>
                  <a:pt x="370" y="273"/>
                </a:lnTo>
                <a:cubicBezTo>
                  <a:pt x="371" y="273"/>
                  <a:pt x="371" y="272"/>
                  <a:pt x="372" y="271"/>
                </a:cubicBezTo>
                <a:lnTo>
                  <a:pt x="376" y="267"/>
                </a:lnTo>
                <a:lnTo>
                  <a:pt x="376" y="265"/>
                </a:lnTo>
                <a:lnTo>
                  <a:pt x="373" y="260"/>
                </a:lnTo>
                <a:cubicBezTo>
                  <a:pt x="373" y="259"/>
                  <a:pt x="373" y="258"/>
                  <a:pt x="373" y="257"/>
                </a:cubicBezTo>
                <a:lnTo>
                  <a:pt x="373" y="249"/>
                </a:lnTo>
                <a:cubicBezTo>
                  <a:pt x="373" y="248"/>
                  <a:pt x="373" y="247"/>
                  <a:pt x="373" y="247"/>
                </a:cubicBezTo>
                <a:lnTo>
                  <a:pt x="375" y="242"/>
                </a:lnTo>
                <a:cubicBezTo>
                  <a:pt x="375" y="241"/>
                  <a:pt x="375" y="240"/>
                  <a:pt x="376" y="239"/>
                </a:cubicBezTo>
                <a:lnTo>
                  <a:pt x="392" y="216"/>
                </a:lnTo>
                <a:lnTo>
                  <a:pt x="402" y="199"/>
                </a:lnTo>
                <a:lnTo>
                  <a:pt x="395" y="191"/>
                </a:lnTo>
                <a:lnTo>
                  <a:pt x="388" y="190"/>
                </a:lnTo>
                <a:cubicBezTo>
                  <a:pt x="387" y="190"/>
                  <a:pt x="385" y="189"/>
                  <a:pt x="384" y="188"/>
                </a:cubicBezTo>
                <a:lnTo>
                  <a:pt x="373" y="178"/>
                </a:lnTo>
                <a:cubicBezTo>
                  <a:pt x="371" y="176"/>
                  <a:pt x="371" y="173"/>
                  <a:pt x="371" y="171"/>
                </a:cubicBezTo>
                <a:lnTo>
                  <a:pt x="378" y="133"/>
                </a:lnTo>
                <a:cubicBezTo>
                  <a:pt x="378" y="131"/>
                  <a:pt x="379" y="130"/>
                  <a:pt x="380" y="128"/>
                </a:cubicBezTo>
                <a:lnTo>
                  <a:pt x="402" y="111"/>
                </a:lnTo>
                <a:lnTo>
                  <a:pt x="416" y="71"/>
                </a:lnTo>
                <a:lnTo>
                  <a:pt x="399" y="66"/>
                </a:lnTo>
                <a:cubicBezTo>
                  <a:pt x="399" y="66"/>
                  <a:pt x="398" y="65"/>
                  <a:pt x="397" y="65"/>
                </a:cubicBezTo>
                <a:lnTo>
                  <a:pt x="368" y="44"/>
                </a:lnTo>
                <a:lnTo>
                  <a:pt x="358" y="34"/>
                </a:lnTo>
                <a:lnTo>
                  <a:pt x="342" y="10"/>
                </a:lnTo>
                <a:lnTo>
                  <a:pt x="326" y="0"/>
                </a:lnTo>
                <a:cubicBezTo>
                  <a:pt x="324" y="0"/>
                  <a:pt x="323" y="0"/>
                  <a:pt x="321" y="0"/>
                </a:cubicBezTo>
                <a:cubicBezTo>
                  <a:pt x="321" y="1"/>
                  <a:pt x="321" y="1"/>
                  <a:pt x="321" y="2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0" name="Freeform 35">
            <a:extLst>
              <a:ext uri="{FF2B5EF4-FFF2-40B4-BE49-F238E27FC236}">
                <a16:creationId xmlns:a16="http://schemas.microsoft.com/office/drawing/2014/main" xmlns="" id="{8314DED9-BCBF-4E0A-A214-4AB968ED8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633" y="4758360"/>
            <a:ext cx="423631" cy="366672"/>
          </a:xfrm>
          <a:custGeom>
            <a:avLst/>
            <a:gdLst>
              <a:gd name="T0" fmla="*/ 594 w 1048"/>
              <a:gd name="T1" fmla="*/ 150 h 910"/>
              <a:gd name="T2" fmla="*/ 524 w 1048"/>
              <a:gd name="T3" fmla="*/ 143 h 910"/>
              <a:gd name="T4" fmla="*/ 482 w 1048"/>
              <a:gd name="T5" fmla="*/ 136 h 910"/>
              <a:gd name="T6" fmla="*/ 450 w 1048"/>
              <a:gd name="T7" fmla="*/ 122 h 910"/>
              <a:gd name="T8" fmla="*/ 379 w 1048"/>
              <a:gd name="T9" fmla="*/ 157 h 910"/>
              <a:gd name="T10" fmla="*/ 440 w 1048"/>
              <a:gd name="T11" fmla="*/ 193 h 910"/>
              <a:gd name="T12" fmla="*/ 452 w 1048"/>
              <a:gd name="T13" fmla="*/ 214 h 910"/>
              <a:gd name="T14" fmla="*/ 450 w 1048"/>
              <a:gd name="T15" fmla="*/ 226 h 910"/>
              <a:gd name="T16" fmla="*/ 430 w 1048"/>
              <a:gd name="T17" fmla="*/ 251 h 910"/>
              <a:gd name="T18" fmla="*/ 388 w 1048"/>
              <a:gd name="T19" fmla="*/ 219 h 910"/>
              <a:gd name="T20" fmla="*/ 330 w 1048"/>
              <a:gd name="T21" fmla="*/ 213 h 910"/>
              <a:gd name="T22" fmla="*/ 329 w 1048"/>
              <a:gd name="T23" fmla="*/ 171 h 910"/>
              <a:gd name="T24" fmla="*/ 291 w 1048"/>
              <a:gd name="T25" fmla="*/ 80 h 910"/>
              <a:gd name="T26" fmla="*/ 265 w 1048"/>
              <a:gd name="T27" fmla="*/ 11 h 910"/>
              <a:gd name="T28" fmla="*/ 217 w 1048"/>
              <a:gd name="T29" fmla="*/ 24 h 910"/>
              <a:gd name="T30" fmla="*/ 222 w 1048"/>
              <a:gd name="T31" fmla="*/ 69 h 910"/>
              <a:gd name="T32" fmla="*/ 199 w 1048"/>
              <a:gd name="T33" fmla="*/ 53 h 910"/>
              <a:gd name="T34" fmla="*/ 163 w 1048"/>
              <a:gd name="T35" fmla="*/ 79 h 910"/>
              <a:gd name="T36" fmla="*/ 151 w 1048"/>
              <a:gd name="T37" fmla="*/ 74 h 910"/>
              <a:gd name="T38" fmla="*/ 134 w 1048"/>
              <a:gd name="T39" fmla="*/ 83 h 910"/>
              <a:gd name="T40" fmla="*/ 148 w 1048"/>
              <a:gd name="T41" fmla="*/ 100 h 910"/>
              <a:gd name="T42" fmla="*/ 196 w 1048"/>
              <a:gd name="T43" fmla="*/ 92 h 910"/>
              <a:gd name="T44" fmla="*/ 207 w 1048"/>
              <a:gd name="T45" fmla="*/ 109 h 910"/>
              <a:gd name="T46" fmla="*/ 119 w 1048"/>
              <a:gd name="T47" fmla="*/ 170 h 910"/>
              <a:gd name="T48" fmla="*/ 195 w 1048"/>
              <a:gd name="T49" fmla="*/ 149 h 910"/>
              <a:gd name="T50" fmla="*/ 114 w 1048"/>
              <a:gd name="T51" fmla="*/ 208 h 910"/>
              <a:gd name="T52" fmla="*/ 71 w 1048"/>
              <a:gd name="T53" fmla="*/ 233 h 910"/>
              <a:gd name="T54" fmla="*/ 85 w 1048"/>
              <a:gd name="T55" fmla="*/ 172 h 910"/>
              <a:gd name="T56" fmla="*/ 50 w 1048"/>
              <a:gd name="T57" fmla="*/ 135 h 910"/>
              <a:gd name="T58" fmla="*/ 28 w 1048"/>
              <a:gd name="T59" fmla="*/ 151 h 910"/>
              <a:gd name="T60" fmla="*/ 29 w 1048"/>
              <a:gd name="T61" fmla="*/ 175 h 910"/>
              <a:gd name="T62" fmla="*/ 20 w 1048"/>
              <a:gd name="T63" fmla="*/ 281 h 910"/>
              <a:gd name="T64" fmla="*/ 10 w 1048"/>
              <a:gd name="T65" fmla="*/ 317 h 910"/>
              <a:gd name="T66" fmla="*/ 59 w 1048"/>
              <a:gd name="T67" fmla="*/ 319 h 910"/>
              <a:gd name="T68" fmla="*/ 109 w 1048"/>
              <a:gd name="T69" fmla="*/ 306 h 910"/>
              <a:gd name="T70" fmla="*/ 137 w 1048"/>
              <a:gd name="T71" fmla="*/ 280 h 910"/>
              <a:gd name="T72" fmla="*/ 204 w 1048"/>
              <a:gd name="T73" fmla="*/ 308 h 910"/>
              <a:gd name="T74" fmla="*/ 208 w 1048"/>
              <a:gd name="T75" fmla="*/ 391 h 910"/>
              <a:gd name="T76" fmla="*/ 236 w 1048"/>
              <a:gd name="T77" fmla="*/ 423 h 910"/>
              <a:gd name="T78" fmla="*/ 198 w 1048"/>
              <a:gd name="T79" fmla="*/ 509 h 910"/>
              <a:gd name="T80" fmla="*/ 40 w 1048"/>
              <a:gd name="T81" fmla="*/ 613 h 910"/>
              <a:gd name="T82" fmla="*/ 128 w 1048"/>
              <a:gd name="T83" fmla="*/ 714 h 910"/>
              <a:gd name="T84" fmla="*/ 132 w 1048"/>
              <a:gd name="T85" fmla="*/ 740 h 910"/>
              <a:gd name="T86" fmla="*/ 92 w 1048"/>
              <a:gd name="T87" fmla="*/ 844 h 910"/>
              <a:gd name="T88" fmla="*/ 306 w 1048"/>
              <a:gd name="T89" fmla="*/ 860 h 910"/>
              <a:gd name="T90" fmla="*/ 336 w 1048"/>
              <a:gd name="T91" fmla="*/ 842 h 910"/>
              <a:gd name="T92" fmla="*/ 373 w 1048"/>
              <a:gd name="T93" fmla="*/ 762 h 910"/>
              <a:gd name="T94" fmla="*/ 441 w 1048"/>
              <a:gd name="T95" fmla="*/ 623 h 910"/>
              <a:gd name="T96" fmla="*/ 582 w 1048"/>
              <a:gd name="T97" fmla="*/ 638 h 910"/>
              <a:gd name="T98" fmla="*/ 705 w 1048"/>
              <a:gd name="T99" fmla="*/ 640 h 910"/>
              <a:gd name="T100" fmla="*/ 744 w 1048"/>
              <a:gd name="T101" fmla="*/ 717 h 910"/>
              <a:gd name="T102" fmla="*/ 863 w 1048"/>
              <a:gd name="T103" fmla="*/ 833 h 910"/>
              <a:gd name="T104" fmla="*/ 919 w 1048"/>
              <a:gd name="T105" fmla="*/ 836 h 910"/>
              <a:gd name="T106" fmla="*/ 992 w 1048"/>
              <a:gd name="T107" fmla="*/ 697 h 910"/>
              <a:gd name="T108" fmla="*/ 993 w 1048"/>
              <a:gd name="T109" fmla="*/ 495 h 910"/>
              <a:gd name="T110" fmla="*/ 862 w 1048"/>
              <a:gd name="T111" fmla="*/ 306 h 910"/>
              <a:gd name="T112" fmla="*/ 642 w 1048"/>
              <a:gd name="T113" fmla="*/ 198 h 910"/>
              <a:gd name="T114" fmla="*/ 622 w 1048"/>
              <a:gd name="T115" fmla="*/ 169 h 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048" h="910">
                <a:moveTo>
                  <a:pt x="620" y="137"/>
                </a:moveTo>
                <a:lnTo>
                  <a:pt x="615" y="148"/>
                </a:lnTo>
                <a:cubicBezTo>
                  <a:pt x="614" y="149"/>
                  <a:pt x="613" y="151"/>
                  <a:pt x="612" y="151"/>
                </a:cubicBezTo>
                <a:lnTo>
                  <a:pt x="608" y="154"/>
                </a:lnTo>
                <a:cubicBezTo>
                  <a:pt x="605" y="156"/>
                  <a:pt x="601" y="156"/>
                  <a:pt x="598" y="153"/>
                </a:cubicBezTo>
                <a:lnTo>
                  <a:pt x="594" y="150"/>
                </a:lnTo>
                <a:lnTo>
                  <a:pt x="587" y="140"/>
                </a:lnTo>
                <a:lnTo>
                  <a:pt x="570" y="134"/>
                </a:lnTo>
                <a:cubicBezTo>
                  <a:pt x="569" y="134"/>
                  <a:pt x="568" y="134"/>
                  <a:pt x="567" y="133"/>
                </a:cubicBezTo>
                <a:lnTo>
                  <a:pt x="539" y="146"/>
                </a:lnTo>
                <a:cubicBezTo>
                  <a:pt x="537" y="146"/>
                  <a:pt x="535" y="146"/>
                  <a:pt x="533" y="146"/>
                </a:cubicBezTo>
                <a:lnTo>
                  <a:pt x="524" y="143"/>
                </a:lnTo>
                <a:cubicBezTo>
                  <a:pt x="523" y="143"/>
                  <a:pt x="522" y="142"/>
                  <a:pt x="521" y="141"/>
                </a:cubicBezTo>
                <a:lnTo>
                  <a:pt x="512" y="134"/>
                </a:lnTo>
                <a:lnTo>
                  <a:pt x="504" y="130"/>
                </a:lnTo>
                <a:lnTo>
                  <a:pt x="496" y="129"/>
                </a:lnTo>
                <a:lnTo>
                  <a:pt x="490" y="131"/>
                </a:lnTo>
                <a:lnTo>
                  <a:pt x="482" y="136"/>
                </a:lnTo>
                <a:cubicBezTo>
                  <a:pt x="481" y="137"/>
                  <a:pt x="480" y="137"/>
                  <a:pt x="479" y="138"/>
                </a:cubicBezTo>
                <a:lnTo>
                  <a:pt x="475" y="139"/>
                </a:lnTo>
                <a:cubicBezTo>
                  <a:pt x="473" y="139"/>
                  <a:pt x="471" y="139"/>
                  <a:pt x="470" y="138"/>
                </a:cubicBezTo>
                <a:lnTo>
                  <a:pt x="464" y="136"/>
                </a:lnTo>
                <a:cubicBezTo>
                  <a:pt x="463" y="136"/>
                  <a:pt x="462" y="135"/>
                  <a:pt x="461" y="134"/>
                </a:cubicBezTo>
                <a:lnTo>
                  <a:pt x="450" y="122"/>
                </a:lnTo>
                <a:lnTo>
                  <a:pt x="408" y="131"/>
                </a:lnTo>
                <a:lnTo>
                  <a:pt x="392" y="139"/>
                </a:lnTo>
                <a:lnTo>
                  <a:pt x="390" y="142"/>
                </a:lnTo>
                <a:lnTo>
                  <a:pt x="383" y="153"/>
                </a:lnTo>
                <a:cubicBezTo>
                  <a:pt x="383" y="154"/>
                  <a:pt x="382" y="155"/>
                  <a:pt x="382" y="155"/>
                </a:cubicBezTo>
                <a:lnTo>
                  <a:pt x="379" y="157"/>
                </a:lnTo>
                <a:lnTo>
                  <a:pt x="379" y="163"/>
                </a:lnTo>
                <a:lnTo>
                  <a:pt x="383" y="174"/>
                </a:lnTo>
                <a:lnTo>
                  <a:pt x="385" y="177"/>
                </a:lnTo>
                <a:lnTo>
                  <a:pt x="387" y="179"/>
                </a:lnTo>
                <a:lnTo>
                  <a:pt x="435" y="190"/>
                </a:lnTo>
                <a:cubicBezTo>
                  <a:pt x="437" y="190"/>
                  <a:pt x="439" y="191"/>
                  <a:pt x="440" y="193"/>
                </a:cubicBezTo>
                <a:lnTo>
                  <a:pt x="446" y="201"/>
                </a:lnTo>
                <a:cubicBezTo>
                  <a:pt x="447" y="202"/>
                  <a:pt x="447" y="203"/>
                  <a:pt x="448" y="204"/>
                </a:cubicBezTo>
                <a:lnTo>
                  <a:pt x="448" y="204"/>
                </a:lnTo>
                <a:lnTo>
                  <a:pt x="450" y="207"/>
                </a:lnTo>
                <a:cubicBezTo>
                  <a:pt x="451" y="208"/>
                  <a:pt x="451" y="209"/>
                  <a:pt x="451" y="210"/>
                </a:cubicBezTo>
                <a:lnTo>
                  <a:pt x="452" y="214"/>
                </a:lnTo>
                <a:cubicBezTo>
                  <a:pt x="452" y="215"/>
                  <a:pt x="452" y="215"/>
                  <a:pt x="452" y="216"/>
                </a:cubicBezTo>
                <a:lnTo>
                  <a:pt x="452" y="220"/>
                </a:lnTo>
                <a:cubicBezTo>
                  <a:pt x="452" y="221"/>
                  <a:pt x="451" y="222"/>
                  <a:pt x="451" y="223"/>
                </a:cubicBezTo>
                <a:lnTo>
                  <a:pt x="450" y="225"/>
                </a:lnTo>
                <a:cubicBezTo>
                  <a:pt x="450" y="225"/>
                  <a:pt x="450" y="225"/>
                  <a:pt x="450" y="226"/>
                </a:cubicBezTo>
                <a:lnTo>
                  <a:pt x="450" y="226"/>
                </a:lnTo>
                <a:lnTo>
                  <a:pt x="450" y="240"/>
                </a:lnTo>
                <a:lnTo>
                  <a:pt x="449" y="248"/>
                </a:lnTo>
                <a:cubicBezTo>
                  <a:pt x="448" y="249"/>
                  <a:pt x="448" y="250"/>
                  <a:pt x="447" y="251"/>
                </a:cubicBezTo>
                <a:lnTo>
                  <a:pt x="444" y="255"/>
                </a:lnTo>
                <a:cubicBezTo>
                  <a:pt x="442" y="258"/>
                  <a:pt x="439" y="259"/>
                  <a:pt x="435" y="258"/>
                </a:cubicBezTo>
                <a:cubicBezTo>
                  <a:pt x="432" y="257"/>
                  <a:pt x="430" y="254"/>
                  <a:pt x="430" y="251"/>
                </a:cubicBezTo>
                <a:lnTo>
                  <a:pt x="428" y="220"/>
                </a:lnTo>
                <a:lnTo>
                  <a:pt x="427" y="217"/>
                </a:lnTo>
                <a:lnTo>
                  <a:pt x="423" y="216"/>
                </a:lnTo>
                <a:lnTo>
                  <a:pt x="402" y="221"/>
                </a:lnTo>
                <a:cubicBezTo>
                  <a:pt x="402" y="221"/>
                  <a:pt x="401" y="221"/>
                  <a:pt x="400" y="221"/>
                </a:cubicBezTo>
                <a:lnTo>
                  <a:pt x="388" y="219"/>
                </a:lnTo>
                <a:cubicBezTo>
                  <a:pt x="386" y="219"/>
                  <a:pt x="384" y="218"/>
                  <a:pt x="383" y="216"/>
                </a:cubicBezTo>
                <a:lnTo>
                  <a:pt x="367" y="198"/>
                </a:lnTo>
                <a:lnTo>
                  <a:pt x="360" y="193"/>
                </a:lnTo>
                <a:lnTo>
                  <a:pt x="355" y="193"/>
                </a:lnTo>
                <a:lnTo>
                  <a:pt x="343" y="205"/>
                </a:lnTo>
                <a:lnTo>
                  <a:pt x="330" y="213"/>
                </a:lnTo>
                <a:lnTo>
                  <a:pt x="317" y="218"/>
                </a:lnTo>
                <a:cubicBezTo>
                  <a:pt x="315" y="219"/>
                  <a:pt x="313" y="219"/>
                  <a:pt x="312" y="218"/>
                </a:cubicBezTo>
                <a:lnTo>
                  <a:pt x="305" y="216"/>
                </a:lnTo>
                <a:cubicBezTo>
                  <a:pt x="302" y="215"/>
                  <a:pt x="300" y="213"/>
                  <a:pt x="299" y="210"/>
                </a:cubicBezTo>
                <a:cubicBezTo>
                  <a:pt x="298" y="208"/>
                  <a:pt x="299" y="205"/>
                  <a:pt x="301" y="203"/>
                </a:cubicBezTo>
                <a:lnTo>
                  <a:pt x="329" y="171"/>
                </a:lnTo>
                <a:lnTo>
                  <a:pt x="333" y="161"/>
                </a:lnTo>
                <a:lnTo>
                  <a:pt x="338" y="140"/>
                </a:lnTo>
                <a:lnTo>
                  <a:pt x="335" y="129"/>
                </a:lnTo>
                <a:lnTo>
                  <a:pt x="321" y="111"/>
                </a:lnTo>
                <a:lnTo>
                  <a:pt x="293" y="87"/>
                </a:lnTo>
                <a:cubicBezTo>
                  <a:pt x="291" y="85"/>
                  <a:pt x="290" y="82"/>
                  <a:pt x="291" y="80"/>
                </a:cubicBezTo>
                <a:lnTo>
                  <a:pt x="293" y="68"/>
                </a:lnTo>
                <a:lnTo>
                  <a:pt x="292" y="58"/>
                </a:lnTo>
                <a:lnTo>
                  <a:pt x="289" y="50"/>
                </a:lnTo>
                <a:lnTo>
                  <a:pt x="285" y="43"/>
                </a:lnTo>
                <a:lnTo>
                  <a:pt x="272" y="25"/>
                </a:lnTo>
                <a:lnTo>
                  <a:pt x="265" y="11"/>
                </a:lnTo>
                <a:cubicBezTo>
                  <a:pt x="264" y="9"/>
                  <a:pt x="264" y="8"/>
                  <a:pt x="264" y="6"/>
                </a:cubicBezTo>
                <a:lnTo>
                  <a:pt x="265" y="0"/>
                </a:lnTo>
                <a:lnTo>
                  <a:pt x="259" y="3"/>
                </a:lnTo>
                <a:lnTo>
                  <a:pt x="243" y="16"/>
                </a:lnTo>
                <a:cubicBezTo>
                  <a:pt x="242" y="17"/>
                  <a:pt x="241" y="18"/>
                  <a:pt x="239" y="18"/>
                </a:cubicBezTo>
                <a:lnTo>
                  <a:pt x="217" y="24"/>
                </a:lnTo>
                <a:lnTo>
                  <a:pt x="223" y="29"/>
                </a:lnTo>
                <a:cubicBezTo>
                  <a:pt x="224" y="29"/>
                  <a:pt x="225" y="31"/>
                  <a:pt x="226" y="32"/>
                </a:cubicBezTo>
                <a:lnTo>
                  <a:pt x="230" y="42"/>
                </a:lnTo>
                <a:lnTo>
                  <a:pt x="235" y="61"/>
                </a:lnTo>
                <a:cubicBezTo>
                  <a:pt x="236" y="64"/>
                  <a:pt x="234" y="67"/>
                  <a:pt x="231" y="69"/>
                </a:cubicBezTo>
                <a:cubicBezTo>
                  <a:pt x="228" y="71"/>
                  <a:pt x="225" y="71"/>
                  <a:pt x="222" y="69"/>
                </a:cubicBezTo>
                <a:lnTo>
                  <a:pt x="218" y="65"/>
                </a:lnTo>
                <a:cubicBezTo>
                  <a:pt x="217" y="65"/>
                  <a:pt x="216" y="64"/>
                  <a:pt x="216" y="63"/>
                </a:cubicBezTo>
                <a:lnTo>
                  <a:pt x="209" y="49"/>
                </a:lnTo>
                <a:lnTo>
                  <a:pt x="205" y="46"/>
                </a:lnTo>
                <a:lnTo>
                  <a:pt x="203" y="47"/>
                </a:lnTo>
                <a:lnTo>
                  <a:pt x="199" y="53"/>
                </a:lnTo>
                <a:lnTo>
                  <a:pt x="186" y="77"/>
                </a:lnTo>
                <a:cubicBezTo>
                  <a:pt x="186" y="78"/>
                  <a:pt x="185" y="78"/>
                  <a:pt x="185" y="79"/>
                </a:cubicBezTo>
                <a:lnTo>
                  <a:pt x="181" y="83"/>
                </a:lnTo>
                <a:cubicBezTo>
                  <a:pt x="178" y="86"/>
                  <a:pt x="175" y="87"/>
                  <a:pt x="172" y="85"/>
                </a:cubicBezTo>
                <a:lnTo>
                  <a:pt x="167" y="83"/>
                </a:lnTo>
                <a:cubicBezTo>
                  <a:pt x="165" y="83"/>
                  <a:pt x="164" y="81"/>
                  <a:pt x="163" y="79"/>
                </a:cubicBezTo>
                <a:lnTo>
                  <a:pt x="160" y="73"/>
                </a:lnTo>
                <a:cubicBezTo>
                  <a:pt x="159" y="72"/>
                  <a:pt x="159" y="72"/>
                  <a:pt x="159" y="71"/>
                </a:cubicBezTo>
                <a:lnTo>
                  <a:pt x="158" y="63"/>
                </a:lnTo>
                <a:lnTo>
                  <a:pt x="158" y="62"/>
                </a:lnTo>
                <a:lnTo>
                  <a:pt x="155" y="66"/>
                </a:lnTo>
                <a:lnTo>
                  <a:pt x="151" y="74"/>
                </a:lnTo>
                <a:cubicBezTo>
                  <a:pt x="149" y="76"/>
                  <a:pt x="147" y="77"/>
                  <a:pt x="145" y="77"/>
                </a:cubicBezTo>
                <a:lnTo>
                  <a:pt x="139" y="78"/>
                </a:lnTo>
                <a:cubicBezTo>
                  <a:pt x="137" y="78"/>
                  <a:pt x="136" y="78"/>
                  <a:pt x="135" y="77"/>
                </a:cubicBezTo>
                <a:lnTo>
                  <a:pt x="133" y="77"/>
                </a:lnTo>
                <a:lnTo>
                  <a:pt x="134" y="80"/>
                </a:lnTo>
                <a:cubicBezTo>
                  <a:pt x="134" y="81"/>
                  <a:pt x="134" y="82"/>
                  <a:pt x="134" y="83"/>
                </a:cubicBezTo>
                <a:cubicBezTo>
                  <a:pt x="134" y="84"/>
                  <a:pt x="135" y="84"/>
                  <a:pt x="136" y="85"/>
                </a:cubicBezTo>
                <a:lnTo>
                  <a:pt x="139" y="88"/>
                </a:lnTo>
                <a:cubicBezTo>
                  <a:pt x="140" y="89"/>
                  <a:pt x="140" y="90"/>
                  <a:pt x="141" y="91"/>
                </a:cubicBezTo>
                <a:lnTo>
                  <a:pt x="143" y="98"/>
                </a:lnTo>
                <a:lnTo>
                  <a:pt x="145" y="98"/>
                </a:lnTo>
                <a:cubicBezTo>
                  <a:pt x="146" y="98"/>
                  <a:pt x="147" y="99"/>
                  <a:pt x="148" y="100"/>
                </a:cubicBezTo>
                <a:lnTo>
                  <a:pt x="156" y="106"/>
                </a:lnTo>
                <a:lnTo>
                  <a:pt x="162" y="106"/>
                </a:lnTo>
                <a:lnTo>
                  <a:pt x="187" y="98"/>
                </a:lnTo>
                <a:lnTo>
                  <a:pt x="191" y="95"/>
                </a:lnTo>
                <a:cubicBezTo>
                  <a:pt x="191" y="94"/>
                  <a:pt x="192" y="94"/>
                  <a:pt x="193" y="93"/>
                </a:cubicBezTo>
                <a:lnTo>
                  <a:pt x="196" y="92"/>
                </a:lnTo>
                <a:cubicBezTo>
                  <a:pt x="198" y="91"/>
                  <a:pt x="200" y="91"/>
                  <a:pt x="202" y="92"/>
                </a:cubicBezTo>
                <a:cubicBezTo>
                  <a:pt x="204" y="93"/>
                  <a:pt x="205" y="95"/>
                  <a:pt x="206" y="97"/>
                </a:cubicBezTo>
                <a:lnTo>
                  <a:pt x="207" y="100"/>
                </a:lnTo>
                <a:cubicBezTo>
                  <a:pt x="208" y="101"/>
                  <a:pt x="208" y="102"/>
                  <a:pt x="208" y="103"/>
                </a:cubicBezTo>
                <a:lnTo>
                  <a:pt x="207" y="107"/>
                </a:lnTo>
                <a:cubicBezTo>
                  <a:pt x="207" y="108"/>
                  <a:pt x="207" y="109"/>
                  <a:pt x="207" y="109"/>
                </a:cubicBezTo>
                <a:lnTo>
                  <a:pt x="207" y="111"/>
                </a:lnTo>
                <a:cubicBezTo>
                  <a:pt x="206" y="114"/>
                  <a:pt x="204" y="116"/>
                  <a:pt x="201" y="117"/>
                </a:cubicBezTo>
                <a:lnTo>
                  <a:pt x="113" y="142"/>
                </a:lnTo>
                <a:lnTo>
                  <a:pt x="111" y="147"/>
                </a:lnTo>
                <a:lnTo>
                  <a:pt x="110" y="156"/>
                </a:lnTo>
                <a:lnTo>
                  <a:pt x="119" y="170"/>
                </a:lnTo>
                <a:lnTo>
                  <a:pt x="127" y="165"/>
                </a:lnTo>
                <a:cubicBezTo>
                  <a:pt x="128" y="165"/>
                  <a:pt x="129" y="164"/>
                  <a:pt x="130" y="164"/>
                </a:cubicBezTo>
                <a:lnTo>
                  <a:pt x="169" y="161"/>
                </a:lnTo>
                <a:lnTo>
                  <a:pt x="185" y="152"/>
                </a:lnTo>
                <a:cubicBezTo>
                  <a:pt x="186" y="151"/>
                  <a:pt x="186" y="151"/>
                  <a:pt x="187" y="151"/>
                </a:cubicBezTo>
                <a:lnTo>
                  <a:pt x="195" y="149"/>
                </a:lnTo>
                <a:cubicBezTo>
                  <a:pt x="199" y="148"/>
                  <a:pt x="202" y="150"/>
                  <a:pt x="204" y="152"/>
                </a:cubicBezTo>
                <a:cubicBezTo>
                  <a:pt x="206" y="155"/>
                  <a:pt x="206" y="159"/>
                  <a:pt x="204" y="162"/>
                </a:cubicBezTo>
                <a:lnTo>
                  <a:pt x="191" y="178"/>
                </a:lnTo>
                <a:cubicBezTo>
                  <a:pt x="189" y="179"/>
                  <a:pt x="188" y="180"/>
                  <a:pt x="186" y="181"/>
                </a:cubicBezTo>
                <a:lnTo>
                  <a:pt x="136" y="192"/>
                </a:lnTo>
                <a:lnTo>
                  <a:pt x="114" y="208"/>
                </a:lnTo>
                <a:cubicBezTo>
                  <a:pt x="114" y="209"/>
                  <a:pt x="113" y="209"/>
                  <a:pt x="112" y="209"/>
                </a:cubicBezTo>
                <a:lnTo>
                  <a:pt x="100" y="214"/>
                </a:lnTo>
                <a:lnTo>
                  <a:pt x="96" y="219"/>
                </a:lnTo>
                <a:lnTo>
                  <a:pt x="86" y="236"/>
                </a:lnTo>
                <a:cubicBezTo>
                  <a:pt x="85" y="239"/>
                  <a:pt x="81" y="241"/>
                  <a:pt x="78" y="240"/>
                </a:cubicBezTo>
                <a:cubicBezTo>
                  <a:pt x="74" y="239"/>
                  <a:pt x="72" y="236"/>
                  <a:pt x="71" y="233"/>
                </a:cubicBezTo>
                <a:lnTo>
                  <a:pt x="70" y="215"/>
                </a:lnTo>
                <a:cubicBezTo>
                  <a:pt x="70" y="214"/>
                  <a:pt x="70" y="213"/>
                  <a:pt x="70" y="212"/>
                </a:cubicBezTo>
                <a:lnTo>
                  <a:pt x="75" y="196"/>
                </a:lnTo>
                <a:lnTo>
                  <a:pt x="87" y="176"/>
                </a:lnTo>
                <a:lnTo>
                  <a:pt x="86" y="175"/>
                </a:lnTo>
                <a:cubicBezTo>
                  <a:pt x="85" y="174"/>
                  <a:pt x="85" y="173"/>
                  <a:pt x="85" y="172"/>
                </a:cubicBezTo>
                <a:lnTo>
                  <a:pt x="79" y="151"/>
                </a:lnTo>
                <a:lnTo>
                  <a:pt x="61" y="128"/>
                </a:lnTo>
                <a:lnTo>
                  <a:pt x="55" y="123"/>
                </a:lnTo>
                <a:lnTo>
                  <a:pt x="50" y="130"/>
                </a:lnTo>
                <a:lnTo>
                  <a:pt x="49" y="135"/>
                </a:lnTo>
                <a:lnTo>
                  <a:pt x="50" y="135"/>
                </a:lnTo>
                <a:cubicBezTo>
                  <a:pt x="54" y="135"/>
                  <a:pt x="58" y="138"/>
                  <a:pt x="58" y="143"/>
                </a:cubicBezTo>
                <a:lnTo>
                  <a:pt x="58" y="147"/>
                </a:lnTo>
                <a:cubicBezTo>
                  <a:pt x="58" y="149"/>
                  <a:pt x="57" y="151"/>
                  <a:pt x="55" y="153"/>
                </a:cubicBezTo>
                <a:cubicBezTo>
                  <a:pt x="54" y="154"/>
                  <a:pt x="52" y="155"/>
                  <a:pt x="50" y="155"/>
                </a:cubicBezTo>
                <a:lnTo>
                  <a:pt x="40" y="155"/>
                </a:lnTo>
                <a:lnTo>
                  <a:pt x="28" y="151"/>
                </a:lnTo>
                <a:lnTo>
                  <a:pt x="24" y="152"/>
                </a:lnTo>
                <a:lnTo>
                  <a:pt x="22" y="163"/>
                </a:lnTo>
                <a:cubicBezTo>
                  <a:pt x="22" y="164"/>
                  <a:pt x="21" y="165"/>
                  <a:pt x="20" y="166"/>
                </a:cubicBezTo>
                <a:lnTo>
                  <a:pt x="22" y="168"/>
                </a:lnTo>
                <a:cubicBezTo>
                  <a:pt x="23" y="168"/>
                  <a:pt x="24" y="169"/>
                  <a:pt x="24" y="170"/>
                </a:cubicBezTo>
                <a:lnTo>
                  <a:pt x="29" y="175"/>
                </a:lnTo>
                <a:cubicBezTo>
                  <a:pt x="30" y="176"/>
                  <a:pt x="30" y="177"/>
                  <a:pt x="30" y="179"/>
                </a:cubicBezTo>
                <a:lnTo>
                  <a:pt x="32" y="188"/>
                </a:lnTo>
                <a:cubicBezTo>
                  <a:pt x="33" y="189"/>
                  <a:pt x="33" y="190"/>
                  <a:pt x="33" y="190"/>
                </a:cubicBezTo>
                <a:lnTo>
                  <a:pt x="32" y="207"/>
                </a:lnTo>
                <a:lnTo>
                  <a:pt x="23" y="249"/>
                </a:lnTo>
                <a:lnTo>
                  <a:pt x="20" y="281"/>
                </a:lnTo>
                <a:lnTo>
                  <a:pt x="33" y="280"/>
                </a:lnTo>
                <a:cubicBezTo>
                  <a:pt x="37" y="280"/>
                  <a:pt x="41" y="283"/>
                  <a:pt x="41" y="287"/>
                </a:cubicBezTo>
                <a:cubicBezTo>
                  <a:pt x="42" y="291"/>
                  <a:pt x="39" y="295"/>
                  <a:pt x="35" y="296"/>
                </a:cubicBezTo>
                <a:lnTo>
                  <a:pt x="8" y="301"/>
                </a:lnTo>
                <a:lnTo>
                  <a:pt x="0" y="305"/>
                </a:lnTo>
                <a:lnTo>
                  <a:pt x="10" y="317"/>
                </a:lnTo>
                <a:cubicBezTo>
                  <a:pt x="11" y="318"/>
                  <a:pt x="12" y="320"/>
                  <a:pt x="12" y="321"/>
                </a:cubicBezTo>
                <a:lnTo>
                  <a:pt x="14" y="333"/>
                </a:lnTo>
                <a:lnTo>
                  <a:pt x="22" y="336"/>
                </a:lnTo>
                <a:lnTo>
                  <a:pt x="32" y="335"/>
                </a:lnTo>
                <a:lnTo>
                  <a:pt x="46" y="325"/>
                </a:lnTo>
                <a:lnTo>
                  <a:pt x="59" y="319"/>
                </a:lnTo>
                <a:cubicBezTo>
                  <a:pt x="61" y="319"/>
                  <a:pt x="62" y="319"/>
                  <a:pt x="64" y="319"/>
                </a:cubicBezTo>
                <a:lnTo>
                  <a:pt x="97" y="328"/>
                </a:lnTo>
                <a:lnTo>
                  <a:pt x="110" y="328"/>
                </a:lnTo>
                <a:lnTo>
                  <a:pt x="110" y="324"/>
                </a:lnTo>
                <a:lnTo>
                  <a:pt x="109" y="309"/>
                </a:lnTo>
                <a:cubicBezTo>
                  <a:pt x="108" y="308"/>
                  <a:pt x="109" y="307"/>
                  <a:pt x="109" y="306"/>
                </a:cubicBezTo>
                <a:lnTo>
                  <a:pt x="111" y="300"/>
                </a:lnTo>
                <a:cubicBezTo>
                  <a:pt x="111" y="299"/>
                  <a:pt x="112" y="298"/>
                  <a:pt x="113" y="297"/>
                </a:cubicBezTo>
                <a:lnTo>
                  <a:pt x="118" y="291"/>
                </a:lnTo>
                <a:cubicBezTo>
                  <a:pt x="118" y="290"/>
                  <a:pt x="119" y="290"/>
                  <a:pt x="120" y="290"/>
                </a:cubicBezTo>
                <a:lnTo>
                  <a:pt x="132" y="282"/>
                </a:lnTo>
                <a:cubicBezTo>
                  <a:pt x="134" y="281"/>
                  <a:pt x="135" y="280"/>
                  <a:pt x="137" y="280"/>
                </a:cubicBezTo>
                <a:lnTo>
                  <a:pt x="152" y="281"/>
                </a:lnTo>
                <a:lnTo>
                  <a:pt x="179" y="283"/>
                </a:lnTo>
                <a:cubicBezTo>
                  <a:pt x="180" y="283"/>
                  <a:pt x="182" y="284"/>
                  <a:pt x="183" y="284"/>
                </a:cubicBezTo>
                <a:lnTo>
                  <a:pt x="199" y="295"/>
                </a:lnTo>
                <a:cubicBezTo>
                  <a:pt x="200" y="296"/>
                  <a:pt x="202" y="298"/>
                  <a:pt x="202" y="300"/>
                </a:cubicBezTo>
                <a:lnTo>
                  <a:pt x="204" y="308"/>
                </a:lnTo>
                <a:lnTo>
                  <a:pt x="205" y="322"/>
                </a:lnTo>
                <a:lnTo>
                  <a:pt x="206" y="359"/>
                </a:lnTo>
                <a:lnTo>
                  <a:pt x="208" y="366"/>
                </a:lnTo>
                <a:lnTo>
                  <a:pt x="208" y="379"/>
                </a:lnTo>
                <a:lnTo>
                  <a:pt x="207" y="386"/>
                </a:lnTo>
                <a:lnTo>
                  <a:pt x="208" y="391"/>
                </a:lnTo>
                <a:lnTo>
                  <a:pt x="214" y="394"/>
                </a:lnTo>
                <a:cubicBezTo>
                  <a:pt x="215" y="394"/>
                  <a:pt x="216" y="395"/>
                  <a:pt x="216" y="395"/>
                </a:cubicBezTo>
                <a:lnTo>
                  <a:pt x="223" y="402"/>
                </a:lnTo>
                <a:lnTo>
                  <a:pt x="229" y="406"/>
                </a:lnTo>
                <a:lnTo>
                  <a:pt x="235" y="413"/>
                </a:lnTo>
                <a:cubicBezTo>
                  <a:pt x="238" y="416"/>
                  <a:pt x="238" y="420"/>
                  <a:pt x="236" y="423"/>
                </a:cubicBezTo>
                <a:lnTo>
                  <a:pt x="228" y="434"/>
                </a:lnTo>
                <a:lnTo>
                  <a:pt x="201" y="460"/>
                </a:lnTo>
                <a:lnTo>
                  <a:pt x="196" y="468"/>
                </a:lnTo>
                <a:lnTo>
                  <a:pt x="195" y="475"/>
                </a:lnTo>
                <a:lnTo>
                  <a:pt x="198" y="500"/>
                </a:lnTo>
                <a:lnTo>
                  <a:pt x="198" y="509"/>
                </a:lnTo>
                <a:cubicBezTo>
                  <a:pt x="198" y="509"/>
                  <a:pt x="197" y="510"/>
                  <a:pt x="197" y="511"/>
                </a:cubicBezTo>
                <a:lnTo>
                  <a:pt x="186" y="547"/>
                </a:lnTo>
                <a:cubicBezTo>
                  <a:pt x="186" y="549"/>
                  <a:pt x="185" y="550"/>
                  <a:pt x="183" y="551"/>
                </a:cubicBezTo>
                <a:lnTo>
                  <a:pt x="168" y="561"/>
                </a:lnTo>
                <a:lnTo>
                  <a:pt x="147" y="571"/>
                </a:lnTo>
                <a:lnTo>
                  <a:pt x="40" y="613"/>
                </a:lnTo>
                <a:lnTo>
                  <a:pt x="38" y="615"/>
                </a:lnTo>
                <a:lnTo>
                  <a:pt x="40" y="621"/>
                </a:lnTo>
                <a:lnTo>
                  <a:pt x="111" y="708"/>
                </a:lnTo>
                <a:lnTo>
                  <a:pt x="124" y="712"/>
                </a:lnTo>
                <a:cubicBezTo>
                  <a:pt x="125" y="712"/>
                  <a:pt x="125" y="713"/>
                  <a:pt x="126" y="713"/>
                </a:cubicBezTo>
                <a:lnTo>
                  <a:pt x="128" y="714"/>
                </a:lnTo>
                <a:cubicBezTo>
                  <a:pt x="129" y="715"/>
                  <a:pt x="130" y="716"/>
                  <a:pt x="131" y="717"/>
                </a:cubicBezTo>
                <a:lnTo>
                  <a:pt x="133" y="721"/>
                </a:lnTo>
                <a:cubicBezTo>
                  <a:pt x="134" y="722"/>
                  <a:pt x="134" y="723"/>
                  <a:pt x="134" y="724"/>
                </a:cubicBezTo>
                <a:lnTo>
                  <a:pt x="134" y="730"/>
                </a:lnTo>
                <a:cubicBezTo>
                  <a:pt x="134" y="730"/>
                  <a:pt x="134" y="731"/>
                  <a:pt x="134" y="732"/>
                </a:cubicBezTo>
                <a:lnTo>
                  <a:pt x="132" y="740"/>
                </a:lnTo>
                <a:lnTo>
                  <a:pt x="122" y="764"/>
                </a:lnTo>
                <a:lnTo>
                  <a:pt x="119" y="780"/>
                </a:lnTo>
                <a:lnTo>
                  <a:pt x="118" y="797"/>
                </a:lnTo>
                <a:lnTo>
                  <a:pt x="109" y="824"/>
                </a:lnTo>
                <a:cubicBezTo>
                  <a:pt x="109" y="825"/>
                  <a:pt x="109" y="826"/>
                  <a:pt x="108" y="827"/>
                </a:cubicBezTo>
                <a:lnTo>
                  <a:pt x="92" y="844"/>
                </a:lnTo>
                <a:lnTo>
                  <a:pt x="196" y="888"/>
                </a:lnTo>
                <a:lnTo>
                  <a:pt x="212" y="900"/>
                </a:lnTo>
                <a:lnTo>
                  <a:pt x="235" y="909"/>
                </a:lnTo>
                <a:lnTo>
                  <a:pt x="286" y="902"/>
                </a:lnTo>
                <a:lnTo>
                  <a:pt x="304" y="869"/>
                </a:lnTo>
                <a:lnTo>
                  <a:pt x="306" y="860"/>
                </a:lnTo>
                <a:cubicBezTo>
                  <a:pt x="307" y="858"/>
                  <a:pt x="307" y="857"/>
                  <a:pt x="309" y="856"/>
                </a:cubicBezTo>
                <a:lnTo>
                  <a:pt x="311" y="854"/>
                </a:lnTo>
                <a:cubicBezTo>
                  <a:pt x="314" y="852"/>
                  <a:pt x="316" y="852"/>
                  <a:pt x="319" y="853"/>
                </a:cubicBezTo>
                <a:lnTo>
                  <a:pt x="328" y="856"/>
                </a:lnTo>
                <a:lnTo>
                  <a:pt x="331" y="853"/>
                </a:lnTo>
                <a:lnTo>
                  <a:pt x="336" y="842"/>
                </a:lnTo>
                <a:lnTo>
                  <a:pt x="347" y="826"/>
                </a:lnTo>
                <a:cubicBezTo>
                  <a:pt x="348" y="825"/>
                  <a:pt x="349" y="824"/>
                  <a:pt x="350" y="824"/>
                </a:cubicBezTo>
                <a:lnTo>
                  <a:pt x="379" y="809"/>
                </a:lnTo>
                <a:lnTo>
                  <a:pt x="382" y="804"/>
                </a:lnTo>
                <a:lnTo>
                  <a:pt x="378" y="779"/>
                </a:lnTo>
                <a:lnTo>
                  <a:pt x="373" y="762"/>
                </a:lnTo>
                <a:cubicBezTo>
                  <a:pt x="373" y="762"/>
                  <a:pt x="373" y="761"/>
                  <a:pt x="373" y="760"/>
                </a:cubicBezTo>
                <a:lnTo>
                  <a:pt x="374" y="740"/>
                </a:lnTo>
                <a:lnTo>
                  <a:pt x="380" y="709"/>
                </a:lnTo>
                <a:lnTo>
                  <a:pt x="399" y="661"/>
                </a:lnTo>
                <a:cubicBezTo>
                  <a:pt x="399" y="660"/>
                  <a:pt x="400" y="659"/>
                  <a:pt x="401" y="658"/>
                </a:cubicBezTo>
                <a:lnTo>
                  <a:pt x="441" y="623"/>
                </a:lnTo>
                <a:cubicBezTo>
                  <a:pt x="442" y="622"/>
                  <a:pt x="445" y="621"/>
                  <a:pt x="447" y="621"/>
                </a:cubicBezTo>
                <a:lnTo>
                  <a:pt x="538" y="634"/>
                </a:lnTo>
                <a:lnTo>
                  <a:pt x="564" y="629"/>
                </a:lnTo>
                <a:cubicBezTo>
                  <a:pt x="566" y="629"/>
                  <a:pt x="567" y="629"/>
                  <a:pt x="569" y="630"/>
                </a:cubicBezTo>
                <a:lnTo>
                  <a:pt x="579" y="635"/>
                </a:lnTo>
                <a:cubicBezTo>
                  <a:pt x="580" y="636"/>
                  <a:pt x="581" y="637"/>
                  <a:pt x="582" y="638"/>
                </a:cubicBezTo>
                <a:lnTo>
                  <a:pt x="586" y="646"/>
                </a:lnTo>
                <a:lnTo>
                  <a:pt x="600" y="631"/>
                </a:lnTo>
                <a:cubicBezTo>
                  <a:pt x="601" y="630"/>
                  <a:pt x="602" y="630"/>
                  <a:pt x="604" y="629"/>
                </a:cubicBezTo>
                <a:lnTo>
                  <a:pt x="631" y="621"/>
                </a:lnTo>
                <a:cubicBezTo>
                  <a:pt x="633" y="621"/>
                  <a:pt x="634" y="621"/>
                  <a:pt x="636" y="621"/>
                </a:cubicBezTo>
                <a:lnTo>
                  <a:pt x="705" y="640"/>
                </a:lnTo>
                <a:cubicBezTo>
                  <a:pt x="706" y="640"/>
                  <a:pt x="707" y="641"/>
                  <a:pt x="707" y="641"/>
                </a:cubicBezTo>
                <a:lnTo>
                  <a:pt x="721" y="650"/>
                </a:lnTo>
                <a:cubicBezTo>
                  <a:pt x="723" y="651"/>
                  <a:pt x="724" y="653"/>
                  <a:pt x="724" y="656"/>
                </a:cubicBezTo>
                <a:lnTo>
                  <a:pt x="729" y="687"/>
                </a:lnTo>
                <a:lnTo>
                  <a:pt x="733" y="699"/>
                </a:lnTo>
                <a:lnTo>
                  <a:pt x="744" y="717"/>
                </a:lnTo>
                <a:lnTo>
                  <a:pt x="817" y="788"/>
                </a:lnTo>
                <a:lnTo>
                  <a:pt x="823" y="797"/>
                </a:lnTo>
                <a:lnTo>
                  <a:pt x="830" y="814"/>
                </a:lnTo>
                <a:lnTo>
                  <a:pt x="837" y="824"/>
                </a:lnTo>
                <a:lnTo>
                  <a:pt x="844" y="829"/>
                </a:lnTo>
                <a:lnTo>
                  <a:pt x="863" y="833"/>
                </a:lnTo>
                <a:cubicBezTo>
                  <a:pt x="864" y="833"/>
                  <a:pt x="864" y="833"/>
                  <a:pt x="865" y="834"/>
                </a:cubicBezTo>
                <a:lnTo>
                  <a:pt x="873" y="838"/>
                </a:lnTo>
                <a:lnTo>
                  <a:pt x="885" y="847"/>
                </a:lnTo>
                <a:lnTo>
                  <a:pt x="906" y="840"/>
                </a:lnTo>
                <a:lnTo>
                  <a:pt x="914" y="836"/>
                </a:lnTo>
                <a:cubicBezTo>
                  <a:pt x="915" y="836"/>
                  <a:pt x="917" y="835"/>
                  <a:pt x="919" y="836"/>
                </a:cubicBezTo>
                <a:lnTo>
                  <a:pt x="977" y="849"/>
                </a:lnTo>
                <a:lnTo>
                  <a:pt x="1025" y="870"/>
                </a:lnTo>
                <a:lnTo>
                  <a:pt x="1047" y="865"/>
                </a:lnTo>
                <a:lnTo>
                  <a:pt x="992" y="713"/>
                </a:lnTo>
                <a:cubicBezTo>
                  <a:pt x="992" y="712"/>
                  <a:pt x="992" y="711"/>
                  <a:pt x="992" y="710"/>
                </a:cubicBezTo>
                <a:lnTo>
                  <a:pt x="992" y="697"/>
                </a:lnTo>
                <a:lnTo>
                  <a:pt x="996" y="677"/>
                </a:lnTo>
                <a:lnTo>
                  <a:pt x="1007" y="643"/>
                </a:lnTo>
                <a:lnTo>
                  <a:pt x="1011" y="625"/>
                </a:lnTo>
                <a:lnTo>
                  <a:pt x="1012" y="611"/>
                </a:lnTo>
                <a:lnTo>
                  <a:pt x="994" y="510"/>
                </a:lnTo>
                <a:lnTo>
                  <a:pt x="993" y="495"/>
                </a:lnTo>
                <a:cubicBezTo>
                  <a:pt x="992" y="494"/>
                  <a:pt x="993" y="493"/>
                  <a:pt x="993" y="492"/>
                </a:cubicBezTo>
                <a:lnTo>
                  <a:pt x="996" y="481"/>
                </a:lnTo>
                <a:cubicBezTo>
                  <a:pt x="997" y="481"/>
                  <a:pt x="997" y="480"/>
                  <a:pt x="997" y="479"/>
                </a:cubicBezTo>
                <a:lnTo>
                  <a:pt x="1031" y="430"/>
                </a:lnTo>
                <a:lnTo>
                  <a:pt x="985" y="301"/>
                </a:lnTo>
                <a:lnTo>
                  <a:pt x="862" y="306"/>
                </a:lnTo>
                <a:lnTo>
                  <a:pt x="862" y="306"/>
                </a:lnTo>
                <a:cubicBezTo>
                  <a:pt x="859" y="306"/>
                  <a:pt x="857" y="305"/>
                  <a:pt x="855" y="302"/>
                </a:cubicBezTo>
                <a:lnTo>
                  <a:pt x="801" y="210"/>
                </a:lnTo>
                <a:lnTo>
                  <a:pt x="654" y="202"/>
                </a:lnTo>
                <a:cubicBezTo>
                  <a:pt x="653" y="202"/>
                  <a:pt x="652" y="202"/>
                  <a:pt x="651" y="202"/>
                </a:cubicBezTo>
                <a:lnTo>
                  <a:pt x="642" y="198"/>
                </a:lnTo>
                <a:cubicBezTo>
                  <a:pt x="641" y="198"/>
                  <a:pt x="640" y="197"/>
                  <a:pt x="640" y="197"/>
                </a:cubicBezTo>
                <a:lnTo>
                  <a:pt x="635" y="193"/>
                </a:lnTo>
                <a:cubicBezTo>
                  <a:pt x="634" y="192"/>
                  <a:pt x="633" y="192"/>
                  <a:pt x="633" y="191"/>
                </a:cubicBezTo>
                <a:lnTo>
                  <a:pt x="627" y="181"/>
                </a:lnTo>
                <a:lnTo>
                  <a:pt x="623" y="172"/>
                </a:lnTo>
                <a:cubicBezTo>
                  <a:pt x="622" y="171"/>
                  <a:pt x="622" y="170"/>
                  <a:pt x="622" y="169"/>
                </a:cubicBezTo>
                <a:lnTo>
                  <a:pt x="620" y="13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1" name="Freeform 36">
            <a:extLst>
              <a:ext uri="{FF2B5EF4-FFF2-40B4-BE49-F238E27FC236}">
                <a16:creationId xmlns:a16="http://schemas.microsoft.com/office/drawing/2014/main" xmlns="" id="{D49E971D-30CA-479F-968F-B23E1A88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352" y="4793959"/>
            <a:ext cx="8900" cy="8900"/>
          </a:xfrm>
          <a:custGeom>
            <a:avLst/>
            <a:gdLst>
              <a:gd name="T0" fmla="*/ 21 w 22"/>
              <a:gd name="T1" fmla="*/ 22 h 23"/>
              <a:gd name="T2" fmla="*/ 19 w 22"/>
              <a:gd name="T3" fmla="*/ 14 h 23"/>
              <a:gd name="T4" fmla="*/ 17 w 22"/>
              <a:gd name="T5" fmla="*/ 3 h 23"/>
              <a:gd name="T6" fmla="*/ 17 w 22"/>
              <a:gd name="T7" fmla="*/ 0 h 23"/>
              <a:gd name="T8" fmla="*/ 7 w 22"/>
              <a:gd name="T9" fmla="*/ 0 h 23"/>
              <a:gd name="T10" fmla="*/ 2 w 22"/>
              <a:gd name="T11" fmla="*/ 2 h 23"/>
              <a:gd name="T12" fmla="*/ 0 w 22"/>
              <a:gd name="T13" fmla="*/ 11 h 23"/>
              <a:gd name="T14" fmla="*/ 3 w 22"/>
              <a:gd name="T15" fmla="*/ 18 h 23"/>
              <a:gd name="T16" fmla="*/ 12 w 22"/>
              <a:gd name="T17" fmla="*/ 22 h 23"/>
              <a:gd name="T18" fmla="*/ 21 w 22"/>
              <a:gd name="T19" fmla="*/ 2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" h="23">
                <a:moveTo>
                  <a:pt x="21" y="22"/>
                </a:moveTo>
                <a:lnTo>
                  <a:pt x="19" y="14"/>
                </a:lnTo>
                <a:lnTo>
                  <a:pt x="17" y="3"/>
                </a:lnTo>
                <a:cubicBezTo>
                  <a:pt x="17" y="2"/>
                  <a:pt x="17" y="1"/>
                  <a:pt x="17" y="0"/>
                </a:cubicBezTo>
                <a:lnTo>
                  <a:pt x="7" y="0"/>
                </a:lnTo>
                <a:lnTo>
                  <a:pt x="2" y="2"/>
                </a:lnTo>
                <a:lnTo>
                  <a:pt x="0" y="11"/>
                </a:lnTo>
                <a:lnTo>
                  <a:pt x="3" y="18"/>
                </a:lnTo>
                <a:lnTo>
                  <a:pt x="12" y="22"/>
                </a:lnTo>
                <a:lnTo>
                  <a:pt x="21" y="2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2" name="Freeform 37">
            <a:extLst>
              <a:ext uri="{FF2B5EF4-FFF2-40B4-BE49-F238E27FC236}">
                <a16:creationId xmlns:a16="http://schemas.microsoft.com/office/drawing/2014/main" xmlns="" id="{6C4BE735-53A1-467F-842D-D52BB76B4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333" y="4753020"/>
            <a:ext cx="8899" cy="7120"/>
          </a:xfrm>
          <a:custGeom>
            <a:avLst/>
            <a:gdLst>
              <a:gd name="T0" fmla="*/ 14 w 21"/>
              <a:gd name="T1" fmla="*/ 13 h 18"/>
              <a:gd name="T2" fmla="*/ 20 w 21"/>
              <a:gd name="T3" fmla="*/ 8 h 18"/>
              <a:gd name="T4" fmla="*/ 20 w 21"/>
              <a:gd name="T5" fmla="*/ 8 h 18"/>
              <a:gd name="T6" fmla="*/ 16 w 21"/>
              <a:gd name="T7" fmla="*/ 6 h 18"/>
              <a:gd name="T8" fmla="*/ 13 w 21"/>
              <a:gd name="T9" fmla="*/ 1 h 18"/>
              <a:gd name="T10" fmla="*/ 9 w 21"/>
              <a:gd name="T11" fmla="*/ 0 h 18"/>
              <a:gd name="T12" fmla="*/ 4 w 21"/>
              <a:gd name="T13" fmla="*/ 1 h 18"/>
              <a:gd name="T14" fmla="*/ 3 w 21"/>
              <a:gd name="T15" fmla="*/ 6 h 18"/>
              <a:gd name="T16" fmla="*/ 3 w 21"/>
              <a:gd name="T17" fmla="*/ 8 h 18"/>
              <a:gd name="T18" fmla="*/ 1 w 21"/>
              <a:gd name="T19" fmla="*/ 12 h 18"/>
              <a:gd name="T20" fmla="*/ 0 w 21"/>
              <a:gd name="T21" fmla="*/ 16 h 18"/>
              <a:gd name="T22" fmla="*/ 6 w 21"/>
              <a:gd name="T23" fmla="*/ 17 h 18"/>
              <a:gd name="T24" fmla="*/ 14 w 21"/>
              <a:gd name="T25" fmla="*/ 13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8">
                <a:moveTo>
                  <a:pt x="14" y="13"/>
                </a:moveTo>
                <a:lnTo>
                  <a:pt x="20" y="8"/>
                </a:lnTo>
                <a:lnTo>
                  <a:pt x="20" y="8"/>
                </a:lnTo>
                <a:cubicBezTo>
                  <a:pt x="19" y="8"/>
                  <a:pt x="17" y="7"/>
                  <a:pt x="16" y="6"/>
                </a:cubicBezTo>
                <a:cubicBezTo>
                  <a:pt x="15" y="5"/>
                  <a:pt x="13" y="2"/>
                  <a:pt x="13" y="1"/>
                </a:cubicBezTo>
                <a:lnTo>
                  <a:pt x="9" y="0"/>
                </a:lnTo>
                <a:lnTo>
                  <a:pt x="4" y="1"/>
                </a:lnTo>
                <a:lnTo>
                  <a:pt x="3" y="6"/>
                </a:lnTo>
                <a:cubicBezTo>
                  <a:pt x="3" y="6"/>
                  <a:pt x="3" y="7"/>
                  <a:pt x="3" y="8"/>
                </a:cubicBezTo>
                <a:lnTo>
                  <a:pt x="1" y="12"/>
                </a:lnTo>
                <a:cubicBezTo>
                  <a:pt x="1" y="14"/>
                  <a:pt x="1" y="15"/>
                  <a:pt x="0" y="16"/>
                </a:cubicBezTo>
                <a:lnTo>
                  <a:pt x="6" y="17"/>
                </a:lnTo>
                <a:lnTo>
                  <a:pt x="14" y="1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3" name="Freeform 38">
            <a:extLst>
              <a:ext uri="{FF2B5EF4-FFF2-40B4-BE49-F238E27FC236}">
                <a16:creationId xmlns:a16="http://schemas.microsoft.com/office/drawing/2014/main" xmlns="" id="{583F11E1-53BE-4EE3-B753-1AA6B3A4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84" y="5198011"/>
            <a:ext cx="14240" cy="19579"/>
          </a:xfrm>
          <a:custGeom>
            <a:avLst/>
            <a:gdLst>
              <a:gd name="T0" fmla="*/ 31 w 37"/>
              <a:gd name="T1" fmla="*/ 5 h 50"/>
              <a:gd name="T2" fmla="*/ 30 w 37"/>
              <a:gd name="T3" fmla="*/ 8 h 50"/>
              <a:gd name="T4" fmla="*/ 28 w 37"/>
              <a:gd name="T5" fmla="*/ 10 h 50"/>
              <a:gd name="T6" fmla="*/ 19 w 37"/>
              <a:gd name="T7" fmla="*/ 13 h 50"/>
              <a:gd name="T8" fmla="*/ 15 w 37"/>
              <a:gd name="T9" fmla="*/ 11 h 50"/>
              <a:gd name="T10" fmla="*/ 13 w 37"/>
              <a:gd name="T11" fmla="*/ 10 h 50"/>
              <a:gd name="T12" fmla="*/ 0 w 37"/>
              <a:gd name="T13" fmla="*/ 0 h 50"/>
              <a:gd name="T14" fmla="*/ 0 w 37"/>
              <a:gd name="T15" fmla="*/ 3 h 50"/>
              <a:gd name="T16" fmla="*/ 3 w 37"/>
              <a:gd name="T17" fmla="*/ 7 h 50"/>
              <a:gd name="T18" fmla="*/ 19 w 37"/>
              <a:gd name="T19" fmla="*/ 22 h 50"/>
              <a:gd name="T20" fmla="*/ 22 w 37"/>
              <a:gd name="T21" fmla="*/ 28 h 50"/>
              <a:gd name="T22" fmla="*/ 22 w 37"/>
              <a:gd name="T23" fmla="*/ 36 h 50"/>
              <a:gd name="T24" fmla="*/ 21 w 37"/>
              <a:gd name="T25" fmla="*/ 41 h 50"/>
              <a:gd name="T26" fmla="*/ 19 w 37"/>
              <a:gd name="T27" fmla="*/ 45 h 50"/>
              <a:gd name="T28" fmla="*/ 17 w 37"/>
              <a:gd name="T29" fmla="*/ 47 h 50"/>
              <a:gd name="T30" fmla="*/ 22 w 37"/>
              <a:gd name="T31" fmla="*/ 49 h 50"/>
              <a:gd name="T32" fmla="*/ 23 w 37"/>
              <a:gd name="T33" fmla="*/ 49 h 50"/>
              <a:gd name="T34" fmla="*/ 25 w 37"/>
              <a:gd name="T35" fmla="*/ 47 h 50"/>
              <a:gd name="T36" fmla="*/ 28 w 37"/>
              <a:gd name="T37" fmla="*/ 40 h 50"/>
              <a:gd name="T38" fmla="*/ 32 w 37"/>
              <a:gd name="T39" fmla="*/ 21 h 50"/>
              <a:gd name="T40" fmla="*/ 36 w 37"/>
              <a:gd name="T41" fmla="*/ 12 h 50"/>
              <a:gd name="T42" fmla="*/ 32 w 37"/>
              <a:gd name="T43" fmla="*/ 3 h 50"/>
              <a:gd name="T44" fmla="*/ 31 w 37"/>
              <a:gd name="T45" fmla="*/ 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7" h="50">
                <a:moveTo>
                  <a:pt x="31" y="5"/>
                </a:moveTo>
                <a:cubicBezTo>
                  <a:pt x="31" y="6"/>
                  <a:pt x="31" y="7"/>
                  <a:pt x="30" y="8"/>
                </a:cubicBezTo>
                <a:lnTo>
                  <a:pt x="28" y="10"/>
                </a:lnTo>
                <a:cubicBezTo>
                  <a:pt x="26" y="13"/>
                  <a:pt x="22" y="15"/>
                  <a:pt x="19" y="13"/>
                </a:cubicBezTo>
                <a:lnTo>
                  <a:pt x="15" y="11"/>
                </a:lnTo>
                <a:cubicBezTo>
                  <a:pt x="14" y="11"/>
                  <a:pt x="14" y="11"/>
                  <a:pt x="13" y="10"/>
                </a:cubicBezTo>
                <a:lnTo>
                  <a:pt x="0" y="0"/>
                </a:lnTo>
                <a:lnTo>
                  <a:pt x="0" y="3"/>
                </a:lnTo>
                <a:lnTo>
                  <a:pt x="3" y="7"/>
                </a:lnTo>
                <a:lnTo>
                  <a:pt x="19" y="22"/>
                </a:lnTo>
                <a:cubicBezTo>
                  <a:pt x="21" y="24"/>
                  <a:pt x="22" y="26"/>
                  <a:pt x="22" y="28"/>
                </a:cubicBezTo>
                <a:lnTo>
                  <a:pt x="22" y="36"/>
                </a:lnTo>
                <a:cubicBezTo>
                  <a:pt x="22" y="38"/>
                  <a:pt x="22" y="39"/>
                  <a:pt x="21" y="41"/>
                </a:cubicBezTo>
                <a:lnTo>
                  <a:pt x="19" y="45"/>
                </a:lnTo>
                <a:cubicBezTo>
                  <a:pt x="18" y="46"/>
                  <a:pt x="18" y="47"/>
                  <a:pt x="17" y="47"/>
                </a:cubicBezTo>
                <a:lnTo>
                  <a:pt x="22" y="49"/>
                </a:lnTo>
                <a:lnTo>
                  <a:pt x="23" y="49"/>
                </a:lnTo>
                <a:lnTo>
                  <a:pt x="25" y="47"/>
                </a:lnTo>
                <a:lnTo>
                  <a:pt x="28" y="40"/>
                </a:lnTo>
                <a:lnTo>
                  <a:pt x="32" y="21"/>
                </a:lnTo>
                <a:lnTo>
                  <a:pt x="36" y="12"/>
                </a:lnTo>
                <a:lnTo>
                  <a:pt x="32" y="3"/>
                </a:lnTo>
                <a:lnTo>
                  <a:pt x="31" y="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4" name="Freeform 39">
            <a:extLst>
              <a:ext uri="{FF2B5EF4-FFF2-40B4-BE49-F238E27FC236}">
                <a16:creationId xmlns:a16="http://schemas.microsoft.com/office/drawing/2014/main" xmlns="" id="{2FF8F071-B13B-457D-A7BB-A56F596D7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44" y="5447206"/>
            <a:ext cx="3560" cy="8899"/>
          </a:xfrm>
          <a:custGeom>
            <a:avLst/>
            <a:gdLst>
              <a:gd name="T0" fmla="*/ 6 w 11"/>
              <a:gd name="T1" fmla="*/ 12 h 22"/>
              <a:gd name="T2" fmla="*/ 4 w 11"/>
              <a:gd name="T3" fmla="*/ 7 h 22"/>
              <a:gd name="T4" fmla="*/ 5 w 11"/>
              <a:gd name="T5" fmla="*/ 1 h 22"/>
              <a:gd name="T6" fmla="*/ 5 w 11"/>
              <a:gd name="T7" fmla="*/ 0 h 22"/>
              <a:gd name="T8" fmla="*/ 2 w 11"/>
              <a:gd name="T9" fmla="*/ 2 h 22"/>
              <a:gd name="T10" fmla="*/ 1 w 11"/>
              <a:gd name="T11" fmla="*/ 3 h 22"/>
              <a:gd name="T12" fmla="*/ 1 w 11"/>
              <a:gd name="T13" fmla="*/ 5 h 22"/>
              <a:gd name="T14" fmla="*/ 1 w 11"/>
              <a:gd name="T15" fmla="*/ 7 h 22"/>
              <a:gd name="T16" fmla="*/ 0 w 11"/>
              <a:gd name="T17" fmla="*/ 10 h 22"/>
              <a:gd name="T18" fmla="*/ 1 w 11"/>
              <a:gd name="T19" fmla="*/ 19 h 22"/>
              <a:gd name="T20" fmla="*/ 4 w 11"/>
              <a:gd name="T21" fmla="*/ 21 h 22"/>
              <a:gd name="T22" fmla="*/ 6 w 11"/>
              <a:gd name="T23" fmla="*/ 20 h 22"/>
              <a:gd name="T24" fmla="*/ 10 w 11"/>
              <a:gd name="T25" fmla="*/ 18 h 22"/>
              <a:gd name="T26" fmla="*/ 9 w 11"/>
              <a:gd name="T27" fmla="*/ 17 h 22"/>
              <a:gd name="T28" fmla="*/ 6 w 11"/>
              <a:gd name="T29" fmla="*/ 1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" h="22">
                <a:moveTo>
                  <a:pt x="6" y="12"/>
                </a:moveTo>
                <a:cubicBezTo>
                  <a:pt x="5" y="10"/>
                  <a:pt x="4" y="9"/>
                  <a:pt x="4" y="7"/>
                </a:cubicBezTo>
                <a:lnTo>
                  <a:pt x="5" y="1"/>
                </a:lnTo>
                <a:lnTo>
                  <a:pt x="5" y="0"/>
                </a:lnTo>
                <a:cubicBezTo>
                  <a:pt x="4" y="1"/>
                  <a:pt x="3" y="2"/>
                  <a:pt x="2" y="2"/>
                </a:cubicBezTo>
                <a:lnTo>
                  <a:pt x="1" y="3"/>
                </a:lnTo>
                <a:cubicBezTo>
                  <a:pt x="1" y="4"/>
                  <a:pt x="1" y="4"/>
                  <a:pt x="1" y="5"/>
                </a:cubicBezTo>
                <a:lnTo>
                  <a:pt x="1" y="7"/>
                </a:lnTo>
                <a:lnTo>
                  <a:pt x="0" y="10"/>
                </a:lnTo>
                <a:lnTo>
                  <a:pt x="1" y="19"/>
                </a:lnTo>
                <a:cubicBezTo>
                  <a:pt x="2" y="19"/>
                  <a:pt x="3" y="20"/>
                  <a:pt x="4" y="21"/>
                </a:cubicBezTo>
                <a:cubicBezTo>
                  <a:pt x="5" y="21"/>
                  <a:pt x="6" y="20"/>
                  <a:pt x="6" y="20"/>
                </a:cubicBezTo>
                <a:cubicBezTo>
                  <a:pt x="7" y="19"/>
                  <a:pt x="9" y="18"/>
                  <a:pt x="10" y="18"/>
                </a:cubicBezTo>
                <a:cubicBezTo>
                  <a:pt x="9" y="18"/>
                  <a:pt x="9" y="17"/>
                  <a:pt x="9" y="17"/>
                </a:cubicBezTo>
                <a:lnTo>
                  <a:pt x="6" y="1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5" name="Freeform 40">
            <a:extLst>
              <a:ext uri="{FF2B5EF4-FFF2-40B4-BE49-F238E27FC236}">
                <a16:creationId xmlns:a16="http://schemas.microsoft.com/office/drawing/2014/main" xmlns="" id="{2AEE55B9-90CC-4C8D-B80E-A0DCE1530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943" y="5422286"/>
            <a:ext cx="243854" cy="64079"/>
          </a:xfrm>
          <a:custGeom>
            <a:avLst/>
            <a:gdLst>
              <a:gd name="T0" fmla="*/ 592 w 602"/>
              <a:gd name="T1" fmla="*/ 103 h 157"/>
              <a:gd name="T2" fmla="*/ 594 w 602"/>
              <a:gd name="T3" fmla="*/ 72 h 157"/>
              <a:gd name="T4" fmla="*/ 563 w 602"/>
              <a:gd name="T5" fmla="*/ 48 h 157"/>
              <a:gd name="T6" fmla="*/ 553 w 602"/>
              <a:gd name="T7" fmla="*/ 18 h 157"/>
              <a:gd name="T8" fmla="*/ 493 w 602"/>
              <a:gd name="T9" fmla="*/ 4 h 157"/>
              <a:gd name="T10" fmla="*/ 473 w 602"/>
              <a:gd name="T11" fmla="*/ 37 h 157"/>
              <a:gd name="T12" fmla="*/ 445 w 602"/>
              <a:gd name="T13" fmla="*/ 48 h 157"/>
              <a:gd name="T14" fmla="*/ 420 w 602"/>
              <a:gd name="T15" fmla="*/ 82 h 157"/>
              <a:gd name="T16" fmla="*/ 407 w 602"/>
              <a:gd name="T17" fmla="*/ 99 h 157"/>
              <a:gd name="T18" fmla="*/ 398 w 602"/>
              <a:gd name="T19" fmla="*/ 77 h 157"/>
              <a:gd name="T20" fmla="*/ 397 w 602"/>
              <a:gd name="T21" fmla="*/ 63 h 157"/>
              <a:gd name="T22" fmla="*/ 384 w 602"/>
              <a:gd name="T23" fmla="*/ 76 h 157"/>
              <a:gd name="T24" fmla="*/ 373 w 602"/>
              <a:gd name="T25" fmla="*/ 57 h 157"/>
              <a:gd name="T26" fmla="*/ 357 w 602"/>
              <a:gd name="T27" fmla="*/ 40 h 157"/>
              <a:gd name="T28" fmla="*/ 310 w 602"/>
              <a:gd name="T29" fmla="*/ 33 h 157"/>
              <a:gd name="T30" fmla="*/ 267 w 602"/>
              <a:gd name="T31" fmla="*/ 29 h 157"/>
              <a:gd name="T32" fmla="*/ 253 w 602"/>
              <a:gd name="T33" fmla="*/ 46 h 157"/>
              <a:gd name="T34" fmla="*/ 237 w 602"/>
              <a:gd name="T35" fmla="*/ 63 h 157"/>
              <a:gd name="T36" fmla="*/ 226 w 602"/>
              <a:gd name="T37" fmla="*/ 35 h 157"/>
              <a:gd name="T38" fmla="*/ 194 w 602"/>
              <a:gd name="T39" fmla="*/ 49 h 157"/>
              <a:gd name="T40" fmla="*/ 196 w 602"/>
              <a:gd name="T41" fmla="*/ 55 h 157"/>
              <a:gd name="T42" fmla="*/ 177 w 602"/>
              <a:gd name="T43" fmla="*/ 66 h 157"/>
              <a:gd name="T44" fmla="*/ 144 w 602"/>
              <a:gd name="T45" fmla="*/ 68 h 157"/>
              <a:gd name="T46" fmla="*/ 142 w 602"/>
              <a:gd name="T47" fmla="*/ 96 h 157"/>
              <a:gd name="T48" fmla="*/ 126 w 602"/>
              <a:gd name="T49" fmla="*/ 108 h 157"/>
              <a:gd name="T50" fmla="*/ 108 w 602"/>
              <a:gd name="T51" fmla="*/ 89 h 157"/>
              <a:gd name="T52" fmla="*/ 49 w 602"/>
              <a:gd name="T53" fmla="*/ 64 h 157"/>
              <a:gd name="T54" fmla="*/ 1 w 602"/>
              <a:gd name="T55" fmla="*/ 79 h 157"/>
              <a:gd name="T56" fmla="*/ 15 w 602"/>
              <a:gd name="T57" fmla="*/ 108 h 157"/>
              <a:gd name="T58" fmla="*/ 27 w 602"/>
              <a:gd name="T59" fmla="*/ 100 h 157"/>
              <a:gd name="T60" fmla="*/ 43 w 602"/>
              <a:gd name="T61" fmla="*/ 115 h 157"/>
              <a:gd name="T62" fmla="*/ 32 w 602"/>
              <a:gd name="T63" fmla="*/ 129 h 157"/>
              <a:gd name="T64" fmla="*/ 34 w 602"/>
              <a:gd name="T65" fmla="*/ 144 h 157"/>
              <a:gd name="T66" fmla="*/ 73 w 602"/>
              <a:gd name="T67" fmla="*/ 118 h 157"/>
              <a:gd name="T68" fmla="*/ 88 w 602"/>
              <a:gd name="T69" fmla="*/ 121 h 157"/>
              <a:gd name="T70" fmla="*/ 150 w 602"/>
              <a:gd name="T71" fmla="*/ 118 h 157"/>
              <a:gd name="T72" fmla="*/ 209 w 602"/>
              <a:gd name="T73" fmla="*/ 105 h 157"/>
              <a:gd name="T74" fmla="*/ 228 w 602"/>
              <a:gd name="T75" fmla="*/ 95 h 157"/>
              <a:gd name="T76" fmla="*/ 256 w 602"/>
              <a:gd name="T77" fmla="*/ 104 h 157"/>
              <a:gd name="T78" fmla="*/ 303 w 602"/>
              <a:gd name="T79" fmla="*/ 69 h 157"/>
              <a:gd name="T80" fmla="*/ 319 w 602"/>
              <a:gd name="T81" fmla="*/ 74 h 157"/>
              <a:gd name="T82" fmla="*/ 343 w 602"/>
              <a:gd name="T83" fmla="*/ 101 h 157"/>
              <a:gd name="T84" fmla="*/ 383 w 602"/>
              <a:gd name="T85" fmla="*/ 142 h 157"/>
              <a:gd name="T86" fmla="*/ 447 w 602"/>
              <a:gd name="T87" fmla="*/ 116 h 157"/>
              <a:gd name="T88" fmla="*/ 461 w 602"/>
              <a:gd name="T89" fmla="*/ 124 h 157"/>
              <a:gd name="T90" fmla="*/ 459 w 602"/>
              <a:gd name="T91" fmla="*/ 137 h 157"/>
              <a:gd name="T92" fmla="*/ 484 w 602"/>
              <a:gd name="T93" fmla="*/ 126 h 157"/>
              <a:gd name="T94" fmla="*/ 500 w 602"/>
              <a:gd name="T95" fmla="*/ 106 h 157"/>
              <a:gd name="T96" fmla="*/ 518 w 602"/>
              <a:gd name="T97" fmla="*/ 112 h 157"/>
              <a:gd name="T98" fmla="*/ 547 w 602"/>
              <a:gd name="T99" fmla="*/ 126 h 157"/>
              <a:gd name="T100" fmla="*/ 561 w 602"/>
              <a:gd name="T101" fmla="*/ 133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02" h="157">
                <a:moveTo>
                  <a:pt x="561" y="133"/>
                </a:moveTo>
                <a:lnTo>
                  <a:pt x="581" y="110"/>
                </a:lnTo>
                <a:cubicBezTo>
                  <a:pt x="582" y="109"/>
                  <a:pt x="583" y="109"/>
                  <a:pt x="583" y="108"/>
                </a:cubicBezTo>
                <a:lnTo>
                  <a:pt x="592" y="103"/>
                </a:lnTo>
                <a:lnTo>
                  <a:pt x="600" y="94"/>
                </a:lnTo>
                <a:lnTo>
                  <a:pt x="601" y="92"/>
                </a:lnTo>
                <a:lnTo>
                  <a:pt x="600" y="87"/>
                </a:lnTo>
                <a:lnTo>
                  <a:pt x="594" y="72"/>
                </a:lnTo>
                <a:lnTo>
                  <a:pt x="586" y="48"/>
                </a:lnTo>
                <a:lnTo>
                  <a:pt x="570" y="50"/>
                </a:lnTo>
                <a:cubicBezTo>
                  <a:pt x="569" y="50"/>
                  <a:pt x="568" y="50"/>
                  <a:pt x="567" y="50"/>
                </a:cubicBezTo>
                <a:lnTo>
                  <a:pt x="563" y="48"/>
                </a:lnTo>
                <a:cubicBezTo>
                  <a:pt x="561" y="48"/>
                  <a:pt x="559" y="46"/>
                  <a:pt x="558" y="44"/>
                </a:cubicBezTo>
                <a:lnTo>
                  <a:pt x="556" y="40"/>
                </a:lnTo>
                <a:cubicBezTo>
                  <a:pt x="556" y="40"/>
                  <a:pt x="556" y="39"/>
                  <a:pt x="556" y="38"/>
                </a:cubicBezTo>
                <a:lnTo>
                  <a:pt x="553" y="18"/>
                </a:lnTo>
                <a:lnTo>
                  <a:pt x="552" y="16"/>
                </a:lnTo>
                <a:lnTo>
                  <a:pt x="538" y="10"/>
                </a:lnTo>
                <a:lnTo>
                  <a:pt x="497" y="6"/>
                </a:lnTo>
                <a:cubicBezTo>
                  <a:pt x="496" y="6"/>
                  <a:pt x="494" y="5"/>
                  <a:pt x="493" y="4"/>
                </a:cubicBezTo>
                <a:lnTo>
                  <a:pt x="488" y="0"/>
                </a:lnTo>
                <a:lnTo>
                  <a:pt x="487" y="9"/>
                </a:lnTo>
                <a:lnTo>
                  <a:pt x="480" y="26"/>
                </a:lnTo>
                <a:lnTo>
                  <a:pt x="473" y="37"/>
                </a:lnTo>
                <a:cubicBezTo>
                  <a:pt x="472" y="37"/>
                  <a:pt x="472" y="38"/>
                  <a:pt x="471" y="39"/>
                </a:cubicBezTo>
                <a:lnTo>
                  <a:pt x="463" y="44"/>
                </a:lnTo>
                <a:cubicBezTo>
                  <a:pt x="463" y="44"/>
                  <a:pt x="462" y="44"/>
                  <a:pt x="461" y="45"/>
                </a:cubicBezTo>
                <a:lnTo>
                  <a:pt x="445" y="48"/>
                </a:lnTo>
                <a:lnTo>
                  <a:pt x="438" y="53"/>
                </a:lnTo>
                <a:lnTo>
                  <a:pt x="432" y="60"/>
                </a:lnTo>
                <a:lnTo>
                  <a:pt x="421" y="77"/>
                </a:lnTo>
                <a:lnTo>
                  <a:pt x="420" y="82"/>
                </a:lnTo>
                <a:lnTo>
                  <a:pt x="421" y="89"/>
                </a:lnTo>
                <a:cubicBezTo>
                  <a:pt x="422" y="94"/>
                  <a:pt x="419" y="97"/>
                  <a:pt x="415" y="98"/>
                </a:cubicBezTo>
                <a:lnTo>
                  <a:pt x="409" y="99"/>
                </a:lnTo>
                <a:cubicBezTo>
                  <a:pt x="408" y="99"/>
                  <a:pt x="408" y="99"/>
                  <a:pt x="407" y="99"/>
                </a:cubicBezTo>
                <a:lnTo>
                  <a:pt x="401" y="98"/>
                </a:lnTo>
                <a:cubicBezTo>
                  <a:pt x="399" y="98"/>
                  <a:pt x="397" y="97"/>
                  <a:pt x="396" y="95"/>
                </a:cubicBezTo>
                <a:cubicBezTo>
                  <a:pt x="395" y="93"/>
                  <a:pt x="394" y="90"/>
                  <a:pt x="395" y="88"/>
                </a:cubicBezTo>
                <a:lnTo>
                  <a:pt x="398" y="77"/>
                </a:lnTo>
                <a:lnTo>
                  <a:pt x="404" y="63"/>
                </a:lnTo>
                <a:lnTo>
                  <a:pt x="403" y="62"/>
                </a:lnTo>
                <a:lnTo>
                  <a:pt x="401" y="61"/>
                </a:lnTo>
                <a:lnTo>
                  <a:pt x="397" y="63"/>
                </a:lnTo>
                <a:lnTo>
                  <a:pt x="394" y="69"/>
                </a:lnTo>
                <a:cubicBezTo>
                  <a:pt x="393" y="69"/>
                  <a:pt x="393" y="70"/>
                  <a:pt x="392" y="71"/>
                </a:cubicBezTo>
                <a:lnTo>
                  <a:pt x="388" y="74"/>
                </a:lnTo>
                <a:cubicBezTo>
                  <a:pt x="387" y="75"/>
                  <a:pt x="385" y="76"/>
                  <a:pt x="384" y="76"/>
                </a:cubicBezTo>
                <a:lnTo>
                  <a:pt x="374" y="77"/>
                </a:lnTo>
                <a:cubicBezTo>
                  <a:pt x="370" y="77"/>
                  <a:pt x="367" y="75"/>
                  <a:pt x="366" y="72"/>
                </a:cubicBezTo>
                <a:cubicBezTo>
                  <a:pt x="364" y="69"/>
                  <a:pt x="365" y="66"/>
                  <a:pt x="367" y="63"/>
                </a:cubicBezTo>
                <a:lnTo>
                  <a:pt x="373" y="57"/>
                </a:lnTo>
                <a:lnTo>
                  <a:pt x="374" y="50"/>
                </a:lnTo>
                <a:lnTo>
                  <a:pt x="371" y="44"/>
                </a:lnTo>
                <a:lnTo>
                  <a:pt x="366" y="42"/>
                </a:lnTo>
                <a:lnTo>
                  <a:pt x="357" y="40"/>
                </a:lnTo>
                <a:cubicBezTo>
                  <a:pt x="356" y="40"/>
                  <a:pt x="356" y="39"/>
                  <a:pt x="355" y="39"/>
                </a:cubicBezTo>
                <a:lnTo>
                  <a:pt x="336" y="30"/>
                </a:lnTo>
                <a:lnTo>
                  <a:pt x="329" y="29"/>
                </a:lnTo>
                <a:lnTo>
                  <a:pt x="310" y="33"/>
                </a:lnTo>
                <a:lnTo>
                  <a:pt x="302" y="33"/>
                </a:lnTo>
                <a:cubicBezTo>
                  <a:pt x="301" y="33"/>
                  <a:pt x="300" y="33"/>
                  <a:pt x="299" y="33"/>
                </a:cubicBezTo>
                <a:lnTo>
                  <a:pt x="290" y="29"/>
                </a:lnTo>
                <a:lnTo>
                  <a:pt x="267" y="29"/>
                </a:lnTo>
                <a:lnTo>
                  <a:pt x="257" y="32"/>
                </a:lnTo>
                <a:lnTo>
                  <a:pt x="258" y="35"/>
                </a:lnTo>
                <a:cubicBezTo>
                  <a:pt x="259" y="37"/>
                  <a:pt x="259" y="40"/>
                  <a:pt x="258" y="42"/>
                </a:cubicBezTo>
                <a:cubicBezTo>
                  <a:pt x="257" y="44"/>
                  <a:pt x="256" y="45"/>
                  <a:pt x="253" y="46"/>
                </a:cubicBezTo>
                <a:lnTo>
                  <a:pt x="251" y="47"/>
                </a:lnTo>
                <a:lnTo>
                  <a:pt x="245" y="53"/>
                </a:lnTo>
                <a:lnTo>
                  <a:pt x="242" y="57"/>
                </a:lnTo>
                <a:lnTo>
                  <a:pt x="237" y="63"/>
                </a:lnTo>
                <a:cubicBezTo>
                  <a:pt x="235" y="65"/>
                  <a:pt x="231" y="66"/>
                  <a:pt x="228" y="65"/>
                </a:cubicBezTo>
                <a:cubicBezTo>
                  <a:pt x="225" y="63"/>
                  <a:pt x="223" y="61"/>
                  <a:pt x="223" y="57"/>
                </a:cubicBezTo>
                <a:lnTo>
                  <a:pt x="223" y="49"/>
                </a:lnTo>
                <a:lnTo>
                  <a:pt x="226" y="35"/>
                </a:lnTo>
                <a:lnTo>
                  <a:pt x="220" y="36"/>
                </a:lnTo>
                <a:lnTo>
                  <a:pt x="209" y="42"/>
                </a:lnTo>
                <a:lnTo>
                  <a:pt x="204" y="48"/>
                </a:lnTo>
                <a:cubicBezTo>
                  <a:pt x="201" y="51"/>
                  <a:pt x="197" y="51"/>
                  <a:pt x="194" y="49"/>
                </a:cubicBezTo>
                <a:lnTo>
                  <a:pt x="191" y="47"/>
                </a:lnTo>
                <a:lnTo>
                  <a:pt x="190" y="47"/>
                </a:lnTo>
                <a:lnTo>
                  <a:pt x="193" y="49"/>
                </a:lnTo>
                <a:cubicBezTo>
                  <a:pt x="195" y="50"/>
                  <a:pt x="196" y="53"/>
                  <a:pt x="196" y="55"/>
                </a:cubicBezTo>
                <a:lnTo>
                  <a:pt x="196" y="60"/>
                </a:lnTo>
                <a:cubicBezTo>
                  <a:pt x="196" y="62"/>
                  <a:pt x="195" y="65"/>
                  <a:pt x="193" y="66"/>
                </a:cubicBezTo>
                <a:cubicBezTo>
                  <a:pt x="191" y="68"/>
                  <a:pt x="189" y="68"/>
                  <a:pt x="186" y="68"/>
                </a:cubicBezTo>
                <a:lnTo>
                  <a:pt x="177" y="66"/>
                </a:lnTo>
                <a:lnTo>
                  <a:pt x="162" y="60"/>
                </a:lnTo>
                <a:lnTo>
                  <a:pt x="156" y="59"/>
                </a:lnTo>
                <a:lnTo>
                  <a:pt x="147" y="67"/>
                </a:lnTo>
                <a:cubicBezTo>
                  <a:pt x="146" y="67"/>
                  <a:pt x="145" y="68"/>
                  <a:pt x="144" y="68"/>
                </a:cubicBezTo>
                <a:lnTo>
                  <a:pt x="140" y="71"/>
                </a:lnTo>
                <a:lnTo>
                  <a:pt x="139" y="75"/>
                </a:lnTo>
                <a:lnTo>
                  <a:pt x="143" y="92"/>
                </a:lnTo>
                <a:cubicBezTo>
                  <a:pt x="143" y="93"/>
                  <a:pt x="143" y="95"/>
                  <a:pt x="142" y="96"/>
                </a:cubicBezTo>
                <a:lnTo>
                  <a:pt x="141" y="101"/>
                </a:lnTo>
                <a:cubicBezTo>
                  <a:pt x="140" y="103"/>
                  <a:pt x="139" y="104"/>
                  <a:pt x="137" y="105"/>
                </a:cubicBezTo>
                <a:lnTo>
                  <a:pt x="133" y="108"/>
                </a:lnTo>
                <a:cubicBezTo>
                  <a:pt x="131" y="109"/>
                  <a:pt x="128" y="109"/>
                  <a:pt x="126" y="108"/>
                </a:cubicBezTo>
                <a:cubicBezTo>
                  <a:pt x="124" y="108"/>
                  <a:pt x="122" y="106"/>
                  <a:pt x="121" y="103"/>
                </a:cubicBezTo>
                <a:lnTo>
                  <a:pt x="120" y="98"/>
                </a:lnTo>
                <a:lnTo>
                  <a:pt x="118" y="88"/>
                </a:lnTo>
                <a:lnTo>
                  <a:pt x="108" y="89"/>
                </a:lnTo>
                <a:cubicBezTo>
                  <a:pt x="107" y="89"/>
                  <a:pt x="106" y="89"/>
                  <a:pt x="105" y="89"/>
                </a:cubicBezTo>
                <a:lnTo>
                  <a:pt x="86" y="86"/>
                </a:lnTo>
                <a:lnTo>
                  <a:pt x="75" y="81"/>
                </a:lnTo>
                <a:lnTo>
                  <a:pt x="49" y="64"/>
                </a:lnTo>
                <a:lnTo>
                  <a:pt x="32" y="58"/>
                </a:lnTo>
                <a:lnTo>
                  <a:pt x="16" y="59"/>
                </a:lnTo>
                <a:lnTo>
                  <a:pt x="3" y="73"/>
                </a:lnTo>
                <a:lnTo>
                  <a:pt x="1" y="79"/>
                </a:lnTo>
                <a:lnTo>
                  <a:pt x="0" y="89"/>
                </a:lnTo>
                <a:lnTo>
                  <a:pt x="1" y="100"/>
                </a:lnTo>
                <a:lnTo>
                  <a:pt x="2" y="105"/>
                </a:lnTo>
                <a:lnTo>
                  <a:pt x="15" y="108"/>
                </a:lnTo>
                <a:lnTo>
                  <a:pt x="16" y="108"/>
                </a:lnTo>
                <a:lnTo>
                  <a:pt x="24" y="102"/>
                </a:lnTo>
                <a:cubicBezTo>
                  <a:pt x="24" y="102"/>
                  <a:pt x="25" y="101"/>
                  <a:pt x="26" y="101"/>
                </a:cubicBezTo>
                <a:cubicBezTo>
                  <a:pt x="26" y="100"/>
                  <a:pt x="26" y="100"/>
                  <a:pt x="27" y="100"/>
                </a:cubicBezTo>
                <a:lnTo>
                  <a:pt x="29" y="98"/>
                </a:lnTo>
                <a:cubicBezTo>
                  <a:pt x="31" y="95"/>
                  <a:pt x="34" y="95"/>
                  <a:pt x="37" y="96"/>
                </a:cubicBezTo>
                <a:cubicBezTo>
                  <a:pt x="40" y="97"/>
                  <a:pt x="42" y="100"/>
                  <a:pt x="42" y="103"/>
                </a:cubicBezTo>
                <a:lnTo>
                  <a:pt x="43" y="115"/>
                </a:lnTo>
                <a:cubicBezTo>
                  <a:pt x="43" y="117"/>
                  <a:pt x="42" y="119"/>
                  <a:pt x="41" y="121"/>
                </a:cubicBezTo>
                <a:lnTo>
                  <a:pt x="38" y="125"/>
                </a:lnTo>
                <a:cubicBezTo>
                  <a:pt x="37" y="126"/>
                  <a:pt x="36" y="127"/>
                  <a:pt x="35" y="127"/>
                </a:cubicBezTo>
                <a:lnTo>
                  <a:pt x="32" y="129"/>
                </a:lnTo>
                <a:lnTo>
                  <a:pt x="29" y="132"/>
                </a:lnTo>
                <a:lnTo>
                  <a:pt x="29" y="138"/>
                </a:lnTo>
                <a:lnTo>
                  <a:pt x="30" y="156"/>
                </a:lnTo>
                <a:lnTo>
                  <a:pt x="34" y="144"/>
                </a:lnTo>
                <a:cubicBezTo>
                  <a:pt x="34" y="142"/>
                  <a:pt x="35" y="141"/>
                  <a:pt x="37" y="140"/>
                </a:cubicBezTo>
                <a:lnTo>
                  <a:pt x="48" y="131"/>
                </a:lnTo>
                <a:lnTo>
                  <a:pt x="70" y="119"/>
                </a:lnTo>
                <a:cubicBezTo>
                  <a:pt x="71" y="119"/>
                  <a:pt x="72" y="118"/>
                  <a:pt x="73" y="118"/>
                </a:cubicBezTo>
                <a:lnTo>
                  <a:pt x="77" y="118"/>
                </a:lnTo>
                <a:cubicBezTo>
                  <a:pt x="78" y="118"/>
                  <a:pt x="79" y="118"/>
                  <a:pt x="79" y="118"/>
                </a:cubicBezTo>
                <a:lnTo>
                  <a:pt x="86" y="120"/>
                </a:lnTo>
                <a:cubicBezTo>
                  <a:pt x="87" y="120"/>
                  <a:pt x="88" y="120"/>
                  <a:pt x="88" y="121"/>
                </a:cubicBezTo>
                <a:lnTo>
                  <a:pt x="104" y="130"/>
                </a:lnTo>
                <a:lnTo>
                  <a:pt x="121" y="130"/>
                </a:lnTo>
                <a:lnTo>
                  <a:pt x="144" y="122"/>
                </a:lnTo>
                <a:lnTo>
                  <a:pt x="150" y="118"/>
                </a:lnTo>
                <a:lnTo>
                  <a:pt x="162" y="108"/>
                </a:lnTo>
                <a:lnTo>
                  <a:pt x="181" y="97"/>
                </a:lnTo>
                <a:cubicBezTo>
                  <a:pt x="183" y="96"/>
                  <a:pt x="185" y="96"/>
                  <a:pt x="188" y="96"/>
                </a:cubicBezTo>
                <a:lnTo>
                  <a:pt x="209" y="105"/>
                </a:lnTo>
                <a:lnTo>
                  <a:pt x="213" y="105"/>
                </a:lnTo>
                <a:lnTo>
                  <a:pt x="218" y="99"/>
                </a:lnTo>
                <a:cubicBezTo>
                  <a:pt x="219" y="99"/>
                  <a:pt x="220" y="98"/>
                  <a:pt x="221" y="98"/>
                </a:cubicBezTo>
                <a:lnTo>
                  <a:pt x="228" y="95"/>
                </a:lnTo>
                <a:cubicBezTo>
                  <a:pt x="229" y="95"/>
                  <a:pt x="230" y="95"/>
                  <a:pt x="231" y="95"/>
                </a:cubicBezTo>
                <a:lnTo>
                  <a:pt x="237" y="95"/>
                </a:lnTo>
                <a:cubicBezTo>
                  <a:pt x="238" y="96"/>
                  <a:pt x="238" y="96"/>
                  <a:pt x="239" y="96"/>
                </a:cubicBezTo>
                <a:lnTo>
                  <a:pt x="256" y="104"/>
                </a:lnTo>
                <a:lnTo>
                  <a:pt x="294" y="72"/>
                </a:lnTo>
                <a:cubicBezTo>
                  <a:pt x="295" y="71"/>
                  <a:pt x="296" y="71"/>
                  <a:pt x="297" y="70"/>
                </a:cubicBezTo>
                <a:lnTo>
                  <a:pt x="301" y="69"/>
                </a:lnTo>
                <a:cubicBezTo>
                  <a:pt x="301" y="69"/>
                  <a:pt x="302" y="69"/>
                  <a:pt x="303" y="69"/>
                </a:cubicBezTo>
                <a:lnTo>
                  <a:pt x="307" y="69"/>
                </a:lnTo>
                <a:cubicBezTo>
                  <a:pt x="307" y="69"/>
                  <a:pt x="308" y="69"/>
                  <a:pt x="309" y="69"/>
                </a:cubicBezTo>
                <a:lnTo>
                  <a:pt x="317" y="73"/>
                </a:lnTo>
                <a:cubicBezTo>
                  <a:pt x="318" y="73"/>
                  <a:pt x="319" y="74"/>
                  <a:pt x="319" y="74"/>
                </a:cubicBezTo>
                <a:lnTo>
                  <a:pt x="325" y="81"/>
                </a:lnTo>
                <a:lnTo>
                  <a:pt x="330" y="89"/>
                </a:lnTo>
                <a:lnTo>
                  <a:pt x="340" y="98"/>
                </a:lnTo>
                <a:lnTo>
                  <a:pt x="343" y="101"/>
                </a:lnTo>
                <a:cubicBezTo>
                  <a:pt x="344" y="102"/>
                  <a:pt x="344" y="103"/>
                  <a:pt x="344" y="105"/>
                </a:cubicBezTo>
                <a:lnTo>
                  <a:pt x="346" y="123"/>
                </a:lnTo>
                <a:lnTo>
                  <a:pt x="363" y="133"/>
                </a:lnTo>
                <a:lnTo>
                  <a:pt x="383" y="142"/>
                </a:lnTo>
                <a:lnTo>
                  <a:pt x="389" y="141"/>
                </a:lnTo>
                <a:lnTo>
                  <a:pt x="398" y="134"/>
                </a:lnTo>
                <a:cubicBezTo>
                  <a:pt x="399" y="133"/>
                  <a:pt x="400" y="133"/>
                  <a:pt x="400" y="133"/>
                </a:cubicBezTo>
                <a:lnTo>
                  <a:pt x="447" y="116"/>
                </a:lnTo>
                <a:cubicBezTo>
                  <a:pt x="448" y="116"/>
                  <a:pt x="450" y="116"/>
                  <a:pt x="451" y="116"/>
                </a:cubicBezTo>
                <a:lnTo>
                  <a:pt x="454" y="117"/>
                </a:lnTo>
                <a:cubicBezTo>
                  <a:pt x="456" y="117"/>
                  <a:pt x="458" y="118"/>
                  <a:pt x="459" y="120"/>
                </a:cubicBezTo>
                <a:cubicBezTo>
                  <a:pt x="459" y="121"/>
                  <a:pt x="460" y="123"/>
                  <a:pt x="461" y="124"/>
                </a:cubicBezTo>
                <a:cubicBezTo>
                  <a:pt x="461" y="125"/>
                  <a:pt x="461" y="128"/>
                  <a:pt x="461" y="129"/>
                </a:cubicBezTo>
                <a:lnTo>
                  <a:pt x="461" y="131"/>
                </a:lnTo>
                <a:lnTo>
                  <a:pt x="458" y="137"/>
                </a:lnTo>
                <a:lnTo>
                  <a:pt x="459" y="137"/>
                </a:lnTo>
                <a:lnTo>
                  <a:pt x="464" y="139"/>
                </a:lnTo>
                <a:lnTo>
                  <a:pt x="468" y="139"/>
                </a:lnTo>
                <a:lnTo>
                  <a:pt x="472" y="137"/>
                </a:lnTo>
                <a:lnTo>
                  <a:pt x="484" y="126"/>
                </a:lnTo>
                <a:lnTo>
                  <a:pt x="486" y="122"/>
                </a:lnTo>
                <a:lnTo>
                  <a:pt x="493" y="111"/>
                </a:lnTo>
                <a:cubicBezTo>
                  <a:pt x="494" y="110"/>
                  <a:pt x="494" y="110"/>
                  <a:pt x="495" y="109"/>
                </a:cubicBezTo>
                <a:lnTo>
                  <a:pt x="500" y="106"/>
                </a:lnTo>
                <a:cubicBezTo>
                  <a:pt x="501" y="106"/>
                  <a:pt x="502" y="105"/>
                  <a:pt x="504" y="105"/>
                </a:cubicBezTo>
                <a:lnTo>
                  <a:pt x="507" y="105"/>
                </a:lnTo>
                <a:cubicBezTo>
                  <a:pt x="509" y="105"/>
                  <a:pt x="511" y="106"/>
                  <a:pt x="512" y="107"/>
                </a:cubicBezTo>
                <a:lnTo>
                  <a:pt x="518" y="112"/>
                </a:lnTo>
                <a:lnTo>
                  <a:pt x="527" y="118"/>
                </a:lnTo>
                <a:cubicBezTo>
                  <a:pt x="529" y="119"/>
                  <a:pt x="530" y="120"/>
                  <a:pt x="531" y="122"/>
                </a:cubicBezTo>
                <a:lnTo>
                  <a:pt x="533" y="127"/>
                </a:lnTo>
                <a:lnTo>
                  <a:pt x="547" y="126"/>
                </a:lnTo>
                <a:cubicBezTo>
                  <a:pt x="550" y="127"/>
                  <a:pt x="552" y="127"/>
                  <a:pt x="554" y="129"/>
                </a:cubicBezTo>
                <a:lnTo>
                  <a:pt x="559" y="137"/>
                </a:lnTo>
                <a:lnTo>
                  <a:pt x="559" y="137"/>
                </a:lnTo>
                <a:cubicBezTo>
                  <a:pt x="559" y="136"/>
                  <a:pt x="560" y="134"/>
                  <a:pt x="561" y="13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6" name="Freeform 41">
            <a:extLst>
              <a:ext uri="{FF2B5EF4-FFF2-40B4-BE49-F238E27FC236}">
                <a16:creationId xmlns:a16="http://schemas.microsoft.com/office/drawing/2014/main" xmlns="" id="{95F7CFD0-A60A-4F37-B4A6-0130B6366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43" y="5425846"/>
            <a:ext cx="3560" cy="12459"/>
          </a:xfrm>
          <a:custGeom>
            <a:avLst/>
            <a:gdLst>
              <a:gd name="T0" fmla="*/ 1 w 10"/>
              <a:gd name="T1" fmla="*/ 29 h 30"/>
              <a:gd name="T2" fmla="*/ 5 w 10"/>
              <a:gd name="T3" fmla="*/ 24 h 30"/>
              <a:gd name="T4" fmla="*/ 9 w 10"/>
              <a:gd name="T5" fmla="*/ 19 h 30"/>
              <a:gd name="T6" fmla="*/ 8 w 10"/>
              <a:gd name="T7" fmla="*/ 18 h 30"/>
              <a:gd name="T8" fmla="*/ 4 w 10"/>
              <a:gd name="T9" fmla="*/ 13 h 30"/>
              <a:gd name="T10" fmla="*/ 3 w 10"/>
              <a:gd name="T11" fmla="*/ 10 h 30"/>
              <a:gd name="T12" fmla="*/ 0 w 10"/>
              <a:gd name="T13" fmla="*/ 0 h 30"/>
              <a:gd name="T14" fmla="*/ 2 w 10"/>
              <a:gd name="T15" fmla="*/ 15 h 30"/>
              <a:gd name="T16" fmla="*/ 1 w 10"/>
              <a:gd name="T17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" h="30">
                <a:moveTo>
                  <a:pt x="1" y="29"/>
                </a:moveTo>
                <a:lnTo>
                  <a:pt x="5" y="24"/>
                </a:lnTo>
                <a:cubicBezTo>
                  <a:pt x="6" y="22"/>
                  <a:pt x="7" y="20"/>
                  <a:pt x="9" y="19"/>
                </a:cubicBezTo>
                <a:cubicBezTo>
                  <a:pt x="8" y="19"/>
                  <a:pt x="8" y="18"/>
                  <a:pt x="8" y="18"/>
                </a:cubicBezTo>
                <a:lnTo>
                  <a:pt x="4" y="13"/>
                </a:lnTo>
                <a:cubicBezTo>
                  <a:pt x="4" y="12"/>
                  <a:pt x="3" y="11"/>
                  <a:pt x="3" y="10"/>
                </a:cubicBezTo>
                <a:lnTo>
                  <a:pt x="0" y="0"/>
                </a:lnTo>
                <a:lnTo>
                  <a:pt x="2" y="15"/>
                </a:lnTo>
                <a:lnTo>
                  <a:pt x="1" y="2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7" name="Freeform 42">
            <a:extLst>
              <a:ext uri="{FF2B5EF4-FFF2-40B4-BE49-F238E27FC236}">
                <a16:creationId xmlns:a16="http://schemas.microsoft.com/office/drawing/2014/main" xmlns="" id="{FFFAFE2B-F54E-4497-8AA0-AE1AADF79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84" y="5473905"/>
            <a:ext cx="10680" cy="26700"/>
          </a:xfrm>
          <a:custGeom>
            <a:avLst/>
            <a:gdLst>
              <a:gd name="T0" fmla="*/ 18 w 28"/>
              <a:gd name="T1" fmla="*/ 50 h 66"/>
              <a:gd name="T2" fmla="*/ 15 w 28"/>
              <a:gd name="T3" fmla="*/ 43 h 66"/>
              <a:gd name="T4" fmla="*/ 15 w 28"/>
              <a:gd name="T5" fmla="*/ 40 h 66"/>
              <a:gd name="T6" fmla="*/ 13 w 28"/>
              <a:gd name="T7" fmla="*/ 30 h 66"/>
              <a:gd name="T8" fmla="*/ 15 w 28"/>
              <a:gd name="T9" fmla="*/ 8 h 66"/>
              <a:gd name="T10" fmla="*/ 14 w 28"/>
              <a:gd name="T11" fmla="*/ 6 h 66"/>
              <a:gd name="T12" fmla="*/ 10 w 28"/>
              <a:gd name="T13" fmla="*/ 2 h 66"/>
              <a:gd name="T14" fmla="*/ 1 w 28"/>
              <a:gd name="T15" fmla="*/ 0 h 66"/>
              <a:gd name="T16" fmla="*/ 0 w 28"/>
              <a:gd name="T17" fmla="*/ 1 h 66"/>
              <a:gd name="T18" fmla="*/ 0 w 28"/>
              <a:gd name="T19" fmla="*/ 1 h 66"/>
              <a:gd name="T20" fmla="*/ 7 w 28"/>
              <a:gd name="T21" fmla="*/ 12 h 66"/>
              <a:gd name="T22" fmla="*/ 8 w 28"/>
              <a:gd name="T23" fmla="*/ 16 h 66"/>
              <a:gd name="T24" fmla="*/ 9 w 28"/>
              <a:gd name="T25" fmla="*/ 27 h 66"/>
              <a:gd name="T26" fmla="*/ 10 w 28"/>
              <a:gd name="T27" fmla="*/ 30 h 66"/>
              <a:gd name="T28" fmla="*/ 14 w 28"/>
              <a:gd name="T29" fmla="*/ 39 h 66"/>
              <a:gd name="T30" fmla="*/ 19 w 28"/>
              <a:gd name="T31" fmla="*/ 63 h 66"/>
              <a:gd name="T32" fmla="*/ 21 w 28"/>
              <a:gd name="T33" fmla="*/ 65 h 66"/>
              <a:gd name="T34" fmla="*/ 23 w 28"/>
              <a:gd name="T35" fmla="*/ 65 h 66"/>
              <a:gd name="T36" fmla="*/ 27 w 28"/>
              <a:gd name="T37" fmla="*/ 54 h 66"/>
              <a:gd name="T38" fmla="*/ 25 w 28"/>
              <a:gd name="T39" fmla="*/ 54 h 66"/>
              <a:gd name="T40" fmla="*/ 18 w 28"/>
              <a:gd name="T41" fmla="*/ 50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" h="66">
                <a:moveTo>
                  <a:pt x="18" y="50"/>
                </a:moveTo>
                <a:lnTo>
                  <a:pt x="15" y="43"/>
                </a:lnTo>
                <a:cubicBezTo>
                  <a:pt x="15" y="42"/>
                  <a:pt x="15" y="41"/>
                  <a:pt x="15" y="40"/>
                </a:cubicBezTo>
                <a:lnTo>
                  <a:pt x="13" y="30"/>
                </a:lnTo>
                <a:lnTo>
                  <a:pt x="15" y="8"/>
                </a:lnTo>
                <a:lnTo>
                  <a:pt x="14" y="6"/>
                </a:lnTo>
                <a:lnTo>
                  <a:pt x="10" y="2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7" y="12"/>
                </a:lnTo>
                <a:cubicBezTo>
                  <a:pt x="8" y="13"/>
                  <a:pt x="8" y="14"/>
                  <a:pt x="8" y="16"/>
                </a:cubicBezTo>
                <a:lnTo>
                  <a:pt x="9" y="27"/>
                </a:lnTo>
                <a:lnTo>
                  <a:pt x="10" y="30"/>
                </a:lnTo>
                <a:lnTo>
                  <a:pt x="14" y="39"/>
                </a:lnTo>
                <a:lnTo>
                  <a:pt x="19" y="63"/>
                </a:lnTo>
                <a:lnTo>
                  <a:pt x="21" y="65"/>
                </a:lnTo>
                <a:lnTo>
                  <a:pt x="23" y="65"/>
                </a:lnTo>
                <a:lnTo>
                  <a:pt x="27" y="54"/>
                </a:lnTo>
                <a:lnTo>
                  <a:pt x="25" y="54"/>
                </a:lnTo>
                <a:cubicBezTo>
                  <a:pt x="22" y="54"/>
                  <a:pt x="19" y="52"/>
                  <a:pt x="18" y="5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8" name="Freeform 43">
            <a:extLst>
              <a:ext uri="{FF2B5EF4-FFF2-40B4-BE49-F238E27FC236}">
                <a16:creationId xmlns:a16="http://schemas.microsoft.com/office/drawing/2014/main" xmlns="" id="{7ED10CBB-0D47-432B-B283-55B3EA6B5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363" y="5420506"/>
            <a:ext cx="10680" cy="21360"/>
          </a:xfrm>
          <a:custGeom>
            <a:avLst/>
            <a:gdLst>
              <a:gd name="T0" fmla="*/ 6 w 27"/>
              <a:gd name="T1" fmla="*/ 41 h 51"/>
              <a:gd name="T2" fmla="*/ 8 w 27"/>
              <a:gd name="T3" fmla="*/ 44 h 51"/>
              <a:gd name="T4" fmla="*/ 9 w 27"/>
              <a:gd name="T5" fmla="*/ 50 h 51"/>
              <a:gd name="T6" fmla="*/ 11 w 27"/>
              <a:gd name="T7" fmla="*/ 49 h 51"/>
              <a:gd name="T8" fmla="*/ 22 w 27"/>
              <a:gd name="T9" fmla="*/ 39 h 51"/>
              <a:gd name="T10" fmla="*/ 26 w 27"/>
              <a:gd name="T11" fmla="*/ 34 h 51"/>
              <a:gd name="T12" fmla="*/ 26 w 27"/>
              <a:gd name="T13" fmla="*/ 28 h 51"/>
              <a:gd name="T14" fmla="*/ 20 w 27"/>
              <a:gd name="T15" fmla="*/ 0 h 51"/>
              <a:gd name="T16" fmla="*/ 18 w 27"/>
              <a:gd name="T17" fmla="*/ 1 h 51"/>
              <a:gd name="T18" fmla="*/ 17 w 27"/>
              <a:gd name="T19" fmla="*/ 2 h 51"/>
              <a:gd name="T20" fmla="*/ 17 w 27"/>
              <a:gd name="T21" fmla="*/ 10 h 51"/>
              <a:gd name="T22" fmla="*/ 16 w 27"/>
              <a:gd name="T23" fmla="*/ 16 h 51"/>
              <a:gd name="T24" fmla="*/ 12 w 27"/>
              <a:gd name="T25" fmla="*/ 21 h 51"/>
              <a:gd name="T26" fmla="*/ 10 w 27"/>
              <a:gd name="T27" fmla="*/ 23 h 51"/>
              <a:gd name="T28" fmla="*/ 5 w 27"/>
              <a:gd name="T29" fmla="*/ 24 h 51"/>
              <a:gd name="T30" fmla="*/ 4 w 27"/>
              <a:gd name="T31" fmla="*/ 28 h 51"/>
              <a:gd name="T32" fmla="*/ 0 w 27"/>
              <a:gd name="T33" fmla="*/ 33 h 51"/>
              <a:gd name="T34" fmla="*/ 1 w 27"/>
              <a:gd name="T35" fmla="*/ 34 h 51"/>
              <a:gd name="T36" fmla="*/ 6 w 27"/>
              <a:gd name="T37" fmla="*/ 4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" h="51">
                <a:moveTo>
                  <a:pt x="6" y="41"/>
                </a:moveTo>
                <a:cubicBezTo>
                  <a:pt x="7" y="42"/>
                  <a:pt x="7" y="43"/>
                  <a:pt x="8" y="44"/>
                </a:cubicBezTo>
                <a:lnTo>
                  <a:pt x="9" y="50"/>
                </a:lnTo>
                <a:cubicBezTo>
                  <a:pt x="9" y="50"/>
                  <a:pt x="10" y="49"/>
                  <a:pt x="11" y="49"/>
                </a:cubicBezTo>
                <a:lnTo>
                  <a:pt x="22" y="39"/>
                </a:lnTo>
                <a:lnTo>
                  <a:pt x="26" y="34"/>
                </a:lnTo>
                <a:lnTo>
                  <a:pt x="26" y="28"/>
                </a:lnTo>
                <a:lnTo>
                  <a:pt x="20" y="0"/>
                </a:lnTo>
                <a:lnTo>
                  <a:pt x="18" y="1"/>
                </a:lnTo>
                <a:lnTo>
                  <a:pt x="17" y="2"/>
                </a:lnTo>
                <a:lnTo>
                  <a:pt x="17" y="10"/>
                </a:lnTo>
                <a:lnTo>
                  <a:pt x="16" y="16"/>
                </a:lnTo>
                <a:cubicBezTo>
                  <a:pt x="16" y="18"/>
                  <a:pt x="14" y="20"/>
                  <a:pt x="12" y="21"/>
                </a:cubicBezTo>
                <a:lnTo>
                  <a:pt x="10" y="23"/>
                </a:lnTo>
                <a:cubicBezTo>
                  <a:pt x="9" y="24"/>
                  <a:pt x="7" y="24"/>
                  <a:pt x="5" y="24"/>
                </a:cubicBezTo>
                <a:lnTo>
                  <a:pt x="4" y="28"/>
                </a:lnTo>
                <a:cubicBezTo>
                  <a:pt x="3" y="30"/>
                  <a:pt x="2" y="32"/>
                  <a:pt x="0" y="33"/>
                </a:cubicBezTo>
                <a:lnTo>
                  <a:pt x="1" y="34"/>
                </a:lnTo>
                <a:lnTo>
                  <a:pt x="6" y="4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19" name="Freeform 44">
            <a:extLst>
              <a:ext uri="{FF2B5EF4-FFF2-40B4-BE49-F238E27FC236}">
                <a16:creationId xmlns:a16="http://schemas.microsoft.com/office/drawing/2014/main" xmlns="" id="{BD48D576-EE33-4F5D-9A17-417F9347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803" y="5231830"/>
            <a:ext cx="32039" cy="24919"/>
          </a:xfrm>
          <a:custGeom>
            <a:avLst/>
            <a:gdLst>
              <a:gd name="T0" fmla="*/ 22 w 79"/>
              <a:gd name="T1" fmla="*/ 0 h 60"/>
              <a:gd name="T2" fmla="*/ 15 w 79"/>
              <a:gd name="T3" fmla="*/ 3 h 60"/>
              <a:gd name="T4" fmla="*/ 15 w 79"/>
              <a:gd name="T5" fmla="*/ 8 h 60"/>
              <a:gd name="T6" fmla="*/ 13 w 79"/>
              <a:gd name="T7" fmla="*/ 13 h 60"/>
              <a:gd name="T8" fmla="*/ 7 w 79"/>
              <a:gd name="T9" fmla="*/ 20 h 60"/>
              <a:gd name="T10" fmla="*/ 0 w 79"/>
              <a:gd name="T11" fmla="*/ 26 h 60"/>
              <a:gd name="T12" fmla="*/ 17 w 79"/>
              <a:gd name="T13" fmla="*/ 30 h 60"/>
              <a:gd name="T14" fmla="*/ 25 w 79"/>
              <a:gd name="T15" fmla="*/ 29 h 60"/>
              <a:gd name="T16" fmla="*/ 32 w 79"/>
              <a:gd name="T17" fmla="*/ 33 h 60"/>
              <a:gd name="T18" fmla="*/ 33 w 79"/>
              <a:gd name="T19" fmla="*/ 41 h 60"/>
              <a:gd name="T20" fmla="*/ 27 w 79"/>
              <a:gd name="T21" fmla="*/ 52 h 60"/>
              <a:gd name="T22" fmla="*/ 23 w 79"/>
              <a:gd name="T23" fmla="*/ 56 h 60"/>
              <a:gd name="T24" fmla="*/ 20 w 79"/>
              <a:gd name="T25" fmla="*/ 58 h 60"/>
              <a:gd name="T26" fmla="*/ 20 w 79"/>
              <a:gd name="T27" fmla="*/ 59 h 60"/>
              <a:gd name="T28" fmla="*/ 22 w 79"/>
              <a:gd name="T29" fmla="*/ 59 h 60"/>
              <a:gd name="T30" fmla="*/ 49 w 79"/>
              <a:gd name="T31" fmla="*/ 51 h 60"/>
              <a:gd name="T32" fmla="*/ 60 w 79"/>
              <a:gd name="T33" fmla="*/ 43 h 60"/>
              <a:gd name="T34" fmla="*/ 70 w 79"/>
              <a:gd name="T35" fmla="*/ 32 h 60"/>
              <a:gd name="T36" fmla="*/ 78 w 79"/>
              <a:gd name="T37" fmla="*/ 18 h 60"/>
              <a:gd name="T38" fmla="*/ 32 w 79"/>
              <a:gd name="T39" fmla="*/ 0 h 60"/>
              <a:gd name="T40" fmla="*/ 22 w 79"/>
              <a:gd name="T41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9" h="60">
                <a:moveTo>
                  <a:pt x="22" y="0"/>
                </a:moveTo>
                <a:lnTo>
                  <a:pt x="15" y="3"/>
                </a:lnTo>
                <a:lnTo>
                  <a:pt x="15" y="8"/>
                </a:lnTo>
                <a:cubicBezTo>
                  <a:pt x="15" y="10"/>
                  <a:pt x="14" y="12"/>
                  <a:pt x="13" y="13"/>
                </a:cubicBezTo>
                <a:lnTo>
                  <a:pt x="7" y="20"/>
                </a:lnTo>
                <a:lnTo>
                  <a:pt x="0" y="26"/>
                </a:lnTo>
                <a:lnTo>
                  <a:pt x="17" y="30"/>
                </a:lnTo>
                <a:lnTo>
                  <a:pt x="25" y="29"/>
                </a:lnTo>
                <a:cubicBezTo>
                  <a:pt x="28" y="29"/>
                  <a:pt x="31" y="30"/>
                  <a:pt x="32" y="33"/>
                </a:cubicBezTo>
                <a:cubicBezTo>
                  <a:pt x="34" y="35"/>
                  <a:pt x="34" y="38"/>
                  <a:pt x="33" y="41"/>
                </a:cubicBezTo>
                <a:lnTo>
                  <a:pt x="27" y="52"/>
                </a:lnTo>
                <a:lnTo>
                  <a:pt x="23" y="56"/>
                </a:lnTo>
                <a:cubicBezTo>
                  <a:pt x="22" y="57"/>
                  <a:pt x="21" y="58"/>
                  <a:pt x="20" y="58"/>
                </a:cubicBezTo>
                <a:lnTo>
                  <a:pt x="20" y="59"/>
                </a:lnTo>
                <a:lnTo>
                  <a:pt x="22" y="59"/>
                </a:lnTo>
                <a:lnTo>
                  <a:pt x="49" y="51"/>
                </a:lnTo>
                <a:lnTo>
                  <a:pt x="60" y="43"/>
                </a:lnTo>
                <a:lnTo>
                  <a:pt x="70" y="32"/>
                </a:lnTo>
                <a:lnTo>
                  <a:pt x="78" y="18"/>
                </a:lnTo>
                <a:lnTo>
                  <a:pt x="32" y="0"/>
                </a:lnTo>
                <a:lnTo>
                  <a:pt x="22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0" name="Freeform 45">
            <a:extLst>
              <a:ext uri="{FF2B5EF4-FFF2-40B4-BE49-F238E27FC236}">
                <a16:creationId xmlns:a16="http://schemas.microsoft.com/office/drawing/2014/main" xmlns="" id="{53A27895-AF31-4A01-8B5A-5F237EAC7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83" y="5416946"/>
            <a:ext cx="8900" cy="5340"/>
          </a:xfrm>
          <a:custGeom>
            <a:avLst/>
            <a:gdLst>
              <a:gd name="T0" fmla="*/ 1 w 23"/>
              <a:gd name="T1" fmla="*/ 0 h 12"/>
              <a:gd name="T2" fmla="*/ 0 w 23"/>
              <a:gd name="T3" fmla="*/ 4 h 12"/>
              <a:gd name="T4" fmla="*/ 0 w 23"/>
              <a:gd name="T5" fmla="*/ 4 h 12"/>
              <a:gd name="T6" fmla="*/ 17 w 23"/>
              <a:gd name="T7" fmla="*/ 11 h 12"/>
              <a:gd name="T8" fmla="*/ 17 w 23"/>
              <a:gd name="T9" fmla="*/ 11 h 12"/>
              <a:gd name="T10" fmla="*/ 21 w 23"/>
              <a:gd name="T11" fmla="*/ 7 h 12"/>
              <a:gd name="T12" fmla="*/ 22 w 23"/>
              <a:gd name="T13" fmla="*/ 6 h 12"/>
              <a:gd name="T14" fmla="*/ 12 w 23"/>
              <a:gd name="T15" fmla="*/ 1 h 12"/>
              <a:gd name="T16" fmla="*/ 1 w 23"/>
              <a:gd name="T17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" h="12">
                <a:moveTo>
                  <a:pt x="1" y="0"/>
                </a:moveTo>
                <a:lnTo>
                  <a:pt x="0" y="4"/>
                </a:lnTo>
                <a:lnTo>
                  <a:pt x="0" y="4"/>
                </a:lnTo>
                <a:lnTo>
                  <a:pt x="17" y="11"/>
                </a:lnTo>
                <a:lnTo>
                  <a:pt x="17" y="11"/>
                </a:lnTo>
                <a:lnTo>
                  <a:pt x="21" y="7"/>
                </a:lnTo>
                <a:cubicBezTo>
                  <a:pt x="21" y="6"/>
                  <a:pt x="22" y="6"/>
                  <a:pt x="22" y="6"/>
                </a:cubicBezTo>
                <a:lnTo>
                  <a:pt x="12" y="1"/>
                </a:lnTo>
                <a:lnTo>
                  <a:pt x="1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1" name="Freeform 46">
            <a:extLst>
              <a:ext uri="{FF2B5EF4-FFF2-40B4-BE49-F238E27FC236}">
                <a16:creationId xmlns:a16="http://schemas.microsoft.com/office/drawing/2014/main" xmlns="" id="{63B3627C-D8A3-4132-90B2-25A56F9C4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02" y="5231830"/>
            <a:ext cx="8899" cy="3560"/>
          </a:xfrm>
          <a:custGeom>
            <a:avLst/>
            <a:gdLst>
              <a:gd name="T0" fmla="*/ 8 w 24"/>
              <a:gd name="T1" fmla="*/ 9 h 11"/>
              <a:gd name="T2" fmla="*/ 10 w 24"/>
              <a:gd name="T3" fmla="*/ 7 h 11"/>
              <a:gd name="T4" fmla="*/ 12 w 24"/>
              <a:gd name="T5" fmla="*/ 6 h 11"/>
              <a:gd name="T6" fmla="*/ 15 w 24"/>
              <a:gd name="T7" fmla="*/ 5 h 11"/>
              <a:gd name="T8" fmla="*/ 18 w 24"/>
              <a:gd name="T9" fmla="*/ 3 h 11"/>
              <a:gd name="T10" fmla="*/ 23 w 24"/>
              <a:gd name="T11" fmla="*/ 0 h 11"/>
              <a:gd name="T12" fmla="*/ 0 w 24"/>
              <a:gd name="T13" fmla="*/ 1 h 11"/>
              <a:gd name="T14" fmla="*/ 8 w 24"/>
              <a:gd name="T15" fmla="*/ 10 h 11"/>
              <a:gd name="T16" fmla="*/ 8 w 24"/>
              <a:gd name="T17" fmla="*/ 9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" h="11">
                <a:moveTo>
                  <a:pt x="8" y="9"/>
                </a:moveTo>
                <a:cubicBezTo>
                  <a:pt x="9" y="8"/>
                  <a:pt x="9" y="8"/>
                  <a:pt x="10" y="7"/>
                </a:cubicBezTo>
                <a:lnTo>
                  <a:pt x="12" y="6"/>
                </a:lnTo>
                <a:cubicBezTo>
                  <a:pt x="13" y="5"/>
                  <a:pt x="14" y="5"/>
                  <a:pt x="15" y="5"/>
                </a:cubicBezTo>
                <a:lnTo>
                  <a:pt x="18" y="3"/>
                </a:lnTo>
                <a:lnTo>
                  <a:pt x="23" y="0"/>
                </a:lnTo>
                <a:lnTo>
                  <a:pt x="0" y="1"/>
                </a:lnTo>
                <a:lnTo>
                  <a:pt x="8" y="10"/>
                </a:lnTo>
                <a:lnTo>
                  <a:pt x="8" y="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2" name="Freeform 47">
            <a:extLst>
              <a:ext uri="{FF2B5EF4-FFF2-40B4-BE49-F238E27FC236}">
                <a16:creationId xmlns:a16="http://schemas.microsoft.com/office/drawing/2014/main" xmlns="" id="{D16352D9-19BC-461C-864D-FA3716C4D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043" y="5149951"/>
            <a:ext cx="409391" cy="384472"/>
          </a:xfrm>
          <a:custGeom>
            <a:avLst/>
            <a:gdLst>
              <a:gd name="T0" fmla="*/ 971 w 1016"/>
              <a:gd name="T1" fmla="*/ 530 h 954"/>
              <a:gd name="T2" fmla="*/ 923 w 1016"/>
              <a:gd name="T3" fmla="*/ 409 h 954"/>
              <a:gd name="T4" fmla="*/ 773 w 1016"/>
              <a:gd name="T5" fmla="*/ 293 h 954"/>
              <a:gd name="T6" fmla="*/ 670 w 1016"/>
              <a:gd name="T7" fmla="*/ 114 h 954"/>
              <a:gd name="T8" fmla="*/ 460 w 1016"/>
              <a:gd name="T9" fmla="*/ 119 h 954"/>
              <a:gd name="T10" fmla="*/ 378 w 1016"/>
              <a:gd name="T11" fmla="*/ 133 h 954"/>
              <a:gd name="T12" fmla="*/ 187 w 1016"/>
              <a:gd name="T13" fmla="*/ 162 h 954"/>
              <a:gd name="T14" fmla="*/ 85 w 1016"/>
              <a:gd name="T15" fmla="*/ 41 h 954"/>
              <a:gd name="T16" fmla="*/ 48 w 1016"/>
              <a:gd name="T17" fmla="*/ 12 h 954"/>
              <a:gd name="T18" fmla="*/ 109 w 1016"/>
              <a:gd name="T19" fmla="*/ 81 h 954"/>
              <a:gd name="T20" fmla="*/ 112 w 1016"/>
              <a:gd name="T21" fmla="*/ 125 h 954"/>
              <a:gd name="T22" fmla="*/ 58 w 1016"/>
              <a:gd name="T23" fmla="*/ 163 h 954"/>
              <a:gd name="T24" fmla="*/ 145 w 1016"/>
              <a:gd name="T25" fmla="*/ 164 h 954"/>
              <a:gd name="T26" fmla="*/ 295 w 1016"/>
              <a:gd name="T27" fmla="*/ 201 h 954"/>
              <a:gd name="T28" fmla="*/ 516 w 1016"/>
              <a:gd name="T29" fmla="*/ 195 h 954"/>
              <a:gd name="T30" fmla="*/ 569 w 1016"/>
              <a:gd name="T31" fmla="*/ 203 h 954"/>
              <a:gd name="T32" fmla="*/ 520 w 1016"/>
              <a:gd name="T33" fmla="*/ 220 h 954"/>
              <a:gd name="T34" fmla="*/ 435 w 1016"/>
              <a:gd name="T35" fmla="*/ 264 h 954"/>
              <a:gd name="T36" fmla="*/ 379 w 1016"/>
              <a:gd name="T37" fmla="*/ 287 h 954"/>
              <a:gd name="T38" fmla="*/ 293 w 1016"/>
              <a:gd name="T39" fmla="*/ 305 h 954"/>
              <a:gd name="T40" fmla="*/ 193 w 1016"/>
              <a:gd name="T41" fmla="*/ 247 h 954"/>
              <a:gd name="T42" fmla="*/ 169 w 1016"/>
              <a:gd name="T43" fmla="*/ 204 h 954"/>
              <a:gd name="T44" fmla="*/ 91 w 1016"/>
              <a:gd name="T45" fmla="*/ 255 h 954"/>
              <a:gd name="T46" fmla="*/ 54 w 1016"/>
              <a:gd name="T47" fmla="*/ 322 h 954"/>
              <a:gd name="T48" fmla="*/ 14 w 1016"/>
              <a:gd name="T49" fmla="*/ 306 h 954"/>
              <a:gd name="T50" fmla="*/ 82 w 1016"/>
              <a:gd name="T51" fmla="*/ 363 h 954"/>
              <a:gd name="T52" fmla="*/ 134 w 1016"/>
              <a:gd name="T53" fmla="*/ 411 h 954"/>
              <a:gd name="T54" fmla="*/ 69 w 1016"/>
              <a:gd name="T55" fmla="*/ 441 h 954"/>
              <a:gd name="T56" fmla="*/ 184 w 1016"/>
              <a:gd name="T57" fmla="*/ 469 h 954"/>
              <a:gd name="T58" fmla="*/ 266 w 1016"/>
              <a:gd name="T59" fmla="*/ 482 h 954"/>
              <a:gd name="T60" fmla="*/ 199 w 1016"/>
              <a:gd name="T61" fmla="*/ 492 h 954"/>
              <a:gd name="T62" fmla="*/ 67 w 1016"/>
              <a:gd name="T63" fmla="*/ 492 h 954"/>
              <a:gd name="T64" fmla="*/ 36 w 1016"/>
              <a:gd name="T65" fmla="*/ 541 h 954"/>
              <a:gd name="T66" fmla="*/ 57 w 1016"/>
              <a:gd name="T67" fmla="*/ 541 h 954"/>
              <a:gd name="T68" fmla="*/ 117 w 1016"/>
              <a:gd name="T69" fmla="*/ 570 h 954"/>
              <a:gd name="T70" fmla="*/ 77 w 1016"/>
              <a:gd name="T71" fmla="*/ 565 h 954"/>
              <a:gd name="T72" fmla="*/ 19 w 1016"/>
              <a:gd name="T73" fmla="*/ 599 h 954"/>
              <a:gd name="T74" fmla="*/ 67 w 1016"/>
              <a:gd name="T75" fmla="*/ 627 h 954"/>
              <a:gd name="T76" fmla="*/ 74 w 1016"/>
              <a:gd name="T77" fmla="*/ 698 h 954"/>
              <a:gd name="T78" fmla="*/ 181 w 1016"/>
              <a:gd name="T79" fmla="*/ 680 h 954"/>
              <a:gd name="T80" fmla="*/ 259 w 1016"/>
              <a:gd name="T81" fmla="*/ 658 h 954"/>
              <a:gd name="T82" fmla="*/ 353 w 1016"/>
              <a:gd name="T83" fmla="*/ 666 h 954"/>
              <a:gd name="T84" fmla="*/ 458 w 1016"/>
              <a:gd name="T85" fmla="*/ 651 h 954"/>
              <a:gd name="T86" fmla="*/ 471 w 1016"/>
              <a:gd name="T87" fmla="*/ 589 h 954"/>
              <a:gd name="T88" fmla="*/ 541 w 1016"/>
              <a:gd name="T89" fmla="*/ 512 h 954"/>
              <a:gd name="T90" fmla="*/ 499 w 1016"/>
              <a:gd name="T91" fmla="*/ 628 h 954"/>
              <a:gd name="T92" fmla="*/ 611 w 1016"/>
              <a:gd name="T93" fmla="*/ 695 h 954"/>
              <a:gd name="T94" fmla="*/ 703 w 1016"/>
              <a:gd name="T95" fmla="*/ 653 h 954"/>
              <a:gd name="T96" fmla="*/ 691 w 1016"/>
              <a:gd name="T97" fmla="*/ 583 h 954"/>
              <a:gd name="T98" fmla="*/ 728 w 1016"/>
              <a:gd name="T99" fmla="*/ 519 h 954"/>
              <a:gd name="T100" fmla="*/ 762 w 1016"/>
              <a:gd name="T101" fmla="*/ 526 h 954"/>
              <a:gd name="T102" fmla="*/ 740 w 1016"/>
              <a:gd name="T103" fmla="*/ 632 h 954"/>
              <a:gd name="T104" fmla="*/ 830 w 1016"/>
              <a:gd name="T105" fmla="*/ 650 h 954"/>
              <a:gd name="T106" fmla="*/ 767 w 1016"/>
              <a:gd name="T107" fmla="*/ 710 h 954"/>
              <a:gd name="T108" fmla="*/ 635 w 1016"/>
              <a:gd name="T109" fmla="*/ 721 h 954"/>
              <a:gd name="T110" fmla="*/ 664 w 1016"/>
              <a:gd name="T111" fmla="*/ 867 h 954"/>
              <a:gd name="T112" fmla="*/ 576 w 1016"/>
              <a:gd name="T113" fmla="*/ 825 h 954"/>
              <a:gd name="T114" fmla="*/ 608 w 1016"/>
              <a:gd name="T115" fmla="*/ 894 h 954"/>
              <a:gd name="T116" fmla="*/ 828 w 1016"/>
              <a:gd name="T117" fmla="*/ 905 h 954"/>
              <a:gd name="T118" fmla="*/ 972 w 1016"/>
              <a:gd name="T119" fmla="*/ 769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016" h="954">
                <a:moveTo>
                  <a:pt x="947" y="659"/>
                </a:moveTo>
                <a:lnTo>
                  <a:pt x="941" y="645"/>
                </a:lnTo>
                <a:lnTo>
                  <a:pt x="938" y="634"/>
                </a:lnTo>
                <a:cubicBezTo>
                  <a:pt x="938" y="633"/>
                  <a:pt x="938" y="632"/>
                  <a:pt x="938" y="631"/>
                </a:cubicBezTo>
                <a:lnTo>
                  <a:pt x="939" y="626"/>
                </a:lnTo>
                <a:lnTo>
                  <a:pt x="942" y="618"/>
                </a:lnTo>
                <a:cubicBezTo>
                  <a:pt x="942" y="617"/>
                  <a:pt x="943" y="617"/>
                  <a:pt x="943" y="616"/>
                </a:cubicBezTo>
                <a:lnTo>
                  <a:pt x="968" y="589"/>
                </a:lnTo>
                <a:lnTo>
                  <a:pt x="986" y="558"/>
                </a:lnTo>
                <a:lnTo>
                  <a:pt x="984" y="547"/>
                </a:lnTo>
                <a:lnTo>
                  <a:pt x="979" y="538"/>
                </a:lnTo>
                <a:lnTo>
                  <a:pt x="973" y="532"/>
                </a:lnTo>
                <a:cubicBezTo>
                  <a:pt x="972" y="532"/>
                  <a:pt x="972" y="531"/>
                  <a:pt x="971" y="530"/>
                </a:cubicBezTo>
                <a:lnTo>
                  <a:pt x="969" y="524"/>
                </a:lnTo>
                <a:lnTo>
                  <a:pt x="968" y="518"/>
                </a:lnTo>
                <a:lnTo>
                  <a:pt x="968" y="502"/>
                </a:lnTo>
                <a:cubicBezTo>
                  <a:pt x="968" y="499"/>
                  <a:pt x="969" y="497"/>
                  <a:pt x="971" y="496"/>
                </a:cubicBezTo>
                <a:lnTo>
                  <a:pt x="978" y="490"/>
                </a:lnTo>
                <a:cubicBezTo>
                  <a:pt x="979" y="489"/>
                  <a:pt x="980" y="488"/>
                  <a:pt x="982" y="488"/>
                </a:cubicBezTo>
                <a:lnTo>
                  <a:pt x="1015" y="481"/>
                </a:lnTo>
                <a:lnTo>
                  <a:pt x="1010" y="472"/>
                </a:lnTo>
                <a:lnTo>
                  <a:pt x="990" y="446"/>
                </a:lnTo>
                <a:lnTo>
                  <a:pt x="931" y="417"/>
                </a:lnTo>
                <a:cubicBezTo>
                  <a:pt x="930" y="416"/>
                  <a:pt x="929" y="416"/>
                  <a:pt x="929" y="415"/>
                </a:cubicBezTo>
                <a:lnTo>
                  <a:pt x="924" y="411"/>
                </a:lnTo>
                <a:cubicBezTo>
                  <a:pt x="924" y="411"/>
                  <a:pt x="923" y="410"/>
                  <a:pt x="923" y="409"/>
                </a:cubicBezTo>
                <a:lnTo>
                  <a:pt x="911" y="389"/>
                </a:lnTo>
                <a:lnTo>
                  <a:pt x="905" y="375"/>
                </a:lnTo>
                <a:lnTo>
                  <a:pt x="901" y="361"/>
                </a:lnTo>
                <a:lnTo>
                  <a:pt x="898" y="339"/>
                </a:lnTo>
                <a:lnTo>
                  <a:pt x="897" y="318"/>
                </a:lnTo>
                <a:lnTo>
                  <a:pt x="895" y="313"/>
                </a:lnTo>
                <a:lnTo>
                  <a:pt x="892" y="307"/>
                </a:lnTo>
                <a:lnTo>
                  <a:pt x="887" y="302"/>
                </a:lnTo>
                <a:lnTo>
                  <a:pt x="880" y="299"/>
                </a:lnTo>
                <a:lnTo>
                  <a:pt x="857" y="294"/>
                </a:lnTo>
                <a:lnTo>
                  <a:pt x="785" y="298"/>
                </a:lnTo>
                <a:cubicBezTo>
                  <a:pt x="784" y="298"/>
                  <a:pt x="783" y="298"/>
                  <a:pt x="781" y="297"/>
                </a:cubicBezTo>
                <a:lnTo>
                  <a:pt x="773" y="293"/>
                </a:lnTo>
                <a:cubicBezTo>
                  <a:pt x="771" y="293"/>
                  <a:pt x="770" y="291"/>
                  <a:pt x="769" y="290"/>
                </a:cubicBezTo>
                <a:lnTo>
                  <a:pt x="761" y="274"/>
                </a:lnTo>
                <a:lnTo>
                  <a:pt x="738" y="212"/>
                </a:lnTo>
                <a:cubicBezTo>
                  <a:pt x="738" y="212"/>
                  <a:pt x="738" y="211"/>
                  <a:pt x="738" y="210"/>
                </a:cubicBezTo>
                <a:lnTo>
                  <a:pt x="738" y="201"/>
                </a:lnTo>
                <a:lnTo>
                  <a:pt x="738" y="186"/>
                </a:lnTo>
                <a:lnTo>
                  <a:pt x="741" y="146"/>
                </a:lnTo>
                <a:lnTo>
                  <a:pt x="742" y="129"/>
                </a:lnTo>
                <a:lnTo>
                  <a:pt x="739" y="120"/>
                </a:lnTo>
                <a:lnTo>
                  <a:pt x="736" y="114"/>
                </a:lnTo>
                <a:lnTo>
                  <a:pt x="728" y="106"/>
                </a:lnTo>
                <a:lnTo>
                  <a:pt x="725" y="105"/>
                </a:lnTo>
                <a:lnTo>
                  <a:pt x="670" y="114"/>
                </a:lnTo>
                <a:lnTo>
                  <a:pt x="662" y="119"/>
                </a:lnTo>
                <a:lnTo>
                  <a:pt x="640" y="136"/>
                </a:lnTo>
                <a:cubicBezTo>
                  <a:pt x="639" y="137"/>
                  <a:pt x="638" y="138"/>
                  <a:pt x="637" y="138"/>
                </a:cubicBezTo>
                <a:lnTo>
                  <a:pt x="567" y="155"/>
                </a:lnTo>
                <a:cubicBezTo>
                  <a:pt x="565" y="156"/>
                  <a:pt x="562" y="155"/>
                  <a:pt x="561" y="154"/>
                </a:cubicBezTo>
                <a:lnTo>
                  <a:pt x="554" y="149"/>
                </a:lnTo>
                <a:cubicBezTo>
                  <a:pt x="553" y="149"/>
                  <a:pt x="552" y="148"/>
                  <a:pt x="552" y="148"/>
                </a:cubicBezTo>
                <a:lnTo>
                  <a:pt x="546" y="140"/>
                </a:lnTo>
                <a:lnTo>
                  <a:pt x="545" y="139"/>
                </a:lnTo>
                <a:lnTo>
                  <a:pt x="528" y="97"/>
                </a:lnTo>
                <a:lnTo>
                  <a:pt x="521" y="89"/>
                </a:lnTo>
                <a:lnTo>
                  <a:pt x="467" y="116"/>
                </a:lnTo>
                <a:lnTo>
                  <a:pt x="460" y="119"/>
                </a:lnTo>
                <a:lnTo>
                  <a:pt x="453" y="125"/>
                </a:lnTo>
                <a:lnTo>
                  <a:pt x="434" y="148"/>
                </a:lnTo>
                <a:cubicBezTo>
                  <a:pt x="434" y="149"/>
                  <a:pt x="433" y="150"/>
                  <a:pt x="432" y="150"/>
                </a:cubicBezTo>
                <a:lnTo>
                  <a:pt x="425" y="153"/>
                </a:lnTo>
                <a:cubicBezTo>
                  <a:pt x="425" y="153"/>
                  <a:pt x="424" y="154"/>
                  <a:pt x="423" y="154"/>
                </a:cubicBezTo>
                <a:lnTo>
                  <a:pt x="413" y="154"/>
                </a:lnTo>
                <a:cubicBezTo>
                  <a:pt x="412" y="154"/>
                  <a:pt x="411" y="154"/>
                  <a:pt x="410" y="154"/>
                </a:cubicBezTo>
                <a:lnTo>
                  <a:pt x="398" y="149"/>
                </a:lnTo>
                <a:cubicBezTo>
                  <a:pt x="397" y="149"/>
                  <a:pt x="396" y="148"/>
                  <a:pt x="395" y="148"/>
                </a:cubicBezTo>
                <a:lnTo>
                  <a:pt x="384" y="137"/>
                </a:lnTo>
                <a:lnTo>
                  <a:pt x="383" y="136"/>
                </a:lnTo>
                <a:lnTo>
                  <a:pt x="380" y="133"/>
                </a:lnTo>
                <a:lnTo>
                  <a:pt x="378" y="133"/>
                </a:lnTo>
                <a:lnTo>
                  <a:pt x="369" y="136"/>
                </a:lnTo>
                <a:lnTo>
                  <a:pt x="363" y="150"/>
                </a:lnTo>
                <a:cubicBezTo>
                  <a:pt x="362" y="152"/>
                  <a:pt x="360" y="153"/>
                  <a:pt x="358" y="154"/>
                </a:cubicBezTo>
                <a:lnTo>
                  <a:pt x="352" y="155"/>
                </a:lnTo>
                <a:cubicBezTo>
                  <a:pt x="352" y="155"/>
                  <a:pt x="351" y="155"/>
                  <a:pt x="350" y="155"/>
                </a:cubicBezTo>
                <a:lnTo>
                  <a:pt x="340" y="155"/>
                </a:lnTo>
                <a:cubicBezTo>
                  <a:pt x="339" y="155"/>
                  <a:pt x="338" y="155"/>
                  <a:pt x="337" y="154"/>
                </a:cubicBezTo>
                <a:lnTo>
                  <a:pt x="295" y="138"/>
                </a:lnTo>
                <a:lnTo>
                  <a:pt x="260" y="152"/>
                </a:lnTo>
                <a:cubicBezTo>
                  <a:pt x="258" y="152"/>
                  <a:pt x="257" y="152"/>
                  <a:pt x="255" y="152"/>
                </a:cubicBezTo>
                <a:lnTo>
                  <a:pt x="234" y="146"/>
                </a:lnTo>
                <a:lnTo>
                  <a:pt x="189" y="162"/>
                </a:lnTo>
                <a:cubicBezTo>
                  <a:pt x="188" y="162"/>
                  <a:pt x="187" y="162"/>
                  <a:pt x="187" y="162"/>
                </a:cubicBezTo>
                <a:cubicBezTo>
                  <a:pt x="186" y="162"/>
                  <a:pt x="186" y="162"/>
                  <a:pt x="186" y="162"/>
                </a:cubicBezTo>
                <a:cubicBezTo>
                  <a:pt x="184" y="162"/>
                  <a:pt x="182" y="161"/>
                  <a:pt x="181" y="160"/>
                </a:cubicBezTo>
                <a:lnTo>
                  <a:pt x="172" y="150"/>
                </a:lnTo>
                <a:lnTo>
                  <a:pt x="154" y="141"/>
                </a:lnTo>
                <a:lnTo>
                  <a:pt x="150" y="140"/>
                </a:lnTo>
                <a:cubicBezTo>
                  <a:pt x="147" y="139"/>
                  <a:pt x="144" y="136"/>
                  <a:pt x="144" y="133"/>
                </a:cubicBezTo>
                <a:lnTo>
                  <a:pt x="144" y="126"/>
                </a:lnTo>
                <a:lnTo>
                  <a:pt x="141" y="93"/>
                </a:lnTo>
                <a:lnTo>
                  <a:pt x="126" y="79"/>
                </a:lnTo>
                <a:lnTo>
                  <a:pt x="104" y="67"/>
                </a:lnTo>
                <a:cubicBezTo>
                  <a:pt x="103" y="67"/>
                  <a:pt x="102" y="66"/>
                  <a:pt x="102" y="65"/>
                </a:cubicBezTo>
                <a:lnTo>
                  <a:pt x="87" y="46"/>
                </a:lnTo>
                <a:cubicBezTo>
                  <a:pt x="86" y="44"/>
                  <a:pt x="85" y="43"/>
                  <a:pt x="85" y="41"/>
                </a:cubicBezTo>
                <a:lnTo>
                  <a:pt x="85" y="38"/>
                </a:lnTo>
                <a:lnTo>
                  <a:pt x="87" y="26"/>
                </a:lnTo>
                <a:cubicBezTo>
                  <a:pt x="86" y="25"/>
                  <a:pt x="85" y="24"/>
                  <a:pt x="84" y="24"/>
                </a:cubicBezTo>
                <a:lnTo>
                  <a:pt x="78" y="15"/>
                </a:lnTo>
                <a:lnTo>
                  <a:pt x="70" y="9"/>
                </a:lnTo>
                <a:cubicBezTo>
                  <a:pt x="69" y="8"/>
                  <a:pt x="69" y="8"/>
                  <a:pt x="68" y="7"/>
                </a:cubicBezTo>
                <a:lnTo>
                  <a:pt x="63" y="0"/>
                </a:lnTo>
                <a:lnTo>
                  <a:pt x="63" y="3"/>
                </a:lnTo>
                <a:lnTo>
                  <a:pt x="63" y="5"/>
                </a:lnTo>
                <a:cubicBezTo>
                  <a:pt x="63" y="8"/>
                  <a:pt x="61" y="11"/>
                  <a:pt x="57" y="12"/>
                </a:cubicBezTo>
                <a:cubicBezTo>
                  <a:pt x="56" y="13"/>
                  <a:pt x="53" y="13"/>
                  <a:pt x="52" y="13"/>
                </a:cubicBezTo>
                <a:lnTo>
                  <a:pt x="50" y="12"/>
                </a:lnTo>
                <a:cubicBezTo>
                  <a:pt x="49" y="12"/>
                  <a:pt x="48" y="12"/>
                  <a:pt x="48" y="12"/>
                </a:cubicBezTo>
                <a:lnTo>
                  <a:pt x="44" y="12"/>
                </a:lnTo>
                <a:lnTo>
                  <a:pt x="45" y="14"/>
                </a:lnTo>
                <a:cubicBezTo>
                  <a:pt x="48" y="18"/>
                  <a:pt x="46" y="23"/>
                  <a:pt x="43" y="25"/>
                </a:cubicBezTo>
                <a:lnTo>
                  <a:pt x="42" y="25"/>
                </a:lnTo>
                <a:lnTo>
                  <a:pt x="50" y="32"/>
                </a:lnTo>
                <a:lnTo>
                  <a:pt x="56" y="40"/>
                </a:lnTo>
                <a:cubicBezTo>
                  <a:pt x="57" y="42"/>
                  <a:pt x="57" y="44"/>
                  <a:pt x="57" y="46"/>
                </a:cubicBezTo>
                <a:cubicBezTo>
                  <a:pt x="56" y="49"/>
                  <a:pt x="55" y="50"/>
                  <a:pt x="53" y="52"/>
                </a:cubicBezTo>
                <a:lnTo>
                  <a:pt x="53" y="52"/>
                </a:lnTo>
                <a:lnTo>
                  <a:pt x="75" y="55"/>
                </a:lnTo>
                <a:cubicBezTo>
                  <a:pt x="77" y="55"/>
                  <a:pt x="78" y="56"/>
                  <a:pt x="79" y="57"/>
                </a:cubicBezTo>
                <a:lnTo>
                  <a:pt x="107" y="79"/>
                </a:lnTo>
                <a:cubicBezTo>
                  <a:pt x="107" y="80"/>
                  <a:pt x="108" y="80"/>
                  <a:pt x="109" y="81"/>
                </a:cubicBezTo>
                <a:lnTo>
                  <a:pt x="113" y="88"/>
                </a:lnTo>
                <a:lnTo>
                  <a:pt x="119" y="98"/>
                </a:lnTo>
                <a:lnTo>
                  <a:pt x="125" y="98"/>
                </a:lnTo>
                <a:cubicBezTo>
                  <a:pt x="126" y="98"/>
                  <a:pt x="127" y="98"/>
                  <a:pt x="128" y="99"/>
                </a:cubicBezTo>
                <a:lnTo>
                  <a:pt x="132" y="100"/>
                </a:lnTo>
                <a:cubicBezTo>
                  <a:pt x="134" y="101"/>
                  <a:pt x="135" y="103"/>
                  <a:pt x="136" y="104"/>
                </a:cubicBezTo>
                <a:lnTo>
                  <a:pt x="140" y="113"/>
                </a:lnTo>
                <a:cubicBezTo>
                  <a:pt x="141" y="116"/>
                  <a:pt x="142" y="118"/>
                  <a:pt x="141" y="120"/>
                </a:cubicBezTo>
                <a:cubicBezTo>
                  <a:pt x="140" y="122"/>
                  <a:pt x="138" y="124"/>
                  <a:pt x="136" y="124"/>
                </a:cubicBezTo>
                <a:lnTo>
                  <a:pt x="129" y="127"/>
                </a:lnTo>
                <a:cubicBezTo>
                  <a:pt x="127" y="127"/>
                  <a:pt x="126" y="128"/>
                  <a:pt x="125" y="127"/>
                </a:cubicBezTo>
                <a:lnTo>
                  <a:pt x="113" y="125"/>
                </a:lnTo>
                <a:cubicBezTo>
                  <a:pt x="112" y="125"/>
                  <a:pt x="112" y="125"/>
                  <a:pt x="112" y="125"/>
                </a:cubicBezTo>
                <a:lnTo>
                  <a:pt x="111" y="129"/>
                </a:lnTo>
                <a:cubicBezTo>
                  <a:pt x="111" y="130"/>
                  <a:pt x="110" y="131"/>
                  <a:pt x="110" y="132"/>
                </a:cubicBezTo>
                <a:lnTo>
                  <a:pt x="106" y="139"/>
                </a:lnTo>
                <a:cubicBezTo>
                  <a:pt x="105" y="140"/>
                  <a:pt x="105" y="140"/>
                  <a:pt x="104" y="141"/>
                </a:cubicBezTo>
                <a:lnTo>
                  <a:pt x="92" y="151"/>
                </a:lnTo>
                <a:lnTo>
                  <a:pt x="91" y="157"/>
                </a:lnTo>
                <a:cubicBezTo>
                  <a:pt x="91" y="160"/>
                  <a:pt x="89" y="162"/>
                  <a:pt x="87" y="163"/>
                </a:cubicBezTo>
                <a:lnTo>
                  <a:pt x="84" y="164"/>
                </a:lnTo>
                <a:cubicBezTo>
                  <a:pt x="81" y="166"/>
                  <a:pt x="78" y="165"/>
                  <a:pt x="76" y="164"/>
                </a:cubicBezTo>
                <a:cubicBezTo>
                  <a:pt x="75" y="163"/>
                  <a:pt x="74" y="162"/>
                  <a:pt x="73" y="161"/>
                </a:cubicBezTo>
                <a:cubicBezTo>
                  <a:pt x="72" y="163"/>
                  <a:pt x="70" y="164"/>
                  <a:pt x="69" y="164"/>
                </a:cubicBezTo>
                <a:lnTo>
                  <a:pt x="66" y="165"/>
                </a:lnTo>
                <a:cubicBezTo>
                  <a:pt x="63" y="166"/>
                  <a:pt x="60" y="165"/>
                  <a:pt x="58" y="163"/>
                </a:cubicBezTo>
                <a:lnTo>
                  <a:pt x="57" y="169"/>
                </a:lnTo>
                <a:lnTo>
                  <a:pt x="51" y="183"/>
                </a:lnTo>
                <a:lnTo>
                  <a:pt x="58" y="189"/>
                </a:lnTo>
                <a:lnTo>
                  <a:pt x="64" y="182"/>
                </a:lnTo>
                <a:cubicBezTo>
                  <a:pt x="65" y="181"/>
                  <a:pt x="67" y="180"/>
                  <a:pt x="68" y="179"/>
                </a:cubicBezTo>
                <a:lnTo>
                  <a:pt x="77" y="178"/>
                </a:lnTo>
                <a:cubicBezTo>
                  <a:pt x="78" y="178"/>
                  <a:pt x="79" y="178"/>
                  <a:pt x="80" y="178"/>
                </a:cubicBezTo>
                <a:lnTo>
                  <a:pt x="95" y="181"/>
                </a:lnTo>
                <a:lnTo>
                  <a:pt x="100" y="179"/>
                </a:lnTo>
                <a:lnTo>
                  <a:pt x="113" y="171"/>
                </a:lnTo>
                <a:cubicBezTo>
                  <a:pt x="114" y="170"/>
                  <a:pt x="115" y="170"/>
                  <a:pt x="115" y="170"/>
                </a:cubicBezTo>
                <a:lnTo>
                  <a:pt x="139" y="163"/>
                </a:lnTo>
                <a:cubicBezTo>
                  <a:pt x="141" y="162"/>
                  <a:pt x="144" y="163"/>
                  <a:pt x="145" y="164"/>
                </a:cubicBezTo>
                <a:lnTo>
                  <a:pt x="149" y="166"/>
                </a:lnTo>
                <a:cubicBezTo>
                  <a:pt x="150" y="166"/>
                  <a:pt x="151" y="167"/>
                  <a:pt x="152" y="169"/>
                </a:cubicBezTo>
                <a:lnTo>
                  <a:pt x="152" y="169"/>
                </a:lnTo>
                <a:lnTo>
                  <a:pt x="166" y="163"/>
                </a:lnTo>
                <a:cubicBezTo>
                  <a:pt x="167" y="162"/>
                  <a:pt x="169" y="162"/>
                  <a:pt x="171" y="163"/>
                </a:cubicBezTo>
                <a:lnTo>
                  <a:pt x="210" y="171"/>
                </a:lnTo>
                <a:lnTo>
                  <a:pt x="306" y="176"/>
                </a:lnTo>
                <a:cubicBezTo>
                  <a:pt x="310" y="177"/>
                  <a:pt x="314" y="180"/>
                  <a:pt x="314" y="184"/>
                </a:cubicBezTo>
                <a:lnTo>
                  <a:pt x="314" y="189"/>
                </a:lnTo>
                <a:cubicBezTo>
                  <a:pt x="314" y="192"/>
                  <a:pt x="312" y="195"/>
                  <a:pt x="309" y="196"/>
                </a:cubicBezTo>
                <a:lnTo>
                  <a:pt x="301" y="200"/>
                </a:lnTo>
                <a:cubicBezTo>
                  <a:pt x="300" y="201"/>
                  <a:pt x="299" y="201"/>
                  <a:pt x="298" y="201"/>
                </a:cubicBezTo>
                <a:lnTo>
                  <a:pt x="295" y="201"/>
                </a:lnTo>
                <a:lnTo>
                  <a:pt x="307" y="207"/>
                </a:lnTo>
                <a:lnTo>
                  <a:pt x="323" y="206"/>
                </a:lnTo>
                <a:lnTo>
                  <a:pt x="330" y="207"/>
                </a:lnTo>
                <a:cubicBezTo>
                  <a:pt x="332" y="208"/>
                  <a:pt x="333" y="208"/>
                  <a:pt x="334" y="209"/>
                </a:cubicBezTo>
                <a:lnTo>
                  <a:pt x="348" y="221"/>
                </a:lnTo>
                <a:lnTo>
                  <a:pt x="396" y="216"/>
                </a:lnTo>
                <a:cubicBezTo>
                  <a:pt x="397" y="216"/>
                  <a:pt x="398" y="216"/>
                  <a:pt x="399" y="216"/>
                </a:cubicBezTo>
                <a:lnTo>
                  <a:pt x="463" y="235"/>
                </a:lnTo>
                <a:lnTo>
                  <a:pt x="468" y="232"/>
                </a:lnTo>
                <a:lnTo>
                  <a:pt x="476" y="215"/>
                </a:lnTo>
                <a:lnTo>
                  <a:pt x="482" y="205"/>
                </a:lnTo>
                <a:cubicBezTo>
                  <a:pt x="483" y="203"/>
                  <a:pt x="485" y="202"/>
                  <a:pt x="486" y="202"/>
                </a:cubicBezTo>
                <a:lnTo>
                  <a:pt x="516" y="195"/>
                </a:lnTo>
                <a:lnTo>
                  <a:pt x="518" y="193"/>
                </a:lnTo>
                <a:cubicBezTo>
                  <a:pt x="519" y="192"/>
                  <a:pt x="520" y="191"/>
                  <a:pt x="521" y="191"/>
                </a:cubicBezTo>
                <a:lnTo>
                  <a:pt x="523" y="190"/>
                </a:lnTo>
                <a:cubicBezTo>
                  <a:pt x="525" y="189"/>
                  <a:pt x="528" y="189"/>
                  <a:pt x="531" y="191"/>
                </a:cubicBezTo>
                <a:lnTo>
                  <a:pt x="532" y="192"/>
                </a:lnTo>
                <a:cubicBezTo>
                  <a:pt x="534" y="193"/>
                  <a:pt x="535" y="194"/>
                  <a:pt x="535" y="196"/>
                </a:cubicBezTo>
                <a:lnTo>
                  <a:pt x="536" y="199"/>
                </a:lnTo>
                <a:lnTo>
                  <a:pt x="548" y="202"/>
                </a:lnTo>
                <a:cubicBezTo>
                  <a:pt x="549" y="203"/>
                  <a:pt x="549" y="203"/>
                  <a:pt x="550" y="203"/>
                </a:cubicBezTo>
                <a:lnTo>
                  <a:pt x="554" y="206"/>
                </a:lnTo>
                <a:lnTo>
                  <a:pt x="561" y="204"/>
                </a:lnTo>
                <a:cubicBezTo>
                  <a:pt x="562" y="203"/>
                  <a:pt x="563" y="203"/>
                  <a:pt x="564" y="203"/>
                </a:cubicBezTo>
                <a:lnTo>
                  <a:pt x="569" y="203"/>
                </a:lnTo>
                <a:cubicBezTo>
                  <a:pt x="571" y="203"/>
                  <a:pt x="573" y="204"/>
                  <a:pt x="575" y="205"/>
                </a:cubicBezTo>
                <a:cubicBezTo>
                  <a:pt x="576" y="207"/>
                  <a:pt x="577" y="209"/>
                  <a:pt x="577" y="211"/>
                </a:cubicBezTo>
                <a:lnTo>
                  <a:pt x="577" y="215"/>
                </a:lnTo>
                <a:cubicBezTo>
                  <a:pt x="577" y="217"/>
                  <a:pt x="576" y="219"/>
                  <a:pt x="575" y="221"/>
                </a:cubicBezTo>
                <a:lnTo>
                  <a:pt x="571" y="226"/>
                </a:lnTo>
                <a:lnTo>
                  <a:pt x="567" y="235"/>
                </a:lnTo>
                <a:cubicBezTo>
                  <a:pt x="566" y="236"/>
                  <a:pt x="566" y="237"/>
                  <a:pt x="565" y="237"/>
                </a:cubicBezTo>
                <a:lnTo>
                  <a:pt x="562" y="240"/>
                </a:lnTo>
                <a:cubicBezTo>
                  <a:pt x="559" y="242"/>
                  <a:pt x="554" y="242"/>
                  <a:pt x="551" y="240"/>
                </a:cubicBezTo>
                <a:lnTo>
                  <a:pt x="548" y="237"/>
                </a:lnTo>
                <a:lnTo>
                  <a:pt x="543" y="231"/>
                </a:lnTo>
                <a:lnTo>
                  <a:pt x="537" y="230"/>
                </a:lnTo>
                <a:lnTo>
                  <a:pt x="520" y="220"/>
                </a:lnTo>
                <a:lnTo>
                  <a:pt x="514" y="219"/>
                </a:lnTo>
                <a:lnTo>
                  <a:pt x="508" y="219"/>
                </a:lnTo>
                <a:lnTo>
                  <a:pt x="503" y="221"/>
                </a:lnTo>
                <a:lnTo>
                  <a:pt x="498" y="225"/>
                </a:lnTo>
                <a:lnTo>
                  <a:pt x="494" y="233"/>
                </a:lnTo>
                <a:lnTo>
                  <a:pt x="489" y="247"/>
                </a:lnTo>
                <a:lnTo>
                  <a:pt x="485" y="255"/>
                </a:lnTo>
                <a:cubicBezTo>
                  <a:pt x="484" y="256"/>
                  <a:pt x="483" y="257"/>
                  <a:pt x="483" y="258"/>
                </a:cubicBezTo>
                <a:lnTo>
                  <a:pt x="477" y="262"/>
                </a:lnTo>
                <a:cubicBezTo>
                  <a:pt x="476" y="263"/>
                  <a:pt x="475" y="263"/>
                  <a:pt x="474" y="263"/>
                </a:cubicBezTo>
                <a:lnTo>
                  <a:pt x="465" y="265"/>
                </a:lnTo>
                <a:cubicBezTo>
                  <a:pt x="464" y="265"/>
                  <a:pt x="463" y="265"/>
                  <a:pt x="463" y="265"/>
                </a:cubicBezTo>
                <a:lnTo>
                  <a:pt x="435" y="264"/>
                </a:lnTo>
                <a:cubicBezTo>
                  <a:pt x="434" y="264"/>
                  <a:pt x="433" y="263"/>
                  <a:pt x="433" y="263"/>
                </a:cubicBezTo>
                <a:lnTo>
                  <a:pt x="425" y="260"/>
                </a:lnTo>
                <a:cubicBezTo>
                  <a:pt x="424" y="260"/>
                  <a:pt x="423" y="259"/>
                  <a:pt x="423" y="259"/>
                </a:cubicBezTo>
                <a:lnTo>
                  <a:pt x="409" y="247"/>
                </a:lnTo>
                <a:lnTo>
                  <a:pt x="405" y="245"/>
                </a:lnTo>
                <a:lnTo>
                  <a:pt x="353" y="245"/>
                </a:lnTo>
                <a:lnTo>
                  <a:pt x="357" y="250"/>
                </a:lnTo>
                <a:lnTo>
                  <a:pt x="364" y="261"/>
                </a:lnTo>
                <a:lnTo>
                  <a:pt x="368" y="262"/>
                </a:lnTo>
                <a:lnTo>
                  <a:pt x="375" y="267"/>
                </a:lnTo>
                <a:cubicBezTo>
                  <a:pt x="376" y="268"/>
                  <a:pt x="377" y="269"/>
                  <a:pt x="378" y="271"/>
                </a:cubicBezTo>
                <a:lnTo>
                  <a:pt x="381" y="280"/>
                </a:lnTo>
                <a:cubicBezTo>
                  <a:pt x="382" y="282"/>
                  <a:pt x="381" y="285"/>
                  <a:pt x="379" y="287"/>
                </a:cubicBezTo>
                <a:cubicBezTo>
                  <a:pt x="378" y="289"/>
                  <a:pt x="375" y="291"/>
                  <a:pt x="372" y="290"/>
                </a:cubicBezTo>
                <a:lnTo>
                  <a:pt x="354" y="288"/>
                </a:lnTo>
                <a:cubicBezTo>
                  <a:pt x="353" y="288"/>
                  <a:pt x="352" y="287"/>
                  <a:pt x="351" y="286"/>
                </a:cubicBezTo>
                <a:lnTo>
                  <a:pt x="343" y="281"/>
                </a:lnTo>
                <a:cubicBezTo>
                  <a:pt x="342" y="280"/>
                  <a:pt x="342" y="279"/>
                  <a:pt x="341" y="278"/>
                </a:cubicBezTo>
                <a:lnTo>
                  <a:pt x="329" y="259"/>
                </a:lnTo>
                <a:lnTo>
                  <a:pt x="315" y="246"/>
                </a:lnTo>
                <a:lnTo>
                  <a:pt x="314" y="250"/>
                </a:lnTo>
                <a:lnTo>
                  <a:pt x="311" y="270"/>
                </a:lnTo>
                <a:lnTo>
                  <a:pt x="307" y="283"/>
                </a:lnTo>
                <a:lnTo>
                  <a:pt x="303" y="291"/>
                </a:lnTo>
                <a:lnTo>
                  <a:pt x="298" y="297"/>
                </a:lnTo>
                <a:lnTo>
                  <a:pt x="293" y="305"/>
                </a:lnTo>
                <a:cubicBezTo>
                  <a:pt x="291" y="308"/>
                  <a:pt x="288" y="309"/>
                  <a:pt x="284" y="308"/>
                </a:cubicBezTo>
                <a:cubicBezTo>
                  <a:pt x="281" y="307"/>
                  <a:pt x="278" y="304"/>
                  <a:pt x="279" y="300"/>
                </a:cubicBezTo>
                <a:lnTo>
                  <a:pt x="279" y="292"/>
                </a:lnTo>
                <a:cubicBezTo>
                  <a:pt x="279" y="291"/>
                  <a:pt x="279" y="290"/>
                  <a:pt x="279" y="290"/>
                </a:cubicBezTo>
                <a:lnTo>
                  <a:pt x="288" y="269"/>
                </a:lnTo>
                <a:lnTo>
                  <a:pt x="293" y="237"/>
                </a:lnTo>
                <a:lnTo>
                  <a:pt x="292" y="236"/>
                </a:lnTo>
                <a:lnTo>
                  <a:pt x="239" y="245"/>
                </a:lnTo>
                <a:lnTo>
                  <a:pt x="213" y="258"/>
                </a:lnTo>
                <a:cubicBezTo>
                  <a:pt x="211" y="258"/>
                  <a:pt x="210" y="258"/>
                  <a:pt x="209" y="259"/>
                </a:cubicBezTo>
                <a:lnTo>
                  <a:pt x="201" y="259"/>
                </a:lnTo>
                <a:cubicBezTo>
                  <a:pt x="198" y="259"/>
                  <a:pt x="195" y="257"/>
                  <a:pt x="194" y="255"/>
                </a:cubicBezTo>
                <a:cubicBezTo>
                  <a:pt x="192" y="253"/>
                  <a:pt x="192" y="250"/>
                  <a:pt x="193" y="247"/>
                </a:cubicBezTo>
                <a:lnTo>
                  <a:pt x="200" y="234"/>
                </a:lnTo>
                <a:cubicBezTo>
                  <a:pt x="201" y="232"/>
                  <a:pt x="203" y="231"/>
                  <a:pt x="205" y="230"/>
                </a:cubicBezTo>
                <a:lnTo>
                  <a:pt x="215" y="227"/>
                </a:lnTo>
                <a:lnTo>
                  <a:pt x="225" y="226"/>
                </a:lnTo>
                <a:lnTo>
                  <a:pt x="224" y="226"/>
                </a:lnTo>
                <a:lnTo>
                  <a:pt x="214" y="211"/>
                </a:lnTo>
                <a:lnTo>
                  <a:pt x="205" y="210"/>
                </a:lnTo>
                <a:cubicBezTo>
                  <a:pt x="204" y="210"/>
                  <a:pt x="203" y="210"/>
                  <a:pt x="202" y="209"/>
                </a:cubicBezTo>
                <a:lnTo>
                  <a:pt x="192" y="204"/>
                </a:lnTo>
                <a:lnTo>
                  <a:pt x="188" y="203"/>
                </a:lnTo>
                <a:lnTo>
                  <a:pt x="177" y="205"/>
                </a:lnTo>
                <a:cubicBezTo>
                  <a:pt x="176" y="205"/>
                  <a:pt x="175" y="205"/>
                  <a:pt x="174" y="205"/>
                </a:cubicBezTo>
                <a:lnTo>
                  <a:pt x="169" y="204"/>
                </a:lnTo>
                <a:cubicBezTo>
                  <a:pt x="168" y="204"/>
                  <a:pt x="167" y="203"/>
                  <a:pt x="167" y="203"/>
                </a:cubicBezTo>
                <a:lnTo>
                  <a:pt x="158" y="198"/>
                </a:lnTo>
                <a:lnTo>
                  <a:pt x="133" y="196"/>
                </a:lnTo>
                <a:lnTo>
                  <a:pt x="126" y="198"/>
                </a:lnTo>
                <a:lnTo>
                  <a:pt x="108" y="221"/>
                </a:lnTo>
                <a:lnTo>
                  <a:pt x="110" y="221"/>
                </a:lnTo>
                <a:cubicBezTo>
                  <a:pt x="111" y="222"/>
                  <a:pt x="112" y="222"/>
                  <a:pt x="114" y="223"/>
                </a:cubicBezTo>
                <a:lnTo>
                  <a:pt x="119" y="227"/>
                </a:lnTo>
                <a:cubicBezTo>
                  <a:pt x="121" y="229"/>
                  <a:pt x="123" y="233"/>
                  <a:pt x="122" y="236"/>
                </a:cubicBezTo>
                <a:cubicBezTo>
                  <a:pt x="121" y="239"/>
                  <a:pt x="118" y="241"/>
                  <a:pt x="114" y="241"/>
                </a:cubicBezTo>
                <a:lnTo>
                  <a:pt x="100" y="242"/>
                </a:lnTo>
                <a:cubicBezTo>
                  <a:pt x="101" y="245"/>
                  <a:pt x="100" y="247"/>
                  <a:pt x="98" y="248"/>
                </a:cubicBezTo>
                <a:lnTo>
                  <a:pt x="91" y="255"/>
                </a:lnTo>
                <a:cubicBezTo>
                  <a:pt x="90" y="256"/>
                  <a:pt x="89" y="256"/>
                  <a:pt x="89" y="257"/>
                </a:cubicBezTo>
                <a:lnTo>
                  <a:pt x="54" y="271"/>
                </a:lnTo>
                <a:lnTo>
                  <a:pt x="48" y="276"/>
                </a:lnTo>
                <a:lnTo>
                  <a:pt x="67" y="273"/>
                </a:lnTo>
                <a:cubicBezTo>
                  <a:pt x="71" y="272"/>
                  <a:pt x="75" y="274"/>
                  <a:pt x="76" y="278"/>
                </a:cubicBezTo>
                <a:cubicBezTo>
                  <a:pt x="77" y="282"/>
                  <a:pt x="76" y="286"/>
                  <a:pt x="72" y="288"/>
                </a:cubicBezTo>
                <a:lnTo>
                  <a:pt x="60" y="294"/>
                </a:lnTo>
                <a:lnTo>
                  <a:pt x="68" y="304"/>
                </a:lnTo>
                <a:cubicBezTo>
                  <a:pt x="69" y="305"/>
                  <a:pt x="70" y="308"/>
                  <a:pt x="70" y="310"/>
                </a:cubicBezTo>
                <a:cubicBezTo>
                  <a:pt x="69" y="312"/>
                  <a:pt x="68" y="314"/>
                  <a:pt x="67" y="315"/>
                </a:cubicBezTo>
                <a:lnTo>
                  <a:pt x="60" y="320"/>
                </a:lnTo>
                <a:cubicBezTo>
                  <a:pt x="59" y="321"/>
                  <a:pt x="58" y="322"/>
                  <a:pt x="56" y="322"/>
                </a:cubicBezTo>
                <a:lnTo>
                  <a:pt x="54" y="322"/>
                </a:lnTo>
                <a:cubicBezTo>
                  <a:pt x="53" y="322"/>
                  <a:pt x="52" y="322"/>
                  <a:pt x="51" y="322"/>
                </a:cubicBezTo>
                <a:lnTo>
                  <a:pt x="47" y="322"/>
                </a:lnTo>
                <a:cubicBezTo>
                  <a:pt x="46" y="321"/>
                  <a:pt x="44" y="320"/>
                  <a:pt x="43" y="319"/>
                </a:cubicBezTo>
                <a:lnTo>
                  <a:pt x="41" y="317"/>
                </a:lnTo>
                <a:lnTo>
                  <a:pt x="38" y="313"/>
                </a:lnTo>
                <a:cubicBezTo>
                  <a:pt x="37" y="313"/>
                  <a:pt x="36" y="313"/>
                  <a:pt x="35" y="313"/>
                </a:cubicBezTo>
                <a:lnTo>
                  <a:pt x="33" y="312"/>
                </a:lnTo>
                <a:cubicBezTo>
                  <a:pt x="30" y="312"/>
                  <a:pt x="27" y="309"/>
                  <a:pt x="27" y="306"/>
                </a:cubicBezTo>
                <a:cubicBezTo>
                  <a:pt x="26" y="306"/>
                  <a:pt x="26" y="304"/>
                  <a:pt x="26" y="303"/>
                </a:cubicBezTo>
                <a:lnTo>
                  <a:pt x="26" y="301"/>
                </a:lnTo>
                <a:lnTo>
                  <a:pt x="21" y="300"/>
                </a:lnTo>
                <a:lnTo>
                  <a:pt x="12" y="301"/>
                </a:lnTo>
                <a:lnTo>
                  <a:pt x="14" y="306"/>
                </a:lnTo>
                <a:cubicBezTo>
                  <a:pt x="15" y="308"/>
                  <a:pt x="15" y="311"/>
                  <a:pt x="14" y="313"/>
                </a:cubicBezTo>
                <a:cubicBezTo>
                  <a:pt x="12" y="315"/>
                  <a:pt x="10" y="317"/>
                  <a:pt x="8" y="317"/>
                </a:cubicBezTo>
                <a:lnTo>
                  <a:pt x="6" y="317"/>
                </a:lnTo>
                <a:lnTo>
                  <a:pt x="6" y="320"/>
                </a:lnTo>
                <a:lnTo>
                  <a:pt x="8" y="324"/>
                </a:lnTo>
                <a:cubicBezTo>
                  <a:pt x="9" y="327"/>
                  <a:pt x="8" y="331"/>
                  <a:pt x="5" y="333"/>
                </a:cubicBezTo>
                <a:lnTo>
                  <a:pt x="1" y="337"/>
                </a:lnTo>
                <a:lnTo>
                  <a:pt x="0" y="340"/>
                </a:lnTo>
                <a:lnTo>
                  <a:pt x="1" y="345"/>
                </a:lnTo>
                <a:lnTo>
                  <a:pt x="6" y="361"/>
                </a:lnTo>
                <a:lnTo>
                  <a:pt x="10" y="363"/>
                </a:lnTo>
                <a:lnTo>
                  <a:pt x="79" y="364"/>
                </a:lnTo>
                <a:lnTo>
                  <a:pt x="82" y="363"/>
                </a:lnTo>
                <a:lnTo>
                  <a:pt x="93" y="356"/>
                </a:lnTo>
                <a:cubicBezTo>
                  <a:pt x="95" y="355"/>
                  <a:pt x="96" y="355"/>
                  <a:pt x="97" y="355"/>
                </a:cubicBezTo>
                <a:lnTo>
                  <a:pt x="115" y="354"/>
                </a:lnTo>
                <a:cubicBezTo>
                  <a:pt x="117" y="354"/>
                  <a:pt x="121" y="356"/>
                  <a:pt x="122" y="358"/>
                </a:cubicBezTo>
                <a:cubicBezTo>
                  <a:pt x="123" y="361"/>
                  <a:pt x="123" y="364"/>
                  <a:pt x="122" y="367"/>
                </a:cubicBezTo>
                <a:lnTo>
                  <a:pt x="115" y="376"/>
                </a:lnTo>
                <a:lnTo>
                  <a:pt x="115" y="377"/>
                </a:lnTo>
                <a:lnTo>
                  <a:pt x="120" y="378"/>
                </a:lnTo>
                <a:lnTo>
                  <a:pt x="145" y="390"/>
                </a:lnTo>
                <a:cubicBezTo>
                  <a:pt x="147" y="391"/>
                  <a:pt x="148" y="395"/>
                  <a:pt x="149" y="397"/>
                </a:cubicBezTo>
                <a:cubicBezTo>
                  <a:pt x="149" y="400"/>
                  <a:pt x="149" y="402"/>
                  <a:pt x="146" y="404"/>
                </a:cubicBezTo>
                <a:lnTo>
                  <a:pt x="139" y="409"/>
                </a:lnTo>
                <a:cubicBezTo>
                  <a:pt x="137" y="410"/>
                  <a:pt x="135" y="411"/>
                  <a:pt x="134" y="411"/>
                </a:cubicBezTo>
                <a:lnTo>
                  <a:pt x="127" y="411"/>
                </a:lnTo>
                <a:cubicBezTo>
                  <a:pt x="128" y="412"/>
                  <a:pt x="128" y="414"/>
                  <a:pt x="128" y="415"/>
                </a:cubicBezTo>
                <a:lnTo>
                  <a:pt x="128" y="420"/>
                </a:lnTo>
                <a:cubicBezTo>
                  <a:pt x="128" y="424"/>
                  <a:pt x="125" y="428"/>
                  <a:pt x="120" y="428"/>
                </a:cubicBezTo>
                <a:lnTo>
                  <a:pt x="88" y="428"/>
                </a:lnTo>
                <a:lnTo>
                  <a:pt x="79" y="431"/>
                </a:lnTo>
                <a:cubicBezTo>
                  <a:pt x="79" y="432"/>
                  <a:pt x="78" y="432"/>
                  <a:pt x="77" y="432"/>
                </a:cubicBezTo>
                <a:lnTo>
                  <a:pt x="73" y="432"/>
                </a:lnTo>
                <a:cubicBezTo>
                  <a:pt x="72" y="433"/>
                  <a:pt x="71" y="433"/>
                  <a:pt x="70" y="432"/>
                </a:cubicBezTo>
                <a:lnTo>
                  <a:pt x="63" y="430"/>
                </a:lnTo>
                <a:cubicBezTo>
                  <a:pt x="63" y="430"/>
                  <a:pt x="63" y="430"/>
                  <a:pt x="63" y="431"/>
                </a:cubicBezTo>
                <a:lnTo>
                  <a:pt x="62" y="436"/>
                </a:lnTo>
                <a:lnTo>
                  <a:pt x="69" y="441"/>
                </a:lnTo>
                <a:lnTo>
                  <a:pt x="91" y="450"/>
                </a:lnTo>
                <a:cubicBezTo>
                  <a:pt x="92" y="451"/>
                  <a:pt x="93" y="451"/>
                  <a:pt x="93" y="452"/>
                </a:cubicBezTo>
                <a:lnTo>
                  <a:pt x="102" y="459"/>
                </a:lnTo>
                <a:lnTo>
                  <a:pt x="131" y="455"/>
                </a:lnTo>
                <a:cubicBezTo>
                  <a:pt x="133" y="455"/>
                  <a:pt x="134" y="455"/>
                  <a:pt x="135" y="456"/>
                </a:cubicBezTo>
                <a:lnTo>
                  <a:pt x="149" y="461"/>
                </a:lnTo>
                <a:cubicBezTo>
                  <a:pt x="152" y="462"/>
                  <a:pt x="154" y="465"/>
                  <a:pt x="154" y="469"/>
                </a:cubicBezTo>
                <a:lnTo>
                  <a:pt x="153" y="476"/>
                </a:lnTo>
                <a:lnTo>
                  <a:pt x="154" y="477"/>
                </a:lnTo>
                <a:lnTo>
                  <a:pt x="159" y="477"/>
                </a:lnTo>
                <a:lnTo>
                  <a:pt x="167" y="471"/>
                </a:lnTo>
                <a:cubicBezTo>
                  <a:pt x="168" y="470"/>
                  <a:pt x="170" y="470"/>
                  <a:pt x="171" y="470"/>
                </a:cubicBezTo>
                <a:lnTo>
                  <a:pt x="184" y="469"/>
                </a:lnTo>
                <a:lnTo>
                  <a:pt x="192" y="459"/>
                </a:lnTo>
                <a:cubicBezTo>
                  <a:pt x="193" y="459"/>
                  <a:pt x="193" y="458"/>
                  <a:pt x="194" y="458"/>
                </a:cubicBezTo>
                <a:lnTo>
                  <a:pt x="202" y="452"/>
                </a:lnTo>
                <a:cubicBezTo>
                  <a:pt x="202" y="451"/>
                  <a:pt x="203" y="451"/>
                  <a:pt x="204" y="451"/>
                </a:cubicBezTo>
                <a:lnTo>
                  <a:pt x="212" y="448"/>
                </a:lnTo>
                <a:cubicBezTo>
                  <a:pt x="213" y="448"/>
                  <a:pt x="214" y="448"/>
                  <a:pt x="215" y="448"/>
                </a:cubicBezTo>
                <a:lnTo>
                  <a:pt x="232" y="447"/>
                </a:lnTo>
                <a:cubicBezTo>
                  <a:pt x="234" y="448"/>
                  <a:pt x="235" y="448"/>
                  <a:pt x="236" y="448"/>
                </a:cubicBezTo>
                <a:lnTo>
                  <a:pt x="244" y="452"/>
                </a:lnTo>
                <a:cubicBezTo>
                  <a:pt x="245" y="453"/>
                  <a:pt x="246" y="454"/>
                  <a:pt x="247" y="455"/>
                </a:cubicBezTo>
                <a:lnTo>
                  <a:pt x="257" y="471"/>
                </a:lnTo>
                <a:lnTo>
                  <a:pt x="262" y="475"/>
                </a:lnTo>
                <a:cubicBezTo>
                  <a:pt x="264" y="477"/>
                  <a:pt x="266" y="479"/>
                  <a:pt x="266" y="482"/>
                </a:cubicBezTo>
                <a:lnTo>
                  <a:pt x="266" y="486"/>
                </a:lnTo>
                <a:cubicBezTo>
                  <a:pt x="266" y="490"/>
                  <a:pt x="262" y="494"/>
                  <a:pt x="258" y="494"/>
                </a:cubicBezTo>
                <a:lnTo>
                  <a:pt x="251" y="495"/>
                </a:lnTo>
                <a:cubicBezTo>
                  <a:pt x="249" y="495"/>
                  <a:pt x="248" y="494"/>
                  <a:pt x="246" y="493"/>
                </a:cubicBezTo>
                <a:lnTo>
                  <a:pt x="242" y="490"/>
                </a:lnTo>
                <a:cubicBezTo>
                  <a:pt x="241" y="489"/>
                  <a:pt x="240" y="488"/>
                  <a:pt x="240" y="487"/>
                </a:cubicBezTo>
                <a:lnTo>
                  <a:pt x="235" y="475"/>
                </a:lnTo>
                <a:lnTo>
                  <a:pt x="232" y="472"/>
                </a:lnTo>
                <a:lnTo>
                  <a:pt x="229" y="471"/>
                </a:lnTo>
                <a:lnTo>
                  <a:pt x="216" y="473"/>
                </a:lnTo>
                <a:lnTo>
                  <a:pt x="207" y="486"/>
                </a:lnTo>
                <a:cubicBezTo>
                  <a:pt x="207" y="487"/>
                  <a:pt x="206" y="488"/>
                  <a:pt x="205" y="489"/>
                </a:cubicBezTo>
                <a:lnTo>
                  <a:pt x="199" y="492"/>
                </a:lnTo>
                <a:cubicBezTo>
                  <a:pt x="198" y="493"/>
                  <a:pt x="197" y="493"/>
                  <a:pt x="196" y="493"/>
                </a:cubicBezTo>
                <a:lnTo>
                  <a:pt x="185" y="495"/>
                </a:lnTo>
                <a:cubicBezTo>
                  <a:pt x="186" y="498"/>
                  <a:pt x="184" y="501"/>
                  <a:pt x="181" y="502"/>
                </a:cubicBezTo>
                <a:lnTo>
                  <a:pt x="174" y="507"/>
                </a:lnTo>
                <a:cubicBezTo>
                  <a:pt x="172" y="507"/>
                  <a:pt x="171" y="508"/>
                  <a:pt x="169" y="508"/>
                </a:cubicBezTo>
                <a:lnTo>
                  <a:pt x="158" y="507"/>
                </a:lnTo>
                <a:cubicBezTo>
                  <a:pt x="157" y="507"/>
                  <a:pt x="157" y="506"/>
                  <a:pt x="156" y="506"/>
                </a:cubicBezTo>
                <a:lnTo>
                  <a:pt x="116" y="487"/>
                </a:lnTo>
                <a:lnTo>
                  <a:pt x="112" y="492"/>
                </a:lnTo>
                <a:cubicBezTo>
                  <a:pt x="110" y="495"/>
                  <a:pt x="107" y="496"/>
                  <a:pt x="104" y="495"/>
                </a:cubicBezTo>
                <a:lnTo>
                  <a:pt x="90" y="491"/>
                </a:lnTo>
                <a:lnTo>
                  <a:pt x="74" y="483"/>
                </a:lnTo>
                <a:lnTo>
                  <a:pt x="67" y="492"/>
                </a:lnTo>
                <a:cubicBezTo>
                  <a:pt x="65" y="493"/>
                  <a:pt x="64" y="494"/>
                  <a:pt x="62" y="494"/>
                </a:cubicBezTo>
                <a:lnTo>
                  <a:pt x="52" y="496"/>
                </a:lnTo>
                <a:lnTo>
                  <a:pt x="52" y="496"/>
                </a:lnTo>
                <a:lnTo>
                  <a:pt x="53" y="499"/>
                </a:lnTo>
                <a:lnTo>
                  <a:pt x="54" y="501"/>
                </a:lnTo>
                <a:lnTo>
                  <a:pt x="54" y="505"/>
                </a:lnTo>
                <a:lnTo>
                  <a:pt x="55" y="508"/>
                </a:lnTo>
                <a:cubicBezTo>
                  <a:pt x="55" y="512"/>
                  <a:pt x="52" y="516"/>
                  <a:pt x="48" y="516"/>
                </a:cubicBezTo>
                <a:lnTo>
                  <a:pt x="42" y="517"/>
                </a:lnTo>
                <a:lnTo>
                  <a:pt x="43" y="526"/>
                </a:lnTo>
                <a:lnTo>
                  <a:pt x="42" y="531"/>
                </a:lnTo>
                <a:cubicBezTo>
                  <a:pt x="42" y="533"/>
                  <a:pt x="41" y="534"/>
                  <a:pt x="40" y="535"/>
                </a:cubicBezTo>
                <a:lnTo>
                  <a:pt x="36" y="541"/>
                </a:lnTo>
                <a:cubicBezTo>
                  <a:pt x="34" y="543"/>
                  <a:pt x="31" y="544"/>
                  <a:pt x="28" y="543"/>
                </a:cubicBezTo>
                <a:cubicBezTo>
                  <a:pt x="25" y="543"/>
                  <a:pt x="23" y="541"/>
                  <a:pt x="22" y="538"/>
                </a:cubicBezTo>
                <a:lnTo>
                  <a:pt x="20" y="530"/>
                </a:lnTo>
                <a:lnTo>
                  <a:pt x="18" y="536"/>
                </a:lnTo>
                <a:lnTo>
                  <a:pt x="17" y="543"/>
                </a:lnTo>
                <a:lnTo>
                  <a:pt x="19" y="548"/>
                </a:lnTo>
                <a:lnTo>
                  <a:pt x="24" y="552"/>
                </a:lnTo>
                <a:cubicBezTo>
                  <a:pt x="24" y="552"/>
                  <a:pt x="25" y="553"/>
                  <a:pt x="26" y="554"/>
                </a:cubicBezTo>
                <a:lnTo>
                  <a:pt x="29" y="560"/>
                </a:lnTo>
                <a:lnTo>
                  <a:pt x="36" y="557"/>
                </a:lnTo>
                <a:lnTo>
                  <a:pt x="45" y="551"/>
                </a:lnTo>
                <a:lnTo>
                  <a:pt x="51" y="545"/>
                </a:lnTo>
                <a:lnTo>
                  <a:pt x="57" y="541"/>
                </a:lnTo>
                <a:cubicBezTo>
                  <a:pt x="58" y="540"/>
                  <a:pt x="59" y="539"/>
                  <a:pt x="60" y="539"/>
                </a:cubicBezTo>
                <a:lnTo>
                  <a:pt x="180" y="525"/>
                </a:lnTo>
                <a:lnTo>
                  <a:pt x="196" y="527"/>
                </a:lnTo>
                <a:cubicBezTo>
                  <a:pt x="197" y="527"/>
                  <a:pt x="199" y="527"/>
                  <a:pt x="200" y="528"/>
                </a:cubicBezTo>
                <a:lnTo>
                  <a:pt x="210" y="538"/>
                </a:lnTo>
                <a:cubicBezTo>
                  <a:pt x="213" y="540"/>
                  <a:pt x="213" y="544"/>
                  <a:pt x="212" y="547"/>
                </a:cubicBezTo>
                <a:cubicBezTo>
                  <a:pt x="210" y="551"/>
                  <a:pt x="208" y="552"/>
                  <a:pt x="205" y="552"/>
                </a:cubicBezTo>
                <a:lnTo>
                  <a:pt x="147" y="548"/>
                </a:lnTo>
                <a:lnTo>
                  <a:pt x="106" y="557"/>
                </a:lnTo>
                <a:lnTo>
                  <a:pt x="109" y="558"/>
                </a:lnTo>
                <a:cubicBezTo>
                  <a:pt x="110" y="559"/>
                  <a:pt x="110" y="560"/>
                  <a:pt x="111" y="560"/>
                </a:cubicBezTo>
                <a:lnTo>
                  <a:pt x="116" y="568"/>
                </a:lnTo>
                <a:cubicBezTo>
                  <a:pt x="116" y="568"/>
                  <a:pt x="117" y="569"/>
                  <a:pt x="117" y="570"/>
                </a:cubicBezTo>
                <a:lnTo>
                  <a:pt x="119" y="577"/>
                </a:lnTo>
                <a:lnTo>
                  <a:pt x="121" y="590"/>
                </a:lnTo>
                <a:lnTo>
                  <a:pt x="122" y="602"/>
                </a:lnTo>
                <a:lnTo>
                  <a:pt x="121" y="612"/>
                </a:lnTo>
                <a:cubicBezTo>
                  <a:pt x="121" y="615"/>
                  <a:pt x="119" y="617"/>
                  <a:pt x="117" y="618"/>
                </a:cubicBezTo>
                <a:lnTo>
                  <a:pt x="113" y="621"/>
                </a:lnTo>
                <a:cubicBezTo>
                  <a:pt x="111" y="622"/>
                  <a:pt x="108" y="622"/>
                  <a:pt x="106" y="621"/>
                </a:cubicBezTo>
                <a:cubicBezTo>
                  <a:pt x="104" y="620"/>
                  <a:pt x="102" y="619"/>
                  <a:pt x="101" y="616"/>
                </a:cubicBezTo>
                <a:lnTo>
                  <a:pt x="98" y="607"/>
                </a:lnTo>
                <a:lnTo>
                  <a:pt x="94" y="584"/>
                </a:lnTo>
                <a:lnTo>
                  <a:pt x="89" y="573"/>
                </a:lnTo>
                <a:lnTo>
                  <a:pt x="86" y="570"/>
                </a:lnTo>
                <a:lnTo>
                  <a:pt x="77" y="565"/>
                </a:lnTo>
                <a:lnTo>
                  <a:pt x="73" y="564"/>
                </a:lnTo>
                <a:lnTo>
                  <a:pt x="71" y="564"/>
                </a:lnTo>
                <a:lnTo>
                  <a:pt x="67" y="578"/>
                </a:lnTo>
                <a:cubicBezTo>
                  <a:pt x="66" y="581"/>
                  <a:pt x="65" y="582"/>
                  <a:pt x="63" y="583"/>
                </a:cubicBezTo>
                <a:lnTo>
                  <a:pt x="57" y="586"/>
                </a:lnTo>
                <a:cubicBezTo>
                  <a:pt x="56" y="587"/>
                  <a:pt x="54" y="587"/>
                  <a:pt x="53" y="587"/>
                </a:cubicBezTo>
                <a:lnTo>
                  <a:pt x="43" y="587"/>
                </a:lnTo>
                <a:lnTo>
                  <a:pt x="39" y="591"/>
                </a:lnTo>
                <a:cubicBezTo>
                  <a:pt x="39" y="592"/>
                  <a:pt x="38" y="593"/>
                  <a:pt x="37" y="593"/>
                </a:cubicBezTo>
                <a:lnTo>
                  <a:pt x="34" y="595"/>
                </a:lnTo>
                <a:cubicBezTo>
                  <a:pt x="33" y="595"/>
                  <a:pt x="32" y="595"/>
                  <a:pt x="31" y="595"/>
                </a:cubicBezTo>
                <a:lnTo>
                  <a:pt x="24" y="596"/>
                </a:lnTo>
                <a:lnTo>
                  <a:pt x="19" y="599"/>
                </a:lnTo>
                <a:lnTo>
                  <a:pt x="10" y="604"/>
                </a:lnTo>
                <a:cubicBezTo>
                  <a:pt x="11" y="605"/>
                  <a:pt x="11" y="605"/>
                  <a:pt x="12" y="606"/>
                </a:cubicBezTo>
                <a:lnTo>
                  <a:pt x="14" y="609"/>
                </a:lnTo>
                <a:lnTo>
                  <a:pt x="17" y="615"/>
                </a:lnTo>
                <a:lnTo>
                  <a:pt x="18" y="615"/>
                </a:lnTo>
                <a:lnTo>
                  <a:pt x="27" y="611"/>
                </a:lnTo>
                <a:cubicBezTo>
                  <a:pt x="30" y="609"/>
                  <a:pt x="34" y="610"/>
                  <a:pt x="36" y="612"/>
                </a:cubicBezTo>
                <a:cubicBezTo>
                  <a:pt x="38" y="615"/>
                  <a:pt x="39" y="618"/>
                  <a:pt x="38" y="621"/>
                </a:cubicBezTo>
                <a:lnTo>
                  <a:pt x="35" y="626"/>
                </a:lnTo>
                <a:lnTo>
                  <a:pt x="52" y="623"/>
                </a:lnTo>
                <a:cubicBezTo>
                  <a:pt x="53" y="623"/>
                  <a:pt x="55" y="623"/>
                  <a:pt x="56" y="624"/>
                </a:cubicBezTo>
                <a:lnTo>
                  <a:pt x="64" y="626"/>
                </a:lnTo>
                <a:cubicBezTo>
                  <a:pt x="65" y="626"/>
                  <a:pt x="66" y="627"/>
                  <a:pt x="67" y="627"/>
                </a:cubicBezTo>
                <a:lnTo>
                  <a:pt x="76" y="634"/>
                </a:lnTo>
                <a:lnTo>
                  <a:pt x="93" y="652"/>
                </a:lnTo>
                <a:cubicBezTo>
                  <a:pt x="95" y="654"/>
                  <a:pt x="96" y="658"/>
                  <a:pt x="95" y="661"/>
                </a:cubicBezTo>
                <a:cubicBezTo>
                  <a:pt x="94" y="664"/>
                  <a:pt x="91" y="665"/>
                  <a:pt x="87" y="665"/>
                </a:cubicBezTo>
                <a:lnTo>
                  <a:pt x="86" y="665"/>
                </a:lnTo>
                <a:lnTo>
                  <a:pt x="87" y="669"/>
                </a:lnTo>
                <a:cubicBezTo>
                  <a:pt x="88" y="671"/>
                  <a:pt x="87" y="674"/>
                  <a:pt x="84" y="676"/>
                </a:cubicBezTo>
                <a:cubicBezTo>
                  <a:pt x="87" y="678"/>
                  <a:pt x="89" y="680"/>
                  <a:pt x="89" y="683"/>
                </a:cubicBezTo>
                <a:cubicBezTo>
                  <a:pt x="89" y="687"/>
                  <a:pt x="87" y="690"/>
                  <a:pt x="84" y="691"/>
                </a:cubicBezTo>
                <a:lnTo>
                  <a:pt x="78" y="693"/>
                </a:lnTo>
                <a:cubicBezTo>
                  <a:pt x="77" y="694"/>
                  <a:pt x="75" y="694"/>
                  <a:pt x="74" y="694"/>
                </a:cubicBezTo>
                <a:lnTo>
                  <a:pt x="72" y="694"/>
                </a:lnTo>
                <a:lnTo>
                  <a:pt x="74" y="698"/>
                </a:lnTo>
                <a:lnTo>
                  <a:pt x="88" y="697"/>
                </a:lnTo>
                <a:lnTo>
                  <a:pt x="91" y="695"/>
                </a:lnTo>
                <a:lnTo>
                  <a:pt x="95" y="688"/>
                </a:lnTo>
                <a:cubicBezTo>
                  <a:pt x="97" y="686"/>
                  <a:pt x="99" y="684"/>
                  <a:pt x="102" y="684"/>
                </a:cubicBezTo>
                <a:cubicBezTo>
                  <a:pt x="105" y="684"/>
                  <a:pt x="108" y="686"/>
                  <a:pt x="109" y="688"/>
                </a:cubicBezTo>
                <a:lnTo>
                  <a:pt x="120" y="708"/>
                </a:lnTo>
                <a:lnTo>
                  <a:pt x="129" y="715"/>
                </a:lnTo>
                <a:lnTo>
                  <a:pt x="139" y="716"/>
                </a:lnTo>
                <a:lnTo>
                  <a:pt x="151" y="708"/>
                </a:lnTo>
                <a:lnTo>
                  <a:pt x="169" y="686"/>
                </a:lnTo>
                <a:cubicBezTo>
                  <a:pt x="170" y="685"/>
                  <a:pt x="171" y="684"/>
                  <a:pt x="172" y="684"/>
                </a:cubicBezTo>
                <a:lnTo>
                  <a:pt x="178" y="680"/>
                </a:lnTo>
                <a:cubicBezTo>
                  <a:pt x="179" y="680"/>
                  <a:pt x="180" y="680"/>
                  <a:pt x="181" y="680"/>
                </a:cubicBezTo>
                <a:lnTo>
                  <a:pt x="218" y="675"/>
                </a:lnTo>
                <a:lnTo>
                  <a:pt x="219" y="673"/>
                </a:lnTo>
                <a:cubicBezTo>
                  <a:pt x="220" y="670"/>
                  <a:pt x="222" y="668"/>
                  <a:pt x="225" y="667"/>
                </a:cubicBezTo>
                <a:lnTo>
                  <a:pt x="230" y="667"/>
                </a:lnTo>
                <a:cubicBezTo>
                  <a:pt x="231" y="667"/>
                  <a:pt x="232" y="667"/>
                  <a:pt x="233" y="667"/>
                </a:cubicBezTo>
                <a:lnTo>
                  <a:pt x="236" y="668"/>
                </a:lnTo>
                <a:lnTo>
                  <a:pt x="237" y="658"/>
                </a:lnTo>
                <a:lnTo>
                  <a:pt x="240" y="650"/>
                </a:lnTo>
                <a:cubicBezTo>
                  <a:pt x="240" y="649"/>
                  <a:pt x="241" y="648"/>
                  <a:pt x="242" y="647"/>
                </a:cubicBezTo>
                <a:lnTo>
                  <a:pt x="246" y="643"/>
                </a:lnTo>
                <a:cubicBezTo>
                  <a:pt x="248" y="641"/>
                  <a:pt x="252" y="641"/>
                  <a:pt x="255" y="642"/>
                </a:cubicBezTo>
                <a:cubicBezTo>
                  <a:pt x="258" y="643"/>
                  <a:pt x="259" y="646"/>
                  <a:pt x="259" y="650"/>
                </a:cubicBezTo>
                <a:lnTo>
                  <a:pt x="259" y="658"/>
                </a:lnTo>
                <a:lnTo>
                  <a:pt x="259" y="666"/>
                </a:lnTo>
                <a:lnTo>
                  <a:pt x="261" y="667"/>
                </a:lnTo>
                <a:lnTo>
                  <a:pt x="278" y="666"/>
                </a:lnTo>
                <a:lnTo>
                  <a:pt x="296" y="659"/>
                </a:lnTo>
                <a:lnTo>
                  <a:pt x="325" y="638"/>
                </a:lnTo>
                <a:cubicBezTo>
                  <a:pt x="327" y="636"/>
                  <a:pt x="331" y="636"/>
                  <a:pt x="334" y="638"/>
                </a:cubicBezTo>
                <a:cubicBezTo>
                  <a:pt x="337" y="640"/>
                  <a:pt x="338" y="643"/>
                  <a:pt x="337" y="647"/>
                </a:cubicBezTo>
                <a:lnTo>
                  <a:pt x="334" y="657"/>
                </a:lnTo>
                <a:cubicBezTo>
                  <a:pt x="334" y="658"/>
                  <a:pt x="333" y="659"/>
                  <a:pt x="332" y="660"/>
                </a:cubicBezTo>
                <a:lnTo>
                  <a:pt x="321" y="670"/>
                </a:lnTo>
                <a:lnTo>
                  <a:pt x="324" y="671"/>
                </a:lnTo>
                <a:lnTo>
                  <a:pt x="339" y="672"/>
                </a:lnTo>
                <a:lnTo>
                  <a:pt x="353" y="666"/>
                </a:lnTo>
                <a:lnTo>
                  <a:pt x="366" y="652"/>
                </a:lnTo>
                <a:cubicBezTo>
                  <a:pt x="367" y="650"/>
                  <a:pt x="370" y="649"/>
                  <a:pt x="373" y="650"/>
                </a:cubicBezTo>
                <a:cubicBezTo>
                  <a:pt x="376" y="650"/>
                  <a:pt x="378" y="652"/>
                  <a:pt x="379" y="655"/>
                </a:cubicBezTo>
                <a:lnTo>
                  <a:pt x="387" y="674"/>
                </a:lnTo>
                <a:lnTo>
                  <a:pt x="408" y="687"/>
                </a:lnTo>
                <a:lnTo>
                  <a:pt x="433" y="694"/>
                </a:lnTo>
                <a:lnTo>
                  <a:pt x="449" y="693"/>
                </a:lnTo>
                <a:lnTo>
                  <a:pt x="464" y="683"/>
                </a:lnTo>
                <a:lnTo>
                  <a:pt x="466" y="679"/>
                </a:lnTo>
                <a:lnTo>
                  <a:pt x="466" y="674"/>
                </a:lnTo>
                <a:lnTo>
                  <a:pt x="463" y="655"/>
                </a:lnTo>
                <a:lnTo>
                  <a:pt x="460" y="653"/>
                </a:lnTo>
                <a:cubicBezTo>
                  <a:pt x="459" y="652"/>
                  <a:pt x="459" y="652"/>
                  <a:pt x="458" y="651"/>
                </a:cubicBezTo>
                <a:lnTo>
                  <a:pt x="455" y="647"/>
                </a:lnTo>
                <a:cubicBezTo>
                  <a:pt x="452" y="645"/>
                  <a:pt x="452" y="640"/>
                  <a:pt x="455" y="637"/>
                </a:cubicBezTo>
                <a:lnTo>
                  <a:pt x="456" y="635"/>
                </a:lnTo>
                <a:cubicBezTo>
                  <a:pt x="458" y="633"/>
                  <a:pt x="461" y="631"/>
                  <a:pt x="464" y="632"/>
                </a:cubicBezTo>
                <a:lnTo>
                  <a:pt x="471" y="634"/>
                </a:lnTo>
                <a:lnTo>
                  <a:pt x="471" y="630"/>
                </a:lnTo>
                <a:lnTo>
                  <a:pt x="471" y="628"/>
                </a:lnTo>
                <a:lnTo>
                  <a:pt x="468" y="619"/>
                </a:lnTo>
                <a:lnTo>
                  <a:pt x="464" y="610"/>
                </a:lnTo>
                <a:cubicBezTo>
                  <a:pt x="464" y="609"/>
                  <a:pt x="463" y="608"/>
                  <a:pt x="464" y="606"/>
                </a:cubicBezTo>
                <a:lnTo>
                  <a:pt x="464" y="602"/>
                </a:lnTo>
                <a:cubicBezTo>
                  <a:pt x="464" y="602"/>
                  <a:pt x="464" y="601"/>
                  <a:pt x="465" y="600"/>
                </a:cubicBezTo>
                <a:lnTo>
                  <a:pt x="471" y="589"/>
                </a:lnTo>
                <a:cubicBezTo>
                  <a:pt x="471" y="588"/>
                  <a:pt x="472" y="588"/>
                  <a:pt x="472" y="587"/>
                </a:cubicBezTo>
                <a:lnTo>
                  <a:pt x="475" y="585"/>
                </a:lnTo>
                <a:cubicBezTo>
                  <a:pt x="477" y="583"/>
                  <a:pt x="481" y="583"/>
                  <a:pt x="484" y="585"/>
                </a:cubicBezTo>
                <a:lnTo>
                  <a:pt x="488" y="587"/>
                </a:lnTo>
                <a:cubicBezTo>
                  <a:pt x="489" y="588"/>
                  <a:pt x="490" y="589"/>
                  <a:pt x="490" y="590"/>
                </a:cubicBezTo>
                <a:lnTo>
                  <a:pt x="493" y="595"/>
                </a:lnTo>
                <a:lnTo>
                  <a:pt x="497" y="591"/>
                </a:lnTo>
                <a:lnTo>
                  <a:pt x="507" y="573"/>
                </a:lnTo>
                <a:lnTo>
                  <a:pt x="525" y="517"/>
                </a:lnTo>
                <a:cubicBezTo>
                  <a:pt x="525" y="516"/>
                  <a:pt x="525" y="516"/>
                  <a:pt x="526" y="515"/>
                </a:cubicBezTo>
                <a:lnTo>
                  <a:pt x="527" y="513"/>
                </a:lnTo>
                <a:cubicBezTo>
                  <a:pt x="529" y="510"/>
                  <a:pt x="533" y="509"/>
                  <a:pt x="537" y="510"/>
                </a:cubicBezTo>
                <a:lnTo>
                  <a:pt x="541" y="512"/>
                </a:lnTo>
                <a:cubicBezTo>
                  <a:pt x="544" y="513"/>
                  <a:pt x="545" y="515"/>
                  <a:pt x="546" y="519"/>
                </a:cubicBezTo>
                <a:lnTo>
                  <a:pt x="546" y="525"/>
                </a:lnTo>
                <a:cubicBezTo>
                  <a:pt x="546" y="525"/>
                  <a:pt x="546" y="526"/>
                  <a:pt x="546" y="527"/>
                </a:cubicBezTo>
                <a:lnTo>
                  <a:pt x="544" y="534"/>
                </a:lnTo>
                <a:lnTo>
                  <a:pt x="541" y="540"/>
                </a:lnTo>
                <a:lnTo>
                  <a:pt x="540" y="555"/>
                </a:lnTo>
                <a:cubicBezTo>
                  <a:pt x="540" y="556"/>
                  <a:pt x="539" y="557"/>
                  <a:pt x="539" y="558"/>
                </a:cubicBezTo>
                <a:lnTo>
                  <a:pt x="537" y="561"/>
                </a:lnTo>
                <a:lnTo>
                  <a:pt x="528" y="574"/>
                </a:lnTo>
                <a:lnTo>
                  <a:pt x="517" y="605"/>
                </a:lnTo>
                <a:lnTo>
                  <a:pt x="511" y="615"/>
                </a:lnTo>
                <a:lnTo>
                  <a:pt x="500" y="626"/>
                </a:lnTo>
                <a:lnTo>
                  <a:pt x="499" y="628"/>
                </a:lnTo>
                <a:lnTo>
                  <a:pt x="525" y="643"/>
                </a:lnTo>
                <a:lnTo>
                  <a:pt x="569" y="651"/>
                </a:lnTo>
                <a:lnTo>
                  <a:pt x="595" y="663"/>
                </a:lnTo>
                <a:lnTo>
                  <a:pt x="600" y="663"/>
                </a:lnTo>
                <a:lnTo>
                  <a:pt x="607" y="661"/>
                </a:lnTo>
                <a:lnTo>
                  <a:pt x="622" y="651"/>
                </a:lnTo>
                <a:cubicBezTo>
                  <a:pt x="625" y="649"/>
                  <a:pt x="630" y="649"/>
                  <a:pt x="632" y="652"/>
                </a:cubicBezTo>
                <a:cubicBezTo>
                  <a:pt x="635" y="655"/>
                  <a:pt x="635" y="659"/>
                  <a:pt x="633" y="662"/>
                </a:cubicBezTo>
                <a:lnTo>
                  <a:pt x="626" y="673"/>
                </a:lnTo>
                <a:cubicBezTo>
                  <a:pt x="625" y="673"/>
                  <a:pt x="625" y="674"/>
                  <a:pt x="624" y="675"/>
                </a:cubicBezTo>
                <a:lnTo>
                  <a:pt x="613" y="683"/>
                </a:lnTo>
                <a:lnTo>
                  <a:pt x="609" y="689"/>
                </a:lnTo>
                <a:lnTo>
                  <a:pt x="611" y="695"/>
                </a:lnTo>
                <a:lnTo>
                  <a:pt x="614" y="693"/>
                </a:lnTo>
                <a:lnTo>
                  <a:pt x="624" y="686"/>
                </a:lnTo>
                <a:cubicBezTo>
                  <a:pt x="624" y="685"/>
                  <a:pt x="625" y="685"/>
                  <a:pt x="626" y="685"/>
                </a:cubicBezTo>
                <a:lnTo>
                  <a:pt x="665" y="673"/>
                </a:lnTo>
                <a:lnTo>
                  <a:pt x="667" y="663"/>
                </a:lnTo>
                <a:cubicBezTo>
                  <a:pt x="668" y="662"/>
                  <a:pt x="669" y="661"/>
                  <a:pt x="670" y="660"/>
                </a:cubicBezTo>
                <a:lnTo>
                  <a:pt x="674" y="656"/>
                </a:lnTo>
                <a:cubicBezTo>
                  <a:pt x="675" y="656"/>
                  <a:pt x="675" y="655"/>
                  <a:pt x="676" y="655"/>
                </a:cubicBezTo>
                <a:lnTo>
                  <a:pt x="688" y="650"/>
                </a:lnTo>
                <a:cubicBezTo>
                  <a:pt x="689" y="650"/>
                  <a:pt x="690" y="649"/>
                  <a:pt x="691" y="649"/>
                </a:cubicBezTo>
                <a:lnTo>
                  <a:pt x="696" y="649"/>
                </a:lnTo>
                <a:cubicBezTo>
                  <a:pt x="698" y="649"/>
                  <a:pt x="699" y="650"/>
                  <a:pt x="701" y="651"/>
                </a:cubicBezTo>
                <a:lnTo>
                  <a:pt x="703" y="653"/>
                </a:lnTo>
                <a:lnTo>
                  <a:pt x="710" y="660"/>
                </a:lnTo>
                <a:lnTo>
                  <a:pt x="716" y="663"/>
                </a:lnTo>
                <a:lnTo>
                  <a:pt x="718" y="662"/>
                </a:lnTo>
                <a:lnTo>
                  <a:pt x="724" y="654"/>
                </a:lnTo>
                <a:lnTo>
                  <a:pt x="719" y="649"/>
                </a:lnTo>
                <a:cubicBezTo>
                  <a:pt x="718" y="649"/>
                  <a:pt x="718" y="648"/>
                  <a:pt x="717" y="647"/>
                </a:cubicBezTo>
                <a:lnTo>
                  <a:pt x="714" y="639"/>
                </a:lnTo>
                <a:cubicBezTo>
                  <a:pt x="713" y="639"/>
                  <a:pt x="713" y="638"/>
                  <a:pt x="713" y="637"/>
                </a:cubicBezTo>
                <a:lnTo>
                  <a:pt x="709" y="611"/>
                </a:lnTo>
                <a:lnTo>
                  <a:pt x="706" y="605"/>
                </a:lnTo>
                <a:lnTo>
                  <a:pt x="700" y="600"/>
                </a:lnTo>
                <a:lnTo>
                  <a:pt x="692" y="589"/>
                </a:lnTo>
                <a:cubicBezTo>
                  <a:pt x="691" y="588"/>
                  <a:pt x="691" y="585"/>
                  <a:pt x="691" y="583"/>
                </a:cubicBezTo>
                <a:lnTo>
                  <a:pt x="693" y="576"/>
                </a:lnTo>
                <a:cubicBezTo>
                  <a:pt x="693" y="575"/>
                  <a:pt x="694" y="574"/>
                  <a:pt x="694" y="573"/>
                </a:cubicBezTo>
                <a:lnTo>
                  <a:pt x="712" y="549"/>
                </a:lnTo>
                <a:lnTo>
                  <a:pt x="712" y="544"/>
                </a:lnTo>
                <a:lnTo>
                  <a:pt x="711" y="540"/>
                </a:lnTo>
                <a:lnTo>
                  <a:pt x="706" y="535"/>
                </a:lnTo>
                <a:lnTo>
                  <a:pt x="700" y="526"/>
                </a:lnTo>
                <a:cubicBezTo>
                  <a:pt x="698" y="524"/>
                  <a:pt x="698" y="520"/>
                  <a:pt x="700" y="517"/>
                </a:cubicBezTo>
                <a:cubicBezTo>
                  <a:pt x="701" y="515"/>
                  <a:pt x="704" y="513"/>
                  <a:pt x="708" y="514"/>
                </a:cubicBezTo>
                <a:lnTo>
                  <a:pt x="714" y="515"/>
                </a:lnTo>
                <a:cubicBezTo>
                  <a:pt x="715" y="515"/>
                  <a:pt x="716" y="515"/>
                  <a:pt x="716" y="515"/>
                </a:cubicBezTo>
                <a:lnTo>
                  <a:pt x="726" y="519"/>
                </a:lnTo>
                <a:lnTo>
                  <a:pt x="728" y="519"/>
                </a:lnTo>
                <a:lnTo>
                  <a:pt x="770" y="475"/>
                </a:lnTo>
                <a:lnTo>
                  <a:pt x="797" y="457"/>
                </a:lnTo>
                <a:cubicBezTo>
                  <a:pt x="800" y="455"/>
                  <a:pt x="804" y="456"/>
                  <a:pt x="806" y="458"/>
                </a:cubicBezTo>
                <a:cubicBezTo>
                  <a:pt x="809" y="460"/>
                  <a:pt x="810" y="464"/>
                  <a:pt x="809" y="467"/>
                </a:cubicBezTo>
                <a:lnTo>
                  <a:pt x="804" y="477"/>
                </a:lnTo>
                <a:cubicBezTo>
                  <a:pt x="804" y="478"/>
                  <a:pt x="803" y="479"/>
                  <a:pt x="803" y="479"/>
                </a:cubicBezTo>
                <a:lnTo>
                  <a:pt x="796" y="488"/>
                </a:lnTo>
                <a:lnTo>
                  <a:pt x="795" y="489"/>
                </a:lnTo>
                <a:lnTo>
                  <a:pt x="787" y="495"/>
                </a:lnTo>
                <a:cubicBezTo>
                  <a:pt x="786" y="495"/>
                  <a:pt x="786" y="496"/>
                  <a:pt x="785" y="496"/>
                </a:cubicBezTo>
                <a:lnTo>
                  <a:pt x="778" y="498"/>
                </a:lnTo>
                <a:lnTo>
                  <a:pt x="775" y="500"/>
                </a:lnTo>
                <a:lnTo>
                  <a:pt x="762" y="526"/>
                </a:lnTo>
                <a:cubicBezTo>
                  <a:pt x="761" y="526"/>
                  <a:pt x="761" y="527"/>
                  <a:pt x="760" y="528"/>
                </a:cubicBezTo>
                <a:lnTo>
                  <a:pt x="749" y="538"/>
                </a:lnTo>
                <a:lnTo>
                  <a:pt x="747" y="542"/>
                </a:lnTo>
                <a:lnTo>
                  <a:pt x="746" y="555"/>
                </a:lnTo>
                <a:lnTo>
                  <a:pt x="743" y="568"/>
                </a:lnTo>
                <a:cubicBezTo>
                  <a:pt x="742" y="570"/>
                  <a:pt x="741" y="571"/>
                  <a:pt x="740" y="572"/>
                </a:cubicBezTo>
                <a:lnTo>
                  <a:pt x="730" y="581"/>
                </a:lnTo>
                <a:lnTo>
                  <a:pt x="729" y="589"/>
                </a:lnTo>
                <a:lnTo>
                  <a:pt x="730" y="590"/>
                </a:lnTo>
                <a:cubicBezTo>
                  <a:pt x="731" y="590"/>
                  <a:pt x="732" y="591"/>
                  <a:pt x="732" y="591"/>
                </a:cubicBezTo>
                <a:lnTo>
                  <a:pt x="735" y="594"/>
                </a:lnTo>
                <a:cubicBezTo>
                  <a:pt x="736" y="595"/>
                  <a:pt x="736" y="597"/>
                  <a:pt x="737" y="598"/>
                </a:cubicBezTo>
                <a:lnTo>
                  <a:pt x="740" y="632"/>
                </a:lnTo>
                <a:lnTo>
                  <a:pt x="742" y="638"/>
                </a:lnTo>
                <a:lnTo>
                  <a:pt x="747" y="640"/>
                </a:lnTo>
                <a:lnTo>
                  <a:pt x="764" y="641"/>
                </a:lnTo>
                <a:lnTo>
                  <a:pt x="807" y="632"/>
                </a:lnTo>
                <a:lnTo>
                  <a:pt x="815" y="625"/>
                </a:lnTo>
                <a:cubicBezTo>
                  <a:pt x="816" y="625"/>
                  <a:pt x="816" y="624"/>
                  <a:pt x="817" y="624"/>
                </a:cubicBezTo>
                <a:lnTo>
                  <a:pt x="825" y="621"/>
                </a:lnTo>
                <a:cubicBezTo>
                  <a:pt x="826" y="620"/>
                  <a:pt x="827" y="620"/>
                  <a:pt x="827" y="620"/>
                </a:cubicBezTo>
                <a:lnTo>
                  <a:pt x="838" y="619"/>
                </a:lnTo>
                <a:cubicBezTo>
                  <a:pt x="841" y="618"/>
                  <a:pt x="844" y="621"/>
                  <a:pt x="846" y="623"/>
                </a:cubicBezTo>
                <a:cubicBezTo>
                  <a:pt x="848" y="626"/>
                  <a:pt x="847" y="629"/>
                  <a:pt x="845" y="631"/>
                </a:cubicBezTo>
                <a:lnTo>
                  <a:pt x="833" y="647"/>
                </a:lnTo>
                <a:cubicBezTo>
                  <a:pt x="832" y="649"/>
                  <a:pt x="831" y="650"/>
                  <a:pt x="830" y="650"/>
                </a:cubicBezTo>
                <a:lnTo>
                  <a:pt x="814" y="656"/>
                </a:lnTo>
                <a:cubicBezTo>
                  <a:pt x="814" y="656"/>
                  <a:pt x="813" y="656"/>
                  <a:pt x="812" y="656"/>
                </a:cubicBezTo>
                <a:lnTo>
                  <a:pt x="767" y="660"/>
                </a:lnTo>
                <a:lnTo>
                  <a:pt x="763" y="662"/>
                </a:lnTo>
                <a:lnTo>
                  <a:pt x="760" y="667"/>
                </a:lnTo>
                <a:lnTo>
                  <a:pt x="756" y="673"/>
                </a:lnTo>
                <a:lnTo>
                  <a:pt x="755" y="674"/>
                </a:lnTo>
                <a:lnTo>
                  <a:pt x="742" y="683"/>
                </a:lnTo>
                <a:lnTo>
                  <a:pt x="753" y="696"/>
                </a:lnTo>
                <a:lnTo>
                  <a:pt x="756" y="697"/>
                </a:lnTo>
                <a:lnTo>
                  <a:pt x="760" y="697"/>
                </a:lnTo>
                <a:cubicBezTo>
                  <a:pt x="764" y="698"/>
                  <a:pt x="767" y="701"/>
                  <a:pt x="767" y="705"/>
                </a:cubicBezTo>
                <a:lnTo>
                  <a:pt x="767" y="710"/>
                </a:lnTo>
                <a:cubicBezTo>
                  <a:pt x="767" y="712"/>
                  <a:pt x="766" y="715"/>
                  <a:pt x="765" y="716"/>
                </a:cubicBezTo>
                <a:cubicBezTo>
                  <a:pt x="763" y="718"/>
                  <a:pt x="761" y="718"/>
                  <a:pt x="758" y="718"/>
                </a:cubicBezTo>
                <a:lnTo>
                  <a:pt x="738" y="716"/>
                </a:lnTo>
                <a:cubicBezTo>
                  <a:pt x="737" y="716"/>
                  <a:pt x="736" y="715"/>
                  <a:pt x="735" y="715"/>
                </a:cubicBezTo>
                <a:lnTo>
                  <a:pt x="726" y="710"/>
                </a:lnTo>
                <a:cubicBezTo>
                  <a:pt x="725" y="710"/>
                  <a:pt x="724" y="709"/>
                  <a:pt x="723" y="708"/>
                </a:cubicBezTo>
                <a:lnTo>
                  <a:pt x="715" y="699"/>
                </a:lnTo>
                <a:lnTo>
                  <a:pt x="694" y="693"/>
                </a:lnTo>
                <a:lnTo>
                  <a:pt x="683" y="709"/>
                </a:lnTo>
                <a:cubicBezTo>
                  <a:pt x="682" y="711"/>
                  <a:pt x="679" y="712"/>
                  <a:pt x="677" y="712"/>
                </a:cubicBezTo>
                <a:lnTo>
                  <a:pt x="644" y="714"/>
                </a:lnTo>
                <a:lnTo>
                  <a:pt x="634" y="718"/>
                </a:lnTo>
                <a:lnTo>
                  <a:pt x="635" y="721"/>
                </a:lnTo>
                <a:lnTo>
                  <a:pt x="637" y="739"/>
                </a:lnTo>
                <a:lnTo>
                  <a:pt x="646" y="754"/>
                </a:lnTo>
                <a:lnTo>
                  <a:pt x="661" y="793"/>
                </a:lnTo>
                <a:lnTo>
                  <a:pt x="674" y="796"/>
                </a:lnTo>
                <a:cubicBezTo>
                  <a:pt x="675" y="796"/>
                  <a:pt x="676" y="796"/>
                  <a:pt x="676" y="797"/>
                </a:cubicBezTo>
                <a:lnTo>
                  <a:pt x="679" y="799"/>
                </a:lnTo>
                <a:cubicBezTo>
                  <a:pt x="681" y="800"/>
                  <a:pt x="682" y="802"/>
                  <a:pt x="683" y="804"/>
                </a:cubicBezTo>
                <a:lnTo>
                  <a:pt x="686" y="821"/>
                </a:lnTo>
                <a:cubicBezTo>
                  <a:pt x="686" y="822"/>
                  <a:pt x="686" y="823"/>
                  <a:pt x="686" y="824"/>
                </a:cubicBezTo>
                <a:lnTo>
                  <a:pt x="682" y="841"/>
                </a:lnTo>
                <a:cubicBezTo>
                  <a:pt x="681" y="842"/>
                  <a:pt x="681" y="842"/>
                  <a:pt x="681" y="843"/>
                </a:cubicBezTo>
                <a:lnTo>
                  <a:pt x="673" y="857"/>
                </a:lnTo>
                <a:lnTo>
                  <a:pt x="664" y="867"/>
                </a:lnTo>
                <a:cubicBezTo>
                  <a:pt x="661" y="870"/>
                  <a:pt x="657" y="871"/>
                  <a:pt x="654" y="869"/>
                </a:cubicBezTo>
                <a:cubicBezTo>
                  <a:pt x="651" y="867"/>
                  <a:pt x="649" y="863"/>
                  <a:pt x="650" y="860"/>
                </a:cubicBezTo>
                <a:lnTo>
                  <a:pt x="658" y="829"/>
                </a:lnTo>
                <a:lnTo>
                  <a:pt x="657" y="823"/>
                </a:lnTo>
                <a:lnTo>
                  <a:pt x="654" y="818"/>
                </a:lnTo>
                <a:lnTo>
                  <a:pt x="637" y="804"/>
                </a:lnTo>
                <a:lnTo>
                  <a:pt x="628" y="801"/>
                </a:lnTo>
                <a:lnTo>
                  <a:pt x="618" y="804"/>
                </a:lnTo>
                <a:lnTo>
                  <a:pt x="591" y="821"/>
                </a:lnTo>
                <a:cubicBezTo>
                  <a:pt x="588" y="823"/>
                  <a:pt x="583" y="822"/>
                  <a:pt x="581" y="819"/>
                </a:cubicBezTo>
                <a:cubicBezTo>
                  <a:pt x="580" y="819"/>
                  <a:pt x="580" y="818"/>
                  <a:pt x="579" y="817"/>
                </a:cubicBezTo>
                <a:cubicBezTo>
                  <a:pt x="579" y="819"/>
                  <a:pt x="579" y="820"/>
                  <a:pt x="578" y="821"/>
                </a:cubicBezTo>
                <a:lnTo>
                  <a:pt x="576" y="825"/>
                </a:lnTo>
                <a:cubicBezTo>
                  <a:pt x="576" y="826"/>
                  <a:pt x="575" y="827"/>
                  <a:pt x="574" y="827"/>
                </a:cubicBezTo>
                <a:lnTo>
                  <a:pt x="547" y="852"/>
                </a:lnTo>
                <a:lnTo>
                  <a:pt x="548" y="854"/>
                </a:lnTo>
                <a:lnTo>
                  <a:pt x="551" y="855"/>
                </a:lnTo>
                <a:lnTo>
                  <a:pt x="581" y="861"/>
                </a:lnTo>
                <a:cubicBezTo>
                  <a:pt x="582" y="862"/>
                  <a:pt x="583" y="862"/>
                  <a:pt x="583" y="863"/>
                </a:cubicBezTo>
                <a:lnTo>
                  <a:pt x="588" y="865"/>
                </a:lnTo>
                <a:cubicBezTo>
                  <a:pt x="589" y="866"/>
                  <a:pt x="590" y="867"/>
                  <a:pt x="591" y="869"/>
                </a:cubicBezTo>
                <a:lnTo>
                  <a:pt x="593" y="872"/>
                </a:lnTo>
                <a:cubicBezTo>
                  <a:pt x="593" y="873"/>
                  <a:pt x="593" y="874"/>
                  <a:pt x="593" y="876"/>
                </a:cubicBezTo>
                <a:lnTo>
                  <a:pt x="593" y="880"/>
                </a:lnTo>
                <a:lnTo>
                  <a:pt x="591" y="894"/>
                </a:lnTo>
                <a:lnTo>
                  <a:pt x="608" y="894"/>
                </a:lnTo>
                <a:cubicBezTo>
                  <a:pt x="609" y="894"/>
                  <a:pt x="610" y="894"/>
                  <a:pt x="611" y="895"/>
                </a:cubicBezTo>
                <a:lnTo>
                  <a:pt x="616" y="897"/>
                </a:lnTo>
                <a:cubicBezTo>
                  <a:pt x="617" y="898"/>
                  <a:pt x="618" y="899"/>
                  <a:pt x="619" y="899"/>
                </a:cubicBezTo>
                <a:lnTo>
                  <a:pt x="622" y="903"/>
                </a:lnTo>
                <a:cubicBezTo>
                  <a:pt x="622" y="903"/>
                  <a:pt x="622" y="904"/>
                  <a:pt x="623" y="905"/>
                </a:cubicBezTo>
                <a:lnTo>
                  <a:pt x="626" y="916"/>
                </a:lnTo>
                <a:lnTo>
                  <a:pt x="628" y="926"/>
                </a:lnTo>
                <a:lnTo>
                  <a:pt x="769" y="953"/>
                </a:lnTo>
                <a:lnTo>
                  <a:pt x="799" y="922"/>
                </a:lnTo>
                <a:lnTo>
                  <a:pt x="813" y="913"/>
                </a:lnTo>
                <a:cubicBezTo>
                  <a:pt x="814" y="912"/>
                  <a:pt x="815" y="911"/>
                  <a:pt x="817" y="911"/>
                </a:cubicBezTo>
                <a:lnTo>
                  <a:pt x="827" y="909"/>
                </a:lnTo>
                <a:lnTo>
                  <a:pt x="828" y="905"/>
                </a:lnTo>
                <a:lnTo>
                  <a:pt x="829" y="898"/>
                </a:lnTo>
                <a:lnTo>
                  <a:pt x="845" y="860"/>
                </a:lnTo>
                <a:lnTo>
                  <a:pt x="856" y="842"/>
                </a:lnTo>
                <a:lnTo>
                  <a:pt x="889" y="812"/>
                </a:lnTo>
                <a:cubicBezTo>
                  <a:pt x="890" y="811"/>
                  <a:pt x="892" y="810"/>
                  <a:pt x="894" y="810"/>
                </a:cubicBezTo>
                <a:lnTo>
                  <a:pt x="911" y="810"/>
                </a:lnTo>
                <a:cubicBezTo>
                  <a:pt x="912" y="810"/>
                  <a:pt x="913" y="810"/>
                  <a:pt x="914" y="811"/>
                </a:cubicBezTo>
                <a:lnTo>
                  <a:pt x="920" y="813"/>
                </a:lnTo>
                <a:lnTo>
                  <a:pt x="927" y="815"/>
                </a:lnTo>
                <a:lnTo>
                  <a:pt x="940" y="810"/>
                </a:lnTo>
                <a:lnTo>
                  <a:pt x="951" y="798"/>
                </a:lnTo>
                <a:lnTo>
                  <a:pt x="964" y="779"/>
                </a:lnTo>
                <a:lnTo>
                  <a:pt x="972" y="769"/>
                </a:lnTo>
                <a:lnTo>
                  <a:pt x="973" y="768"/>
                </a:lnTo>
                <a:lnTo>
                  <a:pt x="976" y="766"/>
                </a:lnTo>
                <a:lnTo>
                  <a:pt x="984" y="756"/>
                </a:lnTo>
                <a:lnTo>
                  <a:pt x="986" y="729"/>
                </a:lnTo>
                <a:lnTo>
                  <a:pt x="981" y="709"/>
                </a:lnTo>
                <a:lnTo>
                  <a:pt x="947" y="65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3" name="Freeform 48">
            <a:extLst>
              <a:ext uri="{FF2B5EF4-FFF2-40B4-BE49-F238E27FC236}">
                <a16:creationId xmlns:a16="http://schemas.microsoft.com/office/drawing/2014/main" xmlns="" id="{875CAAE8-E154-47B6-B62A-AF9FE2E04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344" y="5473905"/>
            <a:ext cx="26699" cy="30260"/>
          </a:xfrm>
          <a:custGeom>
            <a:avLst/>
            <a:gdLst>
              <a:gd name="T0" fmla="*/ 52 w 65"/>
              <a:gd name="T1" fmla="*/ 72 h 73"/>
              <a:gd name="T2" fmla="*/ 52 w 65"/>
              <a:gd name="T3" fmla="*/ 72 h 73"/>
              <a:gd name="T4" fmla="*/ 55 w 65"/>
              <a:gd name="T5" fmla="*/ 72 h 73"/>
              <a:gd name="T6" fmla="*/ 61 w 65"/>
              <a:gd name="T7" fmla="*/ 68 h 73"/>
              <a:gd name="T8" fmla="*/ 62 w 65"/>
              <a:gd name="T9" fmla="*/ 66 h 73"/>
              <a:gd name="T10" fmla="*/ 63 w 65"/>
              <a:gd name="T11" fmla="*/ 61 h 73"/>
              <a:gd name="T12" fmla="*/ 63 w 65"/>
              <a:gd name="T13" fmla="*/ 57 h 73"/>
              <a:gd name="T14" fmla="*/ 62 w 65"/>
              <a:gd name="T15" fmla="*/ 54 h 73"/>
              <a:gd name="T16" fmla="*/ 62 w 65"/>
              <a:gd name="T17" fmla="*/ 53 h 73"/>
              <a:gd name="T18" fmla="*/ 61 w 65"/>
              <a:gd name="T19" fmla="*/ 48 h 73"/>
              <a:gd name="T20" fmla="*/ 61 w 65"/>
              <a:gd name="T21" fmla="*/ 46 h 73"/>
              <a:gd name="T22" fmla="*/ 53 w 65"/>
              <a:gd name="T23" fmla="*/ 28 h 73"/>
              <a:gd name="T24" fmla="*/ 51 w 65"/>
              <a:gd name="T25" fmla="*/ 25 h 73"/>
              <a:gd name="T26" fmla="*/ 49 w 65"/>
              <a:gd name="T27" fmla="*/ 23 h 73"/>
              <a:gd name="T28" fmla="*/ 50 w 65"/>
              <a:gd name="T29" fmla="*/ 19 h 73"/>
              <a:gd name="T30" fmla="*/ 49 w 65"/>
              <a:gd name="T31" fmla="*/ 16 h 73"/>
              <a:gd name="T32" fmla="*/ 49 w 65"/>
              <a:gd name="T33" fmla="*/ 15 h 73"/>
              <a:gd name="T34" fmla="*/ 45 w 65"/>
              <a:gd name="T35" fmla="*/ 9 h 73"/>
              <a:gd name="T36" fmla="*/ 41 w 65"/>
              <a:gd name="T37" fmla="*/ 8 h 73"/>
              <a:gd name="T38" fmla="*/ 37 w 65"/>
              <a:gd name="T39" fmla="*/ 7 h 73"/>
              <a:gd name="T40" fmla="*/ 36 w 65"/>
              <a:gd name="T41" fmla="*/ 7 h 73"/>
              <a:gd name="T42" fmla="*/ 35 w 65"/>
              <a:gd name="T43" fmla="*/ 6 h 73"/>
              <a:gd name="T44" fmla="*/ 33 w 65"/>
              <a:gd name="T45" fmla="*/ 3 h 73"/>
              <a:gd name="T46" fmla="*/ 25 w 65"/>
              <a:gd name="T47" fmla="*/ 0 h 73"/>
              <a:gd name="T48" fmla="*/ 12 w 65"/>
              <a:gd name="T49" fmla="*/ 3 h 73"/>
              <a:gd name="T50" fmla="*/ 10 w 65"/>
              <a:gd name="T51" fmla="*/ 4 h 73"/>
              <a:gd name="T52" fmla="*/ 6 w 65"/>
              <a:gd name="T53" fmla="*/ 6 h 73"/>
              <a:gd name="T54" fmla="*/ 3 w 65"/>
              <a:gd name="T55" fmla="*/ 10 h 73"/>
              <a:gd name="T56" fmla="*/ 1 w 65"/>
              <a:gd name="T57" fmla="*/ 13 h 73"/>
              <a:gd name="T58" fmla="*/ 1 w 65"/>
              <a:gd name="T59" fmla="*/ 20 h 73"/>
              <a:gd name="T60" fmla="*/ 2 w 65"/>
              <a:gd name="T61" fmla="*/ 22 h 73"/>
              <a:gd name="T62" fmla="*/ 7 w 65"/>
              <a:gd name="T63" fmla="*/ 32 h 73"/>
              <a:gd name="T64" fmla="*/ 12 w 65"/>
              <a:gd name="T65" fmla="*/ 33 h 73"/>
              <a:gd name="T66" fmla="*/ 13 w 65"/>
              <a:gd name="T67" fmla="*/ 33 h 73"/>
              <a:gd name="T68" fmla="*/ 17 w 65"/>
              <a:gd name="T69" fmla="*/ 36 h 73"/>
              <a:gd name="T70" fmla="*/ 17 w 65"/>
              <a:gd name="T71" fmla="*/ 36 h 73"/>
              <a:gd name="T72" fmla="*/ 19 w 65"/>
              <a:gd name="T73" fmla="*/ 41 h 73"/>
              <a:gd name="T74" fmla="*/ 21 w 65"/>
              <a:gd name="T75" fmla="*/ 44 h 73"/>
              <a:gd name="T76" fmla="*/ 30 w 65"/>
              <a:gd name="T77" fmla="*/ 52 h 73"/>
              <a:gd name="T78" fmla="*/ 30 w 65"/>
              <a:gd name="T79" fmla="*/ 52 h 73"/>
              <a:gd name="T80" fmla="*/ 30 w 65"/>
              <a:gd name="T81" fmla="*/ 54 h 73"/>
              <a:gd name="T82" fmla="*/ 32 w 65"/>
              <a:gd name="T83" fmla="*/ 60 h 73"/>
              <a:gd name="T84" fmla="*/ 35 w 65"/>
              <a:gd name="T85" fmla="*/ 64 h 73"/>
              <a:gd name="T86" fmla="*/ 41 w 65"/>
              <a:gd name="T87" fmla="*/ 68 h 73"/>
              <a:gd name="T88" fmla="*/ 43 w 65"/>
              <a:gd name="T89" fmla="*/ 69 h 73"/>
              <a:gd name="T90" fmla="*/ 50 w 65"/>
              <a:gd name="T91" fmla="*/ 71 h 73"/>
              <a:gd name="T92" fmla="*/ 52 w 65"/>
              <a:gd name="T93" fmla="*/ 72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5" h="73">
                <a:moveTo>
                  <a:pt x="52" y="72"/>
                </a:moveTo>
                <a:lnTo>
                  <a:pt x="52" y="72"/>
                </a:lnTo>
                <a:lnTo>
                  <a:pt x="55" y="72"/>
                </a:lnTo>
                <a:cubicBezTo>
                  <a:pt x="57" y="71"/>
                  <a:pt x="60" y="70"/>
                  <a:pt x="61" y="68"/>
                </a:cubicBezTo>
                <a:lnTo>
                  <a:pt x="62" y="66"/>
                </a:lnTo>
                <a:cubicBezTo>
                  <a:pt x="63" y="65"/>
                  <a:pt x="63" y="62"/>
                  <a:pt x="63" y="61"/>
                </a:cubicBezTo>
                <a:cubicBezTo>
                  <a:pt x="64" y="60"/>
                  <a:pt x="63" y="58"/>
                  <a:pt x="63" y="57"/>
                </a:cubicBezTo>
                <a:cubicBezTo>
                  <a:pt x="63" y="56"/>
                  <a:pt x="63" y="55"/>
                  <a:pt x="62" y="54"/>
                </a:cubicBezTo>
                <a:cubicBezTo>
                  <a:pt x="62" y="53"/>
                  <a:pt x="62" y="53"/>
                  <a:pt x="62" y="53"/>
                </a:cubicBezTo>
                <a:lnTo>
                  <a:pt x="61" y="48"/>
                </a:lnTo>
                <a:cubicBezTo>
                  <a:pt x="61" y="48"/>
                  <a:pt x="61" y="47"/>
                  <a:pt x="61" y="46"/>
                </a:cubicBezTo>
                <a:lnTo>
                  <a:pt x="53" y="28"/>
                </a:lnTo>
                <a:cubicBezTo>
                  <a:pt x="53" y="27"/>
                  <a:pt x="52" y="26"/>
                  <a:pt x="51" y="25"/>
                </a:cubicBezTo>
                <a:lnTo>
                  <a:pt x="49" y="23"/>
                </a:lnTo>
                <a:cubicBezTo>
                  <a:pt x="50" y="22"/>
                  <a:pt x="50" y="21"/>
                  <a:pt x="50" y="19"/>
                </a:cubicBezTo>
                <a:cubicBezTo>
                  <a:pt x="50" y="18"/>
                  <a:pt x="50" y="17"/>
                  <a:pt x="49" y="16"/>
                </a:cubicBezTo>
                <a:lnTo>
                  <a:pt x="49" y="15"/>
                </a:lnTo>
                <a:cubicBezTo>
                  <a:pt x="49" y="13"/>
                  <a:pt x="47" y="11"/>
                  <a:pt x="45" y="9"/>
                </a:cubicBezTo>
                <a:lnTo>
                  <a:pt x="41" y="8"/>
                </a:lnTo>
                <a:cubicBezTo>
                  <a:pt x="40" y="7"/>
                  <a:pt x="38" y="7"/>
                  <a:pt x="37" y="7"/>
                </a:cubicBezTo>
                <a:lnTo>
                  <a:pt x="36" y="7"/>
                </a:lnTo>
                <a:cubicBezTo>
                  <a:pt x="36" y="7"/>
                  <a:pt x="36" y="6"/>
                  <a:pt x="35" y="6"/>
                </a:cubicBezTo>
                <a:lnTo>
                  <a:pt x="33" y="3"/>
                </a:lnTo>
                <a:cubicBezTo>
                  <a:pt x="32" y="1"/>
                  <a:pt x="28" y="0"/>
                  <a:pt x="25" y="0"/>
                </a:cubicBezTo>
                <a:lnTo>
                  <a:pt x="12" y="3"/>
                </a:lnTo>
                <a:cubicBezTo>
                  <a:pt x="12" y="3"/>
                  <a:pt x="11" y="4"/>
                  <a:pt x="10" y="4"/>
                </a:cubicBezTo>
                <a:lnTo>
                  <a:pt x="6" y="6"/>
                </a:lnTo>
                <a:cubicBezTo>
                  <a:pt x="5" y="7"/>
                  <a:pt x="3" y="8"/>
                  <a:pt x="3" y="10"/>
                </a:cubicBezTo>
                <a:lnTo>
                  <a:pt x="1" y="13"/>
                </a:lnTo>
                <a:cubicBezTo>
                  <a:pt x="0" y="15"/>
                  <a:pt x="0" y="18"/>
                  <a:pt x="1" y="20"/>
                </a:cubicBezTo>
                <a:lnTo>
                  <a:pt x="2" y="22"/>
                </a:lnTo>
                <a:cubicBezTo>
                  <a:pt x="1" y="26"/>
                  <a:pt x="4" y="30"/>
                  <a:pt x="7" y="32"/>
                </a:cubicBezTo>
                <a:cubicBezTo>
                  <a:pt x="8" y="33"/>
                  <a:pt x="10" y="33"/>
                  <a:pt x="12" y="33"/>
                </a:cubicBezTo>
                <a:lnTo>
                  <a:pt x="13" y="33"/>
                </a:lnTo>
                <a:cubicBezTo>
                  <a:pt x="14" y="35"/>
                  <a:pt x="16" y="36"/>
                  <a:pt x="17" y="36"/>
                </a:cubicBezTo>
                <a:lnTo>
                  <a:pt x="17" y="36"/>
                </a:lnTo>
                <a:lnTo>
                  <a:pt x="19" y="41"/>
                </a:lnTo>
                <a:cubicBezTo>
                  <a:pt x="19" y="42"/>
                  <a:pt x="20" y="43"/>
                  <a:pt x="21" y="44"/>
                </a:cubicBezTo>
                <a:lnTo>
                  <a:pt x="30" y="52"/>
                </a:lnTo>
                <a:lnTo>
                  <a:pt x="30" y="52"/>
                </a:lnTo>
                <a:cubicBezTo>
                  <a:pt x="30" y="52"/>
                  <a:pt x="30" y="53"/>
                  <a:pt x="30" y="54"/>
                </a:cubicBezTo>
                <a:lnTo>
                  <a:pt x="32" y="60"/>
                </a:lnTo>
                <a:cubicBezTo>
                  <a:pt x="33" y="62"/>
                  <a:pt x="34" y="63"/>
                  <a:pt x="35" y="64"/>
                </a:cubicBezTo>
                <a:lnTo>
                  <a:pt x="41" y="68"/>
                </a:lnTo>
                <a:cubicBezTo>
                  <a:pt x="42" y="69"/>
                  <a:pt x="43" y="69"/>
                  <a:pt x="43" y="69"/>
                </a:cubicBezTo>
                <a:lnTo>
                  <a:pt x="50" y="71"/>
                </a:lnTo>
                <a:cubicBezTo>
                  <a:pt x="50" y="72"/>
                  <a:pt x="51" y="72"/>
                  <a:pt x="52" y="72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4" name="Freeform 49">
            <a:extLst>
              <a:ext uri="{FF2B5EF4-FFF2-40B4-BE49-F238E27FC236}">
                <a16:creationId xmlns:a16="http://schemas.microsoft.com/office/drawing/2014/main" xmlns="" id="{55DB01A0-D7FF-4397-8B29-3FA79417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24" y="5438305"/>
            <a:ext cx="19580" cy="30260"/>
          </a:xfrm>
          <a:custGeom>
            <a:avLst/>
            <a:gdLst>
              <a:gd name="T0" fmla="*/ 46 w 47"/>
              <a:gd name="T1" fmla="*/ 52 h 77"/>
              <a:gd name="T2" fmla="*/ 46 w 47"/>
              <a:gd name="T3" fmla="*/ 43 h 77"/>
              <a:gd name="T4" fmla="*/ 45 w 47"/>
              <a:gd name="T5" fmla="*/ 39 h 77"/>
              <a:gd name="T6" fmla="*/ 43 w 47"/>
              <a:gd name="T7" fmla="*/ 35 h 77"/>
              <a:gd name="T8" fmla="*/ 42 w 47"/>
              <a:gd name="T9" fmla="*/ 32 h 77"/>
              <a:gd name="T10" fmla="*/ 37 w 47"/>
              <a:gd name="T11" fmla="*/ 27 h 77"/>
              <a:gd name="T12" fmla="*/ 38 w 47"/>
              <a:gd name="T13" fmla="*/ 24 h 77"/>
              <a:gd name="T14" fmla="*/ 38 w 47"/>
              <a:gd name="T15" fmla="*/ 19 h 77"/>
              <a:gd name="T16" fmla="*/ 35 w 47"/>
              <a:gd name="T17" fmla="*/ 9 h 77"/>
              <a:gd name="T18" fmla="*/ 33 w 47"/>
              <a:gd name="T19" fmla="*/ 5 h 77"/>
              <a:gd name="T20" fmla="*/ 26 w 47"/>
              <a:gd name="T21" fmla="*/ 0 h 77"/>
              <a:gd name="T22" fmla="*/ 23 w 47"/>
              <a:gd name="T23" fmla="*/ 0 h 77"/>
              <a:gd name="T24" fmla="*/ 18 w 47"/>
              <a:gd name="T25" fmla="*/ 1 h 77"/>
              <a:gd name="T26" fmla="*/ 16 w 47"/>
              <a:gd name="T27" fmla="*/ 3 h 77"/>
              <a:gd name="T28" fmla="*/ 12 w 47"/>
              <a:gd name="T29" fmla="*/ 7 h 77"/>
              <a:gd name="T30" fmla="*/ 11 w 47"/>
              <a:gd name="T31" fmla="*/ 11 h 77"/>
              <a:gd name="T32" fmla="*/ 8 w 47"/>
              <a:gd name="T33" fmla="*/ 12 h 77"/>
              <a:gd name="T34" fmla="*/ 4 w 47"/>
              <a:gd name="T35" fmla="*/ 16 h 77"/>
              <a:gd name="T36" fmla="*/ 1 w 47"/>
              <a:gd name="T37" fmla="*/ 22 h 77"/>
              <a:gd name="T38" fmla="*/ 2 w 47"/>
              <a:gd name="T39" fmla="*/ 27 h 77"/>
              <a:gd name="T40" fmla="*/ 1 w 47"/>
              <a:gd name="T41" fmla="*/ 29 h 77"/>
              <a:gd name="T42" fmla="*/ 1 w 47"/>
              <a:gd name="T43" fmla="*/ 32 h 77"/>
              <a:gd name="T44" fmla="*/ 2 w 47"/>
              <a:gd name="T45" fmla="*/ 45 h 77"/>
              <a:gd name="T46" fmla="*/ 3 w 47"/>
              <a:gd name="T47" fmla="*/ 47 h 77"/>
              <a:gd name="T48" fmla="*/ 5 w 47"/>
              <a:gd name="T49" fmla="*/ 52 h 77"/>
              <a:gd name="T50" fmla="*/ 9 w 47"/>
              <a:gd name="T51" fmla="*/ 55 h 77"/>
              <a:gd name="T52" fmla="*/ 10 w 47"/>
              <a:gd name="T53" fmla="*/ 59 h 77"/>
              <a:gd name="T54" fmla="*/ 11 w 47"/>
              <a:gd name="T55" fmla="*/ 62 h 77"/>
              <a:gd name="T56" fmla="*/ 13 w 47"/>
              <a:gd name="T57" fmla="*/ 66 h 77"/>
              <a:gd name="T58" fmla="*/ 20 w 47"/>
              <a:gd name="T59" fmla="*/ 70 h 77"/>
              <a:gd name="T60" fmla="*/ 21 w 47"/>
              <a:gd name="T61" fmla="*/ 71 h 77"/>
              <a:gd name="T62" fmla="*/ 28 w 47"/>
              <a:gd name="T63" fmla="*/ 76 h 77"/>
              <a:gd name="T64" fmla="*/ 31 w 47"/>
              <a:gd name="T65" fmla="*/ 75 h 77"/>
              <a:gd name="T66" fmla="*/ 35 w 47"/>
              <a:gd name="T67" fmla="*/ 73 h 77"/>
              <a:gd name="T68" fmla="*/ 38 w 47"/>
              <a:gd name="T69" fmla="*/ 70 h 77"/>
              <a:gd name="T70" fmla="*/ 42 w 47"/>
              <a:gd name="T71" fmla="*/ 65 h 77"/>
              <a:gd name="T72" fmla="*/ 43 w 47"/>
              <a:gd name="T73" fmla="*/ 62 h 77"/>
              <a:gd name="T74" fmla="*/ 46 w 47"/>
              <a:gd name="T75" fmla="*/ 52 h 77"/>
              <a:gd name="T76" fmla="*/ 23 w 47"/>
              <a:gd name="T77" fmla="*/ 42 h 77"/>
              <a:gd name="T78" fmla="*/ 21 w 47"/>
              <a:gd name="T79" fmla="*/ 43 h 77"/>
              <a:gd name="T80" fmla="*/ 18 w 47"/>
              <a:gd name="T81" fmla="*/ 41 h 77"/>
              <a:gd name="T82" fmla="*/ 17 w 47"/>
              <a:gd name="T83" fmla="*/ 32 h 77"/>
              <a:gd name="T84" fmla="*/ 18 w 47"/>
              <a:gd name="T85" fmla="*/ 29 h 77"/>
              <a:gd name="T86" fmla="*/ 18 w 47"/>
              <a:gd name="T87" fmla="*/ 27 h 77"/>
              <a:gd name="T88" fmla="*/ 18 w 47"/>
              <a:gd name="T89" fmla="*/ 25 h 77"/>
              <a:gd name="T90" fmla="*/ 19 w 47"/>
              <a:gd name="T91" fmla="*/ 24 h 77"/>
              <a:gd name="T92" fmla="*/ 22 w 47"/>
              <a:gd name="T93" fmla="*/ 22 h 77"/>
              <a:gd name="T94" fmla="*/ 22 w 47"/>
              <a:gd name="T95" fmla="*/ 23 h 77"/>
              <a:gd name="T96" fmla="*/ 21 w 47"/>
              <a:gd name="T97" fmla="*/ 29 h 77"/>
              <a:gd name="T98" fmla="*/ 23 w 47"/>
              <a:gd name="T99" fmla="*/ 34 h 77"/>
              <a:gd name="T100" fmla="*/ 26 w 47"/>
              <a:gd name="T101" fmla="*/ 39 h 77"/>
              <a:gd name="T102" fmla="*/ 27 w 47"/>
              <a:gd name="T103" fmla="*/ 40 h 77"/>
              <a:gd name="T104" fmla="*/ 23 w 47"/>
              <a:gd name="T105" fmla="*/ 42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7" h="77">
                <a:moveTo>
                  <a:pt x="46" y="52"/>
                </a:moveTo>
                <a:lnTo>
                  <a:pt x="46" y="43"/>
                </a:lnTo>
                <a:cubicBezTo>
                  <a:pt x="46" y="42"/>
                  <a:pt x="46" y="40"/>
                  <a:pt x="45" y="39"/>
                </a:cubicBezTo>
                <a:lnTo>
                  <a:pt x="43" y="35"/>
                </a:lnTo>
                <a:cubicBezTo>
                  <a:pt x="43" y="34"/>
                  <a:pt x="42" y="33"/>
                  <a:pt x="42" y="32"/>
                </a:cubicBezTo>
                <a:lnTo>
                  <a:pt x="37" y="27"/>
                </a:lnTo>
                <a:lnTo>
                  <a:pt x="38" y="24"/>
                </a:lnTo>
                <a:cubicBezTo>
                  <a:pt x="39" y="22"/>
                  <a:pt x="38" y="21"/>
                  <a:pt x="38" y="19"/>
                </a:cubicBezTo>
                <a:lnTo>
                  <a:pt x="35" y="9"/>
                </a:lnTo>
                <a:lnTo>
                  <a:pt x="33" y="5"/>
                </a:lnTo>
                <a:cubicBezTo>
                  <a:pt x="32" y="2"/>
                  <a:pt x="29" y="0"/>
                  <a:pt x="26" y="0"/>
                </a:cubicBezTo>
                <a:lnTo>
                  <a:pt x="23" y="0"/>
                </a:lnTo>
                <a:cubicBezTo>
                  <a:pt x="21" y="0"/>
                  <a:pt x="20" y="0"/>
                  <a:pt x="18" y="1"/>
                </a:cubicBezTo>
                <a:lnTo>
                  <a:pt x="16" y="3"/>
                </a:lnTo>
                <a:cubicBezTo>
                  <a:pt x="14" y="4"/>
                  <a:pt x="13" y="5"/>
                  <a:pt x="12" y="7"/>
                </a:cubicBezTo>
                <a:lnTo>
                  <a:pt x="11" y="11"/>
                </a:lnTo>
                <a:cubicBezTo>
                  <a:pt x="10" y="11"/>
                  <a:pt x="9" y="12"/>
                  <a:pt x="8" y="12"/>
                </a:cubicBezTo>
                <a:lnTo>
                  <a:pt x="4" y="16"/>
                </a:lnTo>
                <a:cubicBezTo>
                  <a:pt x="2" y="17"/>
                  <a:pt x="1" y="20"/>
                  <a:pt x="1" y="22"/>
                </a:cubicBezTo>
                <a:cubicBezTo>
                  <a:pt x="0" y="24"/>
                  <a:pt x="1" y="26"/>
                  <a:pt x="2" y="27"/>
                </a:cubicBezTo>
                <a:lnTo>
                  <a:pt x="1" y="29"/>
                </a:lnTo>
                <a:cubicBezTo>
                  <a:pt x="1" y="30"/>
                  <a:pt x="1" y="31"/>
                  <a:pt x="1" y="32"/>
                </a:cubicBezTo>
                <a:lnTo>
                  <a:pt x="2" y="45"/>
                </a:lnTo>
                <a:cubicBezTo>
                  <a:pt x="2" y="45"/>
                  <a:pt x="3" y="46"/>
                  <a:pt x="3" y="47"/>
                </a:cubicBezTo>
                <a:lnTo>
                  <a:pt x="5" y="52"/>
                </a:lnTo>
                <a:cubicBezTo>
                  <a:pt x="6" y="53"/>
                  <a:pt x="7" y="54"/>
                  <a:pt x="9" y="55"/>
                </a:cubicBezTo>
                <a:lnTo>
                  <a:pt x="10" y="59"/>
                </a:lnTo>
                <a:cubicBezTo>
                  <a:pt x="10" y="60"/>
                  <a:pt x="10" y="61"/>
                  <a:pt x="11" y="62"/>
                </a:cubicBezTo>
                <a:lnTo>
                  <a:pt x="13" y="66"/>
                </a:lnTo>
                <a:cubicBezTo>
                  <a:pt x="15" y="69"/>
                  <a:pt x="17" y="70"/>
                  <a:pt x="20" y="70"/>
                </a:cubicBezTo>
                <a:lnTo>
                  <a:pt x="21" y="71"/>
                </a:lnTo>
                <a:cubicBezTo>
                  <a:pt x="22" y="74"/>
                  <a:pt x="25" y="76"/>
                  <a:pt x="28" y="76"/>
                </a:cubicBezTo>
                <a:cubicBezTo>
                  <a:pt x="29" y="76"/>
                  <a:pt x="30" y="75"/>
                  <a:pt x="31" y="75"/>
                </a:cubicBezTo>
                <a:lnTo>
                  <a:pt x="35" y="73"/>
                </a:lnTo>
                <a:cubicBezTo>
                  <a:pt x="36" y="73"/>
                  <a:pt x="37" y="72"/>
                  <a:pt x="38" y="70"/>
                </a:cubicBezTo>
                <a:lnTo>
                  <a:pt x="42" y="65"/>
                </a:lnTo>
                <a:cubicBezTo>
                  <a:pt x="43" y="64"/>
                  <a:pt x="43" y="63"/>
                  <a:pt x="43" y="62"/>
                </a:cubicBezTo>
                <a:lnTo>
                  <a:pt x="46" y="52"/>
                </a:lnTo>
                <a:close/>
                <a:moveTo>
                  <a:pt x="23" y="42"/>
                </a:moveTo>
                <a:cubicBezTo>
                  <a:pt x="23" y="42"/>
                  <a:pt x="22" y="43"/>
                  <a:pt x="21" y="43"/>
                </a:cubicBezTo>
                <a:cubicBezTo>
                  <a:pt x="20" y="42"/>
                  <a:pt x="19" y="41"/>
                  <a:pt x="18" y="41"/>
                </a:cubicBezTo>
                <a:lnTo>
                  <a:pt x="17" y="32"/>
                </a:lnTo>
                <a:lnTo>
                  <a:pt x="18" y="29"/>
                </a:lnTo>
                <a:lnTo>
                  <a:pt x="18" y="27"/>
                </a:lnTo>
                <a:cubicBezTo>
                  <a:pt x="18" y="26"/>
                  <a:pt x="18" y="26"/>
                  <a:pt x="18" y="25"/>
                </a:cubicBezTo>
                <a:lnTo>
                  <a:pt x="19" y="24"/>
                </a:lnTo>
                <a:cubicBezTo>
                  <a:pt x="20" y="24"/>
                  <a:pt x="21" y="23"/>
                  <a:pt x="22" y="22"/>
                </a:cubicBezTo>
                <a:lnTo>
                  <a:pt x="22" y="23"/>
                </a:lnTo>
                <a:lnTo>
                  <a:pt x="21" y="29"/>
                </a:lnTo>
                <a:cubicBezTo>
                  <a:pt x="21" y="31"/>
                  <a:pt x="22" y="32"/>
                  <a:pt x="23" y="34"/>
                </a:cubicBezTo>
                <a:lnTo>
                  <a:pt x="26" y="39"/>
                </a:lnTo>
                <a:cubicBezTo>
                  <a:pt x="26" y="39"/>
                  <a:pt x="26" y="40"/>
                  <a:pt x="27" y="40"/>
                </a:cubicBezTo>
                <a:cubicBezTo>
                  <a:pt x="26" y="40"/>
                  <a:pt x="24" y="41"/>
                  <a:pt x="23" y="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5" name="Freeform 50">
            <a:extLst>
              <a:ext uri="{FF2B5EF4-FFF2-40B4-BE49-F238E27FC236}">
                <a16:creationId xmlns:a16="http://schemas.microsoft.com/office/drawing/2014/main" xmlns="" id="{48F2A00D-AB8D-4EA6-83D0-DA0326079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124" y="5406266"/>
            <a:ext cx="30260" cy="48060"/>
          </a:xfrm>
          <a:custGeom>
            <a:avLst/>
            <a:gdLst>
              <a:gd name="T0" fmla="*/ 2 w 77"/>
              <a:gd name="T1" fmla="*/ 99 h 117"/>
              <a:gd name="T2" fmla="*/ 10 w 77"/>
              <a:gd name="T3" fmla="*/ 116 h 117"/>
              <a:gd name="T4" fmla="*/ 19 w 77"/>
              <a:gd name="T5" fmla="*/ 112 h 117"/>
              <a:gd name="T6" fmla="*/ 22 w 77"/>
              <a:gd name="T7" fmla="*/ 104 h 117"/>
              <a:gd name="T8" fmla="*/ 23 w 77"/>
              <a:gd name="T9" fmla="*/ 96 h 117"/>
              <a:gd name="T10" fmla="*/ 28 w 77"/>
              <a:gd name="T11" fmla="*/ 89 h 117"/>
              <a:gd name="T12" fmla="*/ 38 w 77"/>
              <a:gd name="T13" fmla="*/ 109 h 117"/>
              <a:gd name="T14" fmla="*/ 51 w 77"/>
              <a:gd name="T15" fmla="*/ 101 h 117"/>
              <a:gd name="T16" fmla="*/ 67 w 77"/>
              <a:gd name="T17" fmla="*/ 85 h 117"/>
              <a:gd name="T18" fmla="*/ 74 w 77"/>
              <a:gd name="T19" fmla="*/ 75 h 117"/>
              <a:gd name="T20" fmla="*/ 76 w 77"/>
              <a:gd name="T21" fmla="*/ 62 h 117"/>
              <a:gd name="T22" fmla="*/ 67 w 77"/>
              <a:gd name="T23" fmla="*/ 21 h 117"/>
              <a:gd name="T24" fmla="*/ 64 w 77"/>
              <a:gd name="T25" fmla="*/ 14 h 117"/>
              <a:gd name="T26" fmla="*/ 58 w 77"/>
              <a:gd name="T27" fmla="*/ 9 h 117"/>
              <a:gd name="T28" fmla="*/ 50 w 77"/>
              <a:gd name="T29" fmla="*/ 7 h 117"/>
              <a:gd name="T30" fmla="*/ 41 w 77"/>
              <a:gd name="T31" fmla="*/ 11 h 117"/>
              <a:gd name="T32" fmla="*/ 37 w 77"/>
              <a:gd name="T33" fmla="*/ 4 h 117"/>
              <a:gd name="T34" fmla="*/ 25 w 77"/>
              <a:gd name="T35" fmla="*/ 1 h 117"/>
              <a:gd name="T36" fmla="*/ 17 w 77"/>
              <a:gd name="T37" fmla="*/ 14 h 117"/>
              <a:gd name="T38" fmla="*/ 14 w 77"/>
              <a:gd name="T39" fmla="*/ 29 h 117"/>
              <a:gd name="T40" fmla="*/ 8 w 77"/>
              <a:gd name="T41" fmla="*/ 32 h 117"/>
              <a:gd name="T42" fmla="*/ 0 w 77"/>
              <a:gd name="T43" fmla="*/ 42 h 117"/>
              <a:gd name="T44" fmla="*/ 2 w 77"/>
              <a:gd name="T45" fmla="*/ 62 h 117"/>
              <a:gd name="T46" fmla="*/ 38 w 77"/>
              <a:gd name="T47" fmla="*/ 62 h 117"/>
              <a:gd name="T48" fmla="*/ 44 w 77"/>
              <a:gd name="T49" fmla="*/ 57 h 117"/>
              <a:gd name="T50" fmla="*/ 50 w 77"/>
              <a:gd name="T51" fmla="*/ 50 h 117"/>
              <a:gd name="T52" fmla="*/ 51 w 77"/>
              <a:gd name="T53" fmla="*/ 36 h 117"/>
              <a:gd name="T54" fmla="*/ 54 w 77"/>
              <a:gd name="T55" fmla="*/ 34 h 117"/>
              <a:gd name="T56" fmla="*/ 60 w 77"/>
              <a:gd name="T57" fmla="*/ 68 h 117"/>
              <a:gd name="T58" fmla="*/ 45 w 77"/>
              <a:gd name="T59" fmla="*/ 83 h 117"/>
              <a:gd name="T60" fmla="*/ 42 w 77"/>
              <a:gd name="T61" fmla="*/ 78 h 117"/>
              <a:gd name="T62" fmla="*/ 35 w 77"/>
              <a:gd name="T63" fmla="*/ 68 h 117"/>
              <a:gd name="T64" fmla="*/ 38 w 77"/>
              <a:gd name="T65" fmla="*/ 62 h 117"/>
              <a:gd name="T66" fmla="*/ 20 w 77"/>
              <a:gd name="T67" fmla="*/ 60 h 117"/>
              <a:gd name="T68" fmla="*/ 25 w 77"/>
              <a:gd name="T69" fmla="*/ 66 h 117"/>
              <a:gd name="T70" fmla="*/ 17 w 77"/>
              <a:gd name="T71" fmla="*/ 76 h 117"/>
              <a:gd name="T72" fmla="*/ 16 w 77"/>
              <a:gd name="T73" fmla="*/ 4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7" h="117">
                <a:moveTo>
                  <a:pt x="1" y="85"/>
                </a:moveTo>
                <a:lnTo>
                  <a:pt x="2" y="99"/>
                </a:lnTo>
                <a:lnTo>
                  <a:pt x="4" y="109"/>
                </a:lnTo>
                <a:cubicBezTo>
                  <a:pt x="4" y="112"/>
                  <a:pt x="7" y="115"/>
                  <a:pt x="10" y="116"/>
                </a:cubicBezTo>
                <a:cubicBezTo>
                  <a:pt x="11" y="116"/>
                  <a:pt x="11" y="116"/>
                  <a:pt x="12" y="116"/>
                </a:cubicBezTo>
                <a:cubicBezTo>
                  <a:pt x="15" y="116"/>
                  <a:pt x="17" y="114"/>
                  <a:pt x="19" y="112"/>
                </a:cubicBezTo>
                <a:lnTo>
                  <a:pt x="21" y="107"/>
                </a:lnTo>
                <a:cubicBezTo>
                  <a:pt x="22" y="106"/>
                  <a:pt x="22" y="105"/>
                  <a:pt x="22" y="104"/>
                </a:cubicBezTo>
                <a:lnTo>
                  <a:pt x="23" y="99"/>
                </a:lnTo>
                <a:lnTo>
                  <a:pt x="23" y="96"/>
                </a:lnTo>
                <a:lnTo>
                  <a:pt x="24" y="93"/>
                </a:lnTo>
                <a:lnTo>
                  <a:pt x="28" y="89"/>
                </a:lnTo>
                <a:lnTo>
                  <a:pt x="32" y="104"/>
                </a:lnTo>
                <a:cubicBezTo>
                  <a:pt x="33" y="107"/>
                  <a:pt x="35" y="109"/>
                  <a:pt x="38" y="109"/>
                </a:cubicBezTo>
                <a:cubicBezTo>
                  <a:pt x="40" y="110"/>
                  <a:pt x="43" y="109"/>
                  <a:pt x="45" y="107"/>
                </a:cubicBezTo>
                <a:lnTo>
                  <a:pt x="51" y="101"/>
                </a:lnTo>
                <a:lnTo>
                  <a:pt x="56" y="95"/>
                </a:lnTo>
                <a:lnTo>
                  <a:pt x="67" y="85"/>
                </a:lnTo>
                <a:cubicBezTo>
                  <a:pt x="68" y="84"/>
                  <a:pt x="69" y="84"/>
                  <a:pt x="69" y="83"/>
                </a:cubicBezTo>
                <a:lnTo>
                  <a:pt x="74" y="75"/>
                </a:lnTo>
                <a:cubicBezTo>
                  <a:pt x="75" y="74"/>
                  <a:pt x="76" y="73"/>
                  <a:pt x="76" y="71"/>
                </a:cubicBezTo>
                <a:lnTo>
                  <a:pt x="76" y="62"/>
                </a:lnTo>
                <a:cubicBezTo>
                  <a:pt x="76" y="61"/>
                  <a:pt x="76" y="60"/>
                  <a:pt x="76" y="59"/>
                </a:cubicBezTo>
                <a:lnTo>
                  <a:pt x="67" y="21"/>
                </a:lnTo>
                <a:lnTo>
                  <a:pt x="65" y="16"/>
                </a:lnTo>
                <a:cubicBezTo>
                  <a:pt x="64" y="15"/>
                  <a:pt x="64" y="15"/>
                  <a:pt x="64" y="14"/>
                </a:cubicBezTo>
                <a:lnTo>
                  <a:pt x="61" y="11"/>
                </a:lnTo>
                <a:cubicBezTo>
                  <a:pt x="60" y="10"/>
                  <a:pt x="59" y="9"/>
                  <a:pt x="58" y="9"/>
                </a:cubicBezTo>
                <a:lnTo>
                  <a:pt x="54" y="8"/>
                </a:lnTo>
                <a:cubicBezTo>
                  <a:pt x="53" y="7"/>
                  <a:pt x="51" y="7"/>
                  <a:pt x="50" y="7"/>
                </a:cubicBezTo>
                <a:lnTo>
                  <a:pt x="46" y="8"/>
                </a:lnTo>
                <a:cubicBezTo>
                  <a:pt x="44" y="8"/>
                  <a:pt x="42" y="10"/>
                  <a:pt x="41" y="11"/>
                </a:cubicBezTo>
                <a:lnTo>
                  <a:pt x="40" y="10"/>
                </a:lnTo>
                <a:lnTo>
                  <a:pt x="37" y="4"/>
                </a:lnTo>
                <a:cubicBezTo>
                  <a:pt x="36" y="2"/>
                  <a:pt x="34" y="1"/>
                  <a:pt x="32" y="0"/>
                </a:cubicBezTo>
                <a:cubicBezTo>
                  <a:pt x="29" y="0"/>
                  <a:pt x="27" y="0"/>
                  <a:pt x="25" y="1"/>
                </a:cubicBezTo>
                <a:lnTo>
                  <a:pt x="20" y="5"/>
                </a:lnTo>
                <a:cubicBezTo>
                  <a:pt x="17" y="7"/>
                  <a:pt x="16" y="11"/>
                  <a:pt x="17" y="14"/>
                </a:cubicBezTo>
                <a:lnTo>
                  <a:pt x="20" y="26"/>
                </a:lnTo>
                <a:cubicBezTo>
                  <a:pt x="17" y="26"/>
                  <a:pt x="15" y="27"/>
                  <a:pt x="14" y="29"/>
                </a:cubicBezTo>
                <a:lnTo>
                  <a:pt x="12" y="31"/>
                </a:lnTo>
                <a:lnTo>
                  <a:pt x="8" y="32"/>
                </a:lnTo>
                <a:cubicBezTo>
                  <a:pt x="5" y="32"/>
                  <a:pt x="2" y="34"/>
                  <a:pt x="1" y="37"/>
                </a:cubicBezTo>
                <a:lnTo>
                  <a:pt x="0" y="42"/>
                </a:lnTo>
                <a:cubicBezTo>
                  <a:pt x="0" y="43"/>
                  <a:pt x="0" y="44"/>
                  <a:pt x="0" y="45"/>
                </a:cubicBezTo>
                <a:lnTo>
                  <a:pt x="2" y="62"/>
                </a:lnTo>
                <a:lnTo>
                  <a:pt x="1" y="85"/>
                </a:lnTo>
                <a:close/>
                <a:moveTo>
                  <a:pt x="38" y="62"/>
                </a:moveTo>
                <a:lnTo>
                  <a:pt x="39" y="58"/>
                </a:lnTo>
                <a:cubicBezTo>
                  <a:pt x="41" y="58"/>
                  <a:pt x="43" y="58"/>
                  <a:pt x="44" y="57"/>
                </a:cubicBezTo>
                <a:lnTo>
                  <a:pt x="46" y="55"/>
                </a:lnTo>
                <a:cubicBezTo>
                  <a:pt x="48" y="54"/>
                  <a:pt x="50" y="52"/>
                  <a:pt x="50" y="50"/>
                </a:cubicBezTo>
                <a:lnTo>
                  <a:pt x="51" y="44"/>
                </a:lnTo>
                <a:lnTo>
                  <a:pt x="51" y="36"/>
                </a:lnTo>
                <a:lnTo>
                  <a:pt x="52" y="35"/>
                </a:lnTo>
                <a:lnTo>
                  <a:pt x="54" y="34"/>
                </a:lnTo>
                <a:lnTo>
                  <a:pt x="60" y="62"/>
                </a:lnTo>
                <a:lnTo>
                  <a:pt x="60" y="68"/>
                </a:lnTo>
                <a:lnTo>
                  <a:pt x="56" y="73"/>
                </a:lnTo>
                <a:lnTo>
                  <a:pt x="45" y="83"/>
                </a:lnTo>
                <a:cubicBezTo>
                  <a:pt x="44" y="83"/>
                  <a:pt x="43" y="84"/>
                  <a:pt x="43" y="84"/>
                </a:cubicBezTo>
                <a:lnTo>
                  <a:pt x="42" y="78"/>
                </a:lnTo>
                <a:cubicBezTo>
                  <a:pt x="41" y="77"/>
                  <a:pt x="41" y="76"/>
                  <a:pt x="40" y="75"/>
                </a:cubicBezTo>
                <a:lnTo>
                  <a:pt x="35" y="68"/>
                </a:lnTo>
                <a:lnTo>
                  <a:pt x="34" y="67"/>
                </a:lnTo>
                <a:cubicBezTo>
                  <a:pt x="36" y="66"/>
                  <a:pt x="37" y="64"/>
                  <a:pt x="38" y="62"/>
                </a:cubicBezTo>
                <a:close/>
                <a:moveTo>
                  <a:pt x="19" y="57"/>
                </a:moveTo>
                <a:cubicBezTo>
                  <a:pt x="19" y="58"/>
                  <a:pt x="20" y="59"/>
                  <a:pt x="20" y="60"/>
                </a:cubicBezTo>
                <a:lnTo>
                  <a:pt x="24" y="65"/>
                </a:lnTo>
                <a:cubicBezTo>
                  <a:pt x="24" y="65"/>
                  <a:pt x="24" y="66"/>
                  <a:pt x="25" y="66"/>
                </a:cubicBezTo>
                <a:cubicBezTo>
                  <a:pt x="23" y="67"/>
                  <a:pt x="22" y="69"/>
                  <a:pt x="21" y="71"/>
                </a:cubicBezTo>
                <a:lnTo>
                  <a:pt x="17" y="76"/>
                </a:lnTo>
                <a:lnTo>
                  <a:pt x="18" y="62"/>
                </a:lnTo>
                <a:lnTo>
                  <a:pt x="16" y="47"/>
                </a:lnTo>
                <a:lnTo>
                  <a:pt x="19" y="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6" name="Freeform 51">
            <a:extLst>
              <a:ext uri="{FF2B5EF4-FFF2-40B4-BE49-F238E27FC236}">
                <a16:creationId xmlns:a16="http://schemas.microsoft.com/office/drawing/2014/main" xmlns="" id="{5436D474-2662-49C4-8E66-267337E9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523" y="5872616"/>
            <a:ext cx="12460" cy="49839"/>
          </a:xfrm>
          <a:custGeom>
            <a:avLst/>
            <a:gdLst>
              <a:gd name="T0" fmla="*/ 21 w 32"/>
              <a:gd name="T1" fmla="*/ 44 h 122"/>
              <a:gd name="T2" fmla="*/ 19 w 32"/>
              <a:gd name="T3" fmla="*/ 40 h 122"/>
              <a:gd name="T4" fmla="*/ 18 w 32"/>
              <a:gd name="T5" fmla="*/ 36 h 122"/>
              <a:gd name="T6" fmla="*/ 18 w 32"/>
              <a:gd name="T7" fmla="*/ 34 h 122"/>
              <a:gd name="T8" fmla="*/ 19 w 32"/>
              <a:gd name="T9" fmla="*/ 28 h 122"/>
              <a:gd name="T10" fmla="*/ 20 w 32"/>
              <a:gd name="T11" fmla="*/ 25 h 122"/>
              <a:gd name="T12" fmla="*/ 21 w 32"/>
              <a:gd name="T13" fmla="*/ 22 h 122"/>
              <a:gd name="T14" fmla="*/ 19 w 32"/>
              <a:gd name="T15" fmla="*/ 18 h 122"/>
              <a:gd name="T16" fmla="*/ 16 w 32"/>
              <a:gd name="T17" fmla="*/ 15 h 122"/>
              <a:gd name="T18" fmla="*/ 13 w 32"/>
              <a:gd name="T19" fmla="*/ 10 h 122"/>
              <a:gd name="T20" fmla="*/ 11 w 32"/>
              <a:gd name="T21" fmla="*/ 7 h 122"/>
              <a:gd name="T22" fmla="*/ 10 w 32"/>
              <a:gd name="T23" fmla="*/ 0 h 122"/>
              <a:gd name="T24" fmla="*/ 10 w 32"/>
              <a:gd name="T25" fmla="*/ 0 h 122"/>
              <a:gd name="T26" fmla="*/ 8 w 32"/>
              <a:gd name="T27" fmla="*/ 3 h 122"/>
              <a:gd name="T28" fmla="*/ 3 w 32"/>
              <a:gd name="T29" fmla="*/ 7 h 122"/>
              <a:gd name="T30" fmla="*/ 3 w 32"/>
              <a:gd name="T31" fmla="*/ 13 h 122"/>
              <a:gd name="T32" fmla="*/ 5 w 32"/>
              <a:gd name="T33" fmla="*/ 19 h 122"/>
              <a:gd name="T34" fmla="*/ 18 w 32"/>
              <a:gd name="T35" fmla="*/ 39 h 122"/>
              <a:gd name="T36" fmla="*/ 18 w 32"/>
              <a:gd name="T37" fmla="*/ 48 h 122"/>
              <a:gd name="T38" fmla="*/ 9 w 32"/>
              <a:gd name="T39" fmla="*/ 51 h 122"/>
              <a:gd name="T40" fmla="*/ 1 w 32"/>
              <a:gd name="T41" fmla="*/ 49 h 122"/>
              <a:gd name="T42" fmla="*/ 1 w 32"/>
              <a:gd name="T43" fmla="*/ 49 h 122"/>
              <a:gd name="T44" fmla="*/ 2 w 32"/>
              <a:gd name="T45" fmla="*/ 54 h 122"/>
              <a:gd name="T46" fmla="*/ 2 w 32"/>
              <a:gd name="T47" fmla="*/ 60 h 122"/>
              <a:gd name="T48" fmla="*/ 2 w 32"/>
              <a:gd name="T49" fmla="*/ 70 h 122"/>
              <a:gd name="T50" fmla="*/ 0 w 32"/>
              <a:gd name="T51" fmla="*/ 85 h 122"/>
              <a:gd name="T52" fmla="*/ 0 w 32"/>
              <a:gd name="T53" fmla="*/ 97 h 122"/>
              <a:gd name="T54" fmla="*/ 6 w 32"/>
              <a:gd name="T55" fmla="*/ 116 h 122"/>
              <a:gd name="T56" fmla="*/ 10 w 32"/>
              <a:gd name="T57" fmla="*/ 121 h 122"/>
              <a:gd name="T58" fmla="*/ 11 w 32"/>
              <a:gd name="T59" fmla="*/ 121 h 122"/>
              <a:gd name="T60" fmla="*/ 17 w 32"/>
              <a:gd name="T61" fmla="*/ 117 h 122"/>
              <a:gd name="T62" fmla="*/ 25 w 32"/>
              <a:gd name="T63" fmla="*/ 110 h 122"/>
              <a:gd name="T64" fmla="*/ 26 w 32"/>
              <a:gd name="T65" fmla="*/ 91 h 122"/>
              <a:gd name="T66" fmla="*/ 31 w 32"/>
              <a:gd name="T67" fmla="*/ 76 h 122"/>
              <a:gd name="T68" fmla="*/ 31 w 32"/>
              <a:gd name="T69" fmla="*/ 60 h 122"/>
              <a:gd name="T70" fmla="*/ 30 w 32"/>
              <a:gd name="T71" fmla="*/ 54 h 122"/>
              <a:gd name="T72" fmla="*/ 21 w 32"/>
              <a:gd name="T73" fmla="*/ 44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2" h="122">
                <a:moveTo>
                  <a:pt x="21" y="44"/>
                </a:moveTo>
                <a:cubicBezTo>
                  <a:pt x="20" y="43"/>
                  <a:pt x="19" y="42"/>
                  <a:pt x="19" y="40"/>
                </a:cubicBezTo>
                <a:lnTo>
                  <a:pt x="18" y="36"/>
                </a:lnTo>
                <a:cubicBezTo>
                  <a:pt x="18" y="35"/>
                  <a:pt x="18" y="35"/>
                  <a:pt x="18" y="34"/>
                </a:cubicBezTo>
                <a:lnTo>
                  <a:pt x="19" y="28"/>
                </a:lnTo>
                <a:cubicBezTo>
                  <a:pt x="19" y="27"/>
                  <a:pt x="19" y="26"/>
                  <a:pt x="20" y="25"/>
                </a:cubicBezTo>
                <a:lnTo>
                  <a:pt x="21" y="22"/>
                </a:lnTo>
                <a:lnTo>
                  <a:pt x="19" y="18"/>
                </a:lnTo>
                <a:lnTo>
                  <a:pt x="16" y="15"/>
                </a:lnTo>
                <a:lnTo>
                  <a:pt x="13" y="10"/>
                </a:lnTo>
                <a:cubicBezTo>
                  <a:pt x="12" y="9"/>
                  <a:pt x="12" y="8"/>
                  <a:pt x="11" y="7"/>
                </a:cubicBezTo>
                <a:lnTo>
                  <a:pt x="10" y="0"/>
                </a:lnTo>
                <a:lnTo>
                  <a:pt x="10" y="0"/>
                </a:lnTo>
                <a:cubicBezTo>
                  <a:pt x="9" y="1"/>
                  <a:pt x="9" y="2"/>
                  <a:pt x="8" y="3"/>
                </a:cubicBezTo>
                <a:lnTo>
                  <a:pt x="3" y="7"/>
                </a:lnTo>
                <a:lnTo>
                  <a:pt x="3" y="13"/>
                </a:lnTo>
                <a:lnTo>
                  <a:pt x="5" y="19"/>
                </a:lnTo>
                <a:lnTo>
                  <a:pt x="18" y="39"/>
                </a:lnTo>
                <a:cubicBezTo>
                  <a:pt x="20" y="41"/>
                  <a:pt x="20" y="45"/>
                  <a:pt x="18" y="48"/>
                </a:cubicBezTo>
                <a:cubicBezTo>
                  <a:pt x="16" y="50"/>
                  <a:pt x="13" y="52"/>
                  <a:pt x="9" y="51"/>
                </a:cubicBezTo>
                <a:lnTo>
                  <a:pt x="1" y="49"/>
                </a:lnTo>
                <a:lnTo>
                  <a:pt x="1" y="49"/>
                </a:lnTo>
                <a:cubicBezTo>
                  <a:pt x="2" y="50"/>
                  <a:pt x="2" y="52"/>
                  <a:pt x="2" y="54"/>
                </a:cubicBezTo>
                <a:lnTo>
                  <a:pt x="2" y="60"/>
                </a:lnTo>
                <a:lnTo>
                  <a:pt x="2" y="70"/>
                </a:lnTo>
                <a:lnTo>
                  <a:pt x="0" y="85"/>
                </a:lnTo>
                <a:lnTo>
                  <a:pt x="0" y="97"/>
                </a:lnTo>
                <a:lnTo>
                  <a:pt x="6" y="116"/>
                </a:lnTo>
                <a:lnTo>
                  <a:pt x="10" y="121"/>
                </a:lnTo>
                <a:lnTo>
                  <a:pt x="11" y="121"/>
                </a:lnTo>
                <a:lnTo>
                  <a:pt x="17" y="117"/>
                </a:lnTo>
                <a:lnTo>
                  <a:pt x="25" y="110"/>
                </a:lnTo>
                <a:lnTo>
                  <a:pt x="26" y="91"/>
                </a:lnTo>
                <a:lnTo>
                  <a:pt x="31" y="76"/>
                </a:lnTo>
                <a:lnTo>
                  <a:pt x="31" y="60"/>
                </a:lnTo>
                <a:lnTo>
                  <a:pt x="30" y="54"/>
                </a:lnTo>
                <a:lnTo>
                  <a:pt x="21" y="4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7" name="Freeform 52">
            <a:extLst>
              <a:ext uri="{FF2B5EF4-FFF2-40B4-BE49-F238E27FC236}">
                <a16:creationId xmlns:a16="http://schemas.microsoft.com/office/drawing/2014/main" xmlns="" id="{93313949-E4A4-47EC-9B9F-0B89408F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221" y="5886856"/>
            <a:ext cx="10680" cy="3560"/>
          </a:xfrm>
          <a:custGeom>
            <a:avLst/>
            <a:gdLst>
              <a:gd name="T0" fmla="*/ 9 w 28"/>
              <a:gd name="T1" fmla="*/ 10 h 11"/>
              <a:gd name="T2" fmla="*/ 20 w 28"/>
              <a:gd name="T3" fmla="*/ 6 h 11"/>
              <a:gd name="T4" fmla="*/ 27 w 28"/>
              <a:gd name="T5" fmla="*/ 0 h 11"/>
              <a:gd name="T6" fmla="*/ 0 w 28"/>
              <a:gd name="T7" fmla="*/ 2 h 11"/>
              <a:gd name="T8" fmla="*/ 2 w 28"/>
              <a:gd name="T9" fmla="*/ 8 h 11"/>
              <a:gd name="T10" fmla="*/ 9 w 28"/>
              <a:gd name="T11" fmla="*/ 1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" h="11">
                <a:moveTo>
                  <a:pt x="9" y="10"/>
                </a:moveTo>
                <a:lnTo>
                  <a:pt x="20" y="6"/>
                </a:lnTo>
                <a:lnTo>
                  <a:pt x="27" y="0"/>
                </a:lnTo>
                <a:lnTo>
                  <a:pt x="0" y="2"/>
                </a:lnTo>
                <a:lnTo>
                  <a:pt x="2" y="8"/>
                </a:lnTo>
                <a:lnTo>
                  <a:pt x="9" y="1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8" name="Freeform 53">
            <a:extLst>
              <a:ext uri="{FF2B5EF4-FFF2-40B4-BE49-F238E27FC236}">
                <a16:creationId xmlns:a16="http://schemas.microsoft.com/office/drawing/2014/main" xmlns="" id="{F5A057C5-9E0C-4D61-B582-42478E28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822" y="5931356"/>
            <a:ext cx="7120" cy="5339"/>
          </a:xfrm>
          <a:custGeom>
            <a:avLst/>
            <a:gdLst>
              <a:gd name="T0" fmla="*/ 18 w 19"/>
              <a:gd name="T1" fmla="*/ 6 h 15"/>
              <a:gd name="T2" fmla="*/ 17 w 19"/>
              <a:gd name="T3" fmla="*/ 4 h 15"/>
              <a:gd name="T4" fmla="*/ 16 w 19"/>
              <a:gd name="T5" fmla="*/ 3 h 15"/>
              <a:gd name="T6" fmla="*/ 9 w 19"/>
              <a:gd name="T7" fmla="*/ 0 h 15"/>
              <a:gd name="T8" fmla="*/ 4 w 19"/>
              <a:gd name="T9" fmla="*/ 3 h 15"/>
              <a:gd name="T10" fmla="*/ 0 w 19"/>
              <a:gd name="T11" fmla="*/ 3 h 15"/>
              <a:gd name="T12" fmla="*/ 17 w 19"/>
              <a:gd name="T13" fmla="*/ 14 h 15"/>
              <a:gd name="T14" fmla="*/ 18 w 19"/>
              <a:gd name="T15" fmla="*/ 6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" h="15">
                <a:moveTo>
                  <a:pt x="18" y="6"/>
                </a:moveTo>
                <a:lnTo>
                  <a:pt x="17" y="4"/>
                </a:lnTo>
                <a:lnTo>
                  <a:pt x="16" y="3"/>
                </a:lnTo>
                <a:lnTo>
                  <a:pt x="9" y="0"/>
                </a:lnTo>
                <a:lnTo>
                  <a:pt x="4" y="3"/>
                </a:lnTo>
                <a:cubicBezTo>
                  <a:pt x="3" y="3"/>
                  <a:pt x="1" y="4"/>
                  <a:pt x="0" y="3"/>
                </a:cubicBezTo>
                <a:lnTo>
                  <a:pt x="17" y="14"/>
                </a:lnTo>
                <a:lnTo>
                  <a:pt x="18" y="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29" name="Freeform 54">
            <a:extLst>
              <a:ext uri="{FF2B5EF4-FFF2-40B4-BE49-F238E27FC236}">
                <a16:creationId xmlns:a16="http://schemas.microsoft.com/office/drawing/2014/main" xmlns="" id="{2B8C96B1-B5D2-4502-B324-D24AD695A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082" y="5751579"/>
            <a:ext cx="242075" cy="375573"/>
          </a:xfrm>
          <a:custGeom>
            <a:avLst/>
            <a:gdLst>
              <a:gd name="T0" fmla="*/ 550 w 599"/>
              <a:gd name="T1" fmla="*/ 38 h 932"/>
              <a:gd name="T2" fmla="*/ 438 w 599"/>
              <a:gd name="T3" fmla="*/ 80 h 932"/>
              <a:gd name="T4" fmla="*/ 442 w 599"/>
              <a:gd name="T5" fmla="*/ 10 h 932"/>
              <a:gd name="T6" fmla="*/ 378 w 599"/>
              <a:gd name="T7" fmla="*/ 15 h 932"/>
              <a:gd name="T8" fmla="*/ 335 w 599"/>
              <a:gd name="T9" fmla="*/ 44 h 932"/>
              <a:gd name="T10" fmla="*/ 303 w 599"/>
              <a:gd name="T11" fmla="*/ 141 h 932"/>
              <a:gd name="T12" fmla="*/ 224 w 599"/>
              <a:gd name="T13" fmla="*/ 148 h 932"/>
              <a:gd name="T14" fmla="*/ 120 w 599"/>
              <a:gd name="T15" fmla="*/ 180 h 932"/>
              <a:gd name="T16" fmla="*/ 70 w 599"/>
              <a:gd name="T17" fmla="*/ 211 h 932"/>
              <a:gd name="T18" fmla="*/ 42 w 599"/>
              <a:gd name="T19" fmla="*/ 211 h 932"/>
              <a:gd name="T20" fmla="*/ 12 w 599"/>
              <a:gd name="T21" fmla="*/ 253 h 932"/>
              <a:gd name="T22" fmla="*/ 49 w 599"/>
              <a:gd name="T23" fmla="*/ 260 h 932"/>
              <a:gd name="T24" fmla="*/ 76 w 599"/>
              <a:gd name="T25" fmla="*/ 273 h 932"/>
              <a:gd name="T26" fmla="*/ 90 w 599"/>
              <a:gd name="T27" fmla="*/ 334 h 932"/>
              <a:gd name="T28" fmla="*/ 102 w 599"/>
              <a:gd name="T29" fmla="*/ 258 h 932"/>
              <a:gd name="T30" fmla="*/ 143 w 599"/>
              <a:gd name="T31" fmla="*/ 229 h 932"/>
              <a:gd name="T32" fmla="*/ 172 w 599"/>
              <a:gd name="T33" fmla="*/ 216 h 932"/>
              <a:gd name="T34" fmla="*/ 193 w 599"/>
              <a:gd name="T35" fmla="*/ 186 h 932"/>
              <a:gd name="T36" fmla="*/ 261 w 599"/>
              <a:gd name="T37" fmla="*/ 209 h 932"/>
              <a:gd name="T38" fmla="*/ 309 w 599"/>
              <a:gd name="T39" fmla="*/ 166 h 932"/>
              <a:gd name="T40" fmla="*/ 339 w 599"/>
              <a:gd name="T41" fmla="*/ 126 h 932"/>
              <a:gd name="T42" fmla="*/ 400 w 599"/>
              <a:gd name="T43" fmla="*/ 160 h 932"/>
              <a:gd name="T44" fmla="*/ 315 w 599"/>
              <a:gd name="T45" fmla="*/ 230 h 932"/>
              <a:gd name="T46" fmla="*/ 259 w 599"/>
              <a:gd name="T47" fmla="*/ 286 h 932"/>
              <a:gd name="T48" fmla="*/ 279 w 599"/>
              <a:gd name="T49" fmla="*/ 303 h 932"/>
              <a:gd name="T50" fmla="*/ 321 w 599"/>
              <a:gd name="T51" fmla="*/ 319 h 932"/>
              <a:gd name="T52" fmla="*/ 390 w 599"/>
              <a:gd name="T53" fmla="*/ 319 h 932"/>
              <a:gd name="T54" fmla="*/ 285 w 599"/>
              <a:gd name="T55" fmla="*/ 376 h 932"/>
              <a:gd name="T56" fmla="*/ 284 w 599"/>
              <a:gd name="T57" fmla="*/ 429 h 932"/>
              <a:gd name="T58" fmla="*/ 209 w 599"/>
              <a:gd name="T59" fmla="*/ 461 h 932"/>
              <a:gd name="T60" fmla="*/ 249 w 599"/>
              <a:gd name="T61" fmla="*/ 490 h 932"/>
              <a:gd name="T62" fmla="*/ 251 w 599"/>
              <a:gd name="T63" fmla="*/ 523 h 932"/>
              <a:gd name="T64" fmla="*/ 285 w 599"/>
              <a:gd name="T65" fmla="*/ 506 h 932"/>
              <a:gd name="T66" fmla="*/ 441 w 599"/>
              <a:gd name="T67" fmla="*/ 480 h 932"/>
              <a:gd name="T68" fmla="*/ 272 w 599"/>
              <a:gd name="T69" fmla="*/ 584 h 932"/>
              <a:gd name="T70" fmla="*/ 279 w 599"/>
              <a:gd name="T71" fmla="*/ 614 h 932"/>
              <a:gd name="T72" fmla="*/ 195 w 599"/>
              <a:gd name="T73" fmla="*/ 540 h 932"/>
              <a:gd name="T74" fmla="*/ 166 w 599"/>
              <a:gd name="T75" fmla="*/ 559 h 932"/>
              <a:gd name="T76" fmla="*/ 144 w 599"/>
              <a:gd name="T77" fmla="*/ 528 h 932"/>
              <a:gd name="T78" fmla="*/ 121 w 599"/>
              <a:gd name="T79" fmla="*/ 535 h 932"/>
              <a:gd name="T80" fmla="*/ 117 w 599"/>
              <a:gd name="T81" fmla="*/ 573 h 932"/>
              <a:gd name="T82" fmla="*/ 107 w 599"/>
              <a:gd name="T83" fmla="*/ 621 h 932"/>
              <a:gd name="T84" fmla="*/ 109 w 599"/>
              <a:gd name="T85" fmla="*/ 706 h 932"/>
              <a:gd name="T86" fmla="*/ 175 w 599"/>
              <a:gd name="T87" fmla="*/ 787 h 932"/>
              <a:gd name="T88" fmla="*/ 236 w 599"/>
              <a:gd name="T89" fmla="*/ 822 h 932"/>
              <a:gd name="T90" fmla="*/ 264 w 599"/>
              <a:gd name="T91" fmla="*/ 875 h 932"/>
              <a:gd name="T92" fmla="*/ 331 w 599"/>
              <a:gd name="T93" fmla="*/ 911 h 932"/>
              <a:gd name="T94" fmla="*/ 425 w 599"/>
              <a:gd name="T95" fmla="*/ 883 h 932"/>
              <a:gd name="T96" fmla="*/ 391 w 599"/>
              <a:gd name="T97" fmla="*/ 742 h 932"/>
              <a:gd name="T98" fmla="*/ 407 w 599"/>
              <a:gd name="T99" fmla="*/ 690 h 932"/>
              <a:gd name="T100" fmla="*/ 396 w 599"/>
              <a:gd name="T101" fmla="*/ 622 h 932"/>
              <a:gd name="T102" fmla="*/ 406 w 599"/>
              <a:gd name="T103" fmla="*/ 548 h 932"/>
              <a:gd name="T104" fmla="*/ 505 w 599"/>
              <a:gd name="T105" fmla="*/ 422 h 932"/>
              <a:gd name="T106" fmla="*/ 505 w 599"/>
              <a:gd name="T107" fmla="*/ 398 h 932"/>
              <a:gd name="T108" fmla="*/ 486 w 599"/>
              <a:gd name="T109" fmla="*/ 306 h 932"/>
              <a:gd name="T110" fmla="*/ 510 w 599"/>
              <a:gd name="T111" fmla="*/ 237 h 932"/>
              <a:gd name="T112" fmla="*/ 536 w 599"/>
              <a:gd name="T113" fmla="*/ 196 h 932"/>
              <a:gd name="T114" fmla="*/ 541 w 599"/>
              <a:gd name="T115" fmla="*/ 137 h 932"/>
              <a:gd name="T116" fmla="*/ 597 w 599"/>
              <a:gd name="T117" fmla="*/ 92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99" h="932">
                <a:moveTo>
                  <a:pt x="589" y="87"/>
                </a:moveTo>
                <a:cubicBezTo>
                  <a:pt x="588" y="87"/>
                  <a:pt x="587" y="86"/>
                  <a:pt x="587" y="86"/>
                </a:cubicBezTo>
                <a:lnTo>
                  <a:pt x="582" y="81"/>
                </a:lnTo>
                <a:lnTo>
                  <a:pt x="576" y="72"/>
                </a:lnTo>
                <a:cubicBezTo>
                  <a:pt x="575" y="70"/>
                  <a:pt x="575" y="69"/>
                  <a:pt x="575" y="68"/>
                </a:cubicBezTo>
                <a:lnTo>
                  <a:pt x="573" y="47"/>
                </a:lnTo>
                <a:lnTo>
                  <a:pt x="571" y="39"/>
                </a:lnTo>
                <a:lnTo>
                  <a:pt x="550" y="38"/>
                </a:lnTo>
                <a:lnTo>
                  <a:pt x="543" y="40"/>
                </a:lnTo>
                <a:lnTo>
                  <a:pt x="484" y="78"/>
                </a:lnTo>
                <a:lnTo>
                  <a:pt x="460" y="89"/>
                </a:lnTo>
                <a:cubicBezTo>
                  <a:pt x="458" y="90"/>
                  <a:pt x="456" y="90"/>
                  <a:pt x="454" y="89"/>
                </a:cubicBezTo>
                <a:lnTo>
                  <a:pt x="445" y="86"/>
                </a:lnTo>
                <a:cubicBezTo>
                  <a:pt x="444" y="86"/>
                  <a:pt x="444" y="85"/>
                  <a:pt x="443" y="85"/>
                </a:cubicBezTo>
                <a:lnTo>
                  <a:pt x="439" y="82"/>
                </a:lnTo>
                <a:cubicBezTo>
                  <a:pt x="439" y="81"/>
                  <a:pt x="438" y="81"/>
                  <a:pt x="438" y="80"/>
                </a:cubicBezTo>
                <a:lnTo>
                  <a:pt x="435" y="76"/>
                </a:lnTo>
                <a:cubicBezTo>
                  <a:pt x="434" y="74"/>
                  <a:pt x="434" y="73"/>
                  <a:pt x="434" y="71"/>
                </a:cubicBezTo>
                <a:lnTo>
                  <a:pt x="434" y="64"/>
                </a:lnTo>
                <a:cubicBezTo>
                  <a:pt x="434" y="63"/>
                  <a:pt x="434" y="62"/>
                  <a:pt x="434" y="61"/>
                </a:cubicBezTo>
                <a:lnTo>
                  <a:pt x="442" y="37"/>
                </a:lnTo>
                <a:lnTo>
                  <a:pt x="444" y="29"/>
                </a:lnTo>
                <a:lnTo>
                  <a:pt x="443" y="19"/>
                </a:lnTo>
                <a:lnTo>
                  <a:pt x="442" y="10"/>
                </a:lnTo>
                <a:lnTo>
                  <a:pt x="439" y="5"/>
                </a:lnTo>
                <a:lnTo>
                  <a:pt x="436" y="2"/>
                </a:lnTo>
                <a:lnTo>
                  <a:pt x="432" y="0"/>
                </a:lnTo>
                <a:lnTo>
                  <a:pt x="424" y="1"/>
                </a:lnTo>
                <a:lnTo>
                  <a:pt x="411" y="0"/>
                </a:lnTo>
                <a:lnTo>
                  <a:pt x="405" y="0"/>
                </a:lnTo>
                <a:lnTo>
                  <a:pt x="392" y="5"/>
                </a:lnTo>
                <a:lnTo>
                  <a:pt x="378" y="15"/>
                </a:lnTo>
                <a:lnTo>
                  <a:pt x="372" y="21"/>
                </a:lnTo>
                <a:cubicBezTo>
                  <a:pt x="371" y="22"/>
                  <a:pt x="370" y="22"/>
                  <a:pt x="370" y="23"/>
                </a:cubicBezTo>
                <a:lnTo>
                  <a:pt x="350" y="33"/>
                </a:lnTo>
                <a:lnTo>
                  <a:pt x="346" y="39"/>
                </a:lnTo>
                <a:cubicBezTo>
                  <a:pt x="345" y="40"/>
                  <a:pt x="344" y="40"/>
                  <a:pt x="344" y="41"/>
                </a:cubicBezTo>
                <a:lnTo>
                  <a:pt x="341" y="43"/>
                </a:lnTo>
                <a:cubicBezTo>
                  <a:pt x="339" y="44"/>
                  <a:pt x="337" y="44"/>
                  <a:pt x="336" y="44"/>
                </a:cubicBezTo>
                <a:lnTo>
                  <a:pt x="335" y="44"/>
                </a:lnTo>
                <a:lnTo>
                  <a:pt x="334" y="45"/>
                </a:lnTo>
                <a:lnTo>
                  <a:pt x="332" y="50"/>
                </a:lnTo>
                <a:lnTo>
                  <a:pt x="328" y="65"/>
                </a:lnTo>
                <a:lnTo>
                  <a:pt x="323" y="79"/>
                </a:lnTo>
                <a:lnTo>
                  <a:pt x="311" y="102"/>
                </a:lnTo>
                <a:lnTo>
                  <a:pt x="304" y="118"/>
                </a:lnTo>
                <a:lnTo>
                  <a:pt x="304" y="136"/>
                </a:lnTo>
                <a:cubicBezTo>
                  <a:pt x="304" y="138"/>
                  <a:pt x="304" y="139"/>
                  <a:pt x="303" y="141"/>
                </a:cubicBezTo>
                <a:lnTo>
                  <a:pt x="299" y="145"/>
                </a:lnTo>
                <a:cubicBezTo>
                  <a:pt x="298" y="147"/>
                  <a:pt x="295" y="148"/>
                  <a:pt x="293" y="148"/>
                </a:cubicBezTo>
                <a:lnTo>
                  <a:pt x="247" y="149"/>
                </a:lnTo>
                <a:lnTo>
                  <a:pt x="240" y="152"/>
                </a:lnTo>
                <a:cubicBezTo>
                  <a:pt x="239" y="153"/>
                  <a:pt x="238" y="153"/>
                  <a:pt x="236" y="153"/>
                </a:cubicBezTo>
                <a:lnTo>
                  <a:pt x="234" y="153"/>
                </a:lnTo>
                <a:cubicBezTo>
                  <a:pt x="232" y="153"/>
                  <a:pt x="230" y="153"/>
                  <a:pt x="229" y="152"/>
                </a:cubicBezTo>
                <a:lnTo>
                  <a:pt x="224" y="148"/>
                </a:lnTo>
                <a:lnTo>
                  <a:pt x="218" y="151"/>
                </a:lnTo>
                <a:lnTo>
                  <a:pt x="210" y="158"/>
                </a:lnTo>
                <a:cubicBezTo>
                  <a:pt x="209" y="158"/>
                  <a:pt x="208" y="159"/>
                  <a:pt x="208" y="159"/>
                </a:cubicBezTo>
                <a:lnTo>
                  <a:pt x="194" y="165"/>
                </a:lnTo>
                <a:cubicBezTo>
                  <a:pt x="193" y="166"/>
                  <a:pt x="192" y="166"/>
                  <a:pt x="191" y="166"/>
                </a:cubicBezTo>
                <a:lnTo>
                  <a:pt x="160" y="165"/>
                </a:lnTo>
                <a:lnTo>
                  <a:pt x="137" y="171"/>
                </a:lnTo>
                <a:lnTo>
                  <a:pt x="120" y="180"/>
                </a:lnTo>
                <a:cubicBezTo>
                  <a:pt x="119" y="181"/>
                  <a:pt x="118" y="181"/>
                  <a:pt x="117" y="181"/>
                </a:cubicBezTo>
                <a:lnTo>
                  <a:pt x="102" y="183"/>
                </a:lnTo>
                <a:lnTo>
                  <a:pt x="99" y="189"/>
                </a:lnTo>
                <a:cubicBezTo>
                  <a:pt x="99" y="190"/>
                  <a:pt x="98" y="191"/>
                  <a:pt x="98" y="192"/>
                </a:cubicBezTo>
                <a:lnTo>
                  <a:pt x="94" y="196"/>
                </a:lnTo>
                <a:cubicBezTo>
                  <a:pt x="94" y="197"/>
                  <a:pt x="93" y="197"/>
                  <a:pt x="92" y="198"/>
                </a:cubicBezTo>
                <a:lnTo>
                  <a:pt x="72" y="207"/>
                </a:lnTo>
                <a:lnTo>
                  <a:pt x="70" y="211"/>
                </a:lnTo>
                <a:cubicBezTo>
                  <a:pt x="69" y="212"/>
                  <a:pt x="68" y="213"/>
                  <a:pt x="67" y="213"/>
                </a:cubicBezTo>
                <a:lnTo>
                  <a:pt x="65" y="215"/>
                </a:lnTo>
                <a:cubicBezTo>
                  <a:pt x="62" y="217"/>
                  <a:pt x="58" y="216"/>
                  <a:pt x="55" y="213"/>
                </a:cubicBezTo>
                <a:lnTo>
                  <a:pt x="53" y="211"/>
                </a:lnTo>
                <a:lnTo>
                  <a:pt x="52" y="211"/>
                </a:lnTo>
                <a:lnTo>
                  <a:pt x="52" y="211"/>
                </a:lnTo>
                <a:cubicBezTo>
                  <a:pt x="51" y="211"/>
                  <a:pt x="50" y="211"/>
                  <a:pt x="49" y="211"/>
                </a:cubicBezTo>
                <a:lnTo>
                  <a:pt x="42" y="211"/>
                </a:lnTo>
                <a:lnTo>
                  <a:pt x="34" y="216"/>
                </a:lnTo>
                <a:cubicBezTo>
                  <a:pt x="33" y="217"/>
                  <a:pt x="33" y="217"/>
                  <a:pt x="32" y="217"/>
                </a:cubicBezTo>
                <a:lnTo>
                  <a:pt x="4" y="228"/>
                </a:lnTo>
                <a:lnTo>
                  <a:pt x="0" y="229"/>
                </a:lnTo>
                <a:lnTo>
                  <a:pt x="0" y="229"/>
                </a:lnTo>
                <a:lnTo>
                  <a:pt x="2" y="247"/>
                </a:lnTo>
                <a:lnTo>
                  <a:pt x="7" y="249"/>
                </a:lnTo>
                <a:cubicBezTo>
                  <a:pt x="9" y="250"/>
                  <a:pt x="11" y="251"/>
                  <a:pt x="12" y="253"/>
                </a:cubicBezTo>
                <a:lnTo>
                  <a:pt x="27" y="290"/>
                </a:lnTo>
                <a:lnTo>
                  <a:pt x="27" y="264"/>
                </a:lnTo>
                <a:cubicBezTo>
                  <a:pt x="27" y="263"/>
                  <a:pt x="28" y="262"/>
                  <a:pt x="28" y="260"/>
                </a:cubicBezTo>
                <a:lnTo>
                  <a:pt x="29" y="258"/>
                </a:lnTo>
                <a:cubicBezTo>
                  <a:pt x="31" y="256"/>
                  <a:pt x="33" y="254"/>
                  <a:pt x="35" y="254"/>
                </a:cubicBezTo>
                <a:lnTo>
                  <a:pt x="39" y="254"/>
                </a:lnTo>
                <a:cubicBezTo>
                  <a:pt x="42" y="253"/>
                  <a:pt x="46" y="255"/>
                  <a:pt x="47" y="258"/>
                </a:cubicBezTo>
                <a:lnTo>
                  <a:pt x="49" y="260"/>
                </a:lnTo>
                <a:cubicBezTo>
                  <a:pt x="49" y="261"/>
                  <a:pt x="50" y="262"/>
                  <a:pt x="50" y="263"/>
                </a:cubicBezTo>
                <a:lnTo>
                  <a:pt x="51" y="277"/>
                </a:lnTo>
                <a:lnTo>
                  <a:pt x="52" y="272"/>
                </a:lnTo>
                <a:cubicBezTo>
                  <a:pt x="53" y="270"/>
                  <a:pt x="54" y="269"/>
                  <a:pt x="55" y="268"/>
                </a:cubicBezTo>
                <a:lnTo>
                  <a:pt x="61" y="262"/>
                </a:lnTo>
                <a:cubicBezTo>
                  <a:pt x="63" y="260"/>
                  <a:pt x="65" y="260"/>
                  <a:pt x="68" y="260"/>
                </a:cubicBezTo>
                <a:cubicBezTo>
                  <a:pt x="71" y="261"/>
                  <a:pt x="73" y="263"/>
                  <a:pt x="74" y="265"/>
                </a:cubicBezTo>
                <a:lnTo>
                  <a:pt x="76" y="273"/>
                </a:lnTo>
                <a:cubicBezTo>
                  <a:pt x="77" y="274"/>
                  <a:pt x="77" y="275"/>
                  <a:pt x="77" y="276"/>
                </a:cubicBezTo>
                <a:lnTo>
                  <a:pt x="77" y="289"/>
                </a:lnTo>
                <a:lnTo>
                  <a:pt x="72" y="313"/>
                </a:lnTo>
                <a:lnTo>
                  <a:pt x="75" y="325"/>
                </a:lnTo>
                <a:lnTo>
                  <a:pt x="80" y="333"/>
                </a:lnTo>
                <a:lnTo>
                  <a:pt x="83" y="336"/>
                </a:lnTo>
                <a:lnTo>
                  <a:pt x="86" y="337"/>
                </a:lnTo>
                <a:lnTo>
                  <a:pt x="90" y="334"/>
                </a:lnTo>
                <a:lnTo>
                  <a:pt x="96" y="327"/>
                </a:lnTo>
                <a:lnTo>
                  <a:pt x="100" y="318"/>
                </a:lnTo>
                <a:lnTo>
                  <a:pt x="103" y="309"/>
                </a:lnTo>
                <a:lnTo>
                  <a:pt x="103" y="285"/>
                </a:lnTo>
                <a:lnTo>
                  <a:pt x="105" y="275"/>
                </a:lnTo>
                <a:lnTo>
                  <a:pt x="102" y="273"/>
                </a:lnTo>
                <a:cubicBezTo>
                  <a:pt x="100" y="272"/>
                  <a:pt x="98" y="269"/>
                  <a:pt x="97" y="266"/>
                </a:cubicBezTo>
                <a:cubicBezTo>
                  <a:pt x="97" y="263"/>
                  <a:pt x="99" y="260"/>
                  <a:pt x="102" y="258"/>
                </a:cubicBezTo>
                <a:lnTo>
                  <a:pt x="110" y="254"/>
                </a:lnTo>
                <a:cubicBezTo>
                  <a:pt x="112" y="253"/>
                  <a:pt x="114" y="253"/>
                  <a:pt x="116" y="254"/>
                </a:cubicBezTo>
                <a:cubicBezTo>
                  <a:pt x="118" y="254"/>
                  <a:pt x="120" y="256"/>
                  <a:pt x="121" y="258"/>
                </a:cubicBezTo>
                <a:lnTo>
                  <a:pt x="124" y="265"/>
                </a:lnTo>
                <a:cubicBezTo>
                  <a:pt x="124" y="263"/>
                  <a:pt x="125" y="261"/>
                  <a:pt x="127" y="260"/>
                </a:cubicBezTo>
                <a:lnTo>
                  <a:pt x="141" y="248"/>
                </a:lnTo>
                <a:lnTo>
                  <a:pt x="144" y="241"/>
                </a:lnTo>
                <a:lnTo>
                  <a:pt x="143" y="229"/>
                </a:lnTo>
                <a:cubicBezTo>
                  <a:pt x="142" y="225"/>
                  <a:pt x="145" y="222"/>
                  <a:pt x="149" y="221"/>
                </a:cubicBezTo>
                <a:cubicBezTo>
                  <a:pt x="153" y="220"/>
                  <a:pt x="157" y="222"/>
                  <a:pt x="158" y="226"/>
                </a:cubicBezTo>
                <a:lnTo>
                  <a:pt x="162" y="234"/>
                </a:lnTo>
                <a:lnTo>
                  <a:pt x="163" y="235"/>
                </a:lnTo>
                <a:lnTo>
                  <a:pt x="167" y="233"/>
                </a:lnTo>
                <a:lnTo>
                  <a:pt x="171" y="229"/>
                </a:lnTo>
                <a:lnTo>
                  <a:pt x="173" y="222"/>
                </a:lnTo>
                <a:lnTo>
                  <a:pt x="172" y="216"/>
                </a:lnTo>
                <a:lnTo>
                  <a:pt x="165" y="198"/>
                </a:lnTo>
                <a:cubicBezTo>
                  <a:pt x="163" y="194"/>
                  <a:pt x="165" y="189"/>
                  <a:pt x="169" y="188"/>
                </a:cubicBezTo>
                <a:lnTo>
                  <a:pt x="171" y="187"/>
                </a:lnTo>
                <a:lnTo>
                  <a:pt x="175" y="181"/>
                </a:lnTo>
                <a:cubicBezTo>
                  <a:pt x="177" y="180"/>
                  <a:pt x="179" y="179"/>
                  <a:pt x="181" y="179"/>
                </a:cubicBezTo>
                <a:lnTo>
                  <a:pt x="184" y="179"/>
                </a:lnTo>
                <a:cubicBezTo>
                  <a:pt x="188" y="179"/>
                  <a:pt x="190" y="180"/>
                  <a:pt x="192" y="183"/>
                </a:cubicBezTo>
                <a:lnTo>
                  <a:pt x="193" y="186"/>
                </a:lnTo>
                <a:lnTo>
                  <a:pt x="198" y="198"/>
                </a:lnTo>
                <a:lnTo>
                  <a:pt x="199" y="199"/>
                </a:lnTo>
                <a:cubicBezTo>
                  <a:pt x="200" y="200"/>
                  <a:pt x="201" y="201"/>
                  <a:pt x="201" y="202"/>
                </a:cubicBezTo>
                <a:lnTo>
                  <a:pt x="207" y="212"/>
                </a:lnTo>
                <a:lnTo>
                  <a:pt x="212" y="215"/>
                </a:lnTo>
                <a:lnTo>
                  <a:pt x="246" y="218"/>
                </a:lnTo>
                <a:lnTo>
                  <a:pt x="259" y="210"/>
                </a:lnTo>
                <a:cubicBezTo>
                  <a:pt x="260" y="210"/>
                  <a:pt x="260" y="210"/>
                  <a:pt x="261" y="209"/>
                </a:cubicBezTo>
                <a:lnTo>
                  <a:pt x="271" y="207"/>
                </a:lnTo>
                <a:cubicBezTo>
                  <a:pt x="272" y="207"/>
                  <a:pt x="273" y="207"/>
                  <a:pt x="274" y="207"/>
                </a:cubicBezTo>
                <a:lnTo>
                  <a:pt x="283" y="209"/>
                </a:lnTo>
                <a:cubicBezTo>
                  <a:pt x="285" y="209"/>
                  <a:pt x="287" y="210"/>
                  <a:pt x="288" y="212"/>
                </a:cubicBezTo>
                <a:lnTo>
                  <a:pt x="289" y="213"/>
                </a:lnTo>
                <a:lnTo>
                  <a:pt x="294" y="201"/>
                </a:lnTo>
                <a:lnTo>
                  <a:pt x="301" y="189"/>
                </a:lnTo>
                <a:lnTo>
                  <a:pt x="309" y="166"/>
                </a:lnTo>
                <a:lnTo>
                  <a:pt x="311" y="152"/>
                </a:lnTo>
                <a:lnTo>
                  <a:pt x="315" y="133"/>
                </a:lnTo>
                <a:lnTo>
                  <a:pt x="321" y="117"/>
                </a:lnTo>
                <a:cubicBezTo>
                  <a:pt x="322" y="115"/>
                  <a:pt x="323" y="114"/>
                  <a:pt x="325" y="113"/>
                </a:cubicBezTo>
                <a:lnTo>
                  <a:pt x="333" y="109"/>
                </a:lnTo>
                <a:cubicBezTo>
                  <a:pt x="336" y="107"/>
                  <a:pt x="339" y="108"/>
                  <a:pt x="342" y="111"/>
                </a:cubicBezTo>
                <a:cubicBezTo>
                  <a:pt x="344" y="114"/>
                  <a:pt x="345" y="118"/>
                  <a:pt x="343" y="121"/>
                </a:cubicBezTo>
                <a:lnTo>
                  <a:pt x="339" y="126"/>
                </a:lnTo>
                <a:lnTo>
                  <a:pt x="337" y="134"/>
                </a:lnTo>
                <a:lnTo>
                  <a:pt x="334" y="168"/>
                </a:lnTo>
                <a:cubicBezTo>
                  <a:pt x="334" y="169"/>
                  <a:pt x="334" y="169"/>
                  <a:pt x="333" y="170"/>
                </a:cubicBezTo>
                <a:lnTo>
                  <a:pt x="330" y="179"/>
                </a:lnTo>
                <a:lnTo>
                  <a:pt x="339" y="172"/>
                </a:lnTo>
                <a:cubicBezTo>
                  <a:pt x="340" y="171"/>
                  <a:pt x="341" y="170"/>
                  <a:pt x="342" y="170"/>
                </a:cubicBezTo>
                <a:lnTo>
                  <a:pt x="394" y="159"/>
                </a:lnTo>
                <a:cubicBezTo>
                  <a:pt x="396" y="159"/>
                  <a:pt x="398" y="159"/>
                  <a:pt x="400" y="160"/>
                </a:cubicBezTo>
                <a:lnTo>
                  <a:pt x="412" y="167"/>
                </a:lnTo>
                <a:cubicBezTo>
                  <a:pt x="415" y="169"/>
                  <a:pt x="416" y="172"/>
                  <a:pt x="416" y="176"/>
                </a:cubicBezTo>
                <a:cubicBezTo>
                  <a:pt x="415" y="179"/>
                  <a:pt x="412" y="181"/>
                  <a:pt x="409" y="182"/>
                </a:cubicBezTo>
                <a:lnTo>
                  <a:pt x="374" y="187"/>
                </a:lnTo>
                <a:lnTo>
                  <a:pt x="320" y="211"/>
                </a:lnTo>
                <a:lnTo>
                  <a:pt x="316" y="215"/>
                </a:lnTo>
                <a:lnTo>
                  <a:pt x="315" y="219"/>
                </a:lnTo>
                <a:lnTo>
                  <a:pt x="315" y="230"/>
                </a:lnTo>
                <a:lnTo>
                  <a:pt x="313" y="237"/>
                </a:lnTo>
                <a:lnTo>
                  <a:pt x="306" y="255"/>
                </a:lnTo>
                <a:cubicBezTo>
                  <a:pt x="305" y="258"/>
                  <a:pt x="302" y="261"/>
                  <a:pt x="299" y="261"/>
                </a:cubicBezTo>
                <a:cubicBezTo>
                  <a:pt x="297" y="261"/>
                  <a:pt x="295" y="261"/>
                  <a:pt x="294" y="260"/>
                </a:cubicBezTo>
                <a:cubicBezTo>
                  <a:pt x="293" y="260"/>
                  <a:pt x="293" y="260"/>
                  <a:pt x="293" y="261"/>
                </a:cubicBezTo>
                <a:lnTo>
                  <a:pt x="285" y="267"/>
                </a:lnTo>
                <a:lnTo>
                  <a:pt x="269" y="276"/>
                </a:lnTo>
                <a:lnTo>
                  <a:pt x="259" y="286"/>
                </a:lnTo>
                <a:lnTo>
                  <a:pt x="256" y="291"/>
                </a:lnTo>
                <a:cubicBezTo>
                  <a:pt x="257" y="291"/>
                  <a:pt x="258" y="291"/>
                  <a:pt x="258" y="291"/>
                </a:cubicBezTo>
                <a:cubicBezTo>
                  <a:pt x="262" y="291"/>
                  <a:pt x="265" y="293"/>
                  <a:pt x="266" y="297"/>
                </a:cubicBezTo>
                <a:lnTo>
                  <a:pt x="270" y="311"/>
                </a:lnTo>
                <a:lnTo>
                  <a:pt x="274" y="312"/>
                </a:lnTo>
                <a:lnTo>
                  <a:pt x="274" y="312"/>
                </a:lnTo>
                <a:lnTo>
                  <a:pt x="277" y="305"/>
                </a:lnTo>
                <a:cubicBezTo>
                  <a:pt x="278" y="305"/>
                  <a:pt x="279" y="303"/>
                  <a:pt x="279" y="303"/>
                </a:cubicBezTo>
                <a:cubicBezTo>
                  <a:pt x="281" y="299"/>
                  <a:pt x="286" y="298"/>
                  <a:pt x="290" y="300"/>
                </a:cubicBezTo>
                <a:lnTo>
                  <a:pt x="293" y="302"/>
                </a:lnTo>
                <a:cubicBezTo>
                  <a:pt x="294" y="302"/>
                  <a:pt x="294" y="303"/>
                  <a:pt x="294" y="303"/>
                </a:cubicBezTo>
                <a:lnTo>
                  <a:pt x="294" y="301"/>
                </a:lnTo>
                <a:cubicBezTo>
                  <a:pt x="293" y="297"/>
                  <a:pt x="295" y="295"/>
                  <a:pt x="299" y="293"/>
                </a:cubicBezTo>
                <a:cubicBezTo>
                  <a:pt x="302" y="292"/>
                  <a:pt x="307" y="293"/>
                  <a:pt x="309" y="296"/>
                </a:cubicBezTo>
                <a:lnTo>
                  <a:pt x="320" y="316"/>
                </a:lnTo>
                <a:cubicBezTo>
                  <a:pt x="321" y="317"/>
                  <a:pt x="321" y="318"/>
                  <a:pt x="321" y="319"/>
                </a:cubicBezTo>
                <a:lnTo>
                  <a:pt x="321" y="320"/>
                </a:lnTo>
                <a:lnTo>
                  <a:pt x="332" y="311"/>
                </a:lnTo>
                <a:cubicBezTo>
                  <a:pt x="333" y="311"/>
                  <a:pt x="334" y="310"/>
                  <a:pt x="335" y="310"/>
                </a:cubicBezTo>
                <a:lnTo>
                  <a:pt x="343" y="308"/>
                </a:lnTo>
                <a:cubicBezTo>
                  <a:pt x="343" y="307"/>
                  <a:pt x="344" y="307"/>
                  <a:pt x="345" y="307"/>
                </a:cubicBezTo>
                <a:lnTo>
                  <a:pt x="382" y="307"/>
                </a:lnTo>
                <a:cubicBezTo>
                  <a:pt x="387" y="307"/>
                  <a:pt x="390" y="311"/>
                  <a:pt x="390" y="315"/>
                </a:cubicBezTo>
                <a:lnTo>
                  <a:pt x="390" y="319"/>
                </a:lnTo>
                <a:cubicBezTo>
                  <a:pt x="390" y="322"/>
                  <a:pt x="390" y="324"/>
                  <a:pt x="388" y="325"/>
                </a:cubicBezTo>
                <a:cubicBezTo>
                  <a:pt x="386" y="327"/>
                  <a:pt x="384" y="327"/>
                  <a:pt x="382" y="327"/>
                </a:cubicBezTo>
                <a:lnTo>
                  <a:pt x="355" y="326"/>
                </a:lnTo>
                <a:lnTo>
                  <a:pt x="344" y="329"/>
                </a:lnTo>
                <a:lnTo>
                  <a:pt x="324" y="351"/>
                </a:lnTo>
                <a:cubicBezTo>
                  <a:pt x="323" y="351"/>
                  <a:pt x="322" y="352"/>
                  <a:pt x="321" y="352"/>
                </a:cubicBezTo>
                <a:lnTo>
                  <a:pt x="298" y="361"/>
                </a:lnTo>
                <a:lnTo>
                  <a:pt x="285" y="376"/>
                </a:lnTo>
                <a:lnTo>
                  <a:pt x="270" y="387"/>
                </a:lnTo>
                <a:lnTo>
                  <a:pt x="267" y="392"/>
                </a:lnTo>
                <a:lnTo>
                  <a:pt x="255" y="414"/>
                </a:lnTo>
                <a:lnTo>
                  <a:pt x="266" y="412"/>
                </a:lnTo>
                <a:cubicBezTo>
                  <a:pt x="267" y="412"/>
                  <a:pt x="269" y="412"/>
                  <a:pt x="270" y="412"/>
                </a:cubicBezTo>
                <a:lnTo>
                  <a:pt x="281" y="415"/>
                </a:lnTo>
                <a:cubicBezTo>
                  <a:pt x="284" y="415"/>
                  <a:pt x="287" y="418"/>
                  <a:pt x="287" y="421"/>
                </a:cubicBezTo>
                <a:cubicBezTo>
                  <a:pt x="288" y="424"/>
                  <a:pt x="286" y="427"/>
                  <a:pt x="284" y="429"/>
                </a:cubicBezTo>
                <a:lnTo>
                  <a:pt x="278" y="433"/>
                </a:lnTo>
                <a:cubicBezTo>
                  <a:pt x="277" y="433"/>
                  <a:pt x="277" y="433"/>
                  <a:pt x="276" y="434"/>
                </a:cubicBezTo>
                <a:lnTo>
                  <a:pt x="259" y="438"/>
                </a:lnTo>
                <a:lnTo>
                  <a:pt x="251" y="443"/>
                </a:lnTo>
                <a:cubicBezTo>
                  <a:pt x="251" y="443"/>
                  <a:pt x="250" y="443"/>
                  <a:pt x="249" y="443"/>
                </a:cubicBezTo>
                <a:lnTo>
                  <a:pt x="220" y="451"/>
                </a:lnTo>
                <a:lnTo>
                  <a:pt x="213" y="455"/>
                </a:lnTo>
                <a:lnTo>
                  <a:pt x="209" y="461"/>
                </a:lnTo>
                <a:lnTo>
                  <a:pt x="210" y="470"/>
                </a:lnTo>
                <a:lnTo>
                  <a:pt x="215" y="481"/>
                </a:lnTo>
                <a:lnTo>
                  <a:pt x="221" y="490"/>
                </a:lnTo>
                <a:lnTo>
                  <a:pt x="225" y="493"/>
                </a:lnTo>
                <a:lnTo>
                  <a:pt x="235" y="489"/>
                </a:lnTo>
                <a:cubicBezTo>
                  <a:pt x="236" y="488"/>
                  <a:pt x="237" y="488"/>
                  <a:pt x="238" y="488"/>
                </a:cubicBezTo>
                <a:lnTo>
                  <a:pt x="243" y="488"/>
                </a:lnTo>
                <a:cubicBezTo>
                  <a:pt x="245" y="488"/>
                  <a:pt x="247" y="489"/>
                  <a:pt x="249" y="490"/>
                </a:cubicBezTo>
                <a:lnTo>
                  <a:pt x="252" y="494"/>
                </a:lnTo>
                <a:cubicBezTo>
                  <a:pt x="253" y="494"/>
                  <a:pt x="253" y="495"/>
                  <a:pt x="254" y="495"/>
                </a:cubicBezTo>
                <a:lnTo>
                  <a:pt x="258" y="504"/>
                </a:lnTo>
                <a:lnTo>
                  <a:pt x="260" y="505"/>
                </a:lnTo>
                <a:cubicBezTo>
                  <a:pt x="263" y="507"/>
                  <a:pt x="264" y="510"/>
                  <a:pt x="264" y="512"/>
                </a:cubicBezTo>
                <a:cubicBezTo>
                  <a:pt x="264" y="515"/>
                  <a:pt x="262" y="518"/>
                  <a:pt x="260" y="519"/>
                </a:cubicBezTo>
                <a:lnTo>
                  <a:pt x="254" y="522"/>
                </a:lnTo>
                <a:cubicBezTo>
                  <a:pt x="253" y="523"/>
                  <a:pt x="252" y="523"/>
                  <a:pt x="251" y="523"/>
                </a:cubicBezTo>
                <a:lnTo>
                  <a:pt x="245" y="524"/>
                </a:lnTo>
                <a:lnTo>
                  <a:pt x="243" y="526"/>
                </a:lnTo>
                <a:lnTo>
                  <a:pt x="241" y="532"/>
                </a:lnTo>
                <a:lnTo>
                  <a:pt x="243" y="537"/>
                </a:lnTo>
                <a:lnTo>
                  <a:pt x="251" y="552"/>
                </a:lnTo>
                <a:lnTo>
                  <a:pt x="273" y="517"/>
                </a:lnTo>
                <a:cubicBezTo>
                  <a:pt x="273" y="516"/>
                  <a:pt x="274" y="515"/>
                  <a:pt x="274" y="515"/>
                </a:cubicBezTo>
                <a:lnTo>
                  <a:pt x="285" y="506"/>
                </a:lnTo>
                <a:cubicBezTo>
                  <a:pt x="286" y="505"/>
                  <a:pt x="287" y="505"/>
                  <a:pt x="288" y="504"/>
                </a:cubicBezTo>
                <a:lnTo>
                  <a:pt x="329" y="495"/>
                </a:lnTo>
                <a:lnTo>
                  <a:pt x="344" y="485"/>
                </a:lnTo>
                <a:cubicBezTo>
                  <a:pt x="345" y="484"/>
                  <a:pt x="346" y="484"/>
                  <a:pt x="347" y="483"/>
                </a:cubicBezTo>
                <a:lnTo>
                  <a:pt x="431" y="468"/>
                </a:lnTo>
                <a:cubicBezTo>
                  <a:pt x="434" y="467"/>
                  <a:pt x="436" y="468"/>
                  <a:pt x="438" y="469"/>
                </a:cubicBezTo>
                <a:cubicBezTo>
                  <a:pt x="440" y="471"/>
                  <a:pt x="441" y="473"/>
                  <a:pt x="441" y="475"/>
                </a:cubicBezTo>
                <a:lnTo>
                  <a:pt x="441" y="480"/>
                </a:lnTo>
                <a:cubicBezTo>
                  <a:pt x="441" y="483"/>
                  <a:pt x="439" y="486"/>
                  <a:pt x="435" y="487"/>
                </a:cubicBezTo>
                <a:lnTo>
                  <a:pt x="304" y="528"/>
                </a:lnTo>
                <a:lnTo>
                  <a:pt x="284" y="540"/>
                </a:lnTo>
                <a:lnTo>
                  <a:pt x="279" y="546"/>
                </a:lnTo>
                <a:lnTo>
                  <a:pt x="267" y="566"/>
                </a:lnTo>
                <a:lnTo>
                  <a:pt x="266" y="570"/>
                </a:lnTo>
                <a:lnTo>
                  <a:pt x="268" y="576"/>
                </a:lnTo>
                <a:lnTo>
                  <a:pt x="272" y="584"/>
                </a:lnTo>
                <a:lnTo>
                  <a:pt x="280" y="591"/>
                </a:lnTo>
                <a:lnTo>
                  <a:pt x="305" y="593"/>
                </a:lnTo>
                <a:cubicBezTo>
                  <a:pt x="306" y="593"/>
                  <a:pt x="307" y="594"/>
                  <a:pt x="309" y="595"/>
                </a:cubicBezTo>
                <a:lnTo>
                  <a:pt x="316" y="600"/>
                </a:lnTo>
                <a:cubicBezTo>
                  <a:pt x="318" y="602"/>
                  <a:pt x="319" y="606"/>
                  <a:pt x="318" y="609"/>
                </a:cubicBezTo>
                <a:cubicBezTo>
                  <a:pt x="317" y="612"/>
                  <a:pt x="314" y="614"/>
                  <a:pt x="311" y="614"/>
                </a:cubicBezTo>
                <a:lnTo>
                  <a:pt x="282" y="615"/>
                </a:lnTo>
                <a:cubicBezTo>
                  <a:pt x="281" y="615"/>
                  <a:pt x="280" y="614"/>
                  <a:pt x="279" y="614"/>
                </a:cubicBezTo>
                <a:lnTo>
                  <a:pt x="266" y="610"/>
                </a:lnTo>
                <a:cubicBezTo>
                  <a:pt x="265" y="609"/>
                  <a:pt x="264" y="609"/>
                  <a:pt x="264" y="608"/>
                </a:cubicBezTo>
                <a:lnTo>
                  <a:pt x="226" y="574"/>
                </a:lnTo>
                <a:cubicBezTo>
                  <a:pt x="225" y="574"/>
                  <a:pt x="225" y="573"/>
                  <a:pt x="224" y="573"/>
                </a:cubicBezTo>
                <a:lnTo>
                  <a:pt x="221" y="567"/>
                </a:lnTo>
                <a:lnTo>
                  <a:pt x="213" y="553"/>
                </a:lnTo>
                <a:lnTo>
                  <a:pt x="210" y="549"/>
                </a:lnTo>
                <a:lnTo>
                  <a:pt x="195" y="540"/>
                </a:lnTo>
                <a:lnTo>
                  <a:pt x="193" y="540"/>
                </a:lnTo>
                <a:lnTo>
                  <a:pt x="193" y="545"/>
                </a:lnTo>
                <a:lnTo>
                  <a:pt x="192" y="550"/>
                </a:lnTo>
                <a:cubicBezTo>
                  <a:pt x="192" y="553"/>
                  <a:pt x="190" y="555"/>
                  <a:pt x="188" y="556"/>
                </a:cubicBezTo>
                <a:lnTo>
                  <a:pt x="183" y="559"/>
                </a:lnTo>
                <a:cubicBezTo>
                  <a:pt x="181" y="559"/>
                  <a:pt x="180" y="560"/>
                  <a:pt x="178" y="560"/>
                </a:cubicBezTo>
                <a:lnTo>
                  <a:pt x="167" y="559"/>
                </a:lnTo>
                <a:lnTo>
                  <a:pt x="166" y="559"/>
                </a:lnTo>
                <a:lnTo>
                  <a:pt x="161" y="591"/>
                </a:lnTo>
                <a:cubicBezTo>
                  <a:pt x="160" y="595"/>
                  <a:pt x="157" y="598"/>
                  <a:pt x="154" y="598"/>
                </a:cubicBezTo>
                <a:cubicBezTo>
                  <a:pt x="150" y="598"/>
                  <a:pt x="147" y="596"/>
                  <a:pt x="145" y="593"/>
                </a:cubicBezTo>
                <a:lnTo>
                  <a:pt x="141" y="580"/>
                </a:lnTo>
                <a:cubicBezTo>
                  <a:pt x="141" y="580"/>
                  <a:pt x="141" y="579"/>
                  <a:pt x="141" y="578"/>
                </a:cubicBezTo>
                <a:lnTo>
                  <a:pt x="141" y="559"/>
                </a:lnTo>
                <a:lnTo>
                  <a:pt x="142" y="539"/>
                </a:lnTo>
                <a:lnTo>
                  <a:pt x="144" y="528"/>
                </a:lnTo>
                <a:lnTo>
                  <a:pt x="108" y="502"/>
                </a:lnTo>
                <a:lnTo>
                  <a:pt x="106" y="510"/>
                </a:lnTo>
                <a:lnTo>
                  <a:pt x="109" y="510"/>
                </a:lnTo>
                <a:cubicBezTo>
                  <a:pt x="113" y="509"/>
                  <a:pt x="116" y="511"/>
                  <a:pt x="118" y="514"/>
                </a:cubicBezTo>
                <a:lnTo>
                  <a:pt x="122" y="521"/>
                </a:lnTo>
                <a:cubicBezTo>
                  <a:pt x="124" y="524"/>
                  <a:pt x="123" y="529"/>
                  <a:pt x="120" y="531"/>
                </a:cubicBezTo>
                <a:cubicBezTo>
                  <a:pt x="119" y="532"/>
                  <a:pt x="119" y="532"/>
                  <a:pt x="118" y="532"/>
                </a:cubicBezTo>
                <a:lnTo>
                  <a:pt x="121" y="535"/>
                </a:lnTo>
                <a:lnTo>
                  <a:pt x="129" y="544"/>
                </a:lnTo>
                <a:lnTo>
                  <a:pt x="133" y="552"/>
                </a:lnTo>
                <a:cubicBezTo>
                  <a:pt x="134" y="554"/>
                  <a:pt x="134" y="556"/>
                  <a:pt x="133" y="557"/>
                </a:cubicBezTo>
                <a:lnTo>
                  <a:pt x="131" y="568"/>
                </a:lnTo>
                <a:cubicBezTo>
                  <a:pt x="130" y="571"/>
                  <a:pt x="128" y="573"/>
                  <a:pt x="125" y="574"/>
                </a:cubicBezTo>
                <a:cubicBezTo>
                  <a:pt x="123" y="575"/>
                  <a:pt x="120" y="574"/>
                  <a:pt x="118" y="573"/>
                </a:cubicBezTo>
                <a:lnTo>
                  <a:pt x="117" y="572"/>
                </a:lnTo>
                <a:lnTo>
                  <a:pt x="117" y="573"/>
                </a:lnTo>
                <a:cubicBezTo>
                  <a:pt x="117" y="574"/>
                  <a:pt x="117" y="576"/>
                  <a:pt x="117" y="577"/>
                </a:cubicBezTo>
                <a:lnTo>
                  <a:pt x="114" y="584"/>
                </a:lnTo>
                <a:cubicBezTo>
                  <a:pt x="113" y="586"/>
                  <a:pt x="112" y="587"/>
                  <a:pt x="111" y="588"/>
                </a:cubicBezTo>
                <a:lnTo>
                  <a:pt x="108" y="590"/>
                </a:lnTo>
                <a:cubicBezTo>
                  <a:pt x="107" y="591"/>
                  <a:pt x="107" y="591"/>
                  <a:pt x="106" y="592"/>
                </a:cubicBezTo>
                <a:lnTo>
                  <a:pt x="105" y="592"/>
                </a:lnTo>
                <a:lnTo>
                  <a:pt x="106" y="597"/>
                </a:lnTo>
                <a:lnTo>
                  <a:pt x="107" y="621"/>
                </a:lnTo>
                <a:lnTo>
                  <a:pt x="105" y="632"/>
                </a:lnTo>
                <a:lnTo>
                  <a:pt x="103" y="642"/>
                </a:lnTo>
                <a:cubicBezTo>
                  <a:pt x="102" y="643"/>
                  <a:pt x="102" y="644"/>
                  <a:pt x="101" y="645"/>
                </a:cubicBezTo>
                <a:lnTo>
                  <a:pt x="90" y="658"/>
                </a:lnTo>
                <a:lnTo>
                  <a:pt x="96" y="668"/>
                </a:lnTo>
                <a:lnTo>
                  <a:pt x="100" y="678"/>
                </a:lnTo>
                <a:lnTo>
                  <a:pt x="103" y="691"/>
                </a:lnTo>
                <a:lnTo>
                  <a:pt x="109" y="706"/>
                </a:lnTo>
                <a:lnTo>
                  <a:pt x="116" y="728"/>
                </a:lnTo>
                <a:lnTo>
                  <a:pt x="140" y="766"/>
                </a:lnTo>
                <a:cubicBezTo>
                  <a:pt x="141" y="768"/>
                  <a:pt x="142" y="770"/>
                  <a:pt x="141" y="772"/>
                </a:cubicBezTo>
                <a:lnTo>
                  <a:pt x="140" y="776"/>
                </a:lnTo>
                <a:lnTo>
                  <a:pt x="151" y="786"/>
                </a:lnTo>
                <a:lnTo>
                  <a:pt x="159" y="784"/>
                </a:lnTo>
                <a:cubicBezTo>
                  <a:pt x="160" y="783"/>
                  <a:pt x="162" y="783"/>
                  <a:pt x="164" y="784"/>
                </a:cubicBezTo>
                <a:lnTo>
                  <a:pt x="175" y="787"/>
                </a:lnTo>
                <a:cubicBezTo>
                  <a:pt x="177" y="788"/>
                  <a:pt x="179" y="790"/>
                  <a:pt x="180" y="793"/>
                </a:cubicBezTo>
                <a:lnTo>
                  <a:pt x="184" y="808"/>
                </a:lnTo>
                <a:lnTo>
                  <a:pt x="192" y="810"/>
                </a:lnTo>
                <a:lnTo>
                  <a:pt x="218" y="809"/>
                </a:lnTo>
                <a:cubicBezTo>
                  <a:pt x="219" y="809"/>
                  <a:pt x="221" y="809"/>
                  <a:pt x="222" y="810"/>
                </a:cubicBezTo>
                <a:lnTo>
                  <a:pt x="230" y="813"/>
                </a:lnTo>
                <a:cubicBezTo>
                  <a:pt x="231" y="814"/>
                  <a:pt x="233" y="815"/>
                  <a:pt x="233" y="817"/>
                </a:cubicBezTo>
                <a:lnTo>
                  <a:pt x="236" y="822"/>
                </a:lnTo>
                <a:cubicBezTo>
                  <a:pt x="237" y="823"/>
                  <a:pt x="237" y="824"/>
                  <a:pt x="237" y="825"/>
                </a:cubicBezTo>
                <a:lnTo>
                  <a:pt x="238" y="830"/>
                </a:lnTo>
                <a:lnTo>
                  <a:pt x="239" y="844"/>
                </a:lnTo>
                <a:lnTo>
                  <a:pt x="243" y="859"/>
                </a:lnTo>
                <a:lnTo>
                  <a:pt x="249" y="869"/>
                </a:lnTo>
                <a:lnTo>
                  <a:pt x="257" y="870"/>
                </a:lnTo>
                <a:cubicBezTo>
                  <a:pt x="259" y="871"/>
                  <a:pt x="260" y="871"/>
                  <a:pt x="261" y="872"/>
                </a:cubicBezTo>
                <a:lnTo>
                  <a:pt x="264" y="875"/>
                </a:lnTo>
                <a:lnTo>
                  <a:pt x="272" y="884"/>
                </a:lnTo>
                <a:lnTo>
                  <a:pt x="286" y="894"/>
                </a:lnTo>
                <a:lnTo>
                  <a:pt x="304" y="896"/>
                </a:lnTo>
                <a:cubicBezTo>
                  <a:pt x="305" y="896"/>
                  <a:pt x="306" y="897"/>
                  <a:pt x="307" y="897"/>
                </a:cubicBezTo>
                <a:lnTo>
                  <a:pt x="316" y="905"/>
                </a:lnTo>
                <a:lnTo>
                  <a:pt x="325" y="909"/>
                </a:lnTo>
                <a:lnTo>
                  <a:pt x="328" y="909"/>
                </a:lnTo>
                <a:cubicBezTo>
                  <a:pt x="329" y="909"/>
                  <a:pt x="330" y="910"/>
                  <a:pt x="331" y="911"/>
                </a:cubicBezTo>
                <a:lnTo>
                  <a:pt x="352" y="927"/>
                </a:lnTo>
                <a:lnTo>
                  <a:pt x="360" y="931"/>
                </a:lnTo>
                <a:lnTo>
                  <a:pt x="370" y="923"/>
                </a:lnTo>
                <a:cubicBezTo>
                  <a:pt x="371" y="922"/>
                  <a:pt x="371" y="922"/>
                  <a:pt x="372" y="921"/>
                </a:cubicBezTo>
                <a:lnTo>
                  <a:pt x="410" y="905"/>
                </a:lnTo>
                <a:lnTo>
                  <a:pt x="413" y="903"/>
                </a:lnTo>
                <a:lnTo>
                  <a:pt x="418" y="897"/>
                </a:lnTo>
                <a:lnTo>
                  <a:pt x="425" y="883"/>
                </a:lnTo>
                <a:lnTo>
                  <a:pt x="426" y="874"/>
                </a:lnTo>
                <a:lnTo>
                  <a:pt x="426" y="866"/>
                </a:lnTo>
                <a:lnTo>
                  <a:pt x="414" y="796"/>
                </a:lnTo>
                <a:lnTo>
                  <a:pt x="414" y="788"/>
                </a:lnTo>
                <a:lnTo>
                  <a:pt x="416" y="777"/>
                </a:lnTo>
                <a:lnTo>
                  <a:pt x="411" y="743"/>
                </a:lnTo>
                <a:lnTo>
                  <a:pt x="405" y="740"/>
                </a:lnTo>
                <a:lnTo>
                  <a:pt x="391" y="742"/>
                </a:lnTo>
                <a:cubicBezTo>
                  <a:pt x="389" y="742"/>
                  <a:pt x="387" y="742"/>
                  <a:pt x="385" y="740"/>
                </a:cubicBezTo>
                <a:lnTo>
                  <a:pt x="380" y="736"/>
                </a:lnTo>
                <a:cubicBezTo>
                  <a:pt x="379" y="735"/>
                  <a:pt x="378" y="734"/>
                  <a:pt x="378" y="733"/>
                </a:cubicBezTo>
                <a:lnTo>
                  <a:pt x="370" y="718"/>
                </a:lnTo>
                <a:cubicBezTo>
                  <a:pt x="369" y="715"/>
                  <a:pt x="369" y="713"/>
                  <a:pt x="370" y="710"/>
                </a:cubicBezTo>
                <a:lnTo>
                  <a:pt x="373" y="705"/>
                </a:lnTo>
                <a:cubicBezTo>
                  <a:pt x="374" y="703"/>
                  <a:pt x="376" y="702"/>
                  <a:pt x="377" y="701"/>
                </a:cubicBezTo>
                <a:lnTo>
                  <a:pt x="407" y="690"/>
                </a:lnTo>
                <a:lnTo>
                  <a:pt x="417" y="681"/>
                </a:lnTo>
                <a:lnTo>
                  <a:pt x="417" y="678"/>
                </a:lnTo>
                <a:lnTo>
                  <a:pt x="407" y="659"/>
                </a:lnTo>
                <a:lnTo>
                  <a:pt x="399" y="652"/>
                </a:lnTo>
                <a:lnTo>
                  <a:pt x="395" y="647"/>
                </a:lnTo>
                <a:lnTo>
                  <a:pt x="392" y="642"/>
                </a:lnTo>
                <a:cubicBezTo>
                  <a:pt x="391" y="640"/>
                  <a:pt x="391" y="638"/>
                  <a:pt x="392" y="636"/>
                </a:cubicBezTo>
                <a:lnTo>
                  <a:pt x="396" y="622"/>
                </a:lnTo>
                <a:lnTo>
                  <a:pt x="411" y="589"/>
                </a:lnTo>
                <a:lnTo>
                  <a:pt x="411" y="576"/>
                </a:lnTo>
                <a:lnTo>
                  <a:pt x="410" y="571"/>
                </a:lnTo>
                <a:lnTo>
                  <a:pt x="407" y="566"/>
                </a:lnTo>
                <a:lnTo>
                  <a:pt x="405" y="559"/>
                </a:lnTo>
                <a:cubicBezTo>
                  <a:pt x="405" y="558"/>
                  <a:pt x="404" y="557"/>
                  <a:pt x="405" y="556"/>
                </a:cubicBezTo>
                <a:lnTo>
                  <a:pt x="405" y="551"/>
                </a:lnTo>
                <a:cubicBezTo>
                  <a:pt x="405" y="550"/>
                  <a:pt x="406" y="549"/>
                  <a:pt x="406" y="548"/>
                </a:cubicBezTo>
                <a:lnTo>
                  <a:pt x="410" y="542"/>
                </a:lnTo>
                <a:lnTo>
                  <a:pt x="471" y="470"/>
                </a:lnTo>
                <a:lnTo>
                  <a:pt x="474" y="460"/>
                </a:lnTo>
                <a:lnTo>
                  <a:pt x="480" y="451"/>
                </a:lnTo>
                <a:lnTo>
                  <a:pt x="490" y="440"/>
                </a:lnTo>
                <a:lnTo>
                  <a:pt x="501" y="431"/>
                </a:lnTo>
                <a:lnTo>
                  <a:pt x="504" y="427"/>
                </a:lnTo>
                <a:lnTo>
                  <a:pt x="505" y="422"/>
                </a:lnTo>
                <a:lnTo>
                  <a:pt x="503" y="417"/>
                </a:lnTo>
                <a:cubicBezTo>
                  <a:pt x="503" y="416"/>
                  <a:pt x="503" y="415"/>
                  <a:pt x="503" y="415"/>
                </a:cubicBezTo>
                <a:lnTo>
                  <a:pt x="503" y="410"/>
                </a:lnTo>
                <a:cubicBezTo>
                  <a:pt x="503" y="408"/>
                  <a:pt x="504" y="407"/>
                  <a:pt x="504" y="406"/>
                </a:cubicBezTo>
                <a:lnTo>
                  <a:pt x="507" y="401"/>
                </a:lnTo>
                <a:cubicBezTo>
                  <a:pt x="507" y="400"/>
                  <a:pt x="508" y="399"/>
                  <a:pt x="509" y="399"/>
                </a:cubicBezTo>
                <a:lnTo>
                  <a:pt x="511" y="397"/>
                </a:lnTo>
                <a:lnTo>
                  <a:pt x="505" y="398"/>
                </a:lnTo>
                <a:cubicBezTo>
                  <a:pt x="503" y="398"/>
                  <a:pt x="501" y="398"/>
                  <a:pt x="499" y="397"/>
                </a:cubicBezTo>
                <a:lnTo>
                  <a:pt x="491" y="391"/>
                </a:lnTo>
                <a:cubicBezTo>
                  <a:pt x="489" y="390"/>
                  <a:pt x="488" y="388"/>
                  <a:pt x="488" y="386"/>
                </a:cubicBezTo>
                <a:lnTo>
                  <a:pt x="487" y="381"/>
                </a:lnTo>
                <a:lnTo>
                  <a:pt x="487" y="354"/>
                </a:lnTo>
                <a:lnTo>
                  <a:pt x="483" y="325"/>
                </a:lnTo>
                <a:lnTo>
                  <a:pt x="483" y="315"/>
                </a:lnTo>
                <a:lnTo>
                  <a:pt x="486" y="306"/>
                </a:lnTo>
                <a:lnTo>
                  <a:pt x="495" y="286"/>
                </a:lnTo>
                <a:lnTo>
                  <a:pt x="496" y="269"/>
                </a:lnTo>
                <a:lnTo>
                  <a:pt x="499" y="257"/>
                </a:lnTo>
                <a:cubicBezTo>
                  <a:pt x="499" y="256"/>
                  <a:pt x="500" y="255"/>
                  <a:pt x="501" y="254"/>
                </a:cubicBezTo>
                <a:lnTo>
                  <a:pt x="509" y="244"/>
                </a:lnTo>
                <a:lnTo>
                  <a:pt x="509" y="243"/>
                </a:lnTo>
                <a:cubicBezTo>
                  <a:pt x="509" y="242"/>
                  <a:pt x="509" y="242"/>
                  <a:pt x="509" y="241"/>
                </a:cubicBezTo>
                <a:lnTo>
                  <a:pt x="510" y="237"/>
                </a:lnTo>
                <a:cubicBezTo>
                  <a:pt x="510" y="235"/>
                  <a:pt x="511" y="233"/>
                  <a:pt x="512" y="232"/>
                </a:cubicBezTo>
                <a:lnTo>
                  <a:pt x="514" y="230"/>
                </a:lnTo>
                <a:cubicBezTo>
                  <a:pt x="515" y="229"/>
                  <a:pt x="516" y="229"/>
                  <a:pt x="517" y="228"/>
                </a:cubicBezTo>
                <a:lnTo>
                  <a:pt x="527" y="225"/>
                </a:lnTo>
                <a:lnTo>
                  <a:pt x="532" y="222"/>
                </a:lnTo>
                <a:lnTo>
                  <a:pt x="543" y="211"/>
                </a:lnTo>
                <a:lnTo>
                  <a:pt x="543" y="210"/>
                </a:lnTo>
                <a:lnTo>
                  <a:pt x="536" y="196"/>
                </a:lnTo>
                <a:cubicBezTo>
                  <a:pt x="535" y="195"/>
                  <a:pt x="535" y="194"/>
                  <a:pt x="535" y="193"/>
                </a:cubicBezTo>
                <a:lnTo>
                  <a:pt x="535" y="184"/>
                </a:lnTo>
                <a:lnTo>
                  <a:pt x="536" y="168"/>
                </a:lnTo>
                <a:lnTo>
                  <a:pt x="535" y="153"/>
                </a:lnTo>
                <a:lnTo>
                  <a:pt x="535" y="147"/>
                </a:lnTo>
                <a:cubicBezTo>
                  <a:pt x="536" y="145"/>
                  <a:pt x="536" y="144"/>
                  <a:pt x="537" y="143"/>
                </a:cubicBezTo>
                <a:lnTo>
                  <a:pt x="539" y="139"/>
                </a:lnTo>
                <a:cubicBezTo>
                  <a:pt x="540" y="139"/>
                  <a:pt x="540" y="138"/>
                  <a:pt x="541" y="137"/>
                </a:cubicBezTo>
                <a:lnTo>
                  <a:pt x="560" y="124"/>
                </a:lnTo>
                <a:lnTo>
                  <a:pt x="567" y="116"/>
                </a:lnTo>
                <a:lnTo>
                  <a:pt x="574" y="103"/>
                </a:lnTo>
                <a:cubicBezTo>
                  <a:pt x="575" y="102"/>
                  <a:pt x="575" y="102"/>
                  <a:pt x="576" y="101"/>
                </a:cubicBezTo>
                <a:lnTo>
                  <a:pt x="580" y="98"/>
                </a:lnTo>
                <a:cubicBezTo>
                  <a:pt x="581" y="97"/>
                  <a:pt x="581" y="97"/>
                  <a:pt x="582" y="97"/>
                </a:cubicBezTo>
                <a:lnTo>
                  <a:pt x="590" y="93"/>
                </a:lnTo>
                <a:lnTo>
                  <a:pt x="597" y="92"/>
                </a:lnTo>
                <a:lnTo>
                  <a:pt x="598" y="92"/>
                </a:lnTo>
                <a:lnTo>
                  <a:pt x="589" y="8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0" name="Freeform 55">
            <a:extLst>
              <a:ext uri="{FF2B5EF4-FFF2-40B4-BE49-F238E27FC236}">
                <a16:creationId xmlns:a16="http://schemas.microsoft.com/office/drawing/2014/main" xmlns="" id="{F190A4EC-10F3-4CBB-99BA-B019F6707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521" y="5853037"/>
            <a:ext cx="7120" cy="16019"/>
          </a:xfrm>
          <a:custGeom>
            <a:avLst/>
            <a:gdLst>
              <a:gd name="T0" fmla="*/ 16 w 19"/>
              <a:gd name="T1" fmla="*/ 29 h 40"/>
              <a:gd name="T2" fmla="*/ 11 w 19"/>
              <a:gd name="T3" fmla="*/ 22 h 40"/>
              <a:gd name="T4" fmla="*/ 11 w 19"/>
              <a:gd name="T5" fmla="*/ 18 h 40"/>
              <a:gd name="T6" fmla="*/ 16 w 19"/>
              <a:gd name="T7" fmla="*/ 11 h 40"/>
              <a:gd name="T8" fmla="*/ 16 w 19"/>
              <a:gd name="T9" fmla="*/ 10 h 40"/>
              <a:gd name="T10" fmla="*/ 15 w 19"/>
              <a:gd name="T11" fmla="*/ 7 h 40"/>
              <a:gd name="T12" fmla="*/ 17 w 19"/>
              <a:gd name="T13" fmla="*/ 0 h 40"/>
              <a:gd name="T14" fmla="*/ 7 w 19"/>
              <a:gd name="T15" fmla="*/ 3 h 40"/>
              <a:gd name="T16" fmla="*/ 5 w 19"/>
              <a:gd name="T17" fmla="*/ 3 h 40"/>
              <a:gd name="T18" fmla="*/ 1 w 19"/>
              <a:gd name="T19" fmla="*/ 3 h 40"/>
              <a:gd name="T20" fmla="*/ 0 w 19"/>
              <a:gd name="T21" fmla="*/ 14 h 40"/>
              <a:gd name="T22" fmla="*/ 1 w 19"/>
              <a:gd name="T23" fmla="*/ 19 h 40"/>
              <a:gd name="T24" fmla="*/ 8 w 19"/>
              <a:gd name="T25" fmla="*/ 30 h 40"/>
              <a:gd name="T26" fmla="*/ 9 w 19"/>
              <a:gd name="T27" fmla="*/ 33 h 40"/>
              <a:gd name="T28" fmla="*/ 10 w 19"/>
              <a:gd name="T29" fmla="*/ 39 h 40"/>
              <a:gd name="T30" fmla="*/ 18 w 19"/>
              <a:gd name="T31" fmla="*/ 32 h 40"/>
              <a:gd name="T32" fmla="*/ 17 w 19"/>
              <a:gd name="T33" fmla="*/ 30 h 40"/>
              <a:gd name="T34" fmla="*/ 16 w 19"/>
              <a:gd name="T35" fmla="*/ 29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9" h="40">
                <a:moveTo>
                  <a:pt x="16" y="29"/>
                </a:moveTo>
                <a:cubicBezTo>
                  <a:pt x="13" y="28"/>
                  <a:pt x="11" y="25"/>
                  <a:pt x="11" y="22"/>
                </a:cubicBezTo>
                <a:lnTo>
                  <a:pt x="11" y="18"/>
                </a:lnTo>
                <a:cubicBezTo>
                  <a:pt x="11" y="15"/>
                  <a:pt x="13" y="12"/>
                  <a:pt x="16" y="11"/>
                </a:cubicBezTo>
                <a:lnTo>
                  <a:pt x="16" y="10"/>
                </a:lnTo>
                <a:lnTo>
                  <a:pt x="15" y="7"/>
                </a:lnTo>
                <a:cubicBezTo>
                  <a:pt x="15" y="5"/>
                  <a:pt x="15" y="2"/>
                  <a:pt x="17" y="0"/>
                </a:cubicBezTo>
                <a:lnTo>
                  <a:pt x="7" y="3"/>
                </a:lnTo>
                <a:cubicBezTo>
                  <a:pt x="7" y="3"/>
                  <a:pt x="6" y="3"/>
                  <a:pt x="5" y="3"/>
                </a:cubicBezTo>
                <a:lnTo>
                  <a:pt x="1" y="3"/>
                </a:lnTo>
                <a:lnTo>
                  <a:pt x="0" y="14"/>
                </a:lnTo>
                <a:lnTo>
                  <a:pt x="1" y="19"/>
                </a:lnTo>
                <a:lnTo>
                  <a:pt x="8" y="30"/>
                </a:lnTo>
                <a:cubicBezTo>
                  <a:pt x="8" y="31"/>
                  <a:pt x="9" y="32"/>
                  <a:pt x="9" y="33"/>
                </a:cubicBezTo>
                <a:lnTo>
                  <a:pt x="10" y="39"/>
                </a:lnTo>
                <a:lnTo>
                  <a:pt x="18" y="32"/>
                </a:lnTo>
                <a:lnTo>
                  <a:pt x="17" y="30"/>
                </a:lnTo>
                <a:lnTo>
                  <a:pt x="16" y="2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1" name="Freeform 56">
            <a:extLst>
              <a:ext uri="{FF2B5EF4-FFF2-40B4-BE49-F238E27FC236}">
                <a16:creationId xmlns:a16="http://schemas.microsoft.com/office/drawing/2014/main" xmlns="" id="{0AABA62A-EDF0-4BB6-9788-13C740A4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3" y="5902876"/>
            <a:ext cx="5339" cy="10680"/>
          </a:xfrm>
          <a:custGeom>
            <a:avLst/>
            <a:gdLst>
              <a:gd name="T0" fmla="*/ 8 w 13"/>
              <a:gd name="T1" fmla="*/ 8 h 25"/>
              <a:gd name="T2" fmla="*/ 1 w 13"/>
              <a:gd name="T3" fmla="*/ 0 h 25"/>
              <a:gd name="T4" fmla="*/ 0 w 13"/>
              <a:gd name="T5" fmla="*/ 5 h 25"/>
              <a:gd name="T6" fmla="*/ 0 w 13"/>
              <a:gd name="T7" fmla="*/ 11 h 25"/>
              <a:gd name="T8" fmla="*/ 2 w 13"/>
              <a:gd name="T9" fmla="*/ 15 h 25"/>
              <a:gd name="T10" fmla="*/ 4 w 13"/>
              <a:gd name="T11" fmla="*/ 18 h 25"/>
              <a:gd name="T12" fmla="*/ 11 w 13"/>
              <a:gd name="T13" fmla="*/ 24 h 25"/>
              <a:gd name="T14" fmla="*/ 11 w 13"/>
              <a:gd name="T15" fmla="*/ 24 h 25"/>
              <a:gd name="T16" fmla="*/ 12 w 13"/>
              <a:gd name="T17" fmla="*/ 17 h 25"/>
              <a:gd name="T18" fmla="*/ 11 w 13"/>
              <a:gd name="T19" fmla="*/ 13 h 25"/>
              <a:gd name="T20" fmla="*/ 8 w 13"/>
              <a:gd name="T21" fmla="*/ 8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25">
                <a:moveTo>
                  <a:pt x="8" y="8"/>
                </a:moveTo>
                <a:lnTo>
                  <a:pt x="1" y="0"/>
                </a:lnTo>
                <a:lnTo>
                  <a:pt x="0" y="5"/>
                </a:lnTo>
                <a:lnTo>
                  <a:pt x="0" y="11"/>
                </a:lnTo>
                <a:lnTo>
                  <a:pt x="2" y="15"/>
                </a:lnTo>
                <a:lnTo>
                  <a:pt x="4" y="18"/>
                </a:lnTo>
                <a:lnTo>
                  <a:pt x="11" y="24"/>
                </a:lnTo>
                <a:lnTo>
                  <a:pt x="11" y="24"/>
                </a:lnTo>
                <a:lnTo>
                  <a:pt x="12" y="17"/>
                </a:lnTo>
                <a:lnTo>
                  <a:pt x="11" y="13"/>
                </a:lnTo>
                <a:lnTo>
                  <a:pt x="8" y="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2" name="Freeform 57">
            <a:extLst>
              <a:ext uri="{FF2B5EF4-FFF2-40B4-BE49-F238E27FC236}">
                <a16:creationId xmlns:a16="http://schemas.microsoft.com/office/drawing/2014/main" xmlns="" id="{906DDA21-7B5E-437C-B4E8-0337BA65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921" y="5856597"/>
            <a:ext cx="26700" cy="21360"/>
          </a:xfrm>
          <a:custGeom>
            <a:avLst/>
            <a:gdLst>
              <a:gd name="T0" fmla="*/ 44 w 64"/>
              <a:gd name="T1" fmla="*/ 1 h 51"/>
              <a:gd name="T2" fmla="*/ 41 w 64"/>
              <a:gd name="T3" fmla="*/ 0 h 51"/>
              <a:gd name="T4" fmla="*/ 36 w 64"/>
              <a:gd name="T5" fmla="*/ 1 h 51"/>
              <a:gd name="T6" fmla="*/ 16 w 64"/>
              <a:gd name="T7" fmla="*/ 14 h 51"/>
              <a:gd name="T8" fmla="*/ 10 w 64"/>
              <a:gd name="T9" fmla="*/ 15 h 51"/>
              <a:gd name="T10" fmla="*/ 4 w 64"/>
              <a:gd name="T11" fmla="*/ 14 h 51"/>
              <a:gd name="T12" fmla="*/ 0 w 64"/>
              <a:gd name="T13" fmla="*/ 12 h 51"/>
              <a:gd name="T14" fmla="*/ 1 w 64"/>
              <a:gd name="T15" fmla="*/ 14 h 51"/>
              <a:gd name="T16" fmla="*/ 6 w 64"/>
              <a:gd name="T17" fmla="*/ 36 h 51"/>
              <a:gd name="T18" fmla="*/ 13 w 64"/>
              <a:gd name="T19" fmla="*/ 47 h 51"/>
              <a:gd name="T20" fmla="*/ 14 w 64"/>
              <a:gd name="T21" fmla="*/ 50 h 51"/>
              <a:gd name="T22" fmla="*/ 14 w 64"/>
              <a:gd name="T23" fmla="*/ 48 h 51"/>
              <a:gd name="T24" fmla="*/ 18 w 64"/>
              <a:gd name="T25" fmla="*/ 42 h 51"/>
              <a:gd name="T26" fmla="*/ 20 w 64"/>
              <a:gd name="T27" fmla="*/ 40 h 51"/>
              <a:gd name="T28" fmla="*/ 26 w 64"/>
              <a:gd name="T29" fmla="*/ 40 h 51"/>
              <a:gd name="T30" fmla="*/ 33 w 64"/>
              <a:gd name="T31" fmla="*/ 42 h 51"/>
              <a:gd name="T32" fmla="*/ 35 w 64"/>
              <a:gd name="T33" fmla="*/ 39 h 51"/>
              <a:gd name="T34" fmla="*/ 45 w 64"/>
              <a:gd name="T35" fmla="*/ 35 h 51"/>
              <a:gd name="T36" fmla="*/ 49 w 64"/>
              <a:gd name="T37" fmla="*/ 37 h 51"/>
              <a:gd name="T38" fmla="*/ 63 w 64"/>
              <a:gd name="T39" fmla="*/ 36 h 51"/>
              <a:gd name="T40" fmla="*/ 62 w 64"/>
              <a:gd name="T41" fmla="*/ 24 h 51"/>
              <a:gd name="T42" fmla="*/ 44 w 64"/>
              <a:gd name="T43" fmla="*/ 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" h="51">
                <a:moveTo>
                  <a:pt x="44" y="1"/>
                </a:moveTo>
                <a:lnTo>
                  <a:pt x="41" y="0"/>
                </a:lnTo>
                <a:lnTo>
                  <a:pt x="36" y="1"/>
                </a:lnTo>
                <a:lnTo>
                  <a:pt x="16" y="14"/>
                </a:lnTo>
                <a:cubicBezTo>
                  <a:pt x="14" y="15"/>
                  <a:pt x="12" y="16"/>
                  <a:pt x="10" y="15"/>
                </a:cubicBezTo>
                <a:lnTo>
                  <a:pt x="4" y="14"/>
                </a:lnTo>
                <a:cubicBezTo>
                  <a:pt x="3" y="13"/>
                  <a:pt x="1" y="13"/>
                  <a:pt x="0" y="12"/>
                </a:cubicBezTo>
                <a:lnTo>
                  <a:pt x="1" y="14"/>
                </a:lnTo>
                <a:lnTo>
                  <a:pt x="6" y="36"/>
                </a:lnTo>
                <a:lnTo>
                  <a:pt x="13" y="47"/>
                </a:lnTo>
                <a:cubicBezTo>
                  <a:pt x="13" y="48"/>
                  <a:pt x="14" y="49"/>
                  <a:pt x="14" y="50"/>
                </a:cubicBezTo>
                <a:lnTo>
                  <a:pt x="14" y="48"/>
                </a:lnTo>
                <a:cubicBezTo>
                  <a:pt x="14" y="46"/>
                  <a:pt x="15" y="43"/>
                  <a:pt x="18" y="42"/>
                </a:cubicBezTo>
                <a:lnTo>
                  <a:pt x="20" y="40"/>
                </a:lnTo>
                <a:cubicBezTo>
                  <a:pt x="22" y="39"/>
                  <a:pt x="24" y="39"/>
                  <a:pt x="26" y="40"/>
                </a:cubicBezTo>
                <a:lnTo>
                  <a:pt x="33" y="42"/>
                </a:lnTo>
                <a:lnTo>
                  <a:pt x="35" y="39"/>
                </a:lnTo>
                <a:cubicBezTo>
                  <a:pt x="37" y="35"/>
                  <a:pt x="41" y="34"/>
                  <a:pt x="45" y="35"/>
                </a:cubicBezTo>
                <a:lnTo>
                  <a:pt x="49" y="37"/>
                </a:lnTo>
                <a:lnTo>
                  <a:pt x="63" y="36"/>
                </a:lnTo>
                <a:lnTo>
                  <a:pt x="62" y="24"/>
                </a:lnTo>
                <a:lnTo>
                  <a:pt x="44" y="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3" name="Freeform 58">
            <a:extLst>
              <a:ext uri="{FF2B5EF4-FFF2-40B4-BE49-F238E27FC236}">
                <a16:creationId xmlns:a16="http://schemas.microsoft.com/office/drawing/2014/main" xmlns="" id="{EC338E01-8376-4F47-AC6B-74E409F6C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200" y="5847697"/>
            <a:ext cx="16020" cy="10680"/>
          </a:xfrm>
          <a:custGeom>
            <a:avLst/>
            <a:gdLst>
              <a:gd name="T0" fmla="*/ 26 w 40"/>
              <a:gd name="T1" fmla="*/ 11 h 26"/>
              <a:gd name="T2" fmla="*/ 39 w 40"/>
              <a:gd name="T3" fmla="*/ 0 h 26"/>
              <a:gd name="T4" fmla="*/ 0 w 40"/>
              <a:gd name="T5" fmla="*/ 11 h 26"/>
              <a:gd name="T6" fmla="*/ 2 w 40"/>
              <a:gd name="T7" fmla="*/ 11 h 26"/>
              <a:gd name="T8" fmla="*/ 9 w 40"/>
              <a:gd name="T9" fmla="*/ 17 h 26"/>
              <a:gd name="T10" fmla="*/ 11 w 40"/>
              <a:gd name="T11" fmla="*/ 25 h 26"/>
              <a:gd name="T12" fmla="*/ 21 w 40"/>
              <a:gd name="T13" fmla="*/ 18 h 26"/>
              <a:gd name="T14" fmla="*/ 26 w 40"/>
              <a:gd name="T15" fmla="*/ 11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" h="26">
                <a:moveTo>
                  <a:pt x="26" y="11"/>
                </a:moveTo>
                <a:lnTo>
                  <a:pt x="39" y="0"/>
                </a:lnTo>
                <a:lnTo>
                  <a:pt x="0" y="11"/>
                </a:lnTo>
                <a:lnTo>
                  <a:pt x="2" y="11"/>
                </a:lnTo>
                <a:cubicBezTo>
                  <a:pt x="5" y="12"/>
                  <a:pt x="8" y="14"/>
                  <a:pt x="9" y="17"/>
                </a:cubicBezTo>
                <a:lnTo>
                  <a:pt x="11" y="25"/>
                </a:lnTo>
                <a:lnTo>
                  <a:pt x="21" y="18"/>
                </a:lnTo>
                <a:lnTo>
                  <a:pt x="26" y="1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4" name="Freeform 59">
            <a:extLst>
              <a:ext uri="{FF2B5EF4-FFF2-40B4-BE49-F238E27FC236}">
                <a16:creationId xmlns:a16="http://schemas.microsoft.com/office/drawing/2014/main" xmlns="" id="{8BAA6A31-B273-4039-BD16-16B83B8AE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861" y="5890416"/>
            <a:ext cx="14240" cy="8900"/>
          </a:xfrm>
          <a:custGeom>
            <a:avLst/>
            <a:gdLst>
              <a:gd name="T0" fmla="*/ 33 w 36"/>
              <a:gd name="T1" fmla="*/ 4 h 23"/>
              <a:gd name="T2" fmla="*/ 18 w 36"/>
              <a:gd name="T3" fmla="*/ 0 h 23"/>
              <a:gd name="T4" fmla="*/ 12 w 36"/>
              <a:gd name="T5" fmla="*/ 1 h 23"/>
              <a:gd name="T6" fmla="*/ 4 w 36"/>
              <a:gd name="T7" fmla="*/ 4 h 23"/>
              <a:gd name="T8" fmla="*/ 1 w 36"/>
              <a:gd name="T9" fmla="*/ 9 h 23"/>
              <a:gd name="T10" fmla="*/ 0 w 36"/>
              <a:gd name="T11" fmla="*/ 18 h 23"/>
              <a:gd name="T12" fmla="*/ 4 w 36"/>
              <a:gd name="T13" fmla="*/ 22 h 23"/>
              <a:gd name="T14" fmla="*/ 14 w 36"/>
              <a:gd name="T15" fmla="*/ 21 h 23"/>
              <a:gd name="T16" fmla="*/ 26 w 36"/>
              <a:gd name="T17" fmla="*/ 16 h 23"/>
              <a:gd name="T18" fmla="*/ 35 w 36"/>
              <a:gd name="T19" fmla="*/ 5 h 23"/>
              <a:gd name="T20" fmla="*/ 33 w 36"/>
              <a:gd name="T21" fmla="*/ 4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6" h="23">
                <a:moveTo>
                  <a:pt x="33" y="4"/>
                </a:moveTo>
                <a:lnTo>
                  <a:pt x="18" y="0"/>
                </a:lnTo>
                <a:lnTo>
                  <a:pt x="12" y="1"/>
                </a:lnTo>
                <a:lnTo>
                  <a:pt x="4" y="4"/>
                </a:lnTo>
                <a:lnTo>
                  <a:pt x="1" y="9"/>
                </a:lnTo>
                <a:lnTo>
                  <a:pt x="0" y="18"/>
                </a:lnTo>
                <a:lnTo>
                  <a:pt x="4" y="22"/>
                </a:lnTo>
                <a:lnTo>
                  <a:pt x="14" y="21"/>
                </a:lnTo>
                <a:lnTo>
                  <a:pt x="26" y="16"/>
                </a:lnTo>
                <a:lnTo>
                  <a:pt x="35" y="5"/>
                </a:lnTo>
                <a:lnTo>
                  <a:pt x="33" y="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5" name="Freeform 60">
            <a:extLst>
              <a:ext uri="{FF2B5EF4-FFF2-40B4-BE49-F238E27FC236}">
                <a16:creationId xmlns:a16="http://schemas.microsoft.com/office/drawing/2014/main" xmlns="" id="{093D1CAF-46A6-4943-91EA-1378DD7AA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03" y="5897536"/>
            <a:ext cx="17800" cy="26700"/>
          </a:xfrm>
          <a:custGeom>
            <a:avLst/>
            <a:gdLst>
              <a:gd name="T0" fmla="*/ 38 w 46"/>
              <a:gd name="T1" fmla="*/ 61 h 67"/>
              <a:gd name="T2" fmla="*/ 39 w 46"/>
              <a:gd name="T3" fmla="*/ 58 h 67"/>
              <a:gd name="T4" fmla="*/ 44 w 46"/>
              <a:gd name="T5" fmla="*/ 45 h 67"/>
              <a:gd name="T6" fmla="*/ 45 w 46"/>
              <a:gd name="T7" fmla="*/ 34 h 67"/>
              <a:gd name="T8" fmla="*/ 44 w 46"/>
              <a:gd name="T9" fmla="*/ 28 h 67"/>
              <a:gd name="T10" fmla="*/ 39 w 46"/>
              <a:gd name="T11" fmla="*/ 17 h 67"/>
              <a:gd name="T12" fmla="*/ 38 w 46"/>
              <a:gd name="T13" fmla="*/ 15 h 67"/>
              <a:gd name="T14" fmla="*/ 33 w 46"/>
              <a:gd name="T15" fmla="*/ 9 h 67"/>
              <a:gd name="T16" fmla="*/ 25 w 46"/>
              <a:gd name="T17" fmla="*/ 3 h 67"/>
              <a:gd name="T18" fmla="*/ 22 w 46"/>
              <a:gd name="T19" fmla="*/ 1 h 67"/>
              <a:gd name="T20" fmla="*/ 19 w 46"/>
              <a:gd name="T21" fmla="*/ 0 h 67"/>
              <a:gd name="T22" fmla="*/ 15 w 46"/>
              <a:gd name="T23" fmla="*/ 1 h 67"/>
              <a:gd name="T24" fmla="*/ 12 w 46"/>
              <a:gd name="T25" fmla="*/ 2 h 67"/>
              <a:gd name="T26" fmla="*/ 8 w 46"/>
              <a:gd name="T27" fmla="*/ 5 h 67"/>
              <a:gd name="T28" fmla="*/ 4 w 46"/>
              <a:gd name="T29" fmla="*/ 10 h 67"/>
              <a:gd name="T30" fmla="*/ 2 w 46"/>
              <a:gd name="T31" fmla="*/ 16 h 67"/>
              <a:gd name="T32" fmla="*/ 1 w 46"/>
              <a:gd name="T33" fmla="*/ 21 h 67"/>
              <a:gd name="T34" fmla="*/ 1 w 46"/>
              <a:gd name="T35" fmla="*/ 23 h 67"/>
              <a:gd name="T36" fmla="*/ 1 w 46"/>
              <a:gd name="T37" fmla="*/ 30 h 67"/>
              <a:gd name="T38" fmla="*/ 1 w 46"/>
              <a:gd name="T39" fmla="*/ 32 h 67"/>
              <a:gd name="T40" fmla="*/ 4 w 46"/>
              <a:gd name="T41" fmla="*/ 39 h 67"/>
              <a:gd name="T42" fmla="*/ 5 w 46"/>
              <a:gd name="T43" fmla="*/ 41 h 67"/>
              <a:gd name="T44" fmla="*/ 9 w 46"/>
              <a:gd name="T45" fmla="*/ 46 h 67"/>
              <a:gd name="T46" fmla="*/ 10 w 46"/>
              <a:gd name="T47" fmla="*/ 47 h 67"/>
              <a:gd name="T48" fmla="*/ 17 w 46"/>
              <a:gd name="T49" fmla="*/ 52 h 67"/>
              <a:gd name="T50" fmla="*/ 18 w 46"/>
              <a:gd name="T51" fmla="*/ 53 h 67"/>
              <a:gd name="T52" fmla="*/ 18 w 46"/>
              <a:gd name="T53" fmla="*/ 58 h 67"/>
              <a:gd name="T54" fmla="*/ 20 w 46"/>
              <a:gd name="T55" fmla="*/ 61 h 67"/>
              <a:gd name="T56" fmla="*/ 23 w 46"/>
              <a:gd name="T57" fmla="*/ 64 h 67"/>
              <a:gd name="T58" fmla="*/ 26 w 46"/>
              <a:gd name="T59" fmla="*/ 65 h 67"/>
              <a:gd name="T60" fmla="*/ 29 w 46"/>
              <a:gd name="T61" fmla="*/ 66 h 67"/>
              <a:gd name="T62" fmla="*/ 35 w 46"/>
              <a:gd name="T63" fmla="*/ 63 h 67"/>
              <a:gd name="T64" fmla="*/ 38 w 46"/>
              <a:gd name="T65" fmla="*/ 61 h 67"/>
              <a:gd name="T66" fmla="*/ 28 w 46"/>
              <a:gd name="T67" fmla="*/ 41 h 67"/>
              <a:gd name="T68" fmla="*/ 28 w 46"/>
              <a:gd name="T69" fmla="*/ 41 h 67"/>
              <a:gd name="T70" fmla="*/ 21 w 46"/>
              <a:gd name="T71" fmla="*/ 35 h 67"/>
              <a:gd name="T72" fmla="*/ 19 w 46"/>
              <a:gd name="T73" fmla="*/ 32 h 67"/>
              <a:gd name="T74" fmla="*/ 17 w 46"/>
              <a:gd name="T75" fmla="*/ 28 h 67"/>
              <a:gd name="T76" fmla="*/ 17 w 46"/>
              <a:gd name="T77" fmla="*/ 22 h 67"/>
              <a:gd name="T78" fmla="*/ 18 w 46"/>
              <a:gd name="T79" fmla="*/ 17 h 67"/>
              <a:gd name="T80" fmla="*/ 25 w 46"/>
              <a:gd name="T81" fmla="*/ 25 h 67"/>
              <a:gd name="T82" fmla="*/ 28 w 46"/>
              <a:gd name="T83" fmla="*/ 30 h 67"/>
              <a:gd name="T84" fmla="*/ 29 w 46"/>
              <a:gd name="T85" fmla="*/ 34 h 67"/>
              <a:gd name="T86" fmla="*/ 28 w 46"/>
              <a:gd name="T87" fmla="*/ 41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6" h="67">
                <a:moveTo>
                  <a:pt x="38" y="61"/>
                </a:moveTo>
                <a:cubicBezTo>
                  <a:pt x="39" y="60"/>
                  <a:pt x="39" y="59"/>
                  <a:pt x="39" y="58"/>
                </a:cubicBezTo>
                <a:lnTo>
                  <a:pt x="44" y="45"/>
                </a:lnTo>
                <a:lnTo>
                  <a:pt x="45" y="34"/>
                </a:lnTo>
                <a:lnTo>
                  <a:pt x="44" y="28"/>
                </a:lnTo>
                <a:lnTo>
                  <a:pt x="39" y="17"/>
                </a:lnTo>
                <a:cubicBezTo>
                  <a:pt x="39" y="16"/>
                  <a:pt x="39" y="16"/>
                  <a:pt x="38" y="15"/>
                </a:cubicBezTo>
                <a:lnTo>
                  <a:pt x="33" y="9"/>
                </a:lnTo>
                <a:lnTo>
                  <a:pt x="25" y="3"/>
                </a:lnTo>
                <a:cubicBezTo>
                  <a:pt x="24" y="2"/>
                  <a:pt x="23" y="1"/>
                  <a:pt x="22" y="1"/>
                </a:cubicBezTo>
                <a:lnTo>
                  <a:pt x="19" y="0"/>
                </a:lnTo>
                <a:cubicBezTo>
                  <a:pt x="18" y="0"/>
                  <a:pt x="16" y="0"/>
                  <a:pt x="15" y="1"/>
                </a:cubicBezTo>
                <a:lnTo>
                  <a:pt x="12" y="2"/>
                </a:lnTo>
                <a:cubicBezTo>
                  <a:pt x="10" y="2"/>
                  <a:pt x="9" y="3"/>
                  <a:pt x="8" y="5"/>
                </a:cubicBezTo>
                <a:lnTo>
                  <a:pt x="4" y="10"/>
                </a:lnTo>
                <a:lnTo>
                  <a:pt x="2" y="16"/>
                </a:lnTo>
                <a:lnTo>
                  <a:pt x="1" y="21"/>
                </a:lnTo>
                <a:cubicBezTo>
                  <a:pt x="1" y="21"/>
                  <a:pt x="0" y="22"/>
                  <a:pt x="1" y="23"/>
                </a:cubicBezTo>
                <a:lnTo>
                  <a:pt x="1" y="30"/>
                </a:lnTo>
                <a:cubicBezTo>
                  <a:pt x="1" y="30"/>
                  <a:pt x="1" y="31"/>
                  <a:pt x="1" y="32"/>
                </a:cubicBezTo>
                <a:lnTo>
                  <a:pt x="4" y="39"/>
                </a:lnTo>
                <a:cubicBezTo>
                  <a:pt x="4" y="40"/>
                  <a:pt x="5" y="41"/>
                  <a:pt x="5" y="41"/>
                </a:cubicBezTo>
                <a:lnTo>
                  <a:pt x="9" y="46"/>
                </a:lnTo>
                <a:cubicBezTo>
                  <a:pt x="9" y="46"/>
                  <a:pt x="9" y="47"/>
                  <a:pt x="10" y="47"/>
                </a:cubicBezTo>
                <a:lnTo>
                  <a:pt x="17" y="52"/>
                </a:lnTo>
                <a:lnTo>
                  <a:pt x="18" y="53"/>
                </a:lnTo>
                <a:cubicBezTo>
                  <a:pt x="17" y="55"/>
                  <a:pt x="18" y="57"/>
                  <a:pt x="18" y="58"/>
                </a:cubicBezTo>
                <a:lnTo>
                  <a:pt x="20" y="61"/>
                </a:lnTo>
                <a:cubicBezTo>
                  <a:pt x="20" y="62"/>
                  <a:pt x="22" y="63"/>
                  <a:pt x="23" y="64"/>
                </a:cubicBezTo>
                <a:lnTo>
                  <a:pt x="26" y="65"/>
                </a:lnTo>
                <a:cubicBezTo>
                  <a:pt x="27" y="66"/>
                  <a:pt x="28" y="66"/>
                  <a:pt x="29" y="66"/>
                </a:cubicBezTo>
                <a:cubicBezTo>
                  <a:pt x="32" y="66"/>
                  <a:pt x="34" y="65"/>
                  <a:pt x="35" y="63"/>
                </a:cubicBezTo>
                <a:lnTo>
                  <a:pt x="38" y="61"/>
                </a:lnTo>
                <a:close/>
                <a:moveTo>
                  <a:pt x="28" y="41"/>
                </a:moveTo>
                <a:lnTo>
                  <a:pt x="28" y="41"/>
                </a:lnTo>
                <a:lnTo>
                  <a:pt x="21" y="35"/>
                </a:lnTo>
                <a:lnTo>
                  <a:pt x="19" y="32"/>
                </a:lnTo>
                <a:lnTo>
                  <a:pt x="17" y="28"/>
                </a:lnTo>
                <a:lnTo>
                  <a:pt x="17" y="22"/>
                </a:lnTo>
                <a:lnTo>
                  <a:pt x="18" y="17"/>
                </a:lnTo>
                <a:lnTo>
                  <a:pt x="25" y="25"/>
                </a:lnTo>
                <a:lnTo>
                  <a:pt x="28" y="30"/>
                </a:lnTo>
                <a:lnTo>
                  <a:pt x="29" y="34"/>
                </a:lnTo>
                <a:lnTo>
                  <a:pt x="28" y="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6" name="Freeform 61">
            <a:extLst>
              <a:ext uri="{FF2B5EF4-FFF2-40B4-BE49-F238E27FC236}">
                <a16:creationId xmlns:a16="http://schemas.microsoft.com/office/drawing/2014/main" xmlns="" id="{053A9094-DB44-4717-BF23-34FE406E1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22" y="5922455"/>
            <a:ext cx="32039" cy="21360"/>
          </a:xfrm>
          <a:custGeom>
            <a:avLst/>
            <a:gdLst>
              <a:gd name="T0" fmla="*/ 13 w 79"/>
              <a:gd name="T1" fmla="*/ 27 h 54"/>
              <a:gd name="T2" fmla="*/ 32 w 79"/>
              <a:gd name="T3" fmla="*/ 35 h 54"/>
              <a:gd name="T4" fmla="*/ 58 w 79"/>
              <a:gd name="T5" fmla="*/ 52 h 54"/>
              <a:gd name="T6" fmla="*/ 62 w 79"/>
              <a:gd name="T7" fmla="*/ 53 h 54"/>
              <a:gd name="T8" fmla="*/ 66 w 79"/>
              <a:gd name="T9" fmla="*/ 52 h 54"/>
              <a:gd name="T10" fmla="*/ 74 w 79"/>
              <a:gd name="T11" fmla="*/ 47 h 54"/>
              <a:gd name="T12" fmla="*/ 77 w 79"/>
              <a:gd name="T13" fmla="*/ 41 h 54"/>
              <a:gd name="T14" fmla="*/ 78 w 79"/>
              <a:gd name="T15" fmla="*/ 27 h 54"/>
              <a:gd name="T16" fmla="*/ 78 w 79"/>
              <a:gd name="T17" fmla="*/ 20 h 54"/>
              <a:gd name="T18" fmla="*/ 75 w 79"/>
              <a:gd name="T19" fmla="*/ 15 h 54"/>
              <a:gd name="T20" fmla="*/ 70 w 79"/>
              <a:gd name="T21" fmla="*/ 11 h 54"/>
              <a:gd name="T22" fmla="*/ 62 w 79"/>
              <a:gd name="T23" fmla="*/ 7 h 54"/>
              <a:gd name="T24" fmla="*/ 60 w 79"/>
              <a:gd name="T25" fmla="*/ 6 h 54"/>
              <a:gd name="T26" fmla="*/ 54 w 79"/>
              <a:gd name="T27" fmla="*/ 5 h 54"/>
              <a:gd name="T28" fmla="*/ 49 w 79"/>
              <a:gd name="T29" fmla="*/ 6 h 54"/>
              <a:gd name="T30" fmla="*/ 45 w 79"/>
              <a:gd name="T31" fmla="*/ 8 h 54"/>
              <a:gd name="T32" fmla="*/ 34 w 79"/>
              <a:gd name="T33" fmla="*/ 3 h 54"/>
              <a:gd name="T34" fmla="*/ 31 w 79"/>
              <a:gd name="T35" fmla="*/ 2 h 54"/>
              <a:gd name="T36" fmla="*/ 26 w 79"/>
              <a:gd name="T37" fmla="*/ 2 h 54"/>
              <a:gd name="T38" fmla="*/ 24 w 79"/>
              <a:gd name="T39" fmla="*/ 2 h 54"/>
              <a:gd name="T40" fmla="*/ 21 w 79"/>
              <a:gd name="T41" fmla="*/ 0 h 54"/>
              <a:gd name="T42" fmla="*/ 16 w 79"/>
              <a:gd name="T43" fmla="*/ 0 h 54"/>
              <a:gd name="T44" fmla="*/ 12 w 79"/>
              <a:gd name="T45" fmla="*/ 1 h 54"/>
              <a:gd name="T46" fmla="*/ 8 w 79"/>
              <a:gd name="T47" fmla="*/ 4 h 54"/>
              <a:gd name="T48" fmla="*/ 4 w 79"/>
              <a:gd name="T49" fmla="*/ 7 h 54"/>
              <a:gd name="T50" fmla="*/ 0 w 79"/>
              <a:gd name="T51" fmla="*/ 14 h 54"/>
              <a:gd name="T52" fmla="*/ 4 w 79"/>
              <a:gd name="T53" fmla="*/ 21 h 54"/>
              <a:gd name="T54" fmla="*/ 13 w 79"/>
              <a:gd name="T55" fmla="*/ 27 h 54"/>
              <a:gd name="T56" fmla="*/ 49 w 79"/>
              <a:gd name="T57" fmla="*/ 24 h 54"/>
              <a:gd name="T58" fmla="*/ 54 w 79"/>
              <a:gd name="T59" fmla="*/ 21 h 54"/>
              <a:gd name="T60" fmla="*/ 61 w 79"/>
              <a:gd name="T61" fmla="*/ 24 h 54"/>
              <a:gd name="T62" fmla="*/ 62 w 79"/>
              <a:gd name="T63" fmla="*/ 25 h 54"/>
              <a:gd name="T64" fmla="*/ 63 w 79"/>
              <a:gd name="T65" fmla="*/ 27 h 54"/>
              <a:gd name="T66" fmla="*/ 62 w 79"/>
              <a:gd name="T67" fmla="*/ 35 h 54"/>
              <a:gd name="T68" fmla="*/ 45 w 79"/>
              <a:gd name="T69" fmla="*/ 24 h 54"/>
              <a:gd name="T70" fmla="*/ 49 w 79"/>
              <a:gd name="T71" fmla="*/ 2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9" h="54">
                <a:moveTo>
                  <a:pt x="13" y="27"/>
                </a:moveTo>
                <a:lnTo>
                  <a:pt x="32" y="35"/>
                </a:lnTo>
                <a:lnTo>
                  <a:pt x="58" y="52"/>
                </a:lnTo>
                <a:cubicBezTo>
                  <a:pt x="59" y="53"/>
                  <a:pt x="60" y="53"/>
                  <a:pt x="62" y="53"/>
                </a:cubicBezTo>
                <a:cubicBezTo>
                  <a:pt x="64" y="53"/>
                  <a:pt x="65" y="53"/>
                  <a:pt x="66" y="52"/>
                </a:cubicBezTo>
                <a:lnTo>
                  <a:pt x="74" y="47"/>
                </a:lnTo>
                <a:cubicBezTo>
                  <a:pt x="76" y="45"/>
                  <a:pt x="77" y="43"/>
                  <a:pt x="77" y="41"/>
                </a:cubicBezTo>
                <a:lnTo>
                  <a:pt x="78" y="27"/>
                </a:lnTo>
                <a:lnTo>
                  <a:pt x="78" y="20"/>
                </a:lnTo>
                <a:cubicBezTo>
                  <a:pt x="77" y="18"/>
                  <a:pt x="76" y="16"/>
                  <a:pt x="75" y="15"/>
                </a:cubicBezTo>
                <a:lnTo>
                  <a:pt x="70" y="11"/>
                </a:lnTo>
                <a:lnTo>
                  <a:pt x="62" y="7"/>
                </a:lnTo>
                <a:cubicBezTo>
                  <a:pt x="61" y="6"/>
                  <a:pt x="60" y="6"/>
                  <a:pt x="60" y="6"/>
                </a:cubicBezTo>
                <a:lnTo>
                  <a:pt x="54" y="5"/>
                </a:lnTo>
                <a:cubicBezTo>
                  <a:pt x="52" y="5"/>
                  <a:pt x="51" y="5"/>
                  <a:pt x="49" y="6"/>
                </a:cubicBezTo>
                <a:lnTo>
                  <a:pt x="45" y="8"/>
                </a:lnTo>
                <a:lnTo>
                  <a:pt x="34" y="3"/>
                </a:lnTo>
                <a:cubicBezTo>
                  <a:pt x="33" y="3"/>
                  <a:pt x="32" y="2"/>
                  <a:pt x="31" y="2"/>
                </a:cubicBezTo>
                <a:lnTo>
                  <a:pt x="26" y="2"/>
                </a:lnTo>
                <a:lnTo>
                  <a:pt x="24" y="2"/>
                </a:lnTo>
                <a:lnTo>
                  <a:pt x="21" y="0"/>
                </a:lnTo>
                <a:cubicBezTo>
                  <a:pt x="20" y="0"/>
                  <a:pt x="18" y="0"/>
                  <a:pt x="16" y="0"/>
                </a:cubicBezTo>
                <a:lnTo>
                  <a:pt x="12" y="1"/>
                </a:lnTo>
                <a:cubicBezTo>
                  <a:pt x="10" y="2"/>
                  <a:pt x="9" y="3"/>
                  <a:pt x="8" y="4"/>
                </a:cubicBezTo>
                <a:lnTo>
                  <a:pt x="4" y="7"/>
                </a:lnTo>
                <a:cubicBezTo>
                  <a:pt x="2" y="9"/>
                  <a:pt x="0" y="11"/>
                  <a:pt x="0" y="14"/>
                </a:cubicBezTo>
                <a:cubicBezTo>
                  <a:pt x="0" y="17"/>
                  <a:pt x="1" y="19"/>
                  <a:pt x="4" y="21"/>
                </a:cubicBezTo>
                <a:lnTo>
                  <a:pt x="13" y="27"/>
                </a:lnTo>
                <a:close/>
                <a:moveTo>
                  <a:pt x="49" y="24"/>
                </a:moveTo>
                <a:lnTo>
                  <a:pt x="54" y="21"/>
                </a:lnTo>
                <a:lnTo>
                  <a:pt x="61" y="24"/>
                </a:lnTo>
                <a:lnTo>
                  <a:pt x="62" y="25"/>
                </a:lnTo>
                <a:lnTo>
                  <a:pt x="63" y="27"/>
                </a:lnTo>
                <a:lnTo>
                  <a:pt x="62" y="35"/>
                </a:lnTo>
                <a:lnTo>
                  <a:pt x="45" y="24"/>
                </a:lnTo>
                <a:cubicBezTo>
                  <a:pt x="46" y="25"/>
                  <a:pt x="48" y="24"/>
                  <a:pt x="49" y="2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7" name="Freeform 62">
            <a:extLst>
              <a:ext uri="{FF2B5EF4-FFF2-40B4-BE49-F238E27FC236}">
                <a16:creationId xmlns:a16="http://schemas.microsoft.com/office/drawing/2014/main" xmlns="" id="{616A01F0-C773-4688-87EA-0A1375A1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090" y="5678601"/>
            <a:ext cx="65858" cy="81878"/>
          </a:xfrm>
          <a:custGeom>
            <a:avLst/>
            <a:gdLst>
              <a:gd name="T0" fmla="*/ 68 w 165"/>
              <a:gd name="T1" fmla="*/ 39 h 202"/>
              <a:gd name="T2" fmla="*/ 62 w 165"/>
              <a:gd name="T3" fmla="*/ 50 h 202"/>
              <a:gd name="T4" fmla="*/ 55 w 165"/>
              <a:gd name="T5" fmla="*/ 58 h 202"/>
              <a:gd name="T6" fmla="*/ 52 w 165"/>
              <a:gd name="T7" fmla="*/ 60 h 202"/>
              <a:gd name="T8" fmla="*/ 39 w 165"/>
              <a:gd name="T9" fmla="*/ 64 h 202"/>
              <a:gd name="T10" fmla="*/ 26 w 165"/>
              <a:gd name="T11" fmla="*/ 73 h 202"/>
              <a:gd name="T12" fmla="*/ 8 w 165"/>
              <a:gd name="T13" fmla="*/ 104 h 202"/>
              <a:gd name="T14" fmla="*/ 10 w 165"/>
              <a:gd name="T15" fmla="*/ 125 h 202"/>
              <a:gd name="T16" fmla="*/ 9 w 165"/>
              <a:gd name="T17" fmla="*/ 127 h 202"/>
              <a:gd name="T18" fmla="*/ 6 w 165"/>
              <a:gd name="T19" fmla="*/ 146 h 202"/>
              <a:gd name="T20" fmla="*/ 1 w 165"/>
              <a:gd name="T21" fmla="*/ 163 h 202"/>
              <a:gd name="T22" fmla="*/ 0 w 165"/>
              <a:gd name="T23" fmla="*/ 178 h 202"/>
              <a:gd name="T24" fmla="*/ 1 w 165"/>
              <a:gd name="T25" fmla="*/ 185 h 202"/>
              <a:gd name="T26" fmla="*/ 3 w 165"/>
              <a:gd name="T27" fmla="*/ 190 h 202"/>
              <a:gd name="T28" fmla="*/ 12 w 165"/>
              <a:gd name="T29" fmla="*/ 198 h 202"/>
              <a:gd name="T30" fmla="*/ 21 w 165"/>
              <a:gd name="T31" fmla="*/ 201 h 202"/>
              <a:gd name="T32" fmla="*/ 27 w 165"/>
              <a:gd name="T33" fmla="*/ 200 h 202"/>
              <a:gd name="T34" fmla="*/ 29 w 165"/>
              <a:gd name="T35" fmla="*/ 193 h 202"/>
              <a:gd name="T36" fmla="*/ 27 w 165"/>
              <a:gd name="T37" fmla="*/ 192 h 202"/>
              <a:gd name="T38" fmla="*/ 23 w 165"/>
              <a:gd name="T39" fmla="*/ 184 h 202"/>
              <a:gd name="T40" fmla="*/ 23 w 165"/>
              <a:gd name="T41" fmla="*/ 179 h 202"/>
              <a:gd name="T42" fmla="*/ 25 w 165"/>
              <a:gd name="T43" fmla="*/ 175 h 202"/>
              <a:gd name="T44" fmla="*/ 35 w 165"/>
              <a:gd name="T45" fmla="*/ 161 h 202"/>
              <a:gd name="T46" fmla="*/ 42 w 165"/>
              <a:gd name="T47" fmla="*/ 154 h 202"/>
              <a:gd name="T48" fmla="*/ 47 w 165"/>
              <a:gd name="T49" fmla="*/ 152 h 202"/>
              <a:gd name="T50" fmla="*/ 54 w 165"/>
              <a:gd name="T51" fmla="*/ 151 h 202"/>
              <a:gd name="T52" fmla="*/ 65 w 165"/>
              <a:gd name="T53" fmla="*/ 152 h 202"/>
              <a:gd name="T54" fmla="*/ 68 w 165"/>
              <a:gd name="T55" fmla="*/ 148 h 202"/>
              <a:gd name="T56" fmla="*/ 70 w 165"/>
              <a:gd name="T57" fmla="*/ 145 h 202"/>
              <a:gd name="T58" fmla="*/ 72 w 165"/>
              <a:gd name="T59" fmla="*/ 144 h 202"/>
              <a:gd name="T60" fmla="*/ 79 w 165"/>
              <a:gd name="T61" fmla="*/ 143 h 202"/>
              <a:gd name="T62" fmla="*/ 86 w 165"/>
              <a:gd name="T63" fmla="*/ 146 h 202"/>
              <a:gd name="T64" fmla="*/ 87 w 165"/>
              <a:gd name="T65" fmla="*/ 143 h 202"/>
              <a:gd name="T66" fmla="*/ 90 w 165"/>
              <a:gd name="T67" fmla="*/ 138 h 202"/>
              <a:gd name="T68" fmla="*/ 96 w 165"/>
              <a:gd name="T69" fmla="*/ 134 h 202"/>
              <a:gd name="T70" fmla="*/ 102 w 165"/>
              <a:gd name="T71" fmla="*/ 136 h 202"/>
              <a:gd name="T72" fmla="*/ 108 w 165"/>
              <a:gd name="T73" fmla="*/ 142 h 202"/>
              <a:gd name="T74" fmla="*/ 115 w 165"/>
              <a:gd name="T75" fmla="*/ 144 h 202"/>
              <a:gd name="T76" fmla="*/ 118 w 165"/>
              <a:gd name="T77" fmla="*/ 146 h 202"/>
              <a:gd name="T78" fmla="*/ 122 w 165"/>
              <a:gd name="T79" fmla="*/ 150 h 202"/>
              <a:gd name="T80" fmla="*/ 123 w 165"/>
              <a:gd name="T81" fmla="*/ 159 h 202"/>
              <a:gd name="T82" fmla="*/ 123 w 165"/>
              <a:gd name="T83" fmla="*/ 161 h 202"/>
              <a:gd name="T84" fmla="*/ 126 w 165"/>
              <a:gd name="T85" fmla="*/ 177 h 202"/>
              <a:gd name="T86" fmla="*/ 133 w 165"/>
              <a:gd name="T87" fmla="*/ 179 h 202"/>
              <a:gd name="T88" fmla="*/ 153 w 165"/>
              <a:gd name="T89" fmla="*/ 183 h 202"/>
              <a:gd name="T90" fmla="*/ 159 w 165"/>
              <a:gd name="T91" fmla="*/ 179 h 202"/>
              <a:gd name="T92" fmla="*/ 161 w 165"/>
              <a:gd name="T93" fmla="*/ 177 h 202"/>
              <a:gd name="T94" fmla="*/ 164 w 165"/>
              <a:gd name="T95" fmla="*/ 168 h 202"/>
              <a:gd name="T96" fmla="*/ 164 w 165"/>
              <a:gd name="T97" fmla="*/ 164 h 202"/>
              <a:gd name="T98" fmla="*/ 164 w 165"/>
              <a:gd name="T99" fmla="*/ 101 h 202"/>
              <a:gd name="T100" fmla="*/ 163 w 165"/>
              <a:gd name="T101" fmla="*/ 95 h 202"/>
              <a:gd name="T102" fmla="*/ 143 w 165"/>
              <a:gd name="T103" fmla="*/ 68 h 202"/>
              <a:gd name="T104" fmla="*/ 120 w 165"/>
              <a:gd name="T105" fmla="*/ 27 h 202"/>
              <a:gd name="T106" fmla="*/ 113 w 165"/>
              <a:gd name="T107" fmla="*/ 12 h 202"/>
              <a:gd name="T108" fmla="*/ 111 w 165"/>
              <a:gd name="T109" fmla="*/ 9 h 202"/>
              <a:gd name="T110" fmla="*/ 107 w 165"/>
              <a:gd name="T111" fmla="*/ 6 h 202"/>
              <a:gd name="T112" fmla="*/ 93 w 165"/>
              <a:gd name="T113" fmla="*/ 1 h 202"/>
              <a:gd name="T114" fmla="*/ 82 w 165"/>
              <a:gd name="T115" fmla="*/ 0 h 202"/>
              <a:gd name="T116" fmla="*/ 68 w 165"/>
              <a:gd name="T117" fmla="*/ 39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5" h="202">
                <a:moveTo>
                  <a:pt x="68" y="39"/>
                </a:moveTo>
                <a:lnTo>
                  <a:pt x="62" y="50"/>
                </a:lnTo>
                <a:lnTo>
                  <a:pt x="55" y="58"/>
                </a:lnTo>
                <a:cubicBezTo>
                  <a:pt x="54" y="59"/>
                  <a:pt x="53" y="60"/>
                  <a:pt x="52" y="60"/>
                </a:cubicBezTo>
                <a:lnTo>
                  <a:pt x="39" y="64"/>
                </a:lnTo>
                <a:lnTo>
                  <a:pt x="26" y="73"/>
                </a:lnTo>
                <a:lnTo>
                  <a:pt x="8" y="104"/>
                </a:lnTo>
                <a:lnTo>
                  <a:pt x="10" y="125"/>
                </a:lnTo>
                <a:cubicBezTo>
                  <a:pt x="10" y="125"/>
                  <a:pt x="10" y="126"/>
                  <a:pt x="9" y="127"/>
                </a:cubicBezTo>
                <a:lnTo>
                  <a:pt x="6" y="146"/>
                </a:lnTo>
                <a:lnTo>
                  <a:pt x="1" y="163"/>
                </a:lnTo>
                <a:lnTo>
                  <a:pt x="0" y="178"/>
                </a:lnTo>
                <a:lnTo>
                  <a:pt x="1" y="185"/>
                </a:lnTo>
                <a:lnTo>
                  <a:pt x="3" y="190"/>
                </a:lnTo>
                <a:lnTo>
                  <a:pt x="12" y="198"/>
                </a:lnTo>
                <a:lnTo>
                  <a:pt x="21" y="201"/>
                </a:lnTo>
                <a:lnTo>
                  <a:pt x="27" y="200"/>
                </a:lnTo>
                <a:lnTo>
                  <a:pt x="29" y="193"/>
                </a:lnTo>
                <a:lnTo>
                  <a:pt x="27" y="192"/>
                </a:lnTo>
                <a:cubicBezTo>
                  <a:pt x="24" y="190"/>
                  <a:pt x="23" y="187"/>
                  <a:pt x="23" y="184"/>
                </a:cubicBezTo>
                <a:lnTo>
                  <a:pt x="23" y="179"/>
                </a:lnTo>
                <a:cubicBezTo>
                  <a:pt x="23" y="177"/>
                  <a:pt x="24" y="176"/>
                  <a:pt x="25" y="175"/>
                </a:cubicBezTo>
                <a:lnTo>
                  <a:pt x="35" y="161"/>
                </a:lnTo>
                <a:lnTo>
                  <a:pt x="42" y="154"/>
                </a:lnTo>
                <a:cubicBezTo>
                  <a:pt x="43" y="153"/>
                  <a:pt x="45" y="152"/>
                  <a:pt x="47" y="152"/>
                </a:cubicBezTo>
                <a:lnTo>
                  <a:pt x="54" y="151"/>
                </a:lnTo>
                <a:lnTo>
                  <a:pt x="65" y="152"/>
                </a:lnTo>
                <a:lnTo>
                  <a:pt x="68" y="148"/>
                </a:lnTo>
                <a:cubicBezTo>
                  <a:pt x="68" y="147"/>
                  <a:pt x="69" y="146"/>
                  <a:pt x="70" y="145"/>
                </a:cubicBezTo>
                <a:lnTo>
                  <a:pt x="72" y="144"/>
                </a:lnTo>
                <a:cubicBezTo>
                  <a:pt x="74" y="143"/>
                  <a:pt x="76" y="143"/>
                  <a:pt x="79" y="143"/>
                </a:cubicBezTo>
                <a:lnTo>
                  <a:pt x="86" y="146"/>
                </a:lnTo>
                <a:lnTo>
                  <a:pt x="87" y="143"/>
                </a:lnTo>
                <a:lnTo>
                  <a:pt x="90" y="138"/>
                </a:lnTo>
                <a:cubicBezTo>
                  <a:pt x="91" y="135"/>
                  <a:pt x="93" y="134"/>
                  <a:pt x="96" y="134"/>
                </a:cubicBezTo>
                <a:cubicBezTo>
                  <a:pt x="98" y="134"/>
                  <a:pt x="101" y="134"/>
                  <a:pt x="102" y="136"/>
                </a:cubicBezTo>
                <a:lnTo>
                  <a:pt x="108" y="142"/>
                </a:lnTo>
                <a:lnTo>
                  <a:pt x="115" y="144"/>
                </a:lnTo>
                <a:cubicBezTo>
                  <a:pt x="117" y="145"/>
                  <a:pt x="117" y="145"/>
                  <a:pt x="118" y="146"/>
                </a:cubicBezTo>
                <a:lnTo>
                  <a:pt x="122" y="150"/>
                </a:lnTo>
                <a:cubicBezTo>
                  <a:pt x="125" y="152"/>
                  <a:pt x="125" y="156"/>
                  <a:pt x="123" y="159"/>
                </a:cubicBezTo>
                <a:lnTo>
                  <a:pt x="123" y="161"/>
                </a:lnTo>
                <a:lnTo>
                  <a:pt x="126" y="177"/>
                </a:lnTo>
                <a:lnTo>
                  <a:pt x="133" y="179"/>
                </a:lnTo>
                <a:lnTo>
                  <a:pt x="153" y="183"/>
                </a:lnTo>
                <a:lnTo>
                  <a:pt x="159" y="179"/>
                </a:lnTo>
                <a:lnTo>
                  <a:pt x="161" y="177"/>
                </a:lnTo>
                <a:lnTo>
                  <a:pt x="164" y="168"/>
                </a:lnTo>
                <a:lnTo>
                  <a:pt x="164" y="164"/>
                </a:lnTo>
                <a:lnTo>
                  <a:pt x="164" y="101"/>
                </a:lnTo>
                <a:lnTo>
                  <a:pt x="163" y="95"/>
                </a:lnTo>
                <a:lnTo>
                  <a:pt x="143" y="68"/>
                </a:lnTo>
                <a:lnTo>
                  <a:pt x="120" y="27"/>
                </a:lnTo>
                <a:lnTo>
                  <a:pt x="113" y="12"/>
                </a:lnTo>
                <a:lnTo>
                  <a:pt x="111" y="9"/>
                </a:lnTo>
                <a:lnTo>
                  <a:pt x="107" y="6"/>
                </a:lnTo>
                <a:lnTo>
                  <a:pt x="93" y="1"/>
                </a:lnTo>
                <a:lnTo>
                  <a:pt x="82" y="0"/>
                </a:lnTo>
                <a:lnTo>
                  <a:pt x="68" y="3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8" name="Freeform 63">
            <a:extLst>
              <a:ext uri="{FF2B5EF4-FFF2-40B4-BE49-F238E27FC236}">
                <a16:creationId xmlns:a16="http://schemas.microsoft.com/office/drawing/2014/main" xmlns="" id="{7FF6CB8A-A17D-4DC2-BE4A-CE961075E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857" y="5101893"/>
            <a:ext cx="464570" cy="571367"/>
          </a:xfrm>
          <a:custGeom>
            <a:avLst/>
            <a:gdLst>
              <a:gd name="T0" fmla="*/ 524 w 1153"/>
              <a:gd name="T1" fmla="*/ 7 h 1416"/>
              <a:gd name="T2" fmla="*/ 450 w 1153"/>
              <a:gd name="T3" fmla="*/ 0 h 1416"/>
              <a:gd name="T4" fmla="*/ 238 w 1153"/>
              <a:gd name="T5" fmla="*/ 36 h 1416"/>
              <a:gd name="T6" fmla="*/ 202 w 1153"/>
              <a:gd name="T7" fmla="*/ 116 h 1416"/>
              <a:gd name="T8" fmla="*/ 158 w 1153"/>
              <a:gd name="T9" fmla="*/ 134 h 1416"/>
              <a:gd name="T10" fmla="*/ 119 w 1153"/>
              <a:gd name="T11" fmla="*/ 122 h 1416"/>
              <a:gd name="T12" fmla="*/ 78 w 1153"/>
              <a:gd name="T13" fmla="*/ 174 h 1416"/>
              <a:gd name="T14" fmla="*/ 69 w 1153"/>
              <a:gd name="T15" fmla="*/ 198 h 1416"/>
              <a:gd name="T16" fmla="*/ 40 w 1153"/>
              <a:gd name="T17" fmla="*/ 191 h 1416"/>
              <a:gd name="T18" fmla="*/ 1 w 1153"/>
              <a:gd name="T19" fmla="*/ 218 h 1416"/>
              <a:gd name="T20" fmla="*/ 14 w 1153"/>
              <a:gd name="T21" fmla="*/ 266 h 1416"/>
              <a:gd name="T22" fmla="*/ 43 w 1153"/>
              <a:gd name="T23" fmla="*/ 401 h 1416"/>
              <a:gd name="T24" fmla="*/ 153 w 1153"/>
              <a:gd name="T25" fmla="*/ 408 h 1416"/>
              <a:gd name="T26" fmla="*/ 174 w 1153"/>
              <a:gd name="T27" fmla="*/ 477 h 1416"/>
              <a:gd name="T28" fmla="*/ 256 w 1153"/>
              <a:gd name="T29" fmla="*/ 551 h 1416"/>
              <a:gd name="T30" fmla="*/ 286 w 1153"/>
              <a:gd name="T31" fmla="*/ 614 h 1416"/>
              <a:gd name="T32" fmla="*/ 248 w 1153"/>
              <a:gd name="T33" fmla="*/ 647 h 1416"/>
              <a:gd name="T34" fmla="*/ 238 w 1153"/>
              <a:gd name="T35" fmla="*/ 717 h 1416"/>
              <a:gd name="T36" fmla="*/ 252 w 1153"/>
              <a:gd name="T37" fmla="*/ 820 h 1416"/>
              <a:gd name="T38" fmla="*/ 271 w 1153"/>
              <a:gd name="T39" fmla="*/ 812 h 1416"/>
              <a:gd name="T40" fmla="*/ 367 w 1153"/>
              <a:gd name="T41" fmla="*/ 875 h 1416"/>
              <a:gd name="T42" fmla="*/ 387 w 1153"/>
              <a:gd name="T43" fmla="*/ 895 h 1416"/>
              <a:gd name="T44" fmla="*/ 469 w 1153"/>
              <a:gd name="T45" fmla="*/ 942 h 1416"/>
              <a:gd name="T46" fmla="*/ 599 w 1153"/>
              <a:gd name="T47" fmla="*/ 1030 h 1416"/>
              <a:gd name="T48" fmla="*/ 605 w 1153"/>
              <a:gd name="T49" fmla="*/ 1050 h 1416"/>
              <a:gd name="T50" fmla="*/ 630 w 1153"/>
              <a:gd name="T51" fmla="*/ 1127 h 1416"/>
              <a:gd name="T52" fmla="*/ 685 w 1153"/>
              <a:gd name="T53" fmla="*/ 1162 h 1416"/>
              <a:gd name="T54" fmla="*/ 704 w 1153"/>
              <a:gd name="T55" fmla="*/ 1192 h 1416"/>
              <a:gd name="T56" fmla="*/ 737 w 1153"/>
              <a:gd name="T57" fmla="*/ 1157 h 1416"/>
              <a:gd name="T58" fmla="*/ 754 w 1153"/>
              <a:gd name="T59" fmla="*/ 1137 h 1416"/>
              <a:gd name="T60" fmla="*/ 775 w 1153"/>
              <a:gd name="T61" fmla="*/ 1115 h 1416"/>
              <a:gd name="T62" fmla="*/ 824 w 1153"/>
              <a:gd name="T63" fmla="*/ 1106 h 1416"/>
              <a:gd name="T64" fmla="*/ 863 w 1153"/>
              <a:gd name="T65" fmla="*/ 1184 h 1416"/>
              <a:gd name="T66" fmla="*/ 913 w 1153"/>
              <a:gd name="T67" fmla="*/ 1341 h 1416"/>
              <a:gd name="T68" fmla="*/ 1011 w 1153"/>
              <a:gd name="T69" fmla="*/ 1415 h 1416"/>
              <a:gd name="T70" fmla="*/ 1034 w 1153"/>
              <a:gd name="T71" fmla="*/ 1382 h 1416"/>
              <a:gd name="T72" fmla="*/ 1079 w 1153"/>
              <a:gd name="T73" fmla="*/ 1289 h 1416"/>
              <a:gd name="T74" fmla="*/ 1012 w 1153"/>
              <a:gd name="T75" fmla="*/ 1249 h 1416"/>
              <a:gd name="T76" fmla="*/ 1007 w 1153"/>
              <a:gd name="T77" fmla="*/ 1229 h 1416"/>
              <a:gd name="T78" fmla="*/ 1035 w 1153"/>
              <a:gd name="T79" fmla="*/ 1182 h 1416"/>
              <a:gd name="T80" fmla="*/ 1137 w 1153"/>
              <a:gd name="T81" fmla="*/ 1179 h 1416"/>
              <a:gd name="T82" fmla="*/ 1142 w 1153"/>
              <a:gd name="T83" fmla="*/ 1143 h 1416"/>
              <a:gd name="T84" fmla="*/ 1144 w 1153"/>
              <a:gd name="T85" fmla="*/ 1121 h 1416"/>
              <a:gd name="T86" fmla="*/ 1040 w 1153"/>
              <a:gd name="T87" fmla="*/ 1039 h 1416"/>
              <a:gd name="T88" fmla="*/ 1018 w 1153"/>
              <a:gd name="T89" fmla="*/ 1014 h 1416"/>
              <a:gd name="T90" fmla="*/ 1023 w 1153"/>
              <a:gd name="T91" fmla="*/ 976 h 1416"/>
              <a:gd name="T92" fmla="*/ 957 w 1153"/>
              <a:gd name="T93" fmla="*/ 895 h 1416"/>
              <a:gd name="T94" fmla="*/ 934 w 1153"/>
              <a:gd name="T95" fmla="*/ 858 h 1416"/>
              <a:gd name="T96" fmla="*/ 1023 w 1153"/>
              <a:gd name="T97" fmla="*/ 745 h 1416"/>
              <a:gd name="T98" fmla="*/ 1057 w 1153"/>
              <a:gd name="T99" fmla="*/ 711 h 1416"/>
              <a:gd name="T100" fmla="*/ 984 w 1153"/>
              <a:gd name="T101" fmla="*/ 426 h 1416"/>
              <a:gd name="T102" fmla="*/ 956 w 1153"/>
              <a:gd name="T103" fmla="*/ 438 h 1416"/>
              <a:gd name="T104" fmla="*/ 911 w 1153"/>
              <a:gd name="T105" fmla="*/ 458 h 1416"/>
              <a:gd name="T106" fmla="*/ 814 w 1153"/>
              <a:gd name="T107" fmla="*/ 407 h 1416"/>
              <a:gd name="T108" fmla="*/ 817 w 1153"/>
              <a:gd name="T109" fmla="*/ 313 h 1416"/>
              <a:gd name="T110" fmla="*/ 813 w 1153"/>
              <a:gd name="T111" fmla="*/ 324 h 1416"/>
              <a:gd name="T112" fmla="*/ 758 w 1153"/>
              <a:gd name="T113" fmla="*/ 315 h 1416"/>
              <a:gd name="T114" fmla="*/ 736 w 1153"/>
              <a:gd name="T115" fmla="*/ 282 h 1416"/>
              <a:gd name="T116" fmla="*/ 735 w 1153"/>
              <a:gd name="T117" fmla="*/ 247 h 1416"/>
              <a:gd name="T118" fmla="*/ 747 w 1153"/>
              <a:gd name="T119" fmla="*/ 220 h 1416"/>
              <a:gd name="T120" fmla="*/ 745 w 1153"/>
              <a:gd name="T121" fmla="*/ 181 h 1416"/>
              <a:gd name="T122" fmla="*/ 691 w 1153"/>
              <a:gd name="T123" fmla="*/ 122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53" h="1416">
                <a:moveTo>
                  <a:pt x="681" y="76"/>
                </a:moveTo>
                <a:cubicBezTo>
                  <a:pt x="680" y="77"/>
                  <a:pt x="679" y="76"/>
                  <a:pt x="677" y="76"/>
                </a:cubicBezTo>
                <a:lnTo>
                  <a:pt x="651" y="65"/>
                </a:lnTo>
                <a:lnTo>
                  <a:pt x="634" y="53"/>
                </a:lnTo>
                <a:lnTo>
                  <a:pt x="524" y="7"/>
                </a:lnTo>
                <a:lnTo>
                  <a:pt x="506" y="12"/>
                </a:lnTo>
                <a:cubicBezTo>
                  <a:pt x="505" y="13"/>
                  <a:pt x="504" y="13"/>
                  <a:pt x="503" y="13"/>
                </a:cubicBezTo>
                <a:lnTo>
                  <a:pt x="487" y="12"/>
                </a:lnTo>
                <a:cubicBezTo>
                  <a:pt x="486" y="12"/>
                  <a:pt x="485" y="12"/>
                  <a:pt x="485" y="11"/>
                </a:cubicBezTo>
                <a:lnTo>
                  <a:pt x="450" y="0"/>
                </a:lnTo>
                <a:lnTo>
                  <a:pt x="389" y="2"/>
                </a:lnTo>
                <a:lnTo>
                  <a:pt x="317" y="7"/>
                </a:lnTo>
                <a:lnTo>
                  <a:pt x="284" y="21"/>
                </a:lnTo>
                <a:lnTo>
                  <a:pt x="241" y="29"/>
                </a:lnTo>
                <a:lnTo>
                  <a:pt x="238" y="36"/>
                </a:lnTo>
                <a:lnTo>
                  <a:pt x="223" y="82"/>
                </a:lnTo>
                <a:lnTo>
                  <a:pt x="219" y="92"/>
                </a:lnTo>
                <a:lnTo>
                  <a:pt x="214" y="101"/>
                </a:lnTo>
                <a:lnTo>
                  <a:pt x="211" y="105"/>
                </a:lnTo>
                <a:lnTo>
                  <a:pt x="202" y="116"/>
                </a:lnTo>
                <a:lnTo>
                  <a:pt x="185" y="129"/>
                </a:lnTo>
                <a:cubicBezTo>
                  <a:pt x="184" y="130"/>
                  <a:pt x="183" y="131"/>
                  <a:pt x="182" y="131"/>
                </a:cubicBezTo>
                <a:lnTo>
                  <a:pt x="161" y="134"/>
                </a:lnTo>
                <a:lnTo>
                  <a:pt x="161" y="134"/>
                </a:lnTo>
                <a:cubicBezTo>
                  <a:pt x="160" y="134"/>
                  <a:pt x="159" y="134"/>
                  <a:pt x="158" y="134"/>
                </a:cubicBezTo>
                <a:lnTo>
                  <a:pt x="138" y="129"/>
                </a:lnTo>
                <a:cubicBezTo>
                  <a:pt x="138" y="128"/>
                  <a:pt x="137" y="128"/>
                  <a:pt x="136" y="128"/>
                </a:cubicBezTo>
                <a:lnTo>
                  <a:pt x="127" y="122"/>
                </a:lnTo>
                <a:lnTo>
                  <a:pt x="123" y="122"/>
                </a:lnTo>
                <a:lnTo>
                  <a:pt x="119" y="122"/>
                </a:lnTo>
                <a:lnTo>
                  <a:pt x="112" y="126"/>
                </a:lnTo>
                <a:lnTo>
                  <a:pt x="107" y="136"/>
                </a:lnTo>
                <a:lnTo>
                  <a:pt x="97" y="150"/>
                </a:lnTo>
                <a:lnTo>
                  <a:pt x="78" y="171"/>
                </a:lnTo>
                <a:lnTo>
                  <a:pt x="78" y="174"/>
                </a:lnTo>
                <a:lnTo>
                  <a:pt x="80" y="183"/>
                </a:lnTo>
                <a:cubicBezTo>
                  <a:pt x="81" y="185"/>
                  <a:pt x="80" y="188"/>
                  <a:pt x="79" y="190"/>
                </a:cubicBezTo>
                <a:lnTo>
                  <a:pt x="77" y="193"/>
                </a:lnTo>
                <a:cubicBezTo>
                  <a:pt x="76" y="194"/>
                  <a:pt x="75" y="195"/>
                  <a:pt x="74" y="196"/>
                </a:cubicBezTo>
                <a:lnTo>
                  <a:pt x="69" y="198"/>
                </a:lnTo>
                <a:cubicBezTo>
                  <a:pt x="68" y="199"/>
                  <a:pt x="67" y="200"/>
                  <a:pt x="65" y="199"/>
                </a:cubicBezTo>
                <a:lnTo>
                  <a:pt x="57" y="199"/>
                </a:lnTo>
                <a:cubicBezTo>
                  <a:pt x="56" y="199"/>
                  <a:pt x="55" y="199"/>
                  <a:pt x="54" y="198"/>
                </a:cubicBezTo>
                <a:lnTo>
                  <a:pt x="48" y="196"/>
                </a:lnTo>
                <a:lnTo>
                  <a:pt x="40" y="191"/>
                </a:lnTo>
                <a:lnTo>
                  <a:pt x="37" y="191"/>
                </a:lnTo>
                <a:lnTo>
                  <a:pt x="28" y="195"/>
                </a:lnTo>
                <a:lnTo>
                  <a:pt x="3" y="215"/>
                </a:lnTo>
                <a:lnTo>
                  <a:pt x="0" y="217"/>
                </a:lnTo>
                <a:lnTo>
                  <a:pt x="1" y="218"/>
                </a:lnTo>
                <a:lnTo>
                  <a:pt x="7" y="225"/>
                </a:lnTo>
                <a:lnTo>
                  <a:pt x="11" y="234"/>
                </a:lnTo>
                <a:lnTo>
                  <a:pt x="14" y="244"/>
                </a:lnTo>
                <a:cubicBezTo>
                  <a:pt x="14" y="245"/>
                  <a:pt x="15" y="246"/>
                  <a:pt x="15" y="247"/>
                </a:cubicBezTo>
                <a:lnTo>
                  <a:pt x="14" y="266"/>
                </a:lnTo>
                <a:lnTo>
                  <a:pt x="11" y="306"/>
                </a:lnTo>
                <a:lnTo>
                  <a:pt x="11" y="327"/>
                </a:lnTo>
                <a:lnTo>
                  <a:pt x="33" y="386"/>
                </a:lnTo>
                <a:lnTo>
                  <a:pt x="39" y="399"/>
                </a:lnTo>
                <a:lnTo>
                  <a:pt x="43" y="401"/>
                </a:lnTo>
                <a:lnTo>
                  <a:pt x="114" y="397"/>
                </a:lnTo>
                <a:cubicBezTo>
                  <a:pt x="115" y="397"/>
                  <a:pt x="115" y="397"/>
                  <a:pt x="116" y="397"/>
                </a:cubicBezTo>
                <a:lnTo>
                  <a:pt x="141" y="403"/>
                </a:lnTo>
                <a:cubicBezTo>
                  <a:pt x="142" y="403"/>
                  <a:pt x="143" y="403"/>
                  <a:pt x="143" y="403"/>
                </a:cubicBezTo>
                <a:lnTo>
                  <a:pt x="153" y="408"/>
                </a:lnTo>
                <a:lnTo>
                  <a:pt x="161" y="415"/>
                </a:lnTo>
                <a:cubicBezTo>
                  <a:pt x="162" y="416"/>
                  <a:pt x="162" y="417"/>
                  <a:pt x="163" y="417"/>
                </a:cubicBezTo>
                <a:lnTo>
                  <a:pt x="167" y="426"/>
                </a:lnTo>
                <a:lnTo>
                  <a:pt x="170" y="435"/>
                </a:lnTo>
                <a:lnTo>
                  <a:pt x="174" y="477"/>
                </a:lnTo>
                <a:lnTo>
                  <a:pt x="177" y="488"/>
                </a:lnTo>
                <a:lnTo>
                  <a:pt x="182" y="501"/>
                </a:lnTo>
                <a:lnTo>
                  <a:pt x="193" y="519"/>
                </a:lnTo>
                <a:lnTo>
                  <a:pt x="196" y="522"/>
                </a:lnTo>
                <a:lnTo>
                  <a:pt x="256" y="551"/>
                </a:lnTo>
                <a:cubicBezTo>
                  <a:pt x="257" y="552"/>
                  <a:pt x="258" y="553"/>
                  <a:pt x="259" y="554"/>
                </a:cubicBezTo>
                <a:lnTo>
                  <a:pt x="280" y="583"/>
                </a:lnTo>
                <a:lnTo>
                  <a:pt x="291" y="602"/>
                </a:lnTo>
                <a:cubicBezTo>
                  <a:pt x="292" y="604"/>
                  <a:pt x="292" y="607"/>
                  <a:pt x="291" y="609"/>
                </a:cubicBezTo>
                <a:cubicBezTo>
                  <a:pt x="289" y="612"/>
                  <a:pt x="288" y="613"/>
                  <a:pt x="286" y="614"/>
                </a:cubicBezTo>
                <a:lnTo>
                  <a:pt x="244" y="622"/>
                </a:lnTo>
                <a:lnTo>
                  <a:pt x="241" y="625"/>
                </a:lnTo>
                <a:lnTo>
                  <a:pt x="240" y="636"/>
                </a:lnTo>
                <a:lnTo>
                  <a:pt x="242" y="641"/>
                </a:lnTo>
                <a:lnTo>
                  <a:pt x="248" y="647"/>
                </a:lnTo>
                <a:cubicBezTo>
                  <a:pt x="249" y="648"/>
                  <a:pt x="249" y="648"/>
                  <a:pt x="249" y="649"/>
                </a:cubicBezTo>
                <a:lnTo>
                  <a:pt x="255" y="660"/>
                </a:lnTo>
                <a:lnTo>
                  <a:pt x="260" y="676"/>
                </a:lnTo>
                <a:cubicBezTo>
                  <a:pt x="260" y="678"/>
                  <a:pt x="260" y="680"/>
                  <a:pt x="259" y="682"/>
                </a:cubicBezTo>
                <a:lnTo>
                  <a:pt x="238" y="717"/>
                </a:lnTo>
                <a:lnTo>
                  <a:pt x="213" y="744"/>
                </a:lnTo>
                <a:lnTo>
                  <a:pt x="211" y="750"/>
                </a:lnTo>
                <a:lnTo>
                  <a:pt x="213" y="759"/>
                </a:lnTo>
                <a:lnTo>
                  <a:pt x="218" y="770"/>
                </a:lnTo>
                <a:lnTo>
                  <a:pt x="252" y="820"/>
                </a:lnTo>
                <a:cubicBezTo>
                  <a:pt x="253" y="821"/>
                  <a:pt x="253" y="822"/>
                  <a:pt x="253" y="823"/>
                </a:cubicBezTo>
                <a:lnTo>
                  <a:pt x="254" y="829"/>
                </a:lnTo>
                <a:lnTo>
                  <a:pt x="263" y="817"/>
                </a:lnTo>
                <a:cubicBezTo>
                  <a:pt x="264" y="816"/>
                  <a:pt x="264" y="816"/>
                  <a:pt x="265" y="815"/>
                </a:cubicBezTo>
                <a:lnTo>
                  <a:pt x="271" y="812"/>
                </a:lnTo>
                <a:cubicBezTo>
                  <a:pt x="275" y="810"/>
                  <a:pt x="279" y="810"/>
                  <a:pt x="282" y="813"/>
                </a:cubicBezTo>
                <a:lnTo>
                  <a:pt x="300" y="836"/>
                </a:lnTo>
                <a:lnTo>
                  <a:pt x="314" y="849"/>
                </a:lnTo>
                <a:lnTo>
                  <a:pt x="334" y="862"/>
                </a:lnTo>
                <a:lnTo>
                  <a:pt x="367" y="875"/>
                </a:lnTo>
                <a:cubicBezTo>
                  <a:pt x="368" y="875"/>
                  <a:pt x="369" y="876"/>
                  <a:pt x="369" y="876"/>
                </a:cubicBezTo>
                <a:lnTo>
                  <a:pt x="383" y="887"/>
                </a:lnTo>
                <a:cubicBezTo>
                  <a:pt x="384" y="888"/>
                  <a:pt x="384" y="889"/>
                  <a:pt x="385" y="890"/>
                </a:cubicBezTo>
                <a:cubicBezTo>
                  <a:pt x="385" y="890"/>
                  <a:pt x="386" y="891"/>
                  <a:pt x="386" y="892"/>
                </a:cubicBezTo>
                <a:lnTo>
                  <a:pt x="387" y="895"/>
                </a:lnTo>
                <a:lnTo>
                  <a:pt x="391" y="911"/>
                </a:lnTo>
                <a:lnTo>
                  <a:pt x="398" y="919"/>
                </a:lnTo>
                <a:lnTo>
                  <a:pt x="421" y="929"/>
                </a:lnTo>
                <a:lnTo>
                  <a:pt x="466" y="940"/>
                </a:lnTo>
                <a:cubicBezTo>
                  <a:pt x="467" y="941"/>
                  <a:pt x="468" y="941"/>
                  <a:pt x="469" y="942"/>
                </a:cubicBezTo>
                <a:lnTo>
                  <a:pt x="493" y="963"/>
                </a:lnTo>
                <a:lnTo>
                  <a:pt x="567" y="1011"/>
                </a:lnTo>
                <a:lnTo>
                  <a:pt x="586" y="1019"/>
                </a:lnTo>
                <a:cubicBezTo>
                  <a:pt x="587" y="1019"/>
                  <a:pt x="588" y="1020"/>
                  <a:pt x="588" y="1020"/>
                </a:cubicBezTo>
                <a:lnTo>
                  <a:pt x="599" y="1030"/>
                </a:lnTo>
                <a:cubicBezTo>
                  <a:pt x="599" y="1031"/>
                  <a:pt x="600" y="1031"/>
                  <a:pt x="600" y="1032"/>
                </a:cubicBezTo>
                <a:lnTo>
                  <a:pt x="603" y="1038"/>
                </a:lnTo>
                <a:cubicBezTo>
                  <a:pt x="603" y="1039"/>
                  <a:pt x="603" y="1040"/>
                  <a:pt x="604" y="1040"/>
                </a:cubicBezTo>
                <a:lnTo>
                  <a:pt x="605" y="1048"/>
                </a:lnTo>
                <a:cubicBezTo>
                  <a:pt x="605" y="1049"/>
                  <a:pt x="605" y="1050"/>
                  <a:pt x="605" y="1050"/>
                </a:cubicBezTo>
                <a:lnTo>
                  <a:pt x="603" y="1060"/>
                </a:lnTo>
                <a:lnTo>
                  <a:pt x="603" y="1071"/>
                </a:lnTo>
                <a:lnTo>
                  <a:pt x="625" y="1113"/>
                </a:lnTo>
                <a:lnTo>
                  <a:pt x="630" y="1124"/>
                </a:lnTo>
                <a:cubicBezTo>
                  <a:pt x="630" y="1125"/>
                  <a:pt x="630" y="1126"/>
                  <a:pt x="630" y="1127"/>
                </a:cubicBezTo>
                <a:lnTo>
                  <a:pt x="631" y="1150"/>
                </a:lnTo>
                <a:lnTo>
                  <a:pt x="637" y="1155"/>
                </a:lnTo>
                <a:lnTo>
                  <a:pt x="646" y="1157"/>
                </a:lnTo>
                <a:lnTo>
                  <a:pt x="676" y="1159"/>
                </a:lnTo>
                <a:lnTo>
                  <a:pt x="685" y="1162"/>
                </a:lnTo>
                <a:cubicBezTo>
                  <a:pt x="687" y="1162"/>
                  <a:pt x="689" y="1164"/>
                  <a:pt x="690" y="1165"/>
                </a:cubicBezTo>
                <a:lnTo>
                  <a:pt x="694" y="1172"/>
                </a:lnTo>
                <a:cubicBezTo>
                  <a:pt x="694" y="1172"/>
                  <a:pt x="695" y="1173"/>
                  <a:pt x="695" y="1174"/>
                </a:cubicBezTo>
                <a:lnTo>
                  <a:pt x="700" y="1187"/>
                </a:lnTo>
                <a:lnTo>
                  <a:pt x="704" y="1192"/>
                </a:lnTo>
                <a:lnTo>
                  <a:pt x="730" y="1204"/>
                </a:lnTo>
                <a:lnTo>
                  <a:pt x="743" y="1207"/>
                </a:lnTo>
                <a:lnTo>
                  <a:pt x="737" y="1181"/>
                </a:lnTo>
                <a:lnTo>
                  <a:pt x="736" y="1167"/>
                </a:lnTo>
                <a:lnTo>
                  <a:pt x="737" y="1157"/>
                </a:lnTo>
                <a:cubicBezTo>
                  <a:pt x="737" y="1156"/>
                  <a:pt x="737" y="1155"/>
                  <a:pt x="738" y="1155"/>
                </a:cubicBezTo>
                <a:lnTo>
                  <a:pt x="742" y="1147"/>
                </a:lnTo>
                <a:cubicBezTo>
                  <a:pt x="742" y="1146"/>
                  <a:pt x="743" y="1145"/>
                  <a:pt x="744" y="1145"/>
                </a:cubicBezTo>
                <a:lnTo>
                  <a:pt x="751" y="1139"/>
                </a:lnTo>
                <a:cubicBezTo>
                  <a:pt x="752" y="1138"/>
                  <a:pt x="753" y="1137"/>
                  <a:pt x="754" y="1137"/>
                </a:cubicBezTo>
                <a:lnTo>
                  <a:pt x="778" y="1129"/>
                </a:lnTo>
                <a:lnTo>
                  <a:pt x="780" y="1125"/>
                </a:lnTo>
                <a:lnTo>
                  <a:pt x="779" y="1122"/>
                </a:lnTo>
                <a:lnTo>
                  <a:pt x="777" y="1119"/>
                </a:lnTo>
                <a:cubicBezTo>
                  <a:pt x="776" y="1118"/>
                  <a:pt x="775" y="1116"/>
                  <a:pt x="775" y="1115"/>
                </a:cubicBezTo>
                <a:cubicBezTo>
                  <a:pt x="775" y="1114"/>
                  <a:pt x="775" y="1112"/>
                  <a:pt x="776" y="1111"/>
                </a:cubicBezTo>
                <a:lnTo>
                  <a:pt x="780" y="1104"/>
                </a:lnTo>
                <a:cubicBezTo>
                  <a:pt x="782" y="1102"/>
                  <a:pt x="784" y="1100"/>
                  <a:pt x="787" y="1100"/>
                </a:cubicBezTo>
                <a:lnTo>
                  <a:pt x="818" y="1102"/>
                </a:lnTo>
                <a:cubicBezTo>
                  <a:pt x="820" y="1103"/>
                  <a:pt x="823" y="1104"/>
                  <a:pt x="824" y="1106"/>
                </a:cubicBezTo>
                <a:lnTo>
                  <a:pt x="835" y="1120"/>
                </a:lnTo>
                <a:lnTo>
                  <a:pt x="840" y="1130"/>
                </a:lnTo>
                <a:lnTo>
                  <a:pt x="844" y="1145"/>
                </a:lnTo>
                <a:lnTo>
                  <a:pt x="856" y="1167"/>
                </a:lnTo>
                <a:lnTo>
                  <a:pt x="863" y="1184"/>
                </a:lnTo>
                <a:lnTo>
                  <a:pt x="867" y="1201"/>
                </a:lnTo>
                <a:lnTo>
                  <a:pt x="881" y="1270"/>
                </a:lnTo>
                <a:lnTo>
                  <a:pt x="885" y="1281"/>
                </a:lnTo>
                <a:lnTo>
                  <a:pt x="905" y="1327"/>
                </a:lnTo>
                <a:lnTo>
                  <a:pt x="913" y="1341"/>
                </a:lnTo>
                <a:lnTo>
                  <a:pt x="927" y="1361"/>
                </a:lnTo>
                <a:lnTo>
                  <a:pt x="932" y="1366"/>
                </a:lnTo>
                <a:lnTo>
                  <a:pt x="979" y="1398"/>
                </a:lnTo>
                <a:lnTo>
                  <a:pt x="999" y="1414"/>
                </a:lnTo>
                <a:lnTo>
                  <a:pt x="1011" y="1415"/>
                </a:lnTo>
                <a:lnTo>
                  <a:pt x="1017" y="1410"/>
                </a:lnTo>
                <a:cubicBezTo>
                  <a:pt x="1018" y="1409"/>
                  <a:pt x="1019" y="1408"/>
                  <a:pt x="1021" y="1408"/>
                </a:cubicBezTo>
                <a:lnTo>
                  <a:pt x="1025" y="1408"/>
                </a:lnTo>
                <a:cubicBezTo>
                  <a:pt x="1026" y="1408"/>
                  <a:pt x="1028" y="1408"/>
                  <a:pt x="1029" y="1408"/>
                </a:cubicBezTo>
                <a:lnTo>
                  <a:pt x="1034" y="1382"/>
                </a:lnTo>
                <a:lnTo>
                  <a:pt x="1042" y="1360"/>
                </a:lnTo>
                <a:lnTo>
                  <a:pt x="1048" y="1349"/>
                </a:lnTo>
                <a:lnTo>
                  <a:pt x="1078" y="1302"/>
                </a:lnTo>
                <a:lnTo>
                  <a:pt x="1079" y="1297"/>
                </a:lnTo>
                <a:lnTo>
                  <a:pt x="1079" y="1289"/>
                </a:lnTo>
                <a:lnTo>
                  <a:pt x="1061" y="1263"/>
                </a:lnTo>
                <a:lnTo>
                  <a:pt x="1055" y="1256"/>
                </a:lnTo>
                <a:lnTo>
                  <a:pt x="1050" y="1255"/>
                </a:lnTo>
                <a:lnTo>
                  <a:pt x="1016" y="1250"/>
                </a:lnTo>
                <a:cubicBezTo>
                  <a:pt x="1014" y="1250"/>
                  <a:pt x="1013" y="1250"/>
                  <a:pt x="1012" y="1249"/>
                </a:cubicBezTo>
                <a:lnTo>
                  <a:pt x="1010" y="1247"/>
                </a:lnTo>
                <a:cubicBezTo>
                  <a:pt x="1008" y="1246"/>
                  <a:pt x="1007" y="1244"/>
                  <a:pt x="1006" y="1242"/>
                </a:cubicBezTo>
                <a:lnTo>
                  <a:pt x="1006" y="1239"/>
                </a:lnTo>
                <a:cubicBezTo>
                  <a:pt x="1006" y="1238"/>
                  <a:pt x="1006" y="1237"/>
                  <a:pt x="1006" y="1236"/>
                </a:cubicBezTo>
                <a:lnTo>
                  <a:pt x="1007" y="1229"/>
                </a:lnTo>
                <a:lnTo>
                  <a:pt x="1011" y="1215"/>
                </a:lnTo>
                <a:lnTo>
                  <a:pt x="1016" y="1192"/>
                </a:lnTo>
                <a:cubicBezTo>
                  <a:pt x="1017" y="1190"/>
                  <a:pt x="1018" y="1188"/>
                  <a:pt x="1019" y="1187"/>
                </a:cubicBezTo>
                <a:lnTo>
                  <a:pt x="1024" y="1182"/>
                </a:lnTo>
                <a:cubicBezTo>
                  <a:pt x="1027" y="1180"/>
                  <a:pt x="1032" y="1180"/>
                  <a:pt x="1035" y="1182"/>
                </a:cubicBezTo>
                <a:lnTo>
                  <a:pt x="1040" y="1186"/>
                </a:lnTo>
                <a:lnTo>
                  <a:pt x="1044" y="1192"/>
                </a:lnTo>
                <a:lnTo>
                  <a:pt x="1052" y="1200"/>
                </a:lnTo>
                <a:lnTo>
                  <a:pt x="1069" y="1205"/>
                </a:lnTo>
                <a:lnTo>
                  <a:pt x="1137" y="1179"/>
                </a:lnTo>
                <a:lnTo>
                  <a:pt x="1138" y="1178"/>
                </a:lnTo>
                <a:lnTo>
                  <a:pt x="1139" y="1171"/>
                </a:lnTo>
                <a:lnTo>
                  <a:pt x="1138" y="1156"/>
                </a:lnTo>
                <a:cubicBezTo>
                  <a:pt x="1138" y="1155"/>
                  <a:pt x="1138" y="1154"/>
                  <a:pt x="1138" y="1153"/>
                </a:cubicBezTo>
                <a:lnTo>
                  <a:pt x="1142" y="1143"/>
                </a:lnTo>
                <a:cubicBezTo>
                  <a:pt x="1142" y="1142"/>
                  <a:pt x="1143" y="1142"/>
                  <a:pt x="1143" y="1141"/>
                </a:cubicBezTo>
                <a:lnTo>
                  <a:pt x="1152" y="1130"/>
                </a:lnTo>
                <a:lnTo>
                  <a:pt x="1150" y="1125"/>
                </a:lnTo>
                <a:lnTo>
                  <a:pt x="1148" y="1125"/>
                </a:lnTo>
                <a:cubicBezTo>
                  <a:pt x="1146" y="1124"/>
                  <a:pt x="1145" y="1123"/>
                  <a:pt x="1144" y="1121"/>
                </a:cubicBezTo>
                <a:lnTo>
                  <a:pt x="1120" y="1098"/>
                </a:lnTo>
                <a:lnTo>
                  <a:pt x="1047" y="1046"/>
                </a:lnTo>
                <a:lnTo>
                  <a:pt x="1046" y="1045"/>
                </a:lnTo>
                <a:lnTo>
                  <a:pt x="1042" y="1040"/>
                </a:lnTo>
                <a:cubicBezTo>
                  <a:pt x="1042" y="1040"/>
                  <a:pt x="1041" y="1040"/>
                  <a:pt x="1040" y="1039"/>
                </a:cubicBezTo>
                <a:lnTo>
                  <a:pt x="1036" y="1037"/>
                </a:lnTo>
                <a:cubicBezTo>
                  <a:pt x="1036" y="1037"/>
                  <a:pt x="1035" y="1036"/>
                  <a:pt x="1034" y="1036"/>
                </a:cubicBezTo>
                <a:lnTo>
                  <a:pt x="1022" y="1022"/>
                </a:lnTo>
                <a:cubicBezTo>
                  <a:pt x="1021" y="1022"/>
                  <a:pt x="1021" y="1021"/>
                  <a:pt x="1020" y="1020"/>
                </a:cubicBezTo>
                <a:lnTo>
                  <a:pt x="1018" y="1014"/>
                </a:lnTo>
                <a:lnTo>
                  <a:pt x="1016" y="1005"/>
                </a:lnTo>
                <a:lnTo>
                  <a:pt x="1015" y="998"/>
                </a:lnTo>
                <a:cubicBezTo>
                  <a:pt x="1015" y="997"/>
                  <a:pt x="1015" y="996"/>
                  <a:pt x="1015" y="995"/>
                </a:cubicBezTo>
                <a:lnTo>
                  <a:pt x="1016" y="990"/>
                </a:lnTo>
                <a:lnTo>
                  <a:pt x="1023" y="976"/>
                </a:lnTo>
                <a:lnTo>
                  <a:pt x="1021" y="970"/>
                </a:lnTo>
                <a:lnTo>
                  <a:pt x="983" y="912"/>
                </a:lnTo>
                <a:lnTo>
                  <a:pt x="976" y="906"/>
                </a:lnTo>
                <a:lnTo>
                  <a:pt x="959" y="897"/>
                </a:lnTo>
                <a:cubicBezTo>
                  <a:pt x="958" y="897"/>
                  <a:pt x="957" y="896"/>
                  <a:pt x="957" y="895"/>
                </a:cubicBezTo>
                <a:lnTo>
                  <a:pt x="939" y="875"/>
                </a:lnTo>
                <a:cubicBezTo>
                  <a:pt x="939" y="874"/>
                  <a:pt x="938" y="874"/>
                  <a:pt x="938" y="873"/>
                </a:cubicBezTo>
                <a:lnTo>
                  <a:pt x="935" y="867"/>
                </a:lnTo>
                <a:cubicBezTo>
                  <a:pt x="935" y="866"/>
                  <a:pt x="935" y="865"/>
                  <a:pt x="935" y="864"/>
                </a:cubicBezTo>
                <a:lnTo>
                  <a:pt x="934" y="858"/>
                </a:lnTo>
                <a:cubicBezTo>
                  <a:pt x="934" y="855"/>
                  <a:pt x="935" y="852"/>
                  <a:pt x="938" y="850"/>
                </a:cubicBezTo>
                <a:lnTo>
                  <a:pt x="952" y="842"/>
                </a:lnTo>
                <a:lnTo>
                  <a:pt x="984" y="812"/>
                </a:lnTo>
                <a:lnTo>
                  <a:pt x="994" y="798"/>
                </a:lnTo>
                <a:lnTo>
                  <a:pt x="1023" y="745"/>
                </a:lnTo>
                <a:lnTo>
                  <a:pt x="1025" y="738"/>
                </a:lnTo>
                <a:cubicBezTo>
                  <a:pt x="1026" y="737"/>
                  <a:pt x="1026" y="735"/>
                  <a:pt x="1027" y="735"/>
                </a:cubicBezTo>
                <a:lnTo>
                  <a:pt x="1037" y="723"/>
                </a:lnTo>
                <a:cubicBezTo>
                  <a:pt x="1038" y="722"/>
                  <a:pt x="1038" y="722"/>
                  <a:pt x="1039" y="722"/>
                </a:cubicBezTo>
                <a:lnTo>
                  <a:pt x="1057" y="711"/>
                </a:lnTo>
                <a:lnTo>
                  <a:pt x="1008" y="590"/>
                </a:lnTo>
                <a:cubicBezTo>
                  <a:pt x="1008" y="589"/>
                  <a:pt x="1008" y="588"/>
                  <a:pt x="1007" y="587"/>
                </a:cubicBezTo>
                <a:lnTo>
                  <a:pt x="1005" y="538"/>
                </a:lnTo>
                <a:lnTo>
                  <a:pt x="989" y="441"/>
                </a:lnTo>
                <a:lnTo>
                  <a:pt x="984" y="426"/>
                </a:lnTo>
                <a:lnTo>
                  <a:pt x="981" y="423"/>
                </a:lnTo>
                <a:lnTo>
                  <a:pt x="980" y="423"/>
                </a:lnTo>
                <a:lnTo>
                  <a:pt x="966" y="428"/>
                </a:lnTo>
                <a:lnTo>
                  <a:pt x="961" y="431"/>
                </a:lnTo>
                <a:lnTo>
                  <a:pt x="956" y="438"/>
                </a:lnTo>
                <a:lnTo>
                  <a:pt x="933" y="461"/>
                </a:lnTo>
                <a:cubicBezTo>
                  <a:pt x="931" y="462"/>
                  <a:pt x="930" y="463"/>
                  <a:pt x="928" y="463"/>
                </a:cubicBezTo>
                <a:lnTo>
                  <a:pt x="925" y="464"/>
                </a:lnTo>
                <a:cubicBezTo>
                  <a:pt x="923" y="464"/>
                  <a:pt x="922" y="464"/>
                  <a:pt x="920" y="463"/>
                </a:cubicBezTo>
                <a:lnTo>
                  <a:pt x="911" y="458"/>
                </a:lnTo>
                <a:lnTo>
                  <a:pt x="896" y="446"/>
                </a:lnTo>
                <a:lnTo>
                  <a:pt x="891" y="440"/>
                </a:lnTo>
                <a:lnTo>
                  <a:pt x="886" y="437"/>
                </a:lnTo>
                <a:lnTo>
                  <a:pt x="820" y="415"/>
                </a:lnTo>
                <a:cubicBezTo>
                  <a:pt x="816" y="414"/>
                  <a:pt x="814" y="411"/>
                  <a:pt x="814" y="407"/>
                </a:cubicBezTo>
                <a:lnTo>
                  <a:pt x="816" y="382"/>
                </a:lnTo>
                <a:cubicBezTo>
                  <a:pt x="816" y="381"/>
                  <a:pt x="816" y="380"/>
                  <a:pt x="817" y="380"/>
                </a:cubicBezTo>
                <a:lnTo>
                  <a:pt x="829" y="347"/>
                </a:lnTo>
                <a:lnTo>
                  <a:pt x="823" y="317"/>
                </a:lnTo>
                <a:lnTo>
                  <a:pt x="817" y="313"/>
                </a:lnTo>
                <a:lnTo>
                  <a:pt x="815" y="314"/>
                </a:lnTo>
                <a:lnTo>
                  <a:pt x="815" y="314"/>
                </a:lnTo>
                <a:lnTo>
                  <a:pt x="815" y="316"/>
                </a:lnTo>
                <a:cubicBezTo>
                  <a:pt x="815" y="317"/>
                  <a:pt x="815" y="319"/>
                  <a:pt x="814" y="320"/>
                </a:cubicBezTo>
                <a:lnTo>
                  <a:pt x="813" y="324"/>
                </a:lnTo>
                <a:lnTo>
                  <a:pt x="811" y="328"/>
                </a:lnTo>
                <a:cubicBezTo>
                  <a:pt x="810" y="331"/>
                  <a:pt x="808" y="332"/>
                  <a:pt x="806" y="333"/>
                </a:cubicBezTo>
                <a:cubicBezTo>
                  <a:pt x="804" y="334"/>
                  <a:pt x="801" y="333"/>
                  <a:pt x="799" y="332"/>
                </a:cubicBezTo>
                <a:lnTo>
                  <a:pt x="786" y="323"/>
                </a:lnTo>
                <a:lnTo>
                  <a:pt x="758" y="315"/>
                </a:lnTo>
                <a:cubicBezTo>
                  <a:pt x="757" y="314"/>
                  <a:pt x="756" y="314"/>
                  <a:pt x="755" y="313"/>
                </a:cubicBezTo>
                <a:lnTo>
                  <a:pt x="741" y="301"/>
                </a:lnTo>
                <a:cubicBezTo>
                  <a:pt x="740" y="300"/>
                  <a:pt x="739" y="298"/>
                  <a:pt x="738" y="297"/>
                </a:cubicBezTo>
                <a:lnTo>
                  <a:pt x="737" y="291"/>
                </a:lnTo>
                <a:lnTo>
                  <a:pt x="736" y="282"/>
                </a:lnTo>
                <a:cubicBezTo>
                  <a:pt x="735" y="282"/>
                  <a:pt x="735" y="281"/>
                  <a:pt x="736" y="280"/>
                </a:cubicBezTo>
                <a:lnTo>
                  <a:pt x="737" y="268"/>
                </a:lnTo>
                <a:lnTo>
                  <a:pt x="737" y="263"/>
                </a:lnTo>
                <a:lnTo>
                  <a:pt x="736" y="249"/>
                </a:lnTo>
                <a:lnTo>
                  <a:pt x="735" y="247"/>
                </a:lnTo>
                <a:lnTo>
                  <a:pt x="736" y="242"/>
                </a:lnTo>
                <a:lnTo>
                  <a:pt x="737" y="235"/>
                </a:lnTo>
                <a:lnTo>
                  <a:pt x="741" y="227"/>
                </a:lnTo>
                <a:cubicBezTo>
                  <a:pt x="741" y="226"/>
                  <a:pt x="742" y="226"/>
                  <a:pt x="742" y="225"/>
                </a:cubicBezTo>
                <a:lnTo>
                  <a:pt x="747" y="220"/>
                </a:lnTo>
                <a:cubicBezTo>
                  <a:pt x="748" y="219"/>
                  <a:pt x="748" y="219"/>
                  <a:pt x="749" y="218"/>
                </a:cubicBezTo>
                <a:lnTo>
                  <a:pt x="768" y="206"/>
                </a:lnTo>
                <a:lnTo>
                  <a:pt x="767" y="203"/>
                </a:lnTo>
                <a:lnTo>
                  <a:pt x="763" y="197"/>
                </a:lnTo>
                <a:lnTo>
                  <a:pt x="745" y="181"/>
                </a:lnTo>
                <a:lnTo>
                  <a:pt x="704" y="153"/>
                </a:lnTo>
                <a:lnTo>
                  <a:pt x="694" y="143"/>
                </a:lnTo>
                <a:cubicBezTo>
                  <a:pt x="692" y="142"/>
                  <a:pt x="691" y="140"/>
                  <a:pt x="691" y="138"/>
                </a:cubicBezTo>
                <a:lnTo>
                  <a:pt x="691" y="125"/>
                </a:lnTo>
                <a:cubicBezTo>
                  <a:pt x="690" y="124"/>
                  <a:pt x="691" y="123"/>
                  <a:pt x="691" y="122"/>
                </a:cubicBezTo>
                <a:lnTo>
                  <a:pt x="695" y="111"/>
                </a:lnTo>
                <a:lnTo>
                  <a:pt x="721" y="71"/>
                </a:lnTo>
                <a:lnTo>
                  <a:pt x="681" y="7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39" name="Freeform 64">
            <a:extLst>
              <a:ext uri="{FF2B5EF4-FFF2-40B4-BE49-F238E27FC236}">
                <a16:creationId xmlns:a16="http://schemas.microsoft.com/office/drawing/2014/main" xmlns="" id="{B0D40DB3-807C-4923-827C-B6E884D78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148" y="4373888"/>
            <a:ext cx="39159" cy="32039"/>
          </a:xfrm>
          <a:custGeom>
            <a:avLst/>
            <a:gdLst>
              <a:gd name="T0" fmla="*/ 97 w 99"/>
              <a:gd name="T1" fmla="*/ 2 h 80"/>
              <a:gd name="T2" fmla="*/ 92 w 99"/>
              <a:gd name="T3" fmla="*/ 0 h 80"/>
              <a:gd name="T4" fmla="*/ 92 w 99"/>
              <a:gd name="T5" fmla="*/ 4 h 80"/>
              <a:gd name="T6" fmla="*/ 87 w 99"/>
              <a:gd name="T7" fmla="*/ 11 h 80"/>
              <a:gd name="T8" fmla="*/ 68 w 99"/>
              <a:gd name="T9" fmla="*/ 21 h 80"/>
              <a:gd name="T10" fmla="*/ 57 w 99"/>
              <a:gd name="T11" fmla="*/ 32 h 80"/>
              <a:gd name="T12" fmla="*/ 39 w 99"/>
              <a:gd name="T13" fmla="*/ 43 h 80"/>
              <a:gd name="T14" fmla="*/ 37 w 99"/>
              <a:gd name="T15" fmla="*/ 44 h 80"/>
              <a:gd name="T16" fmla="*/ 31 w 99"/>
              <a:gd name="T17" fmla="*/ 46 h 80"/>
              <a:gd name="T18" fmla="*/ 11 w 99"/>
              <a:gd name="T19" fmla="*/ 47 h 80"/>
              <a:gd name="T20" fmla="*/ 9 w 99"/>
              <a:gd name="T21" fmla="*/ 48 h 80"/>
              <a:gd name="T22" fmla="*/ 5 w 99"/>
              <a:gd name="T23" fmla="*/ 57 h 80"/>
              <a:gd name="T24" fmla="*/ 0 w 99"/>
              <a:gd name="T25" fmla="*/ 76 h 80"/>
              <a:gd name="T26" fmla="*/ 3 w 99"/>
              <a:gd name="T27" fmla="*/ 78 h 80"/>
              <a:gd name="T28" fmla="*/ 3 w 99"/>
              <a:gd name="T29" fmla="*/ 79 h 80"/>
              <a:gd name="T30" fmla="*/ 14 w 99"/>
              <a:gd name="T31" fmla="*/ 72 h 80"/>
              <a:gd name="T32" fmla="*/ 21 w 99"/>
              <a:gd name="T33" fmla="*/ 67 h 80"/>
              <a:gd name="T34" fmla="*/ 37 w 99"/>
              <a:gd name="T35" fmla="*/ 46 h 80"/>
              <a:gd name="T36" fmla="*/ 41 w 99"/>
              <a:gd name="T37" fmla="*/ 43 h 80"/>
              <a:gd name="T38" fmla="*/ 60 w 99"/>
              <a:gd name="T39" fmla="*/ 36 h 80"/>
              <a:gd name="T40" fmla="*/ 98 w 99"/>
              <a:gd name="T41" fmla="*/ 4 h 80"/>
              <a:gd name="T42" fmla="*/ 97 w 99"/>
              <a:gd name="T43" fmla="*/ 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9" h="80">
                <a:moveTo>
                  <a:pt x="97" y="2"/>
                </a:moveTo>
                <a:lnTo>
                  <a:pt x="92" y="0"/>
                </a:lnTo>
                <a:lnTo>
                  <a:pt x="92" y="4"/>
                </a:lnTo>
                <a:cubicBezTo>
                  <a:pt x="92" y="7"/>
                  <a:pt x="90" y="9"/>
                  <a:pt x="87" y="11"/>
                </a:cubicBezTo>
                <a:lnTo>
                  <a:pt x="68" y="21"/>
                </a:lnTo>
                <a:lnTo>
                  <a:pt x="57" y="32"/>
                </a:lnTo>
                <a:lnTo>
                  <a:pt x="39" y="43"/>
                </a:lnTo>
                <a:cubicBezTo>
                  <a:pt x="39" y="44"/>
                  <a:pt x="38" y="44"/>
                  <a:pt x="37" y="44"/>
                </a:cubicBezTo>
                <a:lnTo>
                  <a:pt x="31" y="46"/>
                </a:lnTo>
                <a:lnTo>
                  <a:pt x="11" y="47"/>
                </a:lnTo>
                <a:lnTo>
                  <a:pt x="9" y="48"/>
                </a:lnTo>
                <a:lnTo>
                  <a:pt x="5" y="57"/>
                </a:lnTo>
                <a:lnTo>
                  <a:pt x="0" y="76"/>
                </a:lnTo>
                <a:cubicBezTo>
                  <a:pt x="1" y="77"/>
                  <a:pt x="2" y="77"/>
                  <a:pt x="3" y="78"/>
                </a:cubicBezTo>
                <a:cubicBezTo>
                  <a:pt x="3" y="78"/>
                  <a:pt x="3" y="78"/>
                  <a:pt x="3" y="79"/>
                </a:cubicBezTo>
                <a:lnTo>
                  <a:pt x="14" y="72"/>
                </a:lnTo>
                <a:lnTo>
                  <a:pt x="21" y="67"/>
                </a:lnTo>
                <a:lnTo>
                  <a:pt x="37" y="46"/>
                </a:lnTo>
                <a:cubicBezTo>
                  <a:pt x="38" y="44"/>
                  <a:pt x="39" y="44"/>
                  <a:pt x="41" y="43"/>
                </a:cubicBezTo>
                <a:lnTo>
                  <a:pt x="60" y="36"/>
                </a:lnTo>
                <a:lnTo>
                  <a:pt x="98" y="4"/>
                </a:lnTo>
                <a:lnTo>
                  <a:pt x="97" y="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0" name="Freeform 65">
            <a:extLst>
              <a:ext uri="{FF2B5EF4-FFF2-40B4-BE49-F238E27FC236}">
                <a16:creationId xmlns:a16="http://schemas.microsoft.com/office/drawing/2014/main" xmlns="" id="{19AC1E62-F160-46FF-8AD8-F31F9DB4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528" y="4471786"/>
            <a:ext cx="16019" cy="12459"/>
          </a:xfrm>
          <a:custGeom>
            <a:avLst/>
            <a:gdLst>
              <a:gd name="T0" fmla="*/ 8 w 41"/>
              <a:gd name="T1" fmla="*/ 29 h 30"/>
              <a:gd name="T2" fmla="*/ 38 w 41"/>
              <a:gd name="T3" fmla="*/ 24 h 30"/>
              <a:gd name="T4" fmla="*/ 40 w 41"/>
              <a:gd name="T5" fmla="*/ 24 h 30"/>
              <a:gd name="T6" fmla="*/ 21 w 41"/>
              <a:gd name="T7" fmla="*/ 14 h 30"/>
              <a:gd name="T8" fmla="*/ 19 w 41"/>
              <a:gd name="T9" fmla="*/ 12 h 30"/>
              <a:gd name="T10" fmla="*/ 5 w 41"/>
              <a:gd name="T11" fmla="*/ 0 h 30"/>
              <a:gd name="T12" fmla="*/ 4 w 41"/>
              <a:gd name="T13" fmla="*/ 1 h 30"/>
              <a:gd name="T14" fmla="*/ 1 w 41"/>
              <a:gd name="T15" fmla="*/ 10 h 30"/>
              <a:gd name="T16" fmla="*/ 0 w 41"/>
              <a:gd name="T17" fmla="*/ 18 h 30"/>
              <a:gd name="T18" fmla="*/ 1 w 41"/>
              <a:gd name="T19" fmla="*/ 24 h 30"/>
              <a:gd name="T20" fmla="*/ 8 w 41"/>
              <a:gd name="T21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1" h="30">
                <a:moveTo>
                  <a:pt x="8" y="29"/>
                </a:moveTo>
                <a:lnTo>
                  <a:pt x="38" y="24"/>
                </a:lnTo>
                <a:cubicBezTo>
                  <a:pt x="39" y="24"/>
                  <a:pt x="39" y="24"/>
                  <a:pt x="40" y="24"/>
                </a:cubicBezTo>
                <a:lnTo>
                  <a:pt x="21" y="14"/>
                </a:lnTo>
                <a:cubicBezTo>
                  <a:pt x="20" y="13"/>
                  <a:pt x="19" y="13"/>
                  <a:pt x="19" y="12"/>
                </a:cubicBezTo>
                <a:lnTo>
                  <a:pt x="5" y="0"/>
                </a:lnTo>
                <a:lnTo>
                  <a:pt x="4" y="1"/>
                </a:lnTo>
                <a:lnTo>
                  <a:pt x="1" y="10"/>
                </a:lnTo>
                <a:lnTo>
                  <a:pt x="0" y="18"/>
                </a:lnTo>
                <a:lnTo>
                  <a:pt x="1" y="24"/>
                </a:lnTo>
                <a:lnTo>
                  <a:pt x="8" y="2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1" name="Freeform 66">
            <a:extLst>
              <a:ext uri="{FF2B5EF4-FFF2-40B4-BE49-F238E27FC236}">
                <a16:creationId xmlns:a16="http://schemas.microsoft.com/office/drawing/2014/main" xmlns="" id="{78EBD5BD-43EC-4CE1-98FC-5126FDF5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567" y="4391687"/>
            <a:ext cx="21360" cy="10680"/>
          </a:xfrm>
          <a:custGeom>
            <a:avLst/>
            <a:gdLst>
              <a:gd name="T0" fmla="*/ 36 w 53"/>
              <a:gd name="T1" fmla="*/ 1 h 28"/>
              <a:gd name="T2" fmla="*/ 32 w 53"/>
              <a:gd name="T3" fmla="*/ 0 h 28"/>
              <a:gd name="T4" fmla="*/ 29 w 53"/>
              <a:gd name="T5" fmla="*/ 1 h 28"/>
              <a:gd name="T6" fmla="*/ 0 w 53"/>
              <a:gd name="T7" fmla="*/ 27 h 28"/>
              <a:gd name="T8" fmla="*/ 52 w 53"/>
              <a:gd name="T9" fmla="*/ 15 h 28"/>
              <a:gd name="T10" fmla="*/ 36 w 53"/>
              <a:gd name="T1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" h="28">
                <a:moveTo>
                  <a:pt x="36" y="1"/>
                </a:moveTo>
                <a:lnTo>
                  <a:pt x="32" y="0"/>
                </a:lnTo>
                <a:lnTo>
                  <a:pt x="29" y="1"/>
                </a:lnTo>
                <a:lnTo>
                  <a:pt x="0" y="27"/>
                </a:lnTo>
                <a:lnTo>
                  <a:pt x="52" y="15"/>
                </a:lnTo>
                <a:lnTo>
                  <a:pt x="36" y="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2" name="Freeform 67">
            <a:extLst>
              <a:ext uri="{FF2B5EF4-FFF2-40B4-BE49-F238E27FC236}">
                <a16:creationId xmlns:a16="http://schemas.microsoft.com/office/drawing/2014/main" xmlns="" id="{E1D7A0E2-1A51-4276-BC8D-F73FC0F5A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87" y="4384567"/>
            <a:ext cx="26700" cy="26700"/>
          </a:xfrm>
          <a:custGeom>
            <a:avLst/>
            <a:gdLst>
              <a:gd name="T0" fmla="*/ 51 w 66"/>
              <a:gd name="T1" fmla="*/ 27 h 68"/>
              <a:gd name="T2" fmla="*/ 49 w 66"/>
              <a:gd name="T3" fmla="*/ 23 h 68"/>
              <a:gd name="T4" fmla="*/ 48 w 66"/>
              <a:gd name="T5" fmla="*/ 20 h 68"/>
              <a:gd name="T6" fmla="*/ 46 w 66"/>
              <a:gd name="T7" fmla="*/ 15 h 68"/>
              <a:gd name="T8" fmla="*/ 42 w 66"/>
              <a:gd name="T9" fmla="*/ 10 h 68"/>
              <a:gd name="T10" fmla="*/ 35 w 66"/>
              <a:gd name="T11" fmla="*/ 7 h 68"/>
              <a:gd name="T12" fmla="*/ 33 w 66"/>
              <a:gd name="T13" fmla="*/ 5 h 68"/>
              <a:gd name="T14" fmla="*/ 26 w 66"/>
              <a:gd name="T15" fmla="*/ 0 h 68"/>
              <a:gd name="T16" fmla="*/ 26 w 66"/>
              <a:gd name="T17" fmla="*/ 0 h 68"/>
              <a:gd name="T18" fmla="*/ 0 w 66"/>
              <a:gd name="T19" fmla="*/ 23 h 68"/>
              <a:gd name="T20" fmla="*/ 17 w 66"/>
              <a:gd name="T21" fmla="*/ 23 h 68"/>
              <a:gd name="T22" fmla="*/ 18 w 66"/>
              <a:gd name="T23" fmla="*/ 22 h 68"/>
              <a:gd name="T24" fmla="*/ 26 w 66"/>
              <a:gd name="T25" fmla="*/ 21 h 68"/>
              <a:gd name="T26" fmla="*/ 31 w 66"/>
              <a:gd name="T27" fmla="*/ 28 h 68"/>
              <a:gd name="T28" fmla="*/ 31 w 66"/>
              <a:gd name="T29" fmla="*/ 37 h 68"/>
              <a:gd name="T30" fmla="*/ 30 w 66"/>
              <a:gd name="T31" fmla="*/ 40 h 68"/>
              <a:gd name="T32" fmla="*/ 27 w 66"/>
              <a:gd name="T33" fmla="*/ 50 h 68"/>
              <a:gd name="T34" fmla="*/ 23 w 66"/>
              <a:gd name="T35" fmla="*/ 57 h 68"/>
              <a:gd name="T36" fmla="*/ 24 w 66"/>
              <a:gd name="T37" fmla="*/ 57 h 68"/>
              <a:gd name="T38" fmla="*/ 27 w 66"/>
              <a:gd name="T39" fmla="*/ 60 h 68"/>
              <a:gd name="T40" fmla="*/ 29 w 66"/>
              <a:gd name="T41" fmla="*/ 67 h 68"/>
              <a:gd name="T42" fmla="*/ 33 w 66"/>
              <a:gd name="T43" fmla="*/ 66 h 68"/>
              <a:gd name="T44" fmla="*/ 44 w 66"/>
              <a:gd name="T45" fmla="*/ 60 h 68"/>
              <a:gd name="T46" fmla="*/ 56 w 66"/>
              <a:gd name="T47" fmla="*/ 49 h 68"/>
              <a:gd name="T48" fmla="*/ 65 w 66"/>
              <a:gd name="T49" fmla="*/ 35 h 68"/>
              <a:gd name="T50" fmla="*/ 55 w 66"/>
              <a:gd name="T51" fmla="*/ 30 h 68"/>
              <a:gd name="T52" fmla="*/ 51 w 66"/>
              <a:gd name="T53" fmla="*/ 2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6" h="68">
                <a:moveTo>
                  <a:pt x="51" y="27"/>
                </a:moveTo>
                <a:lnTo>
                  <a:pt x="49" y="23"/>
                </a:lnTo>
                <a:cubicBezTo>
                  <a:pt x="48" y="22"/>
                  <a:pt x="48" y="21"/>
                  <a:pt x="48" y="20"/>
                </a:cubicBezTo>
                <a:lnTo>
                  <a:pt x="46" y="15"/>
                </a:lnTo>
                <a:lnTo>
                  <a:pt x="42" y="10"/>
                </a:lnTo>
                <a:lnTo>
                  <a:pt x="35" y="7"/>
                </a:lnTo>
                <a:cubicBezTo>
                  <a:pt x="34" y="7"/>
                  <a:pt x="33" y="6"/>
                  <a:pt x="33" y="5"/>
                </a:cubicBezTo>
                <a:lnTo>
                  <a:pt x="26" y="0"/>
                </a:lnTo>
                <a:lnTo>
                  <a:pt x="26" y="0"/>
                </a:lnTo>
                <a:lnTo>
                  <a:pt x="0" y="23"/>
                </a:lnTo>
                <a:lnTo>
                  <a:pt x="17" y="23"/>
                </a:lnTo>
                <a:lnTo>
                  <a:pt x="18" y="22"/>
                </a:lnTo>
                <a:cubicBezTo>
                  <a:pt x="20" y="20"/>
                  <a:pt x="23" y="20"/>
                  <a:pt x="26" y="21"/>
                </a:cubicBezTo>
                <a:cubicBezTo>
                  <a:pt x="29" y="23"/>
                  <a:pt x="30" y="25"/>
                  <a:pt x="31" y="28"/>
                </a:cubicBezTo>
                <a:lnTo>
                  <a:pt x="31" y="37"/>
                </a:lnTo>
                <a:cubicBezTo>
                  <a:pt x="31" y="38"/>
                  <a:pt x="31" y="39"/>
                  <a:pt x="30" y="40"/>
                </a:cubicBezTo>
                <a:lnTo>
                  <a:pt x="27" y="50"/>
                </a:lnTo>
                <a:lnTo>
                  <a:pt x="23" y="57"/>
                </a:lnTo>
                <a:lnTo>
                  <a:pt x="24" y="57"/>
                </a:lnTo>
                <a:lnTo>
                  <a:pt x="27" y="60"/>
                </a:lnTo>
                <a:cubicBezTo>
                  <a:pt x="29" y="62"/>
                  <a:pt x="30" y="64"/>
                  <a:pt x="29" y="67"/>
                </a:cubicBezTo>
                <a:lnTo>
                  <a:pt x="33" y="66"/>
                </a:lnTo>
                <a:lnTo>
                  <a:pt x="44" y="60"/>
                </a:lnTo>
                <a:lnTo>
                  <a:pt x="56" y="49"/>
                </a:lnTo>
                <a:lnTo>
                  <a:pt x="65" y="35"/>
                </a:lnTo>
                <a:lnTo>
                  <a:pt x="55" y="30"/>
                </a:lnTo>
                <a:cubicBezTo>
                  <a:pt x="54" y="30"/>
                  <a:pt x="52" y="29"/>
                  <a:pt x="51" y="27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3" name="Freeform 68">
            <a:extLst>
              <a:ext uri="{FF2B5EF4-FFF2-40B4-BE49-F238E27FC236}">
                <a16:creationId xmlns:a16="http://schemas.microsoft.com/office/drawing/2014/main" xmlns="" id="{074D38AE-FCD8-4E5B-B397-CC3FF7823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466" y="4427287"/>
            <a:ext cx="5340" cy="7120"/>
          </a:xfrm>
          <a:custGeom>
            <a:avLst/>
            <a:gdLst>
              <a:gd name="T0" fmla="*/ 0 w 13"/>
              <a:gd name="T1" fmla="*/ 17 h 19"/>
              <a:gd name="T2" fmla="*/ 6 w 13"/>
              <a:gd name="T3" fmla="*/ 11 h 19"/>
              <a:gd name="T4" fmla="*/ 12 w 13"/>
              <a:gd name="T5" fmla="*/ 0 h 19"/>
              <a:gd name="T6" fmla="*/ 0 w 13"/>
              <a:gd name="T7" fmla="*/ 18 h 19"/>
              <a:gd name="T8" fmla="*/ 0 w 13"/>
              <a:gd name="T9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" h="19">
                <a:moveTo>
                  <a:pt x="0" y="17"/>
                </a:moveTo>
                <a:lnTo>
                  <a:pt x="6" y="11"/>
                </a:lnTo>
                <a:lnTo>
                  <a:pt x="12" y="0"/>
                </a:lnTo>
                <a:lnTo>
                  <a:pt x="0" y="18"/>
                </a:lnTo>
                <a:lnTo>
                  <a:pt x="0" y="1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4" name="Freeform 69">
            <a:extLst>
              <a:ext uri="{FF2B5EF4-FFF2-40B4-BE49-F238E27FC236}">
                <a16:creationId xmlns:a16="http://schemas.microsoft.com/office/drawing/2014/main" xmlns="" id="{5E923FA3-DF3F-4966-9B34-18266312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227" y="4407708"/>
            <a:ext cx="39159" cy="14240"/>
          </a:xfrm>
          <a:custGeom>
            <a:avLst/>
            <a:gdLst>
              <a:gd name="T0" fmla="*/ 95 w 99"/>
              <a:gd name="T1" fmla="*/ 0 h 35"/>
              <a:gd name="T2" fmla="*/ 80 w 99"/>
              <a:gd name="T3" fmla="*/ 8 h 35"/>
              <a:gd name="T4" fmla="*/ 78 w 99"/>
              <a:gd name="T5" fmla="*/ 9 h 35"/>
              <a:gd name="T6" fmla="*/ 5 w 99"/>
              <a:gd name="T7" fmla="*/ 21 h 35"/>
              <a:gd name="T8" fmla="*/ 0 w 99"/>
              <a:gd name="T9" fmla="*/ 24 h 35"/>
              <a:gd name="T10" fmla="*/ 6 w 99"/>
              <a:gd name="T11" fmla="*/ 22 h 35"/>
              <a:gd name="T12" fmla="*/ 14 w 99"/>
              <a:gd name="T13" fmla="*/ 24 h 35"/>
              <a:gd name="T14" fmla="*/ 24 w 99"/>
              <a:gd name="T15" fmla="*/ 33 h 35"/>
              <a:gd name="T16" fmla="*/ 45 w 99"/>
              <a:gd name="T17" fmla="*/ 27 h 35"/>
              <a:gd name="T18" fmla="*/ 48 w 99"/>
              <a:gd name="T19" fmla="*/ 26 h 35"/>
              <a:gd name="T20" fmla="*/ 54 w 99"/>
              <a:gd name="T21" fmla="*/ 29 h 35"/>
              <a:gd name="T22" fmla="*/ 56 w 99"/>
              <a:gd name="T23" fmla="*/ 34 h 35"/>
              <a:gd name="T24" fmla="*/ 56 w 99"/>
              <a:gd name="T25" fmla="*/ 34 h 35"/>
              <a:gd name="T26" fmla="*/ 58 w 99"/>
              <a:gd name="T27" fmla="*/ 31 h 35"/>
              <a:gd name="T28" fmla="*/ 64 w 99"/>
              <a:gd name="T29" fmla="*/ 28 h 35"/>
              <a:gd name="T30" fmla="*/ 67 w 99"/>
              <a:gd name="T31" fmla="*/ 27 h 35"/>
              <a:gd name="T32" fmla="*/ 75 w 99"/>
              <a:gd name="T33" fmla="*/ 27 h 35"/>
              <a:gd name="T34" fmla="*/ 80 w 99"/>
              <a:gd name="T35" fmla="*/ 25 h 35"/>
              <a:gd name="T36" fmla="*/ 98 w 99"/>
              <a:gd name="T37" fmla="*/ 11 h 35"/>
              <a:gd name="T38" fmla="*/ 95 w 99"/>
              <a:gd name="T39" fmla="*/ 5 h 35"/>
              <a:gd name="T40" fmla="*/ 95 w 99"/>
              <a:gd name="T41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9" h="35">
                <a:moveTo>
                  <a:pt x="95" y="0"/>
                </a:moveTo>
                <a:lnTo>
                  <a:pt x="80" y="8"/>
                </a:lnTo>
                <a:cubicBezTo>
                  <a:pt x="80" y="8"/>
                  <a:pt x="79" y="8"/>
                  <a:pt x="78" y="9"/>
                </a:cubicBezTo>
                <a:lnTo>
                  <a:pt x="5" y="21"/>
                </a:lnTo>
                <a:lnTo>
                  <a:pt x="0" y="24"/>
                </a:lnTo>
                <a:lnTo>
                  <a:pt x="6" y="22"/>
                </a:lnTo>
                <a:cubicBezTo>
                  <a:pt x="9" y="22"/>
                  <a:pt x="12" y="22"/>
                  <a:pt x="14" y="24"/>
                </a:cubicBezTo>
                <a:lnTo>
                  <a:pt x="24" y="33"/>
                </a:lnTo>
                <a:lnTo>
                  <a:pt x="45" y="27"/>
                </a:lnTo>
                <a:cubicBezTo>
                  <a:pt x="46" y="27"/>
                  <a:pt x="47" y="26"/>
                  <a:pt x="48" y="26"/>
                </a:cubicBezTo>
                <a:cubicBezTo>
                  <a:pt x="50" y="26"/>
                  <a:pt x="52" y="27"/>
                  <a:pt x="54" y="29"/>
                </a:cubicBezTo>
                <a:cubicBezTo>
                  <a:pt x="55" y="31"/>
                  <a:pt x="56" y="32"/>
                  <a:pt x="56" y="34"/>
                </a:cubicBezTo>
                <a:lnTo>
                  <a:pt x="56" y="34"/>
                </a:lnTo>
                <a:cubicBezTo>
                  <a:pt x="56" y="33"/>
                  <a:pt x="57" y="32"/>
                  <a:pt x="58" y="31"/>
                </a:cubicBezTo>
                <a:lnTo>
                  <a:pt x="64" y="28"/>
                </a:lnTo>
                <a:cubicBezTo>
                  <a:pt x="65" y="28"/>
                  <a:pt x="66" y="27"/>
                  <a:pt x="67" y="27"/>
                </a:cubicBezTo>
                <a:lnTo>
                  <a:pt x="75" y="27"/>
                </a:lnTo>
                <a:lnTo>
                  <a:pt x="80" y="25"/>
                </a:lnTo>
                <a:lnTo>
                  <a:pt x="98" y="11"/>
                </a:lnTo>
                <a:lnTo>
                  <a:pt x="95" y="5"/>
                </a:lnTo>
                <a:cubicBezTo>
                  <a:pt x="95" y="3"/>
                  <a:pt x="95" y="2"/>
                  <a:pt x="95" y="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5" name="Freeform 70">
            <a:extLst>
              <a:ext uri="{FF2B5EF4-FFF2-40B4-BE49-F238E27FC236}">
                <a16:creationId xmlns:a16="http://schemas.microsoft.com/office/drawing/2014/main" xmlns="" id="{8B6FED38-D46C-48D7-BFFA-AF84F589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788" y="4331169"/>
            <a:ext cx="461011" cy="544669"/>
          </a:xfrm>
          <a:custGeom>
            <a:avLst/>
            <a:gdLst>
              <a:gd name="T0" fmla="*/ 428 w 1144"/>
              <a:gd name="T1" fmla="*/ 47 h 1350"/>
              <a:gd name="T2" fmla="*/ 390 w 1144"/>
              <a:gd name="T3" fmla="*/ 91 h 1350"/>
              <a:gd name="T4" fmla="*/ 349 w 1144"/>
              <a:gd name="T5" fmla="*/ 127 h 1350"/>
              <a:gd name="T6" fmla="*/ 286 w 1144"/>
              <a:gd name="T7" fmla="*/ 138 h 1350"/>
              <a:gd name="T8" fmla="*/ 314 w 1144"/>
              <a:gd name="T9" fmla="*/ 157 h 1350"/>
              <a:gd name="T10" fmla="*/ 408 w 1144"/>
              <a:gd name="T11" fmla="*/ 117 h 1350"/>
              <a:gd name="T12" fmla="*/ 499 w 1144"/>
              <a:gd name="T13" fmla="*/ 112 h 1350"/>
              <a:gd name="T14" fmla="*/ 435 w 1144"/>
              <a:gd name="T15" fmla="*/ 147 h 1350"/>
              <a:gd name="T16" fmla="*/ 378 w 1144"/>
              <a:gd name="T17" fmla="*/ 194 h 1350"/>
              <a:gd name="T18" fmla="*/ 365 w 1144"/>
              <a:gd name="T19" fmla="*/ 223 h 1350"/>
              <a:gd name="T20" fmla="*/ 320 w 1144"/>
              <a:gd name="T21" fmla="*/ 263 h 1350"/>
              <a:gd name="T22" fmla="*/ 278 w 1144"/>
              <a:gd name="T23" fmla="*/ 299 h 1350"/>
              <a:gd name="T24" fmla="*/ 264 w 1144"/>
              <a:gd name="T25" fmla="*/ 334 h 1350"/>
              <a:gd name="T26" fmla="*/ 299 w 1144"/>
              <a:gd name="T27" fmla="*/ 389 h 1350"/>
              <a:gd name="T28" fmla="*/ 312 w 1144"/>
              <a:gd name="T29" fmla="*/ 349 h 1350"/>
              <a:gd name="T30" fmla="*/ 376 w 1144"/>
              <a:gd name="T31" fmla="*/ 376 h 1350"/>
              <a:gd name="T32" fmla="*/ 292 w 1144"/>
              <a:gd name="T33" fmla="*/ 443 h 1350"/>
              <a:gd name="T34" fmla="*/ 318 w 1144"/>
              <a:gd name="T35" fmla="*/ 478 h 1350"/>
              <a:gd name="T36" fmla="*/ 256 w 1144"/>
              <a:gd name="T37" fmla="*/ 495 h 1350"/>
              <a:gd name="T38" fmla="*/ 207 w 1144"/>
              <a:gd name="T39" fmla="*/ 580 h 1350"/>
              <a:gd name="T40" fmla="*/ 215 w 1144"/>
              <a:gd name="T41" fmla="*/ 492 h 1350"/>
              <a:gd name="T42" fmla="*/ 173 w 1144"/>
              <a:gd name="T43" fmla="*/ 460 h 1350"/>
              <a:gd name="T44" fmla="*/ 140 w 1144"/>
              <a:gd name="T45" fmla="*/ 400 h 1350"/>
              <a:gd name="T46" fmla="*/ 121 w 1144"/>
              <a:gd name="T47" fmla="*/ 402 h 1350"/>
              <a:gd name="T48" fmla="*/ 123 w 1144"/>
              <a:gd name="T49" fmla="*/ 450 h 1350"/>
              <a:gd name="T50" fmla="*/ 98 w 1144"/>
              <a:gd name="T51" fmla="*/ 474 h 1350"/>
              <a:gd name="T52" fmla="*/ 64 w 1144"/>
              <a:gd name="T53" fmla="*/ 470 h 1350"/>
              <a:gd name="T54" fmla="*/ 77 w 1144"/>
              <a:gd name="T55" fmla="*/ 502 h 1350"/>
              <a:gd name="T56" fmla="*/ 72 w 1144"/>
              <a:gd name="T57" fmla="*/ 549 h 1350"/>
              <a:gd name="T58" fmla="*/ 71 w 1144"/>
              <a:gd name="T59" fmla="*/ 561 h 1350"/>
              <a:gd name="T60" fmla="*/ 86 w 1144"/>
              <a:gd name="T61" fmla="*/ 704 h 1350"/>
              <a:gd name="T62" fmla="*/ 84 w 1144"/>
              <a:gd name="T63" fmla="*/ 792 h 1350"/>
              <a:gd name="T64" fmla="*/ 70 w 1144"/>
              <a:gd name="T65" fmla="*/ 837 h 1350"/>
              <a:gd name="T66" fmla="*/ 39 w 1144"/>
              <a:gd name="T67" fmla="*/ 887 h 1350"/>
              <a:gd name="T68" fmla="*/ 182 w 1144"/>
              <a:gd name="T69" fmla="*/ 784 h 1350"/>
              <a:gd name="T70" fmla="*/ 246 w 1144"/>
              <a:gd name="T71" fmla="*/ 715 h 1350"/>
              <a:gd name="T72" fmla="*/ 263 w 1144"/>
              <a:gd name="T73" fmla="*/ 775 h 1350"/>
              <a:gd name="T74" fmla="*/ 277 w 1144"/>
              <a:gd name="T75" fmla="*/ 812 h 1350"/>
              <a:gd name="T76" fmla="*/ 187 w 1144"/>
              <a:gd name="T77" fmla="*/ 873 h 1350"/>
              <a:gd name="T78" fmla="*/ 224 w 1144"/>
              <a:gd name="T79" fmla="*/ 891 h 1350"/>
              <a:gd name="T80" fmla="*/ 270 w 1144"/>
              <a:gd name="T81" fmla="*/ 922 h 1350"/>
              <a:gd name="T82" fmla="*/ 265 w 1144"/>
              <a:gd name="T83" fmla="*/ 960 h 1350"/>
              <a:gd name="T84" fmla="*/ 165 w 1144"/>
              <a:gd name="T85" fmla="*/ 1016 h 1350"/>
              <a:gd name="T86" fmla="*/ 84 w 1144"/>
              <a:gd name="T87" fmla="*/ 1058 h 1350"/>
              <a:gd name="T88" fmla="*/ 80 w 1144"/>
              <a:gd name="T89" fmla="*/ 1075 h 1350"/>
              <a:gd name="T90" fmla="*/ 107 w 1144"/>
              <a:gd name="T91" fmla="*/ 1099 h 1350"/>
              <a:gd name="T92" fmla="*/ 105 w 1144"/>
              <a:gd name="T93" fmla="*/ 1165 h 1350"/>
              <a:gd name="T94" fmla="*/ 105 w 1144"/>
              <a:gd name="T95" fmla="*/ 1233 h 1350"/>
              <a:gd name="T96" fmla="*/ 427 w 1144"/>
              <a:gd name="T97" fmla="*/ 1291 h 1350"/>
              <a:gd name="T98" fmla="*/ 662 w 1144"/>
              <a:gd name="T99" fmla="*/ 803 h 1350"/>
              <a:gd name="T100" fmla="*/ 1092 w 1144"/>
              <a:gd name="T101" fmla="*/ 658 h 1350"/>
              <a:gd name="T102" fmla="*/ 1097 w 1144"/>
              <a:gd name="T103" fmla="*/ 91 h 1350"/>
              <a:gd name="T104" fmla="*/ 792 w 1144"/>
              <a:gd name="T105" fmla="*/ 9 h 1350"/>
              <a:gd name="T106" fmla="*/ 732 w 1144"/>
              <a:gd name="T107" fmla="*/ 71 h 1350"/>
              <a:gd name="T108" fmla="*/ 713 w 1144"/>
              <a:gd name="T109" fmla="*/ 111 h 1350"/>
              <a:gd name="T110" fmla="*/ 628 w 1144"/>
              <a:gd name="T111" fmla="*/ 132 h 1350"/>
              <a:gd name="T112" fmla="*/ 526 w 1144"/>
              <a:gd name="T113" fmla="*/ 116 h 1350"/>
              <a:gd name="T114" fmla="*/ 484 w 1144"/>
              <a:gd name="T115" fmla="*/ 96 h 1350"/>
              <a:gd name="T116" fmla="*/ 458 w 1144"/>
              <a:gd name="T117" fmla="*/ 76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44" h="1350">
                <a:moveTo>
                  <a:pt x="447" y="73"/>
                </a:moveTo>
                <a:lnTo>
                  <a:pt x="444" y="74"/>
                </a:lnTo>
                <a:cubicBezTo>
                  <a:pt x="442" y="75"/>
                  <a:pt x="439" y="75"/>
                  <a:pt x="437" y="74"/>
                </a:cubicBezTo>
                <a:cubicBezTo>
                  <a:pt x="435" y="73"/>
                  <a:pt x="434" y="71"/>
                  <a:pt x="433" y="69"/>
                </a:cubicBezTo>
                <a:lnTo>
                  <a:pt x="432" y="65"/>
                </a:lnTo>
                <a:cubicBezTo>
                  <a:pt x="431" y="64"/>
                  <a:pt x="431" y="63"/>
                  <a:pt x="431" y="62"/>
                </a:cubicBezTo>
                <a:lnTo>
                  <a:pt x="431" y="55"/>
                </a:lnTo>
                <a:lnTo>
                  <a:pt x="431" y="51"/>
                </a:lnTo>
                <a:lnTo>
                  <a:pt x="428" y="47"/>
                </a:lnTo>
                <a:lnTo>
                  <a:pt x="423" y="49"/>
                </a:lnTo>
                <a:lnTo>
                  <a:pt x="413" y="58"/>
                </a:lnTo>
                <a:cubicBezTo>
                  <a:pt x="412" y="59"/>
                  <a:pt x="412" y="59"/>
                  <a:pt x="411" y="59"/>
                </a:cubicBezTo>
                <a:lnTo>
                  <a:pt x="401" y="64"/>
                </a:lnTo>
                <a:lnTo>
                  <a:pt x="385" y="80"/>
                </a:lnTo>
                <a:lnTo>
                  <a:pt x="383" y="84"/>
                </a:lnTo>
                <a:lnTo>
                  <a:pt x="384" y="86"/>
                </a:lnTo>
                <a:lnTo>
                  <a:pt x="385" y="88"/>
                </a:lnTo>
                <a:lnTo>
                  <a:pt x="390" y="91"/>
                </a:lnTo>
                <a:cubicBezTo>
                  <a:pt x="392" y="92"/>
                  <a:pt x="393" y="95"/>
                  <a:pt x="393" y="97"/>
                </a:cubicBezTo>
                <a:cubicBezTo>
                  <a:pt x="393" y="100"/>
                  <a:pt x="392" y="102"/>
                  <a:pt x="390" y="104"/>
                </a:cubicBezTo>
                <a:lnTo>
                  <a:pt x="386" y="108"/>
                </a:lnTo>
                <a:cubicBezTo>
                  <a:pt x="385" y="109"/>
                  <a:pt x="384" y="109"/>
                  <a:pt x="383" y="109"/>
                </a:cubicBezTo>
                <a:lnTo>
                  <a:pt x="372" y="112"/>
                </a:lnTo>
                <a:lnTo>
                  <a:pt x="371" y="114"/>
                </a:lnTo>
                <a:cubicBezTo>
                  <a:pt x="370" y="115"/>
                  <a:pt x="369" y="116"/>
                  <a:pt x="368" y="116"/>
                </a:cubicBezTo>
                <a:lnTo>
                  <a:pt x="351" y="126"/>
                </a:lnTo>
                <a:cubicBezTo>
                  <a:pt x="350" y="126"/>
                  <a:pt x="349" y="127"/>
                  <a:pt x="349" y="127"/>
                </a:cubicBezTo>
                <a:lnTo>
                  <a:pt x="334" y="130"/>
                </a:lnTo>
                <a:cubicBezTo>
                  <a:pt x="333" y="130"/>
                  <a:pt x="332" y="130"/>
                  <a:pt x="332" y="130"/>
                </a:cubicBezTo>
                <a:cubicBezTo>
                  <a:pt x="331" y="130"/>
                  <a:pt x="331" y="130"/>
                  <a:pt x="331" y="131"/>
                </a:cubicBezTo>
                <a:cubicBezTo>
                  <a:pt x="330" y="133"/>
                  <a:pt x="328" y="135"/>
                  <a:pt x="326" y="135"/>
                </a:cubicBezTo>
                <a:lnTo>
                  <a:pt x="321" y="136"/>
                </a:lnTo>
                <a:cubicBezTo>
                  <a:pt x="319" y="137"/>
                  <a:pt x="318" y="136"/>
                  <a:pt x="316" y="136"/>
                </a:cubicBezTo>
                <a:lnTo>
                  <a:pt x="305" y="130"/>
                </a:lnTo>
                <a:lnTo>
                  <a:pt x="302" y="130"/>
                </a:lnTo>
                <a:lnTo>
                  <a:pt x="286" y="138"/>
                </a:lnTo>
                <a:lnTo>
                  <a:pt x="293" y="147"/>
                </a:lnTo>
                <a:lnTo>
                  <a:pt x="300" y="139"/>
                </a:lnTo>
                <a:cubicBezTo>
                  <a:pt x="301" y="138"/>
                  <a:pt x="302" y="137"/>
                  <a:pt x="303" y="137"/>
                </a:cubicBezTo>
                <a:lnTo>
                  <a:pt x="309" y="135"/>
                </a:lnTo>
                <a:cubicBezTo>
                  <a:pt x="311" y="134"/>
                  <a:pt x="314" y="134"/>
                  <a:pt x="316" y="136"/>
                </a:cubicBezTo>
                <a:cubicBezTo>
                  <a:pt x="318" y="137"/>
                  <a:pt x="319" y="140"/>
                  <a:pt x="319" y="142"/>
                </a:cubicBezTo>
                <a:lnTo>
                  <a:pt x="319" y="147"/>
                </a:lnTo>
                <a:cubicBezTo>
                  <a:pt x="319" y="149"/>
                  <a:pt x="319" y="151"/>
                  <a:pt x="318" y="152"/>
                </a:cubicBezTo>
                <a:lnTo>
                  <a:pt x="314" y="157"/>
                </a:lnTo>
                <a:lnTo>
                  <a:pt x="331" y="145"/>
                </a:lnTo>
                <a:cubicBezTo>
                  <a:pt x="332" y="144"/>
                  <a:pt x="334" y="144"/>
                  <a:pt x="335" y="144"/>
                </a:cubicBezTo>
                <a:lnTo>
                  <a:pt x="343" y="144"/>
                </a:lnTo>
                <a:cubicBezTo>
                  <a:pt x="346" y="144"/>
                  <a:pt x="349" y="146"/>
                  <a:pt x="350" y="148"/>
                </a:cubicBezTo>
                <a:cubicBezTo>
                  <a:pt x="351" y="151"/>
                  <a:pt x="351" y="154"/>
                  <a:pt x="349" y="157"/>
                </a:cubicBezTo>
                <a:lnTo>
                  <a:pt x="345" y="163"/>
                </a:lnTo>
                <a:lnTo>
                  <a:pt x="352" y="160"/>
                </a:lnTo>
                <a:lnTo>
                  <a:pt x="404" y="119"/>
                </a:lnTo>
                <a:cubicBezTo>
                  <a:pt x="405" y="118"/>
                  <a:pt x="406" y="117"/>
                  <a:pt x="408" y="117"/>
                </a:cubicBezTo>
                <a:lnTo>
                  <a:pt x="431" y="113"/>
                </a:lnTo>
                <a:lnTo>
                  <a:pt x="441" y="104"/>
                </a:lnTo>
                <a:cubicBezTo>
                  <a:pt x="442" y="103"/>
                  <a:pt x="443" y="103"/>
                  <a:pt x="444" y="102"/>
                </a:cubicBezTo>
                <a:lnTo>
                  <a:pt x="450" y="100"/>
                </a:lnTo>
                <a:cubicBezTo>
                  <a:pt x="451" y="100"/>
                  <a:pt x="452" y="100"/>
                  <a:pt x="453" y="100"/>
                </a:cubicBezTo>
                <a:lnTo>
                  <a:pt x="481" y="102"/>
                </a:lnTo>
                <a:cubicBezTo>
                  <a:pt x="482" y="102"/>
                  <a:pt x="483" y="103"/>
                  <a:pt x="484" y="103"/>
                </a:cubicBezTo>
                <a:lnTo>
                  <a:pt x="497" y="110"/>
                </a:lnTo>
                <a:cubicBezTo>
                  <a:pt x="498" y="111"/>
                  <a:pt x="499" y="112"/>
                  <a:pt x="499" y="112"/>
                </a:cubicBezTo>
                <a:lnTo>
                  <a:pt x="511" y="127"/>
                </a:lnTo>
                <a:cubicBezTo>
                  <a:pt x="514" y="130"/>
                  <a:pt x="514" y="133"/>
                  <a:pt x="512" y="136"/>
                </a:cubicBezTo>
                <a:cubicBezTo>
                  <a:pt x="510" y="139"/>
                  <a:pt x="506" y="141"/>
                  <a:pt x="503" y="140"/>
                </a:cubicBezTo>
                <a:lnTo>
                  <a:pt x="456" y="126"/>
                </a:lnTo>
                <a:lnTo>
                  <a:pt x="448" y="135"/>
                </a:lnTo>
                <a:lnTo>
                  <a:pt x="446" y="139"/>
                </a:lnTo>
                <a:cubicBezTo>
                  <a:pt x="445" y="139"/>
                  <a:pt x="444" y="140"/>
                  <a:pt x="444" y="141"/>
                </a:cubicBezTo>
                <a:lnTo>
                  <a:pt x="439" y="145"/>
                </a:lnTo>
                <a:cubicBezTo>
                  <a:pt x="437" y="146"/>
                  <a:pt x="436" y="146"/>
                  <a:pt x="435" y="147"/>
                </a:cubicBezTo>
                <a:lnTo>
                  <a:pt x="414" y="150"/>
                </a:lnTo>
                <a:lnTo>
                  <a:pt x="384" y="171"/>
                </a:lnTo>
                <a:cubicBezTo>
                  <a:pt x="383" y="171"/>
                  <a:pt x="382" y="172"/>
                  <a:pt x="381" y="172"/>
                </a:cubicBezTo>
                <a:lnTo>
                  <a:pt x="366" y="176"/>
                </a:lnTo>
                <a:lnTo>
                  <a:pt x="359" y="182"/>
                </a:lnTo>
                <a:lnTo>
                  <a:pt x="355" y="191"/>
                </a:lnTo>
                <a:lnTo>
                  <a:pt x="367" y="184"/>
                </a:lnTo>
                <a:cubicBezTo>
                  <a:pt x="370" y="183"/>
                  <a:pt x="373" y="183"/>
                  <a:pt x="376" y="185"/>
                </a:cubicBezTo>
                <a:cubicBezTo>
                  <a:pt x="379" y="188"/>
                  <a:pt x="379" y="191"/>
                  <a:pt x="378" y="194"/>
                </a:cubicBezTo>
                <a:lnTo>
                  <a:pt x="377" y="197"/>
                </a:lnTo>
                <a:lnTo>
                  <a:pt x="378" y="202"/>
                </a:lnTo>
                <a:lnTo>
                  <a:pt x="379" y="207"/>
                </a:lnTo>
                <a:cubicBezTo>
                  <a:pt x="379" y="211"/>
                  <a:pt x="376" y="215"/>
                  <a:pt x="371" y="215"/>
                </a:cubicBezTo>
                <a:lnTo>
                  <a:pt x="350" y="217"/>
                </a:lnTo>
                <a:lnTo>
                  <a:pt x="351" y="217"/>
                </a:lnTo>
                <a:lnTo>
                  <a:pt x="359" y="218"/>
                </a:lnTo>
                <a:cubicBezTo>
                  <a:pt x="362" y="219"/>
                  <a:pt x="364" y="220"/>
                  <a:pt x="365" y="223"/>
                </a:cubicBezTo>
                <a:lnTo>
                  <a:pt x="365" y="223"/>
                </a:lnTo>
                <a:lnTo>
                  <a:pt x="387" y="223"/>
                </a:lnTo>
                <a:cubicBezTo>
                  <a:pt x="392" y="223"/>
                  <a:pt x="395" y="227"/>
                  <a:pt x="395" y="231"/>
                </a:cubicBezTo>
                <a:lnTo>
                  <a:pt x="395" y="237"/>
                </a:lnTo>
                <a:cubicBezTo>
                  <a:pt x="395" y="241"/>
                  <a:pt x="392" y="244"/>
                  <a:pt x="389" y="245"/>
                </a:cubicBezTo>
                <a:lnTo>
                  <a:pt x="385" y="245"/>
                </a:lnTo>
                <a:lnTo>
                  <a:pt x="376" y="251"/>
                </a:lnTo>
                <a:cubicBezTo>
                  <a:pt x="375" y="252"/>
                  <a:pt x="374" y="252"/>
                  <a:pt x="373" y="253"/>
                </a:cubicBezTo>
                <a:lnTo>
                  <a:pt x="319" y="261"/>
                </a:lnTo>
                <a:cubicBezTo>
                  <a:pt x="320" y="262"/>
                  <a:pt x="320" y="262"/>
                  <a:pt x="320" y="263"/>
                </a:cubicBezTo>
                <a:lnTo>
                  <a:pt x="319" y="267"/>
                </a:lnTo>
                <a:lnTo>
                  <a:pt x="322" y="269"/>
                </a:lnTo>
                <a:cubicBezTo>
                  <a:pt x="324" y="270"/>
                  <a:pt x="326" y="273"/>
                  <a:pt x="326" y="277"/>
                </a:cubicBezTo>
                <a:cubicBezTo>
                  <a:pt x="326" y="280"/>
                  <a:pt x="323" y="283"/>
                  <a:pt x="320" y="284"/>
                </a:cubicBezTo>
                <a:lnTo>
                  <a:pt x="312" y="286"/>
                </a:lnTo>
                <a:cubicBezTo>
                  <a:pt x="310" y="287"/>
                  <a:pt x="308" y="287"/>
                  <a:pt x="306" y="286"/>
                </a:cubicBezTo>
                <a:lnTo>
                  <a:pt x="295" y="282"/>
                </a:lnTo>
                <a:lnTo>
                  <a:pt x="282" y="296"/>
                </a:lnTo>
                <a:cubicBezTo>
                  <a:pt x="281" y="297"/>
                  <a:pt x="279" y="298"/>
                  <a:pt x="278" y="299"/>
                </a:cubicBezTo>
                <a:lnTo>
                  <a:pt x="265" y="302"/>
                </a:lnTo>
                <a:lnTo>
                  <a:pt x="265" y="302"/>
                </a:lnTo>
                <a:lnTo>
                  <a:pt x="266" y="305"/>
                </a:lnTo>
                <a:cubicBezTo>
                  <a:pt x="267" y="306"/>
                  <a:pt x="267" y="308"/>
                  <a:pt x="267" y="309"/>
                </a:cubicBezTo>
                <a:lnTo>
                  <a:pt x="266" y="316"/>
                </a:lnTo>
                <a:cubicBezTo>
                  <a:pt x="265" y="320"/>
                  <a:pt x="262" y="323"/>
                  <a:pt x="258" y="323"/>
                </a:cubicBezTo>
                <a:lnTo>
                  <a:pt x="258" y="323"/>
                </a:lnTo>
                <a:lnTo>
                  <a:pt x="260" y="328"/>
                </a:lnTo>
                <a:lnTo>
                  <a:pt x="264" y="334"/>
                </a:lnTo>
                <a:cubicBezTo>
                  <a:pt x="266" y="336"/>
                  <a:pt x="267" y="338"/>
                  <a:pt x="267" y="340"/>
                </a:cubicBezTo>
                <a:lnTo>
                  <a:pt x="266" y="348"/>
                </a:lnTo>
                <a:lnTo>
                  <a:pt x="270" y="351"/>
                </a:lnTo>
                <a:cubicBezTo>
                  <a:pt x="270" y="351"/>
                  <a:pt x="271" y="352"/>
                  <a:pt x="271" y="353"/>
                </a:cubicBezTo>
                <a:lnTo>
                  <a:pt x="275" y="357"/>
                </a:lnTo>
                <a:lnTo>
                  <a:pt x="279" y="365"/>
                </a:lnTo>
                <a:lnTo>
                  <a:pt x="292" y="389"/>
                </a:lnTo>
                <a:lnTo>
                  <a:pt x="296" y="391"/>
                </a:lnTo>
                <a:lnTo>
                  <a:pt x="299" y="389"/>
                </a:lnTo>
                <a:lnTo>
                  <a:pt x="300" y="386"/>
                </a:lnTo>
                <a:lnTo>
                  <a:pt x="298" y="385"/>
                </a:lnTo>
                <a:cubicBezTo>
                  <a:pt x="297" y="385"/>
                  <a:pt x="296" y="384"/>
                  <a:pt x="296" y="383"/>
                </a:cubicBezTo>
                <a:lnTo>
                  <a:pt x="293" y="380"/>
                </a:lnTo>
                <a:cubicBezTo>
                  <a:pt x="290" y="377"/>
                  <a:pt x="290" y="373"/>
                  <a:pt x="292" y="370"/>
                </a:cubicBezTo>
                <a:lnTo>
                  <a:pt x="297" y="363"/>
                </a:lnTo>
                <a:lnTo>
                  <a:pt x="304" y="355"/>
                </a:lnTo>
                <a:cubicBezTo>
                  <a:pt x="304" y="354"/>
                  <a:pt x="305" y="354"/>
                  <a:pt x="306" y="353"/>
                </a:cubicBezTo>
                <a:lnTo>
                  <a:pt x="312" y="349"/>
                </a:lnTo>
                <a:cubicBezTo>
                  <a:pt x="315" y="348"/>
                  <a:pt x="318" y="348"/>
                  <a:pt x="320" y="349"/>
                </a:cubicBezTo>
                <a:lnTo>
                  <a:pt x="326" y="353"/>
                </a:lnTo>
                <a:cubicBezTo>
                  <a:pt x="328" y="354"/>
                  <a:pt x="329" y="356"/>
                  <a:pt x="330" y="358"/>
                </a:cubicBezTo>
                <a:lnTo>
                  <a:pt x="331" y="366"/>
                </a:lnTo>
                <a:cubicBezTo>
                  <a:pt x="331" y="367"/>
                  <a:pt x="331" y="368"/>
                  <a:pt x="331" y="369"/>
                </a:cubicBezTo>
                <a:lnTo>
                  <a:pt x="330" y="373"/>
                </a:lnTo>
                <a:cubicBezTo>
                  <a:pt x="331" y="373"/>
                  <a:pt x="331" y="373"/>
                  <a:pt x="331" y="373"/>
                </a:cubicBezTo>
                <a:lnTo>
                  <a:pt x="368" y="371"/>
                </a:lnTo>
                <a:cubicBezTo>
                  <a:pt x="371" y="371"/>
                  <a:pt x="374" y="373"/>
                  <a:pt x="376" y="376"/>
                </a:cubicBezTo>
                <a:cubicBezTo>
                  <a:pt x="377" y="379"/>
                  <a:pt x="376" y="383"/>
                  <a:pt x="374" y="385"/>
                </a:cubicBezTo>
                <a:lnTo>
                  <a:pt x="365" y="393"/>
                </a:lnTo>
                <a:cubicBezTo>
                  <a:pt x="364" y="394"/>
                  <a:pt x="363" y="394"/>
                  <a:pt x="362" y="394"/>
                </a:cubicBezTo>
                <a:lnTo>
                  <a:pt x="335" y="405"/>
                </a:lnTo>
                <a:lnTo>
                  <a:pt x="309" y="428"/>
                </a:lnTo>
                <a:cubicBezTo>
                  <a:pt x="307" y="429"/>
                  <a:pt x="305" y="430"/>
                  <a:pt x="302" y="429"/>
                </a:cubicBezTo>
                <a:lnTo>
                  <a:pt x="302" y="433"/>
                </a:lnTo>
                <a:cubicBezTo>
                  <a:pt x="302" y="436"/>
                  <a:pt x="300" y="439"/>
                  <a:pt x="297" y="441"/>
                </a:cubicBezTo>
                <a:lnTo>
                  <a:pt x="292" y="443"/>
                </a:lnTo>
                <a:cubicBezTo>
                  <a:pt x="291" y="443"/>
                  <a:pt x="290" y="443"/>
                  <a:pt x="289" y="443"/>
                </a:cubicBezTo>
                <a:lnTo>
                  <a:pt x="277" y="444"/>
                </a:lnTo>
                <a:lnTo>
                  <a:pt x="275" y="453"/>
                </a:lnTo>
                <a:lnTo>
                  <a:pt x="274" y="463"/>
                </a:lnTo>
                <a:lnTo>
                  <a:pt x="329" y="455"/>
                </a:lnTo>
                <a:cubicBezTo>
                  <a:pt x="333" y="454"/>
                  <a:pt x="337" y="456"/>
                  <a:pt x="338" y="460"/>
                </a:cubicBezTo>
                <a:cubicBezTo>
                  <a:pt x="339" y="464"/>
                  <a:pt x="338" y="468"/>
                  <a:pt x="334" y="469"/>
                </a:cubicBezTo>
                <a:lnTo>
                  <a:pt x="321" y="477"/>
                </a:lnTo>
                <a:cubicBezTo>
                  <a:pt x="320" y="477"/>
                  <a:pt x="319" y="478"/>
                  <a:pt x="318" y="478"/>
                </a:cubicBezTo>
                <a:lnTo>
                  <a:pt x="291" y="483"/>
                </a:lnTo>
                <a:lnTo>
                  <a:pt x="281" y="489"/>
                </a:lnTo>
                <a:lnTo>
                  <a:pt x="274" y="496"/>
                </a:lnTo>
                <a:cubicBezTo>
                  <a:pt x="273" y="497"/>
                  <a:pt x="272" y="498"/>
                  <a:pt x="270" y="499"/>
                </a:cubicBezTo>
                <a:lnTo>
                  <a:pt x="267" y="500"/>
                </a:lnTo>
                <a:cubicBezTo>
                  <a:pt x="265" y="500"/>
                  <a:pt x="263" y="500"/>
                  <a:pt x="261" y="499"/>
                </a:cubicBezTo>
                <a:lnTo>
                  <a:pt x="258" y="497"/>
                </a:lnTo>
                <a:cubicBezTo>
                  <a:pt x="257" y="497"/>
                  <a:pt x="256" y="496"/>
                  <a:pt x="256" y="495"/>
                </a:cubicBezTo>
                <a:lnTo>
                  <a:pt x="256" y="495"/>
                </a:lnTo>
                <a:lnTo>
                  <a:pt x="250" y="507"/>
                </a:lnTo>
                <a:lnTo>
                  <a:pt x="253" y="509"/>
                </a:lnTo>
                <a:cubicBezTo>
                  <a:pt x="256" y="512"/>
                  <a:pt x="257" y="517"/>
                  <a:pt x="255" y="520"/>
                </a:cubicBezTo>
                <a:lnTo>
                  <a:pt x="251" y="526"/>
                </a:lnTo>
                <a:cubicBezTo>
                  <a:pt x="251" y="527"/>
                  <a:pt x="250" y="527"/>
                  <a:pt x="250" y="528"/>
                </a:cubicBezTo>
                <a:lnTo>
                  <a:pt x="227" y="546"/>
                </a:lnTo>
                <a:lnTo>
                  <a:pt x="218" y="566"/>
                </a:lnTo>
                <a:lnTo>
                  <a:pt x="211" y="577"/>
                </a:lnTo>
                <a:cubicBezTo>
                  <a:pt x="210" y="578"/>
                  <a:pt x="209" y="580"/>
                  <a:pt x="207" y="580"/>
                </a:cubicBezTo>
                <a:lnTo>
                  <a:pt x="200" y="582"/>
                </a:lnTo>
                <a:cubicBezTo>
                  <a:pt x="197" y="583"/>
                  <a:pt x="194" y="582"/>
                  <a:pt x="192" y="580"/>
                </a:cubicBezTo>
                <a:cubicBezTo>
                  <a:pt x="190" y="578"/>
                  <a:pt x="189" y="574"/>
                  <a:pt x="190" y="572"/>
                </a:cubicBezTo>
                <a:lnTo>
                  <a:pt x="204" y="540"/>
                </a:lnTo>
                <a:lnTo>
                  <a:pt x="220" y="517"/>
                </a:lnTo>
                <a:lnTo>
                  <a:pt x="223" y="508"/>
                </a:lnTo>
                <a:lnTo>
                  <a:pt x="225" y="500"/>
                </a:lnTo>
                <a:lnTo>
                  <a:pt x="221" y="495"/>
                </a:lnTo>
                <a:lnTo>
                  <a:pt x="215" y="492"/>
                </a:lnTo>
                <a:lnTo>
                  <a:pt x="210" y="490"/>
                </a:lnTo>
                <a:lnTo>
                  <a:pt x="206" y="490"/>
                </a:lnTo>
                <a:lnTo>
                  <a:pt x="189" y="497"/>
                </a:lnTo>
                <a:cubicBezTo>
                  <a:pt x="186" y="498"/>
                  <a:pt x="184" y="498"/>
                  <a:pt x="182" y="497"/>
                </a:cubicBezTo>
                <a:lnTo>
                  <a:pt x="175" y="494"/>
                </a:lnTo>
                <a:cubicBezTo>
                  <a:pt x="172" y="492"/>
                  <a:pt x="170" y="488"/>
                  <a:pt x="171" y="485"/>
                </a:cubicBezTo>
                <a:lnTo>
                  <a:pt x="175" y="471"/>
                </a:lnTo>
                <a:lnTo>
                  <a:pt x="175" y="465"/>
                </a:lnTo>
                <a:lnTo>
                  <a:pt x="173" y="460"/>
                </a:lnTo>
                <a:lnTo>
                  <a:pt x="156" y="441"/>
                </a:lnTo>
                <a:lnTo>
                  <a:pt x="154" y="441"/>
                </a:lnTo>
                <a:cubicBezTo>
                  <a:pt x="153" y="441"/>
                  <a:pt x="151" y="441"/>
                  <a:pt x="150" y="440"/>
                </a:cubicBezTo>
                <a:lnTo>
                  <a:pt x="148" y="438"/>
                </a:lnTo>
                <a:cubicBezTo>
                  <a:pt x="146" y="437"/>
                  <a:pt x="145" y="436"/>
                  <a:pt x="145" y="434"/>
                </a:cubicBezTo>
                <a:lnTo>
                  <a:pt x="141" y="424"/>
                </a:lnTo>
                <a:lnTo>
                  <a:pt x="139" y="416"/>
                </a:lnTo>
                <a:cubicBezTo>
                  <a:pt x="139" y="415"/>
                  <a:pt x="139" y="414"/>
                  <a:pt x="139" y="414"/>
                </a:cubicBezTo>
                <a:lnTo>
                  <a:pt x="140" y="400"/>
                </a:lnTo>
                <a:lnTo>
                  <a:pt x="140" y="398"/>
                </a:lnTo>
                <a:lnTo>
                  <a:pt x="124" y="389"/>
                </a:lnTo>
                <a:lnTo>
                  <a:pt x="123" y="388"/>
                </a:lnTo>
                <a:lnTo>
                  <a:pt x="122" y="387"/>
                </a:lnTo>
                <a:lnTo>
                  <a:pt x="122" y="387"/>
                </a:lnTo>
                <a:cubicBezTo>
                  <a:pt x="121" y="388"/>
                  <a:pt x="121" y="389"/>
                  <a:pt x="120" y="390"/>
                </a:cubicBezTo>
                <a:lnTo>
                  <a:pt x="115" y="394"/>
                </a:lnTo>
                <a:lnTo>
                  <a:pt x="117" y="396"/>
                </a:lnTo>
                <a:lnTo>
                  <a:pt x="121" y="402"/>
                </a:lnTo>
                <a:cubicBezTo>
                  <a:pt x="122" y="402"/>
                  <a:pt x="122" y="403"/>
                  <a:pt x="122" y="404"/>
                </a:cubicBezTo>
                <a:lnTo>
                  <a:pt x="124" y="409"/>
                </a:lnTo>
                <a:cubicBezTo>
                  <a:pt x="124" y="410"/>
                  <a:pt x="124" y="411"/>
                  <a:pt x="124" y="412"/>
                </a:cubicBezTo>
                <a:lnTo>
                  <a:pt x="122" y="428"/>
                </a:lnTo>
                <a:lnTo>
                  <a:pt x="122" y="430"/>
                </a:lnTo>
                <a:lnTo>
                  <a:pt x="124" y="432"/>
                </a:lnTo>
                <a:cubicBezTo>
                  <a:pt x="126" y="433"/>
                  <a:pt x="127" y="435"/>
                  <a:pt x="127" y="438"/>
                </a:cubicBezTo>
                <a:lnTo>
                  <a:pt x="127" y="443"/>
                </a:lnTo>
                <a:cubicBezTo>
                  <a:pt x="127" y="446"/>
                  <a:pt x="125" y="448"/>
                  <a:pt x="123" y="450"/>
                </a:cubicBezTo>
                <a:cubicBezTo>
                  <a:pt x="122" y="450"/>
                  <a:pt x="121" y="450"/>
                  <a:pt x="121" y="451"/>
                </a:cubicBezTo>
                <a:lnTo>
                  <a:pt x="122" y="452"/>
                </a:lnTo>
                <a:cubicBezTo>
                  <a:pt x="124" y="454"/>
                  <a:pt x="125" y="456"/>
                  <a:pt x="124" y="459"/>
                </a:cubicBezTo>
                <a:cubicBezTo>
                  <a:pt x="124" y="461"/>
                  <a:pt x="122" y="463"/>
                  <a:pt x="120" y="464"/>
                </a:cubicBezTo>
                <a:lnTo>
                  <a:pt x="117" y="466"/>
                </a:lnTo>
                <a:cubicBezTo>
                  <a:pt x="114" y="468"/>
                  <a:pt x="110" y="468"/>
                  <a:pt x="108" y="466"/>
                </a:cubicBezTo>
                <a:lnTo>
                  <a:pt x="107" y="465"/>
                </a:lnTo>
                <a:lnTo>
                  <a:pt x="103" y="470"/>
                </a:lnTo>
                <a:cubicBezTo>
                  <a:pt x="102" y="472"/>
                  <a:pt x="100" y="474"/>
                  <a:pt x="98" y="474"/>
                </a:cubicBezTo>
                <a:cubicBezTo>
                  <a:pt x="96" y="475"/>
                  <a:pt x="94" y="474"/>
                  <a:pt x="92" y="473"/>
                </a:cubicBezTo>
                <a:lnTo>
                  <a:pt x="90" y="472"/>
                </a:lnTo>
                <a:lnTo>
                  <a:pt x="89" y="471"/>
                </a:lnTo>
                <a:lnTo>
                  <a:pt x="89" y="472"/>
                </a:lnTo>
                <a:cubicBezTo>
                  <a:pt x="89" y="474"/>
                  <a:pt x="88" y="477"/>
                  <a:pt x="86" y="479"/>
                </a:cubicBezTo>
                <a:cubicBezTo>
                  <a:pt x="84" y="480"/>
                  <a:pt x="81" y="481"/>
                  <a:pt x="79" y="480"/>
                </a:cubicBezTo>
                <a:lnTo>
                  <a:pt x="75" y="479"/>
                </a:lnTo>
                <a:cubicBezTo>
                  <a:pt x="73" y="479"/>
                  <a:pt x="72" y="478"/>
                  <a:pt x="71" y="477"/>
                </a:cubicBezTo>
                <a:lnTo>
                  <a:pt x="64" y="470"/>
                </a:lnTo>
                <a:lnTo>
                  <a:pt x="62" y="470"/>
                </a:lnTo>
                <a:lnTo>
                  <a:pt x="61" y="472"/>
                </a:lnTo>
                <a:cubicBezTo>
                  <a:pt x="61" y="474"/>
                  <a:pt x="60" y="477"/>
                  <a:pt x="59" y="478"/>
                </a:cubicBezTo>
                <a:cubicBezTo>
                  <a:pt x="58" y="479"/>
                  <a:pt x="57" y="479"/>
                  <a:pt x="57" y="480"/>
                </a:cubicBezTo>
                <a:lnTo>
                  <a:pt x="63" y="482"/>
                </a:lnTo>
                <a:cubicBezTo>
                  <a:pt x="64" y="483"/>
                  <a:pt x="65" y="483"/>
                  <a:pt x="66" y="484"/>
                </a:cubicBezTo>
                <a:lnTo>
                  <a:pt x="73" y="491"/>
                </a:lnTo>
                <a:cubicBezTo>
                  <a:pt x="74" y="492"/>
                  <a:pt x="74" y="493"/>
                  <a:pt x="75" y="494"/>
                </a:cubicBezTo>
                <a:lnTo>
                  <a:pt x="77" y="502"/>
                </a:lnTo>
                <a:cubicBezTo>
                  <a:pt x="78" y="505"/>
                  <a:pt x="78" y="508"/>
                  <a:pt x="76" y="510"/>
                </a:cubicBezTo>
                <a:lnTo>
                  <a:pt x="74" y="513"/>
                </a:lnTo>
                <a:lnTo>
                  <a:pt x="74" y="514"/>
                </a:lnTo>
                <a:lnTo>
                  <a:pt x="90" y="530"/>
                </a:lnTo>
                <a:cubicBezTo>
                  <a:pt x="92" y="531"/>
                  <a:pt x="93" y="533"/>
                  <a:pt x="93" y="535"/>
                </a:cubicBezTo>
                <a:cubicBezTo>
                  <a:pt x="93" y="537"/>
                  <a:pt x="92" y="540"/>
                  <a:pt x="91" y="541"/>
                </a:cubicBezTo>
                <a:lnTo>
                  <a:pt x="84" y="547"/>
                </a:lnTo>
                <a:cubicBezTo>
                  <a:pt x="83" y="549"/>
                  <a:pt x="80" y="550"/>
                  <a:pt x="78" y="550"/>
                </a:cubicBezTo>
                <a:lnTo>
                  <a:pt x="72" y="549"/>
                </a:lnTo>
                <a:cubicBezTo>
                  <a:pt x="70" y="548"/>
                  <a:pt x="69" y="548"/>
                  <a:pt x="68" y="547"/>
                </a:cubicBezTo>
                <a:lnTo>
                  <a:pt x="45" y="526"/>
                </a:lnTo>
                <a:cubicBezTo>
                  <a:pt x="44" y="526"/>
                  <a:pt x="44" y="525"/>
                  <a:pt x="44" y="524"/>
                </a:cubicBezTo>
                <a:lnTo>
                  <a:pt x="41" y="515"/>
                </a:lnTo>
                <a:lnTo>
                  <a:pt x="27" y="515"/>
                </a:lnTo>
                <a:lnTo>
                  <a:pt x="45" y="527"/>
                </a:lnTo>
                <a:cubicBezTo>
                  <a:pt x="45" y="528"/>
                  <a:pt x="46" y="528"/>
                  <a:pt x="47" y="529"/>
                </a:cubicBezTo>
                <a:lnTo>
                  <a:pt x="63" y="553"/>
                </a:lnTo>
                <a:lnTo>
                  <a:pt x="71" y="561"/>
                </a:lnTo>
                <a:lnTo>
                  <a:pt x="98" y="580"/>
                </a:lnTo>
                <a:lnTo>
                  <a:pt x="121" y="588"/>
                </a:lnTo>
                <a:cubicBezTo>
                  <a:pt x="123" y="588"/>
                  <a:pt x="125" y="590"/>
                  <a:pt x="126" y="592"/>
                </a:cubicBezTo>
                <a:cubicBezTo>
                  <a:pt x="127" y="593"/>
                  <a:pt x="127" y="596"/>
                  <a:pt x="126" y="598"/>
                </a:cubicBezTo>
                <a:lnTo>
                  <a:pt x="109" y="648"/>
                </a:lnTo>
                <a:cubicBezTo>
                  <a:pt x="109" y="649"/>
                  <a:pt x="108" y="651"/>
                  <a:pt x="107" y="652"/>
                </a:cubicBezTo>
                <a:lnTo>
                  <a:pt x="85" y="668"/>
                </a:lnTo>
                <a:lnTo>
                  <a:pt x="80" y="699"/>
                </a:lnTo>
                <a:lnTo>
                  <a:pt x="86" y="704"/>
                </a:lnTo>
                <a:lnTo>
                  <a:pt x="93" y="705"/>
                </a:lnTo>
                <a:cubicBezTo>
                  <a:pt x="95" y="705"/>
                  <a:pt x="97" y="706"/>
                  <a:pt x="99" y="708"/>
                </a:cubicBezTo>
                <a:lnTo>
                  <a:pt x="110" y="722"/>
                </a:lnTo>
                <a:cubicBezTo>
                  <a:pt x="112" y="725"/>
                  <a:pt x="113" y="729"/>
                  <a:pt x="111" y="731"/>
                </a:cubicBezTo>
                <a:lnTo>
                  <a:pt x="98" y="754"/>
                </a:lnTo>
                <a:lnTo>
                  <a:pt x="82" y="779"/>
                </a:lnTo>
                <a:lnTo>
                  <a:pt x="82" y="785"/>
                </a:lnTo>
                <a:lnTo>
                  <a:pt x="84" y="789"/>
                </a:lnTo>
                <a:cubicBezTo>
                  <a:pt x="84" y="790"/>
                  <a:pt x="84" y="791"/>
                  <a:pt x="84" y="792"/>
                </a:cubicBezTo>
                <a:lnTo>
                  <a:pt x="85" y="797"/>
                </a:lnTo>
                <a:cubicBezTo>
                  <a:pt x="85" y="798"/>
                  <a:pt x="84" y="799"/>
                  <a:pt x="84" y="800"/>
                </a:cubicBezTo>
                <a:lnTo>
                  <a:pt x="83" y="804"/>
                </a:lnTo>
                <a:cubicBezTo>
                  <a:pt x="82" y="805"/>
                  <a:pt x="82" y="806"/>
                  <a:pt x="81" y="807"/>
                </a:cubicBezTo>
                <a:lnTo>
                  <a:pt x="76" y="812"/>
                </a:lnTo>
                <a:lnTo>
                  <a:pt x="76" y="816"/>
                </a:lnTo>
                <a:lnTo>
                  <a:pt x="76" y="825"/>
                </a:lnTo>
                <a:cubicBezTo>
                  <a:pt x="75" y="826"/>
                  <a:pt x="75" y="827"/>
                  <a:pt x="75" y="828"/>
                </a:cubicBezTo>
                <a:lnTo>
                  <a:pt x="70" y="837"/>
                </a:lnTo>
                <a:cubicBezTo>
                  <a:pt x="69" y="838"/>
                  <a:pt x="69" y="839"/>
                  <a:pt x="68" y="839"/>
                </a:cubicBezTo>
                <a:lnTo>
                  <a:pt x="25" y="880"/>
                </a:lnTo>
                <a:lnTo>
                  <a:pt x="7" y="906"/>
                </a:lnTo>
                <a:lnTo>
                  <a:pt x="0" y="921"/>
                </a:lnTo>
                <a:cubicBezTo>
                  <a:pt x="1" y="921"/>
                  <a:pt x="1" y="921"/>
                  <a:pt x="1" y="921"/>
                </a:cubicBezTo>
                <a:lnTo>
                  <a:pt x="15" y="913"/>
                </a:lnTo>
                <a:lnTo>
                  <a:pt x="27" y="895"/>
                </a:lnTo>
                <a:cubicBezTo>
                  <a:pt x="28" y="895"/>
                  <a:pt x="29" y="894"/>
                  <a:pt x="29" y="893"/>
                </a:cubicBezTo>
                <a:lnTo>
                  <a:pt x="39" y="887"/>
                </a:lnTo>
                <a:cubicBezTo>
                  <a:pt x="40" y="886"/>
                  <a:pt x="40" y="886"/>
                  <a:pt x="41" y="886"/>
                </a:cubicBezTo>
                <a:lnTo>
                  <a:pt x="76" y="874"/>
                </a:lnTo>
                <a:lnTo>
                  <a:pt x="86" y="867"/>
                </a:lnTo>
                <a:lnTo>
                  <a:pt x="90" y="862"/>
                </a:lnTo>
                <a:lnTo>
                  <a:pt x="95" y="853"/>
                </a:lnTo>
                <a:lnTo>
                  <a:pt x="104" y="842"/>
                </a:lnTo>
                <a:lnTo>
                  <a:pt x="112" y="833"/>
                </a:lnTo>
                <a:lnTo>
                  <a:pt x="177" y="791"/>
                </a:lnTo>
                <a:lnTo>
                  <a:pt x="182" y="784"/>
                </a:lnTo>
                <a:lnTo>
                  <a:pt x="184" y="780"/>
                </a:lnTo>
                <a:lnTo>
                  <a:pt x="190" y="750"/>
                </a:lnTo>
                <a:cubicBezTo>
                  <a:pt x="190" y="748"/>
                  <a:pt x="191" y="747"/>
                  <a:pt x="192" y="746"/>
                </a:cubicBezTo>
                <a:lnTo>
                  <a:pt x="215" y="721"/>
                </a:lnTo>
                <a:cubicBezTo>
                  <a:pt x="215" y="721"/>
                  <a:pt x="216" y="720"/>
                  <a:pt x="217" y="720"/>
                </a:cubicBezTo>
                <a:lnTo>
                  <a:pt x="225" y="715"/>
                </a:lnTo>
                <a:cubicBezTo>
                  <a:pt x="226" y="714"/>
                  <a:pt x="227" y="714"/>
                  <a:pt x="228" y="714"/>
                </a:cubicBezTo>
                <a:lnTo>
                  <a:pt x="238" y="712"/>
                </a:lnTo>
                <a:cubicBezTo>
                  <a:pt x="242" y="711"/>
                  <a:pt x="245" y="713"/>
                  <a:pt x="246" y="715"/>
                </a:cubicBezTo>
                <a:cubicBezTo>
                  <a:pt x="248" y="718"/>
                  <a:pt x="248" y="721"/>
                  <a:pt x="247" y="724"/>
                </a:cubicBezTo>
                <a:lnTo>
                  <a:pt x="241" y="733"/>
                </a:lnTo>
                <a:lnTo>
                  <a:pt x="220" y="754"/>
                </a:lnTo>
                <a:lnTo>
                  <a:pt x="211" y="762"/>
                </a:lnTo>
                <a:lnTo>
                  <a:pt x="211" y="764"/>
                </a:lnTo>
                <a:lnTo>
                  <a:pt x="213" y="769"/>
                </a:lnTo>
                <a:lnTo>
                  <a:pt x="243" y="775"/>
                </a:lnTo>
                <a:lnTo>
                  <a:pt x="259" y="774"/>
                </a:lnTo>
                <a:cubicBezTo>
                  <a:pt x="260" y="774"/>
                  <a:pt x="262" y="774"/>
                  <a:pt x="263" y="775"/>
                </a:cubicBezTo>
                <a:lnTo>
                  <a:pt x="268" y="777"/>
                </a:lnTo>
                <a:cubicBezTo>
                  <a:pt x="269" y="777"/>
                  <a:pt x="270" y="778"/>
                  <a:pt x="271" y="780"/>
                </a:cubicBezTo>
                <a:lnTo>
                  <a:pt x="272" y="781"/>
                </a:lnTo>
                <a:lnTo>
                  <a:pt x="280" y="780"/>
                </a:lnTo>
                <a:cubicBezTo>
                  <a:pt x="283" y="779"/>
                  <a:pt x="287" y="780"/>
                  <a:pt x="288" y="782"/>
                </a:cubicBezTo>
                <a:cubicBezTo>
                  <a:pt x="290" y="785"/>
                  <a:pt x="290" y="787"/>
                  <a:pt x="289" y="790"/>
                </a:cubicBezTo>
                <a:lnTo>
                  <a:pt x="286" y="800"/>
                </a:lnTo>
                <a:cubicBezTo>
                  <a:pt x="285" y="801"/>
                  <a:pt x="285" y="802"/>
                  <a:pt x="284" y="802"/>
                </a:cubicBezTo>
                <a:lnTo>
                  <a:pt x="277" y="812"/>
                </a:lnTo>
                <a:lnTo>
                  <a:pt x="268" y="820"/>
                </a:lnTo>
                <a:cubicBezTo>
                  <a:pt x="267" y="821"/>
                  <a:pt x="266" y="821"/>
                  <a:pt x="265" y="822"/>
                </a:cubicBezTo>
                <a:lnTo>
                  <a:pt x="224" y="834"/>
                </a:lnTo>
                <a:lnTo>
                  <a:pt x="203" y="846"/>
                </a:lnTo>
                <a:lnTo>
                  <a:pt x="200" y="851"/>
                </a:lnTo>
                <a:lnTo>
                  <a:pt x="198" y="861"/>
                </a:lnTo>
                <a:cubicBezTo>
                  <a:pt x="197" y="862"/>
                  <a:pt x="197" y="863"/>
                  <a:pt x="196" y="864"/>
                </a:cubicBezTo>
                <a:lnTo>
                  <a:pt x="188" y="871"/>
                </a:lnTo>
                <a:cubicBezTo>
                  <a:pt x="188" y="872"/>
                  <a:pt x="187" y="872"/>
                  <a:pt x="187" y="873"/>
                </a:cubicBezTo>
                <a:lnTo>
                  <a:pt x="167" y="883"/>
                </a:lnTo>
                <a:cubicBezTo>
                  <a:pt x="167" y="884"/>
                  <a:pt x="166" y="884"/>
                  <a:pt x="166" y="884"/>
                </a:cubicBezTo>
                <a:lnTo>
                  <a:pt x="166" y="889"/>
                </a:lnTo>
                <a:lnTo>
                  <a:pt x="166" y="898"/>
                </a:lnTo>
                <a:lnTo>
                  <a:pt x="204" y="887"/>
                </a:lnTo>
                <a:cubicBezTo>
                  <a:pt x="204" y="887"/>
                  <a:pt x="205" y="887"/>
                  <a:pt x="206" y="887"/>
                </a:cubicBezTo>
                <a:lnTo>
                  <a:pt x="214" y="887"/>
                </a:lnTo>
                <a:cubicBezTo>
                  <a:pt x="215" y="887"/>
                  <a:pt x="216" y="887"/>
                  <a:pt x="217" y="888"/>
                </a:cubicBezTo>
                <a:lnTo>
                  <a:pt x="224" y="891"/>
                </a:lnTo>
                <a:cubicBezTo>
                  <a:pt x="225" y="891"/>
                  <a:pt x="226" y="891"/>
                  <a:pt x="227" y="892"/>
                </a:cubicBezTo>
                <a:lnTo>
                  <a:pt x="233" y="898"/>
                </a:lnTo>
                <a:lnTo>
                  <a:pt x="239" y="900"/>
                </a:lnTo>
                <a:lnTo>
                  <a:pt x="256" y="899"/>
                </a:lnTo>
                <a:cubicBezTo>
                  <a:pt x="258" y="899"/>
                  <a:pt x="261" y="900"/>
                  <a:pt x="263" y="902"/>
                </a:cubicBezTo>
                <a:lnTo>
                  <a:pt x="270" y="912"/>
                </a:lnTo>
                <a:cubicBezTo>
                  <a:pt x="271" y="915"/>
                  <a:pt x="272" y="918"/>
                  <a:pt x="270" y="920"/>
                </a:cubicBezTo>
                <a:lnTo>
                  <a:pt x="270" y="921"/>
                </a:lnTo>
                <a:lnTo>
                  <a:pt x="270" y="922"/>
                </a:lnTo>
                <a:cubicBezTo>
                  <a:pt x="271" y="922"/>
                  <a:pt x="272" y="923"/>
                  <a:pt x="273" y="924"/>
                </a:cubicBezTo>
                <a:lnTo>
                  <a:pt x="276" y="929"/>
                </a:lnTo>
                <a:cubicBezTo>
                  <a:pt x="277" y="930"/>
                  <a:pt x="277" y="931"/>
                  <a:pt x="278" y="932"/>
                </a:cubicBezTo>
                <a:lnTo>
                  <a:pt x="279" y="939"/>
                </a:lnTo>
                <a:cubicBezTo>
                  <a:pt x="279" y="940"/>
                  <a:pt x="279" y="942"/>
                  <a:pt x="279" y="943"/>
                </a:cubicBezTo>
                <a:lnTo>
                  <a:pt x="277" y="951"/>
                </a:lnTo>
                <a:cubicBezTo>
                  <a:pt x="276" y="953"/>
                  <a:pt x="275" y="955"/>
                  <a:pt x="273" y="956"/>
                </a:cubicBezTo>
                <a:lnTo>
                  <a:pt x="269" y="959"/>
                </a:lnTo>
                <a:cubicBezTo>
                  <a:pt x="268" y="959"/>
                  <a:pt x="266" y="960"/>
                  <a:pt x="265" y="960"/>
                </a:cubicBezTo>
                <a:lnTo>
                  <a:pt x="234" y="961"/>
                </a:lnTo>
                <a:lnTo>
                  <a:pt x="214" y="967"/>
                </a:lnTo>
                <a:lnTo>
                  <a:pt x="209" y="971"/>
                </a:lnTo>
                <a:lnTo>
                  <a:pt x="199" y="992"/>
                </a:lnTo>
                <a:lnTo>
                  <a:pt x="192" y="1002"/>
                </a:lnTo>
                <a:cubicBezTo>
                  <a:pt x="191" y="1003"/>
                  <a:pt x="190" y="1004"/>
                  <a:pt x="190" y="1004"/>
                </a:cubicBezTo>
                <a:lnTo>
                  <a:pt x="181" y="1010"/>
                </a:lnTo>
                <a:lnTo>
                  <a:pt x="168" y="1016"/>
                </a:lnTo>
                <a:cubicBezTo>
                  <a:pt x="167" y="1016"/>
                  <a:pt x="166" y="1016"/>
                  <a:pt x="165" y="1016"/>
                </a:cubicBezTo>
                <a:lnTo>
                  <a:pt x="165" y="1016"/>
                </a:lnTo>
                <a:lnTo>
                  <a:pt x="154" y="1016"/>
                </a:lnTo>
                <a:cubicBezTo>
                  <a:pt x="152" y="1016"/>
                  <a:pt x="150" y="1015"/>
                  <a:pt x="148" y="1014"/>
                </a:cubicBezTo>
                <a:lnTo>
                  <a:pt x="140" y="1007"/>
                </a:lnTo>
                <a:lnTo>
                  <a:pt x="106" y="1028"/>
                </a:lnTo>
                <a:lnTo>
                  <a:pt x="95" y="1049"/>
                </a:lnTo>
                <a:cubicBezTo>
                  <a:pt x="94" y="1050"/>
                  <a:pt x="94" y="1051"/>
                  <a:pt x="93" y="1051"/>
                </a:cubicBezTo>
                <a:lnTo>
                  <a:pt x="87" y="1056"/>
                </a:lnTo>
                <a:cubicBezTo>
                  <a:pt x="86" y="1057"/>
                  <a:pt x="85" y="1057"/>
                  <a:pt x="84" y="1058"/>
                </a:cubicBezTo>
                <a:lnTo>
                  <a:pt x="67" y="1064"/>
                </a:lnTo>
                <a:lnTo>
                  <a:pt x="60" y="1069"/>
                </a:lnTo>
                <a:lnTo>
                  <a:pt x="49" y="1085"/>
                </a:lnTo>
                <a:lnTo>
                  <a:pt x="47" y="1092"/>
                </a:lnTo>
                <a:lnTo>
                  <a:pt x="56" y="1091"/>
                </a:lnTo>
                <a:lnTo>
                  <a:pt x="60" y="1089"/>
                </a:lnTo>
                <a:lnTo>
                  <a:pt x="68" y="1081"/>
                </a:lnTo>
                <a:cubicBezTo>
                  <a:pt x="69" y="1081"/>
                  <a:pt x="69" y="1080"/>
                  <a:pt x="70" y="1080"/>
                </a:cubicBezTo>
                <a:lnTo>
                  <a:pt x="80" y="1075"/>
                </a:lnTo>
                <a:cubicBezTo>
                  <a:pt x="81" y="1074"/>
                  <a:pt x="82" y="1074"/>
                  <a:pt x="83" y="1074"/>
                </a:cubicBezTo>
                <a:lnTo>
                  <a:pt x="105" y="1071"/>
                </a:lnTo>
                <a:cubicBezTo>
                  <a:pt x="107" y="1071"/>
                  <a:pt x="110" y="1072"/>
                  <a:pt x="112" y="1074"/>
                </a:cubicBezTo>
                <a:cubicBezTo>
                  <a:pt x="114" y="1076"/>
                  <a:pt x="114" y="1079"/>
                  <a:pt x="113" y="1082"/>
                </a:cubicBezTo>
                <a:lnTo>
                  <a:pt x="110" y="1091"/>
                </a:lnTo>
                <a:cubicBezTo>
                  <a:pt x="109" y="1093"/>
                  <a:pt x="108" y="1095"/>
                  <a:pt x="107" y="1096"/>
                </a:cubicBezTo>
                <a:lnTo>
                  <a:pt x="102" y="1098"/>
                </a:lnTo>
                <a:lnTo>
                  <a:pt x="102" y="1098"/>
                </a:lnTo>
                <a:lnTo>
                  <a:pt x="107" y="1099"/>
                </a:lnTo>
                <a:cubicBezTo>
                  <a:pt x="111" y="1099"/>
                  <a:pt x="114" y="1103"/>
                  <a:pt x="114" y="1107"/>
                </a:cubicBezTo>
                <a:lnTo>
                  <a:pt x="114" y="1112"/>
                </a:lnTo>
                <a:cubicBezTo>
                  <a:pt x="114" y="1116"/>
                  <a:pt x="111" y="1120"/>
                  <a:pt x="107" y="1120"/>
                </a:cubicBezTo>
                <a:lnTo>
                  <a:pt x="80" y="1123"/>
                </a:lnTo>
                <a:lnTo>
                  <a:pt x="68" y="1129"/>
                </a:lnTo>
                <a:lnTo>
                  <a:pt x="64" y="1138"/>
                </a:lnTo>
                <a:lnTo>
                  <a:pt x="68" y="1153"/>
                </a:lnTo>
                <a:lnTo>
                  <a:pt x="78" y="1159"/>
                </a:lnTo>
                <a:lnTo>
                  <a:pt x="105" y="1165"/>
                </a:lnTo>
                <a:cubicBezTo>
                  <a:pt x="108" y="1166"/>
                  <a:pt x="110" y="1167"/>
                  <a:pt x="111" y="1169"/>
                </a:cubicBezTo>
                <a:cubicBezTo>
                  <a:pt x="112" y="1171"/>
                  <a:pt x="112" y="1173"/>
                  <a:pt x="111" y="1176"/>
                </a:cubicBezTo>
                <a:lnTo>
                  <a:pt x="109" y="1183"/>
                </a:lnTo>
                <a:cubicBezTo>
                  <a:pt x="108" y="1184"/>
                  <a:pt x="108" y="1185"/>
                  <a:pt x="107" y="1186"/>
                </a:cubicBezTo>
                <a:lnTo>
                  <a:pt x="102" y="1190"/>
                </a:lnTo>
                <a:cubicBezTo>
                  <a:pt x="102" y="1191"/>
                  <a:pt x="101" y="1191"/>
                  <a:pt x="100" y="1192"/>
                </a:cubicBezTo>
                <a:lnTo>
                  <a:pt x="100" y="1192"/>
                </a:lnTo>
                <a:lnTo>
                  <a:pt x="102" y="1226"/>
                </a:lnTo>
                <a:lnTo>
                  <a:pt x="105" y="1233"/>
                </a:lnTo>
                <a:lnTo>
                  <a:pt x="109" y="1240"/>
                </a:lnTo>
                <a:lnTo>
                  <a:pt x="113" y="1243"/>
                </a:lnTo>
                <a:lnTo>
                  <a:pt x="120" y="1246"/>
                </a:lnTo>
                <a:lnTo>
                  <a:pt x="270" y="1254"/>
                </a:lnTo>
                <a:cubicBezTo>
                  <a:pt x="273" y="1254"/>
                  <a:pt x="275" y="1256"/>
                  <a:pt x="276" y="1258"/>
                </a:cubicBezTo>
                <a:lnTo>
                  <a:pt x="330" y="1349"/>
                </a:lnTo>
                <a:lnTo>
                  <a:pt x="443" y="1345"/>
                </a:lnTo>
                <a:lnTo>
                  <a:pt x="426" y="1297"/>
                </a:lnTo>
                <a:cubicBezTo>
                  <a:pt x="425" y="1295"/>
                  <a:pt x="425" y="1293"/>
                  <a:pt x="427" y="1291"/>
                </a:cubicBezTo>
                <a:lnTo>
                  <a:pt x="492" y="1177"/>
                </a:lnTo>
                <a:lnTo>
                  <a:pt x="495" y="1166"/>
                </a:lnTo>
                <a:lnTo>
                  <a:pt x="495" y="1152"/>
                </a:lnTo>
                <a:lnTo>
                  <a:pt x="480" y="1084"/>
                </a:lnTo>
                <a:cubicBezTo>
                  <a:pt x="480" y="1081"/>
                  <a:pt x="481" y="1079"/>
                  <a:pt x="482" y="1077"/>
                </a:cubicBezTo>
                <a:lnTo>
                  <a:pt x="520" y="1036"/>
                </a:lnTo>
                <a:lnTo>
                  <a:pt x="577" y="932"/>
                </a:lnTo>
                <a:lnTo>
                  <a:pt x="639" y="829"/>
                </a:lnTo>
                <a:lnTo>
                  <a:pt x="662" y="803"/>
                </a:lnTo>
                <a:lnTo>
                  <a:pt x="733" y="754"/>
                </a:lnTo>
                <a:cubicBezTo>
                  <a:pt x="734" y="754"/>
                  <a:pt x="735" y="754"/>
                  <a:pt x="736" y="753"/>
                </a:cubicBezTo>
                <a:lnTo>
                  <a:pt x="813" y="731"/>
                </a:lnTo>
                <a:cubicBezTo>
                  <a:pt x="814" y="730"/>
                  <a:pt x="816" y="730"/>
                  <a:pt x="817" y="731"/>
                </a:cubicBezTo>
                <a:lnTo>
                  <a:pt x="1036" y="788"/>
                </a:lnTo>
                <a:lnTo>
                  <a:pt x="1039" y="784"/>
                </a:lnTo>
                <a:lnTo>
                  <a:pt x="1089" y="680"/>
                </a:lnTo>
                <a:lnTo>
                  <a:pt x="1092" y="669"/>
                </a:lnTo>
                <a:lnTo>
                  <a:pt x="1092" y="658"/>
                </a:lnTo>
                <a:lnTo>
                  <a:pt x="1078" y="491"/>
                </a:lnTo>
                <a:lnTo>
                  <a:pt x="1074" y="478"/>
                </a:lnTo>
                <a:lnTo>
                  <a:pt x="1066" y="473"/>
                </a:lnTo>
                <a:lnTo>
                  <a:pt x="1043" y="467"/>
                </a:lnTo>
                <a:lnTo>
                  <a:pt x="1029" y="462"/>
                </a:lnTo>
                <a:cubicBezTo>
                  <a:pt x="1029" y="462"/>
                  <a:pt x="1028" y="462"/>
                  <a:pt x="1028" y="461"/>
                </a:cubicBezTo>
                <a:lnTo>
                  <a:pt x="936" y="395"/>
                </a:lnTo>
                <a:cubicBezTo>
                  <a:pt x="933" y="392"/>
                  <a:pt x="932" y="388"/>
                  <a:pt x="934" y="385"/>
                </a:cubicBezTo>
                <a:lnTo>
                  <a:pt x="1097" y="91"/>
                </a:lnTo>
                <a:lnTo>
                  <a:pt x="1139" y="24"/>
                </a:lnTo>
                <a:lnTo>
                  <a:pt x="1143" y="10"/>
                </a:lnTo>
                <a:lnTo>
                  <a:pt x="1119" y="0"/>
                </a:lnTo>
                <a:lnTo>
                  <a:pt x="941" y="19"/>
                </a:lnTo>
                <a:cubicBezTo>
                  <a:pt x="941" y="19"/>
                  <a:pt x="940" y="19"/>
                  <a:pt x="939" y="19"/>
                </a:cubicBezTo>
                <a:lnTo>
                  <a:pt x="913" y="13"/>
                </a:lnTo>
                <a:lnTo>
                  <a:pt x="844" y="19"/>
                </a:lnTo>
                <a:cubicBezTo>
                  <a:pt x="843" y="20"/>
                  <a:pt x="842" y="19"/>
                  <a:pt x="841" y="19"/>
                </a:cubicBezTo>
                <a:lnTo>
                  <a:pt x="792" y="9"/>
                </a:lnTo>
                <a:lnTo>
                  <a:pt x="790" y="9"/>
                </a:lnTo>
                <a:lnTo>
                  <a:pt x="787" y="11"/>
                </a:lnTo>
                <a:lnTo>
                  <a:pt x="779" y="29"/>
                </a:lnTo>
                <a:cubicBezTo>
                  <a:pt x="779" y="30"/>
                  <a:pt x="779" y="31"/>
                  <a:pt x="778" y="31"/>
                </a:cubicBezTo>
                <a:lnTo>
                  <a:pt x="774" y="36"/>
                </a:lnTo>
                <a:lnTo>
                  <a:pt x="757" y="55"/>
                </a:lnTo>
                <a:lnTo>
                  <a:pt x="745" y="65"/>
                </a:lnTo>
                <a:cubicBezTo>
                  <a:pt x="744" y="66"/>
                  <a:pt x="743" y="66"/>
                  <a:pt x="742" y="66"/>
                </a:cubicBezTo>
                <a:lnTo>
                  <a:pt x="732" y="71"/>
                </a:lnTo>
                <a:lnTo>
                  <a:pt x="731" y="74"/>
                </a:lnTo>
                <a:lnTo>
                  <a:pt x="731" y="78"/>
                </a:lnTo>
                <a:lnTo>
                  <a:pt x="733" y="86"/>
                </a:lnTo>
                <a:cubicBezTo>
                  <a:pt x="734" y="87"/>
                  <a:pt x="734" y="88"/>
                  <a:pt x="733" y="90"/>
                </a:cubicBezTo>
                <a:lnTo>
                  <a:pt x="730" y="98"/>
                </a:lnTo>
                <a:cubicBezTo>
                  <a:pt x="730" y="99"/>
                  <a:pt x="729" y="100"/>
                  <a:pt x="729" y="100"/>
                </a:cubicBezTo>
                <a:lnTo>
                  <a:pt x="724" y="105"/>
                </a:lnTo>
                <a:lnTo>
                  <a:pt x="715" y="110"/>
                </a:lnTo>
                <a:cubicBezTo>
                  <a:pt x="715" y="110"/>
                  <a:pt x="714" y="111"/>
                  <a:pt x="713" y="111"/>
                </a:cubicBezTo>
                <a:lnTo>
                  <a:pt x="687" y="116"/>
                </a:lnTo>
                <a:lnTo>
                  <a:pt x="685" y="118"/>
                </a:lnTo>
                <a:lnTo>
                  <a:pt x="683" y="122"/>
                </a:lnTo>
                <a:cubicBezTo>
                  <a:pt x="682" y="123"/>
                  <a:pt x="682" y="124"/>
                  <a:pt x="681" y="124"/>
                </a:cubicBezTo>
                <a:lnTo>
                  <a:pt x="674" y="131"/>
                </a:lnTo>
                <a:cubicBezTo>
                  <a:pt x="673" y="132"/>
                  <a:pt x="671" y="133"/>
                  <a:pt x="669" y="133"/>
                </a:cubicBezTo>
                <a:cubicBezTo>
                  <a:pt x="669" y="133"/>
                  <a:pt x="669" y="133"/>
                  <a:pt x="668" y="133"/>
                </a:cubicBezTo>
                <a:lnTo>
                  <a:pt x="652" y="130"/>
                </a:lnTo>
                <a:lnTo>
                  <a:pt x="628" y="132"/>
                </a:lnTo>
                <a:cubicBezTo>
                  <a:pt x="626" y="132"/>
                  <a:pt x="624" y="132"/>
                  <a:pt x="623" y="131"/>
                </a:cubicBezTo>
                <a:lnTo>
                  <a:pt x="613" y="122"/>
                </a:lnTo>
                <a:cubicBezTo>
                  <a:pt x="612" y="122"/>
                  <a:pt x="612" y="121"/>
                  <a:pt x="611" y="121"/>
                </a:cubicBezTo>
                <a:lnTo>
                  <a:pt x="604" y="112"/>
                </a:lnTo>
                <a:lnTo>
                  <a:pt x="565" y="105"/>
                </a:lnTo>
                <a:lnTo>
                  <a:pt x="547" y="109"/>
                </a:lnTo>
                <a:lnTo>
                  <a:pt x="535" y="115"/>
                </a:lnTo>
                <a:cubicBezTo>
                  <a:pt x="534" y="116"/>
                  <a:pt x="532" y="116"/>
                  <a:pt x="531" y="116"/>
                </a:cubicBezTo>
                <a:lnTo>
                  <a:pt x="526" y="116"/>
                </a:lnTo>
                <a:cubicBezTo>
                  <a:pt x="524" y="116"/>
                  <a:pt x="523" y="116"/>
                  <a:pt x="522" y="115"/>
                </a:cubicBezTo>
                <a:lnTo>
                  <a:pt x="516" y="112"/>
                </a:lnTo>
                <a:cubicBezTo>
                  <a:pt x="515" y="111"/>
                  <a:pt x="514" y="110"/>
                  <a:pt x="514" y="110"/>
                </a:cubicBezTo>
                <a:lnTo>
                  <a:pt x="505" y="98"/>
                </a:lnTo>
                <a:lnTo>
                  <a:pt x="502" y="97"/>
                </a:lnTo>
                <a:cubicBezTo>
                  <a:pt x="500" y="98"/>
                  <a:pt x="499" y="99"/>
                  <a:pt x="497" y="100"/>
                </a:cubicBezTo>
                <a:lnTo>
                  <a:pt x="494" y="100"/>
                </a:lnTo>
                <a:cubicBezTo>
                  <a:pt x="492" y="101"/>
                  <a:pt x="489" y="100"/>
                  <a:pt x="488" y="99"/>
                </a:cubicBezTo>
                <a:lnTo>
                  <a:pt x="484" y="96"/>
                </a:lnTo>
                <a:cubicBezTo>
                  <a:pt x="482" y="95"/>
                  <a:pt x="481" y="92"/>
                  <a:pt x="481" y="90"/>
                </a:cubicBezTo>
                <a:lnTo>
                  <a:pt x="481" y="86"/>
                </a:lnTo>
                <a:cubicBezTo>
                  <a:pt x="481" y="85"/>
                  <a:pt x="481" y="84"/>
                  <a:pt x="481" y="84"/>
                </a:cubicBezTo>
                <a:lnTo>
                  <a:pt x="482" y="81"/>
                </a:lnTo>
                <a:lnTo>
                  <a:pt x="476" y="82"/>
                </a:lnTo>
                <a:lnTo>
                  <a:pt x="469" y="82"/>
                </a:lnTo>
                <a:cubicBezTo>
                  <a:pt x="468" y="82"/>
                  <a:pt x="466" y="82"/>
                  <a:pt x="465" y="81"/>
                </a:cubicBezTo>
                <a:lnTo>
                  <a:pt x="460" y="78"/>
                </a:lnTo>
                <a:cubicBezTo>
                  <a:pt x="460" y="78"/>
                  <a:pt x="459" y="77"/>
                  <a:pt x="458" y="76"/>
                </a:cubicBezTo>
                <a:lnTo>
                  <a:pt x="452" y="68"/>
                </a:lnTo>
                <a:lnTo>
                  <a:pt x="451" y="69"/>
                </a:lnTo>
                <a:cubicBezTo>
                  <a:pt x="450" y="70"/>
                  <a:pt x="449" y="72"/>
                  <a:pt x="447" y="7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6" name="Freeform 71">
            <a:extLst>
              <a:ext uri="{FF2B5EF4-FFF2-40B4-BE49-F238E27FC236}">
                <a16:creationId xmlns:a16="http://schemas.microsoft.com/office/drawing/2014/main" xmlns="" id="{F9C4D4FF-DC8F-4986-9645-120993CB6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327" y="4461106"/>
            <a:ext cx="16019" cy="17800"/>
          </a:xfrm>
          <a:custGeom>
            <a:avLst/>
            <a:gdLst>
              <a:gd name="T0" fmla="*/ 1 w 40"/>
              <a:gd name="T1" fmla="*/ 17 h 45"/>
              <a:gd name="T2" fmla="*/ 0 w 40"/>
              <a:gd name="T3" fmla="*/ 21 h 45"/>
              <a:gd name="T4" fmla="*/ 0 w 40"/>
              <a:gd name="T5" fmla="*/ 23 h 45"/>
              <a:gd name="T6" fmla="*/ 4 w 40"/>
              <a:gd name="T7" fmla="*/ 23 h 45"/>
              <a:gd name="T8" fmla="*/ 4 w 40"/>
              <a:gd name="T9" fmla="*/ 23 h 45"/>
              <a:gd name="T10" fmla="*/ 10 w 40"/>
              <a:gd name="T11" fmla="*/ 20 h 45"/>
              <a:gd name="T12" fmla="*/ 12 w 40"/>
              <a:gd name="T13" fmla="*/ 20 h 45"/>
              <a:gd name="T14" fmla="*/ 13 w 40"/>
              <a:gd name="T15" fmla="*/ 20 h 45"/>
              <a:gd name="T16" fmla="*/ 20 w 40"/>
              <a:gd name="T17" fmla="*/ 23 h 45"/>
              <a:gd name="T18" fmla="*/ 22 w 40"/>
              <a:gd name="T19" fmla="*/ 27 h 45"/>
              <a:gd name="T20" fmla="*/ 31 w 40"/>
              <a:gd name="T21" fmla="*/ 44 h 45"/>
              <a:gd name="T22" fmla="*/ 31 w 40"/>
              <a:gd name="T23" fmla="*/ 44 h 45"/>
              <a:gd name="T24" fmla="*/ 32 w 40"/>
              <a:gd name="T25" fmla="*/ 41 h 45"/>
              <a:gd name="T26" fmla="*/ 35 w 40"/>
              <a:gd name="T27" fmla="*/ 38 h 45"/>
              <a:gd name="T28" fmla="*/ 35 w 40"/>
              <a:gd name="T29" fmla="*/ 36 h 45"/>
              <a:gd name="T30" fmla="*/ 35 w 40"/>
              <a:gd name="T31" fmla="*/ 27 h 45"/>
              <a:gd name="T32" fmla="*/ 39 w 40"/>
              <a:gd name="T33" fmla="*/ 9 h 45"/>
              <a:gd name="T34" fmla="*/ 37 w 40"/>
              <a:gd name="T35" fmla="*/ 7 h 45"/>
              <a:gd name="T36" fmla="*/ 33 w 40"/>
              <a:gd name="T37" fmla="*/ 6 h 45"/>
              <a:gd name="T38" fmla="*/ 27 w 40"/>
              <a:gd name="T39" fmla="*/ 0 h 45"/>
              <a:gd name="T40" fmla="*/ 0 w 40"/>
              <a:gd name="T41" fmla="*/ 10 h 45"/>
              <a:gd name="T42" fmla="*/ 1 w 40"/>
              <a:gd name="T43" fmla="*/ 14 h 45"/>
              <a:gd name="T44" fmla="*/ 1 w 40"/>
              <a:gd name="T45" fmla="*/ 17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0" h="45">
                <a:moveTo>
                  <a:pt x="1" y="17"/>
                </a:moveTo>
                <a:cubicBezTo>
                  <a:pt x="1" y="19"/>
                  <a:pt x="1" y="20"/>
                  <a:pt x="0" y="21"/>
                </a:cubicBezTo>
                <a:lnTo>
                  <a:pt x="0" y="23"/>
                </a:lnTo>
                <a:lnTo>
                  <a:pt x="4" y="23"/>
                </a:lnTo>
                <a:lnTo>
                  <a:pt x="4" y="23"/>
                </a:lnTo>
                <a:cubicBezTo>
                  <a:pt x="6" y="21"/>
                  <a:pt x="8" y="20"/>
                  <a:pt x="10" y="20"/>
                </a:cubicBezTo>
                <a:lnTo>
                  <a:pt x="12" y="20"/>
                </a:lnTo>
                <a:cubicBezTo>
                  <a:pt x="13" y="20"/>
                  <a:pt x="13" y="20"/>
                  <a:pt x="13" y="20"/>
                </a:cubicBezTo>
                <a:cubicBezTo>
                  <a:pt x="16" y="20"/>
                  <a:pt x="18" y="21"/>
                  <a:pt x="20" y="23"/>
                </a:cubicBezTo>
                <a:lnTo>
                  <a:pt x="22" y="27"/>
                </a:lnTo>
                <a:lnTo>
                  <a:pt x="31" y="44"/>
                </a:lnTo>
                <a:lnTo>
                  <a:pt x="31" y="44"/>
                </a:lnTo>
                <a:cubicBezTo>
                  <a:pt x="31" y="43"/>
                  <a:pt x="32" y="42"/>
                  <a:pt x="32" y="41"/>
                </a:cubicBezTo>
                <a:lnTo>
                  <a:pt x="35" y="38"/>
                </a:lnTo>
                <a:lnTo>
                  <a:pt x="35" y="36"/>
                </a:lnTo>
                <a:lnTo>
                  <a:pt x="35" y="27"/>
                </a:lnTo>
                <a:lnTo>
                  <a:pt x="39" y="9"/>
                </a:lnTo>
                <a:lnTo>
                  <a:pt x="37" y="7"/>
                </a:lnTo>
                <a:lnTo>
                  <a:pt x="33" y="6"/>
                </a:lnTo>
                <a:cubicBezTo>
                  <a:pt x="30" y="5"/>
                  <a:pt x="28" y="2"/>
                  <a:pt x="27" y="0"/>
                </a:cubicBezTo>
                <a:lnTo>
                  <a:pt x="0" y="10"/>
                </a:lnTo>
                <a:cubicBezTo>
                  <a:pt x="1" y="11"/>
                  <a:pt x="1" y="13"/>
                  <a:pt x="1" y="14"/>
                </a:cubicBezTo>
                <a:lnTo>
                  <a:pt x="1" y="1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7" name="Freeform 72">
            <a:extLst>
              <a:ext uri="{FF2B5EF4-FFF2-40B4-BE49-F238E27FC236}">
                <a16:creationId xmlns:a16="http://schemas.microsoft.com/office/drawing/2014/main" xmlns="" id="{370FC3E8-D24D-4BBF-8648-B4278745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987" y="4482466"/>
            <a:ext cx="33820" cy="32039"/>
          </a:xfrm>
          <a:custGeom>
            <a:avLst/>
            <a:gdLst>
              <a:gd name="T0" fmla="*/ 41 w 82"/>
              <a:gd name="T1" fmla="*/ 49 h 79"/>
              <a:gd name="T2" fmla="*/ 33 w 82"/>
              <a:gd name="T3" fmla="*/ 35 h 79"/>
              <a:gd name="T4" fmla="*/ 32 w 82"/>
              <a:gd name="T5" fmla="*/ 33 h 79"/>
              <a:gd name="T6" fmla="*/ 27 w 82"/>
              <a:gd name="T7" fmla="*/ 11 h 79"/>
              <a:gd name="T8" fmla="*/ 17 w 82"/>
              <a:gd name="T9" fmla="*/ 0 h 79"/>
              <a:gd name="T10" fmla="*/ 18 w 82"/>
              <a:gd name="T11" fmla="*/ 1 h 79"/>
              <a:gd name="T12" fmla="*/ 28 w 82"/>
              <a:gd name="T13" fmla="*/ 20 h 79"/>
              <a:gd name="T14" fmla="*/ 27 w 82"/>
              <a:gd name="T15" fmla="*/ 28 h 79"/>
              <a:gd name="T16" fmla="*/ 19 w 82"/>
              <a:gd name="T17" fmla="*/ 31 h 79"/>
              <a:gd name="T18" fmla="*/ 4 w 82"/>
              <a:gd name="T19" fmla="*/ 29 h 79"/>
              <a:gd name="T20" fmla="*/ 1 w 82"/>
              <a:gd name="T21" fmla="*/ 29 h 79"/>
              <a:gd name="T22" fmla="*/ 0 w 82"/>
              <a:gd name="T23" fmla="*/ 33 h 79"/>
              <a:gd name="T24" fmla="*/ 11 w 82"/>
              <a:gd name="T25" fmla="*/ 58 h 79"/>
              <a:gd name="T26" fmla="*/ 25 w 82"/>
              <a:gd name="T27" fmla="*/ 55 h 79"/>
              <a:gd name="T28" fmla="*/ 28 w 82"/>
              <a:gd name="T29" fmla="*/ 54 h 79"/>
              <a:gd name="T30" fmla="*/ 40 w 82"/>
              <a:gd name="T31" fmla="*/ 56 h 79"/>
              <a:gd name="T32" fmla="*/ 46 w 82"/>
              <a:gd name="T33" fmla="*/ 61 h 79"/>
              <a:gd name="T34" fmla="*/ 53 w 82"/>
              <a:gd name="T35" fmla="*/ 74 h 79"/>
              <a:gd name="T36" fmla="*/ 73 w 82"/>
              <a:gd name="T37" fmla="*/ 78 h 79"/>
              <a:gd name="T38" fmla="*/ 75 w 82"/>
              <a:gd name="T39" fmla="*/ 78 h 79"/>
              <a:gd name="T40" fmla="*/ 79 w 82"/>
              <a:gd name="T41" fmla="*/ 66 h 79"/>
              <a:gd name="T42" fmla="*/ 81 w 82"/>
              <a:gd name="T43" fmla="*/ 62 h 79"/>
              <a:gd name="T44" fmla="*/ 77 w 82"/>
              <a:gd name="T45" fmla="*/ 53 h 79"/>
              <a:gd name="T46" fmla="*/ 47 w 82"/>
              <a:gd name="T47" fmla="*/ 53 h 79"/>
              <a:gd name="T48" fmla="*/ 41 w 82"/>
              <a:gd name="T49" fmla="*/ 49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2" h="79">
                <a:moveTo>
                  <a:pt x="41" y="49"/>
                </a:moveTo>
                <a:lnTo>
                  <a:pt x="33" y="35"/>
                </a:lnTo>
                <a:cubicBezTo>
                  <a:pt x="32" y="35"/>
                  <a:pt x="32" y="34"/>
                  <a:pt x="32" y="33"/>
                </a:cubicBezTo>
                <a:lnTo>
                  <a:pt x="27" y="11"/>
                </a:lnTo>
                <a:lnTo>
                  <a:pt x="17" y="0"/>
                </a:lnTo>
                <a:cubicBezTo>
                  <a:pt x="17" y="0"/>
                  <a:pt x="17" y="1"/>
                  <a:pt x="18" y="1"/>
                </a:cubicBezTo>
                <a:lnTo>
                  <a:pt x="28" y="20"/>
                </a:lnTo>
                <a:cubicBezTo>
                  <a:pt x="29" y="22"/>
                  <a:pt x="30" y="26"/>
                  <a:pt x="27" y="28"/>
                </a:cubicBezTo>
                <a:cubicBezTo>
                  <a:pt x="25" y="31"/>
                  <a:pt x="22" y="32"/>
                  <a:pt x="19" y="31"/>
                </a:cubicBezTo>
                <a:lnTo>
                  <a:pt x="4" y="29"/>
                </a:lnTo>
                <a:lnTo>
                  <a:pt x="1" y="29"/>
                </a:lnTo>
                <a:lnTo>
                  <a:pt x="0" y="33"/>
                </a:lnTo>
                <a:lnTo>
                  <a:pt x="11" y="58"/>
                </a:lnTo>
                <a:lnTo>
                  <a:pt x="25" y="55"/>
                </a:lnTo>
                <a:cubicBezTo>
                  <a:pt x="26" y="54"/>
                  <a:pt x="27" y="54"/>
                  <a:pt x="28" y="54"/>
                </a:cubicBezTo>
                <a:lnTo>
                  <a:pt x="40" y="56"/>
                </a:lnTo>
                <a:cubicBezTo>
                  <a:pt x="43" y="56"/>
                  <a:pt x="45" y="58"/>
                  <a:pt x="46" y="61"/>
                </a:cubicBezTo>
                <a:lnTo>
                  <a:pt x="53" y="74"/>
                </a:lnTo>
                <a:lnTo>
                  <a:pt x="73" y="78"/>
                </a:lnTo>
                <a:cubicBezTo>
                  <a:pt x="74" y="78"/>
                  <a:pt x="74" y="78"/>
                  <a:pt x="75" y="78"/>
                </a:cubicBezTo>
                <a:lnTo>
                  <a:pt x="79" y="66"/>
                </a:lnTo>
                <a:lnTo>
                  <a:pt x="81" y="62"/>
                </a:lnTo>
                <a:lnTo>
                  <a:pt x="77" y="53"/>
                </a:lnTo>
                <a:lnTo>
                  <a:pt x="47" y="53"/>
                </a:lnTo>
                <a:cubicBezTo>
                  <a:pt x="45" y="53"/>
                  <a:pt x="42" y="51"/>
                  <a:pt x="41" y="49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8" name="Freeform 73">
            <a:extLst>
              <a:ext uri="{FF2B5EF4-FFF2-40B4-BE49-F238E27FC236}">
                <a16:creationId xmlns:a16="http://schemas.microsoft.com/office/drawing/2014/main" xmlns="" id="{EF6519B9-67F9-4F6D-8618-76C333E74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687" y="4482466"/>
            <a:ext cx="10680" cy="12459"/>
          </a:xfrm>
          <a:custGeom>
            <a:avLst/>
            <a:gdLst>
              <a:gd name="T0" fmla="*/ 14 w 26"/>
              <a:gd name="T1" fmla="*/ 31 h 32"/>
              <a:gd name="T2" fmla="*/ 19 w 26"/>
              <a:gd name="T3" fmla="*/ 29 h 32"/>
              <a:gd name="T4" fmla="*/ 25 w 26"/>
              <a:gd name="T5" fmla="*/ 28 h 32"/>
              <a:gd name="T6" fmla="*/ 24 w 26"/>
              <a:gd name="T7" fmla="*/ 27 h 32"/>
              <a:gd name="T8" fmla="*/ 23 w 26"/>
              <a:gd name="T9" fmla="*/ 24 h 32"/>
              <a:gd name="T10" fmla="*/ 20 w 26"/>
              <a:gd name="T11" fmla="*/ 12 h 32"/>
              <a:gd name="T12" fmla="*/ 18 w 26"/>
              <a:gd name="T13" fmla="*/ 11 h 32"/>
              <a:gd name="T14" fmla="*/ 15 w 26"/>
              <a:gd name="T15" fmla="*/ 8 h 32"/>
              <a:gd name="T16" fmla="*/ 10 w 26"/>
              <a:gd name="T17" fmla="*/ 0 h 32"/>
              <a:gd name="T18" fmla="*/ 8 w 26"/>
              <a:gd name="T19" fmla="*/ 1 h 32"/>
              <a:gd name="T20" fmla="*/ 7 w 26"/>
              <a:gd name="T21" fmla="*/ 1 h 32"/>
              <a:gd name="T22" fmla="*/ 7 w 26"/>
              <a:gd name="T23" fmla="*/ 7 h 32"/>
              <a:gd name="T24" fmla="*/ 3 w 26"/>
              <a:gd name="T25" fmla="*/ 14 h 32"/>
              <a:gd name="T26" fmla="*/ 0 w 26"/>
              <a:gd name="T27" fmla="*/ 16 h 32"/>
              <a:gd name="T28" fmla="*/ 0 w 26"/>
              <a:gd name="T29" fmla="*/ 19 h 32"/>
              <a:gd name="T30" fmla="*/ 0 w 26"/>
              <a:gd name="T31" fmla="*/ 22 h 32"/>
              <a:gd name="T32" fmla="*/ 14 w 26"/>
              <a:gd name="T33" fmla="*/ 31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" h="32">
                <a:moveTo>
                  <a:pt x="14" y="31"/>
                </a:moveTo>
                <a:cubicBezTo>
                  <a:pt x="16" y="30"/>
                  <a:pt x="17" y="29"/>
                  <a:pt x="19" y="29"/>
                </a:cubicBezTo>
                <a:lnTo>
                  <a:pt x="25" y="28"/>
                </a:lnTo>
                <a:lnTo>
                  <a:pt x="24" y="27"/>
                </a:lnTo>
                <a:cubicBezTo>
                  <a:pt x="24" y="26"/>
                  <a:pt x="23" y="25"/>
                  <a:pt x="23" y="24"/>
                </a:cubicBezTo>
                <a:lnTo>
                  <a:pt x="20" y="12"/>
                </a:lnTo>
                <a:lnTo>
                  <a:pt x="18" y="11"/>
                </a:lnTo>
                <a:cubicBezTo>
                  <a:pt x="17" y="11"/>
                  <a:pt x="16" y="10"/>
                  <a:pt x="15" y="8"/>
                </a:cubicBezTo>
                <a:lnTo>
                  <a:pt x="10" y="0"/>
                </a:lnTo>
                <a:cubicBezTo>
                  <a:pt x="9" y="0"/>
                  <a:pt x="9" y="0"/>
                  <a:pt x="8" y="1"/>
                </a:cubicBezTo>
                <a:lnTo>
                  <a:pt x="7" y="1"/>
                </a:lnTo>
                <a:lnTo>
                  <a:pt x="7" y="7"/>
                </a:lnTo>
                <a:cubicBezTo>
                  <a:pt x="7" y="10"/>
                  <a:pt x="5" y="13"/>
                  <a:pt x="3" y="14"/>
                </a:cubicBezTo>
                <a:lnTo>
                  <a:pt x="0" y="16"/>
                </a:lnTo>
                <a:lnTo>
                  <a:pt x="0" y="19"/>
                </a:lnTo>
                <a:lnTo>
                  <a:pt x="0" y="22"/>
                </a:lnTo>
                <a:lnTo>
                  <a:pt x="14" y="3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49" name="Freeform 74">
            <a:extLst>
              <a:ext uri="{FF2B5EF4-FFF2-40B4-BE49-F238E27FC236}">
                <a16:creationId xmlns:a16="http://schemas.microsoft.com/office/drawing/2014/main" xmlns="" id="{3AB5F01F-B55B-4930-8254-507E691A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730" y="4687161"/>
            <a:ext cx="105017" cy="90779"/>
          </a:xfrm>
          <a:custGeom>
            <a:avLst/>
            <a:gdLst>
              <a:gd name="T0" fmla="*/ 253 w 262"/>
              <a:gd name="T1" fmla="*/ 17 h 226"/>
              <a:gd name="T2" fmla="*/ 246 w 262"/>
              <a:gd name="T3" fmla="*/ 13 h 226"/>
              <a:gd name="T4" fmla="*/ 227 w 262"/>
              <a:gd name="T5" fmla="*/ 0 h 226"/>
              <a:gd name="T6" fmla="*/ 221 w 262"/>
              <a:gd name="T7" fmla="*/ 1 h 226"/>
              <a:gd name="T8" fmla="*/ 183 w 262"/>
              <a:gd name="T9" fmla="*/ 31 h 226"/>
              <a:gd name="T10" fmla="*/ 180 w 262"/>
              <a:gd name="T11" fmla="*/ 33 h 226"/>
              <a:gd name="T12" fmla="*/ 158 w 262"/>
              <a:gd name="T13" fmla="*/ 38 h 226"/>
              <a:gd name="T14" fmla="*/ 141 w 262"/>
              <a:gd name="T15" fmla="*/ 54 h 226"/>
              <a:gd name="T16" fmla="*/ 134 w 262"/>
              <a:gd name="T17" fmla="*/ 59 h 226"/>
              <a:gd name="T18" fmla="*/ 126 w 262"/>
              <a:gd name="T19" fmla="*/ 61 h 226"/>
              <a:gd name="T20" fmla="*/ 123 w 262"/>
              <a:gd name="T21" fmla="*/ 62 h 226"/>
              <a:gd name="T22" fmla="*/ 117 w 262"/>
              <a:gd name="T23" fmla="*/ 62 h 226"/>
              <a:gd name="T24" fmla="*/ 111 w 262"/>
              <a:gd name="T25" fmla="*/ 58 h 226"/>
              <a:gd name="T26" fmla="*/ 110 w 262"/>
              <a:gd name="T27" fmla="*/ 60 h 226"/>
              <a:gd name="T28" fmla="*/ 103 w 262"/>
              <a:gd name="T29" fmla="*/ 93 h 226"/>
              <a:gd name="T30" fmla="*/ 102 w 262"/>
              <a:gd name="T31" fmla="*/ 96 h 226"/>
              <a:gd name="T32" fmla="*/ 101 w 262"/>
              <a:gd name="T33" fmla="*/ 100 h 226"/>
              <a:gd name="T34" fmla="*/ 96 w 262"/>
              <a:gd name="T35" fmla="*/ 107 h 226"/>
              <a:gd name="T36" fmla="*/ 95 w 262"/>
              <a:gd name="T37" fmla="*/ 109 h 226"/>
              <a:gd name="T38" fmla="*/ 74 w 262"/>
              <a:gd name="T39" fmla="*/ 126 h 226"/>
              <a:gd name="T40" fmla="*/ 20 w 262"/>
              <a:gd name="T41" fmla="*/ 167 h 226"/>
              <a:gd name="T42" fmla="*/ 10 w 262"/>
              <a:gd name="T43" fmla="*/ 179 h 226"/>
              <a:gd name="T44" fmla="*/ 0 w 262"/>
              <a:gd name="T45" fmla="*/ 202 h 226"/>
              <a:gd name="T46" fmla="*/ 0 w 262"/>
              <a:gd name="T47" fmla="*/ 207 h 226"/>
              <a:gd name="T48" fmla="*/ 3 w 262"/>
              <a:gd name="T49" fmla="*/ 225 h 226"/>
              <a:gd name="T50" fmla="*/ 5 w 262"/>
              <a:gd name="T51" fmla="*/ 222 h 226"/>
              <a:gd name="T52" fmla="*/ 7 w 262"/>
              <a:gd name="T53" fmla="*/ 220 h 226"/>
              <a:gd name="T54" fmla="*/ 11 w 262"/>
              <a:gd name="T55" fmla="*/ 218 h 226"/>
              <a:gd name="T56" fmla="*/ 15 w 262"/>
              <a:gd name="T57" fmla="*/ 217 h 226"/>
              <a:gd name="T58" fmla="*/ 41 w 262"/>
              <a:gd name="T59" fmla="*/ 216 h 226"/>
              <a:gd name="T60" fmla="*/ 50 w 262"/>
              <a:gd name="T61" fmla="*/ 210 h 226"/>
              <a:gd name="T62" fmla="*/ 52 w 262"/>
              <a:gd name="T63" fmla="*/ 209 h 226"/>
              <a:gd name="T64" fmla="*/ 66 w 262"/>
              <a:gd name="T65" fmla="*/ 206 h 226"/>
              <a:gd name="T66" fmla="*/ 99 w 262"/>
              <a:gd name="T67" fmla="*/ 179 h 226"/>
              <a:gd name="T68" fmla="*/ 101 w 262"/>
              <a:gd name="T69" fmla="*/ 178 h 226"/>
              <a:gd name="T70" fmla="*/ 112 w 262"/>
              <a:gd name="T71" fmla="*/ 174 h 226"/>
              <a:gd name="T72" fmla="*/ 122 w 262"/>
              <a:gd name="T73" fmla="*/ 167 h 226"/>
              <a:gd name="T74" fmla="*/ 128 w 262"/>
              <a:gd name="T75" fmla="*/ 148 h 226"/>
              <a:gd name="T76" fmla="*/ 132 w 262"/>
              <a:gd name="T77" fmla="*/ 141 h 226"/>
              <a:gd name="T78" fmla="*/ 134 w 262"/>
              <a:gd name="T79" fmla="*/ 138 h 226"/>
              <a:gd name="T80" fmla="*/ 143 w 262"/>
              <a:gd name="T81" fmla="*/ 132 h 226"/>
              <a:gd name="T82" fmla="*/ 147 w 262"/>
              <a:gd name="T83" fmla="*/ 131 h 226"/>
              <a:gd name="T84" fmla="*/ 165 w 262"/>
              <a:gd name="T85" fmla="*/ 128 h 226"/>
              <a:gd name="T86" fmla="*/ 185 w 262"/>
              <a:gd name="T87" fmla="*/ 110 h 226"/>
              <a:gd name="T88" fmla="*/ 189 w 262"/>
              <a:gd name="T89" fmla="*/ 108 h 226"/>
              <a:gd name="T90" fmla="*/ 217 w 262"/>
              <a:gd name="T91" fmla="*/ 101 h 226"/>
              <a:gd name="T92" fmla="*/ 228 w 262"/>
              <a:gd name="T93" fmla="*/ 87 h 226"/>
              <a:gd name="T94" fmla="*/ 229 w 262"/>
              <a:gd name="T95" fmla="*/ 85 h 226"/>
              <a:gd name="T96" fmla="*/ 234 w 262"/>
              <a:gd name="T97" fmla="*/ 80 h 226"/>
              <a:gd name="T98" fmla="*/ 235 w 262"/>
              <a:gd name="T99" fmla="*/ 75 h 226"/>
              <a:gd name="T100" fmla="*/ 238 w 262"/>
              <a:gd name="T101" fmla="*/ 57 h 226"/>
              <a:gd name="T102" fmla="*/ 239 w 262"/>
              <a:gd name="T103" fmla="*/ 54 h 226"/>
              <a:gd name="T104" fmla="*/ 244 w 262"/>
              <a:gd name="T105" fmla="*/ 47 h 226"/>
              <a:gd name="T106" fmla="*/ 252 w 262"/>
              <a:gd name="T107" fmla="*/ 38 h 226"/>
              <a:gd name="T108" fmla="*/ 261 w 262"/>
              <a:gd name="T109" fmla="*/ 31 h 226"/>
              <a:gd name="T110" fmla="*/ 258 w 262"/>
              <a:gd name="T111" fmla="*/ 22 h 226"/>
              <a:gd name="T112" fmla="*/ 253 w 262"/>
              <a:gd name="T113" fmla="*/ 17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2" h="226">
                <a:moveTo>
                  <a:pt x="253" y="17"/>
                </a:moveTo>
                <a:lnTo>
                  <a:pt x="246" y="13"/>
                </a:lnTo>
                <a:lnTo>
                  <a:pt x="227" y="0"/>
                </a:lnTo>
                <a:lnTo>
                  <a:pt x="221" y="1"/>
                </a:lnTo>
                <a:lnTo>
                  <a:pt x="183" y="31"/>
                </a:lnTo>
                <a:cubicBezTo>
                  <a:pt x="182" y="32"/>
                  <a:pt x="181" y="32"/>
                  <a:pt x="180" y="33"/>
                </a:cubicBezTo>
                <a:lnTo>
                  <a:pt x="158" y="38"/>
                </a:lnTo>
                <a:lnTo>
                  <a:pt x="141" y="54"/>
                </a:lnTo>
                <a:lnTo>
                  <a:pt x="134" y="59"/>
                </a:lnTo>
                <a:lnTo>
                  <a:pt x="126" y="61"/>
                </a:lnTo>
                <a:cubicBezTo>
                  <a:pt x="125" y="62"/>
                  <a:pt x="124" y="62"/>
                  <a:pt x="123" y="62"/>
                </a:cubicBezTo>
                <a:lnTo>
                  <a:pt x="117" y="62"/>
                </a:lnTo>
                <a:cubicBezTo>
                  <a:pt x="115" y="61"/>
                  <a:pt x="112" y="60"/>
                  <a:pt x="111" y="58"/>
                </a:cubicBezTo>
                <a:lnTo>
                  <a:pt x="110" y="60"/>
                </a:lnTo>
                <a:lnTo>
                  <a:pt x="103" y="93"/>
                </a:lnTo>
                <a:cubicBezTo>
                  <a:pt x="103" y="94"/>
                  <a:pt x="102" y="96"/>
                  <a:pt x="102" y="96"/>
                </a:cubicBezTo>
                <a:cubicBezTo>
                  <a:pt x="102" y="97"/>
                  <a:pt x="101" y="99"/>
                  <a:pt x="101" y="100"/>
                </a:cubicBezTo>
                <a:lnTo>
                  <a:pt x="96" y="107"/>
                </a:lnTo>
                <a:cubicBezTo>
                  <a:pt x="96" y="108"/>
                  <a:pt x="95" y="109"/>
                  <a:pt x="95" y="109"/>
                </a:cubicBezTo>
                <a:lnTo>
                  <a:pt x="74" y="126"/>
                </a:lnTo>
                <a:lnTo>
                  <a:pt x="20" y="167"/>
                </a:lnTo>
                <a:lnTo>
                  <a:pt x="10" y="179"/>
                </a:lnTo>
                <a:lnTo>
                  <a:pt x="0" y="202"/>
                </a:lnTo>
                <a:lnTo>
                  <a:pt x="0" y="207"/>
                </a:lnTo>
                <a:lnTo>
                  <a:pt x="3" y="225"/>
                </a:lnTo>
                <a:lnTo>
                  <a:pt x="5" y="222"/>
                </a:lnTo>
                <a:cubicBezTo>
                  <a:pt x="6" y="222"/>
                  <a:pt x="6" y="221"/>
                  <a:pt x="7" y="220"/>
                </a:cubicBezTo>
                <a:lnTo>
                  <a:pt x="11" y="218"/>
                </a:lnTo>
                <a:cubicBezTo>
                  <a:pt x="13" y="217"/>
                  <a:pt x="14" y="217"/>
                  <a:pt x="15" y="217"/>
                </a:cubicBezTo>
                <a:lnTo>
                  <a:pt x="41" y="216"/>
                </a:lnTo>
                <a:lnTo>
                  <a:pt x="50" y="210"/>
                </a:lnTo>
                <a:cubicBezTo>
                  <a:pt x="50" y="210"/>
                  <a:pt x="51" y="210"/>
                  <a:pt x="52" y="209"/>
                </a:cubicBezTo>
                <a:lnTo>
                  <a:pt x="66" y="206"/>
                </a:lnTo>
                <a:lnTo>
                  <a:pt x="99" y="179"/>
                </a:lnTo>
                <a:cubicBezTo>
                  <a:pt x="100" y="178"/>
                  <a:pt x="101" y="178"/>
                  <a:pt x="101" y="178"/>
                </a:cubicBezTo>
                <a:lnTo>
                  <a:pt x="112" y="174"/>
                </a:lnTo>
                <a:lnTo>
                  <a:pt x="122" y="167"/>
                </a:lnTo>
                <a:lnTo>
                  <a:pt x="128" y="148"/>
                </a:lnTo>
                <a:lnTo>
                  <a:pt x="132" y="141"/>
                </a:lnTo>
                <a:cubicBezTo>
                  <a:pt x="132" y="140"/>
                  <a:pt x="133" y="139"/>
                  <a:pt x="134" y="138"/>
                </a:cubicBezTo>
                <a:lnTo>
                  <a:pt x="143" y="132"/>
                </a:lnTo>
                <a:cubicBezTo>
                  <a:pt x="144" y="131"/>
                  <a:pt x="145" y="131"/>
                  <a:pt x="147" y="131"/>
                </a:cubicBezTo>
                <a:lnTo>
                  <a:pt x="165" y="128"/>
                </a:lnTo>
                <a:lnTo>
                  <a:pt x="185" y="110"/>
                </a:lnTo>
                <a:cubicBezTo>
                  <a:pt x="186" y="109"/>
                  <a:pt x="187" y="108"/>
                  <a:pt x="189" y="108"/>
                </a:cubicBezTo>
                <a:lnTo>
                  <a:pt x="217" y="101"/>
                </a:lnTo>
                <a:lnTo>
                  <a:pt x="228" y="87"/>
                </a:lnTo>
                <a:cubicBezTo>
                  <a:pt x="228" y="86"/>
                  <a:pt x="229" y="85"/>
                  <a:pt x="229" y="85"/>
                </a:cubicBezTo>
                <a:lnTo>
                  <a:pt x="234" y="80"/>
                </a:lnTo>
                <a:lnTo>
                  <a:pt x="235" y="75"/>
                </a:lnTo>
                <a:lnTo>
                  <a:pt x="238" y="57"/>
                </a:lnTo>
                <a:cubicBezTo>
                  <a:pt x="238" y="56"/>
                  <a:pt x="239" y="55"/>
                  <a:pt x="239" y="54"/>
                </a:cubicBezTo>
                <a:lnTo>
                  <a:pt x="244" y="47"/>
                </a:lnTo>
                <a:lnTo>
                  <a:pt x="252" y="38"/>
                </a:lnTo>
                <a:lnTo>
                  <a:pt x="261" y="31"/>
                </a:lnTo>
                <a:lnTo>
                  <a:pt x="258" y="22"/>
                </a:lnTo>
                <a:lnTo>
                  <a:pt x="253" y="1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0" name="Freeform 75">
            <a:extLst>
              <a:ext uri="{FF2B5EF4-FFF2-40B4-BE49-F238E27FC236}">
                <a16:creationId xmlns:a16="http://schemas.microsoft.com/office/drawing/2014/main" xmlns="" id="{D6C03798-BD35-43AB-9342-3DE8CEE7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844" y="4064174"/>
            <a:ext cx="56959" cy="35599"/>
          </a:xfrm>
          <a:custGeom>
            <a:avLst/>
            <a:gdLst>
              <a:gd name="T0" fmla="*/ 95 w 141"/>
              <a:gd name="T1" fmla="*/ 23 h 87"/>
              <a:gd name="T2" fmla="*/ 133 w 141"/>
              <a:gd name="T3" fmla="*/ 4 h 87"/>
              <a:gd name="T4" fmla="*/ 136 w 141"/>
              <a:gd name="T5" fmla="*/ 3 h 87"/>
              <a:gd name="T6" fmla="*/ 140 w 141"/>
              <a:gd name="T7" fmla="*/ 3 h 87"/>
              <a:gd name="T8" fmla="*/ 135 w 141"/>
              <a:gd name="T9" fmla="*/ 0 h 87"/>
              <a:gd name="T10" fmla="*/ 121 w 141"/>
              <a:gd name="T11" fmla="*/ 1 h 87"/>
              <a:gd name="T12" fmla="*/ 105 w 141"/>
              <a:gd name="T13" fmla="*/ 8 h 87"/>
              <a:gd name="T14" fmla="*/ 93 w 141"/>
              <a:gd name="T15" fmla="*/ 19 h 87"/>
              <a:gd name="T16" fmla="*/ 88 w 141"/>
              <a:gd name="T17" fmla="*/ 25 h 87"/>
              <a:gd name="T18" fmla="*/ 80 w 141"/>
              <a:gd name="T19" fmla="*/ 32 h 87"/>
              <a:gd name="T20" fmla="*/ 72 w 141"/>
              <a:gd name="T21" fmla="*/ 37 h 87"/>
              <a:gd name="T22" fmla="*/ 70 w 141"/>
              <a:gd name="T23" fmla="*/ 38 h 87"/>
              <a:gd name="T24" fmla="*/ 64 w 141"/>
              <a:gd name="T25" fmla="*/ 39 h 87"/>
              <a:gd name="T26" fmla="*/ 55 w 141"/>
              <a:gd name="T27" fmla="*/ 35 h 87"/>
              <a:gd name="T28" fmla="*/ 53 w 141"/>
              <a:gd name="T29" fmla="*/ 30 h 87"/>
              <a:gd name="T30" fmla="*/ 52 w 141"/>
              <a:gd name="T31" fmla="*/ 24 h 87"/>
              <a:gd name="T32" fmla="*/ 56 w 141"/>
              <a:gd name="T33" fmla="*/ 14 h 87"/>
              <a:gd name="T34" fmla="*/ 62 w 141"/>
              <a:gd name="T35" fmla="*/ 3 h 87"/>
              <a:gd name="T36" fmla="*/ 61 w 141"/>
              <a:gd name="T37" fmla="*/ 3 h 87"/>
              <a:gd name="T38" fmla="*/ 29 w 141"/>
              <a:gd name="T39" fmla="*/ 25 h 87"/>
              <a:gd name="T40" fmla="*/ 25 w 141"/>
              <a:gd name="T41" fmla="*/ 30 h 87"/>
              <a:gd name="T42" fmla="*/ 22 w 141"/>
              <a:gd name="T43" fmla="*/ 37 h 87"/>
              <a:gd name="T44" fmla="*/ 17 w 141"/>
              <a:gd name="T45" fmla="*/ 56 h 87"/>
              <a:gd name="T46" fmla="*/ 13 w 141"/>
              <a:gd name="T47" fmla="*/ 66 h 87"/>
              <a:gd name="T48" fmla="*/ 0 w 141"/>
              <a:gd name="T49" fmla="*/ 83 h 87"/>
              <a:gd name="T50" fmla="*/ 19 w 141"/>
              <a:gd name="T51" fmla="*/ 80 h 87"/>
              <a:gd name="T52" fmla="*/ 20 w 141"/>
              <a:gd name="T53" fmla="*/ 80 h 87"/>
              <a:gd name="T54" fmla="*/ 26 w 141"/>
              <a:gd name="T55" fmla="*/ 83 h 87"/>
              <a:gd name="T56" fmla="*/ 28 w 141"/>
              <a:gd name="T57" fmla="*/ 86 h 87"/>
              <a:gd name="T58" fmla="*/ 58 w 141"/>
              <a:gd name="T59" fmla="*/ 50 h 87"/>
              <a:gd name="T60" fmla="*/ 61 w 141"/>
              <a:gd name="T61" fmla="*/ 48 h 87"/>
              <a:gd name="T62" fmla="*/ 76 w 141"/>
              <a:gd name="T63" fmla="*/ 41 h 87"/>
              <a:gd name="T64" fmla="*/ 93 w 141"/>
              <a:gd name="T65" fmla="*/ 24 h 87"/>
              <a:gd name="T66" fmla="*/ 95 w 141"/>
              <a:gd name="T67" fmla="*/ 23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1" h="87">
                <a:moveTo>
                  <a:pt x="95" y="23"/>
                </a:moveTo>
                <a:lnTo>
                  <a:pt x="133" y="4"/>
                </a:lnTo>
                <a:cubicBezTo>
                  <a:pt x="134" y="4"/>
                  <a:pt x="135" y="3"/>
                  <a:pt x="136" y="3"/>
                </a:cubicBezTo>
                <a:lnTo>
                  <a:pt x="140" y="3"/>
                </a:lnTo>
                <a:lnTo>
                  <a:pt x="135" y="0"/>
                </a:lnTo>
                <a:lnTo>
                  <a:pt x="121" y="1"/>
                </a:lnTo>
                <a:lnTo>
                  <a:pt x="105" y="8"/>
                </a:lnTo>
                <a:lnTo>
                  <a:pt x="93" y="19"/>
                </a:lnTo>
                <a:lnTo>
                  <a:pt x="88" y="25"/>
                </a:lnTo>
                <a:lnTo>
                  <a:pt x="80" y="32"/>
                </a:lnTo>
                <a:lnTo>
                  <a:pt x="72" y="37"/>
                </a:lnTo>
                <a:cubicBezTo>
                  <a:pt x="72" y="37"/>
                  <a:pt x="71" y="37"/>
                  <a:pt x="70" y="38"/>
                </a:cubicBezTo>
                <a:lnTo>
                  <a:pt x="64" y="39"/>
                </a:lnTo>
                <a:cubicBezTo>
                  <a:pt x="60" y="40"/>
                  <a:pt x="56" y="38"/>
                  <a:pt x="55" y="35"/>
                </a:cubicBezTo>
                <a:lnTo>
                  <a:pt x="53" y="30"/>
                </a:lnTo>
                <a:cubicBezTo>
                  <a:pt x="52" y="28"/>
                  <a:pt x="52" y="26"/>
                  <a:pt x="52" y="24"/>
                </a:cubicBezTo>
                <a:lnTo>
                  <a:pt x="56" y="14"/>
                </a:lnTo>
                <a:lnTo>
                  <a:pt x="62" y="3"/>
                </a:lnTo>
                <a:lnTo>
                  <a:pt x="61" y="3"/>
                </a:lnTo>
                <a:lnTo>
                  <a:pt x="29" y="25"/>
                </a:lnTo>
                <a:lnTo>
                  <a:pt x="25" y="30"/>
                </a:lnTo>
                <a:lnTo>
                  <a:pt x="22" y="37"/>
                </a:lnTo>
                <a:lnTo>
                  <a:pt x="17" y="56"/>
                </a:lnTo>
                <a:lnTo>
                  <a:pt x="13" y="66"/>
                </a:lnTo>
                <a:lnTo>
                  <a:pt x="0" y="83"/>
                </a:lnTo>
                <a:lnTo>
                  <a:pt x="19" y="80"/>
                </a:lnTo>
                <a:lnTo>
                  <a:pt x="20" y="80"/>
                </a:lnTo>
                <a:cubicBezTo>
                  <a:pt x="22" y="80"/>
                  <a:pt x="25" y="81"/>
                  <a:pt x="26" y="83"/>
                </a:cubicBezTo>
                <a:cubicBezTo>
                  <a:pt x="27" y="84"/>
                  <a:pt x="27" y="85"/>
                  <a:pt x="28" y="86"/>
                </a:cubicBezTo>
                <a:lnTo>
                  <a:pt x="58" y="50"/>
                </a:lnTo>
                <a:cubicBezTo>
                  <a:pt x="59" y="49"/>
                  <a:pt x="60" y="49"/>
                  <a:pt x="61" y="48"/>
                </a:cubicBezTo>
                <a:lnTo>
                  <a:pt x="76" y="41"/>
                </a:lnTo>
                <a:lnTo>
                  <a:pt x="93" y="24"/>
                </a:lnTo>
                <a:cubicBezTo>
                  <a:pt x="94" y="24"/>
                  <a:pt x="94" y="23"/>
                  <a:pt x="95" y="2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1" name="Freeform 76">
            <a:extLst>
              <a:ext uri="{FF2B5EF4-FFF2-40B4-BE49-F238E27FC236}">
                <a16:creationId xmlns:a16="http://schemas.microsoft.com/office/drawing/2014/main" xmlns="" id="{1FF48A25-3BAC-4C97-BB0D-C81D1E546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64" y="4201232"/>
            <a:ext cx="44500" cy="96118"/>
          </a:xfrm>
          <a:custGeom>
            <a:avLst/>
            <a:gdLst>
              <a:gd name="T0" fmla="*/ 105 w 109"/>
              <a:gd name="T1" fmla="*/ 124 h 239"/>
              <a:gd name="T2" fmla="*/ 108 w 109"/>
              <a:gd name="T3" fmla="*/ 122 h 239"/>
              <a:gd name="T4" fmla="*/ 102 w 109"/>
              <a:gd name="T5" fmla="*/ 112 h 239"/>
              <a:gd name="T6" fmla="*/ 96 w 109"/>
              <a:gd name="T7" fmla="*/ 92 h 239"/>
              <a:gd name="T8" fmla="*/ 80 w 109"/>
              <a:gd name="T9" fmla="*/ 40 h 239"/>
              <a:gd name="T10" fmla="*/ 64 w 109"/>
              <a:gd name="T11" fmla="*/ 30 h 239"/>
              <a:gd name="T12" fmla="*/ 59 w 109"/>
              <a:gd name="T13" fmla="*/ 24 h 239"/>
              <a:gd name="T14" fmla="*/ 51 w 109"/>
              <a:gd name="T15" fmla="*/ 0 h 239"/>
              <a:gd name="T16" fmla="*/ 48 w 109"/>
              <a:gd name="T17" fmla="*/ 6 h 239"/>
              <a:gd name="T18" fmla="*/ 50 w 109"/>
              <a:gd name="T19" fmla="*/ 15 h 239"/>
              <a:gd name="T20" fmla="*/ 45 w 109"/>
              <a:gd name="T21" fmla="*/ 38 h 239"/>
              <a:gd name="T22" fmla="*/ 46 w 109"/>
              <a:gd name="T23" fmla="*/ 51 h 239"/>
              <a:gd name="T24" fmla="*/ 58 w 109"/>
              <a:gd name="T25" fmla="*/ 43 h 239"/>
              <a:gd name="T26" fmla="*/ 71 w 109"/>
              <a:gd name="T27" fmla="*/ 48 h 239"/>
              <a:gd name="T28" fmla="*/ 75 w 109"/>
              <a:gd name="T29" fmla="*/ 66 h 239"/>
              <a:gd name="T30" fmla="*/ 54 w 109"/>
              <a:gd name="T31" fmla="*/ 89 h 239"/>
              <a:gd name="T32" fmla="*/ 27 w 109"/>
              <a:gd name="T33" fmla="*/ 122 h 239"/>
              <a:gd name="T34" fmla="*/ 37 w 109"/>
              <a:gd name="T35" fmla="*/ 123 h 239"/>
              <a:gd name="T36" fmla="*/ 40 w 109"/>
              <a:gd name="T37" fmla="*/ 134 h 239"/>
              <a:gd name="T38" fmla="*/ 36 w 109"/>
              <a:gd name="T39" fmla="*/ 143 h 239"/>
              <a:gd name="T40" fmla="*/ 31 w 109"/>
              <a:gd name="T41" fmla="*/ 157 h 239"/>
              <a:gd name="T42" fmla="*/ 19 w 109"/>
              <a:gd name="T43" fmla="*/ 161 h 239"/>
              <a:gd name="T44" fmla="*/ 13 w 109"/>
              <a:gd name="T45" fmla="*/ 157 h 239"/>
              <a:gd name="T46" fmla="*/ 8 w 109"/>
              <a:gd name="T47" fmla="*/ 163 h 239"/>
              <a:gd name="T48" fmla="*/ 3 w 109"/>
              <a:gd name="T49" fmla="*/ 182 h 239"/>
              <a:gd name="T50" fmla="*/ 10 w 109"/>
              <a:gd name="T51" fmla="*/ 184 h 239"/>
              <a:gd name="T52" fmla="*/ 0 w 109"/>
              <a:gd name="T53" fmla="*/ 238 h 239"/>
              <a:gd name="T54" fmla="*/ 28 w 109"/>
              <a:gd name="T55" fmla="*/ 209 h 239"/>
              <a:gd name="T56" fmla="*/ 33 w 109"/>
              <a:gd name="T57" fmla="*/ 204 h 239"/>
              <a:gd name="T58" fmla="*/ 28 w 109"/>
              <a:gd name="T59" fmla="*/ 197 h 239"/>
              <a:gd name="T60" fmla="*/ 22 w 109"/>
              <a:gd name="T61" fmla="*/ 179 h 239"/>
              <a:gd name="T62" fmla="*/ 25 w 109"/>
              <a:gd name="T63" fmla="*/ 170 h 239"/>
              <a:gd name="T64" fmla="*/ 40 w 109"/>
              <a:gd name="T65" fmla="*/ 167 h 239"/>
              <a:gd name="T66" fmla="*/ 70 w 109"/>
              <a:gd name="T67" fmla="*/ 159 h 239"/>
              <a:gd name="T68" fmla="*/ 76 w 109"/>
              <a:gd name="T69" fmla="*/ 148 h 239"/>
              <a:gd name="T70" fmla="*/ 84 w 109"/>
              <a:gd name="T71" fmla="*/ 140 h 239"/>
              <a:gd name="T72" fmla="*/ 101 w 109"/>
              <a:gd name="T73" fmla="*/ 127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9" h="239">
                <a:moveTo>
                  <a:pt x="101" y="127"/>
                </a:moveTo>
                <a:cubicBezTo>
                  <a:pt x="102" y="126"/>
                  <a:pt x="103" y="124"/>
                  <a:pt x="105" y="124"/>
                </a:cubicBezTo>
                <a:lnTo>
                  <a:pt x="108" y="122"/>
                </a:lnTo>
                <a:lnTo>
                  <a:pt x="108" y="122"/>
                </a:lnTo>
                <a:cubicBezTo>
                  <a:pt x="107" y="121"/>
                  <a:pt x="106" y="121"/>
                  <a:pt x="106" y="120"/>
                </a:cubicBezTo>
                <a:lnTo>
                  <a:pt x="102" y="112"/>
                </a:lnTo>
                <a:lnTo>
                  <a:pt x="98" y="101"/>
                </a:lnTo>
                <a:lnTo>
                  <a:pt x="96" y="92"/>
                </a:lnTo>
                <a:lnTo>
                  <a:pt x="96" y="72"/>
                </a:lnTo>
                <a:lnTo>
                  <a:pt x="80" y="40"/>
                </a:lnTo>
                <a:lnTo>
                  <a:pt x="66" y="32"/>
                </a:lnTo>
                <a:cubicBezTo>
                  <a:pt x="65" y="31"/>
                  <a:pt x="65" y="31"/>
                  <a:pt x="64" y="30"/>
                </a:cubicBezTo>
                <a:lnTo>
                  <a:pt x="61" y="27"/>
                </a:lnTo>
                <a:cubicBezTo>
                  <a:pt x="60" y="26"/>
                  <a:pt x="60" y="25"/>
                  <a:pt x="59" y="24"/>
                </a:cubicBezTo>
                <a:lnTo>
                  <a:pt x="57" y="17"/>
                </a:lnTo>
                <a:lnTo>
                  <a:pt x="51" y="0"/>
                </a:lnTo>
                <a:lnTo>
                  <a:pt x="50" y="4"/>
                </a:lnTo>
                <a:cubicBezTo>
                  <a:pt x="49" y="5"/>
                  <a:pt x="49" y="6"/>
                  <a:pt x="48" y="6"/>
                </a:cubicBezTo>
                <a:lnTo>
                  <a:pt x="47" y="8"/>
                </a:lnTo>
                <a:cubicBezTo>
                  <a:pt x="49" y="9"/>
                  <a:pt x="51" y="12"/>
                  <a:pt x="50" y="15"/>
                </a:cubicBezTo>
                <a:lnTo>
                  <a:pt x="49" y="27"/>
                </a:lnTo>
                <a:lnTo>
                  <a:pt x="45" y="38"/>
                </a:lnTo>
                <a:lnTo>
                  <a:pt x="42" y="47"/>
                </a:lnTo>
                <a:cubicBezTo>
                  <a:pt x="43" y="48"/>
                  <a:pt x="45" y="49"/>
                  <a:pt x="46" y="51"/>
                </a:cubicBezTo>
                <a:cubicBezTo>
                  <a:pt x="46" y="52"/>
                  <a:pt x="46" y="53"/>
                  <a:pt x="46" y="54"/>
                </a:cubicBezTo>
                <a:lnTo>
                  <a:pt x="58" y="43"/>
                </a:lnTo>
                <a:cubicBezTo>
                  <a:pt x="60" y="41"/>
                  <a:pt x="64" y="40"/>
                  <a:pt x="67" y="41"/>
                </a:cubicBezTo>
                <a:cubicBezTo>
                  <a:pt x="69" y="42"/>
                  <a:pt x="71" y="45"/>
                  <a:pt x="71" y="48"/>
                </a:cubicBezTo>
                <a:lnTo>
                  <a:pt x="72" y="58"/>
                </a:lnTo>
                <a:lnTo>
                  <a:pt x="75" y="66"/>
                </a:lnTo>
                <a:cubicBezTo>
                  <a:pt x="77" y="70"/>
                  <a:pt x="75" y="74"/>
                  <a:pt x="72" y="76"/>
                </a:cubicBezTo>
                <a:lnTo>
                  <a:pt x="54" y="89"/>
                </a:lnTo>
                <a:lnTo>
                  <a:pt x="37" y="104"/>
                </a:lnTo>
                <a:lnTo>
                  <a:pt x="27" y="122"/>
                </a:lnTo>
                <a:lnTo>
                  <a:pt x="31" y="121"/>
                </a:lnTo>
                <a:cubicBezTo>
                  <a:pt x="33" y="121"/>
                  <a:pt x="35" y="121"/>
                  <a:pt x="37" y="123"/>
                </a:cubicBezTo>
                <a:cubicBezTo>
                  <a:pt x="39" y="124"/>
                  <a:pt x="40" y="127"/>
                  <a:pt x="40" y="129"/>
                </a:cubicBezTo>
                <a:lnTo>
                  <a:pt x="40" y="134"/>
                </a:lnTo>
                <a:cubicBezTo>
                  <a:pt x="40" y="136"/>
                  <a:pt x="39" y="137"/>
                  <a:pt x="39" y="139"/>
                </a:cubicBezTo>
                <a:lnTo>
                  <a:pt x="36" y="143"/>
                </a:lnTo>
                <a:lnTo>
                  <a:pt x="32" y="154"/>
                </a:lnTo>
                <a:cubicBezTo>
                  <a:pt x="32" y="155"/>
                  <a:pt x="31" y="156"/>
                  <a:pt x="31" y="157"/>
                </a:cubicBezTo>
                <a:lnTo>
                  <a:pt x="29" y="159"/>
                </a:lnTo>
                <a:cubicBezTo>
                  <a:pt x="26" y="162"/>
                  <a:pt x="22" y="163"/>
                  <a:pt x="19" y="161"/>
                </a:cubicBezTo>
                <a:lnTo>
                  <a:pt x="16" y="159"/>
                </a:lnTo>
                <a:cubicBezTo>
                  <a:pt x="15" y="159"/>
                  <a:pt x="14" y="158"/>
                  <a:pt x="13" y="157"/>
                </a:cubicBezTo>
                <a:lnTo>
                  <a:pt x="11" y="154"/>
                </a:lnTo>
                <a:lnTo>
                  <a:pt x="8" y="163"/>
                </a:lnTo>
                <a:lnTo>
                  <a:pt x="2" y="182"/>
                </a:lnTo>
                <a:lnTo>
                  <a:pt x="3" y="182"/>
                </a:lnTo>
                <a:cubicBezTo>
                  <a:pt x="4" y="182"/>
                  <a:pt x="4" y="182"/>
                  <a:pt x="4" y="182"/>
                </a:cubicBezTo>
                <a:cubicBezTo>
                  <a:pt x="7" y="182"/>
                  <a:pt x="9" y="183"/>
                  <a:pt x="10" y="184"/>
                </a:cubicBezTo>
                <a:cubicBezTo>
                  <a:pt x="12" y="186"/>
                  <a:pt x="13" y="189"/>
                  <a:pt x="12" y="192"/>
                </a:cubicBezTo>
                <a:lnTo>
                  <a:pt x="0" y="238"/>
                </a:lnTo>
                <a:lnTo>
                  <a:pt x="21" y="222"/>
                </a:lnTo>
                <a:lnTo>
                  <a:pt x="28" y="209"/>
                </a:lnTo>
                <a:cubicBezTo>
                  <a:pt x="28" y="208"/>
                  <a:pt x="29" y="207"/>
                  <a:pt x="30" y="206"/>
                </a:cubicBezTo>
                <a:lnTo>
                  <a:pt x="33" y="204"/>
                </a:lnTo>
                <a:lnTo>
                  <a:pt x="32" y="201"/>
                </a:lnTo>
                <a:lnTo>
                  <a:pt x="28" y="197"/>
                </a:lnTo>
                <a:cubicBezTo>
                  <a:pt x="26" y="196"/>
                  <a:pt x="24" y="194"/>
                  <a:pt x="24" y="191"/>
                </a:cubicBezTo>
                <a:lnTo>
                  <a:pt x="22" y="179"/>
                </a:lnTo>
                <a:cubicBezTo>
                  <a:pt x="21" y="177"/>
                  <a:pt x="22" y="175"/>
                  <a:pt x="23" y="174"/>
                </a:cubicBezTo>
                <a:lnTo>
                  <a:pt x="25" y="170"/>
                </a:lnTo>
                <a:cubicBezTo>
                  <a:pt x="26" y="167"/>
                  <a:pt x="30" y="165"/>
                  <a:pt x="33" y="166"/>
                </a:cubicBezTo>
                <a:lnTo>
                  <a:pt x="40" y="167"/>
                </a:lnTo>
                <a:lnTo>
                  <a:pt x="67" y="161"/>
                </a:lnTo>
                <a:lnTo>
                  <a:pt x="70" y="159"/>
                </a:lnTo>
                <a:lnTo>
                  <a:pt x="73" y="154"/>
                </a:lnTo>
                <a:lnTo>
                  <a:pt x="76" y="148"/>
                </a:lnTo>
                <a:lnTo>
                  <a:pt x="81" y="142"/>
                </a:lnTo>
                <a:cubicBezTo>
                  <a:pt x="82" y="141"/>
                  <a:pt x="83" y="141"/>
                  <a:pt x="84" y="140"/>
                </a:cubicBezTo>
                <a:lnTo>
                  <a:pt x="98" y="133"/>
                </a:lnTo>
                <a:lnTo>
                  <a:pt x="101" y="12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2" name="Freeform 77">
            <a:extLst>
              <a:ext uri="{FF2B5EF4-FFF2-40B4-BE49-F238E27FC236}">
                <a16:creationId xmlns:a16="http://schemas.microsoft.com/office/drawing/2014/main" xmlns="" id="{64904990-A310-43D5-AFA0-2B418172C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738" y="3240052"/>
            <a:ext cx="42719" cy="24919"/>
          </a:xfrm>
          <a:custGeom>
            <a:avLst/>
            <a:gdLst>
              <a:gd name="T0" fmla="*/ 93 w 105"/>
              <a:gd name="T1" fmla="*/ 43 h 62"/>
              <a:gd name="T2" fmla="*/ 94 w 105"/>
              <a:gd name="T3" fmla="*/ 42 h 62"/>
              <a:gd name="T4" fmla="*/ 96 w 105"/>
              <a:gd name="T5" fmla="*/ 40 h 62"/>
              <a:gd name="T6" fmla="*/ 103 w 105"/>
              <a:gd name="T7" fmla="*/ 44 h 62"/>
              <a:gd name="T8" fmla="*/ 97 w 105"/>
              <a:gd name="T9" fmla="*/ 39 h 62"/>
              <a:gd name="T10" fmla="*/ 99 w 105"/>
              <a:gd name="T11" fmla="*/ 37 h 62"/>
              <a:gd name="T12" fmla="*/ 101 w 105"/>
              <a:gd name="T13" fmla="*/ 35 h 62"/>
              <a:gd name="T14" fmla="*/ 102 w 105"/>
              <a:gd name="T15" fmla="*/ 34 h 62"/>
              <a:gd name="T16" fmla="*/ 102 w 105"/>
              <a:gd name="T17" fmla="*/ 34 h 62"/>
              <a:gd name="T18" fmla="*/ 103 w 105"/>
              <a:gd name="T19" fmla="*/ 33 h 62"/>
              <a:gd name="T20" fmla="*/ 104 w 105"/>
              <a:gd name="T21" fmla="*/ 32 h 62"/>
              <a:gd name="T22" fmla="*/ 104 w 105"/>
              <a:gd name="T23" fmla="*/ 24 h 62"/>
              <a:gd name="T24" fmla="*/ 89 w 105"/>
              <a:gd name="T25" fmla="*/ 20 h 62"/>
              <a:gd name="T26" fmla="*/ 69 w 105"/>
              <a:gd name="T27" fmla="*/ 13 h 62"/>
              <a:gd name="T28" fmla="*/ 46 w 105"/>
              <a:gd name="T29" fmla="*/ 9 h 62"/>
              <a:gd name="T30" fmla="*/ 23 w 105"/>
              <a:gd name="T31" fmla="*/ 7 h 62"/>
              <a:gd name="T32" fmla="*/ 20 w 105"/>
              <a:gd name="T33" fmla="*/ 6 h 62"/>
              <a:gd name="T34" fmla="*/ 11 w 105"/>
              <a:gd name="T35" fmla="*/ 0 h 62"/>
              <a:gd name="T36" fmla="*/ 2 w 105"/>
              <a:gd name="T37" fmla="*/ 9 h 62"/>
              <a:gd name="T38" fmla="*/ 0 w 105"/>
              <a:gd name="T39" fmla="*/ 14 h 62"/>
              <a:gd name="T40" fmla="*/ 4 w 105"/>
              <a:gd name="T41" fmla="*/ 23 h 62"/>
              <a:gd name="T42" fmla="*/ 27 w 105"/>
              <a:gd name="T43" fmla="*/ 47 h 62"/>
              <a:gd name="T44" fmla="*/ 29 w 105"/>
              <a:gd name="T45" fmla="*/ 51 h 62"/>
              <a:gd name="T46" fmla="*/ 31 w 105"/>
              <a:gd name="T47" fmla="*/ 61 h 62"/>
              <a:gd name="T48" fmla="*/ 38 w 105"/>
              <a:gd name="T49" fmla="*/ 60 h 62"/>
              <a:gd name="T50" fmla="*/ 76 w 105"/>
              <a:gd name="T51" fmla="*/ 60 h 62"/>
              <a:gd name="T52" fmla="*/ 85 w 105"/>
              <a:gd name="T53" fmla="*/ 52 h 62"/>
              <a:gd name="T54" fmla="*/ 86 w 105"/>
              <a:gd name="T55" fmla="*/ 52 h 62"/>
              <a:gd name="T56" fmla="*/ 87 w 105"/>
              <a:gd name="T57" fmla="*/ 50 h 62"/>
              <a:gd name="T58" fmla="*/ 89 w 105"/>
              <a:gd name="T59" fmla="*/ 49 h 62"/>
              <a:gd name="T60" fmla="*/ 90 w 105"/>
              <a:gd name="T61" fmla="*/ 47 h 62"/>
              <a:gd name="T62" fmla="*/ 97 w 105"/>
              <a:gd name="T63" fmla="*/ 51 h 62"/>
              <a:gd name="T64" fmla="*/ 92 w 105"/>
              <a:gd name="T65" fmla="*/ 45 h 62"/>
              <a:gd name="T66" fmla="*/ 93 w 105"/>
              <a:gd name="T67" fmla="*/ 4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" h="62">
                <a:moveTo>
                  <a:pt x="93" y="43"/>
                </a:moveTo>
                <a:lnTo>
                  <a:pt x="94" y="42"/>
                </a:lnTo>
                <a:lnTo>
                  <a:pt x="96" y="40"/>
                </a:lnTo>
                <a:lnTo>
                  <a:pt x="103" y="44"/>
                </a:lnTo>
                <a:lnTo>
                  <a:pt x="97" y="39"/>
                </a:lnTo>
                <a:cubicBezTo>
                  <a:pt x="98" y="38"/>
                  <a:pt x="99" y="37"/>
                  <a:pt x="99" y="37"/>
                </a:cubicBezTo>
                <a:cubicBezTo>
                  <a:pt x="99" y="37"/>
                  <a:pt x="100" y="35"/>
                  <a:pt x="101" y="35"/>
                </a:cubicBezTo>
                <a:lnTo>
                  <a:pt x="102" y="34"/>
                </a:lnTo>
                <a:lnTo>
                  <a:pt x="102" y="34"/>
                </a:lnTo>
                <a:cubicBezTo>
                  <a:pt x="103" y="33"/>
                  <a:pt x="103" y="33"/>
                  <a:pt x="103" y="33"/>
                </a:cubicBezTo>
                <a:cubicBezTo>
                  <a:pt x="103" y="32"/>
                  <a:pt x="104" y="32"/>
                  <a:pt x="104" y="32"/>
                </a:cubicBezTo>
                <a:lnTo>
                  <a:pt x="104" y="24"/>
                </a:lnTo>
                <a:lnTo>
                  <a:pt x="89" y="20"/>
                </a:lnTo>
                <a:lnTo>
                  <a:pt x="69" y="13"/>
                </a:lnTo>
                <a:lnTo>
                  <a:pt x="46" y="9"/>
                </a:lnTo>
                <a:lnTo>
                  <a:pt x="23" y="7"/>
                </a:lnTo>
                <a:cubicBezTo>
                  <a:pt x="22" y="7"/>
                  <a:pt x="21" y="6"/>
                  <a:pt x="20" y="6"/>
                </a:cubicBezTo>
                <a:lnTo>
                  <a:pt x="11" y="0"/>
                </a:lnTo>
                <a:lnTo>
                  <a:pt x="2" y="9"/>
                </a:lnTo>
                <a:lnTo>
                  <a:pt x="0" y="14"/>
                </a:lnTo>
                <a:lnTo>
                  <a:pt x="4" y="23"/>
                </a:lnTo>
                <a:lnTo>
                  <a:pt x="27" y="47"/>
                </a:lnTo>
                <a:cubicBezTo>
                  <a:pt x="28" y="48"/>
                  <a:pt x="29" y="49"/>
                  <a:pt x="29" y="51"/>
                </a:cubicBezTo>
                <a:lnTo>
                  <a:pt x="31" y="61"/>
                </a:lnTo>
                <a:lnTo>
                  <a:pt x="38" y="60"/>
                </a:lnTo>
                <a:lnTo>
                  <a:pt x="76" y="60"/>
                </a:lnTo>
                <a:lnTo>
                  <a:pt x="85" y="52"/>
                </a:lnTo>
                <a:cubicBezTo>
                  <a:pt x="86" y="52"/>
                  <a:pt x="86" y="52"/>
                  <a:pt x="86" y="52"/>
                </a:cubicBezTo>
                <a:lnTo>
                  <a:pt x="87" y="50"/>
                </a:lnTo>
                <a:lnTo>
                  <a:pt x="89" y="49"/>
                </a:lnTo>
                <a:lnTo>
                  <a:pt x="90" y="47"/>
                </a:lnTo>
                <a:lnTo>
                  <a:pt x="97" y="51"/>
                </a:lnTo>
                <a:lnTo>
                  <a:pt x="92" y="45"/>
                </a:lnTo>
                <a:cubicBezTo>
                  <a:pt x="91" y="45"/>
                  <a:pt x="93" y="44"/>
                  <a:pt x="93" y="4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3" name="Freeform 78">
            <a:extLst>
              <a:ext uri="{FF2B5EF4-FFF2-40B4-BE49-F238E27FC236}">
                <a16:creationId xmlns:a16="http://schemas.microsoft.com/office/drawing/2014/main" xmlns="" id="{8653EA22-7C34-4798-B009-E5768EB26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021" y="3836339"/>
            <a:ext cx="14240" cy="8900"/>
          </a:xfrm>
          <a:custGeom>
            <a:avLst/>
            <a:gdLst>
              <a:gd name="T0" fmla="*/ 7 w 36"/>
              <a:gd name="T1" fmla="*/ 0 h 21"/>
              <a:gd name="T2" fmla="*/ 3 w 36"/>
              <a:gd name="T3" fmla="*/ 3 h 21"/>
              <a:gd name="T4" fmla="*/ 0 w 36"/>
              <a:gd name="T5" fmla="*/ 10 h 21"/>
              <a:gd name="T6" fmla="*/ 0 w 36"/>
              <a:gd name="T7" fmla="*/ 17 h 21"/>
              <a:gd name="T8" fmla="*/ 4 w 36"/>
              <a:gd name="T9" fmla="*/ 20 h 21"/>
              <a:gd name="T10" fmla="*/ 10 w 36"/>
              <a:gd name="T11" fmla="*/ 20 h 21"/>
              <a:gd name="T12" fmla="*/ 28 w 36"/>
              <a:gd name="T13" fmla="*/ 9 h 21"/>
              <a:gd name="T14" fmla="*/ 30 w 36"/>
              <a:gd name="T15" fmla="*/ 8 h 21"/>
              <a:gd name="T16" fmla="*/ 35 w 36"/>
              <a:gd name="T17" fmla="*/ 6 h 21"/>
              <a:gd name="T18" fmla="*/ 7 w 36"/>
              <a:gd name="T19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" h="21">
                <a:moveTo>
                  <a:pt x="7" y="0"/>
                </a:moveTo>
                <a:lnTo>
                  <a:pt x="3" y="3"/>
                </a:lnTo>
                <a:lnTo>
                  <a:pt x="0" y="10"/>
                </a:lnTo>
                <a:lnTo>
                  <a:pt x="0" y="17"/>
                </a:lnTo>
                <a:lnTo>
                  <a:pt x="4" y="20"/>
                </a:lnTo>
                <a:lnTo>
                  <a:pt x="10" y="20"/>
                </a:lnTo>
                <a:lnTo>
                  <a:pt x="28" y="9"/>
                </a:lnTo>
                <a:cubicBezTo>
                  <a:pt x="29" y="8"/>
                  <a:pt x="29" y="8"/>
                  <a:pt x="30" y="8"/>
                </a:cubicBezTo>
                <a:lnTo>
                  <a:pt x="35" y="6"/>
                </a:lnTo>
                <a:lnTo>
                  <a:pt x="7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4" name="Freeform 79">
            <a:extLst>
              <a:ext uri="{FF2B5EF4-FFF2-40B4-BE49-F238E27FC236}">
                <a16:creationId xmlns:a16="http://schemas.microsoft.com/office/drawing/2014/main" xmlns="" id="{7B5AA226-AE2A-4503-B1A8-31987C9C2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861" y="3868378"/>
            <a:ext cx="7120" cy="1781"/>
          </a:xfrm>
          <a:custGeom>
            <a:avLst/>
            <a:gdLst>
              <a:gd name="T0" fmla="*/ 17 w 18"/>
              <a:gd name="T1" fmla="*/ 4 h 5"/>
              <a:gd name="T2" fmla="*/ 10 w 18"/>
              <a:gd name="T3" fmla="*/ 0 h 5"/>
              <a:gd name="T4" fmla="*/ 6 w 18"/>
              <a:gd name="T5" fmla="*/ 2 h 5"/>
              <a:gd name="T6" fmla="*/ 3 w 18"/>
              <a:gd name="T7" fmla="*/ 3 h 5"/>
              <a:gd name="T8" fmla="*/ 0 w 18"/>
              <a:gd name="T9" fmla="*/ 3 h 5"/>
              <a:gd name="T10" fmla="*/ 2 w 18"/>
              <a:gd name="T11" fmla="*/ 4 h 5"/>
              <a:gd name="T12" fmla="*/ 17 w 18"/>
              <a:gd name="T13" fmla="*/ 4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" h="5">
                <a:moveTo>
                  <a:pt x="17" y="4"/>
                </a:moveTo>
                <a:lnTo>
                  <a:pt x="10" y="0"/>
                </a:lnTo>
                <a:lnTo>
                  <a:pt x="6" y="2"/>
                </a:lnTo>
                <a:cubicBezTo>
                  <a:pt x="5" y="2"/>
                  <a:pt x="4" y="3"/>
                  <a:pt x="3" y="3"/>
                </a:cubicBezTo>
                <a:lnTo>
                  <a:pt x="0" y="3"/>
                </a:lnTo>
                <a:lnTo>
                  <a:pt x="2" y="4"/>
                </a:lnTo>
                <a:lnTo>
                  <a:pt x="17" y="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5" name="Freeform 80">
            <a:extLst>
              <a:ext uri="{FF2B5EF4-FFF2-40B4-BE49-F238E27FC236}">
                <a16:creationId xmlns:a16="http://schemas.microsoft.com/office/drawing/2014/main" xmlns="" id="{30FE1E8E-0C77-41FC-92B5-F5ACD25B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960" y="3761581"/>
            <a:ext cx="5339" cy="5340"/>
          </a:xfrm>
          <a:custGeom>
            <a:avLst/>
            <a:gdLst>
              <a:gd name="T0" fmla="*/ 8 w 14"/>
              <a:gd name="T1" fmla="*/ 8 h 13"/>
              <a:gd name="T2" fmla="*/ 12 w 14"/>
              <a:gd name="T3" fmla="*/ 4 h 13"/>
              <a:gd name="T4" fmla="*/ 13 w 14"/>
              <a:gd name="T5" fmla="*/ 0 h 13"/>
              <a:gd name="T6" fmla="*/ 6 w 14"/>
              <a:gd name="T7" fmla="*/ 1 h 13"/>
              <a:gd name="T8" fmla="*/ 4 w 14"/>
              <a:gd name="T9" fmla="*/ 2 h 13"/>
              <a:gd name="T10" fmla="*/ 2 w 14"/>
              <a:gd name="T11" fmla="*/ 5 h 13"/>
              <a:gd name="T12" fmla="*/ 0 w 14"/>
              <a:gd name="T13" fmla="*/ 12 h 13"/>
              <a:gd name="T14" fmla="*/ 2 w 14"/>
              <a:gd name="T15" fmla="*/ 10 h 13"/>
              <a:gd name="T16" fmla="*/ 8 w 14"/>
              <a:gd name="T17" fmla="*/ 8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3">
                <a:moveTo>
                  <a:pt x="8" y="8"/>
                </a:moveTo>
                <a:lnTo>
                  <a:pt x="12" y="4"/>
                </a:lnTo>
                <a:lnTo>
                  <a:pt x="13" y="0"/>
                </a:lnTo>
                <a:lnTo>
                  <a:pt x="6" y="1"/>
                </a:lnTo>
                <a:lnTo>
                  <a:pt x="4" y="2"/>
                </a:lnTo>
                <a:lnTo>
                  <a:pt x="2" y="5"/>
                </a:lnTo>
                <a:lnTo>
                  <a:pt x="0" y="12"/>
                </a:lnTo>
                <a:cubicBezTo>
                  <a:pt x="0" y="11"/>
                  <a:pt x="1" y="11"/>
                  <a:pt x="2" y="10"/>
                </a:cubicBezTo>
                <a:lnTo>
                  <a:pt x="8" y="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6" name="Freeform 81">
            <a:extLst>
              <a:ext uri="{FF2B5EF4-FFF2-40B4-BE49-F238E27FC236}">
                <a16:creationId xmlns:a16="http://schemas.microsoft.com/office/drawing/2014/main" xmlns="" id="{0ECADFFF-5132-4079-979D-C125EC55E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758" y="3580024"/>
            <a:ext cx="32039" cy="24919"/>
          </a:xfrm>
          <a:custGeom>
            <a:avLst/>
            <a:gdLst>
              <a:gd name="T0" fmla="*/ 38 w 80"/>
              <a:gd name="T1" fmla="*/ 45 h 60"/>
              <a:gd name="T2" fmla="*/ 72 w 80"/>
              <a:gd name="T3" fmla="*/ 45 h 60"/>
              <a:gd name="T4" fmla="*/ 79 w 80"/>
              <a:gd name="T5" fmla="*/ 33 h 60"/>
              <a:gd name="T6" fmla="*/ 77 w 80"/>
              <a:gd name="T7" fmla="*/ 31 h 60"/>
              <a:gd name="T8" fmla="*/ 68 w 80"/>
              <a:gd name="T9" fmla="*/ 13 h 60"/>
              <a:gd name="T10" fmla="*/ 63 w 80"/>
              <a:gd name="T11" fmla="*/ 8 h 60"/>
              <a:gd name="T12" fmla="*/ 61 w 80"/>
              <a:gd name="T13" fmla="*/ 0 h 60"/>
              <a:gd name="T14" fmla="*/ 14 w 80"/>
              <a:gd name="T15" fmla="*/ 29 h 60"/>
              <a:gd name="T16" fmla="*/ 7 w 80"/>
              <a:gd name="T17" fmla="*/ 36 h 60"/>
              <a:gd name="T18" fmla="*/ 0 w 80"/>
              <a:gd name="T19" fmla="*/ 46 h 60"/>
              <a:gd name="T20" fmla="*/ 1 w 80"/>
              <a:gd name="T21" fmla="*/ 47 h 60"/>
              <a:gd name="T22" fmla="*/ 3 w 80"/>
              <a:gd name="T23" fmla="*/ 48 h 60"/>
              <a:gd name="T24" fmla="*/ 7 w 80"/>
              <a:gd name="T25" fmla="*/ 52 h 60"/>
              <a:gd name="T26" fmla="*/ 12 w 80"/>
              <a:gd name="T27" fmla="*/ 57 h 60"/>
              <a:gd name="T28" fmla="*/ 13 w 80"/>
              <a:gd name="T29" fmla="*/ 59 h 60"/>
              <a:gd name="T30" fmla="*/ 17 w 80"/>
              <a:gd name="T31" fmla="*/ 55 h 60"/>
              <a:gd name="T32" fmla="*/ 34 w 80"/>
              <a:gd name="T33" fmla="*/ 46 h 60"/>
              <a:gd name="T34" fmla="*/ 38 w 80"/>
              <a:gd name="T35" fmla="*/ 45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0" h="60">
                <a:moveTo>
                  <a:pt x="38" y="45"/>
                </a:moveTo>
                <a:lnTo>
                  <a:pt x="72" y="45"/>
                </a:lnTo>
                <a:lnTo>
                  <a:pt x="79" y="33"/>
                </a:lnTo>
                <a:cubicBezTo>
                  <a:pt x="78" y="32"/>
                  <a:pt x="78" y="32"/>
                  <a:pt x="77" y="31"/>
                </a:cubicBezTo>
                <a:lnTo>
                  <a:pt x="68" y="13"/>
                </a:lnTo>
                <a:lnTo>
                  <a:pt x="63" y="8"/>
                </a:lnTo>
                <a:cubicBezTo>
                  <a:pt x="61" y="5"/>
                  <a:pt x="61" y="3"/>
                  <a:pt x="61" y="0"/>
                </a:cubicBezTo>
                <a:lnTo>
                  <a:pt x="14" y="29"/>
                </a:lnTo>
                <a:lnTo>
                  <a:pt x="7" y="36"/>
                </a:lnTo>
                <a:lnTo>
                  <a:pt x="0" y="46"/>
                </a:lnTo>
                <a:lnTo>
                  <a:pt x="1" y="47"/>
                </a:lnTo>
                <a:cubicBezTo>
                  <a:pt x="2" y="47"/>
                  <a:pt x="3" y="48"/>
                  <a:pt x="3" y="48"/>
                </a:cubicBezTo>
                <a:lnTo>
                  <a:pt x="7" y="52"/>
                </a:lnTo>
                <a:lnTo>
                  <a:pt x="12" y="57"/>
                </a:lnTo>
                <a:cubicBezTo>
                  <a:pt x="13" y="58"/>
                  <a:pt x="13" y="59"/>
                  <a:pt x="13" y="59"/>
                </a:cubicBezTo>
                <a:cubicBezTo>
                  <a:pt x="14" y="58"/>
                  <a:pt x="15" y="56"/>
                  <a:pt x="17" y="55"/>
                </a:cubicBezTo>
                <a:lnTo>
                  <a:pt x="34" y="46"/>
                </a:lnTo>
                <a:cubicBezTo>
                  <a:pt x="35" y="45"/>
                  <a:pt x="36" y="45"/>
                  <a:pt x="38" y="45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7" name="Freeform 82">
            <a:extLst>
              <a:ext uri="{FF2B5EF4-FFF2-40B4-BE49-F238E27FC236}">
                <a16:creationId xmlns:a16="http://schemas.microsoft.com/office/drawing/2014/main" xmlns="" id="{D9488D9C-64C8-4B8B-82A7-3E53295B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258" y="3092315"/>
            <a:ext cx="121037" cy="144178"/>
          </a:xfrm>
          <a:custGeom>
            <a:avLst/>
            <a:gdLst>
              <a:gd name="T0" fmla="*/ 265 w 300"/>
              <a:gd name="T1" fmla="*/ 213 h 355"/>
              <a:gd name="T2" fmla="*/ 269 w 300"/>
              <a:gd name="T3" fmla="*/ 195 h 355"/>
              <a:gd name="T4" fmla="*/ 263 w 300"/>
              <a:gd name="T5" fmla="*/ 174 h 355"/>
              <a:gd name="T6" fmla="*/ 281 w 300"/>
              <a:gd name="T7" fmla="*/ 166 h 355"/>
              <a:gd name="T8" fmla="*/ 292 w 300"/>
              <a:gd name="T9" fmla="*/ 143 h 355"/>
              <a:gd name="T10" fmla="*/ 283 w 300"/>
              <a:gd name="T11" fmla="*/ 145 h 355"/>
              <a:gd name="T12" fmla="*/ 262 w 300"/>
              <a:gd name="T13" fmla="*/ 126 h 355"/>
              <a:gd name="T14" fmla="*/ 248 w 300"/>
              <a:gd name="T15" fmla="*/ 113 h 355"/>
              <a:gd name="T16" fmla="*/ 239 w 300"/>
              <a:gd name="T17" fmla="*/ 88 h 355"/>
              <a:gd name="T18" fmla="*/ 245 w 300"/>
              <a:gd name="T19" fmla="*/ 75 h 355"/>
              <a:gd name="T20" fmla="*/ 237 w 300"/>
              <a:gd name="T21" fmla="*/ 57 h 355"/>
              <a:gd name="T22" fmla="*/ 229 w 300"/>
              <a:gd name="T23" fmla="*/ 16 h 355"/>
              <a:gd name="T24" fmla="*/ 216 w 300"/>
              <a:gd name="T25" fmla="*/ 1 h 355"/>
              <a:gd name="T26" fmla="*/ 212 w 300"/>
              <a:gd name="T27" fmla="*/ 75 h 355"/>
              <a:gd name="T28" fmla="*/ 215 w 300"/>
              <a:gd name="T29" fmla="*/ 106 h 355"/>
              <a:gd name="T30" fmla="*/ 238 w 300"/>
              <a:gd name="T31" fmla="*/ 138 h 355"/>
              <a:gd name="T32" fmla="*/ 219 w 300"/>
              <a:gd name="T33" fmla="*/ 160 h 355"/>
              <a:gd name="T34" fmla="*/ 201 w 300"/>
              <a:gd name="T35" fmla="*/ 155 h 355"/>
              <a:gd name="T36" fmla="*/ 198 w 300"/>
              <a:gd name="T37" fmla="*/ 177 h 355"/>
              <a:gd name="T38" fmla="*/ 180 w 300"/>
              <a:gd name="T39" fmla="*/ 184 h 355"/>
              <a:gd name="T40" fmla="*/ 175 w 300"/>
              <a:gd name="T41" fmla="*/ 175 h 355"/>
              <a:gd name="T42" fmla="*/ 170 w 300"/>
              <a:gd name="T43" fmla="*/ 198 h 355"/>
              <a:gd name="T44" fmla="*/ 148 w 300"/>
              <a:gd name="T45" fmla="*/ 219 h 355"/>
              <a:gd name="T46" fmla="*/ 138 w 300"/>
              <a:gd name="T47" fmla="*/ 201 h 355"/>
              <a:gd name="T48" fmla="*/ 137 w 300"/>
              <a:gd name="T49" fmla="*/ 187 h 355"/>
              <a:gd name="T50" fmla="*/ 92 w 300"/>
              <a:gd name="T51" fmla="*/ 219 h 355"/>
              <a:gd name="T52" fmla="*/ 79 w 300"/>
              <a:gd name="T53" fmla="*/ 202 h 355"/>
              <a:gd name="T54" fmla="*/ 68 w 300"/>
              <a:gd name="T55" fmla="*/ 214 h 355"/>
              <a:gd name="T56" fmla="*/ 77 w 300"/>
              <a:gd name="T57" fmla="*/ 234 h 355"/>
              <a:gd name="T58" fmla="*/ 54 w 300"/>
              <a:gd name="T59" fmla="*/ 234 h 355"/>
              <a:gd name="T60" fmla="*/ 17 w 300"/>
              <a:gd name="T61" fmla="*/ 252 h 355"/>
              <a:gd name="T62" fmla="*/ 2 w 300"/>
              <a:gd name="T63" fmla="*/ 267 h 355"/>
              <a:gd name="T64" fmla="*/ 14 w 300"/>
              <a:gd name="T65" fmla="*/ 279 h 355"/>
              <a:gd name="T66" fmla="*/ 13 w 300"/>
              <a:gd name="T67" fmla="*/ 315 h 355"/>
              <a:gd name="T68" fmla="*/ 33 w 300"/>
              <a:gd name="T69" fmla="*/ 330 h 355"/>
              <a:gd name="T70" fmla="*/ 62 w 300"/>
              <a:gd name="T71" fmla="*/ 314 h 355"/>
              <a:gd name="T72" fmla="*/ 74 w 300"/>
              <a:gd name="T73" fmla="*/ 278 h 355"/>
              <a:gd name="T74" fmla="*/ 94 w 300"/>
              <a:gd name="T75" fmla="*/ 251 h 355"/>
              <a:gd name="T76" fmla="*/ 109 w 300"/>
              <a:gd name="T77" fmla="*/ 277 h 355"/>
              <a:gd name="T78" fmla="*/ 123 w 300"/>
              <a:gd name="T79" fmla="*/ 242 h 355"/>
              <a:gd name="T80" fmla="*/ 138 w 300"/>
              <a:gd name="T81" fmla="*/ 254 h 355"/>
              <a:gd name="T82" fmla="*/ 152 w 300"/>
              <a:gd name="T83" fmla="*/ 266 h 355"/>
              <a:gd name="T84" fmla="*/ 173 w 300"/>
              <a:gd name="T85" fmla="*/ 227 h 355"/>
              <a:gd name="T86" fmla="*/ 185 w 300"/>
              <a:gd name="T87" fmla="*/ 244 h 355"/>
              <a:gd name="T88" fmla="*/ 183 w 300"/>
              <a:gd name="T89" fmla="*/ 215 h 355"/>
              <a:gd name="T90" fmla="*/ 196 w 300"/>
              <a:gd name="T91" fmla="*/ 192 h 355"/>
              <a:gd name="T92" fmla="*/ 238 w 300"/>
              <a:gd name="T93" fmla="*/ 238 h 355"/>
              <a:gd name="T94" fmla="*/ 229 w 300"/>
              <a:gd name="T95" fmla="*/ 272 h 355"/>
              <a:gd name="T96" fmla="*/ 204 w 300"/>
              <a:gd name="T97" fmla="*/ 292 h 355"/>
              <a:gd name="T98" fmla="*/ 173 w 300"/>
              <a:gd name="T99" fmla="*/ 298 h 355"/>
              <a:gd name="T100" fmla="*/ 136 w 300"/>
              <a:gd name="T101" fmla="*/ 316 h 355"/>
              <a:gd name="T102" fmla="*/ 150 w 300"/>
              <a:gd name="T103" fmla="*/ 344 h 355"/>
              <a:gd name="T104" fmla="*/ 284 w 300"/>
              <a:gd name="T105" fmla="*/ 293 h 355"/>
              <a:gd name="T106" fmla="*/ 291 w 300"/>
              <a:gd name="T107" fmla="*/ 228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00" h="355">
                <a:moveTo>
                  <a:pt x="291" y="228"/>
                </a:moveTo>
                <a:lnTo>
                  <a:pt x="278" y="223"/>
                </a:lnTo>
                <a:cubicBezTo>
                  <a:pt x="277" y="223"/>
                  <a:pt x="277" y="222"/>
                  <a:pt x="276" y="222"/>
                </a:cubicBezTo>
                <a:lnTo>
                  <a:pt x="265" y="213"/>
                </a:lnTo>
                <a:cubicBezTo>
                  <a:pt x="263" y="212"/>
                  <a:pt x="262" y="209"/>
                  <a:pt x="262" y="207"/>
                </a:cubicBezTo>
                <a:cubicBezTo>
                  <a:pt x="262" y="204"/>
                  <a:pt x="262" y="203"/>
                  <a:pt x="264" y="201"/>
                </a:cubicBezTo>
                <a:lnTo>
                  <a:pt x="266" y="199"/>
                </a:lnTo>
                <a:lnTo>
                  <a:pt x="269" y="195"/>
                </a:lnTo>
                <a:lnTo>
                  <a:pt x="264" y="186"/>
                </a:lnTo>
                <a:cubicBezTo>
                  <a:pt x="263" y="185"/>
                  <a:pt x="263" y="185"/>
                  <a:pt x="263" y="184"/>
                </a:cubicBezTo>
                <a:lnTo>
                  <a:pt x="262" y="180"/>
                </a:lnTo>
                <a:cubicBezTo>
                  <a:pt x="261" y="178"/>
                  <a:pt x="262" y="176"/>
                  <a:pt x="263" y="174"/>
                </a:cubicBezTo>
                <a:lnTo>
                  <a:pt x="266" y="168"/>
                </a:lnTo>
                <a:cubicBezTo>
                  <a:pt x="267" y="166"/>
                  <a:pt x="270" y="164"/>
                  <a:pt x="274" y="164"/>
                </a:cubicBezTo>
                <a:lnTo>
                  <a:pt x="278" y="165"/>
                </a:lnTo>
                <a:cubicBezTo>
                  <a:pt x="279" y="165"/>
                  <a:pt x="280" y="165"/>
                  <a:pt x="281" y="166"/>
                </a:cubicBezTo>
                <a:lnTo>
                  <a:pt x="286" y="168"/>
                </a:lnTo>
                <a:lnTo>
                  <a:pt x="286" y="168"/>
                </a:lnTo>
                <a:lnTo>
                  <a:pt x="289" y="158"/>
                </a:lnTo>
                <a:lnTo>
                  <a:pt x="292" y="143"/>
                </a:lnTo>
                <a:cubicBezTo>
                  <a:pt x="290" y="143"/>
                  <a:pt x="288" y="142"/>
                  <a:pt x="286" y="141"/>
                </a:cubicBezTo>
                <a:lnTo>
                  <a:pt x="286" y="141"/>
                </a:lnTo>
                <a:lnTo>
                  <a:pt x="285" y="142"/>
                </a:lnTo>
                <a:cubicBezTo>
                  <a:pt x="285" y="143"/>
                  <a:pt x="284" y="144"/>
                  <a:pt x="283" y="145"/>
                </a:cubicBezTo>
                <a:lnTo>
                  <a:pt x="264" y="160"/>
                </a:lnTo>
                <a:cubicBezTo>
                  <a:pt x="261" y="162"/>
                  <a:pt x="257" y="163"/>
                  <a:pt x="254" y="160"/>
                </a:cubicBezTo>
                <a:cubicBezTo>
                  <a:pt x="251" y="158"/>
                  <a:pt x="250" y="154"/>
                  <a:pt x="252" y="151"/>
                </a:cubicBezTo>
                <a:lnTo>
                  <a:pt x="262" y="126"/>
                </a:lnTo>
                <a:lnTo>
                  <a:pt x="264" y="117"/>
                </a:lnTo>
                <a:lnTo>
                  <a:pt x="267" y="93"/>
                </a:lnTo>
                <a:lnTo>
                  <a:pt x="258" y="110"/>
                </a:lnTo>
                <a:cubicBezTo>
                  <a:pt x="256" y="113"/>
                  <a:pt x="252" y="115"/>
                  <a:pt x="248" y="113"/>
                </a:cubicBezTo>
                <a:lnTo>
                  <a:pt x="239" y="110"/>
                </a:lnTo>
                <a:cubicBezTo>
                  <a:pt x="235" y="108"/>
                  <a:pt x="233" y="104"/>
                  <a:pt x="235" y="100"/>
                </a:cubicBezTo>
                <a:lnTo>
                  <a:pt x="238" y="90"/>
                </a:lnTo>
                <a:cubicBezTo>
                  <a:pt x="238" y="89"/>
                  <a:pt x="238" y="88"/>
                  <a:pt x="239" y="88"/>
                </a:cubicBezTo>
                <a:lnTo>
                  <a:pt x="243" y="82"/>
                </a:lnTo>
                <a:lnTo>
                  <a:pt x="249" y="77"/>
                </a:lnTo>
                <a:lnTo>
                  <a:pt x="246" y="75"/>
                </a:lnTo>
                <a:lnTo>
                  <a:pt x="245" y="75"/>
                </a:lnTo>
                <a:cubicBezTo>
                  <a:pt x="243" y="75"/>
                  <a:pt x="241" y="74"/>
                  <a:pt x="239" y="72"/>
                </a:cubicBezTo>
                <a:cubicBezTo>
                  <a:pt x="237" y="71"/>
                  <a:pt x="237" y="69"/>
                  <a:pt x="237" y="67"/>
                </a:cubicBezTo>
                <a:lnTo>
                  <a:pt x="237" y="61"/>
                </a:lnTo>
                <a:cubicBezTo>
                  <a:pt x="237" y="60"/>
                  <a:pt x="237" y="58"/>
                  <a:pt x="237" y="57"/>
                </a:cubicBezTo>
                <a:lnTo>
                  <a:pt x="225" y="42"/>
                </a:lnTo>
                <a:cubicBezTo>
                  <a:pt x="223" y="39"/>
                  <a:pt x="223" y="36"/>
                  <a:pt x="225" y="33"/>
                </a:cubicBezTo>
                <a:lnTo>
                  <a:pt x="230" y="25"/>
                </a:lnTo>
                <a:lnTo>
                  <a:pt x="229" y="16"/>
                </a:lnTo>
                <a:lnTo>
                  <a:pt x="225" y="5"/>
                </a:lnTo>
                <a:lnTo>
                  <a:pt x="222" y="0"/>
                </a:lnTo>
                <a:lnTo>
                  <a:pt x="219" y="0"/>
                </a:lnTo>
                <a:lnTo>
                  <a:pt x="216" y="1"/>
                </a:lnTo>
                <a:lnTo>
                  <a:pt x="196" y="24"/>
                </a:lnTo>
                <a:lnTo>
                  <a:pt x="196" y="36"/>
                </a:lnTo>
                <a:lnTo>
                  <a:pt x="201" y="57"/>
                </a:lnTo>
                <a:lnTo>
                  <a:pt x="212" y="75"/>
                </a:lnTo>
                <a:cubicBezTo>
                  <a:pt x="212" y="75"/>
                  <a:pt x="213" y="76"/>
                  <a:pt x="213" y="77"/>
                </a:cubicBezTo>
                <a:lnTo>
                  <a:pt x="216" y="89"/>
                </a:lnTo>
                <a:cubicBezTo>
                  <a:pt x="217" y="90"/>
                  <a:pt x="217" y="91"/>
                  <a:pt x="217" y="92"/>
                </a:cubicBezTo>
                <a:lnTo>
                  <a:pt x="215" y="106"/>
                </a:lnTo>
                <a:lnTo>
                  <a:pt x="220" y="114"/>
                </a:lnTo>
                <a:lnTo>
                  <a:pt x="228" y="121"/>
                </a:lnTo>
                <a:lnTo>
                  <a:pt x="237" y="135"/>
                </a:lnTo>
                <a:cubicBezTo>
                  <a:pt x="237" y="136"/>
                  <a:pt x="238" y="137"/>
                  <a:pt x="238" y="138"/>
                </a:cubicBezTo>
                <a:lnTo>
                  <a:pt x="242" y="159"/>
                </a:lnTo>
                <a:cubicBezTo>
                  <a:pt x="242" y="162"/>
                  <a:pt x="241" y="165"/>
                  <a:pt x="239" y="167"/>
                </a:cubicBezTo>
                <a:cubicBezTo>
                  <a:pt x="236" y="169"/>
                  <a:pt x="232" y="169"/>
                  <a:pt x="230" y="167"/>
                </a:cubicBezTo>
                <a:lnTo>
                  <a:pt x="219" y="160"/>
                </a:lnTo>
                <a:cubicBezTo>
                  <a:pt x="218" y="160"/>
                  <a:pt x="217" y="159"/>
                  <a:pt x="216" y="158"/>
                </a:cubicBezTo>
                <a:lnTo>
                  <a:pt x="205" y="142"/>
                </a:lnTo>
                <a:lnTo>
                  <a:pt x="200" y="154"/>
                </a:lnTo>
                <a:lnTo>
                  <a:pt x="201" y="155"/>
                </a:lnTo>
                <a:cubicBezTo>
                  <a:pt x="201" y="156"/>
                  <a:pt x="201" y="157"/>
                  <a:pt x="201" y="158"/>
                </a:cubicBezTo>
                <a:lnTo>
                  <a:pt x="202" y="162"/>
                </a:lnTo>
                <a:cubicBezTo>
                  <a:pt x="202" y="163"/>
                  <a:pt x="202" y="164"/>
                  <a:pt x="202" y="165"/>
                </a:cubicBezTo>
                <a:lnTo>
                  <a:pt x="198" y="177"/>
                </a:lnTo>
                <a:cubicBezTo>
                  <a:pt x="198" y="178"/>
                  <a:pt x="198" y="179"/>
                  <a:pt x="197" y="179"/>
                </a:cubicBezTo>
                <a:lnTo>
                  <a:pt x="194" y="185"/>
                </a:lnTo>
                <a:cubicBezTo>
                  <a:pt x="192" y="187"/>
                  <a:pt x="190" y="189"/>
                  <a:pt x="186" y="188"/>
                </a:cubicBezTo>
                <a:cubicBezTo>
                  <a:pt x="183" y="188"/>
                  <a:pt x="181" y="186"/>
                  <a:pt x="180" y="184"/>
                </a:cubicBezTo>
                <a:lnTo>
                  <a:pt x="178" y="179"/>
                </a:lnTo>
                <a:cubicBezTo>
                  <a:pt x="177" y="178"/>
                  <a:pt x="177" y="178"/>
                  <a:pt x="177" y="177"/>
                </a:cubicBezTo>
                <a:lnTo>
                  <a:pt x="176" y="170"/>
                </a:lnTo>
                <a:lnTo>
                  <a:pt x="175" y="175"/>
                </a:lnTo>
                <a:lnTo>
                  <a:pt x="175" y="182"/>
                </a:lnTo>
                <a:lnTo>
                  <a:pt x="176" y="188"/>
                </a:lnTo>
                <a:cubicBezTo>
                  <a:pt x="177" y="190"/>
                  <a:pt x="176" y="193"/>
                  <a:pt x="174" y="195"/>
                </a:cubicBezTo>
                <a:lnTo>
                  <a:pt x="170" y="198"/>
                </a:lnTo>
                <a:lnTo>
                  <a:pt x="164" y="212"/>
                </a:lnTo>
                <a:cubicBezTo>
                  <a:pt x="164" y="213"/>
                  <a:pt x="163" y="214"/>
                  <a:pt x="162" y="215"/>
                </a:cubicBezTo>
                <a:lnTo>
                  <a:pt x="158" y="219"/>
                </a:lnTo>
                <a:cubicBezTo>
                  <a:pt x="155" y="221"/>
                  <a:pt x="151" y="221"/>
                  <a:pt x="148" y="219"/>
                </a:cubicBezTo>
                <a:lnTo>
                  <a:pt x="143" y="216"/>
                </a:lnTo>
                <a:cubicBezTo>
                  <a:pt x="142" y="215"/>
                  <a:pt x="141" y="213"/>
                  <a:pt x="141" y="212"/>
                </a:cubicBezTo>
                <a:lnTo>
                  <a:pt x="138" y="204"/>
                </a:lnTo>
                <a:cubicBezTo>
                  <a:pt x="138" y="203"/>
                  <a:pt x="138" y="202"/>
                  <a:pt x="138" y="201"/>
                </a:cubicBezTo>
                <a:lnTo>
                  <a:pt x="138" y="192"/>
                </a:lnTo>
                <a:cubicBezTo>
                  <a:pt x="138" y="191"/>
                  <a:pt x="138" y="190"/>
                  <a:pt x="139" y="189"/>
                </a:cubicBezTo>
                <a:lnTo>
                  <a:pt x="139" y="188"/>
                </a:lnTo>
                <a:lnTo>
                  <a:pt x="137" y="187"/>
                </a:lnTo>
                <a:lnTo>
                  <a:pt x="129" y="191"/>
                </a:lnTo>
                <a:lnTo>
                  <a:pt x="104" y="213"/>
                </a:lnTo>
                <a:cubicBezTo>
                  <a:pt x="104" y="213"/>
                  <a:pt x="103" y="214"/>
                  <a:pt x="102" y="214"/>
                </a:cubicBezTo>
                <a:lnTo>
                  <a:pt x="92" y="219"/>
                </a:lnTo>
                <a:cubicBezTo>
                  <a:pt x="90" y="220"/>
                  <a:pt x="87" y="220"/>
                  <a:pt x="85" y="219"/>
                </a:cubicBezTo>
                <a:cubicBezTo>
                  <a:pt x="83" y="217"/>
                  <a:pt x="82" y="216"/>
                  <a:pt x="81" y="213"/>
                </a:cubicBezTo>
                <a:lnTo>
                  <a:pt x="79" y="205"/>
                </a:lnTo>
                <a:cubicBezTo>
                  <a:pt x="79" y="204"/>
                  <a:pt x="79" y="203"/>
                  <a:pt x="79" y="202"/>
                </a:cubicBezTo>
                <a:lnTo>
                  <a:pt x="80" y="190"/>
                </a:lnTo>
                <a:lnTo>
                  <a:pt x="72" y="198"/>
                </a:lnTo>
                <a:lnTo>
                  <a:pt x="69" y="206"/>
                </a:lnTo>
                <a:lnTo>
                  <a:pt x="68" y="214"/>
                </a:lnTo>
                <a:lnTo>
                  <a:pt x="70" y="216"/>
                </a:lnTo>
                <a:lnTo>
                  <a:pt x="74" y="221"/>
                </a:lnTo>
                <a:lnTo>
                  <a:pt x="77" y="226"/>
                </a:lnTo>
                <a:cubicBezTo>
                  <a:pt x="78" y="229"/>
                  <a:pt x="78" y="231"/>
                  <a:pt x="77" y="234"/>
                </a:cubicBezTo>
                <a:cubicBezTo>
                  <a:pt x="75" y="236"/>
                  <a:pt x="73" y="238"/>
                  <a:pt x="70" y="238"/>
                </a:cubicBezTo>
                <a:lnTo>
                  <a:pt x="64" y="238"/>
                </a:lnTo>
                <a:cubicBezTo>
                  <a:pt x="63" y="238"/>
                  <a:pt x="61" y="238"/>
                  <a:pt x="60" y="237"/>
                </a:cubicBezTo>
                <a:lnTo>
                  <a:pt x="54" y="234"/>
                </a:lnTo>
                <a:cubicBezTo>
                  <a:pt x="53" y="233"/>
                  <a:pt x="53" y="233"/>
                  <a:pt x="52" y="232"/>
                </a:cubicBezTo>
                <a:cubicBezTo>
                  <a:pt x="51" y="234"/>
                  <a:pt x="50" y="236"/>
                  <a:pt x="47" y="237"/>
                </a:cubicBezTo>
                <a:lnTo>
                  <a:pt x="24" y="246"/>
                </a:lnTo>
                <a:lnTo>
                  <a:pt x="17" y="252"/>
                </a:lnTo>
                <a:lnTo>
                  <a:pt x="16" y="259"/>
                </a:lnTo>
                <a:cubicBezTo>
                  <a:pt x="16" y="264"/>
                  <a:pt x="13" y="267"/>
                  <a:pt x="8" y="267"/>
                </a:cubicBezTo>
                <a:lnTo>
                  <a:pt x="2" y="267"/>
                </a:lnTo>
                <a:lnTo>
                  <a:pt x="2" y="267"/>
                </a:lnTo>
                <a:lnTo>
                  <a:pt x="0" y="271"/>
                </a:lnTo>
                <a:lnTo>
                  <a:pt x="1" y="278"/>
                </a:lnTo>
                <a:cubicBezTo>
                  <a:pt x="3" y="276"/>
                  <a:pt x="5" y="275"/>
                  <a:pt x="7" y="275"/>
                </a:cubicBezTo>
                <a:cubicBezTo>
                  <a:pt x="9" y="275"/>
                  <a:pt x="12" y="277"/>
                  <a:pt x="14" y="279"/>
                </a:cubicBezTo>
                <a:lnTo>
                  <a:pt x="17" y="284"/>
                </a:lnTo>
                <a:cubicBezTo>
                  <a:pt x="19" y="286"/>
                  <a:pt x="19" y="289"/>
                  <a:pt x="18" y="291"/>
                </a:cubicBezTo>
                <a:lnTo>
                  <a:pt x="14" y="300"/>
                </a:lnTo>
                <a:lnTo>
                  <a:pt x="13" y="315"/>
                </a:lnTo>
                <a:lnTo>
                  <a:pt x="14" y="325"/>
                </a:lnTo>
                <a:lnTo>
                  <a:pt x="16" y="327"/>
                </a:lnTo>
                <a:lnTo>
                  <a:pt x="29" y="331"/>
                </a:lnTo>
                <a:lnTo>
                  <a:pt x="33" y="330"/>
                </a:lnTo>
                <a:lnTo>
                  <a:pt x="39" y="321"/>
                </a:lnTo>
                <a:lnTo>
                  <a:pt x="44" y="316"/>
                </a:lnTo>
                <a:cubicBezTo>
                  <a:pt x="46" y="314"/>
                  <a:pt x="48" y="313"/>
                  <a:pt x="50" y="314"/>
                </a:cubicBezTo>
                <a:lnTo>
                  <a:pt x="62" y="314"/>
                </a:lnTo>
                <a:lnTo>
                  <a:pt x="62" y="306"/>
                </a:lnTo>
                <a:lnTo>
                  <a:pt x="64" y="298"/>
                </a:lnTo>
                <a:cubicBezTo>
                  <a:pt x="64" y="297"/>
                  <a:pt x="64" y="297"/>
                  <a:pt x="65" y="296"/>
                </a:cubicBezTo>
                <a:lnTo>
                  <a:pt x="74" y="278"/>
                </a:lnTo>
                <a:lnTo>
                  <a:pt x="77" y="269"/>
                </a:lnTo>
                <a:lnTo>
                  <a:pt x="79" y="253"/>
                </a:lnTo>
                <a:cubicBezTo>
                  <a:pt x="79" y="249"/>
                  <a:pt x="82" y="246"/>
                  <a:pt x="86" y="246"/>
                </a:cubicBezTo>
                <a:cubicBezTo>
                  <a:pt x="89" y="245"/>
                  <a:pt x="93" y="248"/>
                  <a:pt x="94" y="251"/>
                </a:cubicBezTo>
                <a:lnTo>
                  <a:pt x="99" y="267"/>
                </a:lnTo>
                <a:lnTo>
                  <a:pt x="105" y="277"/>
                </a:lnTo>
                <a:lnTo>
                  <a:pt x="108" y="278"/>
                </a:lnTo>
                <a:lnTo>
                  <a:pt x="109" y="277"/>
                </a:lnTo>
                <a:lnTo>
                  <a:pt x="112" y="271"/>
                </a:lnTo>
                <a:lnTo>
                  <a:pt x="118" y="248"/>
                </a:lnTo>
                <a:cubicBezTo>
                  <a:pt x="118" y="247"/>
                  <a:pt x="119" y="246"/>
                  <a:pt x="120" y="245"/>
                </a:cubicBezTo>
                <a:lnTo>
                  <a:pt x="123" y="242"/>
                </a:lnTo>
                <a:cubicBezTo>
                  <a:pt x="125" y="240"/>
                  <a:pt x="128" y="239"/>
                  <a:pt x="130" y="240"/>
                </a:cubicBezTo>
                <a:cubicBezTo>
                  <a:pt x="133" y="241"/>
                  <a:pt x="135" y="243"/>
                  <a:pt x="136" y="245"/>
                </a:cubicBezTo>
                <a:lnTo>
                  <a:pt x="138" y="252"/>
                </a:lnTo>
                <a:cubicBezTo>
                  <a:pt x="138" y="252"/>
                  <a:pt x="138" y="253"/>
                  <a:pt x="138" y="254"/>
                </a:cubicBezTo>
                <a:lnTo>
                  <a:pt x="138" y="262"/>
                </a:lnTo>
                <a:cubicBezTo>
                  <a:pt x="139" y="261"/>
                  <a:pt x="141" y="261"/>
                  <a:pt x="142" y="261"/>
                </a:cubicBezTo>
                <a:cubicBezTo>
                  <a:pt x="144" y="260"/>
                  <a:pt x="146" y="261"/>
                  <a:pt x="148" y="263"/>
                </a:cubicBezTo>
                <a:lnTo>
                  <a:pt x="152" y="266"/>
                </a:lnTo>
                <a:lnTo>
                  <a:pt x="156" y="260"/>
                </a:lnTo>
                <a:lnTo>
                  <a:pt x="162" y="245"/>
                </a:lnTo>
                <a:lnTo>
                  <a:pt x="165" y="233"/>
                </a:lnTo>
                <a:cubicBezTo>
                  <a:pt x="166" y="229"/>
                  <a:pt x="170" y="227"/>
                  <a:pt x="173" y="227"/>
                </a:cubicBezTo>
                <a:cubicBezTo>
                  <a:pt x="177" y="228"/>
                  <a:pt x="180" y="231"/>
                  <a:pt x="181" y="234"/>
                </a:cubicBezTo>
                <a:lnTo>
                  <a:pt x="182" y="246"/>
                </a:lnTo>
                <a:lnTo>
                  <a:pt x="182" y="247"/>
                </a:lnTo>
                <a:lnTo>
                  <a:pt x="185" y="244"/>
                </a:lnTo>
                <a:lnTo>
                  <a:pt x="194" y="231"/>
                </a:lnTo>
                <a:lnTo>
                  <a:pt x="197" y="222"/>
                </a:lnTo>
                <a:lnTo>
                  <a:pt x="187" y="215"/>
                </a:lnTo>
                <a:lnTo>
                  <a:pt x="183" y="215"/>
                </a:lnTo>
                <a:cubicBezTo>
                  <a:pt x="180" y="215"/>
                  <a:pt x="177" y="213"/>
                  <a:pt x="176" y="209"/>
                </a:cubicBezTo>
                <a:cubicBezTo>
                  <a:pt x="175" y="206"/>
                  <a:pt x="176" y="202"/>
                  <a:pt x="179" y="200"/>
                </a:cubicBezTo>
                <a:lnTo>
                  <a:pt x="189" y="193"/>
                </a:lnTo>
                <a:cubicBezTo>
                  <a:pt x="191" y="192"/>
                  <a:pt x="193" y="191"/>
                  <a:pt x="196" y="192"/>
                </a:cubicBezTo>
                <a:lnTo>
                  <a:pt x="234" y="205"/>
                </a:lnTo>
                <a:cubicBezTo>
                  <a:pt x="238" y="206"/>
                  <a:pt x="240" y="210"/>
                  <a:pt x="240" y="214"/>
                </a:cubicBezTo>
                <a:lnTo>
                  <a:pt x="238" y="228"/>
                </a:lnTo>
                <a:lnTo>
                  <a:pt x="238" y="238"/>
                </a:lnTo>
                <a:lnTo>
                  <a:pt x="244" y="256"/>
                </a:lnTo>
                <a:cubicBezTo>
                  <a:pt x="245" y="260"/>
                  <a:pt x="243" y="263"/>
                  <a:pt x="241" y="265"/>
                </a:cubicBezTo>
                <a:lnTo>
                  <a:pt x="233" y="271"/>
                </a:lnTo>
                <a:cubicBezTo>
                  <a:pt x="232" y="272"/>
                  <a:pt x="230" y="272"/>
                  <a:pt x="229" y="272"/>
                </a:cubicBezTo>
                <a:lnTo>
                  <a:pt x="215" y="272"/>
                </a:lnTo>
                <a:lnTo>
                  <a:pt x="211" y="276"/>
                </a:lnTo>
                <a:lnTo>
                  <a:pt x="206" y="289"/>
                </a:lnTo>
                <a:cubicBezTo>
                  <a:pt x="205" y="290"/>
                  <a:pt x="205" y="291"/>
                  <a:pt x="204" y="292"/>
                </a:cubicBezTo>
                <a:lnTo>
                  <a:pt x="201" y="294"/>
                </a:lnTo>
                <a:cubicBezTo>
                  <a:pt x="200" y="296"/>
                  <a:pt x="198" y="296"/>
                  <a:pt x="196" y="296"/>
                </a:cubicBezTo>
                <a:lnTo>
                  <a:pt x="178" y="296"/>
                </a:lnTo>
                <a:lnTo>
                  <a:pt x="173" y="298"/>
                </a:lnTo>
                <a:lnTo>
                  <a:pt x="152" y="312"/>
                </a:lnTo>
                <a:cubicBezTo>
                  <a:pt x="151" y="313"/>
                  <a:pt x="150" y="313"/>
                  <a:pt x="148" y="314"/>
                </a:cubicBezTo>
                <a:lnTo>
                  <a:pt x="138" y="315"/>
                </a:lnTo>
                <a:lnTo>
                  <a:pt x="136" y="316"/>
                </a:lnTo>
                <a:lnTo>
                  <a:pt x="135" y="327"/>
                </a:lnTo>
                <a:lnTo>
                  <a:pt x="147" y="333"/>
                </a:lnTo>
                <a:cubicBezTo>
                  <a:pt x="149" y="334"/>
                  <a:pt x="151" y="336"/>
                  <a:pt x="151" y="338"/>
                </a:cubicBezTo>
                <a:cubicBezTo>
                  <a:pt x="152" y="340"/>
                  <a:pt x="151" y="342"/>
                  <a:pt x="150" y="344"/>
                </a:cubicBezTo>
                <a:lnTo>
                  <a:pt x="148" y="349"/>
                </a:lnTo>
                <a:lnTo>
                  <a:pt x="149" y="350"/>
                </a:lnTo>
                <a:lnTo>
                  <a:pt x="202" y="354"/>
                </a:lnTo>
                <a:lnTo>
                  <a:pt x="284" y="293"/>
                </a:lnTo>
                <a:lnTo>
                  <a:pt x="293" y="282"/>
                </a:lnTo>
                <a:lnTo>
                  <a:pt x="299" y="264"/>
                </a:lnTo>
                <a:lnTo>
                  <a:pt x="298" y="237"/>
                </a:lnTo>
                <a:lnTo>
                  <a:pt x="291" y="22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8" name="Freeform 83">
            <a:extLst>
              <a:ext uri="{FF2B5EF4-FFF2-40B4-BE49-F238E27FC236}">
                <a16:creationId xmlns:a16="http://schemas.microsoft.com/office/drawing/2014/main" xmlns="" id="{C2F0B2F0-2BA8-41E0-915D-D29161315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357" y="3574685"/>
            <a:ext cx="10680" cy="8899"/>
          </a:xfrm>
          <a:custGeom>
            <a:avLst/>
            <a:gdLst>
              <a:gd name="T0" fmla="*/ 7 w 25"/>
              <a:gd name="T1" fmla="*/ 9 h 23"/>
              <a:gd name="T2" fmla="*/ 15 w 25"/>
              <a:gd name="T3" fmla="*/ 15 h 23"/>
              <a:gd name="T4" fmla="*/ 16 w 25"/>
              <a:gd name="T5" fmla="*/ 17 h 23"/>
              <a:gd name="T6" fmla="*/ 20 w 25"/>
              <a:gd name="T7" fmla="*/ 22 h 23"/>
              <a:gd name="T8" fmla="*/ 24 w 25"/>
              <a:gd name="T9" fmla="*/ 22 h 23"/>
              <a:gd name="T10" fmla="*/ 22 w 25"/>
              <a:gd name="T11" fmla="*/ 18 h 23"/>
              <a:gd name="T12" fmla="*/ 14 w 25"/>
              <a:gd name="T13" fmla="*/ 8 h 23"/>
              <a:gd name="T14" fmla="*/ 7 w 25"/>
              <a:gd name="T15" fmla="*/ 2 h 23"/>
              <a:gd name="T16" fmla="*/ 3 w 25"/>
              <a:gd name="T17" fmla="*/ 0 h 23"/>
              <a:gd name="T18" fmla="*/ 0 w 25"/>
              <a:gd name="T19" fmla="*/ 1 h 23"/>
              <a:gd name="T20" fmla="*/ 1 w 25"/>
              <a:gd name="T21" fmla="*/ 1 h 23"/>
              <a:gd name="T22" fmla="*/ 7 w 25"/>
              <a:gd name="T23" fmla="*/ 9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5" h="23">
                <a:moveTo>
                  <a:pt x="7" y="9"/>
                </a:moveTo>
                <a:lnTo>
                  <a:pt x="15" y="15"/>
                </a:lnTo>
                <a:cubicBezTo>
                  <a:pt x="15" y="15"/>
                  <a:pt x="16" y="16"/>
                  <a:pt x="16" y="17"/>
                </a:cubicBezTo>
                <a:lnTo>
                  <a:pt x="20" y="22"/>
                </a:lnTo>
                <a:lnTo>
                  <a:pt x="24" y="22"/>
                </a:lnTo>
                <a:lnTo>
                  <a:pt x="22" y="18"/>
                </a:lnTo>
                <a:lnTo>
                  <a:pt x="14" y="8"/>
                </a:lnTo>
                <a:lnTo>
                  <a:pt x="7" y="2"/>
                </a:lnTo>
                <a:lnTo>
                  <a:pt x="3" y="0"/>
                </a:lnTo>
                <a:lnTo>
                  <a:pt x="0" y="1"/>
                </a:lnTo>
                <a:cubicBezTo>
                  <a:pt x="1" y="1"/>
                  <a:pt x="1" y="1"/>
                  <a:pt x="1" y="1"/>
                </a:cubicBezTo>
                <a:lnTo>
                  <a:pt x="7" y="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59" name="Freeform 84">
            <a:extLst>
              <a:ext uri="{FF2B5EF4-FFF2-40B4-BE49-F238E27FC236}">
                <a16:creationId xmlns:a16="http://schemas.microsoft.com/office/drawing/2014/main" xmlns="" id="{403F782F-DECE-4A2F-8A66-AF29A82E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75" y="3426948"/>
            <a:ext cx="19580" cy="8900"/>
          </a:xfrm>
          <a:custGeom>
            <a:avLst/>
            <a:gdLst>
              <a:gd name="T0" fmla="*/ 45 w 48"/>
              <a:gd name="T1" fmla="*/ 9 h 21"/>
              <a:gd name="T2" fmla="*/ 39 w 48"/>
              <a:gd name="T3" fmla="*/ 6 h 21"/>
              <a:gd name="T4" fmla="*/ 30 w 48"/>
              <a:gd name="T5" fmla="*/ 0 h 21"/>
              <a:gd name="T6" fmla="*/ 0 w 48"/>
              <a:gd name="T7" fmla="*/ 0 h 21"/>
              <a:gd name="T8" fmla="*/ 14 w 48"/>
              <a:gd name="T9" fmla="*/ 13 h 21"/>
              <a:gd name="T10" fmla="*/ 28 w 48"/>
              <a:gd name="T11" fmla="*/ 20 h 21"/>
              <a:gd name="T12" fmla="*/ 38 w 48"/>
              <a:gd name="T13" fmla="*/ 19 h 21"/>
              <a:gd name="T14" fmla="*/ 47 w 48"/>
              <a:gd name="T15" fmla="*/ 14 h 21"/>
              <a:gd name="T16" fmla="*/ 47 w 48"/>
              <a:gd name="T17" fmla="*/ 11 h 21"/>
              <a:gd name="T18" fmla="*/ 45 w 48"/>
              <a:gd name="T19" fmla="*/ 9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" h="21">
                <a:moveTo>
                  <a:pt x="45" y="9"/>
                </a:moveTo>
                <a:lnTo>
                  <a:pt x="39" y="6"/>
                </a:lnTo>
                <a:lnTo>
                  <a:pt x="30" y="0"/>
                </a:lnTo>
                <a:lnTo>
                  <a:pt x="0" y="0"/>
                </a:lnTo>
                <a:lnTo>
                  <a:pt x="14" y="13"/>
                </a:lnTo>
                <a:lnTo>
                  <a:pt x="28" y="20"/>
                </a:lnTo>
                <a:lnTo>
                  <a:pt x="38" y="19"/>
                </a:lnTo>
                <a:lnTo>
                  <a:pt x="47" y="14"/>
                </a:lnTo>
                <a:lnTo>
                  <a:pt x="47" y="11"/>
                </a:lnTo>
                <a:lnTo>
                  <a:pt x="45" y="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0" name="Freeform 85">
            <a:extLst>
              <a:ext uri="{FF2B5EF4-FFF2-40B4-BE49-F238E27FC236}">
                <a16:creationId xmlns:a16="http://schemas.microsoft.com/office/drawing/2014/main" xmlns="" id="{962F49FC-A25D-457C-9AE6-17D285E47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979" y="3711742"/>
            <a:ext cx="24919" cy="37380"/>
          </a:xfrm>
          <a:custGeom>
            <a:avLst/>
            <a:gdLst>
              <a:gd name="T0" fmla="*/ 15 w 63"/>
              <a:gd name="T1" fmla="*/ 52 h 93"/>
              <a:gd name="T2" fmla="*/ 25 w 63"/>
              <a:gd name="T3" fmla="*/ 58 h 93"/>
              <a:gd name="T4" fmla="*/ 27 w 63"/>
              <a:gd name="T5" fmla="*/ 61 h 93"/>
              <a:gd name="T6" fmla="*/ 41 w 63"/>
              <a:gd name="T7" fmla="*/ 83 h 93"/>
              <a:gd name="T8" fmla="*/ 43 w 63"/>
              <a:gd name="T9" fmla="*/ 86 h 93"/>
              <a:gd name="T10" fmla="*/ 44 w 63"/>
              <a:gd name="T11" fmla="*/ 92 h 93"/>
              <a:gd name="T12" fmla="*/ 44 w 63"/>
              <a:gd name="T13" fmla="*/ 92 h 93"/>
              <a:gd name="T14" fmla="*/ 48 w 63"/>
              <a:gd name="T15" fmla="*/ 86 h 93"/>
              <a:gd name="T16" fmla="*/ 47 w 63"/>
              <a:gd name="T17" fmla="*/ 75 h 93"/>
              <a:gd name="T18" fmla="*/ 41 w 63"/>
              <a:gd name="T19" fmla="*/ 49 h 93"/>
              <a:gd name="T20" fmla="*/ 42 w 63"/>
              <a:gd name="T21" fmla="*/ 43 h 93"/>
              <a:gd name="T22" fmla="*/ 50 w 63"/>
              <a:gd name="T23" fmla="*/ 32 h 93"/>
              <a:gd name="T24" fmla="*/ 56 w 63"/>
              <a:gd name="T25" fmla="*/ 19 h 93"/>
              <a:gd name="T26" fmla="*/ 62 w 63"/>
              <a:gd name="T27" fmla="*/ 0 h 93"/>
              <a:gd name="T28" fmla="*/ 57 w 63"/>
              <a:gd name="T29" fmla="*/ 14 h 93"/>
              <a:gd name="T30" fmla="*/ 50 w 63"/>
              <a:gd name="T31" fmla="*/ 29 h 93"/>
              <a:gd name="T32" fmla="*/ 46 w 63"/>
              <a:gd name="T33" fmla="*/ 33 h 93"/>
              <a:gd name="T34" fmla="*/ 40 w 63"/>
              <a:gd name="T35" fmla="*/ 36 h 93"/>
              <a:gd name="T36" fmla="*/ 34 w 63"/>
              <a:gd name="T37" fmla="*/ 37 h 93"/>
              <a:gd name="T38" fmla="*/ 28 w 63"/>
              <a:gd name="T39" fmla="*/ 34 h 93"/>
              <a:gd name="T40" fmla="*/ 25 w 63"/>
              <a:gd name="T41" fmla="*/ 33 h 93"/>
              <a:gd name="T42" fmla="*/ 16 w 63"/>
              <a:gd name="T43" fmla="*/ 24 h 93"/>
              <a:gd name="T44" fmla="*/ 16 w 63"/>
              <a:gd name="T45" fmla="*/ 24 h 93"/>
              <a:gd name="T46" fmla="*/ 6 w 63"/>
              <a:gd name="T47" fmla="*/ 40 h 93"/>
              <a:gd name="T48" fmla="*/ 0 w 63"/>
              <a:gd name="T49" fmla="*/ 48 h 93"/>
              <a:gd name="T50" fmla="*/ 13 w 63"/>
              <a:gd name="T51" fmla="*/ 51 h 93"/>
              <a:gd name="T52" fmla="*/ 15 w 63"/>
              <a:gd name="T53" fmla="*/ 5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3" h="93">
                <a:moveTo>
                  <a:pt x="15" y="52"/>
                </a:moveTo>
                <a:lnTo>
                  <a:pt x="25" y="58"/>
                </a:lnTo>
                <a:cubicBezTo>
                  <a:pt x="26" y="59"/>
                  <a:pt x="27" y="60"/>
                  <a:pt x="27" y="61"/>
                </a:cubicBezTo>
                <a:lnTo>
                  <a:pt x="41" y="83"/>
                </a:lnTo>
                <a:cubicBezTo>
                  <a:pt x="42" y="84"/>
                  <a:pt x="42" y="85"/>
                  <a:pt x="43" y="86"/>
                </a:cubicBezTo>
                <a:lnTo>
                  <a:pt x="44" y="92"/>
                </a:lnTo>
                <a:lnTo>
                  <a:pt x="44" y="92"/>
                </a:lnTo>
                <a:lnTo>
                  <a:pt x="48" y="86"/>
                </a:lnTo>
                <a:lnTo>
                  <a:pt x="47" y="75"/>
                </a:lnTo>
                <a:lnTo>
                  <a:pt x="41" y="49"/>
                </a:lnTo>
                <a:cubicBezTo>
                  <a:pt x="41" y="47"/>
                  <a:pt x="41" y="45"/>
                  <a:pt x="42" y="43"/>
                </a:cubicBezTo>
                <a:lnTo>
                  <a:pt x="50" y="32"/>
                </a:lnTo>
                <a:lnTo>
                  <a:pt x="56" y="19"/>
                </a:lnTo>
                <a:lnTo>
                  <a:pt x="62" y="0"/>
                </a:lnTo>
                <a:lnTo>
                  <a:pt x="57" y="14"/>
                </a:lnTo>
                <a:lnTo>
                  <a:pt x="50" y="29"/>
                </a:lnTo>
                <a:cubicBezTo>
                  <a:pt x="49" y="31"/>
                  <a:pt x="48" y="32"/>
                  <a:pt x="46" y="33"/>
                </a:cubicBezTo>
                <a:lnTo>
                  <a:pt x="40" y="36"/>
                </a:lnTo>
                <a:cubicBezTo>
                  <a:pt x="38" y="37"/>
                  <a:pt x="36" y="38"/>
                  <a:pt x="34" y="37"/>
                </a:cubicBezTo>
                <a:lnTo>
                  <a:pt x="28" y="34"/>
                </a:lnTo>
                <a:cubicBezTo>
                  <a:pt x="27" y="34"/>
                  <a:pt x="26" y="33"/>
                  <a:pt x="25" y="33"/>
                </a:cubicBezTo>
                <a:lnTo>
                  <a:pt x="16" y="24"/>
                </a:lnTo>
                <a:lnTo>
                  <a:pt x="16" y="24"/>
                </a:lnTo>
                <a:lnTo>
                  <a:pt x="6" y="40"/>
                </a:lnTo>
                <a:lnTo>
                  <a:pt x="0" y="48"/>
                </a:lnTo>
                <a:lnTo>
                  <a:pt x="13" y="51"/>
                </a:lnTo>
                <a:cubicBezTo>
                  <a:pt x="13" y="51"/>
                  <a:pt x="14" y="52"/>
                  <a:pt x="15" y="52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1" name="Freeform 86">
            <a:extLst>
              <a:ext uri="{FF2B5EF4-FFF2-40B4-BE49-F238E27FC236}">
                <a16:creationId xmlns:a16="http://schemas.microsoft.com/office/drawing/2014/main" xmlns="" id="{6F9FC7B1-7594-46A2-9813-AF6479243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376" y="3426948"/>
            <a:ext cx="8900" cy="14240"/>
          </a:xfrm>
          <a:custGeom>
            <a:avLst/>
            <a:gdLst>
              <a:gd name="T0" fmla="*/ 12 w 24"/>
              <a:gd name="T1" fmla="*/ 0 h 35"/>
              <a:gd name="T2" fmla="*/ 7 w 24"/>
              <a:gd name="T3" fmla="*/ 4 h 35"/>
              <a:gd name="T4" fmla="*/ 5 w 24"/>
              <a:gd name="T5" fmla="*/ 8 h 35"/>
              <a:gd name="T6" fmla="*/ 3 w 24"/>
              <a:gd name="T7" fmla="*/ 12 h 35"/>
              <a:gd name="T8" fmla="*/ 0 w 24"/>
              <a:gd name="T9" fmla="*/ 19 h 35"/>
              <a:gd name="T10" fmla="*/ 2 w 24"/>
              <a:gd name="T11" fmla="*/ 22 h 35"/>
              <a:gd name="T12" fmla="*/ 4 w 24"/>
              <a:gd name="T13" fmla="*/ 32 h 35"/>
              <a:gd name="T14" fmla="*/ 5 w 24"/>
              <a:gd name="T15" fmla="*/ 34 h 35"/>
              <a:gd name="T16" fmla="*/ 21 w 24"/>
              <a:gd name="T17" fmla="*/ 33 h 35"/>
              <a:gd name="T18" fmla="*/ 23 w 24"/>
              <a:gd name="T19" fmla="*/ 32 h 35"/>
              <a:gd name="T20" fmla="*/ 20 w 24"/>
              <a:gd name="T21" fmla="*/ 20 h 35"/>
              <a:gd name="T22" fmla="*/ 12 w 24"/>
              <a:gd name="T23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" h="35">
                <a:moveTo>
                  <a:pt x="12" y="0"/>
                </a:moveTo>
                <a:lnTo>
                  <a:pt x="7" y="4"/>
                </a:lnTo>
                <a:lnTo>
                  <a:pt x="5" y="8"/>
                </a:lnTo>
                <a:lnTo>
                  <a:pt x="3" y="12"/>
                </a:lnTo>
                <a:lnTo>
                  <a:pt x="0" y="19"/>
                </a:lnTo>
                <a:lnTo>
                  <a:pt x="2" y="22"/>
                </a:lnTo>
                <a:lnTo>
                  <a:pt x="4" y="32"/>
                </a:lnTo>
                <a:lnTo>
                  <a:pt x="5" y="34"/>
                </a:lnTo>
                <a:lnTo>
                  <a:pt x="21" y="33"/>
                </a:lnTo>
                <a:lnTo>
                  <a:pt x="23" y="32"/>
                </a:lnTo>
                <a:lnTo>
                  <a:pt x="20" y="20"/>
                </a:lnTo>
                <a:lnTo>
                  <a:pt x="12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2" name="Freeform 87">
            <a:extLst>
              <a:ext uri="{FF2B5EF4-FFF2-40B4-BE49-F238E27FC236}">
                <a16:creationId xmlns:a16="http://schemas.microsoft.com/office/drawing/2014/main" xmlns="" id="{69A41AC2-2150-4AAF-A7E4-0FFE1EF84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217" y="3120794"/>
            <a:ext cx="12460" cy="14240"/>
          </a:xfrm>
          <a:custGeom>
            <a:avLst/>
            <a:gdLst>
              <a:gd name="T0" fmla="*/ 29 w 32"/>
              <a:gd name="T1" fmla="*/ 27 h 34"/>
              <a:gd name="T2" fmla="*/ 31 w 32"/>
              <a:gd name="T3" fmla="*/ 17 h 34"/>
              <a:gd name="T4" fmla="*/ 28 w 32"/>
              <a:gd name="T5" fmla="*/ 7 h 34"/>
              <a:gd name="T6" fmla="*/ 24 w 32"/>
              <a:gd name="T7" fmla="*/ 3 h 34"/>
              <a:gd name="T8" fmla="*/ 9 w 32"/>
              <a:gd name="T9" fmla="*/ 0 h 34"/>
              <a:gd name="T10" fmla="*/ 5 w 32"/>
              <a:gd name="T11" fmla="*/ 1 h 34"/>
              <a:gd name="T12" fmla="*/ 3 w 32"/>
              <a:gd name="T13" fmla="*/ 3 h 34"/>
              <a:gd name="T14" fmla="*/ 4 w 32"/>
              <a:gd name="T15" fmla="*/ 11 h 34"/>
              <a:gd name="T16" fmla="*/ 3 w 32"/>
              <a:gd name="T17" fmla="*/ 15 h 34"/>
              <a:gd name="T18" fmla="*/ 0 w 32"/>
              <a:gd name="T19" fmla="*/ 25 h 34"/>
              <a:gd name="T20" fmla="*/ 2 w 32"/>
              <a:gd name="T21" fmla="*/ 26 h 34"/>
              <a:gd name="T22" fmla="*/ 11 w 32"/>
              <a:gd name="T23" fmla="*/ 33 h 34"/>
              <a:gd name="T24" fmla="*/ 24 w 32"/>
              <a:gd name="T25" fmla="*/ 32 h 34"/>
              <a:gd name="T26" fmla="*/ 29 w 32"/>
              <a:gd name="T27" fmla="*/ 2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2" h="34">
                <a:moveTo>
                  <a:pt x="29" y="27"/>
                </a:moveTo>
                <a:lnTo>
                  <a:pt x="31" y="17"/>
                </a:lnTo>
                <a:lnTo>
                  <a:pt x="28" y="7"/>
                </a:lnTo>
                <a:lnTo>
                  <a:pt x="24" y="3"/>
                </a:lnTo>
                <a:lnTo>
                  <a:pt x="9" y="0"/>
                </a:lnTo>
                <a:lnTo>
                  <a:pt x="5" y="1"/>
                </a:lnTo>
                <a:lnTo>
                  <a:pt x="3" y="3"/>
                </a:lnTo>
                <a:lnTo>
                  <a:pt x="4" y="11"/>
                </a:lnTo>
                <a:cubicBezTo>
                  <a:pt x="4" y="12"/>
                  <a:pt x="4" y="14"/>
                  <a:pt x="3" y="15"/>
                </a:cubicBezTo>
                <a:lnTo>
                  <a:pt x="0" y="25"/>
                </a:lnTo>
                <a:cubicBezTo>
                  <a:pt x="0" y="25"/>
                  <a:pt x="1" y="26"/>
                  <a:pt x="2" y="26"/>
                </a:cubicBezTo>
                <a:lnTo>
                  <a:pt x="11" y="33"/>
                </a:lnTo>
                <a:lnTo>
                  <a:pt x="24" y="32"/>
                </a:lnTo>
                <a:lnTo>
                  <a:pt x="29" y="2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3" name="Freeform 88">
            <a:extLst>
              <a:ext uri="{FF2B5EF4-FFF2-40B4-BE49-F238E27FC236}">
                <a16:creationId xmlns:a16="http://schemas.microsoft.com/office/drawing/2014/main" xmlns="" id="{A57C4FD6-556D-4963-AE66-0BC0AD95D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096" y="3426948"/>
            <a:ext cx="19580" cy="7120"/>
          </a:xfrm>
          <a:custGeom>
            <a:avLst/>
            <a:gdLst>
              <a:gd name="T0" fmla="*/ 7 w 49"/>
              <a:gd name="T1" fmla="*/ 3 h 18"/>
              <a:gd name="T2" fmla="*/ 4 w 49"/>
              <a:gd name="T3" fmla="*/ 6 h 18"/>
              <a:gd name="T4" fmla="*/ 1 w 49"/>
              <a:gd name="T5" fmla="*/ 11 h 18"/>
              <a:gd name="T6" fmla="*/ 0 w 49"/>
              <a:gd name="T7" fmla="*/ 13 h 18"/>
              <a:gd name="T8" fmla="*/ 2 w 49"/>
              <a:gd name="T9" fmla="*/ 14 h 18"/>
              <a:gd name="T10" fmla="*/ 28 w 49"/>
              <a:gd name="T11" fmla="*/ 17 h 18"/>
              <a:gd name="T12" fmla="*/ 37 w 49"/>
              <a:gd name="T13" fmla="*/ 16 h 18"/>
              <a:gd name="T14" fmla="*/ 41 w 49"/>
              <a:gd name="T15" fmla="*/ 13 h 18"/>
              <a:gd name="T16" fmla="*/ 48 w 49"/>
              <a:gd name="T17" fmla="*/ 0 h 18"/>
              <a:gd name="T18" fmla="*/ 16 w 49"/>
              <a:gd name="T19" fmla="*/ 0 h 18"/>
              <a:gd name="T20" fmla="*/ 7 w 49"/>
              <a:gd name="T21" fmla="*/ 3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9" h="18">
                <a:moveTo>
                  <a:pt x="7" y="3"/>
                </a:moveTo>
                <a:lnTo>
                  <a:pt x="4" y="6"/>
                </a:lnTo>
                <a:lnTo>
                  <a:pt x="1" y="11"/>
                </a:lnTo>
                <a:cubicBezTo>
                  <a:pt x="1" y="12"/>
                  <a:pt x="0" y="12"/>
                  <a:pt x="0" y="13"/>
                </a:cubicBezTo>
                <a:lnTo>
                  <a:pt x="2" y="14"/>
                </a:lnTo>
                <a:lnTo>
                  <a:pt x="28" y="17"/>
                </a:lnTo>
                <a:lnTo>
                  <a:pt x="37" y="16"/>
                </a:lnTo>
                <a:lnTo>
                  <a:pt x="41" y="13"/>
                </a:lnTo>
                <a:lnTo>
                  <a:pt x="48" y="0"/>
                </a:lnTo>
                <a:lnTo>
                  <a:pt x="16" y="0"/>
                </a:lnTo>
                <a:lnTo>
                  <a:pt x="7" y="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4" name="Freeform 89">
            <a:extLst>
              <a:ext uri="{FF2B5EF4-FFF2-40B4-BE49-F238E27FC236}">
                <a16:creationId xmlns:a16="http://schemas.microsoft.com/office/drawing/2014/main" xmlns="" id="{3123BB75-A6A3-4A6B-8534-D82D04602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237" y="3442968"/>
            <a:ext cx="32039" cy="17800"/>
          </a:xfrm>
          <a:custGeom>
            <a:avLst/>
            <a:gdLst>
              <a:gd name="T0" fmla="*/ 75 w 78"/>
              <a:gd name="T1" fmla="*/ 32 h 42"/>
              <a:gd name="T2" fmla="*/ 67 w 78"/>
              <a:gd name="T3" fmla="*/ 26 h 42"/>
              <a:gd name="T4" fmla="*/ 67 w 78"/>
              <a:gd name="T5" fmla="*/ 24 h 42"/>
              <a:gd name="T6" fmla="*/ 53 w 78"/>
              <a:gd name="T7" fmla="*/ 22 h 42"/>
              <a:gd name="T8" fmla="*/ 50 w 78"/>
              <a:gd name="T9" fmla="*/ 21 h 42"/>
              <a:gd name="T10" fmla="*/ 44 w 78"/>
              <a:gd name="T11" fmla="*/ 18 h 42"/>
              <a:gd name="T12" fmla="*/ 41 w 78"/>
              <a:gd name="T13" fmla="*/ 15 h 42"/>
              <a:gd name="T14" fmla="*/ 31 w 78"/>
              <a:gd name="T15" fmla="*/ 0 h 42"/>
              <a:gd name="T16" fmla="*/ 31 w 78"/>
              <a:gd name="T17" fmla="*/ 0 h 42"/>
              <a:gd name="T18" fmla="*/ 30 w 78"/>
              <a:gd name="T19" fmla="*/ 1 h 42"/>
              <a:gd name="T20" fmla="*/ 27 w 78"/>
              <a:gd name="T21" fmla="*/ 6 h 42"/>
              <a:gd name="T22" fmla="*/ 21 w 78"/>
              <a:gd name="T23" fmla="*/ 10 h 42"/>
              <a:gd name="T24" fmla="*/ 17 w 78"/>
              <a:gd name="T25" fmla="*/ 11 h 42"/>
              <a:gd name="T26" fmla="*/ 13 w 78"/>
              <a:gd name="T27" fmla="*/ 10 h 42"/>
              <a:gd name="T28" fmla="*/ 5 w 78"/>
              <a:gd name="T29" fmla="*/ 8 h 42"/>
              <a:gd name="T30" fmla="*/ 5 w 78"/>
              <a:gd name="T31" fmla="*/ 10 h 42"/>
              <a:gd name="T32" fmla="*/ 4 w 78"/>
              <a:gd name="T33" fmla="*/ 14 h 42"/>
              <a:gd name="T34" fmla="*/ 1 w 78"/>
              <a:gd name="T35" fmla="*/ 18 h 42"/>
              <a:gd name="T36" fmla="*/ 0 w 78"/>
              <a:gd name="T37" fmla="*/ 24 h 42"/>
              <a:gd name="T38" fmla="*/ 3 w 78"/>
              <a:gd name="T39" fmla="*/ 37 h 42"/>
              <a:gd name="T40" fmla="*/ 9 w 78"/>
              <a:gd name="T41" fmla="*/ 35 h 42"/>
              <a:gd name="T42" fmla="*/ 11 w 78"/>
              <a:gd name="T43" fmla="*/ 35 h 42"/>
              <a:gd name="T44" fmla="*/ 12 w 78"/>
              <a:gd name="T45" fmla="*/ 35 h 42"/>
              <a:gd name="T46" fmla="*/ 42 w 78"/>
              <a:gd name="T47" fmla="*/ 37 h 42"/>
              <a:gd name="T48" fmla="*/ 44 w 78"/>
              <a:gd name="T49" fmla="*/ 38 h 42"/>
              <a:gd name="T50" fmla="*/ 51 w 78"/>
              <a:gd name="T51" fmla="*/ 41 h 42"/>
              <a:gd name="T52" fmla="*/ 53 w 78"/>
              <a:gd name="T53" fmla="*/ 41 h 42"/>
              <a:gd name="T54" fmla="*/ 76 w 78"/>
              <a:gd name="T55" fmla="*/ 34 h 42"/>
              <a:gd name="T56" fmla="*/ 77 w 78"/>
              <a:gd name="T57" fmla="*/ 34 h 42"/>
              <a:gd name="T58" fmla="*/ 77 w 78"/>
              <a:gd name="T59" fmla="*/ 34 h 42"/>
              <a:gd name="T60" fmla="*/ 77 w 78"/>
              <a:gd name="T61" fmla="*/ 32 h 42"/>
              <a:gd name="T62" fmla="*/ 75 w 78"/>
              <a:gd name="T63" fmla="*/ 3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78" h="42">
                <a:moveTo>
                  <a:pt x="75" y="32"/>
                </a:moveTo>
                <a:cubicBezTo>
                  <a:pt x="71" y="32"/>
                  <a:pt x="68" y="29"/>
                  <a:pt x="67" y="26"/>
                </a:cubicBezTo>
                <a:lnTo>
                  <a:pt x="67" y="24"/>
                </a:lnTo>
                <a:lnTo>
                  <a:pt x="53" y="22"/>
                </a:lnTo>
                <a:cubicBezTo>
                  <a:pt x="52" y="22"/>
                  <a:pt x="51" y="22"/>
                  <a:pt x="50" y="21"/>
                </a:cubicBezTo>
                <a:lnTo>
                  <a:pt x="44" y="18"/>
                </a:lnTo>
                <a:cubicBezTo>
                  <a:pt x="42" y="17"/>
                  <a:pt x="41" y="16"/>
                  <a:pt x="41" y="15"/>
                </a:cubicBezTo>
                <a:lnTo>
                  <a:pt x="31" y="0"/>
                </a:lnTo>
                <a:lnTo>
                  <a:pt x="31" y="0"/>
                </a:lnTo>
                <a:lnTo>
                  <a:pt x="30" y="1"/>
                </a:lnTo>
                <a:lnTo>
                  <a:pt x="27" y="6"/>
                </a:lnTo>
                <a:cubicBezTo>
                  <a:pt x="26" y="9"/>
                  <a:pt x="24" y="10"/>
                  <a:pt x="21" y="10"/>
                </a:cubicBezTo>
                <a:lnTo>
                  <a:pt x="17" y="11"/>
                </a:lnTo>
                <a:cubicBezTo>
                  <a:pt x="16" y="11"/>
                  <a:pt x="14" y="11"/>
                  <a:pt x="13" y="10"/>
                </a:cubicBezTo>
                <a:lnTo>
                  <a:pt x="5" y="8"/>
                </a:lnTo>
                <a:lnTo>
                  <a:pt x="5" y="10"/>
                </a:lnTo>
                <a:cubicBezTo>
                  <a:pt x="5" y="12"/>
                  <a:pt x="5" y="13"/>
                  <a:pt x="4" y="14"/>
                </a:cubicBezTo>
                <a:lnTo>
                  <a:pt x="1" y="18"/>
                </a:lnTo>
                <a:lnTo>
                  <a:pt x="0" y="24"/>
                </a:lnTo>
                <a:lnTo>
                  <a:pt x="3" y="37"/>
                </a:lnTo>
                <a:lnTo>
                  <a:pt x="9" y="35"/>
                </a:lnTo>
                <a:cubicBezTo>
                  <a:pt x="10" y="35"/>
                  <a:pt x="11" y="35"/>
                  <a:pt x="11" y="35"/>
                </a:cubicBezTo>
                <a:lnTo>
                  <a:pt x="12" y="35"/>
                </a:lnTo>
                <a:lnTo>
                  <a:pt x="42" y="37"/>
                </a:lnTo>
                <a:cubicBezTo>
                  <a:pt x="43" y="37"/>
                  <a:pt x="44" y="38"/>
                  <a:pt x="44" y="38"/>
                </a:cubicBezTo>
                <a:lnTo>
                  <a:pt x="51" y="41"/>
                </a:lnTo>
                <a:lnTo>
                  <a:pt x="53" y="41"/>
                </a:lnTo>
                <a:lnTo>
                  <a:pt x="76" y="34"/>
                </a:lnTo>
                <a:cubicBezTo>
                  <a:pt x="77" y="34"/>
                  <a:pt x="77" y="34"/>
                  <a:pt x="77" y="34"/>
                </a:cubicBezTo>
                <a:lnTo>
                  <a:pt x="77" y="34"/>
                </a:lnTo>
                <a:lnTo>
                  <a:pt x="77" y="32"/>
                </a:lnTo>
                <a:lnTo>
                  <a:pt x="75" y="3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5" name="Freeform 90">
            <a:extLst>
              <a:ext uri="{FF2B5EF4-FFF2-40B4-BE49-F238E27FC236}">
                <a16:creationId xmlns:a16="http://schemas.microsoft.com/office/drawing/2014/main" xmlns="" id="{B102C7FB-1CA4-4977-B57A-1D92730EA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502" y="3403809"/>
            <a:ext cx="5340" cy="7120"/>
          </a:xfrm>
          <a:custGeom>
            <a:avLst/>
            <a:gdLst>
              <a:gd name="T0" fmla="*/ 5 w 13"/>
              <a:gd name="T1" fmla="*/ 5 h 19"/>
              <a:gd name="T2" fmla="*/ 1 w 13"/>
              <a:gd name="T3" fmla="*/ 17 h 19"/>
              <a:gd name="T4" fmla="*/ 0 w 13"/>
              <a:gd name="T5" fmla="*/ 18 h 19"/>
              <a:gd name="T6" fmla="*/ 1 w 13"/>
              <a:gd name="T7" fmla="*/ 18 h 19"/>
              <a:gd name="T8" fmla="*/ 6 w 13"/>
              <a:gd name="T9" fmla="*/ 15 h 19"/>
              <a:gd name="T10" fmla="*/ 8 w 13"/>
              <a:gd name="T11" fmla="*/ 12 h 19"/>
              <a:gd name="T12" fmla="*/ 11 w 13"/>
              <a:gd name="T13" fmla="*/ 6 h 19"/>
              <a:gd name="T14" fmla="*/ 12 w 13"/>
              <a:gd name="T15" fmla="*/ 5 h 19"/>
              <a:gd name="T16" fmla="*/ 5 w 13"/>
              <a:gd name="T17" fmla="*/ 0 h 19"/>
              <a:gd name="T18" fmla="*/ 5 w 13"/>
              <a:gd name="T19" fmla="*/ 5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" h="19">
                <a:moveTo>
                  <a:pt x="5" y="5"/>
                </a:moveTo>
                <a:lnTo>
                  <a:pt x="1" y="17"/>
                </a:lnTo>
                <a:cubicBezTo>
                  <a:pt x="1" y="17"/>
                  <a:pt x="1" y="18"/>
                  <a:pt x="0" y="18"/>
                </a:cubicBezTo>
                <a:cubicBezTo>
                  <a:pt x="1" y="18"/>
                  <a:pt x="1" y="18"/>
                  <a:pt x="1" y="18"/>
                </a:cubicBezTo>
                <a:lnTo>
                  <a:pt x="6" y="15"/>
                </a:lnTo>
                <a:lnTo>
                  <a:pt x="8" y="12"/>
                </a:lnTo>
                <a:lnTo>
                  <a:pt x="11" y="6"/>
                </a:lnTo>
                <a:cubicBezTo>
                  <a:pt x="11" y="5"/>
                  <a:pt x="11" y="5"/>
                  <a:pt x="12" y="5"/>
                </a:cubicBezTo>
                <a:lnTo>
                  <a:pt x="5" y="0"/>
                </a:lnTo>
                <a:cubicBezTo>
                  <a:pt x="6" y="2"/>
                  <a:pt x="6" y="3"/>
                  <a:pt x="5" y="5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6" name="Freeform 91">
            <a:extLst>
              <a:ext uri="{FF2B5EF4-FFF2-40B4-BE49-F238E27FC236}">
                <a16:creationId xmlns:a16="http://schemas.microsoft.com/office/drawing/2014/main" xmlns="" id="{52A06D00-6A73-401A-94CF-AA4DEA86E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483" y="3412708"/>
            <a:ext cx="19579" cy="37380"/>
          </a:xfrm>
          <a:custGeom>
            <a:avLst/>
            <a:gdLst>
              <a:gd name="T0" fmla="*/ 42 w 47"/>
              <a:gd name="T1" fmla="*/ 48 h 92"/>
              <a:gd name="T2" fmla="*/ 34 w 47"/>
              <a:gd name="T3" fmla="*/ 49 h 92"/>
              <a:gd name="T4" fmla="*/ 29 w 47"/>
              <a:gd name="T5" fmla="*/ 48 h 92"/>
              <a:gd name="T6" fmla="*/ 25 w 47"/>
              <a:gd name="T7" fmla="*/ 44 h 92"/>
              <a:gd name="T8" fmla="*/ 22 w 47"/>
              <a:gd name="T9" fmla="*/ 40 h 92"/>
              <a:gd name="T10" fmla="*/ 21 w 47"/>
              <a:gd name="T11" fmla="*/ 36 h 92"/>
              <a:gd name="T12" fmla="*/ 21 w 47"/>
              <a:gd name="T13" fmla="*/ 29 h 92"/>
              <a:gd name="T14" fmla="*/ 22 w 47"/>
              <a:gd name="T15" fmla="*/ 26 h 92"/>
              <a:gd name="T16" fmla="*/ 25 w 47"/>
              <a:gd name="T17" fmla="*/ 19 h 92"/>
              <a:gd name="T18" fmla="*/ 28 w 47"/>
              <a:gd name="T19" fmla="*/ 15 h 92"/>
              <a:gd name="T20" fmla="*/ 34 w 47"/>
              <a:gd name="T21" fmla="*/ 12 h 92"/>
              <a:gd name="T22" fmla="*/ 35 w 47"/>
              <a:gd name="T23" fmla="*/ 11 h 92"/>
              <a:gd name="T24" fmla="*/ 35 w 47"/>
              <a:gd name="T25" fmla="*/ 8 h 92"/>
              <a:gd name="T26" fmla="*/ 35 w 47"/>
              <a:gd name="T27" fmla="*/ 2 h 92"/>
              <a:gd name="T28" fmla="*/ 35 w 47"/>
              <a:gd name="T29" fmla="*/ 0 h 92"/>
              <a:gd name="T30" fmla="*/ 34 w 47"/>
              <a:gd name="T31" fmla="*/ 2 h 92"/>
              <a:gd name="T32" fmla="*/ 32 w 47"/>
              <a:gd name="T33" fmla="*/ 3 h 92"/>
              <a:gd name="T34" fmla="*/ 23 w 47"/>
              <a:gd name="T35" fmla="*/ 8 h 92"/>
              <a:gd name="T36" fmla="*/ 17 w 47"/>
              <a:gd name="T37" fmla="*/ 17 h 92"/>
              <a:gd name="T38" fmla="*/ 14 w 47"/>
              <a:gd name="T39" fmla="*/ 23 h 92"/>
              <a:gd name="T40" fmla="*/ 0 w 47"/>
              <a:gd name="T41" fmla="*/ 64 h 92"/>
              <a:gd name="T42" fmla="*/ 0 w 47"/>
              <a:gd name="T43" fmla="*/ 70 h 92"/>
              <a:gd name="T44" fmla="*/ 2 w 47"/>
              <a:gd name="T45" fmla="*/ 68 h 92"/>
              <a:gd name="T46" fmla="*/ 11 w 47"/>
              <a:gd name="T47" fmla="*/ 68 h 92"/>
              <a:gd name="T48" fmla="*/ 16 w 47"/>
              <a:gd name="T49" fmla="*/ 72 h 92"/>
              <a:gd name="T50" fmla="*/ 19 w 47"/>
              <a:gd name="T51" fmla="*/ 74 h 92"/>
              <a:gd name="T52" fmla="*/ 31 w 47"/>
              <a:gd name="T53" fmla="*/ 91 h 92"/>
              <a:gd name="T54" fmla="*/ 31 w 47"/>
              <a:gd name="T55" fmla="*/ 91 h 92"/>
              <a:gd name="T56" fmla="*/ 45 w 47"/>
              <a:gd name="T57" fmla="*/ 90 h 92"/>
              <a:gd name="T58" fmla="*/ 46 w 47"/>
              <a:gd name="T59" fmla="*/ 87 h 92"/>
              <a:gd name="T60" fmla="*/ 46 w 47"/>
              <a:gd name="T61" fmla="*/ 79 h 92"/>
              <a:gd name="T62" fmla="*/ 44 w 47"/>
              <a:gd name="T63" fmla="*/ 61 h 92"/>
              <a:gd name="T64" fmla="*/ 42 w 47"/>
              <a:gd name="T65" fmla="*/ 4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7" h="92">
                <a:moveTo>
                  <a:pt x="42" y="48"/>
                </a:moveTo>
                <a:cubicBezTo>
                  <a:pt x="40" y="49"/>
                  <a:pt x="37" y="50"/>
                  <a:pt x="34" y="49"/>
                </a:cubicBezTo>
                <a:lnTo>
                  <a:pt x="29" y="48"/>
                </a:lnTo>
                <a:cubicBezTo>
                  <a:pt x="27" y="47"/>
                  <a:pt x="26" y="46"/>
                  <a:pt x="25" y="44"/>
                </a:cubicBezTo>
                <a:lnTo>
                  <a:pt x="22" y="40"/>
                </a:lnTo>
                <a:cubicBezTo>
                  <a:pt x="21" y="39"/>
                  <a:pt x="21" y="37"/>
                  <a:pt x="21" y="36"/>
                </a:cubicBezTo>
                <a:lnTo>
                  <a:pt x="21" y="29"/>
                </a:lnTo>
                <a:cubicBezTo>
                  <a:pt x="21" y="28"/>
                  <a:pt x="21" y="27"/>
                  <a:pt x="22" y="26"/>
                </a:cubicBezTo>
                <a:lnTo>
                  <a:pt x="25" y="19"/>
                </a:lnTo>
                <a:cubicBezTo>
                  <a:pt x="26" y="17"/>
                  <a:pt x="27" y="16"/>
                  <a:pt x="28" y="15"/>
                </a:cubicBezTo>
                <a:lnTo>
                  <a:pt x="34" y="12"/>
                </a:lnTo>
                <a:cubicBezTo>
                  <a:pt x="35" y="11"/>
                  <a:pt x="35" y="11"/>
                  <a:pt x="35" y="11"/>
                </a:cubicBezTo>
                <a:cubicBezTo>
                  <a:pt x="35" y="10"/>
                  <a:pt x="35" y="9"/>
                  <a:pt x="35" y="8"/>
                </a:cubicBezTo>
                <a:lnTo>
                  <a:pt x="35" y="2"/>
                </a:lnTo>
                <a:cubicBezTo>
                  <a:pt x="35" y="2"/>
                  <a:pt x="35" y="1"/>
                  <a:pt x="35" y="0"/>
                </a:cubicBezTo>
                <a:lnTo>
                  <a:pt x="34" y="2"/>
                </a:lnTo>
                <a:cubicBezTo>
                  <a:pt x="33" y="2"/>
                  <a:pt x="33" y="3"/>
                  <a:pt x="32" y="3"/>
                </a:cubicBezTo>
                <a:lnTo>
                  <a:pt x="23" y="8"/>
                </a:lnTo>
                <a:lnTo>
                  <a:pt x="17" y="17"/>
                </a:lnTo>
                <a:lnTo>
                  <a:pt x="14" y="23"/>
                </a:lnTo>
                <a:lnTo>
                  <a:pt x="0" y="64"/>
                </a:lnTo>
                <a:lnTo>
                  <a:pt x="0" y="70"/>
                </a:lnTo>
                <a:cubicBezTo>
                  <a:pt x="0" y="69"/>
                  <a:pt x="1" y="68"/>
                  <a:pt x="2" y="68"/>
                </a:cubicBezTo>
                <a:cubicBezTo>
                  <a:pt x="5" y="66"/>
                  <a:pt x="8" y="66"/>
                  <a:pt x="11" y="68"/>
                </a:cubicBezTo>
                <a:lnTo>
                  <a:pt x="16" y="72"/>
                </a:lnTo>
                <a:cubicBezTo>
                  <a:pt x="17" y="72"/>
                  <a:pt x="18" y="73"/>
                  <a:pt x="19" y="74"/>
                </a:cubicBezTo>
                <a:lnTo>
                  <a:pt x="31" y="91"/>
                </a:lnTo>
                <a:lnTo>
                  <a:pt x="31" y="91"/>
                </a:lnTo>
                <a:lnTo>
                  <a:pt x="45" y="90"/>
                </a:lnTo>
                <a:lnTo>
                  <a:pt x="46" y="87"/>
                </a:lnTo>
                <a:lnTo>
                  <a:pt x="46" y="79"/>
                </a:lnTo>
                <a:lnTo>
                  <a:pt x="44" y="61"/>
                </a:lnTo>
                <a:lnTo>
                  <a:pt x="42" y="4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7" name="Freeform 92">
            <a:extLst>
              <a:ext uri="{FF2B5EF4-FFF2-40B4-BE49-F238E27FC236}">
                <a16:creationId xmlns:a16="http://schemas.microsoft.com/office/drawing/2014/main" xmlns="" id="{47F41673-1555-4087-945F-E5C870FC3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803" y="3444747"/>
            <a:ext cx="19579" cy="33820"/>
          </a:xfrm>
          <a:custGeom>
            <a:avLst/>
            <a:gdLst>
              <a:gd name="T0" fmla="*/ 44 w 48"/>
              <a:gd name="T1" fmla="*/ 35 h 85"/>
              <a:gd name="T2" fmla="*/ 36 w 48"/>
              <a:gd name="T3" fmla="*/ 34 h 85"/>
              <a:gd name="T4" fmla="*/ 33 w 48"/>
              <a:gd name="T5" fmla="*/ 33 h 85"/>
              <a:gd name="T6" fmla="*/ 28 w 48"/>
              <a:gd name="T7" fmla="*/ 30 h 85"/>
              <a:gd name="T8" fmla="*/ 25 w 48"/>
              <a:gd name="T9" fmla="*/ 28 h 85"/>
              <a:gd name="T10" fmla="*/ 21 w 48"/>
              <a:gd name="T11" fmla="*/ 22 h 85"/>
              <a:gd name="T12" fmla="*/ 20 w 48"/>
              <a:gd name="T13" fmla="*/ 17 h 85"/>
              <a:gd name="T14" fmla="*/ 20 w 48"/>
              <a:gd name="T15" fmla="*/ 13 h 85"/>
              <a:gd name="T16" fmla="*/ 23 w 48"/>
              <a:gd name="T17" fmla="*/ 7 h 85"/>
              <a:gd name="T18" fmla="*/ 26 w 48"/>
              <a:gd name="T19" fmla="*/ 4 h 85"/>
              <a:gd name="T20" fmla="*/ 27 w 48"/>
              <a:gd name="T21" fmla="*/ 4 h 85"/>
              <a:gd name="T22" fmla="*/ 26 w 48"/>
              <a:gd name="T23" fmla="*/ 0 h 85"/>
              <a:gd name="T24" fmla="*/ 25 w 48"/>
              <a:gd name="T25" fmla="*/ 3 h 85"/>
              <a:gd name="T26" fmla="*/ 23 w 48"/>
              <a:gd name="T27" fmla="*/ 6 h 85"/>
              <a:gd name="T28" fmla="*/ 17 w 48"/>
              <a:gd name="T29" fmla="*/ 9 h 85"/>
              <a:gd name="T30" fmla="*/ 17 w 48"/>
              <a:gd name="T31" fmla="*/ 9 h 85"/>
              <a:gd name="T32" fmla="*/ 15 w 48"/>
              <a:gd name="T33" fmla="*/ 14 h 85"/>
              <a:gd name="T34" fmla="*/ 14 w 48"/>
              <a:gd name="T35" fmla="*/ 28 h 85"/>
              <a:gd name="T36" fmla="*/ 11 w 48"/>
              <a:gd name="T37" fmla="*/ 40 h 85"/>
              <a:gd name="T38" fmla="*/ 2 w 48"/>
              <a:gd name="T39" fmla="*/ 62 h 85"/>
              <a:gd name="T40" fmla="*/ 0 w 48"/>
              <a:gd name="T41" fmla="*/ 69 h 85"/>
              <a:gd name="T42" fmla="*/ 0 w 48"/>
              <a:gd name="T43" fmla="*/ 72 h 85"/>
              <a:gd name="T44" fmla="*/ 1 w 48"/>
              <a:gd name="T45" fmla="*/ 84 h 85"/>
              <a:gd name="T46" fmla="*/ 6 w 48"/>
              <a:gd name="T47" fmla="*/ 80 h 85"/>
              <a:gd name="T48" fmla="*/ 34 w 48"/>
              <a:gd name="T49" fmla="*/ 67 h 85"/>
              <a:gd name="T50" fmla="*/ 37 w 48"/>
              <a:gd name="T51" fmla="*/ 64 h 85"/>
              <a:gd name="T52" fmla="*/ 38 w 48"/>
              <a:gd name="T53" fmla="*/ 57 h 85"/>
              <a:gd name="T54" fmla="*/ 40 w 48"/>
              <a:gd name="T55" fmla="*/ 53 h 85"/>
              <a:gd name="T56" fmla="*/ 44 w 48"/>
              <a:gd name="T57" fmla="*/ 50 h 85"/>
              <a:gd name="T58" fmla="*/ 46 w 48"/>
              <a:gd name="T59" fmla="*/ 44 h 85"/>
              <a:gd name="T60" fmla="*/ 47 w 48"/>
              <a:gd name="T61" fmla="*/ 39 h 85"/>
              <a:gd name="T62" fmla="*/ 46 w 48"/>
              <a:gd name="T63" fmla="*/ 37 h 85"/>
              <a:gd name="T64" fmla="*/ 44 w 48"/>
              <a:gd name="T65" fmla="*/ 3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8" h="85">
                <a:moveTo>
                  <a:pt x="44" y="35"/>
                </a:moveTo>
                <a:lnTo>
                  <a:pt x="36" y="34"/>
                </a:lnTo>
                <a:cubicBezTo>
                  <a:pt x="35" y="34"/>
                  <a:pt x="34" y="33"/>
                  <a:pt x="33" y="33"/>
                </a:cubicBezTo>
                <a:lnTo>
                  <a:pt x="28" y="30"/>
                </a:lnTo>
                <a:cubicBezTo>
                  <a:pt x="27" y="30"/>
                  <a:pt x="26" y="29"/>
                  <a:pt x="25" y="28"/>
                </a:cubicBezTo>
                <a:lnTo>
                  <a:pt x="21" y="22"/>
                </a:lnTo>
                <a:cubicBezTo>
                  <a:pt x="21" y="21"/>
                  <a:pt x="20" y="19"/>
                  <a:pt x="20" y="17"/>
                </a:cubicBezTo>
                <a:lnTo>
                  <a:pt x="20" y="13"/>
                </a:lnTo>
                <a:cubicBezTo>
                  <a:pt x="21" y="10"/>
                  <a:pt x="22" y="8"/>
                  <a:pt x="23" y="7"/>
                </a:cubicBezTo>
                <a:lnTo>
                  <a:pt x="26" y="4"/>
                </a:lnTo>
                <a:cubicBezTo>
                  <a:pt x="27" y="4"/>
                  <a:pt x="27" y="4"/>
                  <a:pt x="27" y="4"/>
                </a:cubicBezTo>
                <a:lnTo>
                  <a:pt x="26" y="0"/>
                </a:lnTo>
                <a:cubicBezTo>
                  <a:pt x="26" y="1"/>
                  <a:pt x="25" y="2"/>
                  <a:pt x="25" y="3"/>
                </a:cubicBezTo>
                <a:lnTo>
                  <a:pt x="23" y="6"/>
                </a:lnTo>
                <a:cubicBezTo>
                  <a:pt x="21" y="8"/>
                  <a:pt x="19" y="9"/>
                  <a:pt x="17" y="9"/>
                </a:cubicBezTo>
                <a:lnTo>
                  <a:pt x="17" y="9"/>
                </a:lnTo>
                <a:lnTo>
                  <a:pt x="15" y="14"/>
                </a:lnTo>
                <a:lnTo>
                  <a:pt x="14" y="28"/>
                </a:lnTo>
                <a:lnTo>
                  <a:pt x="11" y="40"/>
                </a:lnTo>
                <a:lnTo>
                  <a:pt x="2" y="62"/>
                </a:lnTo>
                <a:lnTo>
                  <a:pt x="0" y="69"/>
                </a:lnTo>
                <a:lnTo>
                  <a:pt x="0" y="72"/>
                </a:lnTo>
                <a:lnTo>
                  <a:pt x="1" y="84"/>
                </a:lnTo>
                <a:cubicBezTo>
                  <a:pt x="2" y="82"/>
                  <a:pt x="4" y="81"/>
                  <a:pt x="6" y="80"/>
                </a:cubicBezTo>
                <a:lnTo>
                  <a:pt x="34" y="67"/>
                </a:lnTo>
                <a:lnTo>
                  <a:pt x="37" y="64"/>
                </a:lnTo>
                <a:lnTo>
                  <a:pt x="38" y="57"/>
                </a:lnTo>
                <a:cubicBezTo>
                  <a:pt x="38" y="56"/>
                  <a:pt x="39" y="54"/>
                  <a:pt x="40" y="53"/>
                </a:cubicBezTo>
                <a:lnTo>
                  <a:pt x="44" y="50"/>
                </a:lnTo>
                <a:lnTo>
                  <a:pt x="46" y="44"/>
                </a:lnTo>
                <a:lnTo>
                  <a:pt x="47" y="39"/>
                </a:lnTo>
                <a:lnTo>
                  <a:pt x="46" y="37"/>
                </a:lnTo>
                <a:lnTo>
                  <a:pt x="44" y="3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8" name="Freeform 93">
            <a:extLst>
              <a:ext uri="{FF2B5EF4-FFF2-40B4-BE49-F238E27FC236}">
                <a16:creationId xmlns:a16="http://schemas.microsoft.com/office/drawing/2014/main" xmlns="" id="{3A98AC06-B3E8-41B3-A27F-58FB37E57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159" y="3165294"/>
            <a:ext cx="8899" cy="16019"/>
          </a:xfrm>
          <a:custGeom>
            <a:avLst/>
            <a:gdLst>
              <a:gd name="T0" fmla="*/ 21 w 22"/>
              <a:gd name="T1" fmla="*/ 37 h 38"/>
              <a:gd name="T2" fmla="*/ 21 w 22"/>
              <a:gd name="T3" fmla="*/ 36 h 38"/>
              <a:gd name="T4" fmla="*/ 19 w 22"/>
              <a:gd name="T5" fmla="*/ 23 h 38"/>
              <a:gd name="T6" fmla="*/ 18 w 22"/>
              <a:gd name="T7" fmla="*/ 0 h 38"/>
              <a:gd name="T8" fmla="*/ 12 w 22"/>
              <a:gd name="T9" fmla="*/ 5 h 38"/>
              <a:gd name="T10" fmla="*/ 3 w 22"/>
              <a:gd name="T11" fmla="*/ 20 h 38"/>
              <a:gd name="T12" fmla="*/ 0 w 22"/>
              <a:gd name="T13" fmla="*/ 29 h 38"/>
              <a:gd name="T14" fmla="*/ 16 w 22"/>
              <a:gd name="T15" fmla="*/ 37 h 38"/>
              <a:gd name="T16" fmla="*/ 21 w 22"/>
              <a:gd name="T17" fmla="*/ 37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" h="38">
                <a:moveTo>
                  <a:pt x="21" y="37"/>
                </a:moveTo>
                <a:lnTo>
                  <a:pt x="21" y="36"/>
                </a:lnTo>
                <a:lnTo>
                  <a:pt x="19" y="23"/>
                </a:lnTo>
                <a:lnTo>
                  <a:pt x="18" y="0"/>
                </a:lnTo>
                <a:lnTo>
                  <a:pt x="12" y="5"/>
                </a:lnTo>
                <a:lnTo>
                  <a:pt x="3" y="20"/>
                </a:lnTo>
                <a:lnTo>
                  <a:pt x="0" y="29"/>
                </a:lnTo>
                <a:lnTo>
                  <a:pt x="16" y="37"/>
                </a:lnTo>
                <a:lnTo>
                  <a:pt x="21" y="3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69" name="Freeform 94">
            <a:extLst>
              <a:ext uri="{FF2B5EF4-FFF2-40B4-BE49-F238E27FC236}">
                <a16:creationId xmlns:a16="http://schemas.microsoft.com/office/drawing/2014/main" xmlns="" id="{D5240A34-6A4B-4F11-A943-703E64A03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196" y="2987297"/>
            <a:ext cx="85438" cy="144176"/>
          </a:xfrm>
          <a:custGeom>
            <a:avLst/>
            <a:gdLst>
              <a:gd name="T0" fmla="*/ 0 w 210"/>
              <a:gd name="T1" fmla="*/ 338 h 357"/>
              <a:gd name="T2" fmla="*/ 3 w 210"/>
              <a:gd name="T3" fmla="*/ 356 h 357"/>
              <a:gd name="T4" fmla="*/ 19 w 210"/>
              <a:gd name="T5" fmla="*/ 333 h 357"/>
              <a:gd name="T6" fmla="*/ 30 w 210"/>
              <a:gd name="T7" fmla="*/ 294 h 357"/>
              <a:gd name="T8" fmla="*/ 28 w 210"/>
              <a:gd name="T9" fmla="*/ 274 h 357"/>
              <a:gd name="T10" fmla="*/ 20 w 210"/>
              <a:gd name="T11" fmla="*/ 250 h 357"/>
              <a:gd name="T12" fmla="*/ 36 w 210"/>
              <a:gd name="T13" fmla="*/ 242 h 357"/>
              <a:gd name="T14" fmla="*/ 44 w 210"/>
              <a:gd name="T15" fmla="*/ 248 h 357"/>
              <a:gd name="T16" fmla="*/ 59 w 210"/>
              <a:gd name="T17" fmla="*/ 266 h 357"/>
              <a:gd name="T18" fmla="*/ 109 w 210"/>
              <a:gd name="T19" fmla="*/ 237 h 357"/>
              <a:gd name="T20" fmla="*/ 119 w 210"/>
              <a:gd name="T21" fmla="*/ 232 h 357"/>
              <a:gd name="T22" fmla="*/ 124 w 210"/>
              <a:gd name="T23" fmla="*/ 219 h 357"/>
              <a:gd name="T24" fmla="*/ 125 w 210"/>
              <a:gd name="T25" fmla="*/ 208 h 357"/>
              <a:gd name="T26" fmla="*/ 132 w 210"/>
              <a:gd name="T27" fmla="*/ 201 h 357"/>
              <a:gd name="T28" fmla="*/ 147 w 210"/>
              <a:gd name="T29" fmla="*/ 172 h 357"/>
              <a:gd name="T30" fmla="*/ 156 w 210"/>
              <a:gd name="T31" fmla="*/ 164 h 357"/>
              <a:gd name="T32" fmla="*/ 170 w 210"/>
              <a:gd name="T33" fmla="*/ 143 h 357"/>
              <a:gd name="T34" fmla="*/ 186 w 210"/>
              <a:gd name="T35" fmla="*/ 128 h 357"/>
              <a:gd name="T36" fmla="*/ 193 w 210"/>
              <a:gd name="T37" fmla="*/ 81 h 357"/>
              <a:gd name="T38" fmla="*/ 204 w 210"/>
              <a:gd name="T39" fmla="*/ 46 h 357"/>
              <a:gd name="T40" fmla="*/ 209 w 210"/>
              <a:gd name="T41" fmla="*/ 13 h 357"/>
              <a:gd name="T42" fmla="*/ 203 w 210"/>
              <a:gd name="T43" fmla="*/ 0 h 357"/>
              <a:gd name="T44" fmla="*/ 156 w 210"/>
              <a:gd name="T45" fmla="*/ 41 h 357"/>
              <a:gd name="T46" fmla="*/ 149 w 210"/>
              <a:gd name="T47" fmla="*/ 46 h 357"/>
              <a:gd name="T48" fmla="*/ 137 w 210"/>
              <a:gd name="T49" fmla="*/ 52 h 357"/>
              <a:gd name="T50" fmla="*/ 136 w 210"/>
              <a:gd name="T51" fmla="*/ 72 h 357"/>
              <a:gd name="T52" fmla="*/ 114 w 210"/>
              <a:gd name="T53" fmla="*/ 127 h 357"/>
              <a:gd name="T54" fmla="*/ 102 w 210"/>
              <a:gd name="T55" fmla="*/ 142 h 357"/>
              <a:gd name="T56" fmla="*/ 69 w 210"/>
              <a:gd name="T57" fmla="*/ 152 h 357"/>
              <a:gd name="T58" fmla="*/ 45 w 210"/>
              <a:gd name="T59" fmla="*/ 177 h 357"/>
              <a:gd name="T60" fmla="*/ 30 w 210"/>
              <a:gd name="T61" fmla="*/ 220 h 357"/>
              <a:gd name="T62" fmla="*/ 11 w 210"/>
              <a:gd name="T63" fmla="*/ 264 h 357"/>
              <a:gd name="T64" fmla="*/ 2 w 210"/>
              <a:gd name="T65" fmla="*/ 297 h 357"/>
              <a:gd name="T66" fmla="*/ 3 w 210"/>
              <a:gd name="T67" fmla="*/ 328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" h="357">
                <a:moveTo>
                  <a:pt x="2" y="330"/>
                </a:moveTo>
                <a:lnTo>
                  <a:pt x="0" y="338"/>
                </a:lnTo>
                <a:lnTo>
                  <a:pt x="3" y="356"/>
                </a:lnTo>
                <a:lnTo>
                  <a:pt x="3" y="356"/>
                </a:lnTo>
                <a:lnTo>
                  <a:pt x="11" y="348"/>
                </a:lnTo>
                <a:lnTo>
                  <a:pt x="19" y="333"/>
                </a:lnTo>
                <a:lnTo>
                  <a:pt x="29" y="303"/>
                </a:lnTo>
                <a:lnTo>
                  <a:pt x="30" y="294"/>
                </a:lnTo>
                <a:lnTo>
                  <a:pt x="30" y="283"/>
                </a:lnTo>
                <a:lnTo>
                  <a:pt x="28" y="274"/>
                </a:lnTo>
                <a:lnTo>
                  <a:pt x="19" y="260"/>
                </a:lnTo>
                <a:cubicBezTo>
                  <a:pt x="17" y="257"/>
                  <a:pt x="17" y="252"/>
                  <a:pt x="20" y="250"/>
                </a:cubicBezTo>
                <a:lnTo>
                  <a:pt x="26" y="244"/>
                </a:lnTo>
                <a:cubicBezTo>
                  <a:pt x="29" y="241"/>
                  <a:pt x="33" y="241"/>
                  <a:pt x="36" y="242"/>
                </a:cubicBezTo>
                <a:lnTo>
                  <a:pt x="41" y="246"/>
                </a:lnTo>
                <a:cubicBezTo>
                  <a:pt x="42" y="246"/>
                  <a:pt x="43" y="247"/>
                  <a:pt x="44" y="248"/>
                </a:cubicBezTo>
                <a:lnTo>
                  <a:pt x="52" y="262"/>
                </a:lnTo>
                <a:lnTo>
                  <a:pt x="59" y="266"/>
                </a:lnTo>
                <a:lnTo>
                  <a:pt x="93" y="252"/>
                </a:lnTo>
                <a:lnTo>
                  <a:pt x="109" y="237"/>
                </a:lnTo>
                <a:lnTo>
                  <a:pt x="110" y="236"/>
                </a:lnTo>
                <a:lnTo>
                  <a:pt x="119" y="232"/>
                </a:lnTo>
                <a:lnTo>
                  <a:pt x="120" y="229"/>
                </a:lnTo>
                <a:lnTo>
                  <a:pt x="124" y="219"/>
                </a:lnTo>
                <a:lnTo>
                  <a:pt x="124" y="215"/>
                </a:lnTo>
                <a:lnTo>
                  <a:pt x="125" y="208"/>
                </a:lnTo>
                <a:cubicBezTo>
                  <a:pt x="125" y="206"/>
                  <a:pt x="127" y="204"/>
                  <a:pt x="128" y="203"/>
                </a:cubicBezTo>
                <a:lnTo>
                  <a:pt x="132" y="201"/>
                </a:lnTo>
                <a:lnTo>
                  <a:pt x="138" y="194"/>
                </a:lnTo>
                <a:lnTo>
                  <a:pt x="147" y="172"/>
                </a:lnTo>
                <a:cubicBezTo>
                  <a:pt x="147" y="171"/>
                  <a:pt x="148" y="171"/>
                  <a:pt x="148" y="170"/>
                </a:cubicBezTo>
                <a:lnTo>
                  <a:pt x="156" y="164"/>
                </a:lnTo>
                <a:lnTo>
                  <a:pt x="168" y="145"/>
                </a:lnTo>
                <a:cubicBezTo>
                  <a:pt x="169" y="144"/>
                  <a:pt x="169" y="143"/>
                  <a:pt x="170" y="143"/>
                </a:cubicBezTo>
                <a:lnTo>
                  <a:pt x="183" y="133"/>
                </a:lnTo>
                <a:lnTo>
                  <a:pt x="186" y="128"/>
                </a:lnTo>
                <a:lnTo>
                  <a:pt x="190" y="114"/>
                </a:lnTo>
                <a:lnTo>
                  <a:pt x="193" y="81"/>
                </a:lnTo>
                <a:lnTo>
                  <a:pt x="198" y="61"/>
                </a:lnTo>
                <a:lnTo>
                  <a:pt x="204" y="46"/>
                </a:lnTo>
                <a:lnTo>
                  <a:pt x="208" y="29"/>
                </a:lnTo>
                <a:lnTo>
                  <a:pt x="209" y="13"/>
                </a:lnTo>
                <a:lnTo>
                  <a:pt x="204" y="1"/>
                </a:lnTo>
                <a:lnTo>
                  <a:pt x="203" y="0"/>
                </a:lnTo>
                <a:lnTo>
                  <a:pt x="169" y="21"/>
                </a:lnTo>
                <a:lnTo>
                  <a:pt x="156" y="41"/>
                </a:lnTo>
                <a:cubicBezTo>
                  <a:pt x="156" y="41"/>
                  <a:pt x="155" y="42"/>
                  <a:pt x="154" y="43"/>
                </a:cubicBezTo>
                <a:lnTo>
                  <a:pt x="149" y="46"/>
                </a:lnTo>
                <a:cubicBezTo>
                  <a:pt x="149" y="47"/>
                  <a:pt x="148" y="47"/>
                  <a:pt x="148" y="47"/>
                </a:cubicBezTo>
                <a:lnTo>
                  <a:pt x="137" y="52"/>
                </a:lnTo>
                <a:lnTo>
                  <a:pt x="139" y="65"/>
                </a:lnTo>
                <a:cubicBezTo>
                  <a:pt x="139" y="67"/>
                  <a:pt x="138" y="70"/>
                  <a:pt x="136" y="72"/>
                </a:cubicBezTo>
                <a:lnTo>
                  <a:pt x="129" y="78"/>
                </a:lnTo>
                <a:lnTo>
                  <a:pt x="114" y="127"/>
                </a:lnTo>
                <a:cubicBezTo>
                  <a:pt x="114" y="128"/>
                  <a:pt x="113" y="129"/>
                  <a:pt x="113" y="130"/>
                </a:cubicBezTo>
                <a:lnTo>
                  <a:pt x="102" y="142"/>
                </a:lnTo>
                <a:cubicBezTo>
                  <a:pt x="101" y="143"/>
                  <a:pt x="100" y="144"/>
                  <a:pt x="98" y="145"/>
                </a:cubicBezTo>
                <a:lnTo>
                  <a:pt x="69" y="152"/>
                </a:lnTo>
                <a:lnTo>
                  <a:pt x="57" y="161"/>
                </a:lnTo>
                <a:lnTo>
                  <a:pt x="45" y="177"/>
                </a:lnTo>
                <a:lnTo>
                  <a:pt x="37" y="197"/>
                </a:lnTo>
                <a:lnTo>
                  <a:pt x="30" y="220"/>
                </a:lnTo>
                <a:lnTo>
                  <a:pt x="12" y="255"/>
                </a:lnTo>
                <a:lnTo>
                  <a:pt x="11" y="264"/>
                </a:lnTo>
                <a:lnTo>
                  <a:pt x="3" y="285"/>
                </a:lnTo>
                <a:lnTo>
                  <a:pt x="2" y="297"/>
                </a:lnTo>
                <a:lnTo>
                  <a:pt x="3" y="319"/>
                </a:lnTo>
                <a:lnTo>
                  <a:pt x="3" y="328"/>
                </a:lnTo>
                <a:cubicBezTo>
                  <a:pt x="3" y="329"/>
                  <a:pt x="3" y="330"/>
                  <a:pt x="2" y="33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0" name="Freeform 95">
            <a:extLst>
              <a:ext uri="{FF2B5EF4-FFF2-40B4-BE49-F238E27FC236}">
                <a16:creationId xmlns:a16="http://schemas.microsoft.com/office/drawing/2014/main" xmlns="" id="{E6E9189C-3358-413A-89C9-93635AFE8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925" y="3227592"/>
            <a:ext cx="738684" cy="1151636"/>
          </a:xfrm>
          <a:custGeom>
            <a:avLst/>
            <a:gdLst>
              <a:gd name="T0" fmla="*/ 1326 w 1830"/>
              <a:gd name="T1" fmla="*/ 121 h 2851"/>
              <a:gd name="T2" fmla="*/ 1488 w 1830"/>
              <a:gd name="T3" fmla="*/ 139 h 2851"/>
              <a:gd name="T4" fmla="*/ 1644 w 1830"/>
              <a:gd name="T5" fmla="*/ 189 h 2851"/>
              <a:gd name="T6" fmla="*/ 1591 w 1830"/>
              <a:gd name="T7" fmla="*/ 342 h 2851"/>
              <a:gd name="T8" fmla="*/ 1486 w 1830"/>
              <a:gd name="T9" fmla="*/ 218 h 2851"/>
              <a:gd name="T10" fmla="*/ 1294 w 1830"/>
              <a:gd name="T11" fmla="*/ 253 h 2851"/>
              <a:gd name="T12" fmla="*/ 1318 w 1830"/>
              <a:gd name="T13" fmla="*/ 380 h 2851"/>
              <a:gd name="T14" fmla="*/ 1383 w 1830"/>
              <a:gd name="T15" fmla="*/ 459 h 2851"/>
              <a:gd name="T16" fmla="*/ 1325 w 1830"/>
              <a:gd name="T17" fmla="*/ 550 h 2851"/>
              <a:gd name="T18" fmla="*/ 1312 w 1830"/>
              <a:gd name="T19" fmla="*/ 631 h 2851"/>
              <a:gd name="T20" fmla="*/ 1162 w 1830"/>
              <a:gd name="T21" fmla="*/ 513 h 2851"/>
              <a:gd name="T22" fmla="*/ 1026 w 1830"/>
              <a:gd name="T23" fmla="*/ 614 h 2851"/>
              <a:gd name="T24" fmla="*/ 911 w 1830"/>
              <a:gd name="T25" fmla="*/ 620 h 2851"/>
              <a:gd name="T26" fmla="*/ 798 w 1830"/>
              <a:gd name="T27" fmla="*/ 666 h 2851"/>
              <a:gd name="T28" fmla="*/ 785 w 1830"/>
              <a:gd name="T29" fmla="*/ 786 h 2851"/>
              <a:gd name="T30" fmla="*/ 992 w 1830"/>
              <a:gd name="T31" fmla="*/ 614 h 2851"/>
              <a:gd name="T32" fmla="*/ 1111 w 1830"/>
              <a:gd name="T33" fmla="*/ 749 h 2851"/>
              <a:gd name="T34" fmla="*/ 955 w 1830"/>
              <a:gd name="T35" fmla="*/ 743 h 2851"/>
              <a:gd name="T36" fmla="*/ 1008 w 1830"/>
              <a:gd name="T37" fmla="*/ 854 h 2851"/>
              <a:gd name="T38" fmla="*/ 1134 w 1830"/>
              <a:gd name="T39" fmla="*/ 876 h 2851"/>
              <a:gd name="T40" fmla="*/ 1044 w 1830"/>
              <a:gd name="T41" fmla="*/ 1101 h 2851"/>
              <a:gd name="T42" fmla="*/ 893 w 1830"/>
              <a:gd name="T43" fmla="*/ 963 h 2851"/>
              <a:gd name="T44" fmla="*/ 871 w 1830"/>
              <a:gd name="T45" fmla="*/ 948 h 2851"/>
              <a:gd name="T46" fmla="*/ 708 w 1830"/>
              <a:gd name="T47" fmla="*/ 1060 h 2851"/>
              <a:gd name="T48" fmla="*/ 831 w 1830"/>
              <a:gd name="T49" fmla="*/ 1086 h 2851"/>
              <a:gd name="T50" fmla="*/ 964 w 1830"/>
              <a:gd name="T51" fmla="*/ 1112 h 2851"/>
              <a:gd name="T52" fmla="*/ 1002 w 1830"/>
              <a:gd name="T53" fmla="*/ 1169 h 2851"/>
              <a:gd name="T54" fmla="*/ 963 w 1830"/>
              <a:gd name="T55" fmla="*/ 1187 h 2851"/>
              <a:gd name="T56" fmla="*/ 816 w 1830"/>
              <a:gd name="T57" fmla="*/ 1192 h 2851"/>
              <a:gd name="T58" fmla="*/ 768 w 1830"/>
              <a:gd name="T59" fmla="*/ 1216 h 2851"/>
              <a:gd name="T60" fmla="*/ 723 w 1830"/>
              <a:gd name="T61" fmla="*/ 1253 h 2851"/>
              <a:gd name="T62" fmla="*/ 628 w 1830"/>
              <a:gd name="T63" fmla="*/ 1323 h 2851"/>
              <a:gd name="T64" fmla="*/ 552 w 1830"/>
              <a:gd name="T65" fmla="*/ 1345 h 2851"/>
              <a:gd name="T66" fmla="*/ 448 w 1830"/>
              <a:gd name="T67" fmla="*/ 1410 h 2851"/>
              <a:gd name="T68" fmla="*/ 417 w 1830"/>
              <a:gd name="T69" fmla="*/ 1477 h 2851"/>
              <a:gd name="T70" fmla="*/ 395 w 1830"/>
              <a:gd name="T71" fmla="*/ 1558 h 2851"/>
              <a:gd name="T72" fmla="*/ 345 w 1830"/>
              <a:gd name="T73" fmla="*/ 1648 h 2851"/>
              <a:gd name="T74" fmla="*/ 389 w 1830"/>
              <a:gd name="T75" fmla="*/ 1672 h 2851"/>
              <a:gd name="T76" fmla="*/ 273 w 1830"/>
              <a:gd name="T77" fmla="*/ 1676 h 2851"/>
              <a:gd name="T78" fmla="*/ 269 w 1830"/>
              <a:gd name="T79" fmla="*/ 1833 h 2851"/>
              <a:gd name="T80" fmla="*/ 375 w 1830"/>
              <a:gd name="T81" fmla="*/ 1813 h 2851"/>
              <a:gd name="T82" fmla="*/ 368 w 1830"/>
              <a:gd name="T83" fmla="*/ 1889 h 2851"/>
              <a:gd name="T84" fmla="*/ 492 w 1830"/>
              <a:gd name="T85" fmla="*/ 1863 h 2851"/>
              <a:gd name="T86" fmla="*/ 504 w 1830"/>
              <a:gd name="T87" fmla="*/ 1920 h 2851"/>
              <a:gd name="T88" fmla="*/ 465 w 1830"/>
              <a:gd name="T89" fmla="*/ 1969 h 2851"/>
              <a:gd name="T90" fmla="*/ 315 w 1830"/>
              <a:gd name="T91" fmla="*/ 1948 h 2851"/>
              <a:gd name="T92" fmla="*/ 262 w 1830"/>
              <a:gd name="T93" fmla="*/ 2022 h 2851"/>
              <a:gd name="T94" fmla="*/ 289 w 1830"/>
              <a:gd name="T95" fmla="*/ 2202 h 2851"/>
              <a:gd name="T96" fmla="*/ 138 w 1830"/>
              <a:gd name="T97" fmla="*/ 2187 h 2851"/>
              <a:gd name="T98" fmla="*/ 145 w 1830"/>
              <a:gd name="T99" fmla="*/ 2304 h 2851"/>
              <a:gd name="T100" fmla="*/ 108 w 1830"/>
              <a:gd name="T101" fmla="*/ 2315 h 2851"/>
              <a:gd name="T102" fmla="*/ 67 w 1830"/>
              <a:gd name="T103" fmla="*/ 2424 h 2851"/>
              <a:gd name="T104" fmla="*/ 162 w 1830"/>
              <a:gd name="T105" fmla="*/ 2472 h 2851"/>
              <a:gd name="T106" fmla="*/ 116 w 1830"/>
              <a:gd name="T107" fmla="*/ 2552 h 2851"/>
              <a:gd name="T108" fmla="*/ 40 w 1830"/>
              <a:gd name="T109" fmla="*/ 2618 h 2851"/>
              <a:gd name="T110" fmla="*/ 88 w 1830"/>
              <a:gd name="T111" fmla="*/ 2668 h 2851"/>
              <a:gd name="T112" fmla="*/ 197 w 1830"/>
              <a:gd name="T113" fmla="*/ 2643 h 2851"/>
              <a:gd name="T114" fmla="*/ 23 w 1830"/>
              <a:gd name="T115" fmla="*/ 2786 h 2851"/>
              <a:gd name="T116" fmla="*/ 181 w 1830"/>
              <a:gd name="T117" fmla="*/ 2835 h 2851"/>
              <a:gd name="T118" fmla="*/ 646 w 1830"/>
              <a:gd name="T119" fmla="*/ 2728 h 2851"/>
              <a:gd name="T120" fmla="*/ 1056 w 1830"/>
              <a:gd name="T121" fmla="*/ 1619 h 2851"/>
              <a:gd name="T122" fmla="*/ 1565 w 1830"/>
              <a:gd name="T123" fmla="*/ 415 h 2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830" h="2851">
                <a:moveTo>
                  <a:pt x="1813" y="154"/>
                </a:moveTo>
                <a:lnTo>
                  <a:pt x="1821" y="66"/>
                </a:lnTo>
                <a:cubicBezTo>
                  <a:pt x="1821" y="65"/>
                  <a:pt x="1822" y="64"/>
                  <a:pt x="1822" y="63"/>
                </a:cubicBezTo>
                <a:lnTo>
                  <a:pt x="1825" y="58"/>
                </a:lnTo>
                <a:cubicBezTo>
                  <a:pt x="1826" y="58"/>
                  <a:pt x="1826" y="57"/>
                  <a:pt x="1826" y="57"/>
                </a:cubicBezTo>
                <a:lnTo>
                  <a:pt x="1787" y="0"/>
                </a:lnTo>
                <a:lnTo>
                  <a:pt x="1726" y="6"/>
                </a:lnTo>
                <a:lnTo>
                  <a:pt x="1648" y="10"/>
                </a:lnTo>
                <a:lnTo>
                  <a:pt x="1589" y="36"/>
                </a:lnTo>
                <a:cubicBezTo>
                  <a:pt x="1588" y="36"/>
                  <a:pt x="1587" y="37"/>
                  <a:pt x="1586" y="37"/>
                </a:cubicBezTo>
                <a:lnTo>
                  <a:pt x="1440" y="44"/>
                </a:lnTo>
                <a:lnTo>
                  <a:pt x="1398" y="80"/>
                </a:lnTo>
                <a:lnTo>
                  <a:pt x="1374" y="93"/>
                </a:lnTo>
                <a:cubicBezTo>
                  <a:pt x="1373" y="94"/>
                  <a:pt x="1371" y="95"/>
                  <a:pt x="1369" y="94"/>
                </a:cubicBezTo>
                <a:lnTo>
                  <a:pt x="1349" y="92"/>
                </a:lnTo>
                <a:cubicBezTo>
                  <a:pt x="1348" y="91"/>
                  <a:pt x="1346" y="90"/>
                  <a:pt x="1345" y="89"/>
                </a:cubicBezTo>
                <a:lnTo>
                  <a:pt x="1340" y="84"/>
                </a:lnTo>
                <a:cubicBezTo>
                  <a:pt x="1339" y="83"/>
                  <a:pt x="1338" y="82"/>
                  <a:pt x="1338" y="80"/>
                </a:cubicBezTo>
                <a:lnTo>
                  <a:pt x="1335" y="68"/>
                </a:lnTo>
                <a:lnTo>
                  <a:pt x="1331" y="65"/>
                </a:lnTo>
                <a:lnTo>
                  <a:pt x="1318" y="76"/>
                </a:lnTo>
                <a:lnTo>
                  <a:pt x="1316" y="84"/>
                </a:lnTo>
                <a:lnTo>
                  <a:pt x="1316" y="87"/>
                </a:lnTo>
                <a:lnTo>
                  <a:pt x="1318" y="90"/>
                </a:lnTo>
                <a:lnTo>
                  <a:pt x="1322" y="99"/>
                </a:lnTo>
                <a:lnTo>
                  <a:pt x="1325" y="113"/>
                </a:lnTo>
                <a:lnTo>
                  <a:pt x="1326" y="121"/>
                </a:lnTo>
                <a:lnTo>
                  <a:pt x="1327" y="132"/>
                </a:lnTo>
                <a:lnTo>
                  <a:pt x="1328" y="135"/>
                </a:lnTo>
                <a:lnTo>
                  <a:pt x="1330" y="136"/>
                </a:lnTo>
                <a:lnTo>
                  <a:pt x="1368" y="136"/>
                </a:lnTo>
                <a:lnTo>
                  <a:pt x="1388" y="125"/>
                </a:lnTo>
                <a:cubicBezTo>
                  <a:pt x="1389" y="125"/>
                  <a:pt x="1391" y="124"/>
                  <a:pt x="1393" y="124"/>
                </a:cubicBezTo>
                <a:lnTo>
                  <a:pt x="1422" y="127"/>
                </a:lnTo>
                <a:lnTo>
                  <a:pt x="1431" y="117"/>
                </a:lnTo>
                <a:lnTo>
                  <a:pt x="1434" y="111"/>
                </a:lnTo>
                <a:lnTo>
                  <a:pt x="1459" y="81"/>
                </a:lnTo>
                <a:cubicBezTo>
                  <a:pt x="1460" y="79"/>
                  <a:pt x="1461" y="79"/>
                  <a:pt x="1462" y="78"/>
                </a:cubicBezTo>
                <a:lnTo>
                  <a:pt x="1465" y="77"/>
                </a:lnTo>
                <a:cubicBezTo>
                  <a:pt x="1468" y="76"/>
                  <a:pt x="1470" y="76"/>
                  <a:pt x="1472" y="77"/>
                </a:cubicBezTo>
                <a:lnTo>
                  <a:pt x="1476" y="79"/>
                </a:lnTo>
                <a:cubicBezTo>
                  <a:pt x="1477" y="80"/>
                  <a:pt x="1477" y="81"/>
                  <a:pt x="1478" y="81"/>
                </a:cubicBezTo>
                <a:lnTo>
                  <a:pt x="1484" y="89"/>
                </a:lnTo>
                <a:lnTo>
                  <a:pt x="1488" y="90"/>
                </a:lnTo>
                <a:lnTo>
                  <a:pt x="1498" y="95"/>
                </a:lnTo>
                <a:cubicBezTo>
                  <a:pt x="1499" y="95"/>
                  <a:pt x="1499" y="96"/>
                  <a:pt x="1500" y="96"/>
                </a:cubicBezTo>
                <a:lnTo>
                  <a:pt x="1506" y="103"/>
                </a:lnTo>
                <a:cubicBezTo>
                  <a:pt x="1507" y="104"/>
                  <a:pt x="1508" y="106"/>
                  <a:pt x="1508" y="107"/>
                </a:cubicBezTo>
                <a:lnTo>
                  <a:pt x="1510" y="118"/>
                </a:lnTo>
                <a:cubicBezTo>
                  <a:pt x="1510" y="119"/>
                  <a:pt x="1510" y="121"/>
                  <a:pt x="1509" y="123"/>
                </a:cubicBezTo>
                <a:lnTo>
                  <a:pt x="1504" y="131"/>
                </a:lnTo>
                <a:cubicBezTo>
                  <a:pt x="1503" y="133"/>
                  <a:pt x="1501" y="135"/>
                  <a:pt x="1499" y="135"/>
                </a:cubicBezTo>
                <a:lnTo>
                  <a:pt x="1488" y="138"/>
                </a:lnTo>
                <a:lnTo>
                  <a:pt x="1488" y="139"/>
                </a:lnTo>
                <a:lnTo>
                  <a:pt x="1547" y="123"/>
                </a:lnTo>
                <a:lnTo>
                  <a:pt x="1566" y="95"/>
                </a:lnTo>
                <a:lnTo>
                  <a:pt x="1567" y="94"/>
                </a:lnTo>
                <a:lnTo>
                  <a:pt x="1579" y="84"/>
                </a:lnTo>
                <a:cubicBezTo>
                  <a:pt x="1580" y="83"/>
                  <a:pt x="1581" y="82"/>
                  <a:pt x="1583" y="82"/>
                </a:cubicBezTo>
                <a:lnTo>
                  <a:pt x="1603" y="79"/>
                </a:lnTo>
                <a:lnTo>
                  <a:pt x="1614" y="69"/>
                </a:lnTo>
                <a:lnTo>
                  <a:pt x="1629" y="61"/>
                </a:lnTo>
                <a:cubicBezTo>
                  <a:pt x="1630" y="61"/>
                  <a:pt x="1631" y="60"/>
                  <a:pt x="1632" y="60"/>
                </a:cubicBezTo>
                <a:lnTo>
                  <a:pt x="1639" y="59"/>
                </a:lnTo>
                <a:cubicBezTo>
                  <a:pt x="1641" y="59"/>
                  <a:pt x="1644" y="60"/>
                  <a:pt x="1645" y="61"/>
                </a:cubicBezTo>
                <a:cubicBezTo>
                  <a:pt x="1647" y="63"/>
                  <a:pt x="1648" y="66"/>
                  <a:pt x="1648" y="68"/>
                </a:cubicBezTo>
                <a:lnTo>
                  <a:pt x="1647" y="78"/>
                </a:lnTo>
                <a:cubicBezTo>
                  <a:pt x="1647" y="78"/>
                  <a:pt x="1647" y="79"/>
                  <a:pt x="1647" y="80"/>
                </a:cubicBezTo>
                <a:lnTo>
                  <a:pt x="1628" y="128"/>
                </a:lnTo>
                <a:lnTo>
                  <a:pt x="1660" y="126"/>
                </a:lnTo>
                <a:cubicBezTo>
                  <a:pt x="1661" y="126"/>
                  <a:pt x="1663" y="126"/>
                  <a:pt x="1665" y="127"/>
                </a:cubicBezTo>
                <a:lnTo>
                  <a:pt x="1726" y="171"/>
                </a:lnTo>
                <a:lnTo>
                  <a:pt x="1742" y="174"/>
                </a:lnTo>
                <a:cubicBezTo>
                  <a:pt x="1745" y="175"/>
                  <a:pt x="1748" y="178"/>
                  <a:pt x="1748" y="181"/>
                </a:cubicBezTo>
                <a:cubicBezTo>
                  <a:pt x="1748" y="185"/>
                  <a:pt x="1746" y="188"/>
                  <a:pt x="1743" y="190"/>
                </a:cubicBezTo>
                <a:lnTo>
                  <a:pt x="1726" y="196"/>
                </a:lnTo>
                <a:cubicBezTo>
                  <a:pt x="1724" y="197"/>
                  <a:pt x="1721" y="197"/>
                  <a:pt x="1718" y="196"/>
                </a:cubicBezTo>
                <a:lnTo>
                  <a:pt x="1687" y="174"/>
                </a:lnTo>
                <a:lnTo>
                  <a:pt x="1637" y="161"/>
                </a:lnTo>
                <a:lnTo>
                  <a:pt x="1600" y="164"/>
                </a:lnTo>
                <a:lnTo>
                  <a:pt x="1644" y="189"/>
                </a:lnTo>
                <a:cubicBezTo>
                  <a:pt x="1645" y="189"/>
                  <a:pt x="1646" y="190"/>
                  <a:pt x="1646" y="191"/>
                </a:cubicBezTo>
                <a:lnTo>
                  <a:pt x="1656" y="206"/>
                </a:lnTo>
                <a:cubicBezTo>
                  <a:pt x="1658" y="209"/>
                  <a:pt x="1658" y="212"/>
                  <a:pt x="1656" y="215"/>
                </a:cubicBezTo>
                <a:cubicBezTo>
                  <a:pt x="1654" y="218"/>
                  <a:pt x="1651" y="219"/>
                  <a:pt x="1648" y="218"/>
                </a:cubicBezTo>
                <a:lnTo>
                  <a:pt x="1623" y="213"/>
                </a:lnTo>
                <a:cubicBezTo>
                  <a:pt x="1622" y="213"/>
                  <a:pt x="1621" y="213"/>
                  <a:pt x="1620" y="212"/>
                </a:cubicBezTo>
                <a:lnTo>
                  <a:pt x="1571" y="177"/>
                </a:lnTo>
                <a:lnTo>
                  <a:pt x="1558" y="179"/>
                </a:lnTo>
                <a:lnTo>
                  <a:pt x="1558" y="180"/>
                </a:lnTo>
                <a:cubicBezTo>
                  <a:pt x="1559" y="182"/>
                  <a:pt x="1559" y="184"/>
                  <a:pt x="1558" y="186"/>
                </a:cubicBezTo>
                <a:lnTo>
                  <a:pt x="1552" y="197"/>
                </a:lnTo>
                <a:cubicBezTo>
                  <a:pt x="1551" y="199"/>
                  <a:pt x="1549" y="200"/>
                  <a:pt x="1547" y="201"/>
                </a:cubicBezTo>
                <a:lnTo>
                  <a:pt x="1544" y="202"/>
                </a:lnTo>
                <a:lnTo>
                  <a:pt x="1546" y="216"/>
                </a:lnTo>
                <a:lnTo>
                  <a:pt x="1548" y="224"/>
                </a:lnTo>
                <a:lnTo>
                  <a:pt x="1556" y="240"/>
                </a:lnTo>
                <a:lnTo>
                  <a:pt x="1561" y="246"/>
                </a:lnTo>
                <a:lnTo>
                  <a:pt x="1585" y="266"/>
                </a:lnTo>
                <a:lnTo>
                  <a:pt x="1598" y="282"/>
                </a:lnTo>
                <a:cubicBezTo>
                  <a:pt x="1599" y="283"/>
                  <a:pt x="1599" y="284"/>
                  <a:pt x="1599" y="284"/>
                </a:cubicBezTo>
                <a:lnTo>
                  <a:pt x="1609" y="310"/>
                </a:lnTo>
                <a:cubicBezTo>
                  <a:pt x="1609" y="312"/>
                  <a:pt x="1609" y="315"/>
                  <a:pt x="1608" y="317"/>
                </a:cubicBezTo>
                <a:cubicBezTo>
                  <a:pt x="1607" y="319"/>
                  <a:pt x="1605" y="320"/>
                  <a:pt x="1603" y="321"/>
                </a:cubicBezTo>
                <a:lnTo>
                  <a:pt x="1591" y="323"/>
                </a:lnTo>
                <a:lnTo>
                  <a:pt x="1588" y="325"/>
                </a:lnTo>
                <a:lnTo>
                  <a:pt x="1589" y="333"/>
                </a:lnTo>
                <a:lnTo>
                  <a:pt x="1591" y="342"/>
                </a:lnTo>
                <a:lnTo>
                  <a:pt x="1592" y="356"/>
                </a:lnTo>
                <a:cubicBezTo>
                  <a:pt x="1592" y="357"/>
                  <a:pt x="1592" y="358"/>
                  <a:pt x="1592" y="358"/>
                </a:cubicBezTo>
                <a:lnTo>
                  <a:pt x="1589" y="368"/>
                </a:lnTo>
                <a:cubicBezTo>
                  <a:pt x="1588" y="370"/>
                  <a:pt x="1587" y="372"/>
                  <a:pt x="1585" y="373"/>
                </a:cubicBezTo>
                <a:lnTo>
                  <a:pt x="1579" y="377"/>
                </a:lnTo>
                <a:cubicBezTo>
                  <a:pt x="1576" y="378"/>
                  <a:pt x="1573" y="378"/>
                  <a:pt x="1571" y="377"/>
                </a:cubicBezTo>
                <a:lnTo>
                  <a:pt x="1566" y="374"/>
                </a:lnTo>
                <a:cubicBezTo>
                  <a:pt x="1563" y="373"/>
                  <a:pt x="1562" y="370"/>
                  <a:pt x="1562" y="367"/>
                </a:cubicBezTo>
                <a:lnTo>
                  <a:pt x="1562" y="360"/>
                </a:lnTo>
                <a:lnTo>
                  <a:pt x="1565" y="348"/>
                </a:lnTo>
                <a:lnTo>
                  <a:pt x="1566" y="337"/>
                </a:lnTo>
                <a:lnTo>
                  <a:pt x="1564" y="332"/>
                </a:lnTo>
                <a:lnTo>
                  <a:pt x="1561" y="327"/>
                </a:lnTo>
                <a:cubicBezTo>
                  <a:pt x="1561" y="326"/>
                  <a:pt x="1560" y="325"/>
                  <a:pt x="1560" y="324"/>
                </a:cubicBezTo>
                <a:lnTo>
                  <a:pt x="1559" y="317"/>
                </a:lnTo>
                <a:cubicBezTo>
                  <a:pt x="1559" y="316"/>
                  <a:pt x="1559" y="315"/>
                  <a:pt x="1559" y="314"/>
                </a:cubicBezTo>
                <a:lnTo>
                  <a:pt x="1560" y="311"/>
                </a:lnTo>
                <a:lnTo>
                  <a:pt x="1564" y="299"/>
                </a:lnTo>
                <a:lnTo>
                  <a:pt x="1536" y="279"/>
                </a:lnTo>
                <a:cubicBezTo>
                  <a:pt x="1535" y="279"/>
                  <a:pt x="1535" y="278"/>
                  <a:pt x="1534" y="277"/>
                </a:cubicBezTo>
                <a:lnTo>
                  <a:pt x="1526" y="263"/>
                </a:lnTo>
                <a:cubicBezTo>
                  <a:pt x="1525" y="263"/>
                  <a:pt x="1525" y="262"/>
                  <a:pt x="1525" y="261"/>
                </a:cubicBezTo>
                <a:lnTo>
                  <a:pt x="1524" y="254"/>
                </a:lnTo>
                <a:lnTo>
                  <a:pt x="1519" y="230"/>
                </a:lnTo>
                <a:lnTo>
                  <a:pt x="1510" y="208"/>
                </a:lnTo>
                <a:lnTo>
                  <a:pt x="1490" y="215"/>
                </a:lnTo>
                <a:lnTo>
                  <a:pt x="1486" y="218"/>
                </a:lnTo>
                <a:lnTo>
                  <a:pt x="1476" y="228"/>
                </a:lnTo>
                <a:cubicBezTo>
                  <a:pt x="1475" y="229"/>
                  <a:pt x="1474" y="230"/>
                  <a:pt x="1473" y="230"/>
                </a:cubicBezTo>
                <a:lnTo>
                  <a:pt x="1428" y="248"/>
                </a:lnTo>
                <a:cubicBezTo>
                  <a:pt x="1427" y="248"/>
                  <a:pt x="1426" y="248"/>
                  <a:pt x="1425" y="248"/>
                </a:cubicBezTo>
                <a:lnTo>
                  <a:pt x="1417" y="248"/>
                </a:lnTo>
                <a:cubicBezTo>
                  <a:pt x="1415" y="247"/>
                  <a:pt x="1412" y="246"/>
                  <a:pt x="1411" y="244"/>
                </a:cubicBezTo>
                <a:cubicBezTo>
                  <a:pt x="1410" y="241"/>
                  <a:pt x="1410" y="238"/>
                  <a:pt x="1411" y="236"/>
                </a:cubicBezTo>
                <a:lnTo>
                  <a:pt x="1415" y="229"/>
                </a:lnTo>
                <a:lnTo>
                  <a:pt x="1426" y="212"/>
                </a:lnTo>
                <a:lnTo>
                  <a:pt x="1425" y="204"/>
                </a:lnTo>
                <a:lnTo>
                  <a:pt x="1423" y="202"/>
                </a:lnTo>
                <a:lnTo>
                  <a:pt x="1411" y="202"/>
                </a:lnTo>
                <a:cubicBezTo>
                  <a:pt x="1410" y="201"/>
                  <a:pt x="1408" y="201"/>
                  <a:pt x="1407" y="200"/>
                </a:cubicBezTo>
                <a:lnTo>
                  <a:pt x="1383" y="182"/>
                </a:lnTo>
                <a:lnTo>
                  <a:pt x="1377" y="180"/>
                </a:lnTo>
                <a:lnTo>
                  <a:pt x="1298" y="193"/>
                </a:lnTo>
                <a:lnTo>
                  <a:pt x="1279" y="207"/>
                </a:lnTo>
                <a:cubicBezTo>
                  <a:pt x="1278" y="208"/>
                  <a:pt x="1277" y="208"/>
                  <a:pt x="1276" y="208"/>
                </a:cubicBezTo>
                <a:lnTo>
                  <a:pt x="1252" y="214"/>
                </a:lnTo>
                <a:lnTo>
                  <a:pt x="1254" y="215"/>
                </a:lnTo>
                <a:cubicBezTo>
                  <a:pt x="1257" y="216"/>
                  <a:pt x="1259" y="219"/>
                  <a:pt x="1259" y="221"/>
                </a:cubicBezTo>
                <a:cubicBezTo>
                  <a:pt x="1260" y="224"/>
                  <a:pt x="1259" y="226"/>
                  <a:pt x="1257" y="228"/>
                </a:cubicBezTo>
                <a:lnTo>
                  <a:pt x="1260" y="227"/>
                </a:lnTo>
                <a:cubicBezTo>
                  <a:pt x="1263" y="227"/>
                  <a:pt x="1266" y="227"/>
                  <a:pt x="1268" y="230"/>
                </a:cubicBezTo>
                <a:lnTo>
                  <a:pt x="1275" y="237"/>
                </a:lnTo>
                <a:lnTo>
                  <a:pt x="1280" y="244"/>
                </a:lnTo>
                <a:lnTo>
                  <a:pt x="1294" y="253"/>
                </a:lnTo>
                <a:lnTo>
                  <a:pt x="1327" y="261"/>
                </a:lnTo>
                <a:cubicBezTo>
                  <a:pt x="1328" y="261"/>
                  <a:pt x="1329" y="262"/>
                  <a:pt x="1330" y="262"/>
                </a:cubicBezTo>
                <a:lnTo>
                  <a:pt x="1344" y="273"/>
                </a:lnTo>
                <a:cubicBezTo>
                  <a:pt x="1345" y="273"/>
                  <a:pt x="1345" y="274"/>
                  <a:pt x="1346" y="275"/>
                </a:cubicBezTo>
                <a:lnTo>
                  <a:pt x="1357" y="292"/>
                </a:lnTo>
                <a:cubicBezTo>
                  <a:pt x="1358" y="294"/>
                  <a:pt x="1358" y="296"/>
                  <a:pt x="1358" y="298"/>
                </a:cubicBezTo>
                <a:lnTo>
                  <a:pt x="1355" y="309"/>
                </a:lnTo>
                <a:lnTo>
                  <a:pt x="1360" y="323"/>
                </a:lnTo>
                <a:lnTo>
                  <a:pt x="1368" y="336"/>
                </a:lnTo>
                <a:lnTo>
                  <a:pt x="1394" y="355"/>
                </a:lnTo>
                <a:cubicBezTo>
                  <a:pt x="1395" y="356"/>
                  <a:pt x="1396" y="357"/>
                  <a:pt x="1396" y="358"/>
                </a:cubicBezTo>
                <a:lnTo>
                  <a:pt x="1399" y="363"/>
                </a:lnTo>
                <a:cubicBezTo>
                  <a:pt x="1400" y="364"/>
                  <a:pt x="1400" y="365"/>
                  <a:pt x="1400" y="365"/>
                </a:cubicBezTo>
                <a:lnTo>
                  <a:pt x="1402" y="374"/>
                </a:lnTo>
                <a:lnTo>
                  <a:pt x="1418" y="394"/>
                </a:lnTo>
                <a:cubicBezTo>
                  <a:pt x="1420" y="396"/>
                  <a:pt x="1420" y="399"/>
                  <a:pt x="1419" y="402"/>
                </a:cubicBezTo>
                <a:cubicBezTo>
                  <a:pt x="1417" y="405"/>
                  <a:pt x="1415" y="407"/>
                  <a:pt x="1411" y="407"/>
                </a:cubicBezTo>
                <a:lnTo>
                  <a:pt x="1402" y="406"/>
                </a:lnTo>
                <a:cubicBezTo>
                  <a:pt x="1400" y="406"/>
                  <a:pt x="1399" y="406"/>
                  <a:pt x="1398" y="405"/>
                </a:cubicBezTo>
                <a:lnTo>
                  <a:pt x="1388" y="400"/>
                </a:lnTo>
                <a:lnTo>
                  <a:pt x="1354" y="371"/>
                </a:lnTo>
                <a:cubicBezTo>
                  <a:pt x="1354" y="372"/>
                  <a:pt x="1354" y="372"/>
                  <a:pt x="1353" y="372"/>
                </a:cubicBezTo>
                <a:cubicBezTo>
                  <a:pt x="1352" y="375"/>
                  <a:pt x="1350" y="377"/>
                  <a:pt x="1347" y="378"/>
                </a:cubicBezTo>
                <a:lnTo>
                  <a:pt x="1333" y="379"/>
                </a:lnTo>
                <a:cubicBezTo>
                  <a:pt x="1332" y="380"/>
                  <a:pt x="1330" y="379"/>
                  <a:pt x="1329" y="379"/>
                </a:cubicBezTo>
                <a:lnTo>
                  <a:pt x="1316" y="373"/>
                </a:lnTo>
                <a:lnTo>
                  <a:pt x="1318" y="380"/>
                </a:lnTo>
                <a:cubicBezTo>
                  <a:pt x="1318" y="382"/>
                  <a:pt x="1318" y="385"/>
                  <a:pt x="1316" y="387"/>
                </a:cubicBezTo>
                <a:cubicBezTo>
                  <a:pt x="1314" y="389"/>
                  <a:pt x="1312" y="390"/>
                  <a:pt x="1309" y="390"/>
                </a:cubicBezTo>
                <a:lnTo>
                  <a:pt x="1303" y="389"/>
                </a:lnTo>
                <a:cubicBezTo>
                  <a:pt x="1302" y="389"/>
                  <a:pt x="1301" y="388"/>
                  <a:pt x="1300" y="388"/>
                </a:cubicBezTo>
                <a:lnTo>
                  <a:pt x="1299" y="387"/>
                </a:lnTo>
                <a:cubicBezTo>
                  <a:pt x="1299" y="388"/>
                  <a:pt x="1299" y="390"/>
                  <a:pt x="1299" y="391"/>
                </a:cubicBezTo>
                <a:lnTo>
                  <a:pt x="1295" y="398"/>
                </a:lnTo>
                <a:cubicBezTo>
                  <a:pt x="1295" y="400"/>
                  <a:pt x="1293" y="401"/>
                  <a:pt x="1291" y="402"/>
                </a:cubicBezTo>
                <a:cubicBezTo>
                  <a:pt x="1289" y="403"/>
                  <a:pt x="1287" y="403"/>
                  <a:pt x="1285" y="402"/>
                </a:cubicBezTo>
                <a:lnTo>
                  <a:pt x="1278" y="399"/>
                </a:lnTo>
                <a:lnTo>
                  <a:pt x="1269" y="409"/>
                </a:lnTo>
                <a:cubicBezTo>
                  <a:pt x="1268" y="410"/>
                  <a:pt x="1266" y="411"/>
                  <a:pt x="1265" y="412"/>
                </a:cubicBezTo>
                <a:cubicBezTo>
                  <a:pt x="1266" y="413"/>
                  <a:pt x="1266" y="415"/>
                  <a:pt x="1265" y="417"/>
                </a:cubicBezTo>
                <a:lnTo>
                  <a:pt x="1263" y="428"/>
                </a:lnTo>
                <a:lnTo>
                  <a:pt x="1269" y="431"/>
                </a:lnTo>
                <a:lnTo>
                  <a:pt x="1296" y="406"/>
                </a:lnTo>
                <a:cubicBezTo>
                  <a:pt x="1297" y="405"/>
                  <a:pt x="1299" y="405"/>
                  <a:pt x="1300" y="404"/>
                </a:cubicBezTo>
                <a:lnTo>
                  <a:pt x="1317" y="402"/>
                </a:lnTo>
                <a:cubicBezTo>
                  <a:pt x="1320" y="402"/>
                  <a:pt x="1322" y="402"/>
                  <a:pt x="1324" y="404"/>
                </a:cubicBezTo>
                <a:lnTo>
                  <a:pt x="1330" y="409"/>
                </a:lnTo>
                <a:cubicBezTo>
                  <a:pt x="1331" y="410"/>
                  <a:pt x="1331" y="410"/>
                  <a:pt x="1331" y="411"/>
                </a:cubicBezTo>
                <a:lnTo>
                  <a:pt x="1342" y="427"/>
                </a:lnTo>
                <a:lnTo>
                  <a:pt x="1346" y="430"/>
                </a:lnTo>
                <a:lnTo>
                  <a:pt x="1379" y="441"/>
                </a:lnTo>
                <a:cubicBezTo>
                  <a:pt x="1382" y="443"/>
                  <a:pt x="1384" y="445"/>
                  <a:pt x="1384" y="448"/>
                </a:cubicBezTo>
                <a:cubicBezTo>
                  <a:pt x="1385" y="451"/>
                  <a:pt x="1383" y="454"/>
                  <a:pt x="1381" y="456"/>
                </a:cubicBezTo>
                <a:cubicBezTo>
                  <a:pt x="1382" y="457"/>
                  <a:pt x="1382" y="458"/>
                  <a:pt x="1383" y="459"/>
                </a:cubicBezTo>
                <a:cubicBezTo>
                  <a:pt x="1383" y="462"/>
                  <a:pt x="1383" y="465"/>
                  <a:pt x="1380" y="467"/>
                </a:cubicBezTo>
                <a:lnTo>
                  <a:pt x="1373" y="472"/>
                </a:lnTo>
                <a:cubicBezTo>
                  <a:pt x="1371" y="474"/>
                  <a:pt x="1368" y="474"/>
                  <a:pt x="1365" y="473"/>
                </a:cubicBezTo>
                <a:lnTo>
                  <a:pt x="1331" y="460"/>
                </a:lnTo>
                <a:cubicBezTo>
                  <a:pt x="1330" y="460"/>
                  <a:pt x="1329" y="459"/>
                  <a:pt x="1328" y="458"/>
                </a:cubicBezTo>
                <a:lnTo>
                  <a:pt x="1310" y="440"/>
                </a:lnTo>
                <a:lnTo>
                  <a:pt x="1310" y="440"/>
                </a:lnTo>
                <a:lnTo>
                  <a:pt x="1308" y="447"/>
                </a:lnTo>
                <a:cubicBezTo>
                  <a:pt x="1308" y="449"/>
                  <a:pt x="1307" y="450"/>
                  <a:pt x="1306" y="451"/>
                </a:cubicBezTo>
                <a:lnTo>
                  <a:pt x="1301" y="455"/>
                </a:lnTo>
                <a:cubicBezTo>
                  <a:pt x="1300" y="456"/>
                  <a:pt x="1300" y="456"/>
                  <a:pt x="1299" y="456"/>
                </a:cubicBezTo>
                <a:lnTo>
                  <a:pt x="1295" y="458"/>
                </a:lnTo>
                <a:lnTo>
                  <a:pt x="1291" y="463"/>
                </a:lnTo>
                <a:lnTo>
                  <a:pt x="1287" y="473"/>
                </a:lnTo>
                <a:lnTo>
                  <a:pt x="1286" y="477"/>
                </a:lnTo>
                <a:lnTo>
                  <a:pt x="1321" y="486"/>
                </a:lnTo>
                <a:cubicBezTo>
                  <a:pt x="1323" y="487"/>
                  <a:pt x="1325" y="489"/>
                  <a:pt x="1326" y="491"/>
                </a:cubicBezTo>
                <a:cubicBezTo>
                  <a:pt x="1327" y="493"/>
                  <a:pt x="1327" y="496"/>
                  <a:pt x="1326" y="498"/>
                </a:cubicBezTo>
                <a:lnTo>
                  <a:pt x="1315" y="519"/>
                </a:lnTo>
                <a:lnTo>
                  <a:pt x="1315" y="523"/>
                </a:lnTo>
                <a:lnTo>
                  <a:pt x="1317" y="525"/>
                </a:lnTo>
                <a:lnTo>
                  <a:pt x="1327" y="526"/>
                </a:lnTo>
                <a:cubicBezTo>
                  <a:pt x="1328" y="526"/>
                  <a:pt x="1330" y="527"/>
                  <a:pt x="1331" y="528"/>
                </a:cubicBezTo>
                <a:lnTo>
                  <a:pt x="1337" y="534"/>
                </a:lnTo>
                <a:cubicBezTo>
                  <a:pt x="1339" y="535"/>
                  <a:pt x="1340" y="538"/>
                  <a:pt x="1339" y="541"/>
                </a:cubicBezTo>
                <a:cubicBezTo>
                  <a:pt x="1339" y="544"/>
                  <a:pt x="1337" y="546"/>
                  <a:pt x="1334" y="547"/>
                </a:cubicBezTo>
                <a:lnTo>
                  <a:pt x="1325" y="550"/>
                </a:lnTo>
                <a:cubicBezTo>
                  <a:pt x="1324" y="551"/>
                  <a:pt x="1323" y="551"/>
                  <a:pt x="1322" y="551"/>
                </a:cubicBezTo>
                <a:lnTo>
                  <a:pt x="1314" y="551"/>
                </a:lnTo>
                <a:lnTo>
                  <a:pt x="1314" y="551"/>
                </a:lnTo>
                <a:cubicBezTo>
                  <a:pt x="1316" y="554"/>
                  <a:pt x="1317" y="558"/>
                  <a:pt x="1314" y="561"/>
                </a:cubicBezTo>
                <a:lnTo>
                  <a:pt x="1313" y="563"/>
                </a:lnTo>
                <a:lnTo>
                  <a:pt x="1310" y="568"/>
                </a:lnTo>
                <a:lnTo>
                  <a:pt x="1315" y="581"/>
                </a:lnTo>
                <a:lnTo>
                  <a:pt x="1316" y="588"/>
                </a:lnTo>
                <a:cubicBezTo>
                  <a:pt x="1316" y="590"/>
                  <a:pt x="1316" y="593"/>
                  <a:pt x="1314" y="594"/>
                </a:cubicBezTo>
                <a:cubicBezTo>
                  <a:pt x="1313" y="596"/>
                  <a:pt x="1311" y="597"/>
                  <a:pt x="1309" y="598"/>
                </a:cubicBezTo>
                <a:lnTo>
                  <a:pt x="1305" y="598"/>
                </a:lnTo>
                <a:cubicBezTo>
                  <a:pt x="1303" y="598"/>
                  <a:pt x="1302" y="598"/>
                  <a:pt x="1300" y="597"/>
                </a:cubicBezTo>
                <a:lnTo>
                  <a:pt x="1288" y="591"/>
                </a:lnTo>
                <a:cubicBezTo>
                  <a:pt x="1286" y="590"/>
                  <a:pt x="1284" y="588"/>
                  <a:pt x="1284" y="586"/>
                </a:cubicBezTo>
                <a:lnTo>
                  <a:pt x="1282" y="576"/>
                </a:lnTo>
                <a:lnTo>
                  <a:pt x="1257" y="530"/>
                </a:lnTo>
                <a:lnTo>
                  <a:pt x="1256" y="537"/>
                </a:lnTo>
                <a:lnTo>
                  <a:pt x="1257" y="555"/>
                </a:lnTo>
                <a:lnTo>
                  <a:pt x="1257" y="567"/>
                </a:lnTo>
                <a:cubicBezTo>
                  <a:pt x="1257" y="568"/>
                  <a:pt x="1257" y="569"/>
                  <a:pt x="1257" y="570"/>
                </a:cubicBezTo>
                <a:lnTo>
                  <a:pt x="1255" y="578"/>
                </a:lnTo>
                <a:lnTo>
                  <a:pt x="1252" y="584"/>
                </a:lnTo>
                <a:lnTo>
                  <a:pt x="1251" y="588"/>
                </a:lnTo>
                <a:lnTo>
                  <a:pt x="1254" y="593"/>
                </a:lnTo>
                <a:lnTo>
                  <a:pt x="1265" y="604"/>
                </a:lnTo>
                <a:lnTo>
                  <a:pt x="1307" y="622"/>
                </a:lnTo>
                <a:cubicBezTo>
                  <a:pt x="1311" y="623"/>
                  <a:pt x="1313" y="627"/>
                  <a:pt x="1312" y="631"/>
                </a:cubicBezTo>
                <a:lnTo>
                  <a:pt x="1309" y="644"/>
                </a:lnTo>
                <a:lnTo>
                  <a:pt x="1313" y="651"/>
                </a:lnTo>
                <a:lnTo>
                  <a:pt x="1320" y="658"/>
                </a:lnTo>
                <a:lnTo>
                  <a:pt x="1327" y="661"/>
                </a:lnTo>
                <a:cubicBezTo>
                  <a:pt x="1329" y="662"/>
                  <a:pt x="1331" y="665"/>
                  <a:pt x="1331" y="668"/>
                </a:cubicBezTo>
                <a:cubicBezTo>
                  <a:pt x="1331" y="671"/>
                  <a:pt x="1329" y="673"/>
                  <a:pt x="1327" y="675"/>
                </a:cubicBezTo>
                <a:lnTo>
                  <a:pt x="1317" y="680"/>
                </a:lnTo>
                <a:cubicBezTo>
                  <a:pt x="1315" y="681"/>
                  <a:pt x="1312" y="681"/>
                  <a:pt x="1310" y="680"/>
                </a:cubicBezTo>
                <a:lnTo>
                  <a:pt x="1295" y="672"/>
                </a:lnTo>
                <a:cubicBezTo>
                  <a:pt x="1294" y="671"/>
                  <a:pt x="1294" y="671"/>
                  <a:pt x="1293" y="670"/>
                </a:cubicBezTo>
                <a:lnTo>
                  <a:pt x="1254" y="626"/>
                </a:lnTo>
                <a:lnTo>
                  <a:pt x="1246" y="615"/>
                </a:lnTo>
                <a:lnTo>
                  <a:pt x="1235" y="610"/>
                </a:lnTo>
                <a:cubicBezTo>
                  <a:pt x="1233" y="610"/>
                  <a:pt x="1232" y="609"/>
                  <a:pt x="1231" y="607"/>
                </a:cubicBezTo>
                <a:lnTo>
                  <a:pt x="1226" y="600"/>
                </a:lnTo>
                <a:cubicBezTo>
                  <a:pt x="1225" y="599"/>
                  <a:pt x="1224" y="598"/>
                  <a:pt x="1224" y="596"/>
                </a:cubicBezTo>
                <a:lnTo>
                  <a:pt x="1222" y="581"/>
                </a:lnTo>
                <a:lnTo>
                  <a:pt x="1222" y="561"/>
                </a:lnTo>
                <a:lnTo>
                  <a:pt x="1221" y="542"/>
                </a:lnTo>
                <a:lnTo>
                  <a:pt x="1217" y="526"/>
                </a:lnTo>
                <a:lnTo>
                  <a:pt x="1207" y="513"/>
                </a:lnTo>
                <a:lnTo>
                  <a:pt x="1192" y="502"/>
                </a:lnTo>
                <a:cubicBezTo>
                  <a:pt x="1191" y="504"/>
                  <a:pt x="1190" y="505"/>
                  <a:pt x="1189" y="506"/>
                </a:cubicBezTo>
                <a:cubicBezTo>
                  <a:pt x="1188" y="507"/>
                  <a:pt x="1185" y="508"/>
                  <a:pt x="1183" y="508"/>
                </a:cubicBezTo>
                <a:lnTo>
                  <a:pt x="1166" y="505"/>
                </a:lnTo>
                <a:lnTo>
                  <a:pt x="1161" y="507"/>
                </a:lnTo>
                <a:cubicBezTo>
                  <a:pt x="1162" y="509"/>
                  <a:pt x="1163" y="511"/>
                  <a:pt x="1162" y="513"/>
                </a:cubicBezTo>
                <a:lnTo>
                  <a:pt x="1155" y="538"/>
                </a:lnTo>
                <a:lnTo>
                  <a:pt x="1150" y="546"/>
                </a:lnTo>
                <a:lnTo>
                  <a:pt x="1136" y="562"/>
                </a:lnTo>
                <a:lnTo>
                  <a:pt x="1133" y="570"/>
                </a:lnTo>
                <a:lnTo>
                  <a:pt x="1131" y="588"/>
                </a:lnTo>
                <a:cubicBezTo>
                  <a:pt x="1131" y="589"/>
                  <a:pt x="1131" y="590"/>
                  <a:pt x="1130" y="591"/>
                </a:cubicBezTo>
                <a:lnTo>
                  <a:pt x="1129" y="593"/>
                </a:lnTo>
                <a:cubicBezTo>
                  <a:pt x="1128" y="595"/>
                  <a:pt x="1126" y="596"/>
                  <a:pt x="1124" y="597"/>
                </a:cubicBezTo>
                <a:lnTo>
                  <a:pt x="1121" y="598"/>
                </a:lnTo>
                <a:cubicBezTo>
                  <a:pt x="1119" y="599"/>
                  <a:pt x="1116" y="599"/>
                  <a:pt x="1114" y="597"/>
                </a:cubicBezTo>
                <a:lnTo>
                  <a:pt x="1111" y="595"/>
                </a:lnTo>
                <a:cubicBezTo>
                  <a:pt x="1109" y="593"/>
                  <a:pt x="1108" y="592"/>
                  <a:pt x="1108" y="590"/>
                </a:cubicBezTo>
                <a:lnTo>
                  <a:pt x="1106" y="582"/>
                </a:lnTo>
                <a:lnTo>
                  <a:pt x="1105" y="569"/>
                </a:lnTo>
                <a:lnTo>
                  <a:pt x="1103" y="563"/>
                </a:lnTo>
                <a:lnTo>
                  <a:pt x="1096" y="555"/>
                </a:lnTo>
                <a:lnTo>
                  <a:pt x="1090" y="555"/>
                </a:lnTo>
                <a:lnTo>
                  <a:pt x="1050" y="570"/>
                </a:lnTo>
                <a:lnTo>
                  <a:pt x="1049" y="577"/>
                </a:lnTo>
                <a:cubicBezTo>
                  <a:pt x="1049" y="578"/>
                  <a:pt x="1048" y="579"/>
                  <a:pt x="1047" y="581"/>
                </a:cubicBezTo>
                <a:lnTo>
                  <a:pt x="1043" y="586"/>
                </a:lnTo>
                <a:cubicBezTo>
                  <a:pt x="1042" y="587"/>
                  <a:pt x="1042" y="587"/>
                  <a:pt x="1041" y="588"/>
                </a:cubicBezTo>
                <a:lnTo>
                  <a:pt x="1036" y="591"/>
                </a:lnTo>
                <a:lnTo>
                  <a:pt x="1032" y="594"/>
                </a:lnTo>
                <a:lnTo>
                  <a:pt x="1029" y="601"/>
                </a:lnTo>
                <a:lnTo>
                  <a:pt x="1026" y="608"/>
                </a:lnTo>
                <a:lnTo>
                  <a:pt x="1026" y="614"/>
                </a:lnTo>
                <a:lnTo>
                  <a:pt x="1030" y="618"/>
                </a:lnTo>
                <a:cubicBezTo>
                  <a:pt x="1032" y="621"/>
                  <a:pt x="1032" y="624"/>
                  <a:pt x="1031" y="627"/>
                </a:cubicBezTo>
                <a:lnTo>
                  <a:pt x="1028" y="632"/>
                </a:lnTo>
                <a:cubicBezTo>
                  <a:pt x="1027" y="634"/>
                  <a:pt x="1025" y="636"/>
                  <a:pt x="1022" y="636"/>
                </a:cubicBezTo>
                <a:lnTo>
                  <a:pt x="1019" y="636"/>
                </a:lnTo>
                <a:cubicBezTo>
                  <a:pt x="1016" y="637"/>
                  <a:pt x="1013" y="636"/>
                  <a:pt x="1012" y="633"/>
                </a:cubicBezTo>
                <a:lnTo>
                  <a:pt x="1009" y="629"/>
                </a:lnTo>
                <a:cubicBezTo>
                  <a:pt x="1008" y="629"/>
                  <a:pt x="1008" y="628"/>
                  <a:pt x="1008" y="627"/>
                </a:cubicBezTo>
                <a:lnTo>
                  <a:pt x="1006" y="620"/>
                </a:lnTo>
                <a:lnTo>
                  <a:pt x="1004" y="611"/>
                </a:lnTo>
                <a:cubicBezTo>
                  <a:pt x="1004" y="610"/>
                  <a:pt x="1004" y="609"/>
                  <a:pt x="1004" y="608"/>
                </a:cubicBezTo>
                <a:lnTo>
                  <a:pt x="1004" y="605"/>
                </a:lnTo>
                <a:cubicBezTo>
                  <a:pt x="1004" y="603"/>
                  <a:pt x="1005" y="602"/>
                  <a:pt x="1005" y="601"/>
                </a:cubicBezTo>
                <a:lnTo>
                  <a:pt x="1009" y="595"/>
                </a:lnTo>
                <a:lnTo>
                  <a:pt x="1013" y="582"/>
                </a:lnTo>
                <a:lnTo>
                  <a:pt x="1008" y="583"/>
                </a:lnTo>
                <a:lnTo>
                  <a:pt x="972" y="603"/>
                </a:lnTo>
                <a:cubicBezTo>
                  <a:pt x="970" y="604"/>
                  <a:pt x="969" y="605"/>
                  <a:pt x="968" y="604"/>
                </a:cubicBezTo>
                <a:lnTo>
                  <a:pt x="961" y="604"/>
                </a:lnTo>
                <a:cubicBezTo>
                  <a:pt x="959" y="604"/>
                  <a:pt x="958" y="603"/>
                  <a:pt x="956" y="602"/>
                </a:cubicBezTo>
                <a:lnTo>
                  <a:pt x="956" y="603"/>
                </a:lnTo>
                <a:lnTo>
                  <a:pt x="925" y="650"/>
                </a:lnTo>
                <a:cubicBezTo>
                  <a:pt x="923" y="653"/>
                  <a:pt x="920" y="654"/>
                  <a:pt x="917" y="653"/>
                </a:cubicBezTo>
                <a:cubicBezTo>
                  <a:pt x="913" y="652"/>
                  <a:pt x="911" y="650"/>
                  <a:pt x="910" y="646"/>
                </a:cubicBezTo>
                <a:lnTo>
                  <a:pt x="909" y="633"/>
                </a:lnTo>
                <a:cubicBezTo>
                  <a:pt x="909" y="632"/>
                  <a:pt x="909" y="631"/>
                  <a:pt x="909" y="630"/>
                </a:cubicBezTo>
                <a:lnTo>
                  <a:pt x="911" y="620"/>
                </a:lnTo>
                <a:cubicBezTo>
                  <a:pt x="911" y="619"/>
                  <a:pt x="912" y="618"/>
                  <a:pt x="912" y="618"/>
                </a:cubicBezTo>
                <a:lnTo>
                  <a:pt x="916" y="612"/>
                </a:lnTo>
                <a:lnTo>
                  <a:pt x="913" y="609"/>
                </a:lnTo>
                <a:lnTo>
                  <a:pt x="883" y="608"/>
                </a:lnTo>
                <a:cubicBezTo>
                  <a:pt x="882" y="608"/>
                  <a:pt x="881" y="607"/>
                  <a:pt x="880" y="607"/>
                </a:cubicBezTo>
                <a:lnTo>
                  <a:pt x="867" y="602"/>
                </a:lnTo>
                <a:lnTo>
                  <a:pt x="858" y="601"/>
                </a:lnTo>
                <a:lnTo>
                  <a:pt x="845" y="607"/>
                </a:lnTo>
                <a:lnTo>
                  <a:pt x="833" y="616"/>
                </a:lnTo>
                <a:lnTo>
                  <a:pt x="830" y="622"/>
                </a:lnTo>
                <a:lnTo>
                  <a:pt x="879" y="613"/>
                </a:lnTo>
                <a:cubicBezTo>
                  <a:pt x="882" y="612"/>
                  <a:pt x="884" y="613"/>
                  <a:pt x="886" y="615"/>
                </a:cubicBezTo>
                <a:lnTo>
                  <a:pt x="895" y="624"/>
                </a:lnTo>
                <a:cubicBezTo>
                  <a:pt x="896" y="625"/>
                  <a:pt x="897" y="627"/>
                  <a:pt x="897" y="630"/>
                </a:cubicBezTo>
                <a:cubicBezTo>
                  <a:pt x="897" y="632"/>
                  <a:pt x="896" y="634"/>
                  <a:pt x="894" y="635"/>
                </a:cubicBezTo>
                <a:lnTo>
                  <a:pt x="882" y="645"/>
                </a:lnTo>
                <a:cubicBezTo>
                  <a:pt x="880" y="647"/>
                  <a:pt x="879" y="647"/>
                  <a:pt x="877" y="647"/>
                </a:cubicBezTo>
                <a:lnTo>
                  <a:pt x="846" y="648"/>
                </a:lnTo>
                <a:lnTo>
                  <a:pt x="821" y="659"/>
                </a:lnTo>
                <a:cubicBezTo>
                  <a:pt x="820" y="660"/>
                  <a:pt x="819" y="660"/>
                  <a:pt x="817" y="660"/>
                </a:cubicBezTo>
                <a:lnTo>
                  <a:pt x="799" y="658"/>
                </a:lnTo>
                <a:lnTo>
                  <a:pt x="797" y="659"/>
                </a:lnTo>
                <a:lnTo>
                  <a:pt x="793" y="663"/>
                </a:lnTo>
                <a:lnTo>
                  <a:pt x="790" y="668"/>
                </a:lnTo>
                <a:lnTo>
                  <a:pt x="791" y="670"/>
                </a:lnTo>
                <a:cubicBezTo>
                  <a:pt x="791" y="669"/>
                  <a:pt x="792" y="669"/>
                  <a:pt x="793" y="669"/>
                </a:cubicBezTo>
                <a:lnTo>
                  <a:pt x="798" y="666"/>
                </a:lnTo>
                <a:cubicBezTo>
                  <a:pt x="801" y="664"/>
                  <a:pt x="806" y="665"/>
                  <a:pt x="808" y="668"/>
                </a:cubicBezTo>
                <a:lnTo>
                  <a:pt x="812" y="672"/>
                </a:lnTo>
                <a:cubicBezTo>
                  <a:pt x="813" y="674"/>
                  <a:pt x="813" y="676"/>
                  <a:pt x="813" y="678"/>
                </a:cubicBezTo>
                <a:lnTo>
                  <a:pt x="813" y="687"/>
                </a:lnTo>
                <a:lnTo>
                  <a:pt x="813" y="687"/>
                </a:lnTo>
                <a:lnTo>
                  <a:pt x="815" y="686"/>
                </a:lnTo>
                <a:cubicBezTo>
                  <a:pt x="816" y="685"/>
                  <a:pt x="817" y="685"/>
                  <a:pt x="818" y="685"/>
                </a:cubicBezTo>
                <a:lnTo>
                  <a:pt x="867" y="677"/>
                </a:lnTo>
                <a:cubicBezTo>
                  <a:pt x="870" y="676"/>
                  <a:pt x="873" y="678"/>
                  <a:pt x="875" y="681"/>
                </a:cubicBezTo>
                <a:cubicBezTo>
                  <a:pt x="876" y="684"/>
                  <a:pt x="876" y="688"/>
                  <a:pt x="874" y="690"/>
                </a:cubicBezTo>
                <a:lnTo>
                  <a:pt x="868" y="697"/>
                </a:lnTo>
                <a:cubicBezTo>
                  <a:pt x="867" y="697"/>
                  <a:pt x="867" y="698"/>
                  <a:pt x="866" y="698"/>
                </a:cubicBezTo>
                <a:lnTo>
                  <a:pt x="865" y="699"/>
                </a:lnTo>
                <a:lnTo>
                  <a:pt x="868" y="707"/>
                </a:lnTo>
                <a:lnTo>
                  <a:pt x="872" y="707"/>
                </a:lnTo>
                <a:lnTo>
                  <a:pt x="882" y="705"/>
                </a:lnTo>
                <a:cubicBezTo>
                  <a:pt x="884" y="704"/>
                  <a:pt x="886" y="705"/>
                  <a:pt x="888" y="706"/>
                </a:cubicBezTo>
                <a:lnTo>
                  <a:pt x="897" y="711"/>
                </a:lnTo>
                <a:cubicBezTo>
                  <a:pt x="900" y="713"/>
                  <a:pt x="902" y="716"/>
                  <a:pt x="901" y="720"/>
                </a:cubicBezTo>
                <a:cubicBezTo>
                  <a:pt x="900" y="723"/>
                  <a:pt x="898" y="726"/>
                  <a:pt x="894" y="726"/>
                </a:cubicBezTo>
                <a:lnTo>
                  <a:pt x="822" y="734"/>
                </a:lnTo>
                <a:lnTo>
                  <a:pt x="819" y="737"/>
                </a:lnTo>
                <a:lnTo>
                  <a:pt x="821" y="738"/>
                </a:lnTo>
                <a:cubicBezTo>
                  <a:pt x="825" y="739"/>
                  <a:pt x="827" y="742"/>
                  <a:pt x="827" y="746"/>
                </a:cubicBezTo>
                <a:lnTo>
                  <a:pt x="827" y="752"/>
                </a:lnTo>
                <a:cubicBezTo>
                  <a:pt x="827" y="754"/>
                  <a:pt x="826" y="757"/>
                  <a:pt x="824" y="758"/>
                </a:cubicBezTo>
                <a:lnTo>
                  <a:pt x="785" y="786"/>
                </a:lnTo>
                <a:lnTo>
                  <a:pt x="798" y="786"/>
                </a:lnTo>
                <a:cubicBezTo>
                  <a:pt x="800" y="785"/>
                  <a:pt x="801" y="786"/>
                  <a:pt x="802" y="787"/>
                </a:cubicBezTo>
                <a:lnTo>
                  <a:pt x="808" y="790"/>
                </a:lnTo>
                <a:lnTo>
                  <a:pt x="828" y="784"/>
                </a:lnTo>
                <a:lnTo>
                  <a:pt x="833" y="781"/>
                </a:lnTo>
                <a:lnTo>
                  <a:pt x="836" y="776"/>
                </a:lnTo>
                <a:cubicBezTo>
                  <a:pt x="837" y="775"/>
                  <a:pt x="838" y="775"/>
                  <a:pt x="839" y="774"/>
                </a:cubicBezTo>
                <a:lnTo>
                  <a:pt x="866" y="763"/>
                </a:lnTo>
                <a:lnTo>
                  <a:pt x="902" y="736"/>
                </a:lnTo>
                <a:cubicBezTo>
                  <a:pt x="903" y="735"/>
                  <a:pt x="904" y="735"/>
                  <a:pt x="905" y="734"/>
                </a:cubicBezTo>
                <a:lnTo>
                  <a:pt x="909" y="733"/>
                </a:lnTo>
                <a:lnTo>
                  <a:pt x="911" y="731"/>
                </a:lnTo>
                <a:lnTo>
                  <a:pt x="919" y="713"/>
                </a:lnTo>
                <a:cubicBezTo>
                  <a:pt x="919" y="712"/>
                  <a:pt x="920" y="711"/>
                  <a:pt x="922" y="710"/>
                </a:cubicBezTo>
                <a:lnTo>
                  <a:pt x="932" y="704"/>
                </a:lnTo>
                <a:lnTo>
                  <a:pt x="946" y="686"/>
                </a:lnTo>
                <a:lnTo>
                  <a:pt x="967" y="665"/>
                </a:lnTo>
                <a:lnTo>
                  <a:pt x="966" y="660"/>
                </a:lnTo>
                <a:lnTo>
                  <a:pt x="959" y="630"/>
                </a:lnTo>
                <a:cubicBezTo>
                  <a:pt x="959" y="629"/>
                  <a:pt x="959" y="628"/>
                  <a:pt x="959" y="627"/>
                </a:cubicBezTo>
                <a:lnTo>
                  <a:pt x="963" y="615"/>
                </a:lnTo>
                <a:cubicBezTo>
                  <a:pt x="964" y="612"/>
                  <a:pt x="967" y="610"/>
                  <a:pt x="970" y="610"/>
                </a:cubicBezTo>
                <a:cubicBezTo>
                  <a:pt x="973" y="609"/>
                  <a:pt x="976" y="611"/>
                  <a:pt x="978" y="614"/>
                </a:cubicBezTo>
                <a:lnTo>
                  <a:pt x="981" y="619"/>
                </a:lnTo>
                <a:cubicBezTo>
                  <a:pt x="981" y="619"/>
                  <a:pt x="981" y="619"/>
                  <a:pt x="981" y="618"/>
                </a:cubicBezTo>
                <a:lnTo>
                  <a:pt x="985" y="615"/>
                </a:lnTo>
                <a:cubicBezTo>
                  <a:pt x="987" y="614"/>
                  <a:pt x="990" y="613"/>
                  <a:pt x="992" y="614"/>
                </a:cubicBezTo>
                <a:cubicBezTo>
                  <a:pt x="995" y="614"/>
                  <a:pt x="997" y="616"/>
                  <a:pt x="998" y="619"/>
                </a:cubicBezTo>
                <a:lnTo>
                  <a:pt x="1002" y="632"/>
                </a:lnTo>
                <a:cubicBezTo>
                  <a:pt x="1002" y="633"/>
                  <a:pt x="1002" y="633"/>
                  <a:pt x="1002" y="634"/>
                </a:cubicBezTo>
                <a:lnTo>
                  <a:pt x="1002" y="645"/>
                </a:lnTo>
                <a:cubicBezTo>
                  <a:pt x="1002" y="646"/>
                  <a:pt x="1002" y="647"/>
                  <a:pt x="1002" y="648"/>
                </a:cubicBezTo>
                <a:lnTo>
                  <a:pt x="994" y="664"/>
                </a:lnTo>
                <a:lnTo>
                  <a:pt x="993" y="668"/>
                </a:lnTo>
                <a:lnTo>
                  <a:pt x="1040" y="684"/>
                </a:lnTo>
                <a:lnTo>
                  <a:pt x="1041" y="683"/>
                </a:lnTo>
                <a:lnTo>
                  <a:pt x="1054" y="670"/>
                </a:lnTo>
                <a:cubicBezTo>
                  <a:pt x="1055" y="670"/>
                  <a:pt x="1056" y="669"/>
                  <a:pt x="1056" y="669"/>
                </a:cubicBezTo>
                <a:lnTo>
                  <a:pt x="1061" y="666"/>
                </a:lnTo>
                <a:cubicBezTo>
                  <a:pt x="1062" y="666"/>
                  <a:pt x="1064" y="666"/>
                  <a:pt x="1065" y="666"/>
                </a:cubicBezTo>
                <a:lnTo>
                  <a:pt x="1070" y="666"/>
                </a:lnTo>
                <a:cubicBezTo>
                  <a:pt x="1073" y="666"/>
                  <a:pt x="1076" y="668"/>
                  <a:pt x="1077" y="670"/>
                </a:cubicBezTo>
                <a:cubicBezTo>
                  <a:pt x="1079" y="673"/>
                  <a:pt x="1078" y="676"/>
                  <a:pt x="1077" y="679"/>
                </a:cubicBezTo>
                <a:lnTo>
                  <a:pt x="1071" y="685"/>
                </a:lnTo>
                <a:cubicBezTo>
                  <a:pt x="1071" y="686"/>
                  <a:pt x="1071" y="686"/>
                  <a:pt x="1070" y="687"/>
                </a:cubicBezTo>
                <a:lnTo>
                  <a:pt x="1062" y="694"/>
                </a:lnTo>
                <a:lnTo>
                  <a:pt x="1063" y="694"/>
                </a:lnTo>
                <a:cubicBezTo>
                  <a:pt x="1065" y="694"/>
                  <a:pt x="1066" y="695"/>
                  <a:pt x="1068" y="696"/>
                </a:cubicBezTo>
                <a:lnTo>
                  <a:pt x="1104" y="723"/>
                </a:lnTo>
                <a:cubicBezTo>
                  <a:pt x="1107" y="725"/>
                  <a:pt x="1108" y="728"/>
                  <a:pt x="1107" y="731"/>
                </a:cubicBezTo>
                <a:lnTo>
                  <a:pt x="1106" y="736"/>
                </a:lnTo>
                <a:lnTo>
                  <a:pt x="1107" y="741"/>
                </a:lnTo>
                <a:lnTo>
                  <a:pt x="1106" y="744"/>
                </a:lnTo>
                <a:lnTo>
                  <a:pt x="1111" y="749"/>
                </a:lnTo>
                <a:lnTo>
                  <a:pt x="1114" y="749"/>
                </a:lnTo>
                <a:cubicBezTo>
                  <a:pt x="1117" y="749"/>
                  <a:pt x="1119" y="750"/>
                  <a:pt x="1121" y="752"/>
                </a:cubicBezTo>
                <a:cubicBezTo>
                  <a:pt x="1122" y="754"/>
                  <a:pt x="1123" y="757"/>
                  <a:pt x="1122" y="759"/>
                </a:cubicBezTo>
                <a:lnTo>
                  <a:pt x="1117" y="773"/>
                </a:lnTo>
                <a:cubicBezTo>
                  <a:pt x="1116" y="776"/>
                  <a:pt x="1113" y="778"/>
                  <a:pt x="1109" y="778"/>
                </a:cubicBezTo>
                <a:lnTo>
                  <a:pt x="1102" y="777"/>
                </a:lnTo>
                <a:cubicBezTo>
                  <a:pt x="1100" y="777"/>
                  <a:pt x="1098" y="776"/>
                  <a:pt x="1097" y="775"/>
                </a:cubicBezTo>
                <a:lnTo>
                  <a:pt x="1055" y="730"/>
                </a:lnTo>
                <a:lnTo>
                  <a:pt x="1039" y="721"/>
                </a:lnTo>
                <a:lnTo>
                  <a:pt x="992" y="725"/>
                </a:lnTo>
                <a:lnTo>
                  <a:pt x="1004" y="740"/>
                </a:lnTo>
                <a:lnTo>
                  <a:pt x="1008" y="743"/>
                </a:lnTo>
                <a:lnTo>
                  <a:pt x="1022" y="736"/>
                </a:lnTo>
                <a:cubicBezTo>
                  <a:pt x="1024" y="735"/>
                  <a:pt x="1027" y="735"/>
                  <a:pt x="1029" y="736"/>
                </a:cubicBezTo>
                <a:lnTo>
                  <a:pt x="1041" y="741"/>
                </a:lnTo>
                <a:cubicBezTo>
                  <a:pt x="1042" y="742"/>
                  <a:pt x="1042" y="742"/>
                  <a:pt x="1043" y="742"/>
                </a:cubicBezTo>
                <a:lnTo>
                  <a:pt x="1065" y="762"/>
                </a:lnTo>
                <a:cubicBezTo>
                  <a:pt x="1068" y="764"/>
                  <a:pt x="1068" y="768"/>
                  <a:pt x="1067" y="772"/>
                </a:cubicBezTo>
                <a:cubicBezTo>
                  <a:pt x="1065" y="775"/>
                  <a:pt x="1061" y="777"/>
                  <a:pt x="1058" y="776"/>
                </a:cubicBezTo>
                <a:lnTo>
                  <a:pt x="1030" y="769"/>
                </a:lnTo>
                <a:lnTo>
                  <a:pt x="1031" y="770"/>
                </a:lnTo>
                <a:cubicBezTo>
                  <a:pt x="1032" y="773"/>
                  <a:pt x="1032" y="776"/>
                  <a:pt x="1030" y="779"/>
                </a:cubicBezTo>
                <a:cubicBezTo>
                  <a:pt x="1028" y="781"/>
                  <a:pt x="1024" y="782"/>
                  <a:pt x="1021" y="781"/>
                </a:cubicBezTo>
                <a:lnTo>
                  <a:pt x="981" y="769"/>
                </a:lnTo>
                <a:cubicBezTo>
                  <a:pt x="980" y="768"/>
                  <a:pt x="979" y="767"/>
                  <a:pt x="978" y="766"/>
                </a:cubicBezTo>
                <a:lnTo>
                  <a:pt x="965" y="750"/>
                </a:lnTo>
                <a:lnTo>
                  <a:pt x="955" y="743"/>
                </a:lnTo>
                <a:lnTo>
                  <a:pt x="954" y="743"/>
                </a:lnTo>
                <a:lnTo>
                  <a:pt x="951" y="754"/>
                </a:lnTo>
                <a:lnTo>
                  <a:pt x="952" y="755"/>
                </a:lnTo>
                <a:lnTo>
                  <a:pt x="960" y="754"/>
                </a:lnTo>
                <a:cubicBezTo>
                  <a:pt x="964" y="755"/>
                  <a:pt x="967" y="756"/>
                  <a:pt x="968" y="760"/>
                </a:cubicBezTo>
                <a:cubicBezTo>
                  <a:pt x="969" y="763"/>
                  <a:pt x="968" y="766"/>
                  <a:pt x="966" y="769"/>
                </a:cubicBezTo>
                <a:lnTo>
                  <a:pt x="925" y="801"/>
                </a:lnTo>
                <a:lnTo>
                  <a:pt x="921" y="816"/>
                </a:lnTo>
                <a:lnTo>
                  <a:pt x="922" y="816"/>
                </a:lnTo>
                <a:lnTo>
                  <a:pt x="937" y="806"/>
                </a:lnTo>
                <a:cubicBezTo>
                  <a:pt x="939" y="804"/>
                  <a:pt x="942" y="804"/>
                  <a:pt x="945" y="805"/>
                </a:cubicBezTo>
                <a:lnTo>
                  <a:pt x="953" y="808"/>
                </a:lnTo>
                <a:cubicBezTo>
                  <a:pt x="954" y="809"/>
                  <a:pt x="955" y="809"/>
                  <a:pt x="955" y="810"/>
                </a:cubicBezTo>
                <a:lnTo>
                  <a:pt x="965" y="818"/>
                </a:lnTo>
                <a:lnTo>
                  <a:pt x="964" y="815"/>
                </a:lnTo>
                <a:cubicBezTo>
                  <a:pt x="962" y="812"/>
                  <a:pt x="963" y="809"/>
                  <a:pt x="965" y="807"/>
                </a:cubicBezTo>
                <a:lnTo>
                  <a:pt x="971" y="801"/>
                </a:lnTo>
                <a:cubicBezTo>
                  <a:pt x="972" y="799"/>
                  <a:pt x="975" y="798"/>
                  <a:pt x="978" y="799"/>
                </a:cubicBezTo>
                <a:lnTo>
                  <a:pt x="983" y="800"/>
                </a:lnTo>
                <a:cubicBezTo>
                  <a:pt x="985" y="800"/>
                  <a:pt x="987" y="801"/>
                  <a:pt x="988" y="802"/>
                </a:cubicBezTo>
                <a:lnTo>
                  <a:pt x="993" y="808"/>
                </a:lnTo>
                <a:cubicBezTo>
                  <a:pt x="994" y="809"/>
                  <a:pt x="994" y="809"/>
                  <a:pt x="995" y="810"/>
                </a:cubicBezTo>
                <a:lnTo>
                  <a:pt x="999" y="820"/>
                </a:lnTo>
                <a:cubicBezTo>
                  <a:pt x="1001" y="822"/>
                  <a:pt x="1000" y="826"/>
                  <a:pt x="998" y="828"/>
                </a:cubicBezTo>
                <a:lnTo>
                  <a:pt x="996" y="830"/>
                </a:lnTo>
                <a:lnTo>
                  <a:pt x="1007" y="847"/>
                </a:lnTo>
                <a:cubicBezTo>
                  <a:pt x="1008" y="849"/>
                  <a:pt x="1009" y="851"/>
                  <a:pt x="1008" y="854"/>
                </a:cubicBezTo>
                <a:lnTo>
                  <a:pt x="1005" y="861"/>
                </a:lnTo>
                <a:lnTo>
                  <a:pt x="1001" y="868"/>
                </a:lnTo>
                <a:cubicBezTo>
                  <a:pt x="1000" y="869"/>
                  <a:pt x="999" y="870"/>
                  <a:pt x="998" y="871"/>
                </a:cubicBezTo>
                <a:lnTo>
                  <a:pt x="995" y="872"/>
                </a:lnTo>
                <a:cubicBezTo>
                  <a:pt x="993" y="874"/>
                  <a:pt x="990" y="874"/>
                  <a:pt x="988" y="872"/>
                </a:cubicBezTo>
                <a:cubicBezTo>
                  <a:pt x="986" y="871"/>
                  <a:pt x="984" y="869"/>
                  <a:pt x="983" y="867"/>
                </a:cubicBezTo>
                <a:lnTo>
                  <a:pt x="981" y="854"/>
                </a:lnTo>
                <a:lnTo>
                  <a:pt x="972" y="854"/>
                </a:lnTo>
                <a:cubicBezTo>
                  <a:pt x="972" y="854"/>
                  <a:pt x="971" y="853"/>
                  <a:pt x="970" y="853"/>
                </a:cubicBezTo>
                <a:lnTo>
                  <a:pt x="951" y="846"/>
                </a:lnTo>
                <a:lnTo>
                  <a:pt x="944" y="846"/>
                </a:lnTo>
                <a:cubicBezTo>
                  <a:pt x="945" y="848"/>
                  <a:pt x="945" y="849"/>
                  <a:pt x="945" y="850"/>
                </a:cubicBezTo>
                <a:cubicBezTo>
                  <a:pt x="946" y="853"/>
                  <a:pt x="945" y="855"/>
                  <a:pt x="943" y="857"/>
                </a:cubicBezTo>
                <a:lnTo>
                  <a:pt x="936" y="864"/>
                </a:lnTo>
                <a:lnTo>
                  <a:pt x="935" y="868"/>
                </a:lnTo>
                <a:lnTo>
                  <a:pt x="935" y="880"/>
                </a:lnTo>
                <a:lnTo>
                  <a:pt x="937" y="884"/>
                </a:lnTo>
                <a:lnTo>
                  <a:pt x="942" y="886"/>
                </a:lnTo>
                <a:lnTo>
                  <a:pt x="1010" y="897"/>
                </a:lnTo>
                <a:lnTo>
                  <a:pt x="1024" y="893"/>
                </a:lnTo>
                <a:lnTo>
                  <a:pt x="1057" y="865"/>
                </a:lnTo>
                <a:cubicBezTo>
                  <a:pt x="1058" y="865"/>
                  <a:pt x="1059" y="864"/>
                  <a:pt x="1060" y="864"/>
                </a:cubicBezTo>
                <a:lnTo>
                  <a:pt x="1122" y="847"/>
                </a:lnTo>
                <a:cubicBezTo>
                  <a:pt x="1125" y="846"/>
                  <a:pt x="1129" y="847"/>
                  <a:pt x="1131" y="850"/>
                </a:cubicBezTo>
                <a:lnTo>
                  <a:pt x="1140" y="863"/>
                </a:lnTo>
                <a:cubicBezTo>
                  <a:pt x="1141" y="865"/>
                  <a:pt x="1142" y="868"/>
                  <a:pt x="1141" y="871"/>
                </a:cubicBezTo>
                <a:cubicBezTo>
                  <a:pt x="1139" y="873"/>
                  <a:pt x="1137" y="875"/>
                  <a:pt x="1134" y="876"/>
                </a:cubicBezTo>
                <a:lnTo>
                  <a:pt x="1102" y="880"/>
                </a:lnTo>
                <a:lnTo>
                  <a:pt x="1046" y="912"/>
                </a:lnTo>
                <a:lnTo>
                  <a:pt x="1036" y="923"/>
                </a:lnTo>
                <a:lnTo>
                  <a:pt x="1030" y="937"/>
                </a:lnTo>
                <a:lnTo>
                  <a:pt x="1036" y="936"/>
                </a:lnTo>
                <a:cubicBezTo>
                  <a:pt x="1039" y="936"/>
                  <a:pt x="1042" y="938"/>
                  <a:pt x="1043" y="940"/>
                </a:cubicBezTo>
                <a:cubicBezTo>
                  <a:pt x="1045" y="943"/>
                  <a:pt x="1045" y="946"/>
                  <a:pt x="1043" y="948"/>
                </a:cubicBezTo>
                <a:lnTo>
                  <a:pt x="1038" y="957"/>
                </a:lnTo>
                <a:lnTo>
                  <a:pt x="1037" y="958"/>
                </a:lnTo>
                <a:lnTo>
                  <a:pt x="1027" y="967"/>
                </a:lnTo>
                <a:lnTo>
                  <a:pt x="1025" y="970"/>
                </a:lnTo>
                <a:lnTo>
                  <a:pt x="1035" y="980"/>
                </a:lnTo>
                <a:lnTo>
                  <a:pt x="1044" y="992"/>
                </a:lnTo>
                <a:cubicBezTo>
                  <a:pt x="1044" y="993"/>
                  <a:pt x="1045" y="994"/>
                  <a:pt x="1045" y="994"/>
                </a:cubicBezTo>
                <a:lnTo>
                  <a:pt x="1055" y="1024"/>
                </a:lnTo>
                <a:lnTo>
                  <a:pt x="1056" y="1036"/>
                </a:lnTo>
                <a:lnTo>
                  <a:pt x="1055" y="1041"/>
                </a:lnTo>
                <a:lnTo>
                  <a:pt x="1056" y="1043"/>
                </a:lnTo>
                <a:lnTo>
                  <a:pt x="1059" y="1048"/>
                </a:lnTo>
                <a:lnTo>
                  <a:pt x="1074" y="1056"/>
                </a:lnTo>
                <a:cubicBezTo>
                  <a:pt x="1076" y="1057"/>
                  <a:pt x="1077" y="1059"/>
                  <a:pt x="1078" y="1061"/>
                </a:cubicBezTo>
                <a:lnTo>
                  <a:pt x="1080" y="1068"/>
                </a:lnTo>
                <a:cubicBezTo>
                  <a:pt x="1081" y="1071"/>
                  <a:pt x="1080" y="1073"/>
                  <a:pt x="1079" y="1075"/>
                </a:cubicBezTo>
                <a:lnTo>
                  <a:pt x="1067" y="1097"/>
                </a:lnTo>
                <a:cubicBezTo>
                  <a:pt x="1065" y="1098"/>
                  <a:pt x="1064" y="1100"/>
                  <a:pt x="1062" y="1100"/>
                </a:cubicBezTo>
                <a:lnTo>
                  <a:pt x="1052" y="1103"/>
                </a:lnTo>
                <a:cubicBezTo>
                  <a:pt x="1049" y="1103"/>
                  <a:pt x="1046" y="1103"/>
                  <a:pt x="1044" y="1101"/>
                </a:cubicBezTo>
                <a:lnTo>
                  <a:pt x="1037" y="1095"/>
                </a:lnTo>
                <a:cubicBezTo>
                  <a:pt x="1036" y="1093"/>
                  <a:pt x="1035" y="1091"/>
                  <a:pt x="1035" y="1088"/>
                </a:cubicBezTo>
                <a:lnTo>
                  <a:pt x="1035" y="1080"/>
                </a:lnTo>
                <a:cubicBezTo>
                  <a:pt x="1035" y="1077"/>
                  <a:pt x="1037" y="1074"/>
                  <a:pt x="1041" y="1073"/>
                </a:cubicBezTo>
                <a:lnTo>
                  <a:pt x="1044" y="1072"/>
                </a:lnTo>
                <a:lnTo>
                  <a:pt x="1039" y="1067"/>
                </a:lnTo>
                <a:lnTo>
                  <a:pt x="1028" y="1054"/>
                </a:lnTo>
                <a:lnTo>
                  <a:pt x="1020" y="1038"/>
                </a:lnTo>
                <a:cubicBezTo>
                  <a:pt x="1019" y="1036"/>
                  <a:pt x="1018" y="1035"/>
                  <a:pt x="1018" y="1033"/>
                </a:cubicBezTo>
                <a:lnTo>
                  <a:pt x="1017" y="1028"/>
                </a:lnTo>
                <a:lnTo>
                  <a:pt x="1016" y="1011"/>
                </a:lnTo>
                <a:lnTo>
                  <a:pt x="1001" y="971"/>
                </a:lnTo>
                <a:lnTo>
                  <a:pt x="995" y="948"/>
                </a:lnTo>
                <a:lnTo>
                  <a:pt x="985" y="934"/>
                </a:lnTo>
                <a:lnTo>
                  <a:pt x="971" y="931"/>
                </a:lnTo>
                <a:lnTo>
                  <a:pt x="935" y="938"/>
                </a:lnTo>
                <a:lnTo>
                  <a:pt x="934" y="950"/>
                </a:lnTo>
                <a:lnTo>
                  <a:pt x="932" y="956"/>
                </a:lnTo>
                <a:cubicBezTo>
                  <a:pt x="931" y="958"/>
                  <a:pt x="930" y="959"/>
                  <a:pt x="929" y="960"/>
                </a:cubicBezTo>
                <a:lnTo>
                  <a:pt x="927" y="962"/>
                </a:lnTo>
                <a:lnTo>
                  <a:pt x="921" y="965"/>
                </a:lnTo>
                <a:lnTo>
                  <a:pt x="912" y="979"/>
                </a:lnTo>
                <a:cubicBezTo>
                  <a:pt x="911" y="979"/>
                  <a:pt x="910" y="980"/>
                  <a:pt x="909" y="981"/>
                </a:cubicBezTo>
                <a:lnTo>
                  <a:pt x="904" y="984"/>
                </a:lnTo>
                <a:cubicBezTo>
                  <a:pt x="901" y="986"/>
                  <a:pt x="898" y="986"/>
                  <a:pt x="895" y="984"/>
                </a:cubicBezTo>
                <a:cubicBezTo>
                  <a:pt x="893" y="982"/>
                  <a:pt x="891" y="979"/>
                  <a:pt x="892" y="976"/>
                </a:cubicBezTo>
                <a:lnTo>
                  <a:pt x="893" y="963"/>
                </a:lnTo>
                <a:cubicBezTo>
                  <a:pt x="893" y="962"/>
                  <a:pt x="894" y="962"/>
                  <a:pt x="894" y="961"/>
                </a:cubicBezTo>
                <a:lnTo>
                  <a:pt x="901" y="942"/>
                </a:lnTo>
                <a:lnTo>
                  <a:pt x="900" y="940"/>
                </a:lnTo>
                <a:cubicBezTo>
                  <a:pt x="897" y="939"/>
                  <a:pt x="896" y="936"/>
                  <a:pt x="896" y="933"/>
                </a:cubicBezTo>
                <a:lnTo>
                  <a:pt x="896" y="928"/>
                </a:lnTo>
                <a:cubicBezTo>
                  <a:pt x="896" y="924"/>
                  <a:pt x="899" y="921"/>
                  <a:pt x="903" y="920"/>
                </a:cubicBezTo>
                <a:lnTo>
                  <a:pt x="912" y="920"/>
                </a:lnTo>
                <a:lnTo>
                  <a:pt x="909" y="916"/>
                </a:lnTo>
                <a:cubicBezTo>
                  <a:pt x="909" y="915"/>
                  <a:pt x="908" y="914"/>
                  <a:pt x="908" y="913"/>
                </a:cubicBezTo>
                <a:lnTo>
                  <a:pt x="908" y="912"/>
                </a:lnTo>
                <a:lnTo>
                  <a:pt x="907" y="912"/>
                </a:lnTo>
                <a:cubicBezTo>
                  <a:pt x="907" y="913"/>
                  <a:pt x="906" y="914"/>
                  <a:pt x="905" y="914"/>
                </a:cubicBezTo>
                <a:lnTo>
                  <a:pt x="900" y="918"/>
                </a:lnTo>
                <a:cubicBezTo>
                  <a:pt x="899" y="919"/>
                  <a:pt x="898" y="919"/>
                  <a:pt x="897" y="919"/>
                </a:cubicBezTo>
                <a:lnTo>
                  <a:pt x="892" y="920"/>
                </a:lnTo>
                <a:lnTo>
                  <a:pt x="885" y="923"/>
                </a:lnTo>
                <a:lnTo>
                  <a:pt x="881" y="928"/>
                </a:lnTo>
                <a:lnTo>
                  <a:pt x="876" y="935"/>
                </a:lnTo>
                <a:lnTo>
                  <a:pt x="868" y="944"/>
                </a:lnTo>
                <a:cubicBezTo>
                  <a:pt x="867" y="945"/>
                  <a:pt x="866" y="946"/>
                  <a:pt x="864" y="946"/>
                </a:cubicBezTo>
                <a:lnTo>
                  <a:pt x="855" y="948"/>
                </a:lnTo>
                <a:cubicBezTo>
                  <a:pt x="854" y="949"/>
                  <a:pt x="854" y="949"/>
                  <a:pt x="853" y="949"/>
                </a:cubicBezTo>
                <a:lnTo>
                  <a:pt x="817" y="946"/>
                </a:lnTo>
                <a:cubicBezTo>
                  <a:pt x="817" y="946"/>
                  <a:pt x="816" y="947"/>
                  <a:pt x="816" y="948"/>
                </a:cubicBezTo>
                <a:lnTo>
                  <a:pt x="815" y="949"/>
                </a:lnTo>
                <a:lnTo>
                  <a:pt x="839" y="953"/>
                </a:lnTo>
                <a:lnTo>
                  <a:pt x="871" y="948"/>
                </a:lnTo>
                <a:cubicBezTo>
                  <a:pt x="875" y="947"/>
                  <a:pt x="878" y="949"/>
                  <a:pt x="880" y="952"/>
                </a:cubicBezTo>
                <a:cubicBezTo>
                  <a:pt x="881" y="956"/>
                  <a:pt x="880" y="959"/>
                  <a:pt x="878" y="962"/>
                </a:cubicBezTo>
                <a:lnTo>
                  <a:pt x="857" y="980"/>
                </a:lnTo>
                <a:lnTo>
                  <a:pt x="844" y="988"/>
                </a:lnTo>
                <a:cubicBezTo>
                  <a:pt x="843" y="988"/>
                  <a:pt x="843" y="988"/>
                  <a:pt x="842" y="988"/>
                </a:cubicBezTo>
                <a:lnTo>
                  <a:pt x="833" y="991"/>
                </a:lnTo>
                <a:lnTo>
                  <a:pt x="827" y="995"/>
                </a:lnTo>
                <a:lnTo>
                  <a:pt x="819" y="1007"/>
                </a:lnTo>
                <a:lnTo>
                  <a:pt x="809" y="1017"/>
                </a:lnTo>
                <a:cubicBezTo>
                  <a:pt x="806" y="1019"/>
                  <a:pt x="802" y="1020"/>
                  <a:pt x="799" y="1018"/>
                </a:cubicBezTo>
                <a:lnTo>
                  <a:pt x="790" y="1012"/>
                </a:lnTo>
                <a:cubicBezTo>
                  <a:pt x="787" y="1010"/>
                  <a:pt x="785" y="1006"/>
                  <a:pt x="787" y="1002"/>
                </a:cubicBezTo>
                <a:lnTo>
                  <a:pt x="793" y="988"/>
                </a:lnTo>
                <a:lnTo>
                  <a:pt x="791" y="983"/>
                </a:lnTo>
                <a:lnTo>
                  <a:pt x="788" y="983"/>
                </a:lnTo>
                <a:lnTo>
                  <a:pt x="780" y="985"/>
                </a:lnTo>
                <a:cubicBezTo>
                  <a:pt x="779" y="985"/>
                  <a:pt x="778" y="985"/>
                  <a:pt x="777" y="985"/>
                </a:cubicBezTo>
                <a:lnTo>
                  <a:pt x="752" y="981"/>
                </a:lnTo>
                <a:lnTo>
                  <a:pt x="749" y="982"/>
                </a:lnTo>
                <a:lnTo>
                  <a:pt x="747" y="990"/>
                </a:lnTo>
                <a:cubicBezTo>
                  <a:pt x="747" y="992"/>
                  <a:pt x="746" y="994"/>
                  <a:pt x="744" y="995"/>
                </a:cubicBezTo>
                <a:lnTo>
                  <a:pt x="743" y="996"/>
                </a:lnTo>
                <a:lnTo>
                  <a:pt x="745" y="1000"/>
                </a:lnTo>
                <a:cubicBezTo>
                  <a:pt x="746" y="1002"/>
                  <a:pt x="746" y="1004"/>
                  <a:pt x="745" y="1006"/>
                </a:cubicBezTo>
                <a:lnTo>
                  <a:pt x="742" y="1014"/>
                </a:lnTo>
                <a:cubicBezTo>
                  <a:pt x="742" y="1015"/>
                  <a:pt x="742" y="1016"/>
                  <a:pt x="741" y="1017"/>
                </a:cubicBezTo>
                <a:lnTo>
                  <a:pt x="708" y="1060"/>
                </a:lnTo>
                <a:lnTo>
                  <a:pt x="696" y="1080"/>
                </a:lnTo>
                <a:cubicBezTo>
                  <a:pt x="695" y="1081"/>
                  <a:pt x="695" y="1082"/>
                  <a:pt x="694" y="1082"/>
                </a:cubicBezTo>
                <a:lnTo>
                  <a:pt x="683" y="1092"/>
                </a:lnTo>
                <a:lnTo>
                  <a:pt x="684" y="1096"/>
                </a:lnTo>
                <a:cubicBezTo>
                  <a:pt x="685" y="1098"/>
                  <a:pt x="684" y="1101"/>
                  <a:pt x="683" y="1103"/>
                </a:cubicBezTo>
                <a:lnTo>
                  <a:pt x="679" y="1107"/>
                </a:lnTo>
                <a:lnTo>
                  <a:pt x="725" y="1104"/>
                </a:lnTo>
                <a:lnTo>
                  <a:pt x="738" y="1096"/>
                </a:lnTo>
                <a:lnTo>
                  <a:pt x="748" y="1087"/>
                </a:lnTo>
                <a:cubicBezTo>
                  <a:pt x="749" y="1087"/>
                  <a:pt x="749" y="1086"/>
                  <a:pt x="750" y="1086"/>
                </a:cubicBezTo>
                <a:lnTo>
                  <a:pt x="756" y="1083"/>
                </a:lnTo>
                <a:cubicBezTo>
                  <a:pt x="758" y="1082"/>
                  <a:pt x="760" y="1082"/>
                  <a:pt x="762" y="1083"/>
                </a:cubicBezTo>
                <a:lnTo>
                  <a:pt x="768" y="1085"/>
                </a:lnTo>
                <a:cubicBezTo>
                  <a:pt x="770" y="1086"/>
                  <a:pt x="772" y="1088"/>
                  <a:pt x="772" y="1090"/>
                </a:cubicBezTo>
                <a:cubicBezTo>
                  <a:pt x="773" y="1092"/>
                  <a:pt x="773" y="1094"/>
                  <a:pt x="772" y="1096"/>
                </a:cubicBezTo>
                <a:lnTo>
                  <a:pt x="771" y="1099"/>
                </a:lnTo>
                <a:lnTo>
                  <a:pt x="771" y="1114"/>
                </a:lnTo>
                <a:cubicBezTo>
                  <a:pt x="771" y="1115"/>
                  <a:pt x="771" y="1117"/>
                  <a:pt x="770" y="1118"/>
                </a:cubicBezTo>
                <a:lnTo>
                  <a:pt x="766" y="1126"/>
                </a:lnTo>
                <a:lnTo>
                  <a:pt x="794" y="1111"/>
                </a:lnTo>
                <a:lnTo>
                  <a:pt x="791" y="1110"/>
                </a:lnTo>
                <a:cubicBezTo>
                  <a:pt x="789" y="1110"/>
                  <a:pt x="788" y="1109"/>
                  <a:pt x="787" y="1108"/>
                </a:cubicBezTo>
                <a:lnTo>
                  <a:pt x="782" y="1103"/>
                </a:lnTo>
                <a:cubicBezTo>
                  <a:pt x="780" y="1101"/>
                  <a:pt x="779" y="1098"/>
                  <a:pt x="781" y="1095"/>
                </a:cubicBezTo>
                <a:cubicBezTo>
                  <a:pt x="782" y="1092"/>
                  <a:pt x="784" y="1090"/>
                  <a:pt x="787" y="1090"/>
                </a:cubicBezTo>
                <a:lnTo>
                  <a:pt x="829" y="1085"/>
                </a:lnTo>
                <a:cubicBezTo>
                  <a:pt x="829" y="1085"/>
                  <a:pt x="830" y="1085"/>
                  <a:pt x="831" y="1086"/>
                </a:cubicBezTo>
                <a:lnTo>
                  <a:pt x="850" y="1089"/>
                </a:lnTo>
                <a:lnTo>
                  <a:pt x="851" y="1088"/>
                </a:lnTo>
                <a:lnTo>
                  <a:pt x="852" y="1083"/>
                </a:lnTo>
                <a:cubicBezTo>
                  <a:pt x="852" y="1082"/>
                  <a:pt x="852" y="1082"/>
                  <a:pt x="852" y="1081"/>
                </a:cubicBezTo>
                <a:lnTo>
                  <a:pt x="854" y="1077"/>
                </a:lnTo>
                <a:cubicBezTo>
                  <a:pt x="855" y="1075"/>
                  <a:pt x="856" y="1073"/>
                  <a:pt x="858" y="1073"/>
                </a:cubicBezTo>
                <a:lnTo>
                  <a:pt x="862" y="1071"/>
                </a:lnTo>
                <a:cubicBezTo>
                  <a:pt x="863" y="1070"/>
                  <a:pt x="864" y="1070"/>
                  <a:pt x="864" y="1070"/>
                </a:cubicBezTo>
                <a:lnTo>
                  <a:pt x="872" y="1069"/>
                </a:lnTo>
                <a:lnTo>
                  <a:pt x="896" y="1057"/>
                </a:lnTo>
                <a:cubicBezTo>
                  <a:pt x="897" y="1057"/>
                  <a:pt x="899" y="1057"/>
                  <a:pt x="900" y="1057"/>
                </a:cubicBezTo>
                <a:lnTo>
                  <a:pt x="908" y="1057"/>
                </a:lnTo>
                <a:cubicBezTo>
                  <a:pt x="911" y="1057"/>
                  <a:pt x="913" y="1058"/>
                  <a:pt x="914" y="1060"/>
                </a:cubicBezTo>
                <a:cubicBezTo>
                  <a:pt x="916" y="1062"/>
                  <a:pt x="916" y="1064"/>
                  <a:pt x="916" y="1067"/>
                </a:cubicBezTo>
                <a:lnTo>
                  <a:pt x="910" y="1093"/>
                </a:lnTo>
                <a:lnTo>
                  <a:pt x="907" y="1101"/>
                </a:lnTo>
                <a:cubicBezTo>
                  <a:pt x="906" y="1102"/>
                  <a:pt x="905" y="1103"/>
                  <a:pt x="904" y="1104"/>
                </a:cubicBezTo>
                <a:lnTo>
                  <a:pt x="898" y="1108"/>
                </a:lnTo>
                <a:cubicBezTo>
                  <a:pt x="897" y="1109"/>
                  <a:pt x="896" y="1110"/>
                  <a:pt x="895" y="1110"/>
                </a:cubicBezTo>
                <a:lnTo>
                  <a:pt x="891" y="1110"/>
                </a:lnTo>
                <a:lnTo>
                  <a:pt x="923" y="1117"/>
                </a:lnTo>
                <a:lnTo>
                  <a:pt x="928" y="1116"/>
                </a:lnTo>
                <a:lnTo>
                  <a:pt x="934" y="1111"/>
                </a:lnTo>
                <a:cubicBezTo>
                  <a:pt x="935" y="1111"/>
                  <a:pt x="936" y="1110"/>
                  <a:pt x="937" y="1110"/>
                </a:cubicBezTo>
                <a:lnTo>
                  <a:pt x="941" y="1108"/>
                </a:lnTo>
                <a:cubicBezTo>
                  <a:pt x="943" y="1107"/>
                  <a:pt x="944" y="1107"/>
                  <a:pt x="946" y="1108"/>
                </a:cubicBezTo>
                <a:lnTo>
                  <a:pt x="964" y="1112"/>
                </a:lnTo>
                <a:cubicBezTo>
                  <a:pt x="967" y="1113"/>
                  <a:pt x="968" y="1114"/>
                  <a:pt x="970" y="1116"/>
                </a:cubicBezTo>
                <a:cubicBezTo>
                  <a:pt x="970" y="1117"/>
                  <a:pt x="970" y="1118"/>
                  <a:pt x="970" y="1119"/>
                </a:cubicBezTo>
                <a:lnTo>
                  <a:pt x="971" y="1119"/>
                </a:lnTo>
                <a:cubicBezTo>
                  <a:pt x="972" y="1118"/>
                  <a:pt x="973" y="1118"/>
                  <a:pt x="974" y="1117"/>
                </a:cubicBezTo>
                <a:lnTo>
                  <a:pt x="982" y="1117"/>
                </a:lnTo>
                <a:cubicBezTo>
                  <a:pt x="983" y="1116"/>
                  <a:pt x="984" y="1116"/>
                  <a:pt x="985" y="1117"/>
                </a:cubicBezTo>
                <a:lnTo>
                  <a:pt x="1029" y="1130"/>
                </a:lnTo>
                <a:cubicBezTo>
                  <a:pt x="1030" y="1130"/>
                  <a:pt x="1031" y="1130"/>
                  <a:pt x="1031" y="1131"/>
                </a:cubicBezTo>
                <a:lnTo>
                  <a:pt x="1045" y="1142"/>
                </a:lnTo>
                <a:lnTo>
                  <a:pt x="1072" y="1134"/>
                </a:lnTo>
                <a:cubicBezTo>
                  <a:pt x="1075" y="1133"/>
                  <a:pt x="1079" y="1134"/>
                  <a:pt x="1081" y="1137"/>
                </a:cubicBezTo>
                <a:cubicBezTo>
                  <a:pt x="1083" y="1140"/>
                  <a:pt x="1083" y="1143"/>
                  <a:pt x="1081" y="1146"/>
                </a:cubicBezTo>
                <a:lnTo>
                  <a:pt x="1080" y="1148"/>
                </a:lnTo>
                <a:lnTo>
                  <a:pt x="1080" y="1149"/>
                </a:lnTo>
                <a:lnTo>
                  <a:pt x="1083" y="1152"/>
                </a:lnTo>
                <a:lnTo>
                  <a:pt x="1089" y="1157"/>
                </a:lnTo>
                <a:cubicBezTo>
                  <a:pt x="1090" y="1159"/>
                  <a:pt x="1090" y="1160"/>
                  <a:pt x="1090" y="1161"/>
                </a:cubicBezTo>
                <a:lnTo>
                  <a:pt x="1093" y="1172"/>
                </a:lnTo>
                <a:cubicBezTo>
                  <a:pt x="1093" y="1175"/>
                  <a:pt x="1093" y="1177"/>
                  <a:pt x="1091" y="1179"/>
                </a:cubicBezTo>
                <a:cubicBezTo>
                  <a:pt x="1089" y="1181"/>
                  <a:pt x="1087" y="1182"/>
                  <a:pt x="1085" y="1182"/>
                </a:cubicBezTo>
                <a:lnTo>
                  <a:pt x="1077" y="1182"/>
                </a:lnTo>
                <a:cubicBezTo>
                  <a:pt x="1076" y="1182"/>
                  <a:pt x="1075" y="1182"/>
                  <a:pt x="1074" y="1181"/>
                </a:cubicBezTo>
                <a:lnTo>
                  <a:pt x="996" y="1150"/>
                </a:lnTo>
                <a:lnTo>
                  <a:pt x="987" y="1150"/>
                </a:lnTo>
                <a:lnTo>
                  <a:pt x="984" y="1153"/>
                </a:lnTo>
                <a:lnTo>
                  <a:pt x="986" y="1157"/>
                </a:lnTo>
                <a:lnTo>
                  <a:pt x="1002" y="1169"/>
                </a:lnTo>
                <a:cubicBezTo>
                  <a:pt x="1003" y="1170"/>
                  <a:pt x="1004" y="1171"/>
                  <a:pt x="1005" y="1172"/>
                </a:cubicBezTo>
                <a:lnTo>
                  <a:pt x="1009" y="1183"/>
                </a:lnTo>
                <a:cubicBezTo>
                  <a:pt x="1010" y="1184"/>
                  <a:pt x="1011" y="1185"/>
                  <a:pt x="1012" y="1186"/>
                </a:cubicBezTo>
                <a:cubicBezTo>
                  <a:pt x="1013" y="1188"/>
                  <a:pt x="1013" y="1191"/>
                  <a:pt x="1012" y="1193"/>
                </a:cubicBezTo>
                <a:lnTo>
                  <a:pt x="1009" y="1201"/>
                </a:lnTo>
                <a:lnTo>
                  <a:pt x="1000" y="1219"/>
                </a:lnTo>
                <a:lnTo>
                  <a:pt x="1001" y="1225"/>
                </a:lnTo>
                <a:cubicBezTo>
                  <a:pt x="1001" y="1225"/>
                  <a:pt x="1001" y="1226"/>
                  <a:pt x="1001" y="1227"/>
                </a:cubicBezTo>
                <a:lnTo>
                  <a:pt x="1001" y="1231"/>
                </a:lnTo>
                <a:lnTo>
                  <a:pt x="1003" y="1234"/>
                </a:lnTo>
                <a:lnTo>
                  <a:pt x="1013" y="1241"/>
                </a:lnTo>
                <a:cubicBezTo>
                  <a:pt x="1014" y="1242"/>
                  <a:pt x="1015" y="1243"/>
                  <a:pt x="1016" y="1244"/>
                </a:cubicBezTo>
                <a:lnTo>
                  <a:pt x="1019" y="1252"/>
                </a:lnTo>
                <a:cubicBezTo>
                  <a:pt x="1020" y="1255"/>
                  <a:pt x="1019" y="1258"/>
                  <a:pt x="1018" y="1260"/>
                </a:cubicBezTo>
                <a:cubicBezTo>
                  <a:pt x="1016" y="1262"/>
                  <a:pt x="1014" y="1264"/>
                  <a:pt x="1011" y="1263"/>
                </a:cubicBezTo>
                <a:lnTo>
                  <a:pt x="1001" y="1263"/>
                </a:lnTo>
                <a:cubicBezTo>
                  <a:pt x="1000" y="1263"/>
                  <a:pt x="999" y="1262"/>
                  <a:pt x="999" y="1262"/>
                </a:cubicBezTo>
                <a:lnTo>
                  <a:pt x="989" y="1259"/>
                </a:lnTo>
                <a:cubicBezTo>
                  <a:pt x="988" y="1258"/>
                  <a:pt x="987" y="1258"/>
                  <a:pt x="987" y="1258"/>
                </a:cubicBezTo>
                <a:lnTo>
                  <a:pt x="977" y="1251"/>
                </a:lnTo>
                <a:cubicBezTo>
                  <a:pt x="976" y="1250"/>
                  <a:pt x="976" y="1250"/>
                  <a:pt x="975" y="1249"/>
                </a:cubicBezTo>
                <a:lnTo>
                  <a:pt x="967" y="1239"/>
                </a:lnTo>
                <a:cubicBezTo>
                  <a:pt x="965" y="1237"/>
                  <a:pt x="965" y="1234"/>
                  <a:pt x="965" y="1232"/>
                </a:cubicBezTo>
                <a:lnTo>
                  <a:pt x="970" y="1213"/>
                </a:lnTo>
                <a:lnTo>
                  <a:pt x="971" y="1200"/>
                </a:lnTo>
                <a:lnTo>
                  <a:pt x="968" y="1192"/>
                </a:lnTo>
                <a:lnTo>
                  <a:pt x="963" y="1187"/>
                </a:lnTo>
                <a:lnTo>
                  <a:pt x="949" y="1185"/>
                </a:lnTo>
                <a:cubicBezTo>
                  <a:pt x="948" y="1185"/>
                  <a:pt x="947" y="1185"/>
                  <a:pt x="946" y="1184"/>
                </a:cubicBezTo>
                <a:lnTo>
                  <a:pt x="940" y="1181"/>
                </a:lnTo>
                <a:lnTo>
                  <a:pt x="922" y="1167"/>
                </a:lnTo>
                <a:lnTo>
                  <a:pt x="903" y="1166"/>
                </a:lnTo>
                <a:cubicBezTo>
                  <a:pt x="903" y="1166"/>
                  <a:pt x="902" y="1166"/>
                  <a:pt x="901" y="1166"/>
                </a:cubicBezTo>
                <a:lnTo>
                  <a:pt x="895" y="1164"/>
                </a:lnTo>
                <a:cubicBezTo>
                  <a:pt x="893" y="1163"/>
                  <a:pt x="892" y="1162"/>
                  <a:pt x="891" y="1161"/>
                </a:cubicBezTo>
                <a:lnTo>
                  <a:pt x="882" y="1150"/>
                </a:lnTo>
                <a:lnTo>
                  <a:pt x="868" y="1156"/>
                </a:lnTo>
                <a:lnTo>
                  <a:pt x="865" y="1160"/>
                </a:lnTo>
                <a:lnTo>
                  <a:pt x="846" y="1191"/>
                </a:lnTo>
                <a:lnTo>
                  <a:pt x="848" y="1194"/>
                </a:lnTo>
                <a:lnTo>
                  <a:pt x="859" y="1204"/>
                </a:lnTo>
                <a:cubicBezTo>
                  <a:pt x="859" y="1204"/>
                  <a:pt x="860" y="1205"/>
                  <a:pt x="860" y="1206"/>
                </a:cubicBezTo>
                <a:lnTo>
                  <a:pt x="866" y="1216"/>
                </a:lnTo>
                <a:cubicBezTo>
                  <a:pt x="866" y="1217"/>
                  <a:pt x="866" y="1218"/>
                  <a:pt x="866" y="1219"/>
                </a:cubicBezTo>
                <a:lnTo>
                  <a:pt x="868" y="1229"/>
                </a:lnTo>
                <a:cubicBezTo>
                  <a:pt x="868" y="1232"/>
                  <a:pt x="866" y="1235"/>
                  <a:pt x="864" y="1237"/>
                </a:cubicBezTo>
                <a:lnTo>
                  <a:pt x="859" y="1240"/>
                </a:lnTo>
                <a:cubicBezTo>
                  <a:pt x="857" y="1241"/>
                  <a:pt x="854" y="1241"/>
                  <a:pt x="851" y="1240"/>
                </a:cubicBezTo>
                <a:lnTo>
                  <a:pt x="845" y="1236"/>
                </a:lnTo>
                <a:cubicBezTo>
                  <a:pt x="844" y="1235"/>
                  <a:pt x="843" y="1234"/>
                  <a:pt x="842" y="1233"/>
                </a:cubicBezTo>
                <a:lnTo>
                  <a:pt x="832" y="1217"/>
                </a:lnTo>
                <a:lnTo>
                  <a:pt x="820" y="1204"/>
                </a:lnTo>
                <a:cubicBezTo>
                  <a:pt x="819" y="1204"/>
                  <a:pt x="819" y="1202"/>
                  <a:pt x="819" y="1201"/>
                </a:cubicBezTo>
                <a:lnTo>
                  <a:pt x="816" y="1192"/>
                </a:lnTo>
                <a:cubicBezTo>
                  <a:pt x="815" y="1191"/>
                  <a:pt x="815" y="1189"/>
                  <a:pt x="816" y="1188"/>
                </a:cubicBezTo>
                <a:lnTo>
                  <a:pt x="819" y="1178"/>
                </a:lnTo>
                <a:cubicBezTo>
                  <a:pt x="819" y="1176"/>
                  <a:pt x="820" y="1175"/>
                  <a:pt x="822" y="1174"/>
                </a:cubicBezTo>
                <a:lnTo>
                  <a:pt x="826" y="1170"/>
                </a:lnTo>
                <a:lnTo>
                  <a:pt x="828" y="1167"/>
                </a:lnTo>
                <a:lnTo>
                  <a:pt x="826" y="1155"/>
                </a:lnTo>
                <a:lnTo>
                  <a:pt x="823" y="1156"/>
                </a:lnTo>
                <a:cubicBezTo>
                  <a:pt x="822" y="1156"/>
                  <a:pt x="821" y="1156"/>
                  <a:pt x="820" y="1156"/>
                </a:cubicBezTo>
                <a:lnTo>
                  <a:pt x="791" y="1150"/>
                </a:lnTo>
                <a:lnTo>
                  <a:pt x="790" y="1150"/>
                </a:lnTo>
                <a:lnTo>
                  <a:pt x="784" y="1156"/>
                </a:lnTo>
                <a:cubicBezTo>
                  <a:pt x="783" y="1157"/>
                  <a:pt x="782" y="1157"/>
                  <a:pt x="782" y="1158"/>
                </a:cubicBezTo>
                <a:lnTo>
                  <a:pt x="770" y="1163"/>
                </a:lnTo>
                <a:lnTo>
                  <a:pt x="763" y="1169"/>
                </a:lnTo>
                <a:lnTo>
                  <a:pt x="763" y="1169"/>
                </a:lnTo>
                <a:lnTo>
                  <a:pt x="776" y="1177"/>
                </a:lnTo>
                <a:cubicBezTo>
                  <a:pt x="777" y="1177"/>
                  <a:pt x="777" y="1177"/>
                  <a:pt x="778" y="1178"/>
                </a:cubicBezTo>
                <a:lnTo>
                  <a:pt x="782" y="1182"/>
                </a:lnTo>
                <a:cubicBezTo>
                  <a:pt x="783" y="1183"/>
                  <a:pt x="783" y="1184"/>
                  <a:pt x="784" y="1185"/>
                </a:cubicBezTo>
                <a:lnTo>
                  <a:pt x="787" y="1193"/>
                </a:lnTo>
                <a:lnTo>
                  <a:pt x="789" y="1203"/>
                </a:lnTo>
                <a:lnTo>
                  <a:pt x="788" y="1213"/>
                </a:lnTo>
                <a:cubicBezTo>
                  <a:pt x="788" y="1214"/>
                  <a:pt x="788" y="1215"/>
                  <a:pt x="788" y="1217"/>
                </a:cubicBezTo>
                <a:lnTo>
                  <a:pt x="786" y="1221"/>
                </a:lnTo>
                <a:cubicBezTo>
                  <a:pt x="784" y="1224"/>
                  <a:pt x="782" y="1225"/>
                  <a:pt x="779" y="1225"/>
                </a:cubicBezTo>
                <a:cubicBezTo>
                  <a:pt x="775" y="1225"/>
                  <a:pt x="773" y="1224"/>
                  <a:pt x="771" y="1221"/>
                </a:cubicBezTo>
                <a:lnTo>
                  <a:pt x="768" y="1216"/>
                </a:lnTo>
                <a:lnTo>
                  <a:pt x="761" y="1197"/>
                </a:lnTo>
                <a:lnTo>
                  <a:pt x="756" y="1193"/>
                </a:lnTo>
                <a:lnTo>
                  <a:pt x="702" y="1197"/>
                </a:lnTo>
                <a:cubicBezTo>
                  <a:pt x="703" y="1199"/>
                  <a:pt x="704" y="1202"/>
                  <a:pt x="702" y="1204"/>
                </a:cubicBezTo>
                <a:lnTo>
                  <a:pt x="698" y="1213"/>
                </a:lnTo>
                <a:lnTo>
                  <a:pt x="692" y="1224"/>
                </a:lnTo>
                <a:cubicBezTo>
                  <a:pt x="692" y="1225"/>
                  <a:pt x="691" y="1225"/>
                  <a:pt x="690" y="1226"/>
                </a:cubicBezTo>
                <a:lnTo>
                  <a:pt x="685" y="1231"/>
                </a:lnTo>
                <a:cubicBezTo>
                  <a:pt x="683" y="1232"/>
                  <a:pt x="680" y="1233"/>
                  <a:pt x="678" y="1232"/>
                </a:cubicBezTo>
                <a:cubicBezTo>
                  <a:pt x="676" y="1232"/>
                  <a:pt x="674" y="1230"/>
                  <a:pt x="673" y="1228"/>
                </a:cubicBezTo>
                <a:lnTo>
                  <a:pt x="669" y="1221"/>
                </a:lnTo>
                <a:cubicBezTo>
                  <a:pt x="668" y="1219"/>
                  <a:pt x="668" y="1217"/>
                  <a:pt x="668" y="1216"/>
                </a:cubicBezTo>
                <a:lnTo>
                  <a:pt x="670" y="1207"/>
                </a:lnTo>
                <a:lnTo>
                  <a:pt x="675" y="1190"/>
                </a:lnTo>
                <a:lnTo>
                  <a:pt x="664" y="1192"/>
                </a:lnTo>
                <a:lnTo>
                  <a:pt x="661" y="1194"/>
                </a:lnTo>
                <a:lnTo>
                  <a:pt x="658" y="1198"/>
                </a:lnTo>
                <a:lnTo>
                  <a:pt x="657" y="1202"/>
                </a:lnTo>
                <a:lnTo>
                  <a:pt x="660" y="1209"/>
                </a:lnTo>
                <a:cubicBezTo>
                  <a:pt x="662" y="1211"/>
                  <a:pt x="661" y="1214"/>
                  <a:pt x="660" y="1216"/>
                </a:cubicBezTo>
                <a:lnTo>
                  <a:pt x="655" y="1225"/>
                </a:lnTo>
                <a:lnTo>
                  <a:pt x="646" y="1243"/>
                </a:lnTo>
                <a:lnTo>
                  <a:pt x="665" y="1242"/>
                </a:lnTo>
                <a:cubicBezTo>
                  <a:pt x="666" y="1242"/>
                  <a:pt x="667" y="1242"/>
                  <a:pt x="668" y="1242"/>
                </a:cubicBezTo>
                <a:lnTo>
                  <a:pt x="704" y="1253"/>
                </a:lnTo>
                <a:lnTo>
                  <a:pt x="719" y="1252"/>
                </a:lnTo>
                <a:cubicBezTo>
                  <a:pt x="721" y="1252"/>
                  <a:pt x="722" y="1252"/>
                  <a:pt x="723" y="1253"/>
                </a:cubicBezTo>
                <a:lnTo>
                  <a:pt x="732" y="1258"/>
                </a:lnTo>
                <a:cubicBezTo>
                  <a:pt x="734" y="1258"/>
                  <a:pt x="735" y="1260"/>
                  <a:pt x="736" y="1262"/>
                </a:cubicBezTo>
                <a:lnTo>
                  <a:pt x="741" y="1274"/>
                </a:lnTo>
                <a:cubicBezTo>
                  <a:pt x="741" y="1276"/>
                  <a:pt x="741" y="1277"/>
                  <a:pt x="741" y="1278"/>
                </a:cubicBezTo>
                <a:lnTo>
                  <a:pt x="738" y="1291"/>
                </a:lnTo>
                <a:cubicBezTo>
                  <a:pt x="738" y="1293"/>
                  <a:pt x="738" y="1294"/>
                  <a:pt x="737" y="1295"/>
                </a:cubicBezTo>
                <a:lnTo>
                  <a:pt x="731" y="1302"/>
                </a:lnTo>
                <a:cubicBezTo>
                  <a:pt x="729" y="1304"/>
                  <a:pt x="726" y="1305"/>
                  <a:pt x="724" y="1304"/>
                </a:cubicBezTo>
                <a:lnTo>
                  <a:pt x="719" y="1304"/>
                </a:lnTo>
                <a:cubicBezTo>
                  <a:pt x="717" y="1304"/>
                  <a:pt x="715" y="1303"/>
                  <a:pt x="714" y="1301"/>
                </a:cubicBezTo>
                <a:cubicBezTo>
                  <a:pt x="712" y="1300"/>
                  <a:pt x="712" y="1297"/>
                  <a:pt x="712" y="1295"/>
                </a:cubicBezTo>
                <a:lnTo>
                  <a:pt x="713" y="1288"/>
                </a:lnTo>
                <a:lnTo>
                  <a:pt x="711" y="1282"/>
                </a:lnTo>
                <a:lnTo>
                  <a:pt x="705" y="1284"/>
                </a:lnTo>
                <a:cubicBezTo>
                  <a:pt x="703" y="1285"/>
                  <a:pt x="700" y="1285"/>
                  <a:pt x="699" y="1284"/>
                </a:cubicBezTo>
                <a:lnTo>
                  <a:pt x="693" y="1282"/>
                </a:lnTo>
                <a:cubicBezTo>
                  <a:pt x="692" y="1281"/>
                  <a:pt x="691" y="1281"/>
                  <a:pt x="690" y="1280"/>
                </a:cubicBezTo>
                <a:lnTo>
                  <a:pt x="680" y="1270"/>
                </a:lnTo>
                <a:lnTo>
                  <a:pt x="677" y="1269"/>
                </a:lnTo>
                <a:lnTo>
                  <a:pt x="639" y="1271"/>
                </a:lnTo>
                <a:cubicBezTo>
                  <a:pt x="640" y="1273"/>
                  <a:pt x="641" y="1275"/>
                  <a:pt x="641" y="1277"/>
                </a:cubicBezTo>
                <a:lnTo>
                  <a:pt x="641" y="1292"/>
                </a:lnTo>
                <a:cubicBezTo>
                  <a:pt x="641" y="1293"/>
                  <a:pt x="640" y="1294"/>
                  <a:pt x="640" y="1294"/>
                </a:cubicBezTo>
                <a:lnTo>
                  <a:pt x="635" y="1310"/>
                </a:lnTo>
                <a:cubicBezTo>
                  <a:pt x="635" y="1311"/>
                  <a:pt x="634" y="1312"/>
                  <a:pt x="633" y="1313"/>
                </a:cubicBezTo>
                <a:lnTo>
                  <a:pt x="628" y="1319"/>
                </a:lnTo>
                <a:lnTo>
                  <a:pt x="628" y="1323"/>
                </a:lnTo>
                <a:cubicBezTo>
                  <a:pt x="628" y="1325"/>
                  <a:pt x="627" y="1327"/>
                  <a:pt x="626" y="1328"/>
                </a:cubicBezTo>
                <a:lnTo>
                  <a:pt x="625" y="1330"/>
                </a:lnTo>
                <a:cubicBezTo>
                  <a:pt x="624" y="1331"/>
                  <a:pt x="622" y="1332"/>
                  <a:pt x="621" y="1333"/>
                </a:cubicBezTo>
                <a:lnTo>
                  <a:pt x="616" y="1335"/>
                </a:lnTo>
                <a:cubicBezTo>
                  <a:pt x="615" y="1335"/>
                  <a:pt x="615" y="1336"/>
                  <a:pt x="614" y="1336"/>
                </a:cubicBezTo>
                <a:lnTo>
                  <a:pt x="611" y="1337"/>
                </a:lnTo>
                <a:cubicBezTo>
                  <a:pt x="609" y="1337"/>
                  <a:pt x="606" y="1337"/>
                  <a:pt x="605" y="1336"/>
                </a:cubicBezTo>
                <a:lnTo>
                  <a:pt x="604" y="1336"/>
                </a:lnTo>
                <a:lnTo>
                  <a:pt x="603" y="1338"/>
                </a:lnTo>
                <a:cubicBezTo>
                  <a:pt x="602" y="1340"/>
                  <a:pt x="599" y="1341"/>
                  <a:pt x="597" y="1341"/>
                </a:cubicBezTo>
                <a:cubicBezTo>
                  <a:pt x="594" y="1341"/>
                  <a:pt x="592" y="1340"/>
                  <a:pt x="590" y="1338"/>
                </a:cubicBezTo>
                <a:lnTo>
                  <a:pt x="578" y="1323"/>
                </a:lnTo>
                <a:cubicBezTo>
                  <a:pt x="577" y="1322"/>
                  <a:pt x="576" y="1321"/>
                  <a:pt x="576" y="1320"/>
                </a:cubicBezTo>
                <a:lnTo>
                  <a:pt x="573" y="1311"/>
                </a:lnTo>
                <a:lnTo>
                  <a:pt x="567" y="1280"/>
                </a:lnTo>
                <a:lnTo>
                  <a:pt x="563" y="1293"/>
                </a:lnTo>
                <a:lnTo>
                  <a:pt x="567" y="1300"/>
                </a:lnTo>
                <a:lnTo>
                  <a:pt x="571" y="1312"/>
                </a:lnTo>
                <a:cubicBezTo>
                  <a:pt x="571" y="1313"/>
                  <a:pt x="571" y="1314"/>
                  <a:pt x="571" y="1314"/>
                </a:cubicBezTo>
                <a:lnTo>
                  <a:pt x="571" y="1325"/>
                </a:lnTo>
                <a:cubicBezTo>
                  <a:pt x="571" y="1327"/>
                  <a:pt x="571" y="1328"/>
                  <a:pt x="571" y="1329"/>
                </a:cubicBezTo>
                <a:lnTo>
                  <a:pt x="566" y="1339"/>
                </a:lnTo>
                <a:cubicBezTo>
                  <a:pt x="565" y="1341"/>
                  <a:pt x="564" y="1342"/>
                  <a:pt x="562" y="1343"/>
                </a:cubicBezTo>
                <a:lnTo>
                  <a:pt x="560" y="1344"/>
                </a:lnTo>
                <a:cubicBezTo>
                  <a:pt x="558" y="1345"/>
                  <a:pt x="557" y="1345"/>
                  <a:pt x="555" y="1345"/>
                </a:cubicBezTo>
                <a:lnTo>
                  <a:pt x="552" y="1345"/>
                </a:lnTo>
                <a:lnTo>
                  <a:pt x="552" y="1345"/>
                </a:lnTo>
                <a:lnTo>
                  <a:pt x="551" y="1349"/>
                </a:lnTo>
                <a:cubicBezTo>
                  <a:pt x="551" y="1351"/>
                  <a:pt x="551" y="1352"/>
                  <a:pt x="550" y="1353"/>
                </a:cubicBezTo>
                <a:lnTo>
                  <a:pt x="542" y="1361"/>
                </a:lnTo>
                <a:cubicBezTo>
                  <a:pt x="544" y="1363"/>
                  <a:pt x="545" y="1365"/>
                  <a:pt x="545" y="1368"/>
                </a:cubicBezTo>
                <a:cubicBezTo>
                  <a:pt x="546" y="1371"/>
                  <a:pt x="544" y="1374"/>
                  <a:pt x="541" y="1375"/>
                </a:cubicBezTo>
                <a:lnTo>
                  <a:pt x="533" y="1379"/>
                </a:lnTo>
                <a:cubicBezTo>
                  <a:pt x="530" y="1380"/>
                  <a:pt x="527" y="1380"/>
                  <a:pt x="524" y="1377"/>
                </a:cubicBezTo>
                <a:lnTo>
                  <a:pt x="519" y="1372"/>
                </a:lnTo>
                <a:cubicBezTo>
                  <a:pt x="518" y="1371"/>
                  <a:pt x="518" y="1371"/>
                  <a:pt x="517" y="1370"/>
                </a:cubicBezTo>
                <a:lnTo>
                  <a:pt x="509" y="1350"/>
                </a:lnTo>
                <a:cubicBezTo>
                  <a:pt x="508" y="1348"/>
                  <a:pt x="508" y="1346"/>
                  <a:pt x="509" y="1344"/>
                </a:cubicBezTo>
                <a:lnTo>
                  <a:pt x="503" y="1346"/>
                </a:lnTo>
                <a:cubicBezTo>
                  <a:pt x="502" y="1347"/>
                  <a:pt x="501" y="1347"/>
                  <a:pt x="499" y="1347"/>
                </a:cubicBezTo>
                <a:lnTo>
                  <a:pt x="487" y="1345"/>
                </a:lnTo>
                <a:lnTo>
                  <a:pt x="489" y="1349"/>
                </a:lnTo>
                <a:cubicBezTo>
                  <a:pt x="491" y="1353"/>
                  <a:pt x="490" y="1357"/>
                  <a:pt x="487" y="1360"/>
                </a:cubicBezTo>
                <a:lnTo>
                  <a:pt x="476" y="1367"/>
                </a:lnTo>
                <a:cubicBezTo>
                  <a:pt x="474" y="1368"/>
                  <a:pt x="473" y="1369"/>
                  <a:pt x="471" y="1368"/>
                </a:cubicBezTo>
                <a:lnTo>
                  <a:pt x="426" y="1367"/>
                </a:lnTo>
                <a:lnTo>
                  <a:pt x="421" y="1370"/>
                </a:lnTo>
                <a:lnTo>
                  <a:pt x="414" y="1380"/>
                </a:lnTo>
                <a:lnTo>
                  <a:pt x="426" y="1376"/>
                </a:lnTo>
                <a:cubicBezTo>
                  <a:pt x="429" y="1375"/>
                  <a:pt x="431" y="1376"/>
                  <a:pt x="433" y="1377"/>
                </a:cubicBezTo>
                <a:lnTo>
                  <a:pt x="441" y="1383"/>
                </a:lnTo>
                <a:cubicBezTo>
                  <a:pt x="443" y="1384"/>
                  <a:pt x="444" y="1386"/>
                  <a:pt x="444" y="1387"/>
                </a:cubicBezTo>
                <a:lnTo>
                  <a:pt x="446" y="1393"/>
                </a:lnTo>
                <a:lnTo>
                  <a:pt x="448" y="1410"/>
                </a:lnTo>
                <a:lnTo>
                  <a:pt x="455" y="1412"/>
                </a:lnTo>
                <a:cubicBezTo>
                  <a:pt x="456" y="1412"/>
                  <a:pt x="457" y="1412"/>
                  <a:pt x="457" y="1413"/>
                </a:cubicBezTo>
                <a:lnTo>
                  <a:pt x="461" y="1415"/>
                </a:lnTo>
                <a:cubicBezTo>
                  <a:pt x="464" y="1417"/>
                  <a:pt x="465" y="1419"/>
                  <a:pt x="465" y="1421"/>
                </a:cubicBezTo>
                <a:cubicBezTo>
                  <a:pt x="465" y="1424"/>
                  <a:pt x="464" y="1427"/>
                  <a:pt x="462" y="1428"/>
                </a:cubicBezTo>
                <a:lnTo>
                  <a:pt x="460" y="1431"/>
                </a:lnTo>
                <a:lnTo>
                  <a:pt x="461" y="1433"/>
                </a:lnTo>
                <a:lnTo>
                  <a:pt x="467" y="1430"/>
                </a:lnTo>
                <a:cubicBezTo>
                  <a:pt x="469" y="1430"/>
                  <a:pt x="472" y="1430"/>
                  <a:pt x="474" y="1431"/>
                </a:cubicBezTo>
                <a:lnTo>
                  <a:pt x="480" y="1435"/>
                </a:lnTo>
                <a:cubicBezTo>
                  <a:pt x="481" y="1436"/>
                  <a:pt x="482" y="1437"/>
                  <a:pt x="483" y="1438"/>
                </a:cubicBezTo>
                <a:lnTo>
                  <a:pt x="490" y="1451"/>
                </a:lnTo>
                <a:lnTo>
                  <a:pt x="492" y="1452"/>
                </a:lnTo>
                <a:lnTo>
                  <a:pt x="535" y="1459"/>
                </a:lnTo>
                <a:cubicBezTo>
                  <a:pt x="536" y="1459"/>
                  <a:pt x="537" y="1460"/>
                  <a:pt x="538" y="1460"/>
                </a:cubicBezTo>
                <a:lnTo>
                  <a:pt x="552" y="1468"/>
                </a:lnTo>
                <a:cubicBezTo>
                  <a:pt x="555" y="1470"/>
                  <a:pt x="556" y="1474"/>
                  <a:pt x="555" y="1477"/>
                </a:cubicBezTo>
                <a:cubicBezTo>
                  <a:pt x="554" y="1481"/>
                  <a:pt x="551" y="1483"/>
                  <a:pt x="548" y="1483"/>
                </a:cubicBezTo>
                <a:lnTo>
                  <a:pt x="478" y="1481"/>
                </a:lnTo>
                <a:cubicBezTo>
                  <a:pt x="477" y="1481"/>
                  <a:pt x="476" y="1481"/>
                  <a:pt x="475" y="1480"/>
                </a:cubicBezTo>
                <a:lnTo>
                  <a:pt x="452" y="1470"/>
                </a:lnTo>
                <a:lnTo>
                  <a:pt x="431" y="1468"/>
                </a:lnTo>
                <a:lnTo>
                  <a:pt x="414" y="1472"/>
                </a:lnTo>
                <a:lnTo>
                  <a:pt x="409" y="1479"/>
                </a:lnTo>
                <a:lnTo>
                  <a:pt x="410" y="1480"/>
                </a:lnTo>
                <a:lnTo>
                  <a:pt x="410" y="1479"/>
                </a:lnTo>
                <a:cubicBezTo>
                  <a:pt x="412" y="1478"/>
                  <a:pt x="414" y="1477"/>
                  <a:pt x="417" y="1477"/>
                </a:cubicBezTo>
                <a:lnTo>
                  <a:pt x="465" y="1483"/>
                </a:lnTo>
                <a:cubicBezTo>
                  <a:pt x="466" y="1483"/>
                  <a:pt x="467" y="1484"/>
                  <a:pt x="468" y="1484"/>
                </a:cubicBezTo>
                <a:lnTo>
                  <a:pt x="478" y="1490"/>
                </a:lnTo>
                <a:cubicBezTo>
                  <a:pt x="480" y="1492"/>
                  <a:pt x="482" y="1494"/>
                  <a:pt x="482" y="1496"/>
                </a:cubicBezTo>
                <a:cubicBezTo>
                  <a:pt x="482" y="1499"/>
                  <a:pt x="481" y="1502"/>
                  <a:pt x="479" y="1503"/>
                </a:cubicBezTo>
                <a:lnTo>
                  <a:pt x="471" y="1510"/>
                </a:lnTo>
                <a:lnTo>
                  <a:pt x="516" y="1510"/>
                </a:lnTo>
                <a:cubicBezTo>
                  <a:pt x="519" y="1510"/>
                  <a:pt x="522" y="1512"/>
                  <a:pt x="523" y="1514"/>
                </a:cubicBezTo>
                <a:cubicBezTo>
                  <a:pt x="525" y="1517"/>
                  <a:pt x="524" y="1521"/>
                  <a:pt x="522" y="1523"/>
                </a:cubicBezTo>
                <a:lnTo>
                  <a:pt x="510" y="1537"/>
                </a:lnTo>
                <a:cubicBezTo>
                  <a:pt x="509" y="1538"/>
                  <a:pt x="508" y="1539"/>
                  <a:pt x="506" y="1540"/>
                </a:cubicBezTo>
                <a:lnTo>
                  <a:pt x="490" y="1544"/>
                </a:lnTo>
                <a:cubicBezTo>
                  <a:pt x="489" y="1544"/>
                  <a:pt x="489" y="1544"/>
                  <a:pt x="488" y="1544"/>
                </a:cubicBezTo>
                <a:lnTo>
                  <a:pt x="471" y="1543"/>
                </a:lnTo>
                <a:cubicBezTo>
                  <a:pt x="471" y="1544"/>
                  <a:pt x="471" y="1544"/>
                  <a:pt x="471" y="1545"/>
                </a:cubicBezTo>
                <a:cubicBezTo>
                  <a:pt x="472" y="1547"/>
                  <a:pt x="471" y="1549"/>
                  <a:pt x="469" y="1551"/>
                </a:cubicBezTo>
                <a:lnTo>
                  <a:pt x="461" y="1558"/>
                </a:lnTo>
                <a:cubicBezTo>
                  <a:pt x="459" y="1559"/>
                  <a:pt x="457" y="1560"/>
                  <a:pt x="455" y="1560"/>
                </a:cubicBezTo>
                <a:lnTo>
                  <a:pt x="404" y="1558"/>
                </a:lnTo>
                <a:cubicBezTo>
                  <a:pt x="403" y="1558"/>
                  <a:pt x="401" y="1557"/>
                  <a:pt x="400" y="1557"/>
                </a:cubicBezTo>
                <a:lnTo>
                  <a:pt x="397" y="1554"/>
                </a:lnTo>
                <a:cubicBezTo>
                  <a:pt x="396" y="1553"/>
                  <a:pt x="395" y="1552"/>
                  <a:pt x="394" y="1551"/>
                </a:cubicBezTo>
                <a:lnTo>
                  <a:pt x="390" y="1542"/>
                </a:lnTo>
                <a:lnTo>
                  <a:pt x="326" y="1535"/>
                </a:lnTo>
                <a:lnTo>
                  <a:pt x="328" y="1537"/>
                </a:lnTo>
                <a:lnTo>
                  <a:pt x="393" y="1557"/>
                </a:lnTo>
                <a:cubicBezTo>
                  <a:pt x="394" y="1557"/>
                  <a:pt x="394" y="1557"/>
                  <a:pt x="395" y="1558"/>
                </a:cubicBezTo>
                <a:lnTo>
                  <a:pt x="408" y="1569"/>
                </a:lnTo>
                <a:cubicBezTo>
                  <a:pt x="409" y="1570"/>
                  <a:pt x="410" y="1571"/>
                  <a:pt x="411" y="1572"/>
                </a:cubicBezTo>
                <a:lnTo>
                  <a:pt x="418" y="1590"/>
                </a:lnTo>
                <a:cubicBezTo>
                  <a:pt x="419" y="1593"/>
                  <a:pt x="419" y="1596"/>
                  <a:pt x="417" y="1598"/>
                </a:cubicBezTo>
                <a:cubicBezTo>
                  <a:pt x="415" y="1600"/>
                  <a:pt x="412" y="1601"/>
                  <a:pt x="409" y="1601"/>
                </a:cubicBezTo>
                <a:lnTo>
                  <a:pt x="401" y="1599"/>
                </a:lnTo>
                <a:cubicBezTo>
                  <a:pt x="400" y="1599"/>
                  <a:pt x="399" y="1598"/>
                  <a:pt x="398" y="1598"/>
                </a:cubicBezTo>
                <a:lnTo>
                  <a:pt x="379" y="1585"/>
                </a:lnTo>
                <a:lnTo>
                  <a:pt x="375" y="1585"/>
                </a:lnTo>
                <a:lnTo>
                  <a:pt x="364" y="1591"/>
                </a:lnTo>
                <a:lnTo>
                  <a:pt x="371" y="1596"/>
                </a:lnTo>
                <a:cubicBezTo>
                  <a:pt x="373" y="1598"/>
                  <a:pt x="375" y="1600"/>
                  <a:pt x="375" y="1603"/>
                </a:cubicBezTo>
                <a:cubicBezTo>
                  <a:pt x="375" y="1606"/>
                  <a:pt x="373" y="1608"/>
                  <a:pt x="371" y="1610"/>
                </a:cubicBezTo>
                <a:lnTo>
                  <a:pt x="365" y="1614"/>
                </a:lnTo>
                <a:cubicBezTo>
                  <a:pt x="362" y="1616"/>
                  <a:pt x="360" y="1616"/>
                  <a:pt x="357" y="1615"/>
                </a:cubicBezTo>
                <a:lnTo>
                  <a:pt x="345" y="1611"/>
                </a:lnTo>
                <a:lnTo>
                  <a:pt x="335" y="1617"/>
                </a:lnTo>
                <a:cubicBezTo>
                  <a:pt x="334" y="1617"/>
                  <a:pt x="333" y="1618"/>
                  <a:pt x="333" y="1618"/>
                </a:cubicBezTo>
                <a:lnTo>
                  <a:pt x="324" y="1619"/>
                </a:lnTo>
                <a:cubicBezTo>
                  <a:pt x="327" y="1622"/>
                  <a:pt x="327" y="1626"/>
                  <a:pt x="325" y="1629"/>
                </a:cubicBezTo>
                <a:lnTo>
                  <a:pt x="317" y="1640"/>
                </a:lnTo>
                <a:lnTo>
                  <a:pt x="315" y="1646"/>
                </a:lnTo>
                <a:lnTo>
                  <a:pt x="314" y="1652"/>
                </a:lnTo>
                <a:lnTo>
                  <a:pt x="318" y="1655"/>
                </a:lnTo>
                <a:lnTo>
                  <a:pt x="325" y="1655"/>
                </a:lnTo>
                <a:lnTo>
                  <a:pt x="343" y="1649"/>
                </a:lnTo>
                <a:cubicBezTo>
                  <a:pt x="344" y="1649"/>
                  <a:pt x="345" y="1648"/>
                  <a:pt x="345" y="1648"/>
                </a:cubicBezTo>
                <a:lnTo>
                  <a:pt x="362" y="1648"/>
                </a:lnTo>
                <a:lnTo>
                  <a:pt x="367" y="1645"/>
                </a:lnTo>
                <a:lnTo>
                  <a:pt x="381" y="1621"/>
                </a:lnTo>
                <a:cubicBezTo>
                  <a:pt x="381" y="1620"/>
                  <a:pt x="382" y="1619"/>
                  <a:pt x="383" y="1618"/>
                </a:cubicBezTo>
                <a:lnTo>
                  <a:pt x="392" y="1611"/>
                </a:lnTo>
                <a:cubicBezTo>
                  <a:pt x="393" y="1610"/>
                  <a:pt x="395" y="1610"/>
                  <a:pt x="396" y="1610"/>
                </a:cubicBezTo>
                <a:lnTo>
                  <a:pt x="453" y="1603"/>
                </a:lnTo>
                <a:cubicBezTo>
                  <a:pt x="455" y="1602"/>
                  <a:pt x="457" y="1603"/>
                  <a:pt x="459" y="1604"/>
                </a:cubicBezTo>
                <a:lnTo>
                  <a:pt x="470" y="1613"/>
                </a:lnTo>
                <a:cubicBezTo>
                  <a:pt x="473" y="1615"/>
                  <a:pt x="475" y="1618"/>
                  <a:pt x="473" y="1622"/>
                </a:cubicBezTo>
                <a:cubicBezTo>
                  <a:pt x="472" y="1625"/>
                  <a:pt x="468" y="1627"/>
                  <a:pt x="465" y="1627"/>
                </a:cubicBezTo>
                <a:lnTo>
                  <a:pt x="430" y="1625"/>
                </a:lnTo>
                <a:lnTo>
                  <a:pt x="404" y="1641"/>
                </a:lnTo>
                <a:lnTo>
                  <a:pt x="395" y="1651"/>
                </a:lnTo>
                <a:lnTo>
                  <a:pt x="436" y="1662"/>
                </a:lnTo>
                <a:cubicBezTo>
                  <a:pt x="437" y="1663"/>
                  <a:pt x="438" y="1663"/>
                  <a:pt x="439" y="1664"/>
                </a:cubicBezTo>
                <a:lnTo>
                  <a:pt x="447" y="1670"/>
                </a:lnTo>
                <a:cubicBezTo>
                  <a:pt x="448" y="1671"/>
                  <a:pt x="449" y="1672"/>
                  <a:pt x="449" y="1672"/>
                </a:cubicBezTo>
                <a:lnTo>
                  <a:pt x="456" y="1684"/>
                </a:lnTo>
                <a:cubicBezTo>
                  <a:pt x="457" y="1687"/>
                  <a:pt x="457" y="1690"/>
                  <a:pt x="455" y="1693"/>
                </a:cubicBezTo>
                <a:cubicBezTo>
                  <a:pt x="454" y="1695"/>
                  <a:pt x="451" y="1697"/>
                  <a:pt x="447" y="1696"/>
                </a:cubicBezTo>
                <a:lnTo>
                  <a:pt x="432" y="1693"/>
                </a:lnTo>
                <a:cubicBezTo>
                  <a:pt x="431" y="1693"/>
                  <a:pt x="430" y="1693"/>
                  <a:pt x="430" y="1693"/>
                </a:cubicBezTo>
                <a:lnTo>
                  <a:pt x="414" y="1685"/>
                </a:lnTo>
                <a:lnTo>
                  <a:pt x="397" y="1672"/>
                </a:lnTo>
                <a:lnTo>
                  <a:pt x="393" y="1670"/>
                </a:lnTo>
                <a:lnTo>
                  <a:pt x="389" y="1672"/>
                </a:lnTo>
                <a:lnTo>
                  <a:pt x="383" y="1676"/>
                </a:lnTo>
                <a:cubicBezTo>
                  <a:pt x="381" y="1677"/>
                  <a:pt x="379" y="1677"/>
                  <a:pt x="378" y="1677"/>
                </a:cubicBezTo>
                <a:lnTo>
                  <a:pt x="353" y="1675"/>
                </a:lnTo>
                <a:lnTo>
                  <a:pt x="348" y="1677"/>
                </a:lnTo>
                <a:lnTo>
                  <a:pt x="336" y="1687"/>
                </a:lnTo>
                <a:cubicBezTo>
                  <a:pt x="338" y="1688"/>
                  <a:pt x="339" y="1691"/>
                  <a:pt x="339" y="1694"/>
                </a:cubicBezTo>
                <a:lnTo>
                  <a:pt x="338" y="1702"/>
                </a:lnTo>
                <a:lnTo>
                  <a:pt x="334" y="1714"/>
                </a:lnTo>
                <a:lnTo>
                  <a:pt x="333" y="1722"/>
                </a:lnTo>
                <a:lnTo>
                  <a:pt x="333" y="1722"/>
                </a:lnTo>
                <a:lnTo>
                  <a:pt x="364" y="1718"/>
                </a:lnTo>
                <a:cubicBezTo>
                  <a:pt x="367" y="1717"/>
                  <a:pt x="371" y="1719"/>
                  <a:pt x="372" y="1722"/>
                </a:cubicBezTo>
                <a:cubicBezTo>
                  <a:pt x="374" y="1725"/>
                  <a:pt x="373" y="1729"/>
                  <a:pt x="370" y="1732"/>
                </a:cubicBezTo>
                <a:lnTo>
                  <a:pt x="359" y="1740"/>
                </a:lnTo>
                <a:cubicBezTo>
                  <a:pt x="358" y="1742"/>
                  <a:pt x="356" y="1742"/>
                  <a:pt x="354" y="1742"/>
                </a:cubicBezTo>
                <a:lnTo>
                  <a:pt x="312" y="1743"/>
                </a:lnTo>
                <a:cubicBezTo>
                  <a:pt x="311" y="1744"/>
                  <a:pt x="308" y="1743"/>
                  <a:pt x="306" y="1741"/>
                </a:cubicBezTo>
                <a:cubicBezTo>
                  <a:pt x="305" y="1740"/>
                  <a:pt x="304" y="1738"/>
                  <a:pt x="304" y="1735"/>
                </a:cubicBezTo>
                <a:lnTo>
                  <a:pt x="304" y="1731"/>
                </a:lnTo>
                <a:cubicBezTo>
                  <a:pt x="304" y="1730"/>
                  <a:pt x="304" y="1729"/>
                  <a:pt x="304" y="1728"/>
                </a:cubicBezTo>
                <a:lnTo>
                  <a:pt x="306" y="1724"/>
                </a:lnTo>
                <a:lnTo>
                  <a:pt x="302" y="1698"/>
                </a:lnTo>
                <a:lnTo>
                  <a:pt x="300" y="1694"/>
                </a:lnTo>
                <a:lnTo>
                  <a:pt x="296" y="1690"/>
                </a:lnTo>
                <a:lnTo>
                  <a:pt x="280" y="1684"/>
                </a:lnTo>
                <a:cubicBezTo>
                  <a:pt x="279" y="1683"/>
                  <a:pt x="278" y="1682"/>
                  <a:pt x="277" y="1681"/>
                </a:cubicBezTo>
                <a:lnTo>
                  <a:pt x="273" y="1676"/>
                </a:lnTo>
                <a:lnTo>
                  <a:pt x="248" y="1686"/>
                </a:lnTo>
                <a:lnTo>
                  <a:pt x="252" y="1689"/>
                </a:lnTo>
                <a:lnTo>
                  <a:pt x="257" y="1691"/>
                </a:lnTo>
                <a:lnTo>
                  <a:pt x="264" y="1691"/>
                </a:lnTo>
                <a:cubicBezTo>
                  <a:pt x="265" y="1691"/>
                  <a:pt x="267" y="1692"/>
                  <a:pt x="268" y="1692"/>
                </a:cubicBezTo>
                <a:lnTo>
                  <a:pt x="272" y="1695"/>
                </a:lnTo>
                <a:cubicBezTo>
                  <a:pt x="274" y="1696"/>
                  <a:pt x="275" y="1697"/>
                  <a:pt x="275" y="1699"/>
                </a:cubicBezTo>
                <a:lnTo>
                  <a:pt x="281" y="1714"/>
                </a:lnTo>
                <a:lnTo>
                  <a:pt x="289" y="1715"/>
                </a:lnTo>
                <a:cubicBezTo>
                  <a:pt x="290" y="1715"/>
                  <a:pt x="291" y="1715"/>
                  <a:pt x="292" y="1716"/>
                </a:cubicBezTo>
                <a:lnTo>
                  <a:pt x="297" y="1718"/>
                </a:lnTo>
                <a:cubicBezTo>
                  <a:pt x="299" y="1720"/>
                  <a:pt x="301" y="1723"/>
                  <a:pt x="301" y="1725"/>
                </a:cubicBezTo>
                <a:lnTo>
                  <a:pt x="301" y="1731"/>
                </a:lnTo>
                <a:cubicBezTo>
                  <a:pt x="301" y="1733"/>
                  <a:pt x="300" y="1735"/>
                  <a:pt x="299" y="1737"/>
                </a:cubicBezTo>
                <a:cubicBezTo>
                  <a:pt x="297" y="1737"/>
                  <a:pt x="296" y="1738"/>
                  <a:pt x="295" y="1738"/>
                </a:cubicBezTo>
                <a:cubicBezTo>
                  <a:pt x="295" y="1739"/>
                  <a:pt x="296" y="1740"/>
                  <a:pt x="296" y="1740"/>
                </a:cubicBezTo>
                <a:lnTo>
                  <a:pt x="298" y="1746"/>
                </a:lnTo>
                <a:cubicBezTo>
                  <a:pt x="299" y="1747"/>
                  <a:pt x="299" y="1747"/>
                  <a:pt x="299" y="1748"/>
                </a:cubicBezTo>
                <a:lnTo>
                  <a:pt x="302" y="1764"/>
                </a:lnTo>
                <a:cubicBezTo>
                  <a:pt x="303" y="1766"/>
                  <a:pt x="303" y="1769"/>
                  <a:pt x="302" y="1771"/>
                </a:cubicBezTo>
                <a:lnTo>
                  <a:pt x="293" y="1791"/>
                </a:lnTo>
                <a:cubicBezTo>
                  <a:pt x="293" y="1793"/>
                  <a:pt x="291" y="1794"/>
                  <a:pt x="290" y="1795"/>
                </a:cubicBezTo>
                <a:lnTo>
                  <a:pt x="252" y="1814"/>
                </a:lnTo>
                <a:lnTo>
                  <a:pt x="255" y="1824"/>
                </a:lnTo>
                <a:lnTo>
                  <a:pt x="260" y="1832"/>
                </a:lnTo>
                <a:lnTo>
                  <a:pt x="264" y="1834"/>
                </a:lnTo>
                <a:lnTo>
                  <a:pt x="269" y="1833"/>
                </a:lnTo>
                <a:lnTo>
                  <a:pt x="279" y="1825"/>
                </a:lnTo>
                <a:cubicBezTo>
                  <a:pt x="280" y="1825"/>
                  <a:pt x="281" y="1824"/>
                  <a:pt x="282" y="1824"/>
                </a:cubicBezTo>
                <a:lnTo>
                  <a:pt x="287" y="1823"/>
                </a:lnTo>
                <a:cubicBezTo>
                  <a:pt x="289" y="1822"/>
                  <a:pt x="292" y="1823"/>
                  <a:pt x="294" y="1824"/>
                </a:cubicBezTo>
                <a:lnTo>
                  <a:pt x="297" y="1827"/>
                </a:lnTo>
                <a:cubicBezTo>
                  <a:pt x="300" y="1829"/>
                  <a:pt x="301" y="1832"/>
                  <a:pt x="300" y="1835"/>
                </a:cubicBezTo>
                <a:lnTo>
                  <a:pt x="299" y="1841"/>
                </a:lnTo>
                <a:cubicBezTo>
                  <a:pt x="299" y="1842"/>
                  <a:pt x="299" y="1842"/>
                  <a:pt x="298" y="1843"/>
                </a:cubicBezTo>
                <a:lnTo>
                  <a:pt x="298" y="1845"/>
                </a:lnTo>
                <a:lnTo>
                  <a:pt x="308" y="1849"/>
                </a:lnTo>
                <a:lnTo>
                  <a:pt x="309" y="1848"/>
                </a:lnTo>
                <a:lnTo>
                  <a:pt x="336" y="1830"/>
                </a:lnTo>
                <a:cubicBezTo>
                  <a:pt x="336" y="1830"/>
                  <a:pt x="337" y="1830"/>
                  <a:pt x="337" y="1829"/>
                </a:cubicBezTo>
                <a:lnTo>
                  <a:pt x="337" y="1827"/>
                </a:lnTo>
                <a:lnTo>
                  <a:pt x="332" y="1819"/>
                </a:lnTo>
                <a:cubicBezTo>
                  <a:pt x="332" y="1818"/>
                  <a:pt x="332" y="1817"/>
                  <a:pt x="332" y="1816"/>
                </a:cubicBezTo>
                <a:lnTo>
                  <a:pt x="329" y="1802"/>
                </a:lnTo>
                <a:cubicBezTo>
                  <a:pt x="329" y="1801"/>
                  <a:pt x="329" y="1800"/>
                  <a:pt x="329" y="1798"/>
                </a:cubicBezTo>
                <a:lnTo>
                  <a:pt x="331" y="1794"/>
                </a:lnTo>
                <a:cubicBezTo>
                  <a:pt x="331" y="1792"/>
                  <a:pt x="334" y="1789"/>
                  <a:pt x="336" y="1789"/>
                </a:cubicBezTo>
                <a:cubicBezTo>
                  <a:pt x="339" y="1788"/>
                  <a:pt x="342" y="1789"/>
                  <a:pt x="344" y="1791"/>
                </a:cubicBezTo>
                <a:lnTo>
                  <a:pt x="348" y="1795"/>
                </a:lnTo>
                <a:lnTo>
                  <a:pt x="355" y="1806"/>
                </a:lnTo>
                <a:lnTo>
                  <a:pt x="359" y="1817"/>
                </a:lnTo>
                <a:lnTo>
                  <a:pt x="368" y="1814"/>
                </a:lnTo>
                <a:cubicBezTo>
                  <a:pt x="368" y="1813"/>
                  <a:pt x="369" y="1813"/>
                  <a:pt x="370" y="1813"/>
                </a:cubicBezTo>
                <a:lnTo>
                  <a:pt x="375" y="1813"/>
                </a:lnTo>
                <a:cubicBezTo>
                  <a:pt x="377" y="1812"/>
                  <a:pt x="379" y="1813"/>
                  <a:pt x="381" y="1814"/>
                </a:cubicBezTo>
                <a:lnTo>
                  <a:pt x="387" y="1819"/>
                </a:lnTo>
                <a:cubicBezTo>
                  <a:pt x="389" y="1821"/>
                  <a:pt x="390" y="1823"/>
                  <a:pt x="390" y="1826"/>
                </a:cubicBezTo>
                <a:cubicBezTo>
                  <a:pt x="389" y="1829"/>
                  <a:pt x="388" y="1831"/>
                  <a:pt x="386" y="1832"/>
                </a:cubicBezTo>
                <a:lnTo>
                  <a:pt x="398" y="1831"/>
                </a:lnTo>
                <a:cubicBezTo>
                  <a:pt x="400" y="1831"/>
                  <a:pt x="402" y="1832"/>
                  <a:pt x="403" y="1833"/>
                </a:cubicBezTo>
                <a:lnTo>
                  <a:pt x="412" y="1840"/>
                </a:lnTo>
                <a:cubicBezTo>
                  <a:pt x="414" y="1842"/>
                  <a:pt x="415" y="1844"/>
                  <a:pt x="415" y="1847"/>
                </a:cubicBezTo>
                <a:cubicBezTo>
                  <a:pt x="415" y="1850"/>
                  <a:pt x="413" y="1852"/>
                  <a:pt x="411" y="1853"/>
                </a:cubicBezTo>
                <a:lnTo>
                  <a:pt x="399" y="1861"/>
                </a:lnTo>
                <a:cubicBezTo>
                  <a:pt x="397" y="1861"/>
                  <a:pt x="396" y="1862"/>
                  <a:pt x="395" y="1862"/>
                </a:cubicBezTo>
                <a:lnTo>
                  <a:pt x="395" y="1862"/>
                </a:lnTo>
                <a:lnTo>
                  <a:pt x="344" y="1861"/>
                </a:lnTo>
                <a:lnTo>
                  <a:pt x="297" y="1892"/>
                </a:lnTo>
                <a:lnTo>
                  <a:pt x="290" y="1899"/>
                </a:lnTo>
                <a:lnTo>
                  <a:pt x="284" y="1910"/>
                </a:lnTo>
                <a:lnTo>
                  <a:pt x="276" y="1920"/>
                </a:lnTo>
                <a:lnTo>
                  <a:pt x="265" y="1927"/>
                </a:lnTo>
                <a:lnTo>
                  <a:pt x="261" y="1933"/>
                </a:lnTo>
                <a:lnTo>
                  <a:pt x="262" y="1940"/>
                </a:lnTo>
                <a:lnTo>
                  <a:pt x="264" y="1941"/>
                </a:lnTo>
                <a:lnTo>
                  <a:pt x="301" y="1920"/>
                </a:lnTo>
                <a:lnTo>
                  <a:pt x="325" y="1893"/>
                </a:lnTo>
                <a:cubicBezTo>
                  <a:pt x="326" y="1892"/>
                  <a:pt x="327" y="1891"/>
                  <a:pt x="329" y="1891"/>
                </a:cubicBezTo>
                <a:lnTo>
                  <a:pt x="341" y="1887"/>
                </a:lnTo>
                <a:cubicBezTo>
                  <a:pt x="342" y="1887"/>
                  <a:pt x="343" y="1887"/>
                  <a:pt x="344" y="1887"/>
                </a:cubicBezTo>
                <a:lnTo>
                  <a:pt x="368" y="1889"/>
                </a:lnTo>
                <a:lnTo>
                  <a:pt x="382" y="1881"/>
                </a:lnTo>
                <a:cubicBezTo>
                  <a:pt x="383" y="1880"/>
                  <a:pt x="384" y="1880"/>
                  <a:pt x="384" y="1880"/>
                </a:cubicBezTo>
                <a:lnTo>
                  <a:pt x="393" y="1878"/>
                </a:lnTo>
                <a:lnTo>
                  <a:pt x="410" y="1859"/>
                </a:lnTo>
                <a:lnTo>
                  <a:pt x="415" y="1855"/>
                </a:lnTo>
                <a:cubicBezTo>
                  <a:pt x="417" y="1854"/>
                  <a:pt x="418" y="1854"/>
                  <a:pt x="420" y="1854"/>
                </a:cubicBezTo>
                <a:lnTo>
                  <a:pt x="424" y="1854"/>
                </a:lnTo>
                <a:cubicBezTo>
                  <a:pt x="425" y="1854"/>
                  <a:pt x="427" y="1854"/>
                  <a:pt x="428" y="1855"/>
                </a:cubicBezTo>
                <a:lnTo>
                  <a:pt x="432" y="1858"/>
                </a:lnTo>
                <a:lnTo>
                  <a:pt x="437" y="1862"/>
                </a:lnTo>
                <a:lnTo>
                  <a:pt x="441" y="1868"/>
                </a:lnTo>
                <a:cubicBezTo>
                  <a:pt x="442" y="1870"/>
                  <a:pt x="443" y="1871"/>
                  <a:pt x="442" y="1874"/>
                </a:cubicBezTo>
                <a:cubicBezTo>
                  <a:pt x="442" y="1876"/>
                  <a:pt x="441" y="1878"/>
                  <a:pt x="439" y="1879"/>
                </a:cubicBezTo>
                <a:lnTo>
                  <a:pt x="429" y="1886"/>
                </a:lnTo>
                <a:lnTo>
                  <a:pt x="431" y="1890"/>
                </a:lnTo>
                <a:lnTo>
                  <a:pt x="433" y="1890"/>
                </a:lnTo>
                <a:lnTo>
                  <a:pt x="453" y="1883"/>
                </a:lnTo>
                <a:lnTo>
                  <a:pt x="458" y="1876"/>
                </a:lnTo>
                <a:lnTo>
                  <a:pt x="462" y="1869"/>
                </a:lnTo>
                <a:lnTo>
                  <a:pt x="462" y="1862"/>
                </a:lnTo>
                <a:cubicBezTo>
                  <a:pt x="462" y="1860"/>
                  <a:pt x="463" y="1858"/>
                  <a:pt x="464" y="1856"/>
                </a:cubicBezTo>
                <a:lnTo>
                  <a:pt x="469" y="1851"/>
                </a:lnTo>
                <a:cubicBezTo>
                  <a:pt x="471" y="1849"/>
                  <a:pt x="475" y="1848"/>
                  <a:pt x="478" y="1850"/>
                </a:cubicBezTo>
                <a:lnTo>
                  <a:pt x="482" y="1852"/>
                </a:lnTo>
                <a:cubicBezTo>
                  <a:pt x="483" y="1852"/>
                  <a:pt x="484" y="1853"/>
                  <a:pt x="485" y="1854"/>
                </a:cubicBezTo>
                <a:lnTo>
                  <a:pt x="488" y="1861"/>
                </a:lnTo>
                <a:lnTo>
                  <a:pt x="492" y="1863"/>
                </a:lnTo>
                <a:lnTo>
                  <a:pt x="518" y="1869"/>
                </a:lnTo>
                <a:lnTo>
                  <a:pt x="524" y="1854"/>
                </a:lnTo>
                <a:cubicBezTo>
                  <a:pt x="524" y="1853"/>
                  <a:pt x="525" y="1852"/>
                  <a:pt x="526" y="1851"/>
                </a:cubicBezTo>
                <a:lnTo>
                  <a:pt x="534" y="1844"/>
                </a:lnTo>
                <a:cubicBezTo>
                  <a:pt x="534" y="1843"/>
                  <a:pt x="535" y="1843"/>
                  <a:pt x="536" y="1842"/>
                </a:cubicBezTo>
                <a:lnTo>
                  <a:pt x="561" y="1834"/>
                </a:lnTo>
                <a:lnTo>
                  <a:pt x="575" y="1820"/>
                </a:lnTo>
                <a:cubicBezTo>
                  <a:pt x="576" y="1819"/>
                  <a:pt x="577" y="1819"/>
                  <a:pt x="577" y="1818"/>
                </a:cubicBezTo>
                <a:lnTo>
                  <a:pt x="587" y="1814"/>
                </a:lnTo>
                <a:cubicBezTo>
                  <a:pt x="590" y="1812"/>
                  <a:pt x="595" y="1813"/>
                  <a:pt x="597" y="1817"/>
                </a:cubicBezTo>
                <a:lnTo>
                  <a:pt x="601" y="1824"/>
                </a:lnTo>
                <a:cubicBezTo>
                  <a:pt x="602" y="1825"/>
                  <a:pt x="603" y="1827"/>
                  <a:pt x="602" y="1829"/>
                </a:cubicBezTo>
                <a:lnTo>
                  <a:pt x="599" y="1843"/>
                </a:lnTo>
                <a:cubicBezTo>
                  <a:pt x="599" y="1844"/>
                  <a:pt x="599" y="1845"/>
                  <a:pt x="598" y="1845"/>
                </a:cubicBezTo>
                <a:lnTo>
                  <a:pt x="592" y="1856"/>
                </a:lnTo>
                <a:cubicBezTo>
                  <a:pt x="591" y="1857"/>
                  <a:pt x="591" y="1857"/>
                  <a:pt x="590" y="1858"/>
                </a:cubicBezTo>
                <a:lnTo>
                  <a:pt x="582" y="1865"/>
                </a:lnTo>
                <a:cubicBezTo>
                  <a:pt x="581" y="1866"/>
                  <a:pt x="581" y="1866"/>
                  <a:pt x="580" y="1866"/>
                </a:cubicBezTo>
                <a:lnTo>
                  <a:pt x="571" y="1870"/>
                </a:lnTo>
                <a:lnTo>
                  <a:pt x="568" y="1875"/>
                </a:lnTo>
                <a:cubicBezTo>
                  <a:pt x="567" y="1876"/>
                  <a:pt x="566" y="1877"/>
                  <a:pt x="565" y="1878"/>
                </a:cubicBezTo>
                <a:lnTo>
                  <a:pt x="560" y="1881"/>
                </a:lnTo>
                <a:lnTo>
                  <a:pt x="557" y="1894"/>
                </a:lnTo>
                <a:lnTo>
                  <a:pt x="553" y="1902"/>
                </a:lnTo>
                <a:cubicBezTo>
                  <a:pt x="552" y="1904"/>
                  <a:pt x="551" y="1905"/>
                  <a:pt x="550" y="1906"/>
                </a:cubicBezTo>
                <a:lnTo>
                  <a:pt x="546" y="1908"/>
                </a:lnTo>
                <a:lnTo>
                  <a:pt x="504" y="1920"/>
                </a:lnTo>
                <a:lnTo>
                  <a:pt x="491" y="1935"/>
                </a:lnTo>
                <a:cubicBezTo>
                  <a:pt x="490" y="1936"/>
                  <a:pt x="488" y="1937"/>
                  <a:pt x="486" y="1937"/>
                </a:cubicBezTo>
                <a:lnTo>
                  <a:pt x="477" y="1938"/>
                </a:lnTo>
                <a:cubicBezTo>
                  <a:pt x="474" y="1939"/>
                  <a:pt x="472" y="1937"/>
                  <a:pt x="470" y="1935"/>
                </a:cubicBezTo>
                <a:cubicBezTo>
                  <a:pt x="468" y="1933"/>
                  <a:pt x="468" y="1930"/>
                  <a:pt x="469" y="1927"/>
                </a:cubicBezTo>
                <a:lnTo>
                  <a:pt x="473" y="1919"/>
                </a:lnTo>
                <a:lnTo>
                  <a:pt x="481" y="1908"/>
                </a:lnTo>
                <a:lnTo>
                  <a:pt x="475" y="1906"/>
                </a:lnTo>
                <a:lnTo>
                  <a:pt x="460" y="1908"/>
                </a:lnTo>
                <a:lnTo>
                  <a:pt x="446" y="1919"/>
                </a:lnTo>
                <a:lnTo>
                  <a:pt x="440" y="1936"/>
                </a:lnTo>
                <a:lnTo>
                  <a:pt x="460" y="1943"/>
                </a:lnTo>
                <a:lnTo>
                  <a:pt x="480" y="1940"/>
                </a:lnTo>
                <a:cubicBezTo>
                  <a:pt x="481" y="1940"/>
                  <a:pt x="482" y="1940"/>
                  <a:pt x="483" y="1940"/>
                </a:cubicBezTo>
                <a:lnTo>
                  <a:pt x="497" y="1944"/>
                </a:lnTo>
                <a:cubicBezTo>
                  <a:pt x="499" y="1944"/>
                  <a:pt x="500" y="1945"/>
                  <a:pt x="501" y="1945"/>
                </a:cubicBezTo>
                <a:lnTo>
                  <a:pt x="504" y="1948"/>
                </a:lnTo>
                <a:cubicBezTo>
                  <a:pt x="505" y="1949"/>
                  <a:pt x="506" y="1951"/>
                  <a:pt x="506" y="1953"/>
                </a:cubicBezTo>
                <a:lnTo>
                  <a:pt x="507" y="1961"/>
                </a:lnTo>
                <a:cubicBezTo>
                  <a:pt x="507" y="1961"/>
                  <a:pt x="507" y="1962"/>
                  <a:pt x="507" y="1963"/>
                </a:cubicBezTo>
                <a:lnTo>
                  <a:pt x="506" y="1970"/>
                </a:lnTo>
                <a:cubicBezTo>
                  <a:pt x="505" y="1973"/>
                  <a:pt x="504" y="1975"/>
                  <a:pt x="501" y="1976"/>
                </a:cubicBezTo>
                <a:lnTo>
                  <a:pt x="499" y="1977"/>
                </a:lnTo>
                <a:cubicBezTo>
                  <a:pt x="496" y="1979"/>
                  <a:pt x="493" y="1979"/>
                  <a:pt x="491" y="1977"/>
                </a:cubicBezTo>
                <a:lnTo>
                  <a:pt x="481" y="1971"/>
                </a:lnTo>
                <a:lnTo>
                  <a:pt x="474" y="1964"/>
                </a:lnTo>
                <a:lnTo>
                  <a:pt x="465" y="1969"/>
                </a:lnTo>
                <a:cubicBezTo>
                  <a:pt x="464" y="1969"/>
                  <a:pt x="463" y="1969"/>
                  <a:pt x="462" y="1970"/>
                </a:cubicBezTo>
                <a:lnTo>
                  <a:pt x="441" y="1970"/>
                </a:lnTo>
                <a:lnTo>
                  <a:pt x="438" y="1972"/>
                </a:lnTo>
                <a:lnTo>
                  <a:pt x="434" y="1978"/>
                </a:lnTo>
                <a:lnTo>
                  <a:pt x="422" y="2002"/>
                </a:lnTo>
                <a:cubicBezTo>
                  <a:pt x="421" y="2003"/>
                  <a:pt x="420" y="2004"/>
                  <a:pt x="419" y="2004"/>
                </a:cubicBezTo>
                <a:lnTo>
                  <a:pt x="415" y="2007"/>
                </a:lnTo>
                <a:cubicBezTo>
                  <a:pt x="413" y="2008"/>
                  <a:pt x="410" y="2008"/>
                  <a:pt x="407" y="2007"/>
                </a:cubicBezTo>
                <a:lnTo>
                  <a:pt x="404" y="2005"/>
                </a:lnTo>
                <a:cubicBezTo>
                  <a:pt x="402" y="2004"/>
                  <a:pt x="400" y="2002"/>
                  <a:pt x="400" y="2000"/>
                </a:cubicBezTo>
                <a:lnTo>
                  <a:pt x="398" y="1992"/>
                </a:lnTo>
                <a:cubicBezTo>
                  <a:pt x="398" y="1992"/>
                  <a:pt x="398" y="1991"/>
                  <a:pt x="398" y="1990"/>
                </a:cubicBezTo>
                <a:lnTo>
                  <a:pt x="399" y="1976"/>
                </a:lnTo>
                <a:lnTo>
                  <a:pt x="402" y="1964"/>
                </a:lnTo>
                <a:lnTo>
                  <a:pt x="410" y="1949"/>
                </a:lnTo>
                <a:lnTo>
                  <a:pt x="394" y="1949"/>
                </a:lnTo>
                <a:cubicBezTo>
                  <a:pt x="390" y="1949"/>
                  <a:pt x="386" y="1945"/>
                  <a:pt x="386" y="1941"/>
                </a:cubicBezTo>
                <a:lnTo>
                  <a:pt x="386" y="1935"/>
                </a:lnTo>
                <a:cubicBezTo>
                  <a:pt x="386" y="1931"/>
                  <a:pt x="389" y="1928"/>
                  <a:pt x="393" y="1927"/>
                </a:cubicBezTo>
                <a:lnTo>
                  <a:pt x="400" y="1926"/>
                </a:lnTo>
                <a:lnTo>
                  <a:pt x="408" y="1921"/>
                </a:lnTo>
                <a:lnTo>
                  <a:pt x="411" y="1915"/>
                </a:lnTo>
                <a:lnTo>
                  <a:pt x="409" y="1910"/>
                </a:lnTo>
                <a:lnTo>
                  <a:pt x="404" y="1908"/>
                </a:lnTo>
                <a:lnTo>
                  <a:pt x="341" y="1924"/>
                </a:lnTo>
                <a:lnTo>
                  <a:pt x="318" y="1946"/>
                </a:lnTo>
                <a:cubicBezTo>
                  <a:pt x="317" y="1947"/>
                  <a:pt x="316" y="1948"/>
                  <a:pt x="315" y="1948"/>
                </a:cubicBezTo>
                <a:lnTo>
                  <a:pt x="300" y="1955"/>
                </a:lnTo>
                <a:lnTo>
                  <a:pt x="296" y="1959"/>
                </a:lnTo>
                <a:cubicBezTo>
                  <a:pt x="295" y="1960"/>
                  <a:pt x="295" y="1960"/>
                  <a:pt x="294" y="1961"/>
                </a:cubicBezTo>
                <a:lnTo>
                  <a:pt x="280" y="1966"/>
                </a:lnTo>
                <a:lnTo>
                  <a:pt x="279" y="1968"/>
                </a:lnTo>
                <a:lnTo>
                  <a:pt x="278" y="1973"/>
                </a:lnTo>
                <a:cubicBezTo>
                  <a:pt x="277" y="1976"/>
                  <a:pt x="274" y="1979"/>
                  <a:pt x="270" y="1979"/>
                </a:cubicBezTo>
                <a:lnTo>
                  <a:pt x="266" y="1979"/>
                </a:lnTo>
                <a:lnTo>
                  <a:pt x="266" y="1979"/>
                </a:lnTo>
                <a:cubicBezTo>
                  <a:pt x="264" y="1979"/>
                  <a:pt x="263" y="1979"/>
                  <a:pt x="262" y="1978"/>
                </a:cubicBezTo>
                <a:lnTo>
                  <a:pt x="256" y="1975"/>
                </a:lnTo>
                <a:lnTo>
                  <a:pt x="206" y="1987"/>
                </a:lnTo>
                <a:lnTo>
                  <a:pt x="188" y="2001"/>
                </a:lnTo>
                <a:cubicBezTo>
                  <a:pt x="187" y="2001"/>
                  <a:pt x="186" y="2001"/>
                  <a:pt x="185" y="2002"/>
                </a:cubicBezTo>
                <a:lnTo>
                  <a:pt x="177" y="2005"/>
                </a:lnTo>
                <a:lnTo>
                  <a:pt x="171" y="2009"/>
                </a:lnTo>
                <a:lnTo>
                  <a:pt x="155" y="2027"/>
                </a:lnTo>
                <a:lnTo>
                  <a:pt x="157" y="2028"/>
                </a:lnTo>
                <a:cubicBezTo>
                  <a:pt x="158" y="2028"/>
                  <a:pt x="159" y="2029"/>
                  <a:pt x="160" y="2030"/>
                </a:cubicBezTo>
                <a:lnTo>
                  <a:pt x="164" y="2034"/>
                </a:lnTo>
                <a:cubicBezTo>
                  <a:pt x="165" y="2035"/>
                  <a:pt x="166" y="2037"/>
                  <a:pt x="166" y="2039"/>
                </a:cubicBezTo>
                <a:lnTo>
                  <a:pt x="217" y="2028"/>
                </a:lnTo>
                <a:lnTo>
                  <a:pt x="239" y="2013"/>
                </a:lnTo>
                <a:cubicBezTo>
                  <a:pt x="240" y="2012"/>
                  <a:pt x="241" y="2011"/>
                  <a:pt x="243" y="2011"/>
                </a:cubicBezTo>
                <a:lnTo>
                  <a:pt x="255" y="2010"/>
                </a:lnTo>
                <a:cubicBezTo>
                  <a:pt x="257" y="2010"/>
                  <a:pt x="260" y="2012"/>
                  <a:pt x="262" y="2014"/>
                </a:cubicBezTo>
                <a:cubicBezTo>
                  <a:pt x="263" y="2016"/>
                  <a:pt x="263" y="2019"/>
                  <a:pt x="262" y="2022"/>
                </a:cubicBezTo>
                <a:lnTo>
                  <a:pt x="257" y="2034"/>
                </a:lnTo>
                <a:cubicBezTo>
                  <a:pt x="257" y="2035"/>
                  <a:pt x="256" y="2037"/>
                  <a:pt x="254" y="2037"/>
                </a:cubicBezTo>
                <a:lnTo>
                  <a:pt x="240" y="2047"/>
                </a:lnTo>
                <a:lnTo>
                  <a:pt x="237" y="2054"/>
                </a:lnTo>
                <a:lnTo>
                  <a:pt x="240" y="2061"/>
                </a:lnTo>
                <a:cubicBezTo>
                  <a:pt x="241" y="2062"/>
                  <a:pt x="241" y="2064"/>
                  <a:pt x="241" y="2066"/>
                </a:cubicBezTo>
                <a:lnTo>
                  <a:pt x="239" y="2075"/>
                </a:lnTo>
                <a:cubicBezTo>
                  <a:pt x="239" y="2076"/>
                  <a:pt x="239" y="2077"/>
                  <a:pt x="238" y="2078"/>
                </a:cubicBezTo>
                <a:lnTo>
                  <a:pt x="232" y="2086"/>
                </a:lnTo>
                <a:cubicBezTo>
                  <a:pt x="232" y="2087"/>
                  <a:pt x="231" y="2088"/>
                  <a:pt x="230" y="2088"/>
                </a:cubicBezTo>
                <a:lnTo>
                  <a:pt x="229" y="2089"/>
                </a:lnTo>
                <a:lnTo>
                  <a:pt x="232" y="2097"/>
                </a:lnTo>
                <a:lnTo>
                  <a:pt x="241" y="2105"/>
                </a:lnTo>
                <a:lnTo>
                  <a:pt x="259" y="2114"/>
                </a:lnTo>
                <a:lnTo>
                  <a:pt x="277" y="2114"/>
                </a:lnTo>
                <a:cubicBezTo>
                  <a:pt x="279" y="2114"/>
                  <a:pt x="281" y="2114"/>
                  <a:pt x="283" y="2116"/>
                </a:cubicBezTo>
                <a:lnTo>
                  <a:pt x="286" y="2119"/>
                </a:lnTo>
                <a:cubicBezTo>
                  <a:pt x="287" y="2120"/>
                  <a:pt x="288" y="2122"/>
                  <a:pt x="288" y="2124"/>
                </a:cubicBezTo>
                <a:lnTo>
                  <a:pt x="289" y="2131"/>
                </a:lnTo>
                <a:lnTo>
                  <a:pt x="291" y="2136"/>
                </a:lnTo>
                <a:lnTo>
                  <a:pt x="296" y="2144"/>
                </a:lnTo>
                <a:cubicBezTo>
                  <a:pt x="296" y="2145"/>
                  <a:pt x="297" y="2146"/>
                  <a:pt x="297" y="2148"/>
                </a:cubicBezTo>
                <a:lnTo>
                  <a:pt x="297" y="2161"/>
                </a:lnTo>
                <a:lnTo>
                  <a:pt x="305" y="2189"/>
                </a:lnTo>
                <a:cubicBezTo>
                  <a:pt x="305" y="2192"/>
                  <a:pt x="304" y="2195"/>
                  <a:pt x="301" y="2197"/>
                </a:cubicBezTo>
                <a:lnTo>
                  <a:pt x="295" y="2201"/>
                </a:lnTo>
                <a:cubicBezTo>
                  <a:pt x="293" y="2202"/>
                  <a:pt x="291" y="2202"/>
                  <a:pt x="289" y="2202"/>
                </a:cubicBezTo>
                <a:cubicBezTo>
                  <a:pt x="287" y="2201"/>
                  <a:pt x="285" y="2200"/>
                  <a:pt x="284" y="2198"/>
                </a:cubicBezTo>
                <a:lnTo>
                  <a:pt x="273" y="2177"/>
                </a:lnTo>
                <a:cubicBezTo>
                  <a:pt x="273" y="2176"/>
                  <a:pt x="272" y="2175"/>
                  <a:pt x="272" y="2174"/>
                </a:cubicBezTo>
                <a:lnTo>
                  <a:pt x="272" y="2171"/>
                </a:lnTo>
                <a:cubicBezTo>
                  <a:pt x="271" y="2171"/>
                  <a:pt x="270" y="2171"/>
                  <a:pt x="270" y="2170"/>
                </a:cubicBezTo>
                <a:lnTo>
                  <a:pt x="268" y="2169"/>
                </a:lnTo>
                <a:lnTo>
                  <a:pt x="264" y="2168"/>
                </a:lnTo>
                <a:cubicBezTo>
                  <a:pt x="263" y="2168"/>
                  <a:pt x="262" y="2167"/>
                  <a:pt x="261" y="2167"/>
                </a:cubicBezTo>
                <a:lnTo>
                  <a:pt x="259" y="2165"/>
                </a:lnTo>
                <a:cubicBezTo>
                  <a:pt x="258" y="2164"/>
                  <a:pt x="257" y="2163"/>
                  <a:pt x="257" y="2162"/>
                </a:cubicBezTo>
                <a:lnTo>
                  <a:pt x="254" y="2157"/>
                </a:lnTo>
                <a:lnTo>
                  <a:pt x="249" y="2143"/>
                </a:lnTo>
                <a:lnTo>
                  <a:pt x="240" y="2146"/>
                </a:lnTo>
                <a:cubicBezTo>
                  <a:pt x="239" y="2146"/>
                  <a:pt x="239" y="2146"/>
                  <a:pt x="238" y="2146"/>
                </a:cubicBezTo>
                <a:lnTo>
                  <a:pt x="232" y="2146"/>
                </a:lnTo>
                <a:cubicBezTo>
                  <a:pt x="230" y="2146"/>
                  <a:pt x="228" y="2145"/>
                  <a:pt x="227" y="2144"/>
                </a:cubicBezTo>
                <a:lnTo>
                  <a:pt x="222" y="2140"/>
                </a:lnTo>
                <a:cubicBezTo>
                  <a:pt x="222" y="2139"/>
                  <a:pt x="221" y="2139"/>
                  <a:pt x="221" y="2138"/>
                </a:cubicBezTo>
                <a:lnTo>
                  <a:pt x="212" y="2123"/>
                </a:lnTo>
                <a:lnTo>
                  <a:pt x="194" y="2114"/>
                </a:lnTo>
                <a:lnTo>
                  <a:pt x="187" y="2113"/>
                </a:lnTo>
                <a:lnTo>
                  <a:pt x="182" y="2115"/>
                </a:lnTo>
                <a:lnTo>
                  <a:pt x="151" y="2142"/>
                </a:lnTo>
                <a:lnTo>
                  <a:pt x="145" y="2152"/>
                </a:lnTo>
                <a:lnTo>
                  <a:pt x="140" y="2169"/>
                </a:lnTo>
                <a:lnTo>
                  <a:pt x="139" y="2185"/>
                </a:lnTo>
                <a:cubicBezTo>
                  <a:pt x="139" y="2186"/>
                  <a:pt x="138" y="2186"/>
                  <a:pt x="138" y="2187"/>
                </a:cubicBezTo>
                <a:lnTo>
                  <a:pt x="137" y="2191"/>
                </a:lnTo>
                <a:cubicBezTo>
                  <a:pt x="136" y="2192"/>
                  <a:pt x="136" y="2192"/>
                  <a:pt x="135" y="2193"/>
                </a:cubicBezTo>
                <a:lnTo>
                  <a:pt x="132" y="2197"/>
                </a:lnTo>
                <a:lnTo>
                  <a:pt x="132" y="2201"/>
                </a:lnTo>
                <a:lnTo>
                  <a:pt x="137" y="2199"/>
                </a:lnTo>
                <a:cubicBezTo>
                  <a:pt x="138" y="2199"/>
                  <a:pt x="138" y="2199"/>
                  <a:pt x="139" y="2199"/>
                </a:cubicBezTo>
                <a:lnTo>
                  <a:pt x="147" y="2198"/>
                </a:lnTo>
                <a:cubicBezTo>
                  <a:pt x="150" y="2197"/>
                  <a:pt x="153" y="2198"/>
                  <a:pt x="154" y="2200"/>
                </a:cubicBezTo>
                <a:lnTo>
                  <a:pt x="160" y="2207"/>
                </a:lnTo>
                <a:cubicBezTo>
                  <a:pt x="161" y="2208"/>
                  <a:pt x="162" y="2211"/>
                  <a:pt x="162" y="2213"/>
                </a:cubicBezTo>
                <a:lnTo>
                  <a:pt x="160" y="2229"/>
                </a:lnTo>
                <a:lnTo>
                  <a:pt x="163" y="2237"/>
                </a:lnTo>
                <a:cubicBezTo>
                  <a:pt x="164" y="2240"/>
                  <a:pt x="164" y="2243"/>
                  <a:pt x="162" y="2245"/>
                </a:cubicBezTo>
                <a:cubicBezTo>
                  <a:pt x="160" y="2248"/>
                  <a:pt x="157" y="2249"/>
                  <a:pt x="154" y="2248"/>
                </a:cubicBezTo>
                <a:lnTo>
                  <a:pt x="148" y="2247"/>
                </a:lnTo>
                <a:cubicBezTo>
                  <a:pt x="147" y="2247"/>
                  <a:pt x="145" y="2246"/>
                  <a:pt x="144" y="2244"/>
                </a:cubicBezTo>
                <a:lnTo>
                  <a:pt x="137" y="2235"/>
                </a:lnTo>
                <a:lnTo>
                  <a:pt x="136" y="2236"/>
                </a:lnTo>
                <a:lnTo>
                  <a:pt x="131" y="2244"/>
                </a:lnTo>
                <a:lnTo>
                  <a:pt x="117" y="2261"/>
                </a:lnTo>
                <a:lnTo>
                  <a:pt x="115" y="2267"/>
                </a:lnTo>
                <a:lnTo>
                  <a:pt x="119" y="2278"/>
                </a:lnTo>
                <a:lnTo>
                  <a:pt x="122" y="2281"/>
                </a:lnTo>
                <a:lnTo>
                  <a:pt x="132" y="2289"/>
                </a:lnTo>
                <a:lnTo>
                  <a:pt x="139" y="2293"/>
                </a:lnTo>
                <a:cubicBezTo>
                  <a:pt x="141" y="2294"/>
                  <a:pt x="142" y="2295"/>
                  <a:pt x="143" y="2298"/>
                </a:cubicBezTo>
                <a:lnTo>
                  <a:pt x="145" y="2304"/>
                </a:lnTo>
                <a:lnTo>
                  <a:pt x="147" y="2321"/>
                </a:lnTo>
                <a:lnTo>
                  <a:pt x="151" y="2330"/>
                </a:lnTo>
                <a:lnTo>
                  <a:pt x="162" y="2330"/>
                </a:lnTo>
                <a:cubicBezTo>
                  <a:pt x="163" y="2330"/>
                  <a:pt x="164" y="2330"/>
                  <a:pt x="164" y="2331"/>
                </a:cubicBezTo>
                <a:lnTo>
                  <a:pt x="171" y="2333"/>
                </a:lnTo>
                <a:cubicBezTo>
                  <a:pt x="172" y="2333"/>
                  <a:pt x="172" y="2334"/>
                  <a:pt x="173" y="2334"/>
                </a:cubicBezTo>
                <a:lnTo>
                  <a:pt x="179" y="2339"/>
                </a:lnTo>
                <a:cubicBezTo>
                  <a:pt x="180" y="2340"/>
                  <a:pt x="181" y="2341"/>
                  <a:pt x="181" y="2342"/>
                </a:cubicBezTo>
                <a:lnTo>
                  <a:pt x="185" y="2350"/>
                </a:lnTo>
                <a:cubicBezTo>
                  <a:pt x="186" y="2353"/>
                  <a:pt x="185" y="2357"/>
                  <a:pt x="182" y="2359"/>
                </a:cubicBezTo>
                <a:lnTo>
                  <a:pt x="179" y="2362"/>
                </a:lnTo>
                <a:lnTo>
                  <a:pt x="172" y="2366"/>
                </a:lnTo>
                <a:cubicBezTo>
                  <a:pt x="171" y="2367"/>
                  <a:pt x="170" y="2367"/>
                  <a:pt x="169" y="2367"/>
                </a:cubicBezTo>
                <a:lnTo>
                  <a:pt x="163" y="2368"/>
                </a:lnTo>
                <a:cubicBezTo>
                  <a:pt x="161" y="2368"/>
                  <a:pt x="158" y="2367"/>
                  <a:pt x="157" y="2365"/>
                </a:cubicBezTo>
                <a:lnTo>
                  <a:pt x="150" y="2357"/>
                </a:lnTo>
                <a:lnTo>
                  <a:pt x="140" y="2361"/>
                </a:lnTo>
                <a:cubicBezTo>
                  <a:pt x="137" y="2362"/>
                  <a:pt x="134" y="2361"/>
                  <a:pt x="132" y="2359"/>
                </a:cubicBezTo>
                <a:lnTo>
                  <a:pt x="122" y="2351"/>
                </a:lnTo>
                <a:cubicBezTo>
                  <a:pt x="121" y="2351"/>
                  <a:pt x="119" y="2351"/>
                  <a:pt x="118" y="2350"/>
                </a:cubicBezTo>
                <a:cubicBezTo>
                  <a:pt x="116" y="2349"/>
                  <a:pt x="114" y="2346"/>
                  <a:pt x="114" y="2343"/>
                </a:cubicBezTo>
                <a:lnTo>
                  <a:pt x="114" y="2335"/>
                </a:lnTo>
                <a:cubicBezTo>
                  <a:pt x="114" y="2334"/>
                  <a:pt x="114" y="2333"/>
                  <a:pt x="114" y="2332"/>
                </a:cubicBezTo>
                <a:lnTo>
                  <a:pt x="117" y="2325"/>
                </a:lnTo>
                <a:cubicBezTo>
                  <a:pt x="115" y="2325"/>
                  <a:pt x="113" y="2324"/>
                  <a:pt x="112" y="2322"/>
                </a:cubicBezTo>
                <a:lnTo>
                  <a:pt x="110" y="2320"/>
                </a:lnTo>
                <a:cubicBezTo>
                  <a:pt x="108" y="2319"/>
                  <a:pt x="108" y="2317"/>
                  <a:pt x="108" y="2315"/>
                </a:cubicBezTo>
                <a:lnTo>
                  <a:pt x="107" y="2303"/>
                </a:lnTo>
                <a:lnTo>
                  <a:pt x="105" y="2296"/>
                </a:lnTo>
                <a:lnTo>
                  <a:pt x="101" y="2292"/>
                </a:lnTo>
                <a:lnTo>
                  <a:pt x="95" y="2290"/>
                </a:lnTo>
                <a:lnTo>
                  <a:pt x="91" y="2290"/>
                </a:lnTo>
                <a:lnTo>
                  <a:pt x="88" y="2294"/>
                </a:lnTo>
                <a:lnTo>
                  <a:pt x="86" y="2298"/>
                </a:lnTo>
                <a:cubicBezTo>
                  <a:pt x="85" y="2299"/>
                  <a:pt x="85" y="2300"/>
                  <a:pt x="84" y="2301"/>
                </a:cubicBezTo>
                <a:lnTo>
                  <a:pt x="76" y="2308"/>
                </a:lnTo>
                <a:lnTo>
                  <a:pt x="74" y="2311"/>
                </a:lnTo>
                <a:lnTo>
                  <a:pt x="70" y="2323"/>
                </a:lnTo>
                <a:lnTo>
                  <a:pt x="65" y="2332"/>
                </a:lnTo>
                <a:lnTo>
                  <a:pt x="53" y="2347"/>
                </a:lnTo>
                <a:lnTo>
                  <a:pt x="51" y="2353"/>
                </a:lnTo>
                <a:lnTo>
                  <a:pt x="53" y="2357"/>
                </a:lnTo>
                <a:cubicBezTo>
                  <a:pt x="53" y="2358"/>
                  <a:pt x="53" y="2359"/>
                  <a:pt x="53" y="2359"/>
                </a:cubicBezTo>
                <a:lnTo>
                  <a:pt x="54" y="2368"/>
                </a:lnTo>
                <a:lnTo>
                  <a:pt x="53" y="2378"/>
                </a:lnTo>
                <a:lnTo>
                  <a:pt x="53" y="2378"/>
                </a:lnTo>
                <a:lnTo>
                  <a:pt x="53" y="2378"/>
                </a:lnTo>
                <a:cubicBezTo>
                  <a:pt x="54" y="2377"/>
                  <a:pt x="56" y="2377"/>
                  <a:pt x="57" y="2376"/>
                </a:cubicBezTo>
                <a:lnTo>
                  <a:pt x="63" y="2376"/>
                </a:lnTo>
                <a:cubicBezTo>
                  <a:pt x="65" y="2376"/>
                  <a:pt x="69" y="2376"/>
                  <a:pt x="70" y="2379"/>
                </a:cubicBezTo>
                <a:cubicBezTo>
                  <a:pt x="72" y="2381"/>
                  <a:pt x="72" y="2383"/>
                  <a:pt x="71" y="2386"/>
                </a:cubicBezTo>
                <a:lnTo>
                  <a:pt x="67" y="2403"/>
                </a:lnTo>
                <a:lnTo>
                  <a:pt x="65" y="2417"/>
                </a:lnTo>
                <a:lnTo>
                  <a:pt x="67" y="2424"/>
                </a:lnTo>
                <a:lnTo>
                  <a:pt x="69" y="2426"/>
                </a:lnTo>
                <a:lnTo>
                  <a:pt x="72" y="2423"/>
                </a:lnTo>
                <a:lnTo>
                  <a:pt x="85" y="2398"/>
                </a:lnTo>
                <a:cubicBezTo>
                  <a:pt x="85" y="2397"/>
                  <a:pt x="86" y="2396"/>
                  <a:pt x="86" y="2395"/>
                </a:cubicBezTo>
                <a:lnTo>
                  <a:pt x="94" y="2388"/>
                </a:lnTo>
                <a:cubicBezTo>
                  <a:pt x="96" y="2386"/>
                  <a:pt x="100" y="2385"/>
                  <a:pt x="103" y="2387"/>
                </a:cubicBezTo>
                <a:cubicBezTo>
                  <a:pt x="103" y="2387"/>
                  <a:pt x="104" y="2387"/>
                  <a:pt x="104" y="2388"/>
                </a:cubicBezTo>
                <a:lnTo>
                  <a:pt x="104" y="2386"/>
                </a:lnTo>
                <a:cubicBezTo>
                  <a:pt x="106" y="2382"/>
                  <a:pt x="110" y="2380"/>
                  <a:pt x="113" y="2381"/>
                </a:cubicBezTo>
                <a:cubicBezTo>
                  <a:pt x="117" y="2382"/>
                  <a:pt x="120" y="2386"/>
                  <a:pt x="120" y="2389"/>
                </a:cubicBezTo>
                <a:lnTo>
                  <a:pt x="119" y="2404"/>
                </a:lnTo>
                <a:lnTo>
                  <a:pt x="121" y="2418"/>
                </a:lnTo>
                <a:lnTo>
                  <a:pt x="124" y="2425"/>
                </a:lnTo>
                <a:lnTo>
                  <a:pt x="129" y="2428"/>
                </a:lnTo>
                <a:cubicBezTo>
                  <a:pt x="131" y="2429"/>
                  <a:pt x="132" y="2432"/>
                  <a:pt x="132" y="2435"/>
                </a:cubicBezTo>
                <a:cubicBezTo>
                  <a:pt x="132" y="2437"/>
                  <a:pt x="131" y="2440"/>
                  <a:pt x="129" y="2441"/>
                </a:cubicBezTo>
                <a:lnTo>
                  <a:pt x="122" y="2446"/>
                </a:lnTo>
                <a:cubicBezTo>
                  <a:pt x="122" y="2447"/>
                  <a:pt x="121" y="2447"/>
                  <a:pt x="120" y="2447"/>
                </a:cubicBezTo>
                <a:lnTo>
                  <a:pt x="118" y="2448"/>
                </a:lnTo>
                <a:lnTo>
                  <a:pt x="120" y="2453"/>
                </a:lnTo>
                <a:lnTo>
                  <a:pt x="122" y="2457"/>
                </a:lnTo>
                <a:lnTo>
                  <a:pt x="130" y="2457"/>
                </a:lnTo>
                <a:cubicBezTo>
                  <a:pt x="132" y="2457"/>
                  <a:pt x="133" y="2457"/>
                  <a:pt x="135" y="2458"/>
                </a:cubicBezTo>
                <a:lnTo>
                  <a:pt x="142" y="2464"/>
                </a:lnTo>
                <a:cubicBezTo>
                  <a:pt x="144" y="2466"/>
                  <a:pt x="145" y="2468"/>
                  <a:pt x="145" y="2471"/>
                </a:cubicBezTo>
                <a:cubicBezTo>
                  <a:pt x="145" y="2472"/>
                  <a:pt x="144" y="2473"/>
                  <a:pt x="144" y="2475"/>
                </a:cubicBezTo>
                <a:lnTo>
                  <a:pt x="162" y="2472"/>
                </a:lnTo>
                <a:cubicBezTo>
                  <a:pt x="163" y="2472"/>
                  <a:pt x="165" y="2472"/>
                  <a:pt x="166" y="2473"/>
                </a:cubicBezTo>
                <a:lnTo>
                  <a:pt x="179" y="2479"/>
                </a:lnTo>
                <a:cubicBezTo>
                  <a:pt x="182" y="2480"/>
                  <a:pt x="183" y="2484"/>
                  <a:pt x="183" y="2487"/>
                </a:cubicBezTo>
                <a:cubicBezTo>
                  <a:pt x="182" y="2490"/>
                  <a:pt x="180" y="2493"/>
                  <a:pt x="176" y="2494"/>
                </a:cubicBezTo>
                <a:lnTo>
                  <a:pt x="140" y="2500"/>
                </a:lnTo>
                <a:lnTo>
                  <a:pt x="137" y="2506"/>
                </a:lnTo>
                <a:lnTo>
                  <a:pt x="139" y="2513"/>
                </a:lnTo>
                <a:lnTo>
                  <a:pt x="161" y="2546"/>
                </a:lnTo>
                <a:cubicBezTo>
                  <a:pt x="163" y="2549"/>
                  <a:pt x="163" y="2554"/>
                  <a:pt x="160" y="2556"/>
                </a:cubicBezTo>
                <a:cubicBezTo>
                  <a:pt x="158" y="2559"/>
                  <a:pt x="153" y="2559"/>
                  <a:pt x="150" y="2557"/>
                </a:cubicBezTo>
                <a:lnTo>
                  <a:pt x="140" y="2550"/>
                </a:lnTo>
                <a:cubicBezTo>
                  <a:pt x="139" y="2549"/>
                  <a:pt x="138" y="2548"/>
                  <a:pt x="137" y="2547"/>
                </a:cubicBezTo>
                <a:lnTo>
                  <a:pt x="122" y="2518"/>
                </a:lnTo>
                <a:cubicBezTo>
                  <a:pt x="121" y="2522"/>
                  <a:pt x="117" y="2524"/>
                  <a:pt x="113" y="2523"/>
                </a:cubicBezTo>
                <a:lnTo>
                  <a:pt x="110" y="2523"/>
                </a:lnTo>
                <a:cubicBezTo>
                  <a:pt x="108" y="2522"/>
                  <a:pt x="105" y="2521"/>
                  <a:pt x="104" y="2518"/>
                </a:cubicBezTo>
                <a:lnTo>
                  <a:pt x="103" y="2515"/>
                </a:lnTo>
                <a:cubicBezTo>
                  <a:pt x="102" y="2514"/>
                  <a:pt x="102" y="2513"/>
                  <a:pt x="102" y="2511"/>
                </a:cubicBezTo>
                <a:lnTo>
                  <a:pt x="102" y="2504"/>
                </a:lnTo>
                <a:lnTo>
                  <a:pt x="100" y="2502"/>
                </a:lnTo>
                <a:lnTo>
                  <a:pt x="97" y="2502"/>
                </a:lnTo>
                <a:lnTo>
                  <a:pt x="93" y="2502"/>
                </a:lnTo>
                <a:lnTo>
                  <a:pt x="100" y="2512"/>
                </a:lnTo>
                <a:lnTo>
                  <a:pt x="104" y="2521"/>
                </a:lnTo>
                <a:lnTo>
                  <a:pt x="107" y="2533"/>
                </a:lnTo>
                <a:lnTo>
                  <a:pt x="109" y="2549"/>
                </a:lnTo>
                <a:lnTo>
                  <a:pt x="116" y="2552"/>
                </a:lnTo>
                <a:lnTo>
                  <a:pt x="128" y="2552"/>
                </a:lnTo>
                <a:lnTo>
                  <a:pt x="140" y="2554"/>
                </a:lnTo>
                <a:cubicBezTo>
                  <a:pt x="143" y="2555"/>
                  <a:pt x="145" y="2556"/>
                  <a:pt x="146" y="2559"/>
                </a:cubicBezTo>
                <a:lnTo>
                  <a:pt x="155" y="2577"/>
                </a:lnTo>
                <a:cubicBezTo>
                  <a:pt x="156" y="2580"/>
                  <a:pt x="156" y="2584"/>
                  <a:pt x="153" y="2586"/>
                </a:cubicBezTo>
                <a:lnTo>
                  <a:pt x="148" y="2591"/>
                </a:lnTo>
                <a:cubicBezTo>
                  <a:pt x="146" y="2594"/>
                  <a:pt x="142" y="2594"/>
                  <a:pt x="139" y="2593"/>
                </a:cubicBezTo>
                <a:lnTo>
                  <a:pt x="134" y="2591"/>
                </a:lnTo>
                <a:cubicBezTo>
                  <a:pt x="133" y="2590"/>
                  <a:pt x="131" y="2589"/>
                  <a:pt x="131" y="2588"/>
                </a:cubicBezTo>
                <a:lnTo>
                  <a:pt x="125" y="2581"/>
                </a:lnTo>
                <a:lnTo>
                  <a:pt x="121" y="2573"/>
                </a:lnTo>
                <a:lnTo>
                  <a:pt x="117" y="2570"/>
                </a:lnTo>
                <a:lnTo>
                  <a:pt x="93" y="2568"/>
                </a:lnTo>
                <a:cubicBezTo>
                  <a:pt x="91" y="2568"/>
                  <a:pt x="89" y="2567"/>
                  <a:pt x="87" y="2565"/>
                </a:cubicBezTo>
                <a:cubicBezTo>
                  <a:pt x="87" y="2565"/>
                  <a:pt x="87" y="2564"/>
                  <a:pt x="86" y="2563"/>
                </a:cubicBezTo>
                <a:lnTo>
                  <a:pt x="82" y="2567"/>
                </a:lnTo>
                <a:lnTo>
                  <a:pt x="82" y="2568"/>
                </a:lnTo>
                <a:cubicBezTo>
                  <a:pt x="85" y="2568"/>
                  <a:pt x="88" y="2569"/>
                  <a:pt x="89" y="2571"/>
                </a:cubicBezTo>
                <a:cubicBezTo>
                  <a:pt x="91" y="2574"/>
                  <a:pt x="91" y="2577"/>
                  <a:pt x="89" y="2579"/>
                </a:cubicBezTo>
                <a:lnTo>
                  <a:pt x="81" y="2596"/>
                </a:lnTo>
                <a:cubicBezTo>
                  <a:pt x="80" y="2598"/>
                  <a:pt x="78" y="2599"/>
                  <a:pt x="76" y="2600"/>
                </a:cubicBezTo>
                <a:lnTo>
                  <a:pt x="66" y="2604"/>
                </a:lnTo>
                <a:cubicBezTo>
                  <a:pt x="65" y="2604"/>
                  <a:pt x="64" y="2604"/>
                  <a:pt x="63" y="2604"/>
                </a:cubicBezTo>
                <a:lnTo>
                  <a:pt x="53" y="2604"/>
                </a:lnTo>
                <a:lnTo>
                  <a:pt x="46" y="2607"/>
                </a:lnTo>
                <a:lnTo>
                  <a:pt x="43" y="2610"/>
                </a:lnTo>
                <a:lnTo>
                  <a:pt x="40" y="2618"/>
                </a:lnTo>
                <a:lnTo>
                  <a:pt x="68" y="2614"/>
                </a:lnTo>
                <a:cubicBezTo>
                  <a:pt x="69" y="2614"/>
                  <a:pt x="71" y="2614"/>
                  <a:pt x="72" y="2615"/>
                </a:cubicBezTo>
                <a:lnTo>
                  <a:pt x="81" y="2619"/>
                </a:lnTo>
                <a:cubicBezTo>
                  <a:pt x="83" y="2620"/>
                  <a:pt x="84" y="2621"/>
                  <a:pt x="85" y="2622"/>
                </a:cubicBezTo>
                <a:cubicBezTo>
                  <a:pt x="85" y="2621"/>
                  <a:pt x="86" y="2621"/>
                  <a:pt x="87" y="2621"/>
                </a:cubicBezTo>
                <a:lnTo>
                  <a:pt x="91" y="2619"/>
                </a:lnTo>
                <a:cubicBezTo>
                  <a:pt x="92" y="2618"/>
                  <a:pt x="94" y="2618"/>
                  <a:pt x="96" y="2618"/>
                </a:cubicBezTo>
                <a:lnTo>
                  <a:pt x="117" y="2623"/>
                </a:lnTo>
                <a:lnTo>
                  <a:pt x="144" y="2622"/>
                </a:lnTo>
                <a:cubicBezTo>
                  <a:pt x="146" y="2622"/>
                  <a:pt x="147" y="2622"/>
                  <a:pt x="149" y="2623"/>
                </a:cubicBezTo>
                <a:lnTo>
                  <a:pt x="158" y="2630"/>
                </a:lnTo>
                <a:cubicBezTo>
                  <a:pt x="161" y="2631"/>
                  <a:pt x="162" y="2634"/>
                  <a:pt x="162" y="2637"/>
                </a:cubicBezTo>
                <a:cubicBezTo>
                  <a:pt x="162" y="2640"/>
                  <a:pt x="159" y="2643"/>
                  <a:pt x="157" y="2644"/>
                </a:cubicBezTo>
                <a:lnTo>
                  <a:pt x="146" y="2647"/>
                </a:lnTo>
                <a:cubicBezTo>
                  <a:pt x="145" y="2648"/>
                  <a:pt x="144" y="2648"/>
                  <a:pt x="143" y="2648"/>
                </a:cubicBezTo>
                <a:lnTo>
                  <a:pt x="100" y="2647"/>
                </a:lnTo>
                <a:lnTo>
                  <a:pt x="98" y="2650"/>
                </a:lnTo>
                <a:cubicBezTo>
                  <a:pt x="97" y="2652"/>
                  <a:pt x="94" y="2654"/>
                  <a:pt x="92" y="2654"/>
                </a:cubicBezTo>
                <a:lnTo>
                  <a:pt x="83" y="2654"/>
                </a:lnTo>
                <a:cubicBezTo>
                  <a:pt x="82" y="2654"/>
                  <a:pt x="81" y="2654"/>
                  <a:pt x="80" y="2654"/>
                </a:cubicBezTo>
                <a:lnTo>
                  <a:pt x="77" y="2653"/>
                </a:lnTo>
                <a:cubicBezTo>
                  <a:pt x="77" y="2654"/>
                  <a:pt x="78" y="2655"/>
                  <a:pt x="78" y="2656"/>
                </a:cubicBezTo>
                <a:lnTo>
                  <a:pt x="78" y="2658"/>
                </a:lnTo>
                <a:lnTo>
                  <a:pt x="78" y="2663"/>
                </a:lnTo>
                <a:lnTo>
                  <a:pt x="80" y="2666"/>
                </a:lnTo>
                <a:lnTo>
                  <a:pt x="86" y="2668"/>
                </a:lnTo>
                <a:lnTo>
                  <a:pt x="88" y="2668"/>
                </a:lnTo>
                <a:cubicBezTo>
                  <a:pt x="91" y="2668"/>
                  <a:pt x="94" y="2669"/>
                  <a:pt x="96" y="2672"/>
                </a:cubicBezTo>
                <a:cubicBezTo>
                  <a:pt x="97" y="2675"/>
                  <a:pt x="97" y="2678"/>
                  <a:pt x="95" y="2680"/>
                </a:cubicBezTo>
                <a:lnTo>
                  <a:pt x="86" y="2693"/>
                </a:lnTo>
                <a:cubicBezTo>
                  <a:pt x="85" y="2695"/>
                  <a:pt x="83" y="2696"/>
                  <a:pt x="81" y="2697"/>
                </a:cubicBezTo>
                <a:lnTo>
                  <a:pt x="59" y="2700"/>
                </a:lnTo>
                <a:lnTo>
                  <a:pt x="57" y="2709"/>
                </a:lnTo>
                <a:lnTo>
                  <a:pt x="59" y="2711"/>
                </a:lnTo>
                <a:lnTo>
                  <a:pt x="67" y="2712"/>
                </a:lnTo>
                <a:lnTo>
                  <a:pt x="88" y="2708"/>
                </a:lnTo>
                <a:lnTo>
                  <a:pt x="95" y="2699"/>
                </a:lnTo>
                <a:cubicBezTo>
                  <a:pt x="96" y="2698"/>
                  <a:pt x="96" y="2697"/>
                  <a:pt x="97" y="2697"/>
                </a:cubicBezTo>
                <a:lnTo>
                  <a:pt x="101" y="2694"/>
                </a:lnTo>
                <a:cubicBezTo>
                  <a:pt x="102" y="2694"/>
                  <a:pt x="103" y="2694"/>
                  <a:pt x="104" y="2693"/>
                </a:cubicBezTo>
                <a:lnTo>
                  <a:pt x="107" y="2693"/>
                </a:lnTo>
                <a:lnTo>
                  <a:pt x="135" y="2673"/>
                </a:lnTo>
                <a:lnTo>
                  <a:pt x="183" y="2616"/>
                </a:lnTo>
                <a:lnTo>
                  <a:pt x="192" y="2601"/>
                </a:lnTo>
                <a:lnTo>
                  <a:pt x="205" y="2588"/>
                </a:lnTo>
                <a:lnTo>
                  <a:pt x="215" y="2574"/>
                </a:lnTo>
                <a:cubicBezTo>
                  <a:pt x="216" y="2571"/>
                  <a:pt x="219" y="2570"/>
                  <a:pt x="222" y="2570"/>
                </a:cubicBezTo>
                <a:cubicBezTo>
                  <a:pt x="224" y="2570"/>
                  <a:pt x="227" y="2572"/>
                  <a:pt x="228" y="2574"/>
                </a:cubicBezTo>
                <a:lnTo>
                  <a:pt x="231" y="2578"/>
                </a:lnTo>
                <a:cubicBezTo>
                  <a:pt x="232" y="2580"/>
                  <a:pt x="232" y="2582"/>
                  <a:pt x="232" y="2584"/>
                </a:cubicBezTo>
                <a:lnTo>
                  <a:pt x="229" y="2595"/>
                </a:lnTo>
                <a:cubicBezTo>
                  <a:pt x="229" y="2596"/>
                  <a:pt x="228" y="2597"/>
                  <a:pt x="228" y="2598"/>
                </a:cubicBezTo>
                <a:lnTo>
                  <a:pt x="199" y="2641"/>
                </a:lnTo>
                <a:cubicBezTo>
                  <a:pt x="199" y="2642"/>
                  <a:pt x="198" y="2642"/>
                  <a:pt x="197" y="2643"/>
                </a:cubicBezTo>
                <a:lnTo>
                  <a:pt x="191" y="2648"/>
                </a:lnTo>
                <a:lnTo>
                  <a:pt x="188" y="2663"/>
                </a:lnTo>
                <a:cubicBezTo>
                  <a:pt x="188" y="2664"/>
                  <a:pt x="187" y="2665"/>
                  <a:pt x="187" y="2665"/>
                </a:cubicBezTo>
                <a:lnTo>
                  <a:pt x="185" y="2669"/>
                </a:lnTo>
                <a:cubicBezTo>
                  <a:pt x="184" y="2671"/>
                  <a:pt x="183" y="2673"/>
                  <a:pt x="181" y="2673"/>
                </a:cubicBezTo>
                <a:lnTo>
                  <a:pt x="178" y="2674"/>
                </a:lnTo>
                <a:lnTo>
                  <a:pt x="161" y="2693"/>
                </a:lnTo>
                <a:lnTo>
                  <a:pt x="150" y="2710"/>
                </a:lnTo>
                <a:cubicBezTo>
                  <a:pt x="149" y="2711"/>
                  <a:pt x="148" y="2712"/>
                  <a:pt x="147" y="2713"/>
                </a:cubicBezTo>
                <a:lnTo>
                  <a:pt x="141" y="2716"/>
                </a:lnTo>
                <a:cubicBezTo>
                  <a:pt x="140" y="2717"/>
                  <a:pt x="139" y="2717"/>
                  <a:pt x="138" y="2717"/>
                </a:cubicBezTo>
                <a:lnTo>
                  <a:pt x="133" y="2718"/>
                </a:lnTo>
                <a:lnTo>
                  <a:pt x="136" y="2720"/>
                </a:lnTo>
                <a:cubicBezTo>
                  <a:pt x="138" y="2722"/>
                  <a:pt x="139" y="2726"/>
                  <a:pt x="138" y="2728"/>
                </a:cubicBezTo>
                <a:cubicBezTo>
                  <a:pt x="138" y="2731"/>
                  <a:pt x="136" y="2733"/>
                  <a:pt x="134" y="2734"/>
                </a:cubicBezTo>
                <a:lnTo>
                  <a:pt x="125" y="2738"/>
                </a:lnTo>
                <a:cubicBezTo>
                  <a:pt x="124" y="2738"/>
                  <a:pt x="123" y="2738"/>
                  <a:pt x="122" y="2738"/>
                </a:cubicBezTo>
                <a:lnTo>
                  <a:pt x="94" y="2741"/>
                </a:lnTo>
                <a:lnTo>
                  <a:pt x="92" y="2744"/>
                </a:lnTo>
                <a:lnTo>
                  <a:pt x="88" y="2759"/>
                </a:lnTo>
                <a:cubicBezTo>
                  <a:pt x="87" y="2762"/>
                  <a:pt x="85" y="2764"/>
                  <a:pt x="82" y="2765"/>
                </a:cubicBezTo>
                <a:lnTo>
                  <a:pt x="72" y="2768"/>
                </a:lnTo>
                <a:cubicBezTo>
                  <a:pt x="71" y="2768"/>
                  <a:pt x="69" y="2769"/>
                  <a:pt x="68" y="2768"/>
                </a:cubicBezTo>
                <a:lnTo>
                  <a:pt x="50" y="2765"/>
                </a:lnTo>
                <a:lnTo>
                  <a:pt x="43" y="2769"/>
                </a:lnTo>
                <a:lnTo>
                  <a:pt x="27" y="2784"/>
                </a:lnTo>
                <a:cubicBezTo>
                  <a:pt x="26" y="2785"/>
                  <a:pt x="25" y="2786"/>
                  <a:pt x="23" y="2786"/>
                </a:cubicBezTo>
                <a:lnTo>
                  <a:pt x="0" y="2792"/>
                </a:lnTo>
                <a:lnTo>
                  <a:pt x="0" y="2796"/>
                </a:lnTo>
                <a:lnTo>
                  <a:pt x="4" y="2804"/>
                </a:lnTo>
                <a:lnTo>
                  <a:pt x="6" y="2806"/>
                </a:lnTo>
                <a:cubicBezTo>
                  <a:pt x="8" y="2808"/>
                  <a:pt x="8" y="2811"/>
                  <a:pt x="8" y="2813"/>
                </a:cubicBezTo>
                <a:lnTo>
                  <a:pt x="7" y="2816"/>
                </a:lnTo>
                <a:lnTo>
                  <a:pt x="12" y="2818"/>
                </a:lnTo>
                <a:cubicBezTo>
                  <a:pt x="13" y="2819"/>
                  <a:pt x="14" y="2819"/>
                  <a:pt x="15" y="2820"/>
                </a:cubicBezTo>
                <a:lnTo>
                  <a:pt x="19" y="2825"/>
                </a:lnTo>
                <a:lnTo>
                  <a:pt x="25" y="2833"/>
                </a:lnTo>
                <a:lnTo>
                  <a:pt x="28" y="2834"/>
                </a:lnTo>
                <a:lnTo>
                  <a:pt x="39" y="2828"/>
                </a:lnTo>
                <a:cubicBezTo>
                  <a:pt x="40" y="2828"/>
                  <a:pt x="40" y="2827"/>
                  <a:pt x="41" y="2827"/>
                </a:cubicBezTo>
                <a:lnTo>
                  <a:pt x="62" y="2823"/>
                </a:lnTo>
                <a:cubicBezTo>
                  <a:pt x="63" y="2823"/>
                  <a:pt x="64" y="2823"/>
                  <a:pt x="65" y="2823"/>
                </a:cubicBezTo>
                <a:lnTo>
                  <a:pt x="108" y="2831"/>
                </a:lnTo>
                <a:cubicBezTo>
                  <a:pt x="110" y="2831"/>
                  <a:pt x="111" y="2831"/>
                  <a:pt x="112" y="2832"/>
                </a:cubicBezTo>
                <a:lnTo>
                  <a:pt x="117" y="2836"/>
                </a:lnTo>
                <a:lnTo>
                  <a:pt x="123" y="2844"/>
                </a:lnTo>
                <a:lnTo>
                  <a:pt x="130" y="2850"/>
                </a:lnTo>
                <a:lnTo>
                  <a:pt x="152" y="2848"/>
                </a:lnTo>
                <a:lnTo>
                  <a:pt x="166" y="2850"/>
                </a:lnTo>
                <a:lnTo>
                  <a:pt x="168" y="2848"/>
                </a:lnTo>
                <a:lnTo>
                  <a:pt x="170" y="2844"/>
                </a:lnTo>
                <a:cubicBezTo>
                  <a:pt x="170" y="2843"/>
                  <a:pt x="171" y="2842"/>
                  <a:pt x="172" y="2842"/>
                </a:cubicBezTo>
                <a:lnTo>
                  <a:pt x="177" y="2837"/>
                </a:lnTo>
                <a:cubicBezTo>
                  <a:pt x="178" y="2836"/>
                  <a:pt x="179" y="2835"/>
                  <a:pt x="181" y="2835"/>
                </a:cubicBezTo>
                <a:lnTo>
                  <a:pt x="208" y="2829"/>
                </a:lnTo>
                <a:lnTo>
                  <a:pt x="215" y="2824"/>
                </a:lnTo>
                <a:lnTo>
                  <a:pt x="216" y="2822"/>
                </a:lnTo>
                <a:lnTo>
                  <a:pt x="214" y="2808"/>
                </a:lnTo>
                <a:cubicBezTo>
                  <a:pt x="213" y="2807"/>
                  <a:pt x="214" y="2806"/>
                  <a:pt x="214" y="2805"/>
                </a:cubicBezTo>
                <a:lnTo>
                  <a:pt x="216" y="2798"/>
                </a:lnTo>
                <a:cubicBezTo>
                  <a:pt x="217" y="2796"/>
                  <a:pt x="217" y="2795"/>
                  <a:pt x="218" y="2794"/>
                </a:cubicBezTo>
                <a:lnTo>
                  <a:pt x="222" y="2791"/>
                </a:lnTo>
                <a:cubicBezTo>
                  <a:pt x="223" y="2790"/>
                  <a:pt x="224" y="2789"/>
                  <a:pt x="225" y="2789"/>
                </a:cubicBezTo>
                <a:lnTo>
                  <a:pt x="235" y="2786"/>
                </a:lnTo>
                <a:lnTo>
                  <a:pt x="245" y="2778"/>
                </a:lnTo>
                <a:lnTo>
                  <a:pt x="264" y="2756"/>
                </a:lnTo>
                <a:lnTo>
                  <a:pt x="272" y="2737"/>
                </a:lnTo>
                <a:cubicBezTo>
                  <a:pt x="273" y="2736"/>
                  <a:pt x="273" y="2736"/>
                  <a:pt x="274" y="2735"/>
                </a:cubicBezTo>
                <a:lnTo>
                  <a:pt x="277" y="2732"/>
                </a:lnTo>
                <a:lnTo>
                  <a:pt x="282" y="2729"/>
                </a:lnTo>
                <a:cubicBezTo>
                  <a:pt x="283" y="2728"/>
                  <a:pt x="284" y="2727"/>
                  <a:pt x="285" y="2727"/>
                </a:cubicBezTo>
                <a:lnTo>
                  <a:pt x="290" y="2727"/>
                </a:lnTo>
                <a:cubicBezTo>
                  <a:pt x="291" y="2727"/>
                  <a:pt x="292" y="2727"/>
                  <a:pt x="293" y="2727"/>
                </a:cubicBezTo>
                <a:lnTo>
                  <a:pt x="342" y="2737"/>
                </a:lnTo>
                <a:lnTo>
                  <a:pt x="412" y="2731"/>
                </a:lnTo>
                <a:cubicBezTo>
                  <a:pt x="413" y="2731"/>
                  <a:pt x="414" y="2731"/>
                  <a:pt x="415" y="2731"/>
                </a:cubicBezTo>
                <a:lnTo>
                  <a:pt x="441" y="2737"/>
                </a:lnTo>
                <a:lnTo>
                  <a:pt x="451" y="2736"/>
                </a:lnTo>
                <a:lnTo>
                  <a:pt x="619" y="2718"/>
                </a:lnTo>
                <a:cubicBezTo>
                  <a:pt x="620" y="2717"/>
                  <a:pt x="621" y="2718"/>
                  <a:pt x="623" y="2718"/>
                </a:cubicBezTo>
                <a:lnTo>
                  <a:pt x="646" y="2728"/>
                </a:lnTo>
                <a:lnTo>
                  <a:pt x="654" y="2663"/>
                </a:lnTo>
                <a:lnTo>
                  <a:pt x="659" y="2645"/>
                </a:lnTo>
                <a:cubicBezTo>
                  <a:pt x="659" y="2644"/>
                  <a:pt x="659" y="2643"/>
                  <a:pt x="660" y="2643"/>
                </a:cubicBezTo>
                <a:lnTo>
                  <a:pt x="666" y="2631"/>
                </a:lnTo>
                <a:lnTo>
                  <a:pt x="667" y="2630"/>
                </a:lnTo>
                <a:lnTo>
                  <a:pt x="691" y="2606"/>
                </a:lnTo>
                <a:lnTo>
                  <a:pt x="700" y="2587"/>
                </a:lnTo>
                <a:lnTo>
                  <a:pt x="701" y="2555"/>
                </a:lnTo>
                <a:lnTo>
                  <a:pt x="699" y="2517"/>
                </a:lnTo>
                <a:lnTo>
                  <a:pt x="699" y="2482"/>
                </a:lnTo>
                <a:lnTo>
                  <a:pt x="714" y="2306"/>
                </a:lnTo>
                <a:lnTo>
                  <a:pt x="717" y="2293"/>
                </a:lnTo>
                <a:lnTo>
                  <a:pt x="738" y="2243"/>
                </a:lnTo>
                <a:lnTo>
                  <a:pt x="741" y="2230"/>
                </a:lnTo>
                <a:lnTo>
                  <a:pt x="740" y="2200"/>
                </a:lnTo>
                <a:lnTo>
                  <a:pt x="708" y="1988"/>
                </a:lnTo>
                <a:cubicBezTo>
                  <a:pt x="708" y="1986"/>
                  <a:pt x="709" y="1984"/>
                  <a:pt x="710" y="1982"/>
                </a:cubicBezTo>
                <a:cubicBezTo>
                  <a:pt x="712" y="1980"/>
                  <a:pt x="713" y="1979"/>
                  <a:pt x="715" y="1979"/>
                </a:cubicBezTo>
                <a:lnTo>
                  <a:pt x="871" y="1958"/>
                </a:lnTo>
                <a:lnTo>
                  <a:pt x="998" y="1868"/>
                </a:lnTo>
                <a:lnTo>
                  <a:pt x="1000" y="1862"/>
                </a:lnTo>
                <a:lnTo>
                  <a:pt x="1000" y="1847"/>
                </a:lnTo>
                <a:lnTo>
                  <a:pt x="996" y="1813"/>
                </a:lnTo>
                <a:lnTo>
                  <a:pt x="981" y="1730"/>
                </a:lnTo>
                <a:lnTo>
                  <a:pt x="980" y="1707"/>
                </a:lnTo>
                <a:cubicBezTo>
                  <a:pt x="980" y="1705"/>
                  <a:pt x="981" y="1703"/>
                  <a:pt x="982" y="1702"/>
                </a:cubicBezTo>
                <a:lnTo>
                  <a:pt x="1056" y="1619"/>
                </a:lnTo>
                <a:lnTo>
                  <a:pt x="1169" y="1395"/>
                </a:lnTo>
                <a:lnTo>
                  <a:pt x="1197" y="1358"/>
                </a:lnTo>
                <a:lnTo>
                  <a:pt x="1254" y="1297"/>
                </a:lnTo>
                <a:lnTo>
                  <a:pt x="1274" y="1285"/>
                </a:lnTo>
                <a:lnTo>
                  <a:pt x="1281" y="1278"/>
                </a:lnTo>
                <a:lnTo>
                  <a:pt x="1284" y="1267"/>
                </a:lnTo>
                <a:lnTo>
                  <a:pt x="1293" y="1166"/>
                </a:lnTo>
                <a:lnTo>
                  <a:pt x="1291" y="1155"/>
                </a:lnTo>
                <a:lnTo>
                  <a:pt x="1197" y="979"/>
                </a:lnTo>
                <a:cubicBezTo>
                  <a:pt x="1196" y="977"/>
                  <a:pt x="1195" y="975"/>
                  <a:pt x="1196" y="973"/>
                </a:cubicBezTo>
                <a:lnTo>
                  <a:pt x="1212" y="914"/>
                </a:lnTo>
                <a:cubicBezTo>
                  <a:pt x="1213" y="913"/>
                  <a:pt x="1213" y="913"/>
                  <a:pt x="1213" y="912"/>
                </a:cubicBezTo>
                <a:lnTo>
                  <a:pt x="1219" y="902"/>
                </a:lnTo>
                <a:cubicBezTo>
                  <a:pt x="1220" y="901"/>
                  <a:pt x="1222" y="899"/>
                  <a:pt x="1224" y="899"/>
                </a:cubicBezTo>
                <a:lnTo>
                  <a:pt x="1275" y="888"/>
                </a:lnTo>
                <a:lnTo>
                  <a:pt x="1291" y="879"/>
                </a:lnTo>
                <a:lnTo>
                  <a:pt x="1307" y="861"/>
                </a:lnTo>
                <a:lnTo>
                  <a:pt x="1338" y="808"/>
                </a:lnTo>
                <a:lnTo>
                  <a:pt x="1344" y="792"/>
                </a:lnTo>
                <a:lnTo>
                  <a:pt x="1391" y="606"/>
                </a:lnTo>
                <a:lnTo>
                  <a:pt x="1398" y="589"/>
                </a:lnTo>
                <a:lnTo>
                  <a:pt x="1406" y="576"/>
                </a:lnTo>
                <a:cubicBezTo>
                  <a:pt x="1407" y="575"/>
                  <a:pt x="1407" y="575"/>
                  <a:pt x="1408" y="574"/>
                </a:cubicBezTo>
                <a:lnTo>
                  <a:pt x="1533" y="469"/>
                </a:lnTo>
                <a:lnTo>
                  <a:pt x="1557" y="423"/>
                </a:lnTo>
                <a:cubicBezTo>
                  <a:pt x="1558" y="422"/>
                  <a:pt x="1558" y="422"/>
                  <a:pt x="1559" y="421"/>
                </a:cubicBezTo>
                <a:lnTo>
                  <a:pt x="1565" y="415"/>
                </a:lnTo>
                <a:cubicBezTo>
                  <a:pt x="1568" y="412"/>
                  <a:pt x="1572" y="412"/>
                  <a:pt x="1575" y="414"/>
                </a:cubicBezTo>
                <a:lnTo>
                  <a:pt x="1748" y="523"/>
                </a:lnTo>
                <a:lnTo>
                  <a:pt x="1750" y="523"/>
                </a:lnTo>
                <a:lnTo>
                  <a:pt x="1757" y="510"/>
                </a:lnTo>
                <a:lnTo>
                  <a:pt x="1767" y="491"/>
                </a:lnTo>
                <a:lnTo>
                  <a:pt x="1823" y="374"/>
                </a:lnTo>
                <a:lnTo>
                  <a:pt x="1829" y="343"/>
                </a:lnTo>
                <a:lnTo>
                  <a:pt x="1813" y="181"/>
                </a:lnTo>
                <a:lnTo>
                  <a:pt x="1813" y="15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1" name="Freeform 96">
            <a:extLst>
              <a:ext uri="{FF2B5EF4-FFF2-40B4-BE49-F238E27FC236}">
                <a16:creationId xmlns:a16="http://schemas.microsoft.com/office/drawing/2014/main" xmlns="" id="{1E4F0041-9495-4E01-AB35-C5901E18F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118" y="3145713"/>
            <a:ext cx="3560" cy="7120"/>
          </a:xfrm>
          <a:custGeom>
            <a:avLst/>
            <a:gdLst>
              <a:gd name="T0" fmla="*/ 5 w 10"/>
              <a:gd name="T1" fmla="*/ 4 h 19"/>
              <a:gd name="T2" fmla="*/ 3 w 10"/>
              <a:gd name="T3" fmla="*/ 0 h 19"/>
              <a:gd name="T4" fmla="*/ 0 w 10"/>
              <a:gd name="T5" fmla="*/ 3 h 19"/>
              <a:gd name="T6" fmla="*/ 9 w 10"/>
              <a:gd name="T7" fmla="*/ 18 h 19"/>
              <a:gd name="T8" fmla="*/ 9 w 10"/>
              <a:gd name="T9" fmla="*/ 12 h 19"/>
              <a:gd name="T10" fmla="*/ 9 w 10"/>
              <a:gd name="T11" fmla="*/ 9 h 19"/>
              <a:gd name="T12" fmla="*/ 6 w 10"/>
              <a:gd name="T13" fmla="*/ 6 h 19"/>
              <a:gd name="T14" fmla="*/ 5 w 10"/>
              <a:gd name="T15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" h="19">
                <a:moveTo>
                  <a:pt x="5" y="4"/>
                </a:moveTo>
                <a:lnTo>
                  <a:pt x="3" y="0"/>
                </a:lnTo>
                <a:lnTo>
                  <a:pt x="0" y="3"/>
                </a:lnTo>
                <a:lnTo>
                  <a:pt x="9" y="18"/>
                </a:lnTo>
                <a:lnTo>
                  <a:pt x="9" y="12"/>
                </a:lnTo>
                <a:lnTo>
                  <a:pt x="9" y="9"/>
                </a:lnTo>
                <a:lnTo>
                  <a:pt x="6" y="6"/>
                </a:lnTo>
                <a:cubicBezTo>
                  <a:pt x="5" y="5"/>
                  <a:pt x="5" y="4"/>
                  <a:pt x="5" y="4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2" name="Freeform 97">
            <a:extLst>
              <a:ext uri="{FF2B5EF4-FFF2-40B4-BE49-F238E27FC236}">
                <a16:creationId xmlns:a16="http://schemas.microsoft.com/office/drawing/2014/main" xmlns="" id="{AFA61D56-B754-4184-A440-65A6637E3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738" y="3154614"/>
            <a:ext cx="3560" cy="8899"/>
          </a:xfrm>
          <a:custGeom>
            <a:avLst/>
            <a:gdLst>
              <a:gd name="T0" fmla="*/ 8 w 10"/>
              <a:gd name="T1" fmla="*/ 22 h 23"/>
              <a:gd name="T2" fmla="*/ 8 w 10"/>
              <a:gd name="T3" fmla="*/ 22 h 23"/>
              <a:gd name="T4" fmla="*/ 9 w 10"/>
              <a:gd name="T5" fmla="*/ 12 h 23"/>
              <a:gd name="T6" fmla="*/ 7 w 10"/>
              <a:gd name="T7" fmla="*/ 9 h 23"/>
              <a:gd name="T8" fmla="*/ 6 w 10"/>
              <a:gd name="T9" fmla="*/ 2 h 23"/>
              <a:gd name="T10" fmla="*/ 6 w 10"/>
              <a:gd name="T11" fmla="*/ 0 h 23"/>
              <a:gd name="T12" fmla="*/ 5 w 10"/>
              <a:gd name="T13" fmla="*/ 0 h 23"/>
              <a:gd name="T14" fmla="*/ 3 w 10"/>
              <a:gd name="T15" fmla="*/ 0 h 23"/>
              <a:gd name="T16" fmla="*/ 1 w 10"/>
              <a:gd name="T17" fmla="*/ 4 h 23"/>
              <a:gd name="T18" fmla="*/ 0 w 10"/>
              <a:gd name="T19" fmla="*/ 12 h 23"/>
              <a:gd name="T20" fmla="*/ 1 w 10"/>
              <a:gd name="T21" fmla="*/ 15 h 23"/>
              <a:gd name="T22" fmla="*/ 8 w 10"/>
              <a:gd name="T23" fmla="*/ 2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23">
                <a:moveTo>
                  <a:pt x="8" y="22"/>
                </a:moveTo>
                <a:lnTo>
                  <a:pt x="8" y="22"/>
                </a:lnTo>
                <a:lnTo>
                  <a:pt x="9" y="12"/>
                </a:lnTo>
                <a:lnTo>
                  <a:pt x="7" y="9"/>
                </a:lnTo>
                <a:cubicBezTo>
                  <a:pt x="5" y="7"/>
                  <a:pt x="5" y="4"/>
                  <a:pt x="6" y="2"/>
                </a:cubicBezTo>
                <a:lnTo>
                  <a:pt x="6" y="0"/>
                </a:lnTo>
                <a:lnTo>
                  <a:pt x="5" y="0"/>
                </a:lnTo>
                <a:lnTo>
                  <a:pt x="3" y="0"/>
                </a:lnTo>
                <a:lnTo>
                  <a:pt x="1" y="4"/>
                </a:lnTo>
                <a:lnTo>
                  <a:pt x="0" y="12"/>
                </a:lnTo>
                <a:lnTo>
                  <a:pt x="1" y="15"/>
                </a:lnTo>
                <a:lnTo>
                  <a:pt x="8" y="2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3" name="Freeform 98">
            <a:extLst>
              <a:ext uri="{FF2B5EF4-FFF2-40B4-BE49-F238E27FC236}">
                <a16:creationId xmlns:a16="http://schemas.microsoft.com/office/drawing/2014/main" xmlns="" id="{93D7772E-68CA-4824-B887-8A7371912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125" y="4308030"/>
            <a:ext cx="26699" cy="39159"/>
          </a:xfrm>
          <a:custGeom>
            <a:avLst/>
            <a:gdLst>
              <a:gd name="T0" fmla="*/ 56 w 66"/>
              <a:gd name="T1" fmla="*/ 82 h 99"/>
              <a:gd name="T2" fmla="*/ 64 w 66"/>
              <a:gd name="T3" fmla="*/ 73 h 99"/>
              <a:gd name="T4" fmla="*/ 65 w 66"/>
              <a:gd name="T5" fmla="*/ 70 h 99"/>
              <a:gd name="T6" fmla="*/ 64 w 66"/>
              <a:gd name="T7" fmla="*/ 70 h 99"/>
              <a:gd name="T8" fmla="*/ 54 w 66"/>
              <a:gd name="T9" fmla="*/ 68 h 99"/>
              <a:gd name="T10" fmla="*/ 45 w 66"/>
              <a:gd name="T11" fmla="*/ 64 h 99"/>
              <a:gd name="T12" fmla="*/ 41 w 66"/>
              <a:gd name="T13" fmla="*/ 59 h 99"/>
              <a:gd name="T14" fmla="*/ 41 w 66"/>
              <a:gd name="T15" fmla="*/ 53 h 99"/>
              <a:gd name="T16" fmla="*/ 52 w 66"/>
              <a:gd name="T17" fmla="*/ 35 h 99"/>
              <a:gd name="T18" fmla="*/ 53 w 66"/>
              <a:gd name="T19" fmla="*/ 29 h 99"/>
              <a:gd name="T20" fmla="*/ 47 w 66"/>
              <a:gd name="T21" fmla="*/ 22 h 99"/>
              <a:gd name="T22" fmla="*/ 46 w 66"/>
              <a:gd name="T23" fmla="*/ 20 h 99"/>
              <a:gd name="T24" fmla="*/ 35 w 66"/>
              <a:gd name="T25" fmla="*/ 0 h 99"/>
              <a:gd name="T26" fmla="*/ 34 w 66"/>
              <a:gd name="T27" fmla="*/ 0 h 99"/>
              <a:gd name="T28" fmla="*/ 26 w 66"/>
              <a:gd name="T29" fmla="*/ 5 h 99"/>
              <a:gd name="T30" fmla="*/ 21 w 66"/>
              <a:gd name="T31" fmla="*/ 11 h 99"/>
              <a:gd name="T32" fmla="*/ 17 w 66"/>
              <a:gd name="T33" fmla="*/ 18 h 99"/>
              <a:gd name="T34" fmla="*/ 17 w 66"/>
              <a:gd name="T35" fmla="*/ 20 h 99"/>
              <a:gd name="T36" fmla="*/ 14 w 66"/>
              <a:gd name="T37" fmla="*/ 42 h 99"/>
              <a:gd name="T38" fmla="*/ 15 w 66"/>
              <a:gd name="T39" fmla="*/ 44 h 99"/>
              <a:gd name="T40" fmla="*/ 23 w 66"/>
              <a:gd name="T41" fmla="*/ 47 h 99"/>
              <a:gd name="T42" fmla="*/ 22 w 66"/>
              <a:gd name="T43" fmla="*/ 58 h 99"/>
              <a:gd name="T44" fmla="*/ 15 w 66"/>
              <a:gd name="T45" fmla="*/ 63 h 99"/>
              <a:gd name="T46" fmla="*/ 12 w 66"/>
              <a:gd name="T47" fmla="*/ 65 h 99"/>
              <a:gd name="T48" fmla="*/ 3 w 66"/>
              <a:gd name="T49" fmla="*/ 68 h 99"/>
              <a:gd name="T50" fmla="*/ 0 w 66"/>
              <a:gd name="T51" fmla="*/ 72 h 99"/>
              <a:gd name="T52" fmla="*/ 0 w 66"/>
              <a:gd name="T53" fmla="*/ 73 h 99"/>
              <a:gd name="T54" fmla="*/ 1 w 66"/>
              <a:gd name="T55" fmla="*/ 78 h 99"/>
              <a:gd name="T56" fmla="*/ 2 w 66"/>
              <a:gd name="T57" fmla="*/ 85 h 99"/>
              <a:gd name="T58" fmla="*/ 1 w 66"/>
              <a:gd name="T59" fmla="*/ 89 h 99"/>
              <a:gd name="T60" fmla="*/ 1 w 66"/>
              <a:gd name="T61" fmla="*/ 89 h 99"/>
              <a:gd name="T62" fmla="*/ 3 w 66"/>
              <a:gd name="T63" fmla="*/ 89 h 99"/>
              <a:gd name="T64" fmla="*/ 9 w 66"/>
              <a:gd name="T65" fmla="*/ 91 h 99"/>
              <a:gd name="T66" fmla="*/ 22 w 66"/>
              <a:gd name="T67" fmla="*/ 98 h 99"/>
              <a:gd name="T68" fmla="*/ 26 w 66"/>
              <a:gd name="T69" fmla="*/ 98 h 99"/>
              <a:gd name="T70" fmla="*/ 47 w 66"/>
              <a:gd name="T71" fmla="*/ 90 h 99"/>
              <a:gd name="T72" fmla="*/ 56 w 66"/>
              <a:gd name="T73" fmla="*/ 82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6" h="99">
                <a:moveTo>
                  <a:pt x="56" y="82"/>
                </a:moveTo>
                <a:lnTo>
                  <a:pt x="64" y="73"/>
                </a:lnTo>
                <a:lnTo>
                  <a:pt x="65" y="70"/>
                </a:lnTo>
                <a:lnTo>
                  <a:pt x="64" y="70"/>
                </a:lnTo>
                <a:lnTo>
                  <a:pt x="54" y="68"/>
                </a:lnTo>
                <a:lnTo>
                  <a:pt x="45" y="64"/>
                </a:lnTo>
                <a:cubicBezTo>
                  <a:pt x="43" y="63"/>
                  <a:pt x="41" y="61"/>
                  <a:pt x="41" y="59"/>
                </a:cubicBezTo>
                <a:cubicBezTo>
                  <a:pt x="40" y="57"/>
                  <a:pt x="40" y="55"/>
                  <a:pt x="41" y="53"/>
                </a:cubicBezTo>
                <a:lnTo>
                  <a:pt x="52" y="35"/>
                </a:lnTo>
                <a:lnTo>
                  <a:pt x="53" y="29"/>
                </a:lnTo>
                <a:lnTo>
                  <a:pt x="47" y="22"/>
                </a:lnTo>
                <a:cubicBezTo>
                  <a:pt x="47" y="21"/>
                  <a:pt x="46" y="21"/>
                  <a:pt x="46" y="20"/>
                </a:cubicBezTo>
                <a:lnTo>
                  <a:pt x="35" y="0"/>
                </a:lnTo>
                <a:lnTo>
                  <a:pt x="34" y="0"/>
                </a:lnTo>
                <a:lnTo>
                  <a:pt x="26" y="5"/>
                </a:lnTo>
                <a:lnTo>
                  <a:pt x="21" y="11"/>
                </a:lnTo>
                <a:lnTo>
                  <a:pt x="17" y="18"/>
                </a:lnTo>
                <a:cubicBezTo>
                  <a:pt x="17" y="19"/>
                  <a:pt x="17" y="19"/>
                  <a:pt x="17" y="20"/>
                </a:cubicBezTo>
                <a:lnTo>
                  <a:pt x="14" y="42"/>
                </a:lnTo>
                <a:lnTo>
                  <a:pt x="15" y="44"/>
                </a:lnTo>
                <a:cubicBezTo>
                  <a:pt x="18" y="43"/>
                  <a:pt x="22" y="44"/>
                  <a:pt x="23" y="47"/>
                </a:cubicBezTo>
                <a:cubicBezTo>
                  <a:pt x="25" y="51"/>
                  <a:pt x="25" y="55"/>
                  <a:pt x="22" y="58"/>
                </a:cubicBezTo>
                <a:lnTo>
                  <a:pt x="15" y="63"/>
                </a:lnTo>
                <a:cubicBezTo>
                  <a:pt x="14" y="64"/>
                  <a:pt x="13" y="64"/>
                  <a:pt x="12" y="65"/>
                </a:cubicBezTo>
                <a:lnTo>
                  <a:pt x="3" y="68"/>
                </a:lnTo>
                <a:lnTo>
                  <a:pt x="0" y="72"/>
                </a:lnTo>
                <a:lnTo>
                  <a:pt x="0" y="73"/>
                </a:lnTo>
                <a:lnTo>
                  <a:pt x="1" y="78"/>
                </a:lnTo>
                <a:lnTo>
                  <a:pt x="2" y="85"/>
                </a:lnTo>
                <a:cubicBezTo>
                  <a:pt x="2" y="86"/>
                  <a:pt x="1" y="88"/>
                  <a:pt x="1" y="89"/>
                </a:cubicBezTo>
                <a:lnTo>
                  <a:pt x="1" y="89"/>
                </a:lnTo>
                <a:cubicBezTo>
                  <a:pt x="2" y="89"/>
                  <a:pt x="2" y="89"/>
                  <a:pt x="3" y="89"/>
                </a:cubicBezTo>
                <a:lnTo>
                  <a:pt x="9" y="91"/>
                </a:lnTo>
                <a:lnTo>
                  <a:pt x="22" y="98"/>
                </a:lnTo>
                <a:lnTo>
                  <a:pt x="26" y="98"/>
                </a:lnTo>
                <a:lnTo>
                  <a:pt x="47" y="90"/>
                </a:lnTo>
                <a:lnTo>
                  <a:pt x="56" y="8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4" name="Freeform 99">
            <a:extLst>
              <a:ext uri="{FF2B5EF4-FFF2-40B4-BE49-F238E27FC236}">
                <a16:creationId xmlns:a16="http://schemas.microsoft.com/office/drawing/2014/main" xmlns="" id="{6DF2BA54-1DBA-4D68-AEB7-8644F36B4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854" y="3256071"/>
            <a:ext cx="39159" cy="44500"/>
          </a:xfrm>
          <a:custGeom>
            <a:avLst/>
            <a:gdLst>
              <a:gd name="T0" fmla="*/ 88 w 95"/>
              <a:gd name="T1" fmla="*/ 39 h 112"/>
              <a:gd name="T2" fmla="*/ 85 w 95"/>
              <a:gd name="T3" fmla="*/ 33 h 112"/>
              <a:gd name="T4" fmla="*/ 84 w 95"/>
              <a:gd name="T5" fmla="*/ 31 h 112"/>
              <a:gd name="T6" fmla="*/ 81 w 95"/>
              <a:gd name="T7" fmla="*/ 10 h 112"/>
              <a:gd name="T8" fmla="*/ 78 w 95"/>
              <a:gd name="T9" fmla="*/ 9 h 112"/>
              <a:gd name="T10" fmla="*/ 76 w 95"/>
              <a:gd name="T11" fmla="*/ 7 h 112"/>
              <a:gd name="T12" fmla="*/ 67 w 95"/>
              <a:gd name="T13" fmla="*/ 0 h 112"/>
              <a:gd name="T14" fmla="*/ 34 w 95"/>
              <a:gd name="T15" fmla="*/ 10 h 112"/>
              <a:gd name="T16" fmla="*/ 27 w 95"/>
              <a:gd name="T17" fmla="*/ 15 h 112"/>
              <a:gd name="T18" fmla="*/ 21 w 95"/>
              <a:gd name="T19" fmla="*/ 27 h 112"/>
              <a:gd name="T20" fmla="*/ 11 w 95"/>
              <a:gd name="T21" fmla="*/ 52 h 112"/>
              <a:gd name="T22" fmla="*/ 7 w 95"/>
              <a:gd name="T23" fmla="*/ 74 h 112"/>
              <a:gd name="T24" fmla="*/ 11 w 95"/>
              <a:gd name="T25" fmla="*/ 75 h 112"/>
              <a:gd name="T26" fmla="*/ 14 w 95"/>
              <a:gd name="T27" fmla="*/ 75 h 112"/>
              <a:gd name="T28" fmla="*/ 22 w 95"/>
              <a:gd name="T29" fmla="*/ 80 h 112"/>
              <a:gd name="T30" fmla="*/ 20 w 95"/>
              <a:gd name="T31" fmla="*/ 89 h 112"/>
              <a:gd name="T32" fmla="*/ 3 w 95"/>
              <a:gd name="T33" fmla="*/ 103 h 112"/>
              <a:gd name="T34" fmla="*/ 0 w 95"/>
              <a:gd name="T35" fmla="*/ 108 h 112"/>
              <a:gd name="T36" fmla="*/ 2 w 95"/>
              <a:gd name="T37" fmla="*/ 111 h 112"/>
              <a:gd name="T38" fmla="*/ 11 w 95"/>
              <a:gd name="T39" fmla="*/ 101 h 112"/>
              <a:gd name="T40" fmla="*/ 13 w 95"/>
              <a:gd name="T41" fmla="*/ 99 h 112"/>
              <a:gd name="T42" fmla="*/ 29 w 95"/>
              <a:gd name="T43" fmla="*/ 91 h 112"/>
              <a:gd name="T44" fmla="*/ 32 w 95"/>
              <a:gd name="T45" fmla="*/ 90 h 112"/>
              <a:gd name="T46" fmla="*/ 79 w 95"/>
              <a:gd name="T47" fmla="*/ 87 h 112"/>
              <a:gd name="T48" fmla="*/ 79 w 95"/>
              <a:gd name="T49" fmla="*/ 85 h 112"/>
              <a:gd name="T50" fmla="*/ 74 w 95"/>
              <a:gd name="T51" fmla="*/ 76 h 112"/>
              <a:gd name="T52" fmla="*/ 70 w 95"/>
              <a:gd name="T53" fmla="*/ 72 h 112"/>
              <a:gd name="T54" fmla="*/ 70 w 95"/>
              <a:gd name="T55" fmla="*/ 61 h 112"/>
              <a:gd name="T56" fmla="*/ 76 w 95"/>
              <a:gd name="T57" fmla="*/ 54 h 112"/>
              <a:gd name="T58" fmla="*/ 79 w 95"/>
              <a:gd name="T59" fmla="*/ 52 h 112"/>
              <a:gd name="T60" fmla="*/ 94 w 95"/>
              <a:gd name="T61" fmla="*/ 46 h 112"/>
              <a:gd name="T62" fmla="*/ 89 w 95"/>
              <a:gd name="T63" fmla="*/ 40 h 112"/>
              <a:gd name="T64" fmla="*/ 88 w 95"/>
              <a:gd name="T65" fmla="*/ 39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5" h="112">
                <a:moveTo>
                  <a:pt x="88" y="39"/>
                </a:moveTo>
                <a:lnTo>
                  <a:pt x="85" y="33"/>
                </a:lnTo>
                <a:cubicBezTo>
                  <a:pt x="84" y="32"/>
                  <a:pt x="84" y="32"/>
                  <a:pt x="84" y="31"/>
                </a:cubicBezTo>
                <a:lnTo>
                  <a:pt x="81" y="10"/>
                </a:lnTo>
                <a:lnTo>
                  <a:pt x="78" y="9"/>
                </a:lnTo>
                <a:cubicBezTo>
                  <a:pt x="77" y="8"/>
                  <a:pt x="77" y="8"/>
                  <a:pt x="76" y="7"/>
                </a:cubicBezTo>
                <a:lnTo>
                  <a:pt x="67" y="0"/>
                </a:lnTo>
                <a:lnTo>
                  <a:pt x="34" y="10"/>
                </a:lnTo>
                <a:lnTo>
                  <a:pt x="27" y="15"/>
                </a:lnTo>
                <a:lnTo>
                  <a:pt x="21" y="27"/>
                </a:lnTo>
                <a:lnTo>
                  <a:pt x="11" y="52"/>
                </a:lnTo>
                <a:lnTo>
                  <a:pt x="7" y="74"/>
                </a:lnTo>
                <a:lnTo>
                  <a:pt x="11" y="75"/>
                </a:lnTo>
                <a:lnTo>
                  <a:pt x="14" y="75"/>
                </a:lnTo>
                <a:cubicBezTo>
                  <a:pt x="18" y="75"/>
                  <a:pt x="21" y="77"/>
                  <a:pt x="22" y="80"/>
                </a:cubicBezTo>
                <a:cubicBezTo>
                  <a:pt x="23" y="83"/>
                  <a:pt x="22" y="87"/>
                  <a:pt x="20" y="89"/>
                </a:cubicBezTo>
                <a:lnTo>
                  <a:pt x="3" y="103"/>
                </a:lnTo>
                <a:lnTo>
                  <a:pt x="0" y="108"/>
                </a:lnTo>
                <a:lnTo>
                  <a:pt x="2" y="111"/>
                </a:lnTo>
                <a:lnTo>
                  <a:pt x="11" y="101"/>
                </a:lnTo>
                <a:cubicBezTo>
                  <a:pt x="11" y="100"/>
                  <a:pt x="12" y="100"/>
                  <a:pt x="13" y="99"/>
                </a:cubicBezTo>
                <a:lnTo>
                  <a:pt x="29" y="91"/>
                </a:lnTo>
                <a:cubicBezTo>
                  <a:pt x="30" y="91"/>
                  <a:pt x="31" y="90"/>
                  <a:pt x="32" y="90"/>
                </a:cubicBezTo>
                <a:lnTo>
                  <a:pt x="79" y="87"/>
                </a:lnTo>
                <a:lnTo>
                  <a:pt x="79" y="85"/>
                </a:lnTo>
                <a:lnTo>
                  <a:pt x="74" y="76"/>
                </a:lnTo>
                <a:lnTo>
                  <a:pt x="70" y="72"/>
                </a:lnTo>
                <a:cubicBezTo>
                  <a:pt x="67" y="69"/>
                  <a:pt x="67" y="64"/>
                  <a:pt x="70" y="61"/>
                </a:cubicBezTo>
                <a:lnTo>
                  <a:pt x="76" y="54"/>
                </a:lnTo>
                <a:cubicBezTo>
                  <a:pt x="77" y="53"/>
                  <a:pt x="78" y="52"/>
                  <a:pt x="79" y="52"/>
                </a:cubicBezTo>
                <a:lnTo>
                  <a:pt x="94" y="46"/>
                </a:lnTo>
                <a:lnTo>
                  <a:pt x="89" y="40"/>
                </a:lnTo>
                <a:cubicBezTo>
                  <a:pt x="88" y="40"/>
                  <a:pt x="88" y="39"/>
                  <a:pt x="88" y="39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5" name="Freeform 100">
            <a:extLst>
              <a:ext uri="{FF2B5EF4-FFF2-40B4-BE49-F238E27FC236}">
                <a16:creationId xmlns:a16="http://schemas.microsoft.com/office/drawing/2014/main" xmlns="" id="{3B3F9446-98C2-47D6-AD78-285604A6B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976" y="3108335"/>
            <a:ext cx="51619" cy="117478"/>
          </a:xfrm>
          <a:custGeom>
            <a:avLst/>
            <a:gdLst>
              <a:gd name="T0" fmla="*/ 31 w 127"/>
              <a:gd name="T1" fmla="*/ 269 h 293"/>
              <a:gd name="T2" fmla="*/ 39 w 127"/>
              <a:gd name="T3" fmla="*/ 272 h 293"/>
              <a:gd name="T4" fmla="*/ 47 w 127"/>
              <a:gd name="T5" fmla="*/ 280 h 293"/>
              <a:gd name="T6" fmla="*/ 52 w 127"/>
              <a:gd name="T7" fmla="*/ 288 h 293"/>
              <a:gd name="T8" fmla="*/ 58 w 127"/>
              <a:gd name="T9" fmla="*/ 290 h 293"/>
              <a:gd name="T10" fmla="*/ 69 w 127"/>
              <a:gd name="T11" fmla="*/ 270 h 293"/>
              <a:gd name="T12" fmla="*/ 78 w 127"/>
              <a:gd name="T13" fmla="*/ 261 h 293"/>
              <a:gd name="T14" fmla="*/ 88 w 127"/>
              <a:gd name="T15" fmla="*/ 242 h 293"/>
              <a:gd name="T16" fmla="*/ 90 w 127"/>
              <a:gd name="T17" fmla="*/ 222 h 293"/>
              <a:gd name="T18" fmla="*/ 84 w 127"/>
              <a:gd name="T19" fmla="*/ 211 h 293"/>
              <a:gd name="T20" fmla="*/ 73 w 127"/>
              <a:gd name="T21" fmla="*/ 198 h 293"/>
              <a:gd name="T22" fmla="*/ 71 w 127"/>
              <a:gd name="T23" fmla="*/ 186 h 293"/>
              <a:gd name="T24" fmla="*/ 72 w 127"/>
              <a:gd name="T25" fmla="*/ 175 h 293"/>
              <a:gd name="T26" fmla="*/ 94 w 127"/>
              <a:gd name="T27" fmla="*/ 142 h 293"/>
              <a:gd name="T28" fmla="*/ 120 w 127"/>
              <a:gd name="T29" fmla="*/ 70 h 293"/>
              <a:gd name="T30" fmla="*/ 118 w 127"/>
              <a:gd name="T31" fmla="*/ 32 h 293"/>
              <a:gd name="T32" fmla="*/ 120 w 127"/>
              <a:gd name="T33" fmla="*/ 12 h 293"/>
              <a:gd name="T34" fmla="*/ 124 w 127"/>
              <a:gd name="T35" fmla="*/ 4 h 293"/>
              <a:gd name="T36" fmla="*/ 125 w 127"/>
              <a:gd name="T37" fmla="*/ 1 h 293"/>
              <a:gd name="T38" fmla="*/ 100 w 127"/>
              <a:gd name="T39" fmla="*/ 12 h 293"/>
              <a:gd name="T40" fmla="*/ 67 w 127"/>
              <a:gd name="T41" fmla="*/ 7 h 293"/>
              <a:gd name="T42" fmla="*/ 58 w 127"/>
              <a:gd name="T43" fmla="*/ 17 h 293"/>
              <a:gd name="T44" fmla="*/ 50 w 127"/>
              <a:gd name="T45" fmla="*/ 44 h 293"/>
              <a:gd name="T46" fmla="*/ 53 w 127"/>
              <a:gd name="T47" fmla="*/ 49 h 293"/>
              <a:gd name="T48" fmla="*/ 57 w 127"/>
              <a:gd name="T49" fmla="*/ 63 h 293"/>
              <a:gd name="T50" fmla="*/ 38 w 127"/>
              <a:gd name="T51" fmla="*/ 74 h 293"/>
              <a:gd name="T52" fmla="*/ 34 w 127"/>
              <a:gd name="T53" fmla="*/ 91 h 293"/>
              <a:gd name="T54" fmla="*/ 42 w 127"/>
              <a:gd name="T55" fmla="*/ 102 h 293"/>
              <a:gd name="T56" fmla="*/ 52 w 127"/>
              <a:gd name="T57" fmla="*/ 105 h 293"/>
              <a:gd name="T58" fmla="*/ 61 w 127"/>
              <a:gd name="T59" fmla="*/ 116 h 293"/>
              <a:gd name="T60" fmla="*/ 51 w 127"/>
              <a:gd name="T61" fmla="*/ 128 h 293"/>
              <a:gd name="T62" fmla="*/ 27 w 127"/>
              <a:gd name="T63" fmla="*/ 123 h 293"/>
              <a:gd name="T64" fmla="*/ 21 w 127"/>
              <a:gd name="T65" fmla="*/ 135 h 293"/>
              <a:gd name="T66" fmla="*/ 14 w 127"/>
              <a:gd name="T67" fmla="*/ 141 h 293"/>
              <a:gd name="T68" fmla="*/ 6 w 127"/>
              <a:gd name="T69" fmla="*/ 141 h 293"/>
              <a:gd name="T70" fmla="*/ 6 w 127"/>
              <a:gd name="T71" fmla="*/ 172 h 293"/>
              <a:gd name="T72" fmla="*/ 13 w 127"/>
              <a:gd name="T73" fmla="*/ 178 h 293"/>
              <a:gd name="T74" fmla="*/ 54 w 127"/>
              <a:gd name="T75" fmla="*/ 177 h 293"/>
              <a:gd name="T76" fmla="*/ 67 w 127"/>
              <a:gd name="T77" fmla="*/ 186 h 293"/>
              <a:gd name="T78" fmla="*/ 75 w 127"/>
              <a:gd name="T79" fmla="*/ 208 h 293"/>
              <a:gd name="T80" fmla="*/ 82 w 127"/>
              <a:gd name="T81" fmla="*/ 226 h 293"/>
              <a:gd name="T82" fmla="*/ 56 w 127"/>
              <a:gd name="T83" fmla="*/ 212 h 293"/>
              <a:gd name="T84" fmla="*/ 49 w 127"/>
              <a:gd name="T85" fmla="*/ 208 h 293"/>
              <a:gd name="T86" fmla="*/ 41 w 127"/>
              <a:gd name="T87" fmla="*/ 202 h 293"/>
              <a:gd name="T88" fmla="*/ 35 w 127"/>
              <a:gd name="T89" fmla="*/ 205 h 293"/>
              <a:gd name="T90" fmla="*/ 1 w 127"/>
              <a:gd name="T91" fmla="*/ 205 h 293"/>
              <a:gd name="T92" fmla="*/ 1 w 127"/>
              <a:gd name="T93" fmla="*/ 235 h 293"/>
              <a:gd name="T94" fmla="*/ 11 w 127"/>
              <a:gd name="T95" fmla="*/ 255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7" h="293">
                <a:moveTo>
                  <a:pt x="19" y="268"/>
                </a:moveTo>
                <a:lnTo>
                  <a:pt x="31" y="269"/>
                </a:lnTo>
                <a:cubicBezTo>
                  <a:pt x="31" y="269"/>
                  <a:pt x="32" y="269"/>
                  <a:pt x="33" y="269"/>
                </a:cubicBezTo>
                <a:lnTo>
                  <a:pt x="39" y="272"/>
                </a:lnTo>
                <a:cubicBezTo>
                  <a:pt x="41" y="272"/>
                  <a:pt x="42" y="273"/>
                  <a:pt x="43" y="275"/>
                </a:cubicBezTo>
                <a:lnTo>
                  <a:pt x="47" y="280"/>
                </a:lnTo>
                <a:lnTo>
                  <a:pt x="51" y="288"/>
                </a:lnTo>
                <a:lnTo>
                  <a:pt x="52" y="288"/>
                </a:lnTo>
                <a:cubicBezTo>
                  <a:pt x="55" y="289"/>
                  <a:pt x="57" y="290"/>
                  <a:pt x="58" y="292"/>
                </a:cubicBezTo>
                <a:lnTo>
                  <a:pt x="58" y="290"/>
                </a:lnTo>
                <a:cubicBezTo>
                  <a:pt x="58" y="290"/>
                  <a:pt x="59" y="289"/>
                  <a:pt x="59" y="288"/>
                </a:cubicBezTo>
                <a:lnTo>
                  <a:pt x="69" y="270"/>
                </a:lnTo>
                <a:cubicBezTo>
                  <a:pt x="70" y="269"/>
                  <a:pt x="70" y="268"/>
                  <a:pt x="71" y="268"/>
                </a:cubicBezTo>
                <a:lnTo>
                  <a:pt x="78" y="261"/>
                </a:lnTo>
                <a:lnTo>
                  <a:pt x="81" y="255"/>
                </a:lnTo>
                <a:lnTo>
                  <a:pt x="88" y="242"/>
                </a:lnTo>
                <a:lnTo>
                  <a:pt x="90" y="231"/>
                </a:lnTo>
                <a:lnTo>
                  <a:pt x="90" y="222"/>
                </a:lnTo>
                <a:lnTo>
                  <a:pt x="88" y="217"/>
                </a:lnTo>
                <a:lnTo>
                  <a:pt x="84" y="211"/>
                </a:lnTo>
                <a:lnTo>
                  <a:pt x="78" y="206"/>
                </a:lnTo>
                <a:lnTo>
                  <a:pt x="73" y="198"/>
                </a:lnTo>
                <a:cubicBezTo>
                  <a:pt x="72" y="197"/>
                  <a:pt x="72" y="196"/>
                  <a:pt x="72" y="195"/>
                </a:cubicBezTo>
                <a:lnTo>
                  <a:pt x="71" y="186"/>
                </a:lnTo>
                <a:lnTo>
                  <a:pt x="71" y="178"/>
                </a:lnTo>
                <a:cubicBezTo>
                  <a:pt x="71" y="177"/>
                  <a:pt x="71" y="176"/>
                  <a:pt x="72" y="175"/>
                </a:cubicBezTo>
                <a:lnTo>
                  <a:pt x="74" y="170"/>
                </a:lnTo>
                <a:lnTo>
                  <a:pt x="94" y="142"/>
                </a:lnTo>
                <a:lnTo>
                  <a:pt x="110" y="104"/>
                </a:lnTo>
                <a:lnTo>
                  <a:pt x="120" y="70"/>
                </a:lnTo>
                <a:lnTo>
                  <a:pt x="121" y="56"/>
                </a:lnTo>
                <a:lnTo>
                  <a:pt x="118" y="32"/>
                </a:lnTo>
                <a:lnTo>
                  <a:pt x="118" y="22"/>
                </a:lnTo>
                <a:lnTo>
                  <a:pt x="120" y="12"/>
                </a:lnTo>
                <a:cubicBezTo>
                  <a:pt x="120" y="11"/>
                  <a:pt x="121" y="10"/>
                  <a:pt x="121" y="10"/>
                </a:cubicBezTo>
                <a:lnTo>
                  <a:pt x="124" y="4"/>
                </a:lnTo>
                <a:cubicBezTo>
                  <a:pt x="125" y="3"/>
                  <a:pt x="125" y="2"/>
                  <a:pt x="126" y="2"/>
                </a:cubicBezTo>
                <a:lnTo>
                  <a:pt x="125" y="1"/>
                </a:lnTo>
                <a:lnTo>
                  <a:pt x="122" y="0"/>
                </a:lnTo>
                <a:lnTo>
                  <a:pt x="100" y="12"/>
                </a:lnTo>
                <a:cubicBezTo>
                  <a:pt x="99" y="13"/>
                  <a:pt x="97" y="13"/>
                  <a:pt x="95" y="13"/>
                </a:cubicBezTo>
                <a:lnTo>
                  <a:pt x="67" y="7"/>
                </a:lnTo>
                <a:lnTo>
                  <a:pt x="62" y="11"/>
                </a:lnTo>
                <a:lnTo>
                  <a:pt x="58" y="17"/>
                </a:lnTo>
                <a:lnTo>
                  <a:pt x="50" y="43"/>
                </a:lnTo>
                <a:cubicBezTo>
                  <a:pt x="50" y="43"/>
                  <a:pt x="50" y="43"/>
                  <a:pt x="50" y="44"/>
                </a:cubicBezTo>
                <a:lnTo>
                  <a:pt x="53" y="47"/>
                </a:lnTo>
                <a:cubicBezTo>
                  <a:pt x="53" y="48"/>
                  <a:pt x="53" y="48"/>
                  <a:pt x="53" y="49"/>
                </a:cubicBezTo>
                <a:lnTo>
                  <a:pt x="55" y="54"/>
                </a:lnTo>
                <a:lnTo>
                  <a:pt x="57" y="63"/>
                </a:lnTo>
                <a:cubicBezTo>
                  <a:pt x="58" y="67"/>
                  <a:pt x="55" y="71"/>
                  <a:pt x="51" y="72"/>
                </a:cubicBezTo>
                <a:lnTo>
                  <a:pt x="38" y="74"/>
                </a:lnTo>
                <a:lnTo>
                  <a:pt x="35" y="79"/>
                </a:lnTo>
                <a:lnTo>
                  <a:pt x="34" y="91"/>
                </a:lnTo>
                <a:lnTo>
                  <a:pt x="37" y="98"/>
                </a:lnTo>
                <a:lnTo>
                  <a:pt x="42" y="102"/>
                </a:lnTo>
                <a:lnTo>
                  <a:pt x="50" y="104"/>
                </a:lnTo>
                <a:cubicBezTo>
                  <a:pt x="50" y="105"/>
                  <a:pt x="51" y="105"/>
                  <a:pt x="52" y="105"/>
                </a:cubicBezTo>
                <a:lnTo>
                  <a:pt x="58" y="109"/>
                </a:lnTo>
                <a:cubicBezTo>
                  <a:pt x="60" y="111"/>
                  <a:pt x="61" y="113"/>
                  <a:pt x="61" y="116"/>
                </a:cubicBezTo>
                <a:cubicBezTo>
                  <a:pt x="61" y="118"/>
                  <a:pt x="60" y="121"/>
                  <a:pt x="58" y="122"/>
                </a:cubicBezTo>
                <a:lnTo>
                  <a:pt x="51" y="128"/>
                </a:lnTo>
                <a:cubicBezTo>
                  <a:pt x="48" y="130"/>
                  <a:pt x="45" y="131"/>
                  <a:pt x="43" y="130"/>
                </a:cubicBezTo>
                <a:lnTo>
                  <a:pt x="27" y="123"/>
                </a:lnTo>
                <a:lnTo>
                  <a:pt x="24" y="124"/>
                </a:lnTo>
                <a:lnTo>
                  <a:pt x="21" y="135"/>
                </a:lnTo>
                <a:cubicBezTo>
                  <a:pt x="20" y="136"/>
                  <a:pt x="19" y="137"/>
                  <a:pt x="18" y="138"/>
                </a:cubicBezTo>
                <a:lnTo>
                  <a:pt x="14" y="141"/>
                </a:lnTo>
                <a:cubicBezTo>
                  <a:pt x="12" y="142"/>
                  <a:pt x="10" y="142"/>
                  <a:pt x="8" y="142"/>
                </a:cubicBezTo>
                <a:lnTo>
                  <a:pt x="6" y="141"/>
                </a:lnTo>
                <a:lnTo>
                  <a:pt x="5" y="164"/>
                </a:lnTo>
                <a:lnTo>
                  <a:pt x="6" y="172"/>
                </a:lnTo>
                <a:lnTo>
                  <a:pt x="9" y="176"/>
                </a:lnTo>
                <a:lnTo>
                  <a:pt x="13" y="178"/>
                </a:lnTo>
                <a:lnTo>
                  <a:pt x="54" y="177"/>
                </a:lnTo>
                <a:lnTo>
                  <a:pt x="54" y="177"/>
                </a:lnTo>
                <a:cubicBezTo>
                  <a:pt x="56" y="177"/>
                  <a:pt x="57" y="178"/>
                  <a:pt x="59" y="179"/>
                </a:cubicBezTo>
                <a:lnTo>
                  <a:pt x="67" y="186"/>
                </a:lnTo>
                <a:cubicBezTo>
                  <a:pt x="68" y="187"/>
                  <a:pt x="69" y="188"/>
                  <a:pt x="69" y="190"/>
                </a:cubicBezTo>
                <a:lnTo>
                  <a:pt x="75" y="208"/>
                </a:lnTo>
                <a:lnTo>
                  <a:pt x="82" y="215"/>
                </a:lnTo>
                <a:cubicBezTo>
                  <a:pt x="85" y="218"/>
                  <a:pt x="85" y="223"/>
                  <a:pt x="82" y="226"/>
                </a:cubicBezTo>
                <a:cubicBezTo>
                  <a:pt x="79" y="230"/>
                  <a:pt x="74" y="230"/>
                  <a:pt x="71" y="227"/>
                </a:cubicBezTo>
                <a:lnTo>
                  <a:pt x="56" y="212"/>
                </a:lnTo>
                <a:lnTo>
                  <a:pt x="51" y="209"/>
                </a:lnTo>
                <a:cubicBezTo>
                  <a:pt x="50" y="209"/>
                  <a:pt x="49" y="208"/>
                  <a:pt x="49" y="208"/>
                </a:cubicBezTo>
                <a:lnTo>
                  <a:pt x="42" y="201"/>
                </a:lnTo>
                <a:lnTo>
                  <a:pt x="41" y="202"/>
                </a:lnTo>
                <a:cubicBezTo>
                  <a:pt x="40" y="202"/>
                  <a:pt x="40" y="203"/>
                  <a:pt x="39" y="203"/>
                </a:cubicBezTo>
                <a:lnTo>
                  <a:pt x="35" y="205"/>
                </a:lnTo>
                <a:cubicBezTo>
                  <a:pt x="34" y="205"/>
                  <a:pt x="33" y="205"/>
                  <a:pt x="32" y="205"/>
                </a:cubicBezTo>
                <a:lnTo>
                  <a:pt x="1" y="205"/>
                </a:lnTo>
                <a:lnTo>
                  <a:pt x="0" y="216"/>
                </a:lnTo>
                <a:lnTo>
                  <a:pt x="1" y="235"/>
                </a:lnTo>
                <a:lnTo>
                  <a:pt x="5" y="247"/>
                </a:lnTo>
                <a:lnTo>
                  <a:pt x="11" y="255"/>
                </a:lnTo>
                <a:lnTo>
                  <a:pt x="19" y="26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6" name="Freeform 101">
            <a:extLst>
              <a:ext uri="{FF2B5EF4-FFF2-40B4-BE49-F238E27FC236}">
                <a16:creationId xmlns:a16="http://schemas.microsoft.com/office/drawing/2014/main" xmlns="" id="{CAA58720-3E50-47EA-B90A-066870A6B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736" y="3225812"/>
            <a:ext cx="138837" cy="99678"/>
          </a:xfrm>
          <a:custGeom>
            <a:avLst/>
            <a:gdLst>
              <a:gd name="T0" fmla="*/ 210 w 346"/>
              <a:gd name="T1" fmla="*/ 30 h 249"/>
              <a:gd name="T2" fmla="*/ 186 w 346"/>
              <a:gd name="T3" fmla="*/ 23 h 249"/>
              <a:gd name="T4" fmla="*/ 181 w 346"/>
              <a:gd name="T5" fmla="*/ 28 h 249"/>
              <a:gd name="T6" fmla="*/ 174 w 346"/>
              <a:gd name="T7" fmla="*/ 47 h 249"/>
              <a:gd name="T8" fmla="*/ 105 w 346"/>
              <a:gd name="T9" fmla="*/ 132 h 249"/>
              <a:gd name="T10" fmla="*/ 94 w 346"/>
              <a:gd name="T11" fmla="*/ 139 h 249"/>
              <a:gd name="T12" fmla="*/ 81 w 346"/>
              <a:gd name="T13" fmla="*/ 136 h 249"/>
              <a:gd name="T14" fmla="*/ 79 w 346"/>
              <a:gd name="T15" fmla="*/ 130 h 249"/>
              <a:gd name="T16" fmla="*/ 53 w 346"/>
              <a:gd name="T17" fmla="*/ 168 h 249"/>
              <a:gd name="T18" fmla="*/ 40 w 346"/>
              <a:gd name="T19" fmla="*/ 185 h 249"/>
              <a:gd name="T20" fmla="*/ 16 w 346"/>
              <a:gd name="T21" fmla="*/ 202 h 249"/>
              <a:gd name="T22" fmla="*/ 6 w 346"/>
              <a:gd name="T23" fmla="*/ 226 h 249"/>
              <a:gd name="T24" fmla="*/ 0 w 346"/>
              <a:gd name="T25" fmla="*/ 233 h 249"/>
              <a:gd name="T26" fmla="*/ 6 w 346"/>
              <a:gd name="T27" fmla="*/ 235 h 249"/>
              <a:gd name="T28" fmla="*/ 57 w 346"/>
              <a:gd name="T29" fmla="*/ 228 h 249"/>
              <a:gd name="T30" fmla="*/ 64 w 346"/>
              <a:gd name="T31" fmla="*/ 233 h 249"/>
              <a:gd name="T32" fmla="*/ 75 w 346"/>
              <a:gd name="T33" fmla="*/ 244 h 249"/>
              <a:gd name="T34" fmla="*/ 81 w 346"/>
              <a:gd name="T35" fmla="*/ 247 h 249"/>
              <a:gd name="T36" fmla="*/ 96 w 346"/>
              <a:gd name="T37" fmla="*/ 224 h 249"/>
              <a:gd name="T38" fmla="*/ 91 w 346"/>
              <a:gd name="T39" fmla="*/ 221 h 249"/>
              <a:gd name="T40" fmla="*/ 85 w 346"/>
              <a:gd name="T41" fmla="*/ 213 h 249"/>
              <a:gd name="T42" fmla="*/ 92 w 346"/>
              <a:gd name="T43" fmla="*/ 202 h 249"/>
              <a:gd name="T44" fmla="*/ 100 w 346"/>
              <a:gd name="T45" fmla="*/ 198 h 249"/>
              <a:gd name="T46" fmla="*/ 104 w 346"/>
              <a:gd name="T47" fmla="*/ 198 h 249"/>
              <a:gd name="T48" fmla="*/ 105 w 346"/>
              <a:gd name="T49" fmla="*/ 185 h 249"/>
              <a:gd name="T50" fmla="*/ 112 w 346"/>
              <a:gd name="T51" fmla="*/ 160 h 249"/>
              <a:gd name="T52" fmla="*/ 121 w 346"/>
              <a:gd name="T53" fmla="*/ 154 h 249"/>
              <a:gd name="T54" fmla="*/ 128 w 346"/>
              <a:gd name="T55" fmla="*/ 144 h 249"/>
              <a:gd name="T56" fmla="*/ 143 w 346"/>
              <a:gd name="T57" fmla="*/ 152 h 249"/>
              <a:gd name="T58" fmla="*/ 146 w 346"/>
              <a:gd name="T59" fmla="*/ 146 h 249"/>
              <a:gd name="T60" fmla="*/ 148 w 346"/>
              <a:gd name="T61" fmla="*/ 127 h 249"/>
              <a:gd name="T62" fmla="*/ 146 w 346"/>
              <a:gd name="T63" fmla="*/ 111 h 249"/>
              <a:gd name="T64" fmla="*/ 151 w 346"/>
              <a:gd name="T65" fmla="*/ 100 h 249"/>
              <a:gd name="T66" fmla="*/ 166 w 346"/>
              <a:gd name="T67" fmla="*/ 103 h 249"/>
              <a:gd name="T68" fmla="*/ 170 w 346"/>
              <a:gd name="T69" fmla="*/ 146 h 249"/>
              <a:gd name="T70" fmla="*/ 166 w 346"/>
              <a:gd name="T71" fmla="*/ 182 h 249"/>
              <a:gd name="T72" fmla="*/ 168 w 346"/>
              <a:gd name="T73" fmla="*/ 198 h 249"/>
              <a:gd name="T74" fmla="*/ 180 w 346"/>
              <a:gd name="T75" fmla="*/ 185 h 249"/>
              <a:gd name="T76" fmla="*/ 195 w 346"/>
              <a:gd name="T77" fmla="*/ 139 h 249"/>
              <a:gd name="T78" fmla="*/ 211 w 346"/>
              <a:gd name="T79" fmla="*/ 107 h 249"/>
              <a:gd name="T80" fmla="*/ 220 w 346"/>
              <a:gd name="T81" fmla="*/ 66 h 249"/>
              <a:gd name="T82" fmla="*/ 230 w 346"/>
              <a:gd name="T83" fmla="*/ 59 h 249"/>
              <a:gd name="T84" fmla="*/ 239 w 346"/>
              <a:gd name="T85" fmla="*/ 65 h 249"/>
              <a:gd name="T86" fmla="*/ 260 w 346"/>
              <a:gd name="T87" fmla="*/ 54 h 249"/>
              <a:gd name="T88" fmla="*/ 302 w 346"/>
              <a:gd name="T89" fmla="*/ 42 h 249"/>
              <a:gd name="T90" fmla="*/ 327 w 346"/>
              <a:gd name="T91" fmla="*/ 43 h 249"/>
              <a:gd name="T92" fmla="*/ 343 w 346"/>
              <a:gd name="T93" fmla="*/ 51 h 249"/>
              <a:gd name="T94" fmla="*/ 345 w 346"/>
              <a:gd name="T95" fmla="*/ 42 h 249"/>
              <a:gd name="T96" fmla="*/ 273 w 346"/>
              <a:gd name="T97" fmla="*/ 0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46" h="249">
                <a:moveTo>
                  <a:pt x="273" y="0"/>
                </a:moveTo>
                <a:lnTo>
                  <a:pt x="210" y="30"/>
                </a:lnTo>
                <a:cubicBezTo>
                  <a:pt x="208" y="31"/>
                  <a:pt x="206" y="31"/>
                  <a:pt x="204" y="30"/>
                </a:cubicBezTo>
                <a:lnTo>
                  <a:pt x="186" y="23"/>
                </a:lnTo>
                <a:lnTo>
                  <a:pt x="183" y="24"/>
                </a:lnTo>
                <a:lnTo>
                  <a:pt x="181" y="28"/>
                </a:lnTo>
                <a:lnTo>
                  <a:pt x="180" y="35"/>
                </a:lnTo>
                <a:lnTo>
                  <a:pt x="174" y="47"/>
                </a:lnTo>
                <a:lnTo>
                  <a:pt x="165" y="62"/>
                </a:lnTo>
                <a:lnTo>
                  <a:pt x="105" y="132"/>
                </a:lnTo>
                <a:lnTo>
                  <a:pt x="97" y="138"/>
                </a:lnTo>
                <a:cubicBezTo>
                  <a:pt x="96" y="138"/>
                  <a:pt x="95" y="139"/>
                  <a:pt x="94" y="139"/>
                </a:cubicBezTo>
                <a:lnTo>
                  <a:pt x="90" y="140"/>
                </a:lnTo>
                <a:cubicBezTo>
                  <a:pt x="86" y="141"/>
                  <a:pt x="83" y="139"/>
                  <a:pt x="81" y="136"/>
                </a:cubicBezTo>
                <a:lnTo>
                  <a:pt x="80" y="134"/>
                </a:lnTo>
                <a:cubicBezTo>
                  <a:pt x="79" y="133"/>
                  <a:pt x="79" y="132"/>
                  <a:pt x="79" y="130"/>
                </a:cubicBezTo>
                <a:lnTo>
                  <a:pt x="72" y="136"/>
                </a:lnTo>
                <a:lnTo>
                  <a:pt x="53" y="168"/>
                </a:lnTo>
                <a:lnTo>
                  <a:pt x="42" y="183"/>
                </a:lnTo>
                <a:cubicBezTo>
                  <a:pt x="41" y="184"/>
                  <a:pt x="40" y="185"/>
                  <a:pt x="40" y="185"/>
                </a:cubicBezTo>
                <a:lnTo>
                  <a:pt x="20" y="196"/>
                </a:lnTo>
                <a:lnTo>
                  <a:pt x="16" y="202"/>
                </a:lnTo>
                <a:lnTo>
                  <a:pt x="8" y="224"/>
                </a:lnTo>
                <a:cubicBezTo>
                  <a:pt x="7" y="225"/>
                  <a:pt x="7" y="225"/>
                  <a:pt x="6" y="226"/>
                </a:cubicBezTo>
                <a:lnTo>
                  <a:pt x="2" y="232"/>
                </a:lnTo>
                <a:cubicBezTo>
                  <a:pt x="1" y="232"/>
                  <a:pt x="1" y="232"/>
                  <a:pt x="0" y="233"/>
                </a:cubicBezTo>
                <a:lnTo>
                  <a:pt x="1" y="234"/>
                </a:lnTo>
                <a:lnTo>
                  <a:pt x="6" y="235"/>
                </a:lnTo>
                <a:lnTo>
                  <a:pt x="51" y="227"/>
                </a:lnTo>
                <a:cubicBezTo>
                  <a:pt x="53" y="227"/>
                  <a:pt x="55" y="227"/>
                  <a:pt x="57" y="228"/>
                </a:cubicBezTo>
                <a:lnTo>
                  <a:pt x="62" y="231"/>
                </a:lnTo>
                <a:cubicBezTo>
                  <a:pt x="62" y="232"/>
                  <a:pt x="63" y="232"/>
                  <a:pt x="64" y="233"/>
                </a:cubicBezTo>
                <a:lnTo>
                  <a:pt x="71" y="243"/>
                </a:lnTo>
                <a:lnTo>
                  <a:pt x="75" y="244"/>
                </a:lnTo>
                <a:cubicBezTo>
                  <a:pt x="77" y="244"/>
                  <a:pt x="79" y="246"/>
                  <a:pt x="80" y="248"/>
                </a:cubicBezTo>
                <a:cubicBezTo>
                  <a:pt x="80" y="247"/>
                  <a:pt x="80" y="247"/>
                  <a:pt x="81" y="247"/>
                </a:cubicBezTo>
                <a:lnTo>
                  <a:pt x="96" y="225"/>
                </a:lnTo>
                <a:cubicBezTo>
                  <a:pt x="96" y="225"/>
                  <a:pt x="96" y="225"/>
                  <a:pt x="96" y="224"/>
                </a:cubicBezTo>
                <a:lnTo>
                  <a:pt x="92" y="223"/>
                </a:lnTo>
                <a:cubicBezTo>
                  <a:pt x="92" y="222"/>
                  <a:pt x="91" y="222"/>
                  <a:pt x="91" y="221"/>
                </a:cubicBezTo>
                <a:lnTo>
                  <a:pt x="87" y="218"/>
                </a:lnTo>
                <a:cubicBezTo>
                  <a:pt x="86" y="217"/>
                  <a:pt x="85" y="215"/>
                  <a:pt x="85" y="213"/>
                </a:cubicBezTo>
                <a:cubicBezTo>
                  <a:pt x="84" y="211"/>
                  <a:pt x="85" y="208"/>
                  <a:pt x="87" y="207"/>
                </a:cubicBezTo>
                <a:lnTo>
                  <a:pt x="92" y="202"/>
                </a:lnTo>
                <a:cubicBezTo>
                  <a:pt x="93" y="201"/>
                  <a:pt x="94" y="200"/>
                  <a:pt x="95" y="200"/>
                </a:cubicBezTo>
                <a:lnTo>
                  <a:pt x="100" y="198"/>
                </a:lnTo>
                <a:cubicBezTo>
                  <a:pt x="101" y="198"/>
                  <a:pt x="102" y="198"/>
                  <a:pt x="103" y="198"/>
                </a:cubicBezTo>
                <a:lnTo>
                  <a:pt x="104" y="198"/>
                </a:lnTo>
                <a:lnTo>
                  <a:pt x="104" y="190"/>
                </a:lnTo>
                <a:cubicBezTo>
                  <a:pt x="103" y="188"/>
                  <a:pt x="104" y="187"/>
                  <a:pt x="105" y="185"/>
                </a:cubicBezTo>
                <a:lnTo>
                  <a:pt x="108" y="179"/>
                </a:lnTo>
                <a:lnTo>
                  <a:pt x="112" y="160"/>
                </a:lnTo>
                <a:cubicBezTo>
                  <a:pt x="113" y="158"/>
                  <a:pt x="114" y="156"/>
                  <a:pt x="116" y="155"/>
                </a:cubicBezTo>
                <a:cubicBezTo>
                  <a:pt x="118" y="154"/>
                  <a:pt x="119" y="154"/>
                  <a:pt x="121" y="154"/>
                </a:cubicBezTo>
                <a:lnTo>
                  <a:pt x="123" y="149"/>
                </a:lnTo>
                <a:cubicBezTo>
                  <a:pt x="123" y="146"/>
                  <a:pt x="125" y="144"/>
                  <a:pt x="128" y="144"/>
                </a:cubicBezTo>
                <a:cubicBezTo>
                  <a:pt x="130" y="143"/>
                  <a:pt x="133" y="143"/>
                  <a:pt x="135" y="145"/>
                </a:cubicBezTo>
                <a:lnTo>
                  <a:pt x="143" y="152"/>
                </a:lnTo>
                <a:lnTo>
                  <a:pt x="145" y="150"/>
                </a:lnTo>
                <a:lnTo>
                  <a:pt x="146" y="146"/>
                </a:lnTo>
                <a:lnTo>
                  <a:pt x="148" y="136"/>
                </a:lnTo>
                <a:lnTo>
                  <a:pt x="148" y="127"/>
                </a:lnTo>
                <a:lnTo>
                  <a:pt x="147" y="120"/>
                </a:lnTo>
                <a:lnTo>
                  <a:pt x="146" y="111"/>
                </a:lnTo>
                <a:cubicBezTo>
                  <a:pt x="146" y="110"/>
                  <a:pt x="146" y="109"/>
                  <a:pt x="147" y="108"/>
                </a:cubicBezTo>
                <a:lnTo>
                  <a:pt x="151" y="100"/>
                </a:lnTo>
                <a:cubicBezTo>
                  <a:pt x="152" y="96"/>
                  <a:pt x="156" y="95"/>
                  <a:pt x="160" y="96"/>
                </a:cubicBezTo>
                <a:cubicBezTo>
                  <a:pt x="163" y="96"/>
                  <a:pt x="166" y="100"/>
                  <a:pt x="166" y="103"/>
                </a:cubicBezTo>
                <a:lnTo>
                  <a:pt x="166" y="118"/>
                </a:lnTo>
                <a:lnTo>
                  <a:pt x="170" y="146"/>
                </a:lnTo>
                <a:lnTo>
                  <a:pt x="169" y="160"/>
                </a:lnTo>
                <a:lnTo>
                  <a:pt x="166" y="182"/>
                </a:lnTo>
                <a:lnTo>
                  <a:pt x="168" y="194"/>
                </a:lnTo>
                <a:lnTo>
                  <a:pt x="168" y="198"/>
                </a:lnTo>
                <a:lnTo>
                  <a:pt x="174" y="194"/>
                </a:lnTo>
                <a:lnTo>
                  <a:pt x="180" y="185"/>
                </a:lnTo>
                <a:lnTo>
                  <a:pt x="194" y="141"/>
                </a:lnTo>
                <a:cubicBezTo>
                  <a:pt x="194" y="140"/>
                  <a:pt x="195" y="139"/>
                  <a:pt x="195" y="139"/>
                </a:cubicBezTo>
                <a:lnTo>
                  <a:pt x="207" y="125"/>
                </a:lnTo>
                <a:lnTo>
                  <a:pt x="211" y="107"/>
                </a:lnTo>
                <a:lnTo>
                  <a:pt x="219" y="70"/>
                </a:lnTo>
                <a:cubicBezTo>
                  <a:pt x="219" y="68"/>
                  <a:pt x="219" y="67"/>
                  <a:pt x="220" y="66"/>
                </a:cubicBezTo>
                <a:lnTo>
                  <a:pt x="224" y="62"/>
                </a:lnTo>
                <a:cubicBezTo>
                  <a:pt x="226" y="60"/>
                  <a:pt x="228" y="59"/>
                  <a:pt x="230" y="59"/>
                </a:cubicBezTo>
                <a:cubicBezTo>
                  <a:pt x="232" y="59"/>
                  <a:pt x="234" y="60"/>
                  <a:pt x="236" y="61"/>
                </a:cubicBezTo>
                <a:lnTo>
                  <a:pt x="239" y="65"/>
                </a:lnTo>
                <a:lnTo>
                  <a:pt x="243" y="70"/>
                </a:lnTo>
                <a:lnTo>
                  <a:pt x="260" y="54"/>
                </a:lnTo>
                <a:cubicBezTo>
                  <a:pt x="261" y="53"/>
                  <a:pt x="263" y="52"/>
                  <a:pt x="264" y="52"/>
                </a:cubicBezTo>
                <a:lnTo>
                  <a:pt x="302" y="42"/>
                </a:lnTo>
                <a:cubicBezTo>
                  <a:pt x="303" y="42"/>
                  <a:pt x="304" y="42"/>
                  <a:pt x="305" y="42"/>
                </a:cubicBezTo>
                <a:lnTo>
                  <a:pt x="327" y="43"/>
                </a:lnTo>
                <a:cubicBezTo>
                  <a:pt x="328" y="43"/>
                  <a:pt x="329" y="44"/>
                  <a:pt x="330" y="44"/>
                </a:cubicBezTo>
                <a:lnTo>
                  <a:pt x="343" y="51"/>
                </a:lnTo>
                <a:lnTo>
                  <a:pt x="343" y="50"/>
                </a:lnTo>
                <a:lnTo>
                  <a:pt x="345" y="42"/>
                </a:lnTo>
                <a:lnTo>
                  <a:pt x="344" y="39"/>
                </a:lnTo>
                <a:lnTo>
                  <a:pt x="273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7" name="Freeform 102">
            <a:extLst>
              <a:ext uri="{FF2B5EF4-FFF2-40B4-BE49-F238E27FC236}">
                <a16:creationId xmlns:a16="http://schemas.microsoft.com/office/drawing/2014/main" xmlns="" id="{9F406BF6-B9D0-498F-9064-DCA79706C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634" y="3330830"/>
            <a:ext cx="49839" cy="40940"/>
          </a:xfrm>
          <a:custGeom>
            <a:avLst/>
            <a:gdLst>
              <a:gd name="T0" fmla="*/ 106 w 125"/>
              <a:gd name="T1" fmla="*/ 65 h 100"/>
              <a:gd name="T2" fmla="*/ 107 w 125"/>
              <a:gd name="T3" fmla="*/ 70 h 100"/>
              <a:gd name="T4" fmla="*/ 107 w 125"/>
              <a:gd name="T5" fmla="*/ 83 h 100"/>
              <a:gd name="T6" fmla="*/ 108 w 125"/>
              <a:gd name="T7" fmla="*/ 83 h 100"/>
              <a:gd name="T8" fmla="*/ 110 w 125"/>
              <a:gd name="T9" fmla="*/ 85 h 100"/>
              <a:gd name="T10" fmla="*/ 124 w 125"/>
              <a:gd name="T11" fmla="*/ 99 h 100"/>
              <a:gd name="T12" fmla="*/ 123 w 125"/>
              <a:gd name="T13" fmla="*/ 94 h 100"/>
              <a:gd name="T14" fmla="*/ 122 w 125"/>
              <a:gd name="T15" fmla="*/ 65 h 100"/>
              <a:gd name="T16" fmla="*/ 109 w 125"/>
              <a:gd name="T17" fmla="*/ 50 h 100"/>
              <a:gd name="T18" fmla="*/ 76 w 125"/>
              <a:gd name="T19" fmla="*/ 33 h 100"/>
              <a:gd name="T20" fmla="*/ 73 w 125"/>
              <a:gd name="T21" fmla="*/ 30 h 100"/>
              <a:gd name="T22" fmla="*/ 73 w 125"/>
              <a:gd name="T23" fmla="*/ 29 h 100"/>
              <a:gd name="T24" fmla="*/ 64 w 125"/>
              <a:gd name="T25" fmla="*/ 31 h 100"/>
              <a:gd name="T26" fmla="*/ 59 w 125"/>
              <a:gd name="T27" fmla="*/ 31 h 100"/>
              <a:gd name="T28" fmla="*/ 52 w 125"/>
              <a:gd name="T29" fmla="*/ 28 h 100"/>
              <a:gd name="T30" fmla="*/ 48 w 125"/>
              <a:gd name="T31" fmla="*/ 24 h 100"/>
              <a:gd name="T32" fmla="*/ 46 w 125"/>
              <a:gd name="T33" fmla="*/ 21 h 100"/>
              <a:gd name="T34" fmla="*/ 45 w 125"/>
              <a:gd name="T35" fmla="*/ 19 h 100"/>
              <a:gd name="T36" fmla="*/ 43 w 125"/>
              <a:gd name="T37" fmla="*/ 9 h 100"/>
              <a:gd name="T38" fmla="*/ 41 w 125"/>
              <a:gd name="T39" fmla="*/ 10 h 100"/>
              <a:gd name="T40" fmla="*/ 39 w 125"/>
              <a:gd name="T41" fmla="*/ 10 h 100"/>
              <a:gd name="T42" fmla="*/ 35 w 125"/>
              <a:gd name="T43" fmla="*/ 11 h 100"/>
              <a:gd name="T44" fmla="*/ 31 w 125"/>
              <a:gd name="T45" fmla="*/ 11 h 100"/>
              <a:gd name="T46" fmla="*/ 25 w 125"/>
              <a:gd name="T47" fmla="*/ 8 h 100"/>
              <a:gd name="T48" fmla="*/ 12 w 125"/>
              <a:gd name="T49" fmla="*/ 0 h 100"/>
              <a:gd name="T50" fmla="*/ 10 w 125"/>
              <a:gd name="T51" fmla="*/ 1 h 100"/>
              <a:gd name="T52" fmla="*/ 2 w 125"/>
              <a:gd name="T53" fmla="*/ 18 h 100"/>
              <a:gd name="T54" fmla="*/ 1 w 125"/>
              <a:gd name="T55" fmla="*/ 20 h 100"/>
              <a:gd name="T56" fmla="*/ 0 w 125"/>
              <a:gd name="T57" fmla="*/ 22 h 100"/>
              <a:gd name="T58" fmla="*/ 0 w 125"/>
              <a:gd name="T59" fmla="*/ 22 h 100"/>
              <a:gd name="T60" fmla="*/ 19 w 125"/>
              <a:gd name="T61" fmla="*/ 33 h 100"/>
              <a:gd name="T62" fmla="*/ 63 w 125"/>
              <a:gd name="T63" fmla="*/ 41 h 100"/>
              <a:gd name="T64" fmla="*/ 68 w 125"/>
              <a:gd name="T65" fmla="*/ 43 h 100"/>
              <a:gd name="T66" fmla="*/ 71 w 125"/>
              <a:gd name="T67" fmla="*/ 45 h 100"/>
              <a:gd name="T68" fmla="*/ 72 w 125"/>
              <a:gd name="T69" fmla="*/ 49 h 100"/>
              <a:gd name="T70" fmla="*/ 74 w 125"/>
              <a:gd name="T71" fmla="*/ 55 h 100"/>
              <a:gd name="T72" fmla="*/ 75 w 125"/>
              <a:gd name="T73" fmla="*/ 57 h 100"/>
              <a:gd name="T74" fmla="*/ 75 w 125"/>
              <a:gd name="T75" fmla="*/ 63 h 100"/>
              <a:gd name="T76" fmla="*/ 73 w 125"/>
              <a:gd name="T77" fmla="*/ 69 h 100"/>
              <a:gd name="T78" fmla="*/ 70 w 125"/>
              <a:gd name="T79" fmla="*/ 71 h 100"/>
              <a:gd name="T80" fmla="*/ 65 w 125"/>
              <a:gd name="T81" fmla="*/ 74 h 100"/>
              <a:gd name="T82" fmla="*/ 25 w 125"/>
              <a:gd name="T83" fmla="*/ 76 h 100"/>
              <a:gd name="T84" fmla="*/ 20 w 125"/>
              <a:gd name="T85" fmla="*/ 78 h 100"/>
              <a:gd name="T86" fmla="*/ 80 w 125"/>
              <a:gd name="T87" fmla="*/ 75 h 100"/>
              <a:gd name="T88" fmla="*/ 86 w 125"/>
              <a:gd name="T89" fmla="*/ 64 h 100"/>
              <a:gd name="T90" fmla="*/ 89 w 125"/>
              <a:gd name="T91" fmla="*/ 62 h 100"/>
              <a:gd name="T92" fmla="*/ 92 w 125"/>
              <a:gd name="T93" fmla="*/ 59 h 100"/>
              <a:gd name="T94" fmla="*/ 98 w 125"/>
              <a:gd name="T95" fmla="*/ 58 h 100"/>
              <a:gd name="T96" fmla="*/ 104 w 125"/>
              <a:gd name="T97" fmla="*/ 62 h 100"/>
              <a:gd name="T98" fmla="*/ 106 w 125"/>
              <a:gd name="T99" fmla="*/ 65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25" h="100">
                <a:moveTo>
                  <a:pt x="106" y="65"/>
                </a:moveTo>
                <a:cubicBezTo>
                  <a:pt x="107" y="66"/>
                  <a:pt x="107" y="68"/>
                  <a:pt x="107" y="70"/>
                </a:cubicBezTo>
                <a:lnTo>
                  <a:pt x="107" y="83"/>
                </a:lnTo>
                <a:lnTo>
                  <a:pt x="108" y="83"/>
                </a:lnTo>
                <a:cubicBezTo>
                  <a:pt x="109" y="84"/>
                  <a:pt x="109" y="84"/>
                  <a:pt x="110" y="85"/>
                </a:cubicBezTo>
                <a:lnTo>
                  <a:pt x="124" y="99"/>
                </a:lnTo>
                <a:cubicBezTo>
                  <a:pt x="123" y="98"/>
                  <a:pt x="123" y="96"/>
                  <a:pt x="123" y="94"/>
                </a:cubicBezTo>
                <a:lnTo>
                  <a:pt x="122" y="65"/>
                </a:lnTo>
                <a:lnTo>
                  <a:pt x="109" y="50"/>
                </a:lnTo>
                <a:lnTo>
                  <a:pt x="76" y="33"/>
                </a:lnTo>
                <a:cubicBezTo>
                  <a:pt x="75" y="32"/>
                  <a:pt x="74" y="31"/>
                  <a:pt x="73" y="30"/>
                </a:cubicBezTo>
                <a:lnTo>
                  <a:pt x="73" y="29"/>
                </a:lnTo>
                <a:lnTo>
                  <a:pt x="64" y="31"/>
                </a:lnTo>
                <a:cubicBezTo>
                  <a:pt x="62" y="31"/>
                  <a:pt x="60" y="31"/>
                  <a:pt x="59" y="31"/>
                </a:cubicBezTo>
                <a:lnTo>
                  <a:pt x="52" y="28"/>
                </a:lnTo>
                <a:cubicBezTo>
                  <a:pt x="50" y="27"/>
                  <a:pt x="49" y="26"/>
                  <a:pt x="48" y="24"/>
                </a:cubicBezTo>
                <a:lnTo>
                  <a:pt x="46" y="21"/>
                </a:lnTo>
                <a:cubicBezTo>
                  <a:pt x="46" y="20"/>
                  <a:pt x="45" y="20"/>
                  <a:pt x="45" y="19"/>
                </a:cubicBezTo>
                <a:lnTo>
                  <a:pt x="43" y="9"/>
                </a:lnTo>
                <a:lnTo>
                  <a:pt x="41" y="10"/>
                </a:lnTo>
                <a:cubicBezTo>
                  <a:pt x="40" y="10"/>
                  <a:pt x="40" y="10"/>
                  <a:pt x="39" y="10"/>
                </a:cubicBezTo>
                <a:lnTo>
                  <a:pt x="35" y="11"/>
                </a:lnTo>
                <a:cubicBezTo>
                  <a:pt x="34" y="11"/>
                  <a:pt x="32" y="11"/>
                  <a:pt x="31" y="11"/>
                </a:cubicBezTo>
                <a:lnTo>
                  <a:pt x="25" y="8"/>
                </a:lnTo>
                <a:lnTo>
                  <a:pt x="12" y="0"/>
                </a:lnTo>
                <a:lnTo>
                  <a:pt x="10" y="1"/>
                </a:lnTo>
                <a:lnTo>
                  <a:pt x="2" y="18"/>
                </a:lnTo>
                <a:cubicBezTo>
                  <a:pt x="2" y="19"/>
                  <a:pt x="1" y="20"/>
                  <a:pt x="1" y="20"/>
                </a:cubicBezTo>
                <a:lnTo>
                  <a:pt x="0" y="22"/>
                </a:lnTo>
                <a:lnTo>
                  <a:pt x="0" y="22"/>
                </a:lnTo>
                <a:lnTo>
                  <a:pt x="19" y="33"/>
                </a:lnTo>
                <a:lnTo>
                  <a:pt x="63" y="41"/>
                </a:lnTo>
                <a:cubicBezTo>
                  <a:pt x="65" y="41"/>
                  <a:pt x="67" y="42"/>
                  <a:pt x="68" y="43"/>
                </a:cubicBezTo>
                <a:lnTo>
                  <a:pt x="71" y="45"/>
                </a:lnTo>
                <a:cubicBezTo>
                  <a:pt x="71" y="46"/>
                  <a:pt x="72" y="47"/>
                  <a:pt x="72" y="49"/>
                </a:cubicBezTo>
                <a:lnTo>
                  <a:pt x="74" y="55"/>
                </a:lnTo>
                <a:cubicBezTo>
                  <a:pt x="75" y="55"/>
                  <a:pt x="75" y="56"/>
                  <a:pt x="75" y="57"/>
                </a:cubicBezTo>
                <a:lnTo>
                  <a:pt x="75" y="63"/>
                </a:lnTo>
                <a:cubicBezTo>
                  <a:pt x="75" y="65"/>
                  <a:pt x="74" y="67"/>
                  <a:pt x="73" y="69"/>
                </a:cubicBezTo>
                <a:lnTo>
                  <a:pt x="70" y="71"/>
                </a:lnTo>
                <a:cubicBezTo>
                  <a:pt x="69" y="73"/>
                  <a:pt x="67" y="74"/>
                  <a:pt x="65" y="74"/>
                </a:cubicBezTo>
                <a:lnTo>
                  <a:pt x="25" y="76"/>
                </a:lnTo>
                <a:lnTo>
                  <a:pt x="20" y="78"/>
                </a:lnTo>
                <a:lnTo>
                  <a:pt x="80" y="75"/>
                </a:lnTo>
                <a:lnTo>
                  <a:pt x="86" y="64"/>
                </a:lnTo>
                <a:cubicBezTo>
                  <a:pt x="87" y="63"/>
                  <a:pt x="88" y="63"/>
                  <a:pt x="89" y="62"/>
                </a:cubicBezTo>
                <a:lnTo>
                  <a:pt x="92" y="59"/>
                </a:lnTo>
                <a:cubicBezTo>
                  <a:pt x="94" y="58"/>
                  <a:pt x="96" y="58"/>
                  <a:pt x="98" y="58"/>
                </a:cubicBezTo>
                <a:cubicBezTo>
                  <a:pt x="101" y="58"/>
                  <a:pt x="102" y="60"/>
                  <a:pt x="104" y="62"/>
                </a:cubicBezTo>
                <a:lnTo>
                  <a:pt x="106" y="6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8" name="Freeform 103">
            <a:extLst>
              <a:ext uri="{FF2B5EF4-FFF2-40B4-BE49-F238E27FC236}">
                <a16:creationId xmlns:a16="http://schemas.microsoft.com/office/drawing/2014/main" xmlns="" id="{FE3A4162-EAC3-43E9-B3AD-0112CDC5E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099" y="3323710"/>
            <a:ext cx="19580" cy="23140"/>
          </a:xfrm>
          <a:custGeom>
            <a:avLst/>
            <a:gdLst>
              <a:gd name="T0" fmla="*/ 34 w 49"/>
              <a:gd name="T1" fmla="*/ 18 h 56"/>
              <a:gd name="T2" fmla="*/ 31 w 49"/>
              <a:gd name="T3" fmla="*/ 17 h 56"/>
              <a:gd name="T4" fmla="*/ 22 w 49"/>
              <a:gd name="T5" fmla="*/ 11 h 56"/>
              <a:gd name="T6" fmla="*/ 19 w 49"/>
              <a:gd name="T7" fmla="*/ 9 h 56"/>
              <a:gd name="T8" fmla="*/ 14 w 49"/>
              <a:gd name="T9" fmla="*/ 1 h 56"/>
              <a:gd name="T10" fmla="*/ 10 w 49"/>
              <a:gd name="T11" fmla="*/ 0 h 56"/>
              <a:gd name="T12" fmla="*/ 4 w 49"/>
              <a:gd name="T13" fmla="*/ 1 h 56"/>
              <a:gd name="T14" fmla="*/ 6 w 49"/>
              <a:gd name="T15" fmla="*/ 8 h 56"/>
              <a:gd name="T16" fmla="*/ 5 w 49"/>
              <a:gd name="T17" fmla="*/ 14 h 56"/>
              <a:gd name="T18" fmla="*/ 0 w 49"/>
              <a:gd name="T19" fmla="*/ 18 h 56"/>
              <a:gd name="T20" fmla="*/ 7 w 49"/>
              <a:gd name="T21" fmla="*/ 18 h 56"/>
              <a:gd name="T22" fmla="*/ 19 w 49"/>
              <a:gd name="T23" fmla="*/ 18 h 56"/>
              <a:gd name="T24" fmla="*/ 25 w 49"/>
              <a:gd name="T25" fmla="*/ 21 h 56"/>
              <a:gd name="T26" fmla="*/ 26 w 49"/>
              <a:gd name="T27" fmla="*/ 28 h 56"/>
              <a:gd name="T28" fmla="*/ 24 w 49"/>
              <a:gd name="T29" fmla="*/ 35 h 56"/>
              <a:gd name="T30" fmla="*/ 25 w 49"/>
              <a:gd name="T31" fmla="*/ 41 h 56"/>
              <a:gd name="T32" fmla="*/ 30 w 49"/>
              <a:gd name="T33" fmla="*/ 49 h 56"/>
              <a:gd name="T34" fmla="*/ 37 w 49"/>
              <a:gd name="T35" fmla="*/ 55 h 56"/>
              <a:gd name="T36" fmla="*/ 42 w 49"/>
              <a:gd name="T37" fmla="*/ 53 h 56"/>
              <a:gd name="T38" fmla="*/ 48 w 49"/>
              <a:gd name="T39" fmla="*/ 37 h 56"/>
              <a:gd name="T40" fmla="*/ 42 w 49"/>
              <a:gd name="T41" fmla="*/ 19 h 56"/>
              <a:gd name="T42" fmla="*/ 34 w 49"/>
              <a:gd name="T43" fmla="*/ 18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9" h="56">
                <a:moveTo>
                  <a:pt x="34" y="18"/>
                </a:moveTo>
                <a:cubicBezTo>
                  <a:pt x="33" y="18"/>
                  <a:pt x="32" y="17"/>
                  <a:pt x="31" y="17"/>
                </a:cubicBezTo>
                <a:lnTo>
                  <a:pt x="22" y="11"/>
                </a:lnTo>
                <a:cubicBezTo>
                  <a:pt x="21" y="11"/>
                  <a:pt x="20" y="10"/>
                  <a:pt x="19" y="9"/>
                </a:cubicBezTo>
                <a:lnTo>
                  <a:pt x="14" y="1"/>
                </a:lnTo>
                <a:lnTo>
                  <a:pt x="10" y="0"/>
                </a:lnTo>
                <a:lnTo>
                  <a:pt x="4" y="1"/>
                </a:lnTo>
                <a:lnTo>
                  <a:pt x="6" y="8"/>
                </a:lnTo>
                <a:cubicBezTo>
                  <a:pt x="6" y="10"/>
                  <a:pt x="6" y="12"/>
                  <a:pt x="5" y="14"/>
                </a:cubicBezTo>
                <a:cubicBezTo>
                  <a:pt x="4" y="16"/>
                  <a:pt x="2" y="17"/>
                  <a:pt x="0" y="18"/>
                </a:cubicBezTo>
                <a:lnTo>
                  <a:pt x="7" y="18"/>
                </a:lnTo>
                <a:lnTo>
                  <a:pt x="19" y="18"/>
                </a:lnTo>
                <a:cubicBezTo>
                  <a:pt x="21" y="18"/>
                  <a:pt x="24" y="19"/>
                  <a:pt x="25" y="21"/>
                </a:cubicBezTo>
                <a:cubicBezTo>
                  <a:pt x="27" y="23"/>
                  <a:pt x="27" y="26"/>
                  <a:pt x="26" y="28"/>
                </a:cubicBezTo>
                <a:lnTo>
                  <a:pt x="24" y="35"/>
                </a:lnTo>
                <a:lnTo>
                  <a:pt x="25" y="41"/>
                </a:lnTo>
                <a:lnTo>
                  <a:pt x="30" y="49"/>
                </a:lnTo>
                <a:lnTo>
                  <a:pt x="37" y="55"/>
                </a:lnTo>
                <a:lnTo>
                  <a:pt x="42" y="53"/>
                </a:lnTo>
                <a:lnTo>
                  <a:pt x="48" y="37"/>
                </a:lnTo>
                <a:lnTo>
                  <a:pt x="42" y="19"/>
                </a:lnTo>
                <a:lnTo>
                  <a:pt x="34" y="1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79" name="Freeform 104">
            <a:extLst>
              <a:ext uri="{FF2B5EF4-FFF2-40B4-BE49-F238E27FC236}">
                <a16:creationId xmlns:a16="http://schemas.microsoft.com/office/drawing/2014/main" xmlns="" id="{4FE7189C-59BE-4205-B1E5-D91224016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1797" y="3225812"/>
            <a:ext cx="78318" cy="119257"/>
          </a:xfrm>
          <a:custGeom>
            <a:avLst/>
            <a:gdLst>
              <a:gd name="T0" fmla="*/ 156 w 196"/>
              <a:gd name="T1" fmla="*/ 121 h 295"/>
              <a:gd name="T2" fmla="*/ 157 w 196"/>
              <a:gd name="T3" fmla="*/ 108 h 295"/>
              <a:gd name="T4" fmla="*/ 159 w 196"/>
              <a:gd name="T5" fmla="*/ 82 h 295"/>
              <a:gd name="T6" fmla="*/ 169 w 196"/>
              <a:gd name="T7" fmla="*/ 81 h 295"/>
              <a:gd name="T8" fmla="*/ 176 w 196"/>
              <a:gd name="T9" fmla="*/ 86 h 295"/>
              <a:gd name="T10" fmla="*/ 179 w 196"/>
              <a:gd name="T11" fmla="*/ 94 h 295"/>
              <a:gd name="T12" fmla="*/ 189 w 196"/>
              <a:gd name="T13" fmla="*/ 113 h 295"/>
              <a:gd name="T14" fmla="*/ 190 w 196"/>
              <a:gd name="T15" fmla="*/ 88 h 295"/>
              <a:gd name="T16" fmla="*/ 184 w 196"/>
              <a:gd name="T17" fmla="*/ 66 h 295"/>
              <a:gd name="T18" fmla="*/ 194 w 196"/>
              <a:gd name="T19" fmla="*/ 10 h 295"/>
              <a:gd name="T20" fmla="*/ 187 w 196"/>
              <a:gd name="T21" fmla="*/ 15 h 295"/>
              <a:gd name="T22" fmla="*/ 179 w 196"/>
              <a:gd name="T23" fmla="*/ 17 h 295"/>
              <a:gd name="T24" fmla="*/ 171 w 196"/>
              <a:gd name="T25" fmla="*/ 14 h 295"/>
              <a:gd name="T26" fmla="*/ 165 w 196"/>
              <a:gd name="T27" fmla="*/ 9 h 295"/>
              <a:gd name="T28" fmla="*/ 161 w 196"/>
              <a:gd name="T29" fmla="*/ 0 h 295"/>
              <a:gd name="T30" fmla="*/ 142 w 196"/>
              <a:gd name="T31" fmla="*/ 13 h 295"/>
              <a:gd name="T32" fmla="*/ 134 w 196"/>
              <a:gd name="T33" fmla="*/ 23 h 295"/>
              <a:gd name="T34" fmla="*/ 137 w 196"/>
              <a:gd name="T35" fmla="*/ 32 h 295"/>
              <a:gd name="T36" fmla="*/ 139 w 196"/>
              <a:gd name="T37" fmla="*/ 56 h 295"/>
              <a:gd name="T38" fmla="*/ 124 w 196"/>
              <a:gd name="T39" fmla="*/ 52 h 295"/>
              <a:gd name="T40" fmla="*/ 114 w 196"/>
              <a:gd name="T41" fmla="*/ 35 h 295"/>
              <a:gd name="T42" fmla="*/ 102 w 196"/>
              <a:gd name="T43" fmla="*/ 42 h 295"/>
              <a:gd name="T44" fmla="*/ 97 w 196"/>
              <a:gd name="T45" fmla="*/ 54 h 295"/>
              <a:gd name="T46" fmla="*/ 76 w 196"/>
              <a:gd name="T47" fmla="*/ 52 h 295"/>
              <a:gd name="T48" fmla="*/ 69 w 196"/>
              <a:gd name="T49" fmla="*/ 55 h 295"/>
              <a:gd name="T50" fmla="*/ 80 w 196"/>
              <a:gd name="T51" fmla="*/ 76 h 295"/>
              <a:gd name="T52" fmla="*/ 87 w 196"/>
              <a:gd name="T53" fmla="*/ 84 h 295"/>
              <a:gd name="T54" fmla="*/ 88 w 196"/>
              <a:gd name="T55" fmla="*/ 93 h 295"/>
              <a:gd name="T56" fmla="*/ 101 w 196"/>
              <a:gd name="T57" fmla="*/ 100 h 295"/>
              <a:gd name="T58" fmla="*/ 98 w 196"/>
              <a:gd name="T59" fmla="*/ 115 h 295"/>
              <a:gd name="T60" fmla="*/ 78 w 196"/>
              <a:gd name="T61" fmla="*/ 115 h 295"/>
              <a:gd name="T62" fmla="*/ 79 w 196"/>
              <a:gd name="T63" fmla="*/ 118 h 295"/>
              <a:gd name="T64" fmla="*/ 100 w 196"/>
              <a:gd name="T65" fmla="*/ 120 h 295"/>
              <a:gd name="T66" fmla="*/ 113 w 196"/>
              <a:gd name="T67" fmla="*/ 131 h 295"/>
              <a:gd name="T68" fmla="*/ 80 w 196"/>
              <a:gd name="T69" fmla="*/ 138 h 295"/>
              <a:gd name="T70" fmla="*/ 70 w 196"/>
              <a:gd name="T71" fmla="*/ 150 h 295"/>
              <a:gd name="T72" fmla="*/ 40 w 196"/>
              <a:gd name="T73" fmla="*/ 191 h 295"/>
              <a:gd name="T74" fmla="*/ 24 w 196"/>
              <a:gd name="T75" fmla="*/ 235 h 295"/>
              <a:gd name="T76" fmla="*/ 17 w 196"/>
              <a:gd name="T77" fmla="*/ 245 h 295"/>
              <a:gd name="T78" fmla="*/ 5 w 196"/>
              <a:gd name="T79" fmla="*/ 257 h 295"/>
              <a:gd name="T80" fmla="*/ 5 w 196"/>
              <a:gd name="T81" fmla="*/ 276 h 295"/>
              <a:gd name="T82" fmla="*/ 0 w 196"/>
              <a:gd name="T83" fmla="*/ 292 h 295"/>
              <a:gd name="T84" fmla="*/ 4 w 196"/>
              <a:gd name="T85" fmla="*/ 293 h 295"/>
              <a:gd name="T86" fmla="*/ 24 w 196"/>
              <a:gd name="T87" fmla="*/ 271 h 295"/>
              <a:gd name="T88" fmla="*/ 30 w 196"/>
              <a:gd name="T89" fmla="*/ 253 h 295"/>
              <a:gd name="T90" fmla="*/ 56 w 196"/>
              <a:gd name="T91" fmla="*/ 229 h 295"/>
              <a:gd name="T92" fmla="*/ 45 w 196"/>
              <a:gd name="T93" fmla="*/ 226 h 295"/>
              <a:gd name="T94" fmla="*/ 54 w 196"/>
              <a:gd name="T95" fmla="*/ 205 h 295"/>
              <a:gd name="T96" fmla="*/ 76 w 196"/>
              <a:gd name="T97" fmla="*/ 197 h 295"/>
              <a:gd name="T98" fmla="*/ 88 w 196"/>
              <a:gd name="T99" fmla="*/ 178 h 295"/>
              <a:gd name="T100" fmla="*/ 104 w 196"/>
              <a:gd name="T101" fmla="*/ 163 h 295"/>
              <a:gd name="T102" fmla="*/ 107 w 196"/>
              <a:gd name="T103" fmla="*/ 159 h 295"/>
              <a:gd name="T104" fmla="*/ 122 w 196"/>
              <a:gd name="T105" fmla="*/ 16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96" h="295">
                <a:moveTo>
                  <a:pt x="125" y="159"/>
                </a:moveTo>
                <a:lnTo>
                  <a:pt x="156" y="121"/>
                </a:lnTo>
                <a:lnTo>
                  <a:pt x="157" y="117"/>
                </a:lnTo>
                <a:lnTo>
                  <a:pt x="157" y="108"/>
                </a:lnTo>
                <a:lnTo>
                  <a:pt x="154" y="91"/>
                </a:lnTo>
                <a:cubicBezTo>
                  <a:pt x="153" y="87"/>
                  <a:pt x="155" y="83"/>
                  <a:pt x="159" y="82"/>
                </a:cubicBezTo>
                <a:lnTo>
                  <a:pt x="163" y="81"/>
                </a:lnTo>
                <a:cubicBezTo>
                  <a:pt x="165" y="80"/>
                  <a:pt x="167" y="80"/>
                  <a:pt x="169" y="81"/>
                </a:cubicBezTo>
                <a:lnTo>
                  <a:pt x="172" y="83"/>
                </a:lnTo>
                <a:cubicBezTo>
                  <a:pt x="174" y="84"/>
                  <a:pt x="175" y="85"/>
                  <a:pt x="176" y="86"/>
                </a:cubicBezTo>
                <a:lnTo>
                  <a:pt x="178" y="92"/>
                </a:lnTo>
                <a:cubicBezTo>
                  <a:pt x="179" y="93"/>
                  <a:pt x="179" y="93"/>
                  <a:pt x="179" y="94"/>
                </a:cubicBezTo>
                <a:lnTo>
                  <a:pt x="181" y="104"/>
                </a:lnTo>
                <a:lnTo>
                  <a:pt x="189" y="113"/>
                </a:lnTo>
                <a:lnTo>
                  <a:pt x="195" y="99"/>
                </a:lnTo>
                <a:lnTo>
                  <a:pt x="190" y="88"/>
                </a:lnTo>
                <a:lnTo>
                  <a:pt x="184" y="68"/>
                </a:lnTo>
                <a:cubicBezTo>
                  <a:pt x="184" y="68"/>
                  <a:pt x="184" y="67"/>
                  <a:pt x="184" y="66"/>
                </a:cubicBezTo>
                <a:lnTo>
                  <a:pt x="185" y="58"/>
                </a:lnTo>
                <a:lnTo>
                  <a:pt x="194" y="10"/>
                </a:lnTo>
                <a:lnTo>
                  <a:pt x="191" y="13"/>
                </a:lnTo>
                <a:cubicBezTo>
                  <a:pt x="190" y="14"/>
                  <a:pt x="189" y="15"/>
                  <a:pt x="187" y="15"/>
                </a:cubicBezTo>
                <a:lnTo>
                  <a:pt x="183" y="17"/>
                </a:lnTo>
                <a:cubicBezTo>
                  <a:pt x="182" y="17"/>
                  <a:pt x="180" y="17"/>
                  <a:pt x="179" y="17"/>
                </a:cubicBezTo>
                <a:lnTo>
                  <a:pt x="174" y="16"/>
                </a:lnTo>
                <a:cubicBezTo>
                  <a:pt x="173" y="15"/>
                  <a:pt x="172" y="15"/>
                  <a:pt x="171" y="14"/>
                </a:cubicBezTo>
                <a:lnTo>
                  <a:pt x="167" y="11"/>
                </a:lnTo>
                <a:cubicBezTo>
                  <a:pt x="166" y="11"/>
                  <a:pt x="166" y="10"/>
                  <a:pt x="165" y="9"/>
                </a:cubicBezTo>
                <a:lnTo>
                  <a:pt x="163" y="6"/>
                </a:lnTo>
                <a:lnTo>
                  <a:pt x="161" y="0"/>
                </a:lnTo>
                <a:lnTo>
                  <a:pt x="139" y="4"/>
                </a:lnTo>
                <a:lnTo>
                  <a:pt x="142" y="13"/>
                </a:lnTo>
                <a:cubicBezTo>
                  <a:pt x="143" y="16"/>
                  <a:pt x="142" y="18"/>
                  <a:pt x="140" y="20"/>
                </a:cubicBezTo>
                <a:cubicBezTo>
                  <a:pt x="139" y="22"/>
                  <a:pt x="137" y="24"/>
                  <a:pt x="134" y="23"/>
                </a:cubicBezTo>
                <a:lnTo>
                  <a:pt x="133" y="23"/>
                </a:lnTo>
                <a:lnTo>
                  <a:pt x="137" y="32"/>
                </a:lnTo>
                <a:lnTo>
                  <a:pt x="142" y="47"/>
                </a:lnTo>
                <a:cubicBezTo>
                  <a:pt x="143" y="50"/>
                  <a:pt x="142" y="54"/>
                  <a:pt x="139" y="56"/>
                </a:cubicBezTo>
                <a:cubicBezTo>
                  <a:pt x="136" y="58"/>
                  <a:pt x="133" y="58"/>
                  <a:pt x="130" y="56"/>
                </a:cubicBezTo>
                <a:lnTo>
                  <a:pt x="124" y="52"/>
                </a:lnTo>
                <a:cubicBezTo>
                  <a:pt x="123" y="52"/>
                  <a:pt x="122" y="51"/>
                  <a:pt x="122" y="50"/>
                </a:cubicBezTo>
                <a:lnTo>
                  <a:pt x="114" y="35"/>
                </a:lnTo>
                <a:lnTo>
                  <a:pt x="101" y="38"/>
                </a:lnTo>
                <a:lnTo>
                  <a:pt x="102" y="42"/>
                </a:lnTo>
                <a:cubicBezTo>
                  <a:pt x="103" y="45"/>
                  <a:pt x="102" y="48"/>
                  <a:pt x="100" y="51"/>
                </a:cubicBezTo>
                <a:lnTo>
                  <a:pt x="97" y="54"/>
                </a:lnTo>
                <a:cubicBezTo>
                  <a:pt x="94" y="56"/>
                  <a:pt x="91" y="57"/>
                  <a:pt x="88" y="56"/>
                </a:cubicBezTo>
                <a:lnTo>
                  <a:pt x="76" y="52"/>
                </a:lnTo>
                <a:lnTo>
                  <a:pt x="72" y="52"/>
                </a:lnTo>
                <a:lnTo>
                  <a:pt x="69" y="55"/>
                </a:lnTo>
                <a:lnTo>
                  <a:pt x="61" y="72"/>
                </a:lnTo>
                <a:lnTo>
                  <a:pt x="80" y="76"/>
                </a:lnTo>
                <a:cubicBezTo>
                  <a:pt x="83" y="77"/>
                  <a:pt x="85" y="79"/>
                  <a:pt x="86" y="81"/>
                </a:cubicBezTo>
                <a:lnTo>
                  <a:pt x="87" y="84"/>
                </a:lnTo>
                <a:cubicBezTo>
                  <a:pt x="88" y="85"/>
                  <a:pt x="88" y="86"/>
                  <a:pt x="88" y="87"/>
                </a:cubicBezTo>
                <a:lnTo>
                  <a:pt x="88" y="93"/>
                </a:lnTo>
                <a:lnTo>
                  <a:pt x="88" y="95"/>
                </a:lnTo>
                <a:lnTo>
                  <a:pt x="101" y="100"/>
                </a:lnTo>
                <a:cubicBezTo>
                  <a:pt x="105" y="101"/>
                  <a:pt x="108" y="105"/>
                  <a:pt x="107" y="109"/>
                </a:cubicBezTo>
                <a:cubicBezTo>
                  <a:pt x="107" y="113"/>
                  <a:pt x="103" y="116"/>
                  <a:pt x="98" y="115"/>
                </a:cubicBezTo>
                <a:lnTo>
                  <a:pt x="82" y="114"/>
                </a:lnTo>
                <a:lnTo>
                  <a:pt x="78" y="115"/>
                </a:lnTo>
                <a:lnTo>
                  <a:pt x="78" y="117"/>
                </a:lnTo>
                <a:lnTo>
                  <a:pt x="79" y="118"/>
                </a:lnTo>
                <a:lnTo>
                  <a:pt x="97" y="119"/>
                </a:lnTo>
                <a:cubicBezTo>
                  <a:pt x="98" y="119"/>
                  <a:pt x="99" y="119"/>
                  <a:pt x="100" y="120"/>
                </a:cubicBezTo>
                <a:lnTo>
                  <a:pt x="108" y="122"/>
                </a:lnTo>
                <a:cubicBezTo>
                  <a:pt x="111" y="124"/>
                  <a:pt x="114" y="127"/>
                  <a:pt x="113" y="131"/>
                </a:cubicBezTo>
                <a:cubicBezTo>
                  <a:pt x="113" y="134"/>
                  <a:pt x="109" y="138"/>
                  <a:pt x="105" y="138"/>
                </a:cubicBezTo>
                <a:lnTo>
                  <a:pt x="80" y="138"/>
                </a:lnTo>
                <a:lnTo>
                  <a:pt x="78" y="139"/>
                </a:lnTo>
                <a:lnTo>
                  <a:pt x="70" y="150"/>
                </a:lnTo>
                <a:lnTo>
                  <a:pt x="61" y="157"/>
                </a:lnTo>
                <a:lnTo>
                  <a:pt x="40" y="191"/>
                </a:lnTo>
                <a:lnTo>
                  <a:pt x="35" y="203"/>
                </a:lnTo>
                <a:lnTo>
                  <a:pt x="24" y="235"/>
                </a:lnTo>
                <a:lnTo>
                  <a:pt x="19" y="242"/>
                </a:lnTo>
                <a:cubicBezTo>
                  <a:pt x="19" y="243"/>
                  <a:pt x="18" y="244"/>
                  <a:pt x="17" y="245"/>
                </a:cubicBezTo>
                <a:lnTo>
                  <a:pt x="11" y="249"/>
                </a:lnTo>
                <a:lnTo>
                  <a:pt x="5" y="257"/>
                </a:lnTo>
                <a:lnTo>
                  <a:pt x="2" y="266"/>
                </a:lnTo>
                <a:lnTo>
                  <a:pt x="5" y="276"/>
                </a:lnTo>
                <a:cubicBezTo>
                  <a:pt x="6" y="278"/>
                  <a:pt x="6" y="279"/>
                  <a:pt x="5" y="281"/>
                </a:cubicBezTo>
                <a:lnTo>
                  <a:pt x="0" y="292"/>
                </a:lnTo>
                <a:lnTo>
                  <a:pt x="1" y="294"/>
                </a:lnTo>
                <a:lnTo>
                  <a:pt x="4" y="293"/>
                </a:lnTo>
                <a:lnTo>
                  <a:pt x="16" y="283"/>
                </a:lnTo>
                <a:lnTo>
                  <a:pt x="24" y="271"/>
                </a:lnTo>
                <a:lnTo>
                  <a:pt x="29" y="255"/>
                </a:lnTo>
                <a:cubicBezTo>
                  <a:pt x="29" y="254"/>
                  <a:pt x="30" y="253"/>
                  <a:pt x="30" y="253"/>
                </a:cubicBezTo>
                <a:lnTo>
                  <a:pt x="34" y="249"/>
                </a:lnTo>
                <a:lnTo>
                  <a:pt x="56" y="229"/>
                </a:lnTo>
                <a:lnTo>
                  <a:pt x="53" y="230"/>
                </a:lnTo>
                <a:cubicBezTo>
                  <a:pt x="50" y="230"/>
                  <a:pt x="47" y="229"/>
                  <a:pt x="45" y="226"/>
                </a:cubicBezTo>
                <a:cubicBezTo>
                  <a:pt x="44" y="223"/>
                  <a:pt x="44" y="220"/>
                  <a:pt x="46" y="217"/>
                </a:cubicBezTo>
                <a:lnTo>
                  <a:pt x="54" y="205"/>
                </a:lnTo>
                <a:cubicBezTo>
                  <a:pt x="55" y="204"/>
                  <a:pt x="56" y="202"/>
                  <a:pt x="58" y="202"/>
                </a:cubicBezTo>
                <a:lnTo>
                  <a:pt x="76" y="197"/>
                </a:lnTo>
                <a:lnTo>
                  <a:pt x="86" y="181"/>
                </a:lnTo>
                <a:cubicBezTo>
                  <a:pt x="86" y="180"/>
                  <a:pt x="87" y="179"/>
                  <a:pt x="88" y="178"/>
                </a:cubicBezTo>
                <a:lnTo>
                  <a:pt x="101" y="171"/>
                </a:lnTo>
                <a:lnTo>
                  <a:pt x="104" y="163"/>
                </a:lnTo>
                <a:cubicBezTo>
                  <a:pt x="104" y="163"/>
                  <a:pt x="105" y="162"/>
                  <a:pt x="105" y="161"/>
                </a:cubicBezTo>
                <a:lnTo>
                  <a:pt x="107" y="159"/>
                </a:lnTo>
                <a:cubicBezTo>
                  <a:pt x="110" y="156"/>
                  <a:pt x="115" y="155"/>
                  <a:pt x="118" y="158"/>
                </a:cubicBezTo>
                <a:lnTo>
                  <a:pt x="122" y="161"/>
                </a:lnTo>
                <a:lnTo>
                  <a:pt x="125" y="15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0" name="Freeform 105">
            <a:extLst>
              <a:ext uri="{FF2B5EF4-FFF2-40B4-BE49-F238E27FC236}">
                <a16:creationId xmlns:a16="http://schemas.microsoft.com/office/drawing/2014/main" xmlns="" id="{6FF9B4A2-2F37-4424-8D27-11D64AD4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899" y="3291670"/>
            <a:ext cx="71199" cy="87219"/>
          </a:xfrm>
          <a:custGeom>
            <a:avLst/>
            <a:gdLst>
              <a:gd name="T0" fmla="*/ 174 w 177"/>
              <a:gd name="T1" fmla="*/ 8 h 215"/>
              <a:gd name="T2" fmla="*/ 163 w 177"/>
              <a:gd name="T3" fmla="*/ 0 h 215"/>
              <a:gd name="T4" fmla="*/ 158 w 177"/>
              <a:gd name="T5" fmla="*/ 4 h 215"/>
              <a:gd name="T6" fmla="*/ 157 w 177"/>
              <a:gd name="T7" fmla="*/ 29 h 215"/>
              <a:gd name="T8" fmla="*/ 151 w 177"/>
              <a:gd name="T9" fmla="*/ 46 h 215"/>
              <a:gd name="T10" fmla="*/ 139 w 177"/>
              <a:gd name="T11" fmla="*/ 40 h 215"/>
              <a:gd name="T12" fmla="*/ 132 w 177"/>
              <a:gd name="T13" fmla="*/ 27 h 215"/>
              <a:gd name="T14" fmla="*/ 129 w 177"/>
              <a:gd name="T15" fmla="*/ 7 h 215"/>
              <a:gd name="T16" fmla="*/ 108 w 177"/>
              <a:gd name="T17" fmla="*/ 21 h 215"/>
              <a:gd name="T18" fmla="*/ 117 w 177"/>
              <a:gd name="T19" fmla="*/ 35 h 215"/>
              <a:gd name="T20" fmla="*/ 117 w 177"/>
              <a:gd name="T21" fmla="*/ 55 h 215"/>
              <a:gd name="T22" fmla="*/ 101 w 177"/>
              <a:gd name="T23" fmla="*/ 54 h 215"/>
              <a:gd name="T24" fmla="*/ 86 w 177"/>
              <a:gd name="T25" fmla="*/ 42 h 215"/>
              <a:gd name="T26" fmla="*/ 66 w 177"/>
              <a:gd name="T27" fmla="*/ 46 h 215"/>
              <a:gd name="T28" fmla="*/ 73 w 177"/>
              <a:gd name="T29" fmla="*/ 55 h 215"/>
              <a:gd name="T30" fmla="*/ 74 w 177"/>
              <a:gd name="T31" fmla="*/ 58 h 215"/>
              <a:gd name="T32" fmla="*/ 87 w 177"/>
              <a:gd name="T33" fmla="*/ 75 h 215"/>
              <a:gd name="T34" fmla="*/ 91 w 177"/>
              <a:gd name="T35" fmla="*/ 90 h 215"/>
              <a:gd name="T36" fmla="*/ 85 w 177"/>
              <a:gd name="T37" fmla="*/ 106 h 215"/>
              <a:gd name="T38" fmla="*/ 69 w 177"/>
              <a:gd name="T39" fmla="*/ 105 h 215"/>
              <a:gd name="T40" fmla="*/ 69 w 177"/>
              <a:gd name="T41" fmla="*/ 105 h 215"/>
              <a:gd name="T42" fmla="*/ 68 w 177"/>
              <a:gd name="T43" fmla="*/ 107 h 215"/>
              <a:gd name="T44" fmla="*/ 69 w 177"/>
              <a:gd name="T45" fmla="*/ 118 h 215"/>
              <a:gd name="T46" fmla="*/ 58 w 177"/>
              <a:gd name="T47" fmla="*/ 125 h 215"/>
              <a:gd name="T48" fmla="*/ 45 w 177"/>
              <a:gd name="T49" fmla="*/ 117 h 215"/>
              <a:gd name="T50" fmla="*/ 32 w 177"/>
              <a:gd name="T51" fmla="*/ 97 h 215"/>
              <a:gd name="T52" fmla="*/ 32 w 177"/>
              <a:gd name="T53" fmla="*/ 122 h 215"/>
              <a:gd name="T54" fmla="*/ 39 w 177"/>
              <a:gd name="T55" fmla="*/ 138 h 215"/>
              <a:gd name="T56" fmla="*/ 22 w 177"/>
              <a:gd name="T57" fmla="*/ 143 h 215"/>
              <a:gd name="T58" fmla="*/ 20 w 177"/>
              <a:gd name="T59" fmla="*/ 148 h 215"/>
              <a:gd name="T60" fmla="*/ 38 w 177"/>
              <a:gd name="T61" fmla="*/ 144 h 215"/>
              <a:gd name="T62" fmla="*/ 45 w 177"/>
              <a:gd name="T63" fmla="*/ 158 h 215"/>
              <a:gd name="T64" fmla="*/ 8 w 177"/>
              <a:gd name="T65" fmla="*/ 176 h 215"/>
              <a:gd name="T66" fmla="*/ 3 w 177"/>
              <a:gd name="T67" fmla="*/ 196 h 215"/>
              <a:gd name="T68" fmla="*/ 6 w 177"/>
              <a:gd name="T69" fmla="*/ 202 h 215"/>
              <a:gd name="T70" fmla="*/ 6 w 177"/>
              <a:gd name="T71" fmla="*/ 209 h 215"/>
              <a:gd name="T72" fmla="*/ 3 w 177"/>
              <a:gd name="T73" fmla="*/ 214 h 215"/>
              <a:gd name="T74" fmla="*/ 16 w 177"/>
              <a:gd name="T75" fmla="*/ 205 h 215"/>
              <a:gd name="T76" fmla="*/ 22 w 177"/>
              <a:gd name="T77" fmla="*/ 199 h 215"/>
              <a:gd name="T78" fmla="*/ 30 w 177"/>
              <a:gd name="T79" fmla="*/ 189 h 215"/>
              <a:gd name="T80" fmla="*/ 38 w 177"/>
              <a:gd name="T81" fmla="*/ 190 h 215"/>
              <a:gd name="T82" fmla="*/ 49 w 177"/>
              <a:gd name="T83" fmla="*/ 189 h 215"/>
              <a:gd name="T84" fmla="*/ 56 w 177"/>
              <a:gd name="T85" fmla="*/ 184 h 215"/>
              <a:gd name="T86" fmla="*/ 82 w 177"/>
              <a:gd name="T87" fmla="*/ 181 h 215"/>
              <a:gd name="T88" fmla="*/ 96 w 177"/>
              <a:gd name="T89" fmla="*/ 169 h 215"/>
              <a:gd name="T90" fmla="*/ 104 w 177"/>
              <a:gd name="T91" fmla="*/ 162 h 215"/>
              <a:gd name="T92" fmla="*/ 126 w 177"/>
              <a:gd name="T93" fmla="*/ 148 h 215"/>
              <a:gd name="T94" fmla="*/ 117 w 177"/>
              <a:gd name="T95" fmla="*/ 142 h 215"/>
              <a:gd name="T96" fmla="*/ 115 w 177"/>
              <a:gd name="T97" fmla="*/ 132 h 215"/>
              <a:gd name="T98" fmla="*/ 118 w 177"/>
              <a:gd name="T99" fmla="*/ 125 h 215"/>
              <a:gd name="T100" fmla="*/ 126 w 177"/>
              <a:gd name="T101" fmla="*/ 117 h 215"/>
              <a:gd name="T102" fmla="*/ 134 w 177"/>
              <a:gd name="T103" fmla="*/ 114 h 215"/>
              <a:gd name="T104" fmla="*/ 138 w 177"/>
              <a:gd name="T105" fmla="*/ 106 h 215"/>
              <a:gd name="T106" fmla="*/ 136 w 177"/>
              <a:gd name="T107" fmla="*/ 93 h 215"/>
              <a:gd name="T108" fmla="*/ 142 w 177"/>
              <a:gd name="T109" fmla="*/ 72 h 215"/>
              <a:gd name="T110" fmla="*/ 152 w 177"/>
              <a:gd name="T111" fmla="*/ 64 h 215"/>
              <a:gd name="T112" fmla="*/ 155 w 177"/>
              <a:gd name="T113" fmla="*/ 61 h 215"/>
              <a:gd name="T114" fmla="*/ 156 w 177"/>
              <a:gd name="T115" fmla="*/ 50 h 215"/>
              <a:gd name="T116" fmla="*/ 176 w 177"/>
              <a:gd name="T117" fmla="*/ 13 h 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77" h="215">
                <a:moveTo>
                  <a:pt x="176" y="13"/>
                </a:moveTo>
                <a:lnTo>
                  <a:pt x="174" y="8"/>
                </a:lnTo>
                <a:lnTo>
                  <a:pt x="170" y="4"/>
                </a:lnTo>
                <a:lnTo>
                  <a:pt x="163" y="0"/>
                </a:lnTo>
                <a:lnTo>
                  <a:pt x="160" y="1"/>
                </a:lnTo>
                <a:lnTo>
                  <a:pt x="158" y="4"/>
                </a:lnTo>
                <a:lnTo>
                  <a:pt x="156" y="10"/>
                </a:lnTo>
                <a:lnTo>
                  <a:pt x="157" y="29"/>
                </a:lnTo>
                <a:lnTo>
                  <a:pt x="156" y="39"/>
                </a:lnTo>
                <a:cubicBezTo>
                  <a:pt x="156" y="42"/>
                  <a:pt x="154" y="45"/>
                  <a:pt x="151" y="46"/>
                </a:cubicBezTo>
                <a:cubicBezTo>
                  <a:pt x="148" y="47"/>
                  <a:pt x="145" y="46"/>
                  <a:pt x="142" y="44"/>
                </a:cubicBezTo>
                <a:lnTo>
                  <a:pt x="139" y="40"/>
                </a:lnTo>
                <a:cubicBezTo>
                  <a:pt x="138" y="40"/>
                  <a:pt x="138" y="39"/>
                  <a:pt x="137" y="38"/>
                </a:cubicBezTo>
                <a:lnTo>
                  <a:pt x="132" y="27"/>
                </a:lnTo>
                <a:lnTo>
                  <a:pt x="130" y="19"/>
                </a:lnTo>
                <a:lnTo>
                  <a:pt x="129" y="7"/>
                </a:lnTo>
                <a:lnTo>
                  <a:pt x="107" y="19"/>
                </a:lnTo>
                <a:lnTo>
                  <a:pt x="108" y="21"/>
                </a:lnTo>
                <a:lnTo>
                  <a:pt x="116" y="31"/>
                </a:lnTo>
                <a:cubicBezTo>
                  <a:pt x="117" y="32"/>
                  <a:pt x="117" y="33"/>
                  <a:pt x="117" y="35"/>
                </a:cubicBezTo>
                <a:lnTo>
                  <a:pt x="120" y="48"/>
                </a:lnTo>
                <a:cubicBezTo>
                  <a:pt x="120" y="51"/>
                  <a:pt x="119" y="53"/>
                  <a:pt x="117" y="55"/>
                </a:cubicBezTo>
                <a:cubicBezTo>
                  <a:pt x="115" y="57"/>
                  <a:pt x="112" y="58"/>
                  <a:pt x="110" y="57"/>
                </a:cubicBezTo>
                <a:lnTo>
                  <a:pt x="101" y="54"/>
                </a:lnTo>
                <a:cubicBezTo>
                  <a:pt x="100" y="54"/>
                  <a:pt x="99" y="53"/>
                  <a:pt x="99" y="53"/>
                </a:cubicBezTo>
                <a:lnTo>
                  <a:pt x="86" y="42"/>
                </a:lnTo>
                <a:lnTo>
                  <a:pt x="82" y="41"/>
                </a:lnTo>
                <a:lnTo>
                  <a:pt x="66" y="46"/>
                </a:lnTo>
                <a:lnTo>
                  <a:pt x="69" y="48"/>
                </a:lnTo>
                <a:cubicBezTo>
                  <a:pt x="72" y="49"/>
                  <a:pt x="74" y="52"/>
                  <a:pt x="73" y="55"/>
                </a:cubicBezTo>
                <a:lnTo>
                  <a:pt x="73" y="58"/>
                </a:lnTo>
                <a:lnTo>
                  <a:pt x="74" y="58"/>
                </a:lnTo>
                <a:cubicBezTo>
                  <a:pt x="77" y="58"/>
                  <a:pt x="80" y="60"/>
                  <a:pt x="81" y="63"/>
                </a:cubicBezTo>
                <a:lnTo>
                  <a:pt x="87" y="75"/>
                </a:lnTo>
                <a:lnTo>
                  <a:pt x="91" y="88"/>
                </a:lnTo>
                <a:cubicBezTo>
                  <a:pt x="91" y="88"/>
                  <a:pt x="91" y="89"/>
                  <a:pt x="91" y="90"/>
                </a:cubicBezTo>
                <a:lnTo>
                  <a:pt x="91" y="99"/>
                </a:lnTo>
                <a:cubicBezTo>
                  <a:pt x="91" y="102"/>
                  <a:pt x="88" y="106"/>
                  <a:pt x="85" y="106"/>
                </a:cubicBezTo>
                <a:lnTo>
                  <a:pt x="78" y="108"/>
                </a:lnTo>
                <a:cubicBezTo>
                  <a:pt x="75" y="109"/>
                  <a:pt x="71" y="107"/>
                  <a:pt x="69" y="105"/>
                </a:cubicBezTo>
                <a:lnTo>
                  <a:pt x="69" y="104"/>
                </a:lnTo>
                <a:cubicBezTo>
                  <a:pt x="69" y="105"/>
                  <a:pt x="69" y="105"/>
                  <a:pt x="69" y="105"/>
                </a:cubicBezTo>
                <a:lnTo>
                  <a:pt x="67" y="106"/>
                </a:lnTo>
                <a:lnTo>
                  <a:pt x="68" y="107"/>
                </a:lnTo>
                <a:cubicBezTo>
                  <a:pt x="69" y="108"/>
                  <a:pt x="69" y="110"/>
                  <a:pt x="69" y="111"/>
                </a:cubicBezTo>
                <a:lnTo>
                  <a:pt x="69" y="118"/>
                </a:lnTo>
                <a:cubicBezTo>
                  <a:pt x="69" y="120"/>
                  <a:pt x="68" y="123"/>
                  <a:pt x="66" y="124"/>
                </a:cubicBezTo>
                <a:cubicBezTo>
                  <a:pt x="64" y="126"/>
                  <a:pt x="61" y="126"/>
                  <a:pt x="58" y="125"/>
                </a:cubicBezTo>
                <a:lnTo>
                  <a:pt x="49" y="122"/>
                </a:lnTo>
                <a:cubicBezTo>
                  <a:pt x="47" y="121"/>
                  <a:pt x="46" y="119"/>
                  <a:pt x="45" y="117"/>
                </a:cubicBezTo>
                <a:lnTo>
                  <a:pt x="35" y="93"/>
                </a:lnTo>
                <a:lnTo>
                  <a:pt x="32" y="97"/>
                </a:lnTo>
                <a:lnTo>
                  <a:pt x="30" y="109"/>
                </a:lnTo>
                <a:lnTo>
                  <a:pt x="32" y="122"/>
                </a:lnTo>
                <a:lnTo>
                  <a:pt x="38" y="130"/>
                </a:lnTo>
                <a:cubicBezTo>
                  <a:pt x="40" y="132"/>
                  <a:pt x="40" y="135"/>
                  <a:pt x="39" y="138"/>
                </a:cubicBezTo>
                <a:cubicBezTo>
                  <a:pt x="37" y="141"/>
                  <a:pt x="35" y="142"/>
                  <a:pt x="32" y="143"/>
                </a:cubicBezTo>
                <a:lnTo>
                  <a:pt x="22" y="143"/>
                </a:lnTo>
                <a:lnTo>
                  <a:pt x="18" y="146"/>
                </a:lnTo>
                <a:lnTo>
                  <a:pt x="20" y="148"/>
                </a:lnTo>
                <a:lnTo>
                  <a:pt x="23" y="149"/>
                </a:lnTo>
                <a:lnTo>
                  <a:pt x="38" y="144"/>
                </a:lnTo>
                <a:cubicBezTo>
                  <a:pt x="42" y="143"/>
                  <a:pt x="46" y="145"/>
                  <a:pt x="47" y="148"/>
                </a:cubicBezTo>
                <a:cubicBezTo>
                  <a:pt x="49" y="152"/>
                  <a:pt x="48" y="156"/>
                  <a:pt x="45" y="158"/>
                </a:cubicBezTo>
                <a:lnTo>
                  <a:pt x="33" y="166"/>
                </a:lnTo>
                <a:lnTo>
                  <a:pt x="8" y="176"/>
                </a:lnTo>
                <a:lnTo>
                  <a:pt x="0" y="187"/>
                </a:lnTo>
                <a:lnTo>
                  <a:pt x="3" y="196"/>
                </a:lnTo>
                <a:lnTo>
                  <a:pt x="5" y="198"/>
                </a:lnTo>
                <a:cubicBezTo>
                  <a:pt x="5" y="199"/>
                  <a:pt x="6" y="200"/>
                  <a:pt x="6" y="202"/>
                </a:cubicBezTo>
                <a:lnTo>
                  <a:pt x="6" y="206"/>
                </a:lnTo>
                <a:cubicBezTo>
                  <a:pt x="6" y="207"/>
                  <a:pt x="6" y="208"/>
                  <a:pt x="6" y="209"/>
                </a:cubicBezTo>
                <a:cubicBezTo>
                  <a:pt x="5" y="210"/>
                  <a:pt x="4" y="212"/>
                  <a:pt x="3" y="213"/>
                </a:cubicBezTo>
                <a:lnTo>
                  <a:pt x="3" y="214"/>
                </a:lnTo>
                <a:lnTo>
                  <a:pt x="11" y="207"/>
                </a:lnTo>
                <a:cubicBezTo>
                  <a:pt x="12" y="206"/>
                  <a:pt x="14" y="205"/>
                  <a:pt x="16" y="205"/>
                </a:cubicBezTo>
                <a:lnTo>
                  <a:pt x="23" y="205"/>
                </a:lnTo>
                <a:lnTo>
                  <a:pt x="22" y="199"/>
                </a:lnTo>
                <a:cubicBezTo>
                  <a:pt x="21" y="196"/>
                  <a:pt x="22" y="194"/>
                  <a:pt x="24" y="192"/>
                </a:cubicBezTo>
                <a:cubicBezTo>
                  <a:pt x="25" y="190"/>
                  <a:pt x="27" y="189"/>
                  <a:pt x="30" y="189"/>
                </a:cubicBezTo>
                <a:lnTo>
                  <a:pt x="35" y="190"/>
                </a:lnTo>
                <a:cubicBezTo>
                  <a:pt x="36" y="190"/>
                  <a:pt x="37" y="190"/>
                  <a:pt x="38" y="190"/>
                </a:cubicBezTo>
                <a:lnTo>
                  <a:pt x="46" y="194"/>
                </a:lnTo>
                <a:lnTo>
                  <a:pt x="49" y="189"/>
                </a:lnTo>
                <a:cubicBezTo>
                  <a:pt x="50" y="187"/>
                  <a:pt x="51" y="186"/>
                  <a:pt x="53" y="186"/>
                </a:cubicBezTo>
                <a:lnTo>
                  <a:pt x="56" y="184"/>
                </a:lnTo>
                <a:cubicBezTo>
                  <a:pt x="57" y="184"/>
                  <a:pt x="58" y="183"/>
                  <a:pt x="59" y="183"/>
                </a:cubicBezTo>
                <a:lnTo>
                  <a:pt x="82" y="181"/>
                </a:lnTo>
                <a:lnTo>
                  <a:pt x="86" y="179"/>
                </a:lnTo>
                <a:lnTo>
                  <a:pt x="96" y="169"/>
                </a:lnTo>
                <a:lnTo>
                  <a:pt x="102" y="164"/>
                </a:lnTo>
                <a:cubicBezTo>
                  <a:pt x="102" y="163"/>
                  <a:pt x="103" y="163"/>
                  <a:pt x="104" y="162"/>
                </a:cubicBezTo>
                <a:lnTo>
                  <a:pt x="115" y="159"/>
                </a:lnTo>
                <a:lnTo>
                  <a:pt x="126" y="148"/>
                </a:lnTo>
                <a:lnTo>
                  <a:pt x="121" y="146"/>
                </a:lnTo>
                <a:cubicBezTo>
                  <a:pt x="119" y="145"/>
                  <a:pt x="118" y="144"/>
                  <a:pt x="117" y="142"/>
                </a:cubicBezTo>
                <a:lnTo>
                  <a:pt x="115" y="138"/>
                </a:lnTo>
                <a:cubicBezTo>
                  <a:pt x="114" y="136"/>
                  <a:pt x="114" y="134"/>
                  <a:pt x="115" y="132"/>
                </a:cubicBezTo>
                <a:lnTo>
                  <a:pt x="116" y="128"/>
                </a:lnTo>
                <a:cubicBezTo>
                  <a:pt x="117" y="127"/>
                  <a:pt x="117" y="126"/>
                  <a:pt x="118" y="125"/>
                </a:cubicBezTo>
                <a:lnTo>
                  <a:pt x="121" y="121"/>
                </a:lnTo>
                <a:lnTo>
                  <a:pt x="126" y="117"/>
                </a:lnTo>
                <a:cubicBezTo>
                  <a:pt x="127" y="117"/>
                  <a:pt x="127" y="117"/>
                  <a:pt x="128" y="116"/>
                </a:cubicBezTo>
                <a:lnTo>
                  <a:pt x="134" y="114"/>
                </a:lnTo>
                <a:lnTo>
                  <a:pt x="137" y="111"/>
                </a:lnTo>
                <a:lnTo>
                  <a:pt x="138" y="106"/>
                </a:lnTo>
                <a:lnTo>
                  <a:pt x="136" y="97"/>
                </a:lnTo>
                <a:cubicBezTo>
                  <a:pt x="135" y="96"/>
                  <a:pt x="135" y="94"/>
                  <a:pt x="136" y="93"/>
                </a:cubicBezTo>
                <a:lnTo>
                  <a:pt x="141" y="74"/>
                </a:lnTo>
                <a:cubicBezTo>
                  <a:pt x="141" y="73"/>
                  <a:pt x="142" y="72"/>
                  <a:pt x="142" y="72"/>
                </a:cubicBezTo>
                <a:lnTo>
                  <a:pt x="145" y="68"/>
                </a:lnTo>
                <a:cubicBezTo>
                  <a:pt x="147" y="66"/>
                  <a:pt x="149" y="64"/>
                  <a:pt x="152" y="64"/>
                </a:cubicBezTo>
                <a:lnTo>
                  <a:pt x="155" y="64"/>
                </a:lnTo>
                <a:cubicBezTo>
                  <a:pt x="155" y="63"/>
                  <a:pt x="155" y="62"/>
                  <a:pt x="155" y="61"/>
                </a:cubicBezTo>
                <a:lnTo>
                  <a:pt x="155" y="55"/>
                </a:lnTo>
                <a:cubicBezTo>
                  <a:pt x="155" y="53"/>
                  <a:pt x="155" y="51"/>
                  <a:pt x="156" y="50"/>
                </a:cubicBezTo>
                <a:lnTo>
                  <a:pt x="176" y="24"/>
                </a:lnTo>
                <a:lnTo>
                  <a:pt x="176" y="1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1" name="Freeform 106">
            <a:extLst>
              <a:ext uri="{FF2B5EF4-FFF2-40B4-BE49-F238E27FC236}">
                <a16:creationId xmlns:a16="http://schemas.microsoft.com/office/drawing/2014/main" xmlns="" id="{57219DBD-8F00-49D0-84BF-9D8C942A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878" y="3334389"/>
            <a:ext cx="12459" cy="19580"/>
          </a:xfrm>
          <a:custGeom>
            <a:avLst/>
            <a:gdLst>
              <a:gd name="T0" fmla="*/ 23 w 32"/>
              <a:gd name="T1" fmla="*/ 1 h 49"/>
              <a:gd name="T2" fmla="*/ 5 w 32"/>
              <a:gd name="T3" fmla="*/ 24 h 49"/>
              <a:gd name="T4" fmla="*/ 0 w 32"/>
              <a:gd name="T5" fmla="*/ 38 h 49"/>
              <a:gd name="T6" fmla="*/ 3 w 32"/>
              <a:gd name="T7" fmla="*/ 44 h 49"/>
              <a:gd name="T8" fmla="*/ 11 w 32"/>
              <a:gd name="T9" fmla="*/ 48 h 49"/>
              <a:gd name="T10" fmla="*/ 15 w 32"/>
              <a:gd name="T11" fmla="*/ 37 h 49"/>
              <a:gd name="T12" fmla="*/ 31 w 32"/>
              <a:gd name="T13" fmla="*/ 11 h 49"/>
              <a:gd name="T14" fmla="*/ 29 w 32"/>
              <a:gd name="T15" fmla="*/ 0 h 49"/>
              <a:gd name="T16" fmla="*/ 23 w 32"/>
              <a:gd name="T17" fmla="*/ 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49">
                <a:moveTo>
                  <a:pt x="23" y="1"/>
                </a:moveTo>
                <a:lnTo>
                  <a:pt x="5" y="24"/>
                </a:lnTo>
                <a:lnTo>
                  <a:pt x="0" y="38"/>
                </a:lnTo>
                <a:lnTo>
                  <a:pt x="3" y="44"/>
                </a:lnTo>
                <a:lnTo>
                  <a:pt x="11" y="48"/>
                </a:lnTo>
                <a:lnTo>
                  <a:pt x="15" y="37"/>
                </a:lnTo>
                <a:lnTo>
                  <a:pt x="31" y="11"/>
                </a:lnTo>
                <a:lnTo>
                  <a:pt x="29" y="0"/>
                </a:lnTo>
                <a:lnTo>
                  <a:pt x="23" y="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2" name="Freeform 107">
            <a:extLst>
              <a:ext uri="{FF2B5EF4-FFF2-40B4-BE49-F238E27FC236}">
                <a16:creationId xmlns:a16="http://schemas.microsoft.com/office/drawing/2014/main" xmlns="" id="{E99AA2D9-83A0-4E3C-8542-D373E429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978" y="3284551"/>
            <a:ext cx="48060" cy="60519"/>
          </a:xfrm>
          <a:custGeom>
            <a:avLst/>
            <a:gdLst>
              <a:gd name="T0" fmla="*/ 54 w 120"/>
              <a:gd name="T1" fmla="*/ 91 h 149"/>
              <a:gd name="T2" fmla="*/ 60 w 120"/>
              <a:gd name="T3" fmla="*/ 87 h 149"/>
              <a:gd name="T4" fmla="*/ 56 w 120"/>
              <a:gd name="T5" fmla="*/ 84 h 149"/>
              <a:gd name="T6" fmla="*/ 53 w 120"/>
              <a:gd name="T7" fmla="*/ 77 h 149"/>
              <a:gd name="T8" fmla="*/ 57 w 120"/>
              <a:gd name="T9" fmla="*/ 71 h 149"/>
              <a:gd name="T10" fmla="*/ 71 w 120"/>
              <a:gd name="T11" fmla="*/ 62 h 149"/>
              <a:gd name="T12" fmla="*/ 71 w 120"/>
              <a:gd name="T13" fmla="*/ 60 h 149"/>
              <a:gd name="T14" fmla="*/ 71 w 120"/>
              <a:gd name="T15" fmla="*/ 54 h 149"/>
              <a:gd name="T16" fmla="*/ 76 w 120"/>
              <a:gd name="T17" fmla="*/ 49 h 149"/>
              <a:gd name="T18" fmla="*/ 79 w 120"/>
              <a:gd name="T19" fmla="*/ 47 h 149"/>
              <a:gd name="T20" fmla="*/ 89 w 120"/>
              <a:gd name="T21" fmla="*/ 50 h 149"/>
              <a:gd name="T22" fmla="*/ 89 w 120"/>
              <a:gd name="T23" fmla="*/ 51 h 149"/>
              <a:gd name="T24" fmla="*/ 119 w 120"/>
              <a:gd name="T25" fmla="*/ 0 h 149"/>
              <a:gd name="T26" fmla="*/ 111 w 120"/>
              <a:gd name="T27" fmla="*/ 0 h 149"/>
              <a:gd name="T28" fmla="*/ 102 w 120"/>
              <a:gd name="T29" fmla="*/ 3 h 149"/>
              <a:gd name="T30" fmla="*/ 87 w 120"/>
              <a:gd name="T31" fmla="*/ 19 h 149"/>
              <a:gd name="T32" fmla="*/ 79 w 120"/>
              <a:gd name="T33" fmla="*/ 21 h 149"/>
              <a:gd name="T34" fmla="*/ 56 w 120"/>
              <a:gd name="T35" fmla="*/ 14 h 149"/>
              <a:gd name="T36" fmla="*/ 53 w 120"/>
              <a:gd name="T37" fmla="*/ 15 h 149"/>
              <a:gd name="T38" fmla="*/ 51 w 120"/>
              <a:gd name="T39" fmla="*/ 22 h 149"/>
              <a:gd name="T40" fmla="*/ 49 w 120"/>
              <a:gd name="T41" fmla="*/ 49 h 149"/>
              <a:gd name="T42" fmla="*/ 48 w 120"/>
              <a:gd name="T43" fmla="*/ 53 h 149"/>
              <a:gd name="T44" fmla="*/ 45 w 120"/>
              <a:gd name="T45" fmla="*/ 58 h 149"/>
              <a:gd name="T46" fmla="*/ 41 w 120"/>
              <a:gd name="T47" fmla="*/ 62 h 149"/>
              <a:gd name="T48" fmla="*/ 34 w 120"/>
              <a:gd name="T49" fmla="*/ 65 h 149"/>
              <a:gd name="T50" fmla="*/ 17 w 120"/>
              <a:gd name="T51" fmla="*/ 81 h 149"/>
              <a:gd name="T52" fmla="*/ 14 w 120"/>
              <a:gd name="T53" fmla="*/ 83 h 149"/>
              <a:gd name="T54" fmla="*/ 4 w 120"/>
              <a:gd name="T55" fmla="*/ 85 h 149"/>
              <a:gd name="T56" fmla="*/ 3 w 120"/>
              <a:gd name="T57" fmla="*/ 86 h 149"/>
              <a:gd name="T58" fmla="*/ 6 w 120"/>
              <a:gd name="T59" fmla="*/ 89 h 149"/>
              <a:gd name="T60" fmla="*/ 6 w 120"/>
              <a:gd name="T61" fmla="*/ 91 h 149"/>
              <a:gd name="T62" fmla="*/ 8 w 120"/>
              <a:gd name="T63" fmla="*/ 98 h 149"/>
              <a:gd name="T64" fmla="*/ 8 w 120"/>
              <a:gd name="T65" fmla="*/ 98 h 149"/>
              <a:gd name="T66" fmla="*/ 16 w 120"/>
              <a:gd name="T67" fmla="*/ 101 h 149"/>
              <a:gd name="T68" fmla="*/ 16 w 120"/>
              <a:gd name="T69" fmla="*/ 110 h 149"/>
              <a:gd name="T70" fmla="*/ 5 w 120"/>
              <a:gd name="T71" fmla="*/ 128 h 149"/>
              <a:gd name="T72" fmla="*/ 1 w 120"/>
              <a:gd name="T73" fmla="*/ 139 h 149"/>
              <a:gd name="T74" fmla="*/ 0 w 120"/>
              <a:gd name="T75" fmla="*/ 148 h 149"/>
              <a:gd name="T76" fmla="*/ 1 w 120"/>
              <a:gd name="T77" fmla="*/ 148 h 149"/>
              <a:gd name="T78" fmla="*/ 53 w 120"/>
              <a:gd name="T79" fmla="*/ 92 h 149"/>
              <a:gd name="T80" fmla="*/ 54 w 120"/>
              <a:gd name="T81" fmla="*/ 91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0" h="149">
                <a:moveTo>
                  <a:pt x="54" y="91"/>
                </a:moveTo>
                <a:lnTo>
                  <a:pt x="60" y="87"/>
                </a:lnTo>
                <a:lnTo>
                  <a:pt x="56" y="84"/>
                </a:lnTo>
                <a:cubicBezTo>
                  <a:pt x="54" y="82"/>
                  <a:pt x="53" y="80"/>
                  <a:pt x="53" y="77"/>
                </a:cubicBezTo>
                <a:cubicBezTo>
                  <a:pt x="54" y="75"/>
                  <a:pt x="55" y="73"/>
                  <a:pt x="57" y="71"/>
                </a:cubicBezTo>
                <a:lnTo>
                  <a:pt x="71" y="62"/>
                </a:lnTo>
                <a:lnTo>
                  <a:pt x="71" y="60"/>
                </a:lnTo>
                <a:lnTo>
                  <a:pt x="71" y="54"/>
                </a:lnTo>
                <a:cubicBezTo>
                  <a:pt x="72" y="52"/>
                  <a:pt x="74" y="50"/>
                  <a:pt x="76" y="49"/>
                </a:cubicBezTo>
                <a:lnTo>
                  <a:pt x="79" y="47"/>
                </a:lnTo>
                <a:cubicBezTo>
                  <a:pt x="83" y="46"/>
                  <a:pt x="87" y="47"/>
                  <a:pt x="89" y="50"/>
                </a:cubicBezTo>
                <a:lnTo>
                  <a:pt x="89" y="51"/>
                </a:lnTo>
                <a:lnTo>
                  <a:pt x="119" y="0"/>
                </a:lnTo>
                <a:lnTo>
                  <a:pt x="111" y="0"/>
                </a:lnTo>
                <a:lnTo>
                  <a:pt x="102" y="3"/>
                </a:lnTo>
                <a:lnTo>
                  <a:pt x="87" y="19"/>
                </a:lnTo>
                <a:cubicBezTo>
                  <a:pt x="85" y="21"/>
                  <a:pt x="82" y="22"/>
                  <a:pt x="79" y="21"/>
                </a:cubicBezTo>
                <a:lnTo>
                  <a:pt x="56" y="14"/>
                </a:lnTo>
                <a:lnTo>
                  <a:pt x="53" y="15"/>
                </a:lnTo>
                <a:lnTo>
                  <a:pt x="51" y="22"/>
                </a:lnTo>
                <a:lnTo>
                  <a:pt x="49" y="49"/>
                </a:lnTo>
                <a:cubicBezTo>
                  <a:pt x="49" y="50"/>
                  <a:pt x="49" y="52"/>
                  <a:pt x="48" y="53"/>
                </a:cubicBezTo>
                <a:lnTo>
                  <a:pt x="45" y="58"/>
                </a:lnTo>
                <a:cubicBezTo>
                  <a:pt x="44" y="60"/>
                  <a:pt x="43" y="61"/>
                  <a:pt x="41" y="62"/>
                </a:cubicBezTo>
                <a:lnTo>
                  <a:pt x="34" y="65"/>
                </a:lnTo>
                <a:lnTo>
                  <a:pt x="17" y="81"/>
                </a:lnTo>
                <a:cubicBezTo>
                  <a:pt x="16" y="82"/>
                  <a:pt x="15" y="83"/>
                  <a:pt x="14" y="83"/>
                </a:cubicBezTo>
                <a:lnTo>
                  <a:pt x="4" y="85"/>
                </a:lnTo>
                <a:cubicBezTo>
                  <a:pt x="4" y="86"/>
                  <a:pt x="4" y="86"/>
                  <a:pt x="3" y="86"/>
                </a:cubicBezTo>
                <a:lnTo>
                  <a:pt x="6" y="89"/>
                </a:lnTo>
                <a:cubicBezTo>
                  <a:pt x="6" y="90"/>
                  <a:pt x="6" y="91"/>
                  <a:pt x="6" y="91"/>
                </a:cubicBezTo>
                <a:lnTo>
                  <a:pt x="8" y="98"/>
                </a:lnTo>
                <a:lnTo>
                  <a:pt x="8" y="98"/>
                </a:lnTo>
                <a:cubicBezTo>
                  <a:pt x="11" y="98"/>
                  <a:pt x="14" y="99"/>
                  <a:pt x="16" y="101"/>
                </a:cubicBezTo>
                <a:cubicBezTo>
                  <a:pt x="17" y="104"/>
                  <a:pt x="17" y="107"/>
                  <a:pt x="16" y="110"/>
                </a:cubicBezTo>
                <a:lnTo>
                  <a:pt x="5" y="128"/>
                </a:lnTo>
                <a:lnTo>
                  <a:pt x="1" y="139"/>
                </a:lnTo>
                <a:lnTo>
                  <a:pt x="0" y="148"/>
                </a:lnTo>
                <a:lnTo>
                  <a:pt x="1" y="148"/>
                </a:lnTo>
                <a:lnTo>
                  <a:pt x="53" y="92"/>
                </a:lnTo>
                <a:cubicBezTo>
                  <a:pt x="53" y="91"/>
                  <a:pt x="54" y="91"/>
                  <a:pt x="54" y="9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3" name="Freeform 108">
            <a:extLst>
              <a:ext uri="{FF2B5EF4-FFF2-40B4-BE49-F238E27FC236}">
                <a16:creationId xmlns:a16="http://schemas.microsoft.com/office/drawing/2014/main" xmlns="" id="{D0106DE4-8C7A-40C9-94DB-03BDDAB47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655" y="3386009"/>
            <a:ext cx="21360" cy="24919"/>
          </a:xfrm>
          <a:custGeom>
            <a:avLst/>
            <a:gdLst>
              <a:gd name="T0" fmla="*/ 6 w 52"/>
              <a:gd name="T1" fmla="*/ 47 h 60"/>
              <a:gd name="T2" fmla="*/ 11 w 52"/>
              <a:gd name="T3" fmla="*/ 51 h 60"/>
              <a:gd name="T4" fmla="*/ 16 w 52"/>
              <a:gd name="T5" fmla="*/ 59 h 60"/>
              <a:gd name="T6" fmla="*/ 17 w 52"/>
              <a:gd name="T7" fmla="*/ 51 h 60"/>
              <a:gd name="T8" fmla="*/ 17 w 52"/>
              <a:gd name="T9" fmla="*/ 48 h 60"/>
              <a:gd name="T10" fmla="*/ 15 w 52"/>
              <a:gd name="T11" fmla="*/ 44 h 60"/>
              <a:gd name="T12" fmla="*/ 18 w 52"/>
              <a:gd name="T13" fmla="*/ 33 h 60"/>
              <a:gd name="T14" fmla="*/ 26 w 52"/>
              <a:gd name="T15" fmla="*/ 29 h 60"/>
              <a:gd name="T16" fmla="*/ 34 w 52"/>
              <a:gd name="T17" fmla="*/ 29 h 60"/>
              <a:gd name="T18" fmla="*/ 50 w 52"/>
              <a:gd name="T19" fmla="*/ 36 h 60"/>
              <a:gd name="T20" fmla="*/ 50 w 52"/>
              <a:gd name="T21" fmla="*/ 36 h 60"/>
              <a:gd name="T22" fmla="*/ 51 w 52"/>
              <a:gd name="T23" fmla="*/ 32 h 60"/>
              <a:gd name="T24" fmla="*/ 49 w 52"/>
              <a:gd name="T25" fmla="*/ 26 h 60"/>
              <a:gd name="T26" fmla="*/ 45 w 52"/>
              <a:gd name="T27" fmla="*/ 20 h 60"/>
              <a:gd name="T28" fmla="*/ 42 w 52"/>
              <a:gd name="T29" fmla="*/ 17 h 60"/>
              <a:gd name="T30" fmla="*/ 39 w 52"/>
              <a:gd name="T31" fmla="*/ 11 h 60"/>
              <a:gd name="T32" fmla="*/ 42 w 52"/>
              <a:gd name="T33" fmla="*/ 5 h 60"/>
              <a:gd name="T34" fmla="*/ 46 w 52"/>
              <a:gd name="T35" fmla="*/ 2 h 60"/>
              <a:gd name="T36" fmla="*/ 39 w 52"/>
              <a:gd name="T37" fmla="*/ 1 h 60"/>
              <a:gd name="T38" fmla="*/ 37 w 52"/>
              <a:gd name="T39" fmla="*/ 0 h 60"/>
              <a:gd name="T40" fmla="*/ 36 w 52"/>
              <a:gd name="T41" fmla="*/ 0 h 60"/>
              <a:gd name="T42" fmla="*/ 36 w 52"/>
              <a:gd name="T43" fmla="*/ 1 h 60"/>
              <a:gd name="T44" fmla="*/ 33 w 52"/>
              <a:gd name="T45" fmla="*/ 7 h 60"/>
              <a:gd name="T46" fmla="*/ 32 w 52"/>
              <a:gd name="T47" fmla="*/ 9 h 60"/>
              <a:gd name="T48" fmla="*/ 17 w 52"/>
              <a:gd name="T49" fmla="*/ 29 h 60"/>
              <a:gd name="T50" fmla="*/ 11 w 52"/>
              <a:gd name="T51" fmla="*/ 31 h 60"/>
              <a:gd name="T52" fmla="*/ 4 w 52"/>
              <a:gd name="T53" fmla="*/ 31 h 60"/>
              <a:gd name="T54" fmla="*/ 4 w 52"/>
              <a:gd name="T55" fmla="*/ 38 h 60"/>
              <a:gd name="T56" fmla="*/ 3 w 52"/>
              <a:gd name="T57" fmla="*/ 42 h 60"/>
              <a:gd name="T58" fmla="*/ 2 w 52"/>
              <a:gd name="T59" fmla="*/ 44 h 60"/>
              <a:gd name="T60" fmla="*/ 0 w 52"/>
              <a:gd name="T61" fmla="*/ 46 h 60"/>
              <a:gd name="T62" fmla="*/ 2 w 52"/>
              <a:gd name="T63" fmla="*/ 46 h 60"/>
              <a:gd name="T64" fmla="*/ 6 w 52"/>
              <a:gd name="T65" fmla="*/ 4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2" h="60">
                <a:moveTo>
                  <a:pt x="6" y="47"/>
                </a:moveTo>
                <a:cubicBezTo>
                  <a:pt x="8" y="48"/>
                  <a:pt x="10" y="49"/>
                  <a:pt x="11" y="51"/>
                </a:cubicBezTo>
                <a:lnTo>
                  <a:pt x="16" y="59"/>
                </a:lnTo>
                <a:lnTo>
                  <a:pt x="17" y="51"/>
                </a:lnTo>
                <a:lnTo>
                  <a:pt x="17" y="48"/>
                </a:lnTo>
                <a:lnTo>
                  <a:pt x="15" y="44"/>
                </a:lnTo>
                <a:cubicBezTo>
                  <a:pt x="13" y="40"/>
                  <a:pt x="14" y="35"/>
                  <a:pt x="18" y="33"/>
                </a:cubicBezTo>
                <a:lnTo>
                  <a:pt x="26" y="29"/>
                </a:lnTo>
                <a:cubicBezTo>
                  <a:pt x="29" y="28"/>
                  <a:pt x="31" y="28"/>
                  <a:pt x="34" y="29"/>
                </a:cubicBezTo>
                <a:lnTo>
                  <a:pt x="50" y="36"/>
                </a:lnTo>
                <a:lnTo>
                  <a:pt x="50" y="36"/>
                </a:lnTo>
                <a:lnTo>
                  <a:pt x="51" y="32"/>
                </a:lnTo>
                <a:lnTo>
                  <a:pt x="49" y="26"/>
                </a:lnTo>
                <a:lnTo>
                  <a:pt x="45" y="20"/>
                </a:lnTo>
                <a:lnTo>
                  <a:pt x="42" y="17"/>
                </a:lnTo>
                <a:cubicBezTo>
                  <a:pt x="40" y="16"/>
                  <a:pt x="39" y="13"/>
                  <a:pt x="39" y="11"/>
                </a:cubicBezTo>
                <a:cubicBezTo>
                  <a:pt x="39" y="8"/>
                  <a:pt x="41" y="7"/>
                  <a:pt x="42" y="5"/>
                </a:cubicBezTo>
                <a:lnTo>
                  <a:pt x="46" y="2"/>
                </a:lnTo>
                <a:lnTo>
                  <a:pt x="39" y="1"/>
                </a:lnTo>
                <a:cubicBezTo>
                  <a:pt x="38" y="0"/>
                  <a:pt x="37" y="0"/>
                  <a:pt x="37" y="0"/>
                </a:cubicBezTo>
                <a:lnTo>
                  <a:pt x="36" y="0"/>
                </a:lnTo>
                <a:cubicBezTo>
                  <a:pt x="36" y="0"/>
                  <a:pt x="36" y="0"/>
                  <a:pt x="36" y="1"/>
                </a:cubicBezTo>
                <a:lnTo>
                  <a:pt x="33" y="7"/>
                </a:lnTo>
                <a:cubicBezTo>
                  <a:pt x="33" y="8"/>
                  <a:pt x="33" y="9"/>
                  <a:pt x="32" y="9"/>
                </a:cubicBezTo>
                <a:lnTo>
                  <a:pt x="17" y="29"/>
                </a:lnTo>
                <a:cubicBezTo>
                  <a:pt x="15" y="31"/>
                  <a:pt x="13" y="31"/>
                  <a:pt x="11" y="31"/>
                </a:cubicBezTo>
                <a:lnTo>
                  <a:pt x="4" y="31"/>
                </a:lnTo>
                <a:lnTo>
                  <a:pt x="4" y="38"/>
                </a:lnTo>
                <a:cubicBezTo>
                  <a:pt x="4" y="40"/>
                  <a:pt x="4" y="41"/>
                  <a:pt x="3" y="42"/>
                </a:cubicBezTo>
                <a:lnTo>
                  <a:pt x="2" y="44"/>
                </a:lnTo>
                <a:cubicBezTo>
                  <a:pt x="1" y="45"/>
                  <a:pt x="1" y="46"/>
                  <a:pt x="0" y="46"/>
                </a:cubicBezTo>
                <a:cubicBezTo>
                  <a:pt x="1" y="46"/>
                  <a:pt x="1" y="46"/>
                  <a:pt x="2" y="46"/>
                </a:cubicBezTo>
                <a:lnTo>
                  <a:pt x="6" y="4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4" name="Freeform 109">
            <a:extLst>
              <a:ext uri="{FF2B5EF4-FFF2-40B4-BE49-F238E27FC236}">
                <a16:creationId xmlns:a16="http://schemas.microsoft.com/office/drawing/2014/main" xmlns="" id="{B1082F34-148D-40DF-9BF1-2E33EA198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397" y="3394908"/>
            <a:ext cx="26699" cy="37380"/>
          </a:xfrm>
          <a:custGeom>
            <a:avLst/>
            <a:gdLst>
              <a:gd name="T0" fmla="*/ 66 w 67"/>
              <a:gd name="T1" fmla="*/ 28 h 92"/>
              <a:gd name="T2" fmla="*/ 66 w 67"/>
              <a:gd name="T3" fmla="*/ 28 h 92"/>
              <a:gd name="T4" fmla="*/ 62 w 67"/>
              <a:gd name="T5" fmla="*/ 27 h 92"/>
              <a:gd name="T6" fmla="*/ 57 w 67"/>
              <a:gd name="T7" fmla="*/ 23 h 92"/>
              <a:gd name="T8" fmla="*/ 54 w 67"/>
              <a:gd name="T9" fmla="*/ 19 h 92"/>
              <a:gd name="T10" fmla="*/ 52 w 67"/>
              <a:gd name="T11" fmla="*/ 11 h 92"/>
              <a:gd name="T12" fmla="*/ 51 w 67"/>
              <a:gd name="T13" fmla="*/ 9 h 92"/>
              <a:gd name="T14" fmla="*/ 51 w 67"/>
              <a:gd name="T15" fmla="*/ 0 h 92"/>
              <a:gd name="T16" fmla="*/ 34 w 67"/>
              <a:gd name="T17" fmla="*/ 15 h 92"/>
              <a:gd name="T18" fmla="*/ 21 w 67"/>
              <a:gd name="T19" fmla="*/ 33 h 92"/>
              <a:gd name="T20" fmla="*/ 17 w 67"/>
              <a:gd name="T21" fmla="*/ 50 h 92"/>
              <a:gd name="T22" fmla="*/ 14 w 67"/>
              <a:gd name="T23" fmla="*/ 55 h 92"/>
              <a:gd name="T24" fmla="*/ 9 w 67"/>
              <a:gd name="T25" fmla="*/ 58 h 92"/>
              <a:gd name="T26" fmla="*/ 1 w 67"/>
              <a:gd name="T27" fmla="*/ 62 h 92"/>
              <a:gd name="T28" fmla="*/ 0 w 67"/>
              <a:gd name="T29" fmla="*/ 65 h 92"/>
              <a:gd name="T30" fmla="*/ 8 w 67"/>
              <a:gd name="T31" fmla="*/ 82 h 92"/>
              <a:gd name="T32" fmla="*/ 17 w 67"/>
              <a:gd name="T33" fmla="*/ 91 h 92"/>
              <a:gd name="T34" fmla="*/ 19 w 67"/>
              <a:gd name="T35" fmla="*/ 91 h 92"/>
              <a:gd name="T36" fmla="*/ 17 w 67"/>
              <a:gd name="T37" fmla="*/ 88 h 92"/>
              <a:gd name="T38" fmla="*/ 14 w 67"/>
              <a:gd name="T39" fmla="*/ 79 h 92"/>
              <a:gd name="T40" fmla="*/ 17 w 67"/>
              <a:gd name="T41" fmla="*/ 70 h 92"/>
              <a:gd name="T42" fmla="*/ 58 w 67"/>
              <a:gd name="T43" fmla="*/ 38 h 92"/>
              <a:gd name="T44" fmla="*/ 66 w 67"/>
              <a:gd name="T45" fmla="*/ 2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7" h="92">
                <a:moveTo>
                  <a:pt x="66" y="28"/>
                </a:moveTo>
                <a:lnTo>
                  <a:pt x="66" y="28"/>
                </a:lnTo>
                <a:cubicBezTo>
                  <a:pt x="65" y="28"/>
                  <a:pt x="63" y="28"/>
                  <a:pt x="62" y="27"/>
                </a:cubicBezTo>
                <a:lnTo>
                  <a:pt x="57" y="23"/>
                </a:lnTo>
                <a:cubicBezTo>
                  <a:pt x="56" y="22"/>
                  <a:pt x="55" y="21"/>
                  <a:pt x="54" y="19"/>
                </a:cubicBezTo>
                <a:lnTo>
                  <a:pt x="52" y="11"/>
                </a:lnTo>
                <a:cubicBezTo>
                  <a:pt x="51" y="11"/>
                  <a:pt x="51" y="10"/>
                  <a:pt x="51" y="9"/>
                </a:cubicBezTo>
                <a:lnTo>
                  <a:pt x="51" y="0"/>
                </a:lnTo>
                <a:lnTo>
                  <a:pt x="34" y="15"/>
                </a:lnTo>
                <a:lnTo>
                  <a:pt x="21" y="33"/>
                </a:lnTo>
                <a:lnTo>
                  <a:pt x="17" y="50"/>
                </a:lnTo>
                <a:cubicBezTo>
                  <a:pt x="17" y="52"/>
                  <a:pt x="16" y="54"/>
                  <a:pt x="14" y="55"/>
                </a:cubicBezTo>
                <a:lnTo>
                  <a:pt x="9" y="58"/>
                </a:lnTo>
                <a:lnTo>
                  <a:pt x="1" y="62"/>
                </a:lnTo>
                <a:lnTo>
                  <a:pt x="0" y="65"/>
                </a:lnTo>
                <a:lnTo>
                  <a:pt x="8" y="82"/>
                </a:lnTo>
                <a:lnTo>
                  <a:pt x="17" y="91"/>
                </a:lnTo>
                <a:lnTo>
                  <a:pt x="19" y="91"/>
                </a:lnTo>
                <a:cubicBezTo>
                  <a:pt x="18" y="90"/>
                  <a:pt x="17" y="89"/>
                  <a:pt x="17" y="88"/>
                </a:cubicBezTo>
                <a:lnTo>
                  <a:pt x="14" y="79"/>
                </a:lnTo>
                <a:cubicBezTo>
                  <a:pt x="14" y="76"/>
                  <a:pt x="15" y="72"/>
                  <a:pt x="17" y="70"/>
                </a:cubicBezTo>
                <a:lnTo>
                  <a:pt x="58" y="38"/>
                </a:lnTo>
                <a:lnTo>
                  <a:pt x="66" y="2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5" name="Freeform 110">
            <a:extLst>
              <a:ext uri="{FF2B5EF4-FFF2-40B4-BE49-F238E27FC236}">
                <a16:creationId xmlns:a16="http://schemas.microsoft.com/office/drawing/2014/main" xmlns="" id="{7624A720-A7CB-402D-AF82-ED5FB073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962" y="3384228"/>
            <a:ext cx="26699" cy="48060"/>
          </a:xfrm>
          <a:custGeom>
            <a:avLst/>
            <a:gdLst>
              <a:gd name="T0" fmla="*/ 60 w 68"/>
              <a:gd name="T1" fmla="*/ 7 h 117"/>
              <a:gd name="T2" fmla="*/ 43 w 68"/>
              <a:gd name="T3" fmla="*/ 0 h 117"/>
              <a:gd name="T4" fmla="*/ 39 w 68"/>
              <a:gd name="T5" fmla="*/ 1 h 117"/>
              <a:gd name="T6" fmla="*/ 36 w 68"/>
              <a:gd name="T7" fmla="*/ 13 h 117"/>
              <a:gd name="T8" fmla="*/ 39 w 68"/>
              <a:gd name="T9" fmla="*/ 20 h 117"/>
              <a:gd name="T10" fmla="*/ 46 w 68"/>
              <a:gd name="T11" fmla="*/ 30 h 117"/>
              <a:gd name="T12" fmla="*/ 53 w 68"/>
              <a:gd name="T13" fmla="*/ 47 h 117"/>
              <a:gd name="T14" fmla="*/ 53 w 68"/>
              <a:gd name="T15" fmla="*/ 51 h 117"/>
              <a:gd name="T16" fmla="*/ 50 w 68"/>
              <a:gd name="T17" fmla="*/ 70 h 117"/>
              <a:gd name="T18" fmla="*/ 47 w 68"/>
              <a:gd name="T19" fmla="*/ 74 h 117"/>
              <a:gd name="T20" fmla="*/ 42 w 68"/>
              <a:gd name="T21" fmla="*/ 79 h 117"/>
              <a:gd name="T22" fmla="*/ 36 w 68"/>
              <a:gd name="T23" fmla="*/ 80 h 117"/>
              <a:gd name="T24" fmla="*/ 31 w 68"/>
              <a:gd name="T25" fmla="*/ 77 h 117"/>
              <a:gd name="T26" fmla="*/ 27 w 68"/>
              <a:gd name="T27" fmla="*/ 71 h 117"/>
              <a:gd name="T28" fmla="*/ 25 w 68"/>
              <a:gd name="T29" fmla="*/ 69 h 117"/>
              <a:gd name="T30" fmla="*/ 19 w 68"/>
              <a:gd name="T31" fmla="*/ 52 h 117"/>
              <a:gd name="T32" fmla="*/ 3 w 68"/>
              <a:gd name="T33" fmla="*/ 75 h 117"/>
              <a:gd name="T34" fmla="*/ 0 w 68"/>
              <a:gd name="T35" fmla="*/ 85 h 117"/>
              <a:gd name="T36" fmla="*/ 4 w 68"/>
              <a:gd name="T37" fmla="*/ 83 h 117"/>
              <a:gd name="T38" fmla="*/ 8 w 68"/>
              <a:gd name="T39" fmla="*/ 82 h 117"/>
              <a:gd name="T40" fmla="*/ 15 w 68"/>
              <a:gd name="T41" fmla="*/ 87 h 117"/>
              <a:gd name="T42" fmla="*/ 17 w 68"/>
              <a:gd name="T43" fmla="*/ 91 h 117"/>
              <a:gd name="T44" fmla="*/ 17 w 68"/>
              <a:gd name="T45" fmla="*/ 93 h 117"/>
              <a:gd name="T46" fmla="*/ 18 w 68"/>
              <a:gd name="T47" fmla="*/ 102 h 117"/>
              <a:gd name="T48" fmla="*/ 19 w 68"/>
              <a:gd name="T49" fmla="*/ 116 h 117"/>
              <a:gd name="T50" fmla="*/ 33 w 68"/>
              <a:gd name="T51" fmla="*/ 92 h 117"/>
              <a:gd name="T52" fmla="*/ 39 w 68"/>
              <a:gd name="T53" fmla="*/ 88 h 117"/>
              <a:gd name="T54" fmla="*/ 45 w 68"/>
              <a:gd name="T55" fmla="*/ 90 h 117"/>
              <a:gd name="T56" fmla="*/ 49 w 68"/>
              <a:gd name="T57" fmla="*/ 92 h 117"/>
              <a:gd name="T58" fmla="*/ 49 w 68"/>
              <a:gd name="T59" fmla="*/ 93 h 117"/>
              <a:gd name="T60" fmla="*/ 50 w 68"/>
              <a:gd name="T61" fmla="*/ 82 h 117"/>
              <a:gd name="T62" fmla="*/ 50 w 68"/>
              <a:gd name="T63" fmla="*/ 79 h 117"/>
              <a:gd name="T64" fmla="*/ 51 w 68"/>
              <a:gd name="T65" fmla="*/ 75 h 117"/>
              <a:gd name="T66" fmla="*/ 56 w 68"/>
              <a:gd name="T67" fmla="*/ 68 h 117"/>
              <a:gd name="T68" fmla="*/ 61 w 68"/>
              <a:gd name="T69" fmla="*/ 50 h 117"/>
              <a:gd name="T70" fmla="*/ 67 w 68"/>
              <a:gd name="T71" fmla="*/ 19 h 117"/>
              <a:gd name="T72" fmla="*/ 67 w 68"/>
              <a:gd name="T73" fmla="*/ 18 h 117"/>
              <a:gd name="T74" fmla="*/ 60 w 68"/>
              <a:gd name="T75" fmla="*/ 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8" h="117">
                <a:moveTo>
                  <a:pt x="60" y="7"/>
                </a:moveTo>
                <a:lnTo>
                  <a:pt x="43" y="0"/>
                </a:lnTo>
                <a:lnTo>
                  <a:pt x="39" y="1"/>
                </a:lnTo>
                <a:lnTo>
                  <a:pt x="36" y="13"/>
                </a:lnTo>
                <a:lnTo>
                  <a:pt x="39" y="20"/>
                </a:lnTo>
                <a:lnTo>
                  <a:pt x="46" y="30"/>
                </a:lnTo>
                <a:lnTo>
                  <a:pt x="53" y="47"/>
                </a:lnTo>
                <a:cubicBezTo>
                  <a:pt x="53" y="48"/>
                  <a:pt x="54" y="50"/>
                  <a:pt x="53" y="51"/>
                </a:cubicBezTo>
                <a:lnTo>
                  <a:pt x="50" y="70"/>
                </a:lnTo>
                <a:cubicBezTo>
                  <a:pt x="50" y="71"/>
                  <a:pt x="49" y="73"/>
                  <a:pt x="47" y="74"/>
                </a:cubicBezTo>
                <a:lnTo>
                  <a:pt x="42" y="79"/>
                </a:lnTo>
                <a:cubicBezTo>
                  <a:pt x="41" y="80"/>
                  <a:pt x="39" y="81"/>
                  <a:pt x="36" y="80"/>
                </a:cubicBezTo>
                <a:cubicBezTo>
                  <a:pt x="34" y="80"/>
                  <a:pt x="32" y="79"/>
                  <a:pt x="31" y="77"/>
                </a:cubicBezTo>
                <a:lnTo>
                  <a:pt x="27" y="71"/>
                </a:lnTo>
                <a:cubicBezTo>
                  <a:pt x="26" y="71"/>
                  <a:pt x="26" y="70"/>
                  <a:pt x="25" y="69"/>
                </a:cubicBezTo>
                <a:lnTo>
                  <a:pt x="19" y="52"/>
                </a:lnTo>
                <a:lnTo>
                  <a:pt x="3" y="75"/>
                </a:lnTo>
                <a:lnTo>
                  <a:pt x="0" y="85"/>
                </a:lnTo>
                <a:lnTo>
                  <a:pt x="4" y="83"/>
                </a:lnTo>
                <a:cubicBezTo>
                  <a:pt x="5" y="82"/>
                  <a:pt x="6" y="82"/>
                  <a:pt x="8" y="82"/>
                </a:cubicBezTo>
                <a:cubicBezTo>
                  <a:pt x="11" y="82"/>
                  <a:pt x="13" y="84"/>
                  <a:pt x="15" y="87"/>
                </a:cubicBezTo>
                <a:lnTo>
                  <a:pt x="17" y="91"/>
                </a:lnTo>
                <a:cubicBezTo>
                  <a:pt x="17" y="91"/>
                  <a:pt x="17" y="92"/>
                  <a:pt x="17" y="93"/>
                </a:cubicBezTo>
                <a:lnTo>
                  <a:pt x="18" y="102"/>
                </a:lnTo>
                <a:lnTo>
                  <a:pt x="19" y="116"/>
                </a:lnTo>
                <a:lnTo>
                  <a:pt x="33" y="92"/>
                </a:lnTo>
                <a:cubicBezTo>
                  <a:pt x="35" y="90"/>
                  <a:pt x="36" y="88"/>
                  <a:pt x="39" y="88"/>
                </a:cubicBezTo>
                <a:cubicBezTo>
                  <a:pt x="41" y="88"/>
                  <a:pt x="43" y="88"/>
                  <a:pt x="45" y="90"/>
                </a:cubicBezTo>
                <a:lnTo>
                  <a:pt x="49" y="92"/>
                </a:lnTo>
                <a:cubicBezTo>
                  <a:pt x="49" y="92"/>
                  <a:pt x="49" y="92"/>
                  <a:pt x="49" y="93"/>
                </a:cubicBezTo>
                <a:lnTo>
                  <a:pt x="50" y="82"/>
                </a:lnTo>
                <a:lnTo>
                  <a:pt x="50" y="79"/>
                </a:lnTo>
                <a:cubicBezTo>
                  <a:pt x="50" y="78"/>
                  <a:pt x="50" y="76"/>
                  <a:pt x="51" y="75"/>
                </a:cubicBezTo>
                <a:lnTo>
                  <a:pt x="56" y="68"/>
                </a:lnTo>
                <a:lnTo>
                  <a:pt x="61" y="50"/>
                </a:lnTo>
                <a:lnTo>
                  <a:pt x="67" y="19"/>
                </a:lnTo>
                <a:lnTo>
                  <a:pt x="67" y="18"/>
                </a:lnTo>
                <a:lnTo>
                  <a:pt x="60" y="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6" name="Freeform 111">
            <a:extLst>
              <a:ext uri="{FF2B5EF4-FFF2-40B4-BE49-F238E27FC236}">
                <a16:creationId xmlns:a16="http://schemas.microsoft.com/office/drawing/2014/main" xmlns="" id="{1B937A93-E2F8-4219-BCB7-F0F9F6601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3676" y="3352189"/>
            <a:ext cx="48058" cy="71199"/>
          </a:xfrm>
          <a:custGeom>
            <a:avLst/>
            <a:gdLst>
              <a:gd name="T0" fmla="*/ 106 w 121"/>
              <a:gd name="T1" fmla="*/ 162 h 176"/>
              <a:gd name="T2" fmla="*/ 115 w 121"/>
              <a:gd name="T3" fmla="*/ 149 h 176"/>
              <a:gd name="T4" fmla="*/ 112 w 121"/>
              <a:gd name="T5" fmla="*/ 119 h 176"/>
              <a:gd name="T6" fmla="*/ 111 w 121"/>
              <a:gd name="T7" fmla="*/ 102 h 176"/>
              <a:gd name="T8" fmla="*/ 119 w 121"/>
              <a:gd name="T9" fmla="*/ 80 h 176"/>
              <a:gd name="T10" fmla="*/ 117 w 121"/>
              <a:gd name="T11" fmla="*/ 71 h 176"/>
              <a:gd name="T12" fmla="*/ 102 w 121"/>
              <a:gd name="T13" fmla="*/ 67 h 176"/>
              <a:gd name="T14" fmla="*/ 98 w 121"/>
              <a:gd name="T15" fmla="*/ 45 h 176"/>
              <a:gd name="T16" fmla="*/ 104 w 121"/>
              <a:gd name="T17" fmla="*/ 41 h 176"/>
              <a:gd name="T18" fmla="*/ 105 w 121"/>
              <a:gd name="T19" fmla="*/ 27 h 176"/>
              <a:gd name="T20" fmla="*/ 101 w 121"/>
              <a:gd name="T21" fmla="*/ 2 h 176"/>
              <a:gd name="T22" fmla="*/ 92 w 121"/>
              <a:gd name="T23" fmla="*/ 0 h 176"/>
              <a:gd name="T24" fmla="*/ 89 w 121"/>
              <a:gd name="T25" fmla="*/ 4 h 176"/>
              <a:gd name="T26" fmla="*/ 90 w 121"/>
              <a:gd name="T27" fmla="*/ 29 h 176"/>
              <a:gd name="T28" fmla="*/ 87 w 121"/>
              <a:gd name="T29" fmla="*/ 47 h 176"/>
              <a:gd name="T30" fmla="*/ 70 w 121"/>
              <a:gd name="T31" fmla="*/ 52 h 176"/>
              <a:gd name="T32" fmla="*/ 65 w 121"/>
              <a:gd name="T33" fmla="*/ 50 h 176"/>
              <a:gd name="T34" fmla="*/ 70 w 121"/>
              <a:gd name="T35" fmla="*/ 68 h 176"/>
              <a:gd name="T36" fmla="*/ 80 w 121"/>
              <a:gd name="T37" fmla="*/ 93 h 176"/>
              <a:gd name="T38" fmla="*/ 72 w 121"/>
              <a:gd name="T39" fmla="*/ 97 h 176"/>
              <a:gd name="T40" fmla="*/ 62 w 121"/>
              <a:gd name="T41" fmla="*/ 116 h 176"/>
              <a:gd name="T42" fmla="*/ 52 w 121"/>
              <a:gd name="T43" fmla="*/ 126 h 176"/>
              <a:gd name="T44" fmla="*/ 43 w 121"/>
              <a:gd name="T45" fmla="*/ 130 h 176"/>
              <a:gd name="T46" fmla="*/ 32 w 121"/>
              <a:gd name="T47" fmla="*/ 132 h 176"/>
              <a:gd name="T48" fmla="*/ 31 w 121"/>
              <a:gd name="T49" fmla="*/ 137 h 176"/>
              <a:gd name="T50" fmla="*/ 19 w 121"/>
              <a:gd name="T51" fmla="*/ 146 h 176"/>
              <a:gd name="T52" fmla="*/ 0 w 121"/>
              <a:gd name="T53" fmla="*/ 147 h 176"/>
              <a:gd name="T54" fmla="*/ 1 w 121"/>
              <a:gd name="T55" fmla="*/ 160 h 176"/>
              <a:gd name="T56" fmla="*/ 36 w 121"/>
              <a:gd name="T57" fmla="*/ 151 h 176"/>
              <a:gd name="T58" fmla="*/ 49 w 121"/>
              <a:gd name="T59" fmla="*/ 137 h 176"/>
              <a:gd name="T60" fmla="*/ 63 w 121"/>
              <a:gd name="T61" fmla="*/ 133 h 176"/>
              <a:gd name="T62" fmla="*/ 73 w 121"/>
              <a:gd name="T63" fmla="*/ 147 h 176"/>
              <a:gd name="T64" fmla="*/ 68 w 121"/>
              <a:gd name="T65" fmla="*/ 156 h 176"/>
              <a:gd name="T66" fmla="*/ 69 w 121"/>
              <a:gd name="T67" fmla="*/ 171 h 176"/>
              <a:gd name="T68" fmla="*/ 102 w 121"/>
              <a:gd name="T69" fmla="*/ 17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1" h="176">
                <a:moveTo>
                  <a:pt x="102" y="171"/>
                </a:moveTo>
                <a:lnTo>
                  <a:pt x="106" y="162"/>
                </a:lnTo>
                <a:cubicBezTo>
                  <a:pt x="106" y="161"/>
                  <a:pt x="106" y="160"/>
                  <a:pt x="107" y="159"/>
                </a:cubicBezTo>
                <a:lnTo>
                  <a:pt x="115" y="149"/>
                </a:lnTo>
                <a:lnTo>
                  <a:pt x="116" y="138"/>
                </a:lnTo>
                <a:lnTo>
                  <a:pt x="112" y="119"/>
                </a:lnTo>
                <a:lnTo>
                  <a:pt x="110" y="107"/>
                </a:lnTo>
                <a:cubicBezTo>
                  <a:pt x="110" y="105"/>
                  <a:pt x="110" y="103"/>
                  <a:pt x="111" y="102"/>
                </a:cubicBezTo>
                <a:lnTo>
                  <a:pt x="117" y="92"/>
                </a:lnTo>
                <a:lnTo>
                  <a:pt x="119" y="80"/>
                </a:lnTo>
                <a:lnTo>
                  <a:pt x="120" y="70"/>
                </a:lnTo>
                <a:cubicBezTo>
                  <a:pt x="119" y="70"/>
                  <a:pt x="118" y="71"/>
                  <a:pt x="117" y="71"/>
                </a:cubicBezTo>
                <a:lnTo>
                  <a:pt x="111" y="72"/>
                </a:lnTo>
                <a:cubicBezTo>
                  <a:pt x="107" y="73"/>
                  <a:pt x="103" y="71"/>
                  <a:pt x="102" y="67"/>
                </a:cubicBezTo>
                <a:lnTo>
                  <a:pt x="97" y="52"/>
                </a:lnTo>
                <a:cubicBezTo>
                  <a:pt x="97" y="50"/>
                  <a:pt x="97" y="47"/>
                  <a:pt x="98" y="45"/>
                </a:cubicBezTo>
                <a:cubicBezTo>
                  <a:pt x="99" y="44"/>
                  <a:pt x="101" y="42"/>
                  <a:pt x="103" y="42"/>
                </a:cubicBezTo>
                <a:lnTo>
                  <a:pt x="104" y="41"/>
                </a:lnTo>
                <a:lnTo>
                  <a:pt x="107" y="33"/>
                </a:lnTo>
                <a:lnTo>
                  <a:pt x="105" y="27"/>
                </a:lnTo>
                <a:cubicBezTo>
                  <a:pt x="104" y="26"/>
                  <a:pt x="104" y="25"/>
                  <a:pt x="104" y="25"/>
                </a:cubicBezTo>
                <a:lnTo>
                  <a:pt x="101" y="2"/>
                </a:lnTo>
                <a:lnTo>
                  <a:pt x="98" y="0"/>
                </a:lnTo>
                <a:lnTo>
                  <a:pt x="92" y="0"/>
                </a:lnTo>
                <a:lnTo>
                  <a:pt x="91" y="1"/>
                </a:lnTo>
                <a:lnTo>
                  <a:pt x="89" y="4"/>
                </a:lnTo>
                <a:lnTo>
                  <a:pt x="88" y="8"/>
                </a:lnTo>
                <a:lnTo>
                  <a:pt x="90" y="29"/>
                </a:lnTo>
                <a:cubicBezTo>
                  <a:pt x="90" y="30"/>
                  <a:pt x="90" y="31"/>
                  <a:pt x="90" y="31"/>
                </a:cubicBezTo>
                <a:lnTo>
                  <a:pt x="87" y="47"/>
                </a:lnTo>
                <a:cubicBezTo>
                  <a:pt x="86" y="51"/>
                  <a:pt x="82" y="53"/>
                  <a:pt x="78" y="53"/>
                </a:cubicBezTo>
                <a:lnTo>
                  <a:pt x="70" y="52"/>
                </a:lnTo>
                <a:cubicBezTo>
                  <a:pt x="69" y="52"/>
                  <a:pt x="68" y="52"/>
                  <a:pt x="67" y="51"/>
                </a:cubicBezTo>
                <a:lnTo>
                  <a:pt x="65" y="50"/>
                </a:lnTo>
                <a:lnTo>
                  <a:pt x="65" y="57"/>
                </a:lnTo>
                <a:lnTo>
                  <a:pt x="70" y="68"/>
                </a:lnTo>
                <a:lnTo>
                  <a:pt x="80" y="85"/>
                </a:lnTo>
                <a:cubicBezTo>
                  <a:pt x="82" y="88"/>
                  <a:pt x="82" y="90"/>
                  <a:pt x="80" y="93"/>
                </a:cubicBezTo>
                <a:cubicBezTo>
                  <a:pt x="79" y="95"/>
                  <a:pt x="75" y="98"/>
                  <a:pt x="73" y="97"/>
                </a:cubicBezTo>
                <a:lnTo>
                  <a:pt x="72" y="97"/>
                </a:lnTo>
                <a:lnTo>
                  <a:pt x="70" y="100"/>
                </a:lnTo>
                <a:lnTo>
                  <a:pt x="62" y="116"/>
                </a:lnTo>
                <a:lnTo>
                  <a:pt x="55" y="124"/>
                </a:lnTo>
                <a:cubicBezTo>
                  <a:pt x="54" y="125"/>
                  <a:pt x="53" y="126"/>
                  <a:pt x="52" y="126"/>
                </a:cubicBezTo>
                <a:lnTo>
                  <a:pt x="46" y="130"/>
                </a:lnTo>
                <a:cubicBezTo>
                  <a:pt x="45" y="130"/>
                  <a:pt x="44" y="130"/>
                  <a:pt x="43" y="130"/>
                </a:cubicBezTo>
                <a:lnTo>
                  <a:pt x="32" y="131"/>
                </a:lnTo>
                <a:lnTo>
                  <a:pt x="32" y="132"/>
                </a:lnTo>
                <a:cubicBezTo>
                  <a:pt x="32" y="132"/>
                  <a:pt x="32" y="133"/>
                  <a:pt x="32" y="134"/>
                </a:cubicBezTo>
                <a:lnTo>
                  <a:pt x="31" y="137"/>
                </a:lnTo>
                <a:cubicBezTo>
                  <a:pt x="30" y="139"/>
                  <a:pt x="29" y="141"/>
                  <a:pt x="27" y="142"/>
                </a:cubicBezTo>
                <a:lnTo>
                  <a:pt x="19" y="146"/>
                </a:lnTo>
                <a:cubicBezTo>
                  <a:pt x="18" y="147"/>
                  <a:pt x="16" y="147"/>
                  <a:pt x="15" y="147"/>
                </a:cubicBezTo>
                <a:lnTo>
                  <a:pt x="0" y="147"/>
                </a:lnTo>
                <a:lnTo>
                  <a:pt x="2" y="155"/>
                </a:lnTo>
                <a:cubicBezTo>
                  <a:pt x="2" y="157"/>
                  <a:pt x="2" y="159"/>
                  <a:pt x="1" y="160"/>
                </a:cubicBezTo>
                <a:lnTo>
                  <a:pt x="28" y="162"/>
                </a:lnTo>
                <a:lnTo>
                  <a:pt x="36" y="151"/>
                </a:lnTo>
                <a:cubicBezTo>
                  <a:pt x="36" y="151"/>
                  <a:pt x="36" y="150"/>
                  <a:pt x="37" y="149"/>
                </a:cubicBezTo>
                <a:lnTo>
                  <a:pt x="49" y="137"/>
                </a:lnTo>
                <a:lnTo>
                  <a:pt x="54" y="133"/>
                </a:lnTo>
                <a:cubicBezTo>
                  <a:pt x="57" y="132"/>
                  <a:pt x="60" y="132"/>
                  <a:pt x="63" y="133"/>
                </a:cubicBezTo>
                <a:lnTo>
                  <a:pt x="69" y="136"/>
                </a:lnTo>
                <a:cubicBezTo>
                  <a:pt x="73" y="138"/>
                  <a:pt x="74" y="143"/>
                  <a:pt x="73" y="147"/>
                </a:cubicBezTo>
                <a:lnTo>
                  <a:pt x="70" y="154"/>
                </a:lnTo>
                <a:cubicBezTo>
                  <a:pt x="69" y="155"/>
                  <a:pt x="69" y="156"/>
                  <a:pt x="68" y="156"/>
                </a:cubicBezTo>
                <a:lnTo>
                  <a:pt x="60" y="165"/>
                </a:lnTo>
                <a:lnTo>
                  <a:pt x="69" y="171"/>
                </a:lnTo>
                <a:lnTo>
                  <a:pt x="102" y="175"/>
                </a:lnTo>
                <a:cubicBezTo>
                  <a:pt x="101" y="174"/>
                  <a:pt x="101" y="172"/>
                  <a:pt x="102" y="17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7" name="Freeform 112">
            <a:extLst>
              <a:ext uri="{FF2B5EF4-FFF2-40B4-BE49-F238E27FC236}">
                <a16:creationId xmlns:a16="http://schemas.microsoft.com/office/drawing/2014/main" xmlns="" id="{43DE73C6-6DD0-4A29-A09D-1105C8A57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341" y="3396689"/>
            <a:ext cx="7120" cy="17800"/>
          </a:xfrm>
          <a:custGeom>
            <a:avLst/>
            <a:gdLst>
              <a:gd name="T0" fmla="*/ 10 w 16"/>
              <a:gd name="T1" fmla="*/ 12 h 42"/>
              <a:gd name="T2" fmla="*/ 9 w 16"/>
              <a:gd name="T3" fmla="*/ 6 h 42"/>
              <a:gd name="T4" fmla="*/ 9 w 16"/>
              <a:gd name="T5" fmla="*/ 2 h 42"/>
              <a:gd name="T6" fmla="*/ 10 w 16"/>
              <a:gd name="T7" fmla="*/ 0 h 42"/>
              <a:gd name="T8" fmla="*/ 7 w 16"/>
              <a:gd name="T9" fmla="*/ 4 h 42"/>
              <a:gd name="T10" fmla="*/ 0 w 16"/>
              <a:gd name="T11" fmla="*/ 29 h 42"/>
              <a:gd name="T12" fmla="*/ 8 w 16"/>
              <a:gd name="T13" fmla="*/ 41 h 42"/>
              <a:gd name="T14" fmla="*/ 8 w 16"/>
              <a:gd name="T15" fmla="*/ 41 h 42"/>
              <a:gd name="T16" fmla="*/ 11 w 16"/>
              <a:gd name="T17" fmla="*/ 28 h 42"/>
              <a:gd name="T18" fmla="*/ 15 w 16"/>
              <a:gd name="T19" fmla="*/ 23 h 42"/>
              <a:gd name="T20" fmla="*/ 13 w 16"/>
              <a:gd name="T21" fmla="*/ 21 h 42"/>
              <a:gd name="T22" fmla="*/ 10 w 16"/>
              <a:gd name="T23" fmla="*/ 1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" h="42">
                <a:moveTo>
                  <a:pt x="10" y="12"/>
                </a:moveTo>
                <a:lnTo>
                  <a:pt x="9" y="6"/>
                </a:lnTo>
                <a:cubicBezTo>
                  <a:pt x="9" y="5"/>
                  <a:pt x="9" y="3"/>
                  <a:pt x="9" y="2"/>
                </a:cubicBezTo>
                <a:lnTo>
                  <a:pt x="10" y="0"/>
                </a:lnTo>
                <a:lnTo>
                  <a:pt x="7" y="4"/>
                </a:lnTo>
                <a:lnTo>
                  <a:pt x="0" y="29"/>
                </a:lnTo>
                <a:lnTo>
                  <a:pt x="8" y="41"/>
                </a:lnTo>
                <a:lnTo>
                  <a:pt x="8" y="41"/>
                </a:lnTo>
                <a:lnTo>
                  <a:pt x="11" y="28"/>
                </a:lnTo>
                <a:cubicBezTo>
                  <a:pt x="11" y="26"/>
                  <a:pt x="13" y="24"/>
                  <a:pt x="15" y="23"/>
                </a:cubicBezTo>
                <a:cubicBezTo>
                  <a:pt x="14" y="22"/>
                  <a:pt x="14" y="21"/>
                  <a:pt x="13" y="21"/>
                </a:cubicBezTo>
                <a:lnTo>
                  <a:pt x="10" y="1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8" name="Freeform 113">
            <a:extLst>
              <a:ext uri="{FF2B5EF4-FFF2-40B4-BE49-F238E27FC236}">
                <a16:creationId xmlns:a16="http://schemas.microsoft.com/office/drawing/2014/main" xmlns="" id="{3D55CEBC-3736-448F-8391-58CDE131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901" y="3321930"/>
            <a:ext cx="76539" cy="83658"/>
          </a:xfrm>
          <a:custGeom>
            <a:avLst/>
            <a:gdLst>
              <a:gd name="T0" fmla="*/ 163 w 190"/>
              <a:gd name="T1" fmla="*/ 62 h 209"/>
              <a:gd name="T2" fmla="*/ 150 w 190"/>
              <a:gd name="T3" fmla="*/ 68 h 209"/>
              <a:gd name="T4" fmla="*/ 133 w 190"/>
              <a:gd name="T5" fmla="*/ 56 h 209"/>
              <a:gd name="T6" fmla="*/ 143 w 190"/>
              <a:gd name="T7" fmla="*/ 29 h 209"/>
              <a:gd name="T8" fmla="*/ 127 w 190"/>
              <a:gd name="T9" fmla="*/ 0 h 209"/>
              <a:gd name="T10" fmla="*/ 109 w 190"/>
              <a:gd name="T11" fmla="*/ 27 h 209"/>
              <a:gd name="T12" fmla="*/ 101 w 190"/>
              <a:gd name="T13" fmla="*/ 39 h 209"/>
              <a:gd name="T14" fmla="*/ 97 w 190"/>
              <a:gd name="T15" fmla="*/ 49 h 209"/>
              <a:gd name="T16" fmla="*/ 91 w 190"/>
              <a:gd name="T17" fmla="*/ 58 h 209"/>
              <a:gd name="T18" fmla="*/ 78 w 190"/>
              <a:gd name="T19" fmla="*/ 56 h 209"/>
              <a:gd name="T20" fmla="*/ 65 w 190"/>
              <a:gd name="T21" fmla="*/ 54 h 209"/>
              <a:gd name="T22" fmla="*/ 52 w 190"/>
              <a:gd name="T23" fmla="*/ 49 h 209"/>
              <a:gd name="T24" fmla="*/ 46 w 190"/>
              <a:gd name="T25" fmla="*/ 41 h 209"/>
              <a:gd name="T26" fmla="*/ 39 w 190"/>
              <a:gd name="T27" fmla="*/ 39 h 209"/>
              <a:gd name="T28" fmla="*/ 23 w 190"/>
              <a:gd name="T29" fmla="*/ 71 h 209"/>
              <a:gd name="T30" fmla="*/ 35 w 190"/>
              <a:gd name="T31" fmla="*/ 80 h 209"/>
              <a:gd name="T32" fmla="*/ 35 w 190"/>
              <a:gd name="T33" fmla="*/ 93 h 209"/>
              <a:gd name="T34" fmla="*/ 5 w 190"/>
              <a:gd name="T35" fmla="*/ 107 h 209"/>
              <a:gd name="T36" fmla="*/ 4 w 190"/>
              <a:gd name="T37" fmla="*/ 119 h 209"/>
              <a:gd name="T38" fmla="*/ 10 w 190"/>
              <a:gd name="T39" fmla="*/ 126 h 209"/>
              <a:gd name="T40" fmla="*/ 18 w 190"/>
              <a:gd name="T41" fmla="*/ 131 h 209"/>
              <a:gd name="T42" fmla="*/ 30 w 190"/>
              <a:gd name="T43" fmla="*/ 140 h 209"/>
              <a:gd name="T44" fmla="*/ 14 w 190"/>
              <a:gd name="T45" fmla="*/ 167 h 209"/>
              <a:gd name="T46" fmla="*/ 30 w 190"/>
              <a:gd name="T47" fmla="*/ 169 h 209"/>
              <a:gd name="T48" fmla="*/ 41 w 190"/>
              <a:gd name="T49" fmla="*/ 185 h 209"/>
              <a:gd name="T50" fmla="*/ 45 w 190"/>
              <a:gd name="T51" fmla="*/ 202 h 209"/>
              <a:gd name="T52" fmla="*/ 52 w 190"/>
              <a:gd name="T53" fmla="*/ 208 h 209"/>
              <a:gd name="T54" fmla="*/ 51 w 190"/>
              <a:gd name="T55" fmla="*/ 206 h 209"/>
              <a:gd name="T56" fmla="*/ 49 w 190"/>
              <a:gd name="T57" fmla="*/ 189 h 209"/>
              <a:gd name="T58" fmla="*/ 53 w 190"/>
              <a:gd name="T59" fmla="*/ 176 h 209"/>
              <a:gd name="T60" fmla="*/ 61 w 190"/>
              <a:gd name="T61" fmla="*/ 165 h 209"/>
              <a:gd name="T62" fmla="*/ 76 w 190"/>
              <a:gd name="T63" fmla="*/ 164 h 209"/>
              <a:gd name="T64" fmla="*/ 80 w 190"/>
              <a:gd name="T65" fmla="*/ 171 h 209"/>
              <a:gd name="T66" fmla="*/ 92 w 190"/>
              <a:gd name="T67" fmla="*/ 177 h 209"/>
              <a:gd name="T68" fmla="*/ 93 w 190"/>
              <a:gd name="T69" fmla="*/ 167 h 209"/>
              <a:gd name="T70" fmla="*/ 81 w 190"/>
              <a:gd name="T71" fmla="*/ 160 h 209"/>
              <a:gd name="T72" fmla="*/ 72 w 190"/>
              <a:gd name="T73" fmla="*/ 144 h 209"/>
              <a:gd name="T74" fmla="*/ 79 w 190"/>
              <a:gd name="T75" fmla="*/ 134 h 209"/>
              <a:gd name="T76" fmla="*/ 101 w 190"/>
              <a:gd name="T77" fmla="*/ 125 h 209"/>
              <a:gd name="T78" fmla="*/ 104 w 190"/>
              <a:gd name="T79" fmla="*/ 120 h 209"/>
              <a:gd name="T80" fmla="*/ 118 w 190"/>
              <a:gd name="T81" fmla="*/ 119 h 209"/>
              <a:gd name="T82" fmla="*/ 123 w 190"/>
              <a:gd name="T83" fmla="*/ 124 h 209"/>
              <a:gd name="T84" fmla="*/ 128 w 190"/>
              <a:gd name="T85" fmla="*/ 120 h 209"/>
              <a:gd name="T86" fmla="*/ 156 w 190"/>
              <a:gd name="T87" fmla="*/ 117 h 209"/>
              <a:gd name="T88" fmla="*/ 165 w 190"/>
              <a:gd name="T89" fmla="*/ 100 h 209"/>
              <a:gd name="T90" fmla="*/ 189 w 190"/>
              <a:gd name="T91" fmla="*/ 64 h 209"/>
              <a:gd name="T92" fmla="*/ 177 w 190"/>
              <a:gd name="T93" fmla="*/ 5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0" h="209">
                <a:moveTo>
                  <a:pt x="177" y="50"/>
                </a:moveTo>
                <a:lnTo>
                  <a:pt x="163" y="62"/>
                </a:lnTo>
                <a:cubicBezTo>
                  <a:pt x="162" y="63"/>
                  <a:pt x="161" y="64"/>
                  <a:pt x="160" y="64"/>
                </a:cubicBezTo>
                <a:lnTo>
                  <a:pt x="150" y="68"/>
                </a:lnTo>
                <a:cubicBezTo>
                  <a:pt x="146" y="69"/>
                  <a:pt x="143" y="68"/>
                  <a:pt x="141" y="66"/>
                </a:cubicBezTo>
                <a:lnTo>
                  <a:pt x="133" y="56"/>
                </a:lnTo>
                <a:cubicBezTo>
                  <a:pt x="130" y="53"/>
                  <a:pt x="130" y="50"/>
                  <a:pt x="132" y="47"/>
                </a:cubicBezTo>
                <a:lnTo>
                  <a:pt x="143" y="29"/>
                </a:lnTo>
                <a:lnTo>
                  <a:pt x="137" y="1"/>
                </a:lnTo>
                <a:lnTo>
                  <a:pt x="127" y="0"/>
                </a:lnTo>
                <a:lnTo>
                  <a:pt x="117" y="9"/>
                </a:lnTo>
                <a:lnTo>
                  <a:pt x="109" y="27"/>
                </a:lnTo>
                <a:lnTo>
                  <a:pt x="103" y="37"/>
                </a:lnTo>
                <a:cubicBezTo>
                  <a:pt x="103" y="38"/>
                  <a:pt x="102" y="39"/>
                  <a:pt x="101" y="39"/>
                </a:cubicBezTo>
                <a:lnTo>
                  <a:pt x="100" y="40"/>
                </a:lnTo>
                <a:lnTo>
                  <a:pt x="97" y="49"/>
                </a:lnTo>
                <a:lnTo>
                  <a:pt x="94" y="55"/>
                </a:lnTo>
                <a:cubicBezTo>
                  <a:pt x="94" y="56"/>
                  <a:pt x="92" y="58"/>
                  <a:pt x="91" y="58"/>
                </a:cubicBezTo>
                <a:lnTo>
                  <a:pt x="88" y="59"/>
                </a:lnTo>
                <a:cubicBezTo>
                  <a:pt x="84" y="61"/>
                  <a:pt x="80" y="60"/>
                  <a:pt x="78" y="56"/>
                </a:cubicBezTo>
                <a:lnTo>
                  <a:pt x="73" y="49"/>
                </a:lnTo>
                <a:lnTo>
                  <a:pt x="65" y="54"/>
                </a:lnTo>
                <a:cubicBezTo>
                  <a:pt x="62" y="55"/>
                  <a:pt x="59" y="55"/>
                  <a:pt x="56" y="53"/>
                </a:cubicBezTo>
                <a:lnTo>
                  <a:pt x="52" y="49"/>
                </a:lnTo>
                <a:cubicBezTo>
                  <a:pt x="51" y="49"/>
                  <a:pt x="51" y="48"/>
                  <a:pt x="50" y="47"/>
                </a:cubicBezTo>
                <a:lnTo>
                  <a:pt x="46" y="41"/>
                </a:lnTo>
                <a:cubicBezTo>
                  <a:pt x="45" y="41"/>
                  <a:pt x="44" y="41"/>
                  <a:pt x="44" y="41"/>
                </a:cubicBezTo>
                <a:lnTo>
                  <a:pt x="39" y="39"/>
                </a:lnTo>
                <a:lnTo>
                  <a:pt x="11" y="68"/>
                </a:lnTo>
                <a:lnTo>
                  <a:pt x="23" y="71"/>
                </a:lnTo>
                <a:cubicBezTo>
                  <a:pt x="24" y="71"/>
                  <a:pt x="25" y="72"/>
                  <a:pt x="26" y="73"/>
                </a:cubicBezTo>
                <a:lnTo>
                  <a:pt x="35" y="80"/>
                </a:lnTo>
                <a:cubicBezTo>
                  <a:pt x="38" y="81"/>
                  <a:pt x="39" y="84"/>
                  <a:pt x="39" y="87"/>
                </a:cubicBezTo>
                <a:cubicBezTo>
                  <a:pt x="39" y="90"/>
                  <a:pt x="37" y="92"/>
                  <a:pt x="35" y="93"/>
                </a:cubicBezTo>
                <a:lnTo>
                  <a:pt x="21" y="101"/>
                </a:lnTo>
                <a:lnTo>
                  <a:pt x="5" y="107"/>
                </a:lnTo>
                <a:lnTo>
                  <a:pt x="0" y="116"/>
                </a:lnTo>
                <a:lnTo>
                  <a:pt x="4" y="119"/>
                </a:lnTo>
                <a:cubicBezTo>
                  <a:pt x="5" y="119"/>
                  <a:pt x="6" y="120"/>
                  <a:pt x="7" y="121"/>
                </a:cubicBezTo>
                <a:lnTo>
                  <a:pt x="10" y="126"/>
                </a:lnTo>
                <a:cubicBezTo>
                  <a:pt x="11" y="127"/>
                  <a:pt x="12" y="129"/>
                  <a:pt x="12" y="131"/>
                </a:cubicBezTo>
                <a:cubicBezTo>
                  <a:pt x="14" y="130"/>
                  <a:pt x="16" y="130"/>
                  <a:pt x="18" y="131"/>
                </a:cubicBezTo>
                <a:lnTo>
                  <a:pt x="26" y="135"/>
                </a:lnTo>
                <a:cubicBezTo>
                  <a:pt x="28" y="136"/>
                  <a:pt x="30" y="138"/>
                  <a:pt x="30" y="140"/>
                </a:cubicBezTo>
                <a:cubicBezTo>
                  <a:pt x="31" y="142"/>
                  <a:pt x="30" y="145"/>
                  <a:pt x="29" y="147"/>
                </a:cubicBezTo>
                <a:lnTo>
                  <a:pt x="14" y="167"/>
                </a:lnTo>
                <a:lnTo>
                  <a:pt x="24" y="166"/>
                </a:lnTo>
                <a:cubicBezTo>
                  <a:pt x="26" y="166"/>
                  <a:pt x="29" y="167"/>
                  <a:pt x="30" y="169"/>
                </a:cubicBezTo>
                <a:lnTo>
                  <a:pt x="39" y="179"/>
                </a:lnTo>
                <a:cubicBezTo>
                  <a:pt x="41" y="181"/>
                  <a:pt x="41" y="183"/>
                  <a:pt x="41" y="185"/>
                </a:cubicBezTo>
                <a:lnTo>
                  <a:pt x="41" y="199"/>
                </a:lnTo>
                <a:lnTo>
                  <a:pt x="45" y="202"/>
                </a:lnTo>
                <a:cubicBezTo>
                  <a:pt x="47" y="203"/>
                  <a:pt x="49" y="205"/>
                  <a:pt x="49" y="207"/>
                </a:cubicBezTo>
                <a:lnTo>
                  <a:pt x="52" y="208"/>
                </a:lnTo>
                <a:lnTo>
                  <a:pt x="52" y="208"/>
                </a:lnTo>
                <a:lnTo>
                  <a:pt x="51" y="206"/>
                </a:lnTo>
                <a:lnTo>
                  <a:pt x="48" y="194"/>
                </a:lnTo>
                <a:cubicBezTo>
                  <a:pt x="48" y="193"/>
                  <a:pt x="48" y="191"/>
                  <a:pt x="49" y="189"/>
                </a:cubicBezTo>
                <a:lnTo>
                  <a:pt x="52" y="182"/>
                </a:lnTo>
                <a:lnTo>
                  <a:pt x="53" y="176"/>
                </a:lnTo>
                <a:lnTo>
                  <a:pt x="56" y="169"/>
                </a:lnTo>
                <a:cubicBezTo>
                  <a:pt x="57" y="167"/>
                  <a:pt x="59" y="165"/>
                  <a:pt x="61" y="165"/>
                </a:cubicBezTo>
                <a:lnTo>
                  <a:pt x="67" y="162"/>
                </a:lnTo>
                <a:cubicBezTo>
                  <a:pt x="70" y="161"/>
                  <a:pt x="73" y="162"/>
                  <a:pt x="76" y="164"/>
                </a:cubicBezTo>
                <a:lnTo>
                  <a:pt x="78" y="166"/>
                </a:lnTo>
                <a:cubicBezTo>
                  <a:pt x="79" y="168"/>
                  <a:pt x="79" y="169"/>
                  <a:pt x="80" y="171"/>
                </a:cubicBezTo>
                <a:lnTo>
                  <a:pt x="81" y="181"/>
                </a:lnTo>
                <a:lnTo>
                  <a:pt x="92" y="177"/>
                </a:lnTo>
                <a:lnTo>
                  <a:pt x="93" y="173"/>
                </a:lnTo>
                <a:lnTo>
                  <a:pt x="93" y="167"/>
                </a:lnTo>
                <a:lnTo>
                  <a:pt x="90" y="162"/>
                </a:lnTo>
                <a:lnTo>
                  <a:pt x="81" y="160"/>
                </a:lnTo>
                <a:cubicBezTo>
                  <a:pt x="78" y="159"/>
                  <a:pt x="76" y="157"/>
                  <a:pt x="75" y="155"/>
                </a:cubicBezTo>
                <a:lnTo>
                  <a:pt x="72" y="144"/>
                </a:lnTo>
                <a:cubicBezTo>
                  <a:pt x="71" y="142"/>
                  <a:pt x="71" y="139"/>
                  <a:pt x="73" y="137"/>
                </a:cubicBezTo>
                <a:cubicBezTo>
                  <a:pt x="74" y="135"/>
                  <a:pt x="77" y="134"/>
                  <a:pt x="79" y="134"/>
                </a:cubicBezTo>
                <a:lnTo>
                  <a:pt x="98" y="134"/>
                </a:lnTo>
                <a:lnTo>
                  <a:pt x="101" y="125"/>
                </a:lnTo>
                <a:cubicBezTo>
                  <a:pt x="101" y="125"/>
                  <a:pt x="102" y="124"/>
                  <a:pt x="102" y="123"/>
                </a:cubicBezTo>
                <a:lnTo>
                  <a:pt x="104" y="120"/>
                </a:lnTo>
                <a:cubicBezTo>
                  <a:pt x="106" y="117"/>
                  <a:pt x="110" y="115"/>
                  <a:pt x="114" y="117"/>
                </a:cubicBezTo>
                <a:lnTo>
                  <a:pt x="118" y="119"/>
                </a:lnTo>
                <a:cubicBezTo>
                  <a:pt x="120" y="119"/>
                  <a:pt x="121" y="120"/>
                  <a:pt x="122" y="122"/>
                </a:cubicBezTo>
                <a:lnTo>
                  <a:pt x="123" y="124"/>
                </a:lnTo>
                <a:lnTo>
                  <a:pt x="124" y="124"/>
                </a:lnTo>
                <a:lnTo>
                  <a:pt x="128" y="120"/>
                </a:lnTo>
                <a:cubicBezTo>
                  <a:pt x="129" y="119"/>
                  <a:pt x="131" y="119"/>
                  <a:pt x="132" y="119"/>
                </a:cubicBezTo>
                <a:lnTo>
                  <a:pt x="156" y="117"/>
                </a:lnTo>
                <a:lnTo>
                  <a:pt x="160" y="105"/>
                </a:lnTo>
                <a:cubicBezTo>
                  <a:pt x="161" y="102"/>
                  <a:pt x="163" y="101"/>
                  <a:pt x="165" y="100"/>
                </a:cubicBezTo>
                <a:lnTo>
                  <a:pt x="177" y="96"/>
                </a:lnTo>
                <a:lnTo>
                  <a:pt x="189" y="64"/>
                </a:lnTo>
                <a:lnTo>
                  <a:pt x="182" y="52"/>
                </a:lnTo>
                <a:lnTo>
                  <a:pt x="177" y="5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89" name="Freeform 114">
            <a:extLst>
              <a:ext uri="{FF2B5EF4-FFF2-40B4-BE49-F238E27FC236}">
                <a16:creationId xmlns:a16="http://schemas.microsoft.com/office/drawing/2014/main" xmlns="" id="{15BBED7A-E845-435F-A3EB-F03AC117E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333" y="3432288"/>
            <a:ext cx="3560" cy="5339"/>
          </a:xfrm>
          <a:custGeom>
            <a:avLst/>
            <a:gdLst>
              <a:gd name="T0" fmla="*/ 2 w 11"/>
              <a:gd name="T1" fmla="*/ 0 h 15"/>
              <a:gd name="T2" fmla="*/ 0 w 11"/>
              <a:gd name="T3" fmla="*/ 1 h 15"/>
              <a:gd name="T4" fmla="*/ 10 w 11"/>
              <a:gd name="T5" fmla="*/ 14 h 15"/>
              <a:gd name="T6" fmla="*/ 2 w 11"/>
              <a:gd name="T7" fmla="*/ 0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" h="15">
                <a:moveTo>
                  <a:pt x="2" y="0"/>
                </a:moveTo>
                <a:lnTo>
                  <a:pt x="0" y="1"/>
                </a:lnTo>
                <a:lnTo>
                  <a:pt x="10" y="14"/>
                </a:lnTo>
                <a:lnTo>
                  <a:pt x="2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0" name="Freeform 115">
            <a:extLst>
              <a:ext uri="{FF2B5EF4-FFF2-40B4-BE49-F238E27FC236}">
                <a16:creationId xmlns:a16="http://schemas.microsoft.com/office/drawing/2014/main" xmlns="" id="{27809946-23CB-4659-8C0D-F534AA941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056" y="4870498"/>
            <a:ext cx="24919" cy="21360"/>
          </a:xfrm>
          <a:custGeom>
            <a:avLst/>
            <a:gdLst>
              <a:gd name="T0" fmla="*/ 56 w 61"/>
              <a:gd name="T1" fmla="*/ 35 h 55"/>
              <a:gd name="T2" fmla="*/ 57 w 61"/>
              <a:gd name="T3" fmla="*/ 27 h 55"/>
              <a:gd name="T4" fmla="*/ 53 w 61"/>
              <a:gd name="T5" fmla="*/ 15 h 55"/>
              <a:gd name="T6" fmla="*/ 43 w 61"/>
              <a:gd name="T7" fmla="*/ 1 h 55"/>
              <a:gd name="T8" fmla="*/ 39 w 61"/>
              <a:gd name="T9" fmla="*/ 0 h 55"/>
              <a:gd name="T10" fmla="*/ 32 w 61"/>
              <a:gd name="T11" fmla="*/ 6 h 55"/>
              <a:gd name="T12" fmla="*/ 16 w 61"/>
              <a:gd name="T13" fmla="*/ 26 h 55"/>
              <a:gd name="T14" fmla="*/ 13 w 61"/>
              <a:gd name="T15" fmla="*/ 28 h 55"/>
              <a:gd name="T16" fmla="*/ 0 w 61"/>
              <a:gd name="T17" fmla="*/ 35 h 55"/>
              <a:gd name="T18" fmla="*/ 10 w 61"/>
              <a:gd name="T19" fmla="*/ 52 h 55"/>
              <a:gd name="T20" fmla="*/ 19 w 61"/>
              <a:gd name="T21" fmla="*/ 54 h 55"/>
              <a:gd name="T22" fmla="*/ 60 w 61"/>
              <a:gd name="T23" fmla="*/ 44 h 55"/>
              <a:gd name="T24" fmla="*/ 57 w 61"/>
              <a:gd name="T25" fmla="*/ 39 h 55"/>
              <a:gd name="T26" fmla="*/ 56 w 61"/>
              <a:gd name="T27" fmla="*/ 35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1" h="55">
                <a:moveTo>
                  <a:pt x="56" y="35"/>
                </a:moveTo>
                <a:lnTo>
                  <a:pt x="57" y="27"/>
                </a:lnTo>
                <a:lnTo>
                  <a:pt x="53" y="15"/>
                </a:lnTo>
                <a:lnTo>
                  <a:pt x="43" y="1"/>
                </a:lnTo>
                <a:lnTo>
                  <a:pt x="39" y="0"/>
                </a:lnTo>
                <a:lnTo>
                  <a:pt x="32" y="6"/>
                </a:lnTo>
                <a:lnTo>
                  <a:pt x="16" y="26"/>
                </a:lnTo>
                <a:cubicBezTo>
                  <a:pt x="15" y="27"/>
                  <a:pt x="14" y="28"/>
                  <a:pt x="13" y="28"/>
                </a:cubicBezTo>
                <a:lnTo>
                  <a:pt x="0" y="35"/>
                </a:lnTo>
                <a:lnTo>
                  <a:pt x="10" y="52"/>
                </a:lnTo>
                <a:lnTo>
                  <a:pt x="19" y="54"/>
                </a:lnTo>
                <a:lnTo>
                  <a:pt x="60" y="44"/>
                </a:lnTo>
                <a:lnTo>
                  <a:pt x="57" y="39"/>
                </a:lnTo>
                <a:cubicBezTo>
                  <a:pt x="56" y="38"/>
                  <a:pt x="56" y="36"/>
                  <a:pt x="56" y="35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1" name="Freeform 116">
            <a:extLst>
              <a:ext uri="{FF2B5EF4-FFF2-40B4-BE49-F238E27FC236}">
                <a16:creationId xmlns:a16="http://schemas.microsoft.com/office/drawing/2014/main" xmlns="" id="{70477F56-E6EB-4531-AAF1-FE495BF28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6" y="4806419"/>
            <a:ext cx="42719" cy="35599"/>
          </a:xfrm>
          <a:custGeom>
            <a:avLst/>
            <a:gdLst>
              <a:gd name="T0" fmla="*/ 3 w 106"/>
              <a:gd name="T1" fmla="*/ 55 h 86"/>
              <a:gd name="T2" fmla="*/ 48 w 106"/>
              <a:gd name="T3" fmla="*/ 67 h 86"/>
              <a:gd name="T4" fmla="*/ 51 w 106"/>
              <a:gd name="T5" fmla="*/ 68 h 86"/>
              <a:gd name="T6" fmla="*/ 61 w 106"/>
              <a:gd name="T7" fmla="*/ 75 h 86"/>
              <a:gd name="T8" fmla="*/ 64 w 106"/>
              <a:gd name="T9" fmla="*/ 85 h 86"/>
              <a:gd name="T10" fmla="*/ 66 w 106"/>
              <a:gd name="T11" fmla="*/ 84 h 86"/>
              <a:gd name="T12" fmla="*/ 69 w 106"/>
              <a:gd name="T13" fmla="*/ 83 h 86"/>
              <a:gd name="T14" fmla="*/ 79 w 106"/>
              <a:gd name="T15" fmla="*/ 83 h 86"/>
              <a:gd name="T16" fmla="*/ 80 w 106"/>
              <a:gd name="T17" fmla="*/ 80 h 86"/>
              <a:gd name="T18" fmla="*/ 81 w 106"/>
              <a:gd name="T19" fmla="*/ 77 h 86"/>
              <a:gd name="T20" fmla="*/ 85 w 106"/>
              <a:gd name="T21" fmla="*/ 74 h 86"/>
              <a:gd name="T22" fmla="*/ 94 w 106"/>
              <a:gd name="T23" fmla="*/ 71 h 86"/>
              <a:gd name="T24" fmla="*/ 97 w 106"/>
              <a:gd name="T25" fmla="*/ 66 h 86"/>
              <a:gd name="T26" fmla="*/ 105 w 106"/>
              <a:gd name="T27" fmla="*/ 48 h 86"/>
              <a:gd name="T28" fmla="*/ 103 w 106"/>
              <a:gd name="T29" fmla="*/ 43 h 86"/>
              <a:gd name="T30" fmla="*/ 90 w 106"/>
              <a:gd name="T31" fmla="*/ 30 h 86"/>
              <a:gd name="T32" fmla="*/ 88 w 106"/>
              <a:gd name="T33" fmla="*/ 27 h 86"/>
              <a:gd name="T34" fmla="*/ 81 w 106"/>
              <a:gd name="T35" fmla="*/ 3 h 86"/>
              <a:gd name="T36" fmla="*/ 77 w 106"/>
              <a:gd name="T37" fmla="*/ 0 h 86"/>
              <a:gd name="T38" fmla="*/ 61 w 106"/>
              <a:gd name="T39" fmla="*/ 0 h 86"/>
              <a:gd name="T40" fmla="*/ 55 w 106"/>
              <a:gd name="T41" fmla="*/ 4 h 86"/>
              <a:gd name="T42" fmla="*/ 40 w 106"/>
              <a:gd name="T43" fmla="*/ 22 h 86"/>
              <a:gd name="T44" fmla="*/ 38 w 106"/>
              <a:gd name="T45" fmla="*/ 24 h 86"/>
              <a:gd name="T46" fmla="*/ 30 w 106"/>
              <a:gd name="T47" fmla="*/ 28 h 86"/>
              <a:gd name="T48" fmla="*/ 27 w 106"/>
              <a:gd name="T49" fmla="*/ 29 h 86"/>
              <a:gd name="T50" fmla="*/ 10 w 106"/>
              <a:gd name="T51" fmla="*/ 31 h 86"/>
              <a:gd name="T52" fmla="*/ 0 w 106"/>
              <a:gd name="T53" fmla="*/ 36 h 86"/>
              <a:gd name="T54" fmla="*/ 1 w 106"/>
              <a:gd name="T55" fmla="*/ 40 h 86"/>
              <a:gd name="T56" fmla="*/ 0 w 106"/>
              <a:gd name="T57" fmla="*/ 52 h 86"/>
              <a:gd name="T58" fmla="*/ 3 w 106"/>
              <a:gd name="T59" fmla="*/ 55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6" h="86">
                <a:moveTo>
                  <a:pt x="3" y="55"/>
                </a:moveTo>
                <a:lnTo>
                  <a:pt x="48" y="67"/>
                </a:lnTo>
                <a:cubicBezTo>
                  <a:pt x="49" y="67"/>
                  <a:pt x="50" y="67"/>
                  <a:pt x="51" y="68"/>
                </a:cubicBezTo>
                <a:lnTo>
                  <a:pt x="61" y="75"/>
                </a:lnTo>
                <a:cubicBezTo>
                  <a:pt x="64" y="77"/>
                  <a:pt x="65" y="81"/>
                  <a:pt x="64" y="85"/>
                </a:cubicBezTo>
                <a:lnTo>
                  <a:pt x="66" y="84"/>
                </a:lnTo>
                <a:cubicBezTo>
                  <a:pt x="67" y="83"/>
                  <a:pt x="68" y="83"/>
                  <a:pt x="69" y="83"/>
                </a:cubicBezTo>
                <a:lnTo>
                  <a:pt x="79" y="83"/>
                </a:lnTo>
                <a:cubicBezTo>
                  <a:pt x="79" y="82"/>
                  <a:pt x="79" y="81"/>
                  <a:pt x="80" y="80"/>
                </a:cubicBezTo>
                <a:lnTo>
                  <a:pt x="81" y="77"/>
                </a:lnTo>
                <a:cubicBezTo>
                  <a:pt x="82" y="76"/>
                  <a:pt x="84" y="75"/>
                  <a:pt x="85" y="74"/>
                </a:cubicBezTo>
                <a:lnTo>
                  <a:pt x="94" y="71"/>
                </a:lnTo>
                <a:lnTo>
                  <a:pt x="97" y="66"/>
                </a:lnTo>
                <a:lnTo>
                  <a:pt x="105" y="48"/>
                </a:lnTo>
                <a:lnTo>
                  <a:pt x="103" y="43"/>
                </a:lnTo>
                <a:lnTo>
                  <a:pt x="90" y="30"/>
                </a:lnTo>
                <a:cubicBezTo>
                  <a:pt x="89" y="29"/>
                  <a:pt x="88" y="28"/>
                  <a:pt x="88" y="27"/>
                </a:cubicBezTo>
                <a:lnTo>
                  <a:pt x="81" y="3"/>
                </a:lnTo>
                <a:lnTo>
                  <a:pt x="77" y="0"/>
                </a:lnTo>
                <a:lnTo>
                  <a:pt x="61" y="0"/>
                </a:lnTo>
                <a:lnTo>
                  <a:pt x="55" y="4"/>
                </a:lnTo>
                <a:lnTo>
                  <a:pt x="40" y="22"/>
                </a:lnTo>
                <a:cubicBezTo>
                  <a:pt x="39" y="23"/>
                  <a:pt x="39" y="23"/>
                  <a:pt x="38" y="24"/>
                </a:cubicBezTo>
                <a:lnTo>
                  <a:pt x="30" y="28"/>
                </a:lnTo>
                <a:cubicBezTo>
                  <a:pt x="29" y="29"/>
                  <a:pt x="28" y="29"/>
                  <a:pt x="27" y="29"/>
                </a:cubicBezTo>
                <a:lnTo>
                  <a:pt x="10" y="31"/>
                </a:lnTo>
                <a:lnTo>
                  <a:pt x="0" y="36"/>
                </a:lnTo>
                <a:cubicBezTo>
                  <a:pt x="1" y="37"/>
                  <a:pt x="1" y="39"/>
                  <a:pt x="1" y="40"/>
                </a:cubicBezTo>
                <a:lnTo>
                  <a:pt x="0" y="52"/>
                </a:lnTo>
                <a:lnTo>
                  <a:pt x="3" y="5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2" name="Freeform 117">
            <a:extLst>
              <a:ext uri="{FF2B5EF4-FFF2-40B4-BE49-F238E27FC236}">
                <a16:creationId xmlns:a16="http://schemas.microsoft.com/office/drawing/2014/main" xmlns="" id="{12D20F80-1D78-46F1-97EA-471F1B9E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94" y="4858037"/>
            <a:ext cx="32039" cy="28479"/>
          </a:xfrm>
          <a:custGeom>
            <a:avLst/>
            <a:gdLst>
              <a:gd name="T0" fmla="*/ 23 w 80"/>
              <a:gd name="T1" fmla="*/ 61 h 70"/>
              <a:gd name="T2" fmla="*/ 29 w 80"/>
              <a:gd name="T3" fmla="*/ 67 h 70"/>
              <a:gd name="T4" fmla="*/ 40 w 80"/>
              <a:gd name="T5" fmla="*/ 69 h 70"/>
              <a:gd name="T6" fmla="*/ 77 w 80"/>
              <a:gd name="T7" fmla="*/ 59 h 70"/>
              <a:gd name="T8" fmla="*/ 79 w 80"/>
              <a:gd name="T9" fmla="*/ 52 h 70"/>
              <a:gd name="T10" fmla="*/ 72 w 80"/>
              <a:gd name="T11" fmla="*/ 42 h 70"/>
              <a:gd name="T12" fmla="*/ 54 w 80"/>
              <a:gd name="T13" fmla="*/ 24 h 70"/>
              <a:gd name="T14" fmla="*/ 52 w 80"/>
              <a:gd name="T15" fmla="*/ 21 h 70"/>
              <a:gd name="T16" fmla="*/ 42 w 80"/>
              <a:gd name="T17" fmla="*/ 0 h 70"/>
              <a:gd name="T18" fmla="*/ 42 w 80"/>
              <a:gd name="T19" fmla="*/ 3 h 70"/>
              <a:gd name="T20" fmla="*/ 42 w 80"/>
              <a:gd name="T21" fmla="*/ 12 h 70"/>
              <a:gd name="T22" fmla="*/ 44 w 80"/>
              <a:gd name="T23" fmla="*/ 22 h 70"/>
              <a:gd name="T24" fmla="*/ 43 w 80"/>
              <a:gd name="T25" fmla="*/ 27 h 70"/>
              <a:gd name="T26" fmla="*/ 39 w 80"/>
              <a:gd name="T27" fmla="*/ 35 h 70"/>
              <a:gd name="T28" fmla="*/ 33 w 80"/>
              <a:gd name="T29" fmla="*/ 40 h 70"/>
              <a:gd name="T30" fmla="*/ 25 w 80"/>
              <a:gd name="T31" fmla="*/ 36 h 70"/>
              <a:gd name="T32" fmla="*/ 21 w 80"/>
              <a:gd name="T33" fmla="*/ 30 h 70"/>
              <a:gd name="T34" fmla="*/ 16 w 80"/>
              <a:gd name="T35" fmla="*/ 16 h 70"/>
              <a:gd name="T36" fmla="*/ 15 w 80"/>
              <a:gd name="T37" fmla="*/ 16 h 70"/>
              <a:gd name="T38" fmla="*/ 5 w 80"/>
              <a:gd name="T39" fmla="*/ 15 h 70"/>
              <a:gd name="T40" fmla="*/ 2 w 80"/>
              <a:gd name="T41" fmla="*/ 12 h 70"/>
              <a:gd name="T42" fmla="*/ 2 w 80"/>
              <a:gd name="T43" fmla="*/ 12 h 70"/>
              <a:gd name="T44" fmla="*/ 1 w 80"/>
              <a:gd name="T45" fmla="*/ 21 h 70"/>
              <a:gd name="T46" fmla="*/ 0 w 80"/>
              <a:gd name="T47" fmla="*/ 26 h 70"/>
              <a:gd name="T48" fmla="*/ 7 w 80"/>
              <a:gd name="T49" fmla="*/ 34 h 70"/>
              <a:gd name="T50" fmla="*/ 23 w 80"/>
              <a:gd name="T51" fmla="*/ 6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80" h="70">
                <a:moveTo>
                  <a:pt x="23" y="61"/>
                </a:moveTo>
                <a:lnTo>
                  <a:pt x="29" y="67"/>
                </a:lnTo>
                <a:lnTo>
                  <a:pt x="40" y="69"/>
                </a:lnTo>
                <a:lnTo>
                  <a:pt x="77" y="59"/>
                </a:lnTo>
                <a:lnTo>
                  <a:pt x="79" y="52"/>
                </a:lnTo>
                <a:lnTo>
                  <a:pt x="72" y="42"/>
                </a:lnTo>
                <a:lnTo>
                  <a:pt x="54" y="24"/>
                </a:lnTo>
                <a:cubicBezTo>
                  <a:pt x="53" y="23"/>
                  <a:pt x="52" y="22"/>
                  <a:pt x="52" y="21"/>
                </a:cubicBezTo>
                <a:lnTo>
                  <a:pt x="42" y="0"/>
                </a:lnTo>
                <a:lnTo>
                  <a:pt x="42" y="3"/>
                </a:lnTo>
                <a:lnTo>
                  <a:pt x="42" y="12"/>
                </a:lnTo>
                <a:lnTo>
                  <a:pt x="44" y="22"/>
                </a:lnTo>
                <a:cubicBezTo>
                  <a:pt x="44" y="23"/>
                  <a:pt x="44" y="25"/>
                  <a:pt x="43" y="27"/>
                </a:cubicBezTo>
                <a:lnTo>
                  <a:pt x="39" y="35"/>
                </a:lnTo>
                <a:cubicBezTo>
                  <a:pt x="38" y="38"/>
                  <a:pt x="36" y="40"/>
                  <a:pt x="33" y="40"/>
                </a:cubicBezTo>
                <a:cubicBezTo>
                  <a:pt x="30" y="40"/>
                  <a:pt x="27" y="39"/>
                  <a:pt x="25" y="36"/>
                </a:cubicBezTo>
                <a:lnTo>
                  <a:pt x="21" y="30"/>
                </a:lnTo>
                <a:lnTo>
                  <a:pt x="16" y="16"/>
                </a:lnTo>
                <a:lnTo>
                  <a:pt x="15" y="16"/>
                </a:lnTo>
                <a:cubicBezTo>
                  <a:pt x="12" y="18"/>
                  <a:pt x="8" y="18"/>
                  <a:pt x="5" y="15"/>
                </a:cubicBezTo>
                <a:lnTo>
                  <a:pt x="2" y="12"/>
                </a:lnTo>
                <a:lnTo>
                  <a:pt x="2" y="12"/>
                </a:lnTo>
                <a:lnTo>
                  <a:pt x="1" y="21"/>
                </a:lnTo>
                <a:lnTo>
                  <a:pt x="0" y="26"/>
                </a:lnTo>
                <a:lnTo>
                  <a:pt x="7" y="34"/>
                </a:lnTo>
                <a:lnTo>
                  <a:pt x="23" y="6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3" name="Freeform 118">
            <a:extLst>
              <a:ext uri="{FF2B5EF4-FFF2-40B4-BE49-F238E27FC236}">
                <a16:creationId xmlns:a16="http://schemas.microsoft.com/office/drawing/2014/main" xmlns="" id="{4E00AF55-4E8A-4D5A-BC2C-2BE2874FF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977" y="5032474"/>
            <a:ext cx="5339" cy="12460"/>
          </a:xfrm>
          <a:custGeom>
            <a:avLst/>
            <a:gdLst>
              <a:gd name="T0" fmla="*/ 6 w 12"/>
              <a:gd name="T1" fmla="*/ 1 h 31"/>
              <a:gd name="T2" fmla="*/ 4 w 12"/>
              <a:gd name="T3" fmla="*/ 0 h 31"/>
              <a:gd name="T4" fmla="*/ 1 w 12"/>
              <a:gd name="T5" fmla="*/ 3 h 31"/>
              <a:gd name="T6" fmla="*/ 0 w 12"/>
              <a:gd name="T7" fmla="*/ 11 h 31"/>
              <a:gd name="T8" fmla="*/ 2 w 12"/>
              <a:gd name="T9" fmla="*/ 19 h 31"/>
              <a:gd name="T10" fmla="*/ 10 w 12"/>
              <a:gd name="T11" fmla="*/ 30 h 31"/>
              <a:gd name="T12" fmla="*/ 10 w 12"/>
              <a:gd name="T13" fmla="*/ 29 h 31"/>
              <a:gd name="T14" fmla="*/ 11 w 12"/>
              <a:gd name="T15" fmla="*/ 10 h 31"/>
              <a:gd name="T16" fmla="*/ 6 w 12"/>
              <a:gd name="T17" fmla="*/ 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" h="31">
                <a:moveTo>
                  <a:pt x="6" y="1"/>
                </a:moveTo>
                <a:lnTo>
                  <a:pt x="4" y="0"/>
                </a:lnTo>
                <a:lnTo>
                  <a:pt x="1" y="3"/>
                </a:lnTo>
                <a:lnTo>
                  <a:pt x="0" y="11"/>
                </a:lnTo>
                <a:lnTo>
                  <a:pt x="2" y="19"/>
                </a:lnTo>
                <a:lnTo>
                  <a:pt x="10" y="30"/>
                </a:lnTo>
                <a:cubicBezTo>
                  <a:pt x="10" y="29"/>
                  <a:pt x="10" y="29"/>
                  <a:pt x="10" y="29"/>
                </a:cubicBezTo>
                <a:lnTo>
                  <a:pt x="11" y="10"/>
                </a:lnTo>
                <a:lnTo>
                  <a:pt x="6" y="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4" name="Freeform 119">
            <a:extLst>
              <a:ext uri="{FF2B5EF4-FFF2-40B4-BE49-F238E27FC236}">
                <a16:creationId xmlns:a16="http://schemas.microsoft.com/office/drawing/2014/main" xmlns="" id="{047B7F29-2CC1-44AA-A290-C4D298C7C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639" y="5005775"/>
            <a:ext cx="26700" cy="16019"/>
          </a:xfrm>
          <a:custGeom>
            <a:avLst/>
            <a:gdLst>
              <a:gd name="T0" fmla="*/ 2 w 65"/>
              <a:gd name="T1" fmla="*/ 40 h 41"/>
              <a:gd name="T2" fmla="*/ 16 w 65"/>
              <a:gd name="T3" fmla="*/ 31 h 41"/>
              <a:gd name="T4" fmla="*/ 18 w 65"/>
              <a:gd name="T5" fmla="*/ 30 h 41"/>
              <a:gd name="T6" fmla="*/ 63 w 65"/>
              <a:gd name="T7" fmla="*/ 17 h 41"/>
              <a:gd name="T8" fmla="*/ 64 w 65"/>
              <a:gd name="T9" fmla="*/ 12 h 41"/>
              <a:gd name="T10" fmla="*/ 61 w 65"/>
              <a:gd name="T11" fmla="*/ 5 h 41"/>
              <a:gd name="T12" fmla="*/ 56 w 65"/>
              <a:gd name="T13" fmla="*/ 1 h 41"/>
              <a:gd name="T14" fmla="*/ 52 w 65"/>
              <a:gd name="T15" fmla="*/ 0 h 41"/>
              <a:gd name="T16" fmla="*/ 22 w 65"/>
              <a:gd name="T17" fmla="*/ 14 h 41"/>
              <a:gd name="T18" fmla="*/ 17 w 65"/>
              <a:gd name="T19" fmla="*/ 15 h 41"/>
              <a:gd name="T20" fmla="*/ 8 w 65"/>
              <a:gd name="T21" fmla="*/ 13 h 41"/>
              <a:gd name="T22" fmla="*/ 5 w 65"/>
              <a:gd name="T23" fmla="*/ 12 h 41"/>
              <a:gd name="T24" fmla="*/ 7 w 65"/>
              <a:gd name="T25" fmla="*/ 22 h 41"/>
              <a:gd name="T26" fmla="*/ 6 w 65"/>
              <a:gd name="T27" fmla="*/ 28 h 41"/>
              <a:gd name="T28" fmla="*/ 0 w 65"/>
              <a:gd name="T29" fmla="*/ 35 h 41"/>
              <a:gd name="T30" fmla="*/ 1 w 65"/>
              <a:gd name="T31" fmla="*/ 36 h 41"/>
              <a:gd name="T32" fmla="*/ 2 w 65"/>
              <a:gd name="T33" fmla="*/ 4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5" h="41">
                <a:moveTo>
                  <a:pt x="2" y="40"/>
                </a:moveTo>
                <a:lnTo>
                  <a:pt x="16" y="31"/>
                </a:lnTo>
                <a:cubicBezTo>
                  <a:pt x="16" y="31"/>
                  <a:pt x="17" y="31"/>
                  <a:pt x="18" y="30"/>
                </a:cubicBezTo>
                <a:lnTo>
                  <a:pt x="63" y="17"/>
                </a:lnTo>
                <a:lnTo>
                  <a:pt x="64" y="12"/>
                </a:lnTo>
                <a:lnTo>
                  <a:pt x="61" y="5"/>
                </a:lnTo>
                <a:lnTo>
                  <a:pt x="56" y="1"/>
                </a:lnTo>
                <a:lnTo>
                  <a:pt x="52" y="0"/>
                </a:lnTo>
                <a:lnTo>
                  <a:pt x="22" y="14"/>
                </a:lnTo>
                <a:cubicBezTo>
                  <a:pt x="20" y="15"/>
                  <a:pt x="18" y="15"/>
                  <a:pt x="17" y="15"/>
                </a:cubicBezTo>
                <a:lnTo>
                  <a:pt x="8" y="13"/>
                </a:lnTo>
                <a:cubicBezTo>
                  <a:pt x="7" y="13"/>
                  <a:pt x="6" y="12"/>
                  <a:pt x="5" y="12"/>
                </a:cubicBezTo>
                <a:lnTo>
                  <a:pt x="7" y="22"/>
                </a:lnTo>
                <a:cubicBezTo>
                  <a:pt x="7" y="24"/>
                  <a:pt x="7" y="26"/>
                  <a:pt x="6" y="28"/>
                </a:cubicBezTo>
                <a:lnTo>
                  <a:pt x="0" y="35"/>
                </a:lnTo>
                <a:cubicBezTo>
                  <a:pt x="1" y="36"/>
                  <a:pt x="1" y="36"/>
                  <a:pt x="1" y="36"/>
                </a:cubicBezTo>
                <a:lnTo>
                  <a:pt x="2" y="4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5" name="Freeform 120">
            <a:extLst>
              <a:ext uri="{FF2B5EF4-FFF2-40B4-BE49-F238E27FC236}">
                <a16:creationId xmlns:a16="http://schemas.microsoft.com/office/drawing/2014/main" xmlns="" id="{E3283D24-2E44-48BA-AAE6-D69AFB50C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796" y="4909657"/>
            <a:ext cx="21360" cy="14240"/>
          </a:xfrm>
          <a:custGeom>
            <a:avLst/>
            <a:gdLst>
              <a:gd name="T0" fmla="*/ 12 w 51"/>
              <a:gd name="T1" fmla="*/ 29 h 37"/>
              <a:gd name="T2" fmla="*/ 16 w 51"/>
              <a:gd name="T3" fmla="*/ 31 h 37"/>
              <a:gd name="T4" fmla="*/ 17 w 51"/>
              <a:gd name="T5" fmla="*/ 33 h 37"/>
              <a:gd name="T6" fmla="*/ 19 w 51"/>
              <a:gd name="T7" fmla="*/ 36 h 37"/>
              <a:gd name="T8" fmla="*/ 21 w 51"/>
              <a:gd name="T9" fmla="*/ 35 h 37"/>
              <a:gd name="T10" fmla="*/ 33 w 51"/>
              <a:gd name="T11" fmla="*/ 30 h 37"/>
              <a:gd name="T12" fmla="*/ 41 w 51"/>
              <a:gd name="T13" fmla="*/ 23 h 37"/>
              <a:gd name="T14" fmla="*/ 47 w 51"/>
              <a:gd name="T15" fmla="*/ 13 h 37"/>
              <a:gd name="T16" fmla="*/ 50 w 51"/>
              <a:gd name="T17" fmla="*/ 5 h 37"/>
              <a:gd name="T18" fmla="*/ 47 w 51"/>
              <a:gd name="T19" fmla="*/ 0 h 37"/>
              <a:gd name="T20" fmla="*/ 41 w 51"/>
              <a:gd name="T21" fmla="*/ 0 h 37"/>
              <a:gd name="T22" fmla="*/ 21 w 51"/>
              <a:gd name="T23" fmla="*/ 11 h 37"/>
              <a:gd name="T24" fmla="*/ 13 w 51"/>
              <a:gd name="T25" fmla="*/ 10 h 37"/>
              <a:gd name="T26" fmla="*/ 4 w 51"/>
              <a:gd name="T27" fmla="*/ 4 h 37"/>
              <a:gd name="T28" fmla="*/ 4 w 51"/>
              <a:gd name="T29" fmla="*/ 5 h 37"/>
              <a:gd name="T30" fmla="*/ 4 w 51"/>
              <a:gd name="T31" fmla="*/ 5 h 37"/>
              <a:gd name="T32" fmla="*/ 3 w 51"/>
              <a:gd name="T33" fmla="*/ 11 h 37"/>
              <a:gd name="T34" fmla="*/ 0 w 51"/>
              <a:gd name="T35" fmla="*/ 20 h 37"/>
              <a:gd name="T36" fmla="*/ 0 w 51"/>
              <a:gd name="T37" fmla="*/ 21 h 37"/>
              <a:gd name="T38" fmla="*/ 8 w 51"/>
              <a:gd name="T39" fmla="*/ 28 h 37"/>
              <a:gd name="T40" fmla="*/ 12 w 51"/>
              <a:gd name="T41" fmla="*/ 29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1" h="37">
                <a:moveTo>
                  <a:pt x="12" y="29"/>
                </a:moveTo>
                <a:cubicBezTo>
                  <a:pt x="13" y="29"/>
                  <a:pt x="15" y="30"/>
                  <a:pt x="16" y="31"/>
                </a:cubicBezTo>
                <a:lnTo>
                  <a:pt x="17" y="33"/>
                </a:lnTo>
                <a:lnTo>
                  <a:pt x="19" y="36"/>
                </a:lnTo>
                <a:lnTo>
                  <a:pt x="21" y="35"/>
                </a:lnTo>
                <a:lnTo>
                  <a:pt x="33" y="30"/>
                </a:lnTo>
                <a:lnTo>
                  <a:pt x="41" y="23"/>
                </a:lnTo>
                <a:lnTo>
                  <a:pt x="47" y="13"/>
                </a:lnTo>
                <a:lnTo>
                  <a:pt x="50" y="5"/>
                </a:lnTo>
                <a:lnTo>
                  <a:pt x="47" y="0"/>
                </a:lnTo>
                <a:lnTo>
                  <a:pt x="41" y="0"/>
                </a:lnTo>
                <a:lnTo>
                  <a:pt x="21" y="11"/>
                </a:lnTo>
                <a:cubicBezTo>
                  <a:pt x="18" y="12"/>
                  <a:pt x="15" y="12"/>
                  <a:pt x="13" y="10"/>
                </a:cubicBezTo>
                <a:lnTo>
                  <a:pt x="4" y="4"/>
                </a:lnTo>
                <a:lnTo>
                  <a:pt x="4" y="5"/>
                </a:lnTo>
                <a:lnTo>
                  <a:pt x="4" y="5"/>
                </a:lnTo>
                <a:lnTo>
                  <a:pt x="3" y="11"/>
                </a:lnTo>
                <a:lnTo>
                  <a:pt x="0" y="20"/>
                </a:lnTo>
                <a:lnTo>
                  <a:pt x="0" y="21"/>
                </a:lnTo>
                <a:lnTo>
                  <a:pt x="8" y="28"/>
                </a:lnTo>
                <a:lnTo>
                  <a:pt x="12" y="2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6" name="Freeform 121">
            <a:extLst>
              <a:ext uri="{FF2B5EF4-FFF2-40B4-BE49-F238E27FC236}">
                <a16:creationId xmlns:a16="http://schemas.microsoft.com/office/drawing/2014/main" xmlns="" id="{C3A30447-9C65-4F1E-B9AF-68A344143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438" y="4975515"/>
            <a:ext cx="12460" cy="10680"/>
          </a:xfrm>
          <a:custGeom>
            <a:avLst/>
            <a:gdLst>
              <a:gd name="T0" fmla="*/ 0 w 30"/>
              <a:gd name="T1" fmla="*/ 21 h 28"/>
              <a:gd name="T2" fmla="*/ 10 w 30"/>
              <a:gd name="T3" fmla="*/ 26 h 28"/>
              <a:gd name="T4" fmla="*/ 11 w 30"/>
              <a:gd name="T5" fmla="*/ 27 h 28"/>
              <a:gd name="T6" fmla="*/ 11 w 30"/>
              <a:gd name="T7" fmla="*/ 19 h 28"/>
              <a:gd name="T8" fmla="*/ 16 w 30"/>
              <a:gd name="T9" fmla="*/ 11 h 28"/>
              <a:gd name="T10" fmla="*/ 21 w 30"/>
              <a:gd name="T11" fmla="*/ 8 h 28"/>
              <a:gd name="T12" fmla="*/ 29 w 30"/>
              <a:gd name="T13" fmla="*/ 6 h 28"/>
              <a:gd name="T14" fmla="*/ 29 w 30"/>
              <a:gd name="T15" fmla="*/ 3 h 28"/>
              <a:gd name="T16" fmla="*/ 27 w 30"/>
              <a:gd name="T17" fmla="*/ 0 h 28"/>
              <a:gd name="T18" fmla="*/ 25 w 30"/>
              <a:gd name="T19" fmla="*/ 0 h 28"/>
              <a:gd name="T20" fmla="*/ 16 w 30"/>
              <a:gd name="T21" fmla="*/ 6 h 28"/>
              <a:gd name="T22" fmla="*/ 14 w 30"/>
              <a:gd name="T23" fmla="*/ 6 h 28"/>
              <a:gd name="T24" fmla="*/ 6 w 30"/>
              <a:gd name="T25" fmla="*/ 9 h 28"/>
              <a:gd name="T26" fmla="*/ 1 w 30"/>
              <a:gd name="T27" fmla="*/ 9 h 28"/>
              <a:gd name="T28" fmla="*/ 1 w 30"/>
              <a:gd name="T29" fmla="*/ 9 h 28"/>
              <a:gd name="T30" fmla="*/ 2 w 30"/>
              <a:gd name="T31" fmla="*/ 18 h 28"/>
              <a:gd name="T32" fmla="*/ 0 w 30"/>
              <a:gd name="T33" fmla="*/ 2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" h="28">
                <a:moveTo>
                  <a:pt x="0" y="21"/>
                </a:moveTo>
                <a:lnTo>
                  <a:pt x="10" y="26"/>
                </a:lnTo>
                <a:cubicBezTo>
                  <a:pt x="10" y="26"/>
                  <a:pt x="10" y="26"/>
                  <a:pt x="11" y="27"/>
                </a:cubicBezTo>
                <a:cubicBezTo>
                  <a:pt x="10" y="24"/>
                  <a:pt x="10" y="22"/>
                  <a:pt x="11" y="19"/>
                </a:cubicBezTo>
                <a:lnTo>
                  <a:pt x="16" y="11"/>
                </a:lnTo>
                <a:cubicBezTo>
                  <a:pt x="17" y="10"/>
                  <a:pt x="19" y="9"/>
                  <a:pt x="21" y="8"/>
                </a:cubicBezTo>
                <a:lnTo>
                  <a:pt x="29" y="6"/>
                </a:lnTo>
                <a:lnTo>
                  <a:pt x="29" y="3"/>
                </a:lnTo>
                <a:lnTo>
                  <a:pt x="27" y="0"/>
                </a:lnTo>
                <a:lnTo>
                  <a:pt x="25" y="0"/>
                </a:lnTo>
                <a:lnTo>
                  <a:pt x="16" y="6"/>
                </a:lnTo>
                <a:cubicBezTo>
                  <a:pt x="15" y="6"/>
                  <a:pt x="15" y="6"/>
                  <a:pt x="14" y="6"/>
                </a:cubicBezTo>
                <a:lnTo>
                  <a:pt x="6" y="9"/>
                </a:lnTo>
                <a:cubicBezTo>
                  <a:pt x="4" y="9"/>
                  <a:pt x="2" y="9"/>
                  <a:pt x="1" y="9"/>
                </a:cubicBezTo>
                <a:lnTo>
                  <a:pt x="1" y="9"/>
                </a:lnTo>
                <a:cubicBezTo>
                  <a:pt x="3" y="11"/>
                  <a:pt x="3" y="15"/>
                  <a:pt x="2" y="18"/>
                </a:cubicBezTo>
                <a:cubicBezTo>
                  <a:pt x="1" y="19"/>
                  <a:pt x="0" y="20"/>
                  <a:pt x="0" y="2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7" name="Freeform 122">
            <a:extLst>
              <a:ext uri="{FF2B5EF4-FFF2-40B4-BE49-F238E27FC236}">
                <a16:creationId xmlns:a16="http://schemas.microsoft.com/office/drawing/2014/main" xmlns="" id="{01DF0D5C-CA3C-479A-ABF2-47382B3E6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880" y="5087653"/>
            <a:ext cx="21360" cy="7120"/>
          </a:xfrm>
          <a:custGeom>
            <a:avLst/>
            <a:gdLst>
              <a:gd name="T0" fmla="*/ 37 w 55"/>
              <a:gd name="T1" fmla="*/ 0 h 16"/>
              <a:gd name="T2" fmla="*/ 0 w 55"/>
              <a:gd name="T3" fmla="*/ 3 h 16"/>
              <a:gd name="T4" fmla="*/ 9 w 55"/>
              <a:gd name="T5" fmla="*/ 12 h 16"/>
              <a:gd name="T6" fmla="*/ 28 w 55"/>
              <a:gd name="T7" fmla="*/ 15 h 16"/>
              <a:gd name="T8" fmla="*/ 54 w 55"/>
              <a:gd name="T9" fmla="*/ 13 h 16"/>
              <a:gd name="T10" fmla="*/ 52 w 55"/>
              <a:gd name="T11" fmla="*/ 12 h 16"/>
              <a:gd name="T12" fmla="*/ 37 w 55"/>
              <a:gd name="T13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5" h="16">
                <a:moveTo>
                  <a:pt x="37" y="0"/>
                </a:moveTo>
                <a:lnTo>
                  <a:pt x="0" y="3"/>
                </a:lnTo>
                <a:lnTo>
                  <a:pt x="9" y="12"/>
                </a:lnTo>
                <a:lnTo>
                  <a:pt x="28" y="15"/>
                </a:lnTo>
                <a:lnTo>
                  <a:pt x="54" y="13"/>
                </a:lnTo>
                <a:cubicBezTo>
                  <a:pt x="54" y="12"/>
                  <a:pt x="53" y="12"/>
                  <a:pt x="52" y="12"/>
                </a:cubicBezTo>
                <a:lnTo>
                  <a:pt x="37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8" name="Freeform 123">
            <a:extLst>
              <a:ext uri="{FF2B5EF4-FFF2-40B4-BE49-F238E27FC236}">
                <a16:creationId xmlns:a16="http://schemas.microsoft.com/office/drawing/2014/main" xmlns="" id="{8DF0FF0B-56FF-48B3-9B1D-C1D268C9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474" y="4818878"/>
            <a:ext cx="46279" cy="55179"/>
          </a:xfrm>
          <a:custGeom>
            <a:avLst/>
            <a:gdLst>
              <a:gd name="T0" fmla="*/ 21 w 113"/>
              <a:gd name="T1" fmla="*/ 105 h 137"/>
              <a:gd name="T2" fmla="*/ 31 w 113"/>
              <a:gd name="T3" fmla="*/ 127 h 137"/>
              <a:gd name="T4" fmla="*/ 33 w 113"/>
              <a:gd name="T5" fmla="*/ 136 h 137"/>
              <a:gd name="T6" fmla="*/ 35 w 113"/>
              <a:gd name="T7" fmla="*/ 135 h 137"/>
              <a:gd name="T8" fmla="*/ 37 w 113"/>
              <a:gd name="T9" fmla="*/ 134 h 137"/>
              <a:gd name="T10" fmla="*/ 99 w 113"/>
              <a:gd name="T11" fmla="*/ 131 h 137"/>
              <a:gd name="T12" fmla="*/ 100 w 113"/>
              <a:gd name="T13" fmla="*/ 122 h 137"/>
              <a:gd name="T14" fmla="*/ 103 w 113"/>
              <a:gd name="T15" fmla="*/ 97 h 137"/>
              <a:gd name="T16" fmla="*/ 111 w 113"/>
              <a:gd name="T17" fmla="*/ 55 h 137"/>
              <a:gd name="T18" fmla="*/ 112 w 113"/>
              <a:gd name="T19" fmla="*/ 40 h 137"/>
              <a:gd name="T20" fmla="*/ 110 w 113"/>
              <a:gd name="T21" fmla="*/ 34 h 137"/>
              <a:gd name="T22" fmla="*/ 108 w 113"/>
              <a:gd name="T23" fmla="*/ 31 h 137"/>
              <a:gd name="T24" fmla="*/ 98 w 113"/>
              <a:gd name="T25" fmla="*/ 25 h 137"/>
              <a:gd name="T26" fmla="*/ 90 w 113"/>
              <a:gd name="T27" fmla="*/ 18 h 137"/>
              <a:gd name="T28" fmla="*/ 84 w 113"/>
              <a:gd name="T29" fmla="*/ 11 h 137"/>
              <a:gd name="T30" fmla="*/ 78 w 113"/>
              <a:gd name="T31" fmla="*/ 0 h 137"/>
              <a:gd name="T32" fmla="*/ 72 w 113"/>
              <a:gd name="T33" fmla="*/ 6 h 137"/>
              <a:gd name="T34" fmla="*/ 63 w 113"/>
              <a:gd name="T35" fmla="*/ 11 h 137"/>
              <a:gd name="T36" fmla="*/ 55 w 113"/>
              <a:gd name="T37" fmla="*/ 11 h 137"/>
              <a:gd name="T38" fmla="*/ 46 w 113"/>
              <a:gd name="T39" fmla="*/ 5 h 137"/>
              <a:gd name="T40" fmla="*/ 45 w 113"/>
              <a:gd name="T41" fmla="*/ 7 h 137"/>
              <a:gd name="T42" fmla="*/ 44 w 113"/>
              <a:gd name="T43" fmla="*/ 12 h 137"/>
              <a:gd name="T44" fmla="*/ 51 w 113"/>
              <a:gd name="T45" fmla="*/ 17 h 137"/>
              <a:gd name="T46" fmla="*/ 53 w 113"/>
              <a:gd name="T47" fmla="*/ 20 h 137"/>
              <a:gd name="T48" fmla="*/ 59 w 113"/>
              <a:gd name="T49" fmla="*/ 34 h 137"/>
              <a:gd name="T50" fmla="*/ 61 w 113"/>
              <a:gd name="T51" fmla="*/ 36 h 137"/>
              <a:gd name="T52" fmla="*/ 63 w 113"/>
              <a:gd name="T53" fmla="*/ 36 h 137"/>
              <a:gd name="T54" fmla="*/ 73 w 113"/>
              <a:gd name="T55" fmla="*/ 36 h 137"/>
              <a:gd name="T56" fmla="*/ 73 w 113"/>
              <a:gd name="T57" fmla="*/ 36 h 137"/>
              <a:gd name="T58" fmla="*/ 81 w 113"/>
              <a:gd name="T59" fmla="*/ 41 h 137"/>
              <a:gd name="T60" fmla="*/ 79 w 113"/>
              <a:gd name="T61" fmla="*/ 49 h 137"/>
              <a:gd name="T62" fmla="*/ 71 w 113"/>
              <a:gd name="T63" fmla="*/ 59 h 137"/>
              <a:gd name="T64" fmla="*/ 70 w 113"/>
              <a:gd name="T65" fmla="*/ 61 h 137"/>
              <a:gd name="T66" fmla="*/ 59 w 113"/>
              <a:gd name="T67" fmla="*/ 68 h 137"/>
              <a:gd name="T68" fmla="*/ 56 w 113"/>
              <a:gd name="T69" fmla="*/ 69 h 137"/>
              <a:gd name="T70" fmla="*/ 0 w 113"/>
              <a:gd name="T71" fmla="*/ 81 h 137"/>
              <a:gd name="T72" fmla="*/ 6 w 113"/>
              <a:gd name="T73" fmla="*/ 86 h 137"/>
              <a:gd name="T74" fmla="*/ 21 w 113"/>
              <a:gd name="T75" fmla="*/ 105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13" h="137">
                <a:moveTo>
                  <a:pt x="21" y="105"/>
                </a:moveTo>
                <a:lnTo>
                  <a:pt x="31" y="127"/>
                </a:lnTo>
                <a:lnTo>
                  <a:pt x="33" y="136"/>
                </a:lnTo>
                <a:lnTo>
                  <a:pt x="35" y="135"/>
                </a:lnTo>
                <a:cubicBezTo>
                  <a:pt x="36" y="134"/>
                  <a:pt x="36" y="134"/>
                  <a:pt x="37" y="134"/>
                </a:cubicBezTo>
                <a:lnTo>
                  <a:pt x="99" y="131"/>
                </a:lnTo>
                <a:lnTo>
                  <a:pt x="100" y="122"/>
                </a:lnTo>
                <a:lnTo>
                  <a:pt x="103" y="97"/>
                </a:lnTo>
                <a:lnTo>
                  <a:pt x="111" y="55"/>
                </a:lnTo>
                <a:lnTo>
                  <a:pt x="112" y="40"/>
                </a:lnTo>
                <a:lnTo>
                  <a:pt x="110" y="34"/>
                </a:lnTo>
                <a:lnTo>
                  <a:pt x="108" y="31"/>
                </a:lnTo>
                <a:lnTo>
                  <a:pt x="98" y="25"/>
                </a:lnTo>
                <a:lnTo>
                  <a:pt x="90" y="18"/>
                </a:lnTo>
                <a:lnTo>
                  <a:pt x="84" y="11"/>
                </a:lnTo>
                <a:lnTo>
                  <a:pt x="78" y="0"/>
                </a:lnTo>
                <a:lnTo>
                  <a:pt x="72" y="6"/>
                </a:lnTo>
                <a:lnTo>
                  <a:pt x="63" y="11"/>
                </a:lnTo>
                <a:cubicBezTo>
                  <a:pt x="61" y="12"/>
                  <a:pt x="57" y="12"/>
                  <a:pt x="55" y="11"/>
                </a:cubicBezTo>
                <a:lnTo>
                  <a:pt x="46" y="5"/>
                </a:lnTo>
                <a:lnTo>
                  <a:pt x="45" y="7"/>
                </a:lnTo>
                <a:lnTo>
                  <a:pt x="44" y="12"/>
                </a:lnTo>
                <a:lnTo>
                  <a:pt x="51" y="17"/>
                </a:lnTo>
                <a:cubicBezTo>
                  <a:pt x="52" y="18"/>
                  <a:pt x="53" y="19"/>
                  <a:pt x="53" y="20"/>
                </a:cubicBezTo>
                <a:lnTo>
                  <a:pt x="59" y="34"/>
                </a:lnTo>
                <a:lnTo>
                  <a:pt x="61" y="36"/>
                </a:lnTo>
                <a:lnTo>
                  <a:pt x="63" y="36"/>
                </a:lnTo>
                <a:lnTo>
                  <a:pt x="73" y="36"/>
                </a:lnTo>
                <a:lnTo>
                  <a:pt x="73" y="36"/>
                </a:lnTo>
                <a:cubicBezTo>
                  <a:pt x="76" y="36"/>
                  <a:pt x="79" y="38"/>
                  <a:pt x="81" y="41"/>
                </a:cubicBezTo>
                <a:cubicBezTo>
                  <a:pt x="82" y="44"/>
                  <a:pt x="81" y="47"/>
                  <a:pt x="79" y="49"/>
                </a:cubicBezTo>
                <a:lnTo>
                  <a:pt x="71" y="59"/>
                </a:lnTo>
                <a:cubicBezTo>
                  <a:pt x="71" y="60"/>
                  <a:pt x="70" y="60"/>
                  <a:pt x="70" y="61"/>
                </a:cubicBezTo>
                <a:lnTo>
                  <a:pt x="59" y="68"/>
                </a:lnTo>
                <a:cubicBezTo>
                  <a:pt x="58" y="69"/>
                  <a:pt x="57" y="69"/>
                  <a:pt x="56" y="69"/>
                </a:cubicBezTo>
                <a:lnTo>
                  <a:pt x="0" y="81"/>
                </a:lnTo>
                <a:lnTo>
                  <a:pt x="6" y="86"/>
                </a:lnTo>
                <a:lnTo>
                  <a:pt x="21" y="10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199" name="Freeform 124">
            <a:extLst>
              <a:ext uri="{FF2B5EF4-FFF2-40B4-BE49-F238E27FC236}">
                <a16:creationId xmlns:a16="http://schemas.microsoft.com/office/drawing/2014/main" xmlns="" id="{7E1183C6-3CF2-48C9-9854-5DC2FBCF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315" y="4874058"/>
            <a:ext cx="12460" cy="12459"/>
          </a:xfrm>
          <a:custGeom>
            <a:avLst/>
            <a:gdLst>
              <a:gd name="T0" fmla="*/ 10 w 29"/>
              <a:gd name="T1" fmla="*/ 30 h 31"/>
              <a:gd name="T2" fmla="*/ 28 w 29"/>
              <a:gd name="T3" fmla="*/ 26 h 31"/>
              <a:gd name="T4" fmla="*/ 27 w 29"/>
              <a:gd name="T5" fmla="*/ 23 h 31"/>
              <a:gd name="T6" fmla="*/ 7 w 29"/>
              <a:gd name="T7" fmla="*/ 2 h 31"/>
              <a:gd name="T8" fmla="*/ 3 w 29"/>
              <a:gd name="T9" fmla="*/ 0 h 31"/>
              <a:gd name="T10" fmla="*/ 0 w 29"/>
              <a:gd name="T11" fmla="*/ 1 h 31"/>
              <a:gd name="T12" fmla="*/ 2 w 29"/>
              <a:gd name="T13" fmla="*/ 6 h 31"/>
              <a:gd name="T14" fmla="*/ 3 w 29"/>
              <a:gd name="T15" fmla="*/ 8 h 31"/>
              <a:gd name="T16" fmla="*/ 8 w 29"/>
              <a:gd name="T17" fmla="*/ 29 h 31"/>
              <a:gd name="T18" fmla="*/ 10 w 29"/>
              <a:gd name="T19" fmla="*/ 3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" h="31">
                <a:moveTo>
                  <a:pt x="10" y="30"/>
                </a:moveTo>
                <a:lnTo>
                  <a:pt x="28" y="26"/>
                </a:lnTo>
                <a:lnTo>
                  <a:pt x="27" y="23"/>
                </a:lnTo>
                <a:lnTo>
                  <a:pt x="7" y="2"/>
                </a:lnTo>
                <a:lnTo>
                  <a:pt x="3" y="0"/>
                </a:lnTo>
                <a:lnTo>
                  <a:pt x="0" y="1"/>
                </a:lnTo>
                <a:lnTo>
                  <a:pt x="2" y="6"/>
                </a:lnTo>
                <a:cubicBezTo>
                  <a:pt x="3" y="7"/>
                  <a:pt x="3" y="7"/>
                  <a:pt x="3" y="8"/>
                </a:cubicBezTo>
                <a:lnTo>
                  <a:pt x="8" y="29"/>
                </a:lnTo>
                <a:lnTo>
                  <a:pt x="10" y="3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0" name="Freeform 125">
            <a:extLst>
              <a:ext uri="{FF2B5EF4-FFF2-40B4-BE49-F238E27FC236}">
                <a16:creationId xmlns:a16="http://schemas.microsoft.com/office/drawing/2014/main" xmlns="" id="{83A94A5F-48BC-4599-A8EA-9E13DE81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637" y="4918556"/>
            <a:ext cx="35599" cy="28479"/>
          </a:xfrm>
          <a:custGeom>
            <a:avLst/>
            <a:gdLst>
              <a:gd name="T0" fmla="*/ 4 w 86"/>
              <a:gd name="T1" fmla="*/ 45 h 69"/>
              <a:gd name="T2" fmla="*/ 25 w 86"/>
              <a:gd name="T3" fmla="*/ 54 h 69"/>
              <a:gd name="T4" fmla="*/ 28 w 86"/>
              <a:gd name="T5" fmla="*/ 56 h 69"/>
              <a:gd name="T6" fmla="*/ 30 w 86"/>
              <a:gd name="T7" fmla="*/ 58 h 69"/>
              <a:gd name="T8" fmla="*/ 32 w 86"/>
              <a:gd name="T9" fmla="*/ 60 h 69"/>
              <a:gd name="T10" fmla="*/ 35 w 86"/>
              <a:gd name="T11" fmla="*/ 68 h 69"/>
              <a:gd name="T12" fmla="*/ 37 w 86"/>
              <a:gd name="T13" fmla="*/ 68 h 69"/>
              <a:gd name="T14" fmla="*/ 57 w 86"/>
              <a:gd name="T15" fmla="*/ 50 h 69"/>
              <a:gd name="T16" fmla="*/ 60 w 86"/>
              <a:gd name="T17" fmla="*/ 46 h 69"/>
              <a:gd name="T18" fmla="*/ 65 w 86"/>
              <a:gd name="T19" fmla="*/ 40 h 69"/>
              <a:gd name="T20" fmla="*/ 69 w 86"/>
              <a:gd name="T21" fmla="*/ 37 h 69"/>
              <a:gd name="T22" fmla="*/ 85 w 86"/>
              <a:gd name="T23" fmla="*/ 33 h 69"/>
              <a:gd name="T24" fmla="*/ 82 w 86"/>
              <a:gd name="T25" fmla="*/ 29 h 69"/>
              <a:gd name="T26" fmla="*/ 73 w 86"/>
              <a:gd name="T27" fmla="*/ 9 h 69"/>
              <a:gd name="T28" fmla="*/ 72 w 86"/>
              <a:gd name="T29" fmla="*/ 8 h 69"/>
              <a:gd name="T30" fmla="*/ 68 w 86"/>
              <a:gd name="T31" fmla="*/ 0 h 69"/>
              <a:gd name="T32" fmla="*/ 66 w 86"/>
              <a:gd name="T33" fmla="*/ 1 h 69"/>
              <a:gd name="T34" fmla="*/ 63 w 86"/>
              <a:gd name="T35" fmla="*/ 4 h 69"/>
              <a:gd name="T36" fmla="*/ 64 w 86"/>
              <a:gd name="T37" fmla="*/ 8 h 69"/>
              <a:gd name="T38" fmla="*/ 64 w 86"/>
              <a:gd name="T39" fmla="*/ 13 h 69"/>
              <a:gd name="T40" fmla="*/ 63 w 86"/>
              <a:gd name="T41" fmla="*/ 21 h 69"/>
              <a:gd name="T42" fmla="*/ 60 w 86"/>
              <a:gd name="T43" fmla="*/ 27 h 69"/>
              <a:gd name="T44" fmla="*/ 53 w 86"/>
              <a:gd name="T45" fmla="*/ 32 h 69"/>
              <a:gd name="T46" fmla="*/ 46 w 86"/>
              <a:gd name="T47" fmla="*/ 29 h 69"/>
              <a:gd name="T48" fmla="*/ 35 w 86"/>
              <a:gd name="T49" fmla="*/ 12 h 69"/>
              <a:gd name="T50" fmla="*/ 31 w 86"/>
              <a:gd name="T51" fmla="*/ 9 h 69"/>
              <a:gd name="T52" fmla="*/ 25 w 86"/>
              <a:gd name="T53" fmla="*/ 9 h 69"/>
              <a:gd name="T54" fmla="*/ 21 w 86"/>
              <a:gd name="T55" fmla="*/ 7 h 69"/>
              <a:gd name="T56" fmla="*/ 17 w 86"/>
              <a:gd name="T57" fmla="*/ 13 h 69"/>
              <a:gd name="T58" fmla="*/ 16 w 86"/>
              <a:gd name="T59" fmla="*/ 14 h 69"/>
              <a:gd name="T60" fmla="*/ 16 w 86"/>
              <a:gd name="T61" fmla="*/ 16 h 69"/>
              <a:gd name="T62" fmla="*/ 19 w 86"/>
              <a:gd name="T63" fmla="*/ 20 h 69"/>
              <a:gd name="T64" fmla="*/ 21 w 86"/>
              <a:gd name="T65" fmla="*/ 26 h 69"/>
              <a:gd name="T66" fmla="*/ 16 w 86"/>
              <a:gd name="T67" fmla="*/ 32 h 69"/>
              <a:gd name="T68" fmla="*/ 1 w 86"/>
              <a:gd name="T69" fmla="*/ 39 h 69"/>
              <a:gd name="T70" fmla="*/ 0 w 86"/>
              <a:gd name="T71" fmla="*/ 41 h 69"/>
              <a:gd name="T72" fmla="*/ 1 w 86"/>
              <a:gd name="T73" fmla="*/ 42 h 69"/>
              <a:gd name="T74" fmla="*/ 4 w 86"/>
              <a:gd name="T75" fmla="*/ 45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6" h="69">
                <a:moveTo>
                  <a:pt x="4" y="45"/>
                </a:moveTo>
                <a:lnTo>
                  <a:pt x="25" y="54"/>
                </a:lnTo>
                <a:cubicBezTo>
                  <a:pt x="26" y="55"/>
                  <a:pt x="27" y="55"/>
                  <a:pt x="28" y="56"/>
                </a:cubicBezTo>
                <a:lnTo>
                  <a:pt x="30" y="58"/>
                </a:lnTo>
                <a:cubicBezTo>
                  <a:pt x="31" y="59"/>
                  <a:pt x="31" y="59"/>
                  <a:pt x="32" y="60"/>
                </a:cubicBezTo>
                <a:lnTo>
                  <a:pt x="35" y="68"/>
                </a:lnTo>
                <a:lnTo>
                  <a:pt x="37" y="68"/>
                </a:lnTo>
                <a:lnTo>
                  <a:pt x="57" y="50"/>
                </a:lnTo>
                <a:lnTo>
                  <a:pt x="60" y="46"/>
                </a:lnTo>
                <a:lnTo>
                  <a:pt x="65" y="40"/>
                </a:lnTo>
                <a:cubicBezTo>
                  <a:pt x="66" y="38"/>
                  <a:pt x="68" y="38"/>
                  <a:pt x="69" y="37"/>
                </a:cubicBezTo>
                <a:lnTo>
                  <a:pt x="85" y="33"/>
                </a:lnTo>
                <a:lnTo>
                  <a:pt x="82" y="29"/>
                </a:lnTo>
                <a:lnTo>
                  <a:pt x="73" y="9"/>
                </a:lnTo>
                <a:lnTo>
                  <a:pt x="72" y="8"/>
                </a:lnTo>
                <a:cubicBezTo>
                  <a:pt x="69" y="6"/>
                  <a:pt x="67" y="3"/>
                  <a:pt x="68" y="0"/>
                </a:cubicBezTo>
                <a:cubicBezTo>
                  <a:pt x="67" y="0"/>
                  <a:pt x="67" y="1"/>
                  <a:pt x="66" y="1"/>
                </a:cubicBezTo>
                <a:lnTo>
                  <a:pt x="63" y="4"/>
                </a:lnTo>
                <a:cubicBezTo>
                  <a:pt x="63" y="5"/>
                  <a:pt x="64" y="7"/>
                  <a:pt x="64" y="8"/>
                </a:cubicBezTo>
                <a:lnTo>
                  <a:pt x="64" y="13"/>
                </a:lnTo>
                <a:lnTo>
                  <a:pt x="63" y="21"/>
                </a:lnTo>
                <a:lnTo>
                  <a:pt x="60" y="27"/>
                </a:lnTo>
                <a:cubicBezTo>
                  <a:pt x="59" y="30"/>
                  <a:pt x="56" y="32"/>
                  <a:pt x="53" y="32"/>
                </a:cubicBezTo>
                <a:cubicBezTo>
                  <a:pt x="50" y="33"/>
                  <a:pt x="48" y="31"/>
                  <a:pt x="46" y="29"/>
                </a:cubicBezTo>
                <a:lnTo>
                  <a:pt x="35" y="12"/>
                </a:lnTo>
                <a:lnTo>
                  <a:pt x="31" y="9"/>
                </a:lnTo>
                <a:lnTo>
                  <a:pt x="25" y="9"/>
                </a:lnTo>
                <a:cubicBezTo>
                  <a:pt x="23" y="9"/>
                  <a:pt x="22" y="8"/>
                  <a:pt x="21" y="7"/>
                </a:cubicBezTo>
                <a:cubicBezTo>
                  <a:pt x="20" y="9"/>
                  <a:pt x="19" y="11"/>
                  <a:pt x="17" y="13"/>
                </a:cubicBezTo>
                <a:lnTo>
                  <a:pt x="16" y="14"/>
                </a:lnTo>
                <a:lnTo>
                  <a:pt x="16" y="16"/>
                </a:lnTo>
                <a:lnTo>
                  <a:pt x="19" y="20"/>
                </a:lnTo>
                <a:cubicBezTo>
                  <a:pt x="21" y="22"/>
                  <a:pt x="21" y="24"/>
                  <a:pt x="21" y="26"/>
                </a:cubicBezTo>
                <a:cubicBezTo>
                  <a:pt x="20" y="29"/>
                  <a:pt x="18" y="31"/>
                  <a:pt x="16" y="32"/>
                </a:cubicBezTo>
                <a:lnTo>
                  <a:pt x="1" y="39"/>
                </a:lnTo>
                <a:lnTo>
                  <a:pt x="0" y="41"/>
                </a:lnTo>
                <a:lnTo>
                  <a:pt x="1" y="42"/>
                </a:lnTo>
                <a:lnTo>
                  <a:pt x="4" y="4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1" name="Freeform 126">
            <a:extLst>
              <a:ext uri="{FF2B5EF4-FFF2-40B4-BE49-F238E27FC236}">
                <a16:creationId xmlns:a16="http://schemas.microsoft.com/office/drawing/2014/main" xmlns="" id="{98DCDF0E-5AB9-4E31-8250-5AC88C62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22" y="5126812"/>
            <a:ext cx="28479" cy="21360"/>
          </a:xfrm>
          <a:custGeom>
            <a:avLst/>
            <a:gdLst>
              <a:gd name="T0" fmla="*/ 46 w 70"/>
              <a:gd name="T1" fmla="*/ 54 h 55"/>
              <a:gd name="T2" fmla="*/ 68 w 70"/>
              <a:gd name="T3" fmla="*/ 43 h 55"/>
              <a:gd name="T4" fmla="*/ 69 w 70"/>
              <a:gd name="T5" fmla="*/ 39 h 55"/>
              <a:gd name="T6" fmla="*/ 65 w 70"/>
              <a:gd name="T7" fmla="*/ 30 h 55"/>
              <a:gd name="T8" fmla="*/ 65 w 70"/>
              <a:gd name="T9" fmla="*/ 28 h 55"/>
              <a:gd name="T10" fmla="*/ 66 w 70"/>
              <a:gd name="T11" fmla="*/ 22 h 55"/>
              <a:gd name="T12" fmla="*/ 67 w 70"/>
              <a:gd name="T13" fmla="*/ 16 h 55"/>
              <a:gd name="T14" fmla="*/ 68 w 70"/>
              <a:gd name="T15" fmla="*/ 14 h 55"/>
              <a:gd name="T16" fmla="*/ 69 w 70"/>
              <a:gd name="T17" fmla="*/ 11 h 55"/>
              <a:gd name="T18" fmla="*/ 59 w 70"/>
              <a:gd name="T19" fmla="*/ 11 h 55"/>
              <a:gd name="T20" fmla="*/ 56 w 70"/>
              <a:gd name="T21" fmla="*/ 11 h 55"/>
              <a:gd name="T22" fmla="*/ 53 w 70"/>
              <a:gd name="T23" fmla="*/ 10 h 55"/>
              <a:gd name="T24" fmla="*/ 50 w 70"/>
              <a:gd name="T25" fmla="*/ 8 h 55"/>
              <a:gd name="T26" fmla="*/ 47 w 70"/>
              <a:gd name="T27" fmla="*/ 6 h 55"/>
              <a:gd name="T28" fmla="*/ 46 w 70"/>
              <a:gd name="T29" fmla="*/ 4 h 55"/>
              <a:gd name="T30" fmla="*/ 44 w 70"/>
              <a:gd name="T31" fmla="*/ 0 h 55"/>
              <a:gd name="T32" fmla="*/ 42 w 70"/>
              <a:gd name="T33" fmla="*/ 1 h 55"/>
              <a:gd name="T34" fmla="*/ 38 w 70"/>
              <a:gd name="T35" fmla="*/ 2 h 55"/>
              <a:gd name="T36" fmla="*/ 17 w 70"/>
              <a:gd name="T37" fmla="*/ 1 h 55"/>
              <a:gd name="T38" fmla="*/ 11 w 70"/>
              <a:gd name="T39" fmla="*/ 3 h 55"/>
              <a:gd name="T40" fmla="*/ 9 w 70"/>
              <a:gd name="T41" fmla="*/ 8 h 55"/>
              <a:gd name="T42" fmla="*/ 11 w 70"/>
              <a:gd name="T43" fmla="*/ 14 h 55"/>
              <a:gd name="T44" fmla="*/ 11 w 70"/>
              <a:gd name="T45" fmla="*/ 21 h 55"/>
              <a:gd name="T46" fmla="*/ 6 w 70"/>
              <a:gd name="T47" fmla="*/ 24 h 55"/>
              <a:gd name="T48" fmla="*/ 8 w 70"/>
              <a:gd name="T49" fmla="*/ 25 h 55"/>
              <a:gd name="T50" fmla="*/ 16 w 70"/>
              <a:gd name="T51" fmla="*/ 28 h 55"/>
              <a:gd name="T52" fmla="*/ 23 w 70"/>
              <a:gd name="T53" fmla="*/ 33 h 55"/>
              <a:gd name="T54" fmla="*/ 26 w 70"/>
              <a:gd name="T55" fmla="*/ 40 h 55"/>
              <a:gd name="T56" fmla="*/ 23 w 70"/>
              <a:gd name="T57" fmla="*/ 46 h 55"/>
              <a:gd name="T58" fmla="*/ 16 w 70"/>
              <a:gd name="T59" fmla="*/ 51 h 55"/>
              <a:gd name="T60" fmla="*/ 10 w 70"/>
              <a:gd name="T61" fmla="*/ 52 h 55"/>
              <a:gd name="T62" fmla="*/ 0 w 70"/>
              <a:gd name="T63" fmla="*/ 50 h 55"/>
              <a:gd name="T64" fmla="*/ 2 w 70"/>
              <a:gd name="T65" fmla="*/ 53 h 55"/>
              <a:gd name="T66" fmla="*/ 46 w 70"/>
              <a:gd name="T67" fmla="*/ 54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0" h="55">
                <a:moveTo>
                  <a:pt x="46" y="54"/>
                </a:moveTo>
                <a:lnTo>
                  <a:pt x="68" y="43"/>
                </a:lnTo>
                <a:lnTo>
                  <a:pt x="69" y="39"/>
                </a:lnTo>
                <a:lnTo>
                  <a:pt x="65" y="30"/>
                </a:lnTo>
                <a:cubicBezTo>
                  <a:pt x="65" y="29"/>
                  <a:pt x="65" y="29"/>
                  <a:pt x="65" y="28"/>
                </a:cubicBezTo>
                <a:lnTo>
                  <a:pt x="66" y="22"/>
                </a:lnTo>
                <a:lnTo>
                  <a:pt x="67" y="16"/>
                </a:lnTo>
                <a:cubicBezTo>
                  <a:pt x="67" y="15"/>
                  <a:pt x="68" y="14"/>
                  <a:pt x="68" y="14"/>
                </a:cubicBezTo>
                <a:lnTo>
                  <a:pt x="69" y="11"/>
                </a:lnTo>
                <a:lnTo>
                  <a:pt x="59" y="11"/>
                </a:lnTo>
                <a:cubicBezTo>
                  <a:pt x="58" y="11"/>
                  <a:pt x="57" y="11"/>
                  <a:pt x="56" y="11"/>
                </a:cubicBezTo>
                <a:lnTo>
                  <a:pt x="53" y="10"/>
                </a:lnTo>
                <a:cubicBezTo>
                  <a:pt x="52" y="10"/>
                  <a:pt x="51" y="9"/>
                  <a:pt x="50" y="8"/>
                </a:cubicBezTo>
                <a:lnTo>
                  <a:pt x="47" y="6"/>
                </a:lnTo>
                <a:cubicBezTo>
                  <a:pt x="47" y="5"/>
                  <a:pt x="47" y="5"/>
                  <a:pt x="46" y="4"/>
                </a:cubicBezTo>
                <a:lnTo>
                  <a:pt x="44" y="0"/>
                </a:lnTo>
                <a:lnTo>
                  <a:pt x="42" y="1"/>
                </a:lnTo>
                <a:cubicBezTo>
                  <a:pt x="41" y="2"/>
                  <a:pt x="39" y="3"/>
                  <a:pt x="38" y="2"/>
                </a:cubicBezTo>
                <a:lnTo>
                  <a:pt x="17" y="1"/>
                </a:lnTo>
                <a:lnTo>
                  <a:pt x="11" y="3"/>
                </a:lnTo>
                <a:lnTo>
                  <a:pt x="9" y="8"/>
                </a:lnTo>
                <a:lnTo>
                  <a:pt x="11" y="14"/>
                </a:lnTo>
                <a:cubicBezTo>
                  <a:pt x="12" y="16"/>
                  <a:pt x="12" y="19"/>
                  <a:pt x="11" y="21"/>
                </a:cubicBezTo>
                <a:cubicBezTo>
                  <a:pt x="10" y="22"/>
                  <a:pt x="8" y="24"/>
                  <a:pt x="6" y="24"/>
                </a:cubicBezTo>
                <a:lnTo>
                  <a:pt x="8" y="25"/>
                </a:lnTo>
                <a:lnTo>
                  <a:pt x="16" y="28"/>
                </a:lnTo>
                <a:lnTo>
                  <a:pt x="23" y="33"/>
                </a:lnTo>
                <a:cubicBezTo>
                  <a:pt x="25" y="35"/>
                  <a:pt x="26" y="37"/>
                  <a:pt x="26" y="40"/>
                </a:cubicBezTo>
                <a:cubicBezTo>
                  <a:pt x="26" y="42"/>
                  <a:pt x="25" y="45"/>
                  <a:pt x="23" y="46"/>
                </a:cubicBezTo>
                <a:lnTo>
                  <a:pt x="16" y="51"/>
                </a:lnTo>
                <a:cubicBezTo>
                  <a:pt x="14" y="52"/>
                  <a:pt x="12" y="53"/>
                  <a:pt x="10" y="52"/>
                </a:cubicBezTo>
                <a:lnTo>
                  <a:pt x="0" y="50"/>
                </a:lnTo>
                <a:lnTo>
                  <a:pt x="2" y="53"/>
                </a:lnTo>
                <a:lnTo>
                  <a:pt x="46" y="5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2" name="Freeform 127">
            <a:extLst>
              <a:ext uri="{FF2B5EF4-FFF2-40B4-BE49-F238E27FC236}">
                <a16:creationId xmlns:a16="http://schemas.microsoft.com/office/drawing/2014/main" xmlns="" id="{E131501C-E8E5-449A-83B3-503BEE2D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920" y="5071633"/>
            <a:ext cx="37380" cy="14240"/>
          </a:xfrm>
          <a:custGeom>
            <a:avLst/>
            <a:gdLst>
              <a:gd name="T0" fmla="*/ 67 w 94"/>
              <a:gd name="T1" fmla="*/ 6 h 36"/>
              <a:gd name="T2" fmla="*/ 56 w 94"/>
              <a:gd name="T3" fmla="*/ 1 h 36"/>
              <a:gd name="T4" fmla="*/ 36 w 94"/>
              <a:gd name="T5" fmla="*/ 0 h 36"/>
              <a:gd name="T6" fmla="*/ 31 w 94"/>
              <a:gd name="T7" fmla="*/ 3 h 36"/>
              <a:gd name="T8" fmla="*/ 28 w 94"/>
              <a:gd name="T9" fmla="*/ 7 h 36"/>
              <a:gd name="T10" fmla="*/ 26 w 94"/>
              <a:gd name="T11" fmla="*/ 8 h 36"/>
              <a:gd name="T12" fmla="*/ 2 w 94"/>
              <a:gd name="T13" fmla="*/ 19 h 36"/>
              <a:gd name="T14" fmla="*/ 0 w 94"/>
              <a:gd name="T15" fmla="*/ 20 h 36"/>
              <a:gd name="T16" fmla="*/ 9 w 94"/>
              <a:gd name="T17" fmla="*/ 33 h 36"/>
              <a:gd name="T18" fmla="*/ 18 w 94"/>
              <a:gd name="T19" fmla="*/ 35 h 36"/>
              <a:gd name="T20" fmla="*/ 41 w 94"/>
              <a:gd name="T21" fmla="*/ 32 h 36"/>
              <a:gd name="T22" fmla="*/ 93 w 94"/>
              <a:gd name="T23" fmla="*/ 7 h 36"/>
              <a:gd name="T24" fmla="*/ 70 w 94"/>
              <a:gd name="T25" fmla="*/ 7 h 36"/>
              <a:gd name="T26" fmla="*/ 67 w 94"/>
              <a:gd name="T27" fmla="*/ 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4" h="36">
                <a:moveTo>
                  <a:pt x="67" y="6"/>
                </a:moveTo>
                <a:lnTo>
                  <a:pt x="56" y="1"/>
                </a:lnTo>
                <a:lnTo>
                  <a:pt x="36" y="0"/>
                </a:lnTo>
                <a:lnTo>
                  <a:pt x="31" y="3"/>
                </a:lnTo>
                <a:lnTo>
                  <a:pt x="28" y="7"/>
                </a:lnTo>
                <a:cubicBezTo>
                  <a:pt x="27" y="7"/>
                  <a:pt x="26" y="8"/>
                  <a:pt x="26" y="8"/>
                </a:cubicBezTo>
                <a:lnTo>
                  <a:pt x="2" y="19"/>
                </a:lnTo>
                <a:cubicBezTo>
                  <a:pt x="1" y="20"/>
                  <a:pt x="1" y="20"/>
                  <a:pt x="0" y="20"/>
                </a:cubicBezTo>
                <a:lnTo>
                  <a:pt x="9" y="33"/>
                </a:lnTo>
                <a:lnTo>
                  <a:pt x="18" y="35"/>
                </a:lnTo>
                <a:lnTo>
                  <a:pt x="41" y="32"/>
                </a:lnTo>
                <a:lnTo>
                  <a:pt x="93" y="7"/>
                </a:lnTo>
                <a:lnTo>
                  <a:pt x="70" y="7"/>
                </a:lnTo>
                <a:cubicBezTo>
                  <a:pt x="69" y="7"/>
                  <a:pt x="68" y="7"/>
                  <a:pt x="67" y="6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3" name="Freeform 128">
            <a:extLst>
              <a:ext uri="{FF2B5EF4-FFF2-40B4-BE49-F238E27FC236}">
                <a16:creationId xmlns:a16="http://schemas.microsoft.com/office/drawing/2014/main" xmlns="" id="{5CC41E24-952A-4AD5-8C13-9BB7CCEB3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822" y="5109013"/>
            <a:ext cx="3560" cy="5339"/>
          </a:xfrm>
          <a:custGeom>
            <a:avLst/>
            <a:gdLst>
              <a:gd name="T0" fmla="*/ 1 w 8"/>
              <a:gd name="T1" fmla="*/ 11 h 12"/>
              <a:gd name="T2" fmla="*/ 5 w 8"/>
              <a:gd name="T3" fmla="*/ 10 h 12"/>
              <a:gd name="T4" fmla="*/ 5 w 8"/>
              <a:gd name="T5" fmla="*/ 8 h 12"/>
              <a:gd name="T6" fmla="*/ 7 w 8"/>
              <a:gd name="T7" fmla="*/ 1 h 12"/>
              <a:gd name="T8" fmla="*/ 5 w 8"/>
              <a:gd name="T9" fmla="*/ 1 h 12"/>
              <a:gd name="T10" fmla="*/ 4 w 8"/>
              <a:gd name="T11" fmla="*/ 0 h 12"/>
              <a:gd name="T12" fmla="*/ 4 w 8"/>
              <a:gd name="T13" fmla="*/ 2 h 12"/>
              <a:gd name="T14" fmla="*/ 1 w 8"/>
              <a:gd name="T15" fmla="*/ 9 h 12"/>
              <a:gd name="T16" fmla="*/ 0 w 8"/>
              <a:gd name="T17" fmla="*/ 10 h 12"/>
              <a:gd name="T18" fmla="*/ 0 w 8"/>
              <a:gd name="T19" fmla="*/ 11 h 12"/>
              <a:gd name="T20" fmla="*/ 1 w 8"/>
              <a:gd name="T21" fmla="*/ 11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" h="12">
                <a:moveTo>
                  <a:pt x="1" y="11"/>
                </a:moveTo>
                <a:lnTo>
                  <a:pt x="5" y="10"/>
                </a:lnTo>
                <a:lnTo>
                  <a:pt x="5" y="8"/>
                </a:lnTo>
                <a:lnTo>
                  <a:pt x="7" y="1"/>
                </a:lnTo>
                <a:cubicBezTo>
                  <a:pt x="6" y="1"/>
                  <a:pt x="6" y="1"/>
                  <a:pt x="5" y="1"/>
                </a:cubicBezTo>
                <a:lnTo>
                  <a:pt x="4" y="0"/>
                </a:lnTo>
                <a:lnTo>
                  <a:pt x="4" y="2"/>
                </a:lnTo>
                <a:cubicBezTo>
                  <a:pt x="4" y="5"/>
                  <a:pt x="3" y="7"/>
                  <a:pt x="1" y="9"/>
                </a:cubicBezTo>
                <a:lnTo>
                  <a:pt x="0" y="10"/>
                </a:lnTo>
                <a:cubicBezTo>
                  <a:pt x="0" y="11"/>
                  <a:pt x="0" y="11"/>
                  <a:pt x="0" y="11"/>
                </a:cubicBezTo>
                <a:lnTo>
                  <a:pt x="1" y="1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4" name="Freeform 129">
            <a:extLst>
              <a:ext uri="{FF2B5EF4-FFF2-40B4-BE49-F238E27FC236}">
                <a16:creationId xmlns:a16="http://schemas.microsoft.com/office/drawing/2014/main" xmlns="" id="{07E4EF23-10FF-48B7-B46F-58EBEA19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21" y="5091213"/>
            <a:ext cx="24919" cy="39159"/>
          </a:xfrm>
          <a:custGeom>
            <a:avLst/>
            <a:gdLst>
              <a:gd name="T0" fmla="*/ 6 w 61"/>
              <a:gd name="T1" fmla="*/ 54 h 97"/>
              <a:gd name="T2" fmla="*/ 10 w 61"/>
              <a:gd name="T3" fmla="*/ 66 h 97"/>
              <a:gd name="T4" fmla="*/ 11 w 61"/>
              <a:gd name="T5" fmla="*/ 70 h 97"/>
              <a:gd name="T6" fmla="*/ 9 w 61"/>
              <a:gd name="T7" fmla="*/ 83 h 97"/>
              <a:gd name="T8" fmla="*/ 9 w 61"/>
              <a:gd name="T9" fmla="*/ 83 h 97"/>
              <a:gd name="T10" fmla="*/ 13 w 61"/>
              <a:gd name="T11" fmla="*/ 94 h 97"/>
              <a:gd name="T12" fmla="*/ 12 w 61"/>
              <a:gd name="T13" fmla="*/ 96 h 97"/>
              <a:gd name="T14" fmla="*/ 57 w 61"/>
              <a:gd name="T15" fmla="*/ 49 h 97"/>
              <a:gd name="T16" fmla="*/ 59 w 61"/>
              <a:gd name="T17" fmla="*/ 48 h 97"/>
              <a:gd name="T18" fmla="*/ 60 w 61"/>
              <a:gd name="T19" fmla="*/ 47 h 97"/>
              <a:gd name="T20" fmla="*/ 47 w 61"/>
              <a:gd name="T21" fmla="*/ 41 h 97"/>
              <a:gd name="T22" fmla="*/ 44 w 61"/>
              <a:gd name="T23" fmla="*/ 36 h 97"/>
              <a:gd name="T24" fmla="*/ 42 w 61"/>
              <a:gd name="T25" fmla="*/ 30 h 97"/>
              <a:gd name="T26" fmla="*/ 40 w 61"/>
              <a:gd name="T27" fmla="*/ 16 h 97"/>
              <a:gd name="T28" fmla="*/ 35 w 61"/>
              <a:gd name="T29" fmla="*/ 4 h 97"/>
              <a:gd name="T30" fmla="*/ 31 w 61"/>
              <a:gd name="T31" fmla="*/ 0 h 97"/>
              <a:gd name="T32" fmla="*/ 27 w 61"/>
              <a:gd name="T33" fmla="*/ 0 h 97"/>
              <a:gd name="T34" fmla="*/ 20 w 61"/>
              <a:gd name="T35" fmla="*/ 3 h 97"/>
              <a:gd name="T36" fmla="*/ 14 w 61"/>
              <a:gd name="T37" fmla="*/ 7 h 97"/>
              <a:gd name="T38" fmla="*/ 8 w 61"/>
              <a:gd name="T39" fmla="*/ 14 h 97"/>
              <a:gd name="T40" fmla="*/ 2 w 61"/>
              <a:gd name="T41" fmla="*/ 24 h 97"/>
              <a:gd name="T42" fmla="*/ 0 w 61"/>
              <a:gd name="T43" fmla="*/ 36 h 97"/>
              <a:gd name="T44" fmla="*/ 1 w 61"/>
              <a:gd name="T45" fmla="*/ 46 h 97"/>
              <a:gd name="T46" fmla="*/ 6 w 61"/>
              <a:gd name="T47" fmla="*/ 54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97">
                <a:moveTo>
                  <a:pt x="6" y="54"/>
                </a:moveTo>
                <a:lnTo>
                  <a:pt x="10" y="66"/>
                </a:lnTo>
                <a:cubicBezTo>
                  <a:pt x="11" y="68"/>
                  <a:pt x="11" y="69"/>
                  <a:pt x="11" y="70"/>
                </a:cubicBezTo>
                <a:lnTo>
                  <a:pt x="9" y="83"/>
                </a:lnTo>
                <a:lnTo>
                  <a:pt x="9" y="83"/>
                </a:lnTo>
                <a:cubicBezTo>
                  <a:pt x="13" y="86"/>
                  <a:pt x="15" y="90"/>
                  <a:pt x="13" y="94"/>
                </a:cubicBezTo>
                <a:lnTo>
                  <a:pt x="12" y="96"/>
                </a:lnTo>
                <a:lnTo>
                  <a:pt x="57" y="49"/>
                </a:lnTo>
                <a:cubicBezTo>
                  <a:pt x="58" y="48"/>
                  <a:pt x="58" y="48"/>
                  <a:pt x="59" y="48"/>
                </a:cubicBezTo>
                <a:lnTo>
                  <a:pt x="60" y="47"/>
                </a:lnTo>
                <a:lnTo>
                  <a:pt x="47" y="41"/>
                </a:lnTo>
                <a:cubicBezTo>
                  <a:pt x="45" y="39"/>
                  <a:pt x="44" y="38"/>
                  <a:pt x="44" y="36"/>
                </a:cubicBezTo>
                <a:lnTo>
                  <a:pt x="42" y="30"/>
                </a:lnTo>
                <a:lnTo>
                  <a:pt x="40" y="16"/>
                </a:lnTo>
                <a:lnTo>
                  <a:pt x="35" y="4"/>
                </a:lnTo>
                <a:lnTo>
                  <a:pt x="31" y="0"/>
                </a:lnTo>
                <a:lnTo>
                  <a:pt x="27" y="0"/>
                </a:lnTo>
                <a:lnTo>
                  <a:pt x="20" y="3"/>
                </a:lnTo>
                <a:lnTo>
                  <a:pt x="14" y="7"/>
                </a:lnTo>
                <a:lnTo>
                  <a:pt x="8" y="14"/>
                </a:lnTo>
                <a:lnTo>
                  <a:pt x="2" y="24"/>
                </a:lnTo>
                <a:lnTo>
                  <a:pt x="0" y="36"/>
                </a:lnTo>
                <a:lnTo>
                  <a:pt x="1" y="46"/>
                </a:lnTo>
                <a:lnTo>
                  <a:pt x="6" y="5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5" name="Freeform 130">
            <a:extLst>
              <a:ext uri="{FF2B5EF4-FFF2-40B4-BE49-F238E27FC236}">
                <a16:creationId xmlns:a16="http://schemas.microsoft.com/office/drawing/2014/main" xmlns="" id="{08DD52DC-E4B6-4AE2-B57B-0D5D10CB0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002" y="4879397"/>
            <a:ext cx="512629" cy="329294"/>
          </a:xfrm>
          <a:custGeom>
            <a:avLst/>
            <a:gdLst>
              <a:gd name="T0" fmla="*/ 218 w 1271"/>
              <a:gd name="T1" fmla="*/ 797 h 817"/>
              <a:gd name="T2" fmla="*/ 285 w 1271"/>
              <a:gd name="T3" fmla="*/ 807 h 817"/>
              <a:gd name="T4" fmla="*/ 494 w 1271"/>
              <a:gd name="T5" fmla="*/ 794 h 817"/>
              <a:gd name="T6" fmla="*/ 668 w 1271"/>
              <a:gd name="T7" fmla="*/ 735 h 817"/>
              <a:gd name="T8" fmla="*/ 728 w 1271"/>
              <a:gd name="T9" fmla="*/ 658 h 817"/>
              <a:gd name="T10" fmla="*/ 836 w 1271"/>
              <a:gd name="T11" fmla="*/ 568 h 817"/>
              <a:gd name="T12" fmla="*/ 1150 w 1271"/>
              <a:gd name="T13" fmla="*/ 511 h 817"/>
              <a:gd name="T14" fmla="*/ 1073 w 1271"/>
              <a:gd name="T15" fmla="*/ 315 h 817"/>
              <a:gd name="T16" fmla="*/ 1230 w 1271"/>
              <a:gd name="T17" fmla="*/ 175 h 817"/>
              <a:gd name="T18" fmla="*/ 1243 w 1271"/>
              <a:gd name="T19" fmla="*/ 81 h 817"/>
              <a:gd name="T20" fmla="*/ 1177 w 1271"/>
              <a:gd name="T21" fmla="*/ 37 h 817"/>
              <a:gd name="T22" fmla="*/ 1048 w 1271"/>
              <a:gd name="T23" fmla="*/ 29 h 817"/>
              <a:gd name="T24" fmla="*/ 959 w 1271"/>
              <a:gd name="T25" fmla="*/ 53 h 817"/>
              <a:gd name="T26" fmla="*/ 891 w 1271"/>
              <a:gd name="T27" fmla="*/ 90 h 817"/>
              <a:gd name="T28" fmla="*/ 869 w 1271"/>
              <a:gd name="T29" fmla="*/ 85 h 817"/>
              <a:gd name="T30" fmla="*/ 933 w 1271"/>
              <a:gd name="T31" fmla="*/ 135 h 817"/>
              <a:gd name="T32" fmla="*/ 971 w 1271"/>
              <a:gd name="T33" fmla="*/ 141 h 817"/>
              <a:gd name="T34" fmla="*/ 982 w 1271"/>
              <a:gd name="T35" fmla="*/ 206 h 817"/>
              <a:gd name="T36" fmla="*/ 967 w 1271"/>
              <a:gd name="T37" fmla="*/ 232 h 817"/>
              <a:gd name="T38" fmla="*/ 885 w 1271"/>
              <a:gd name="T39" fmla="*/ 186 h 817"/>
              <a:gd name="T40" fmla="*/ 838 w 1271"/>
              <a:gd name="T41" fmla="*/ 123 h 817"/>
              <a:gd name="T42" fmla="*/ 786 w 1271"/>
              <a:gd name="T43" fmla="*/ 106 h 817"/>
              <a:gd name="T44" fmla="*/ 854 w 1271"/>
              <a:gd name="T45" fmla="*/ 183 h 817"/>
              <a:gd name="T46" fmla="*/ 938 w 1271"/>
              <a:gd name="T47" fmla="*/ 293 h 817"/>
              <a:gd name="T48" fmla="*/ 931 w 1271"/>
              <a:gd name="T49" fmla="*/ 332 h 817"/>
              <a:gd name="T50" fmla="*/ 818 w 1271"/>
              <a:gd name="T51" fmla="*/ 190 h 817"/>
              <a:gd name="T52" fmla="*/ 688 w 1271"/>
              <a:gd name="T53" fmla="*/ 184 h 817"/>
              <a:gd name="T54" fmla="*/ 589 w 1271"/>
              <a:gd name="T55" fmla="*/ 157 h 817"/>
              <a:gd name="T56" fmla="*/ 476 w 1271"/>
              <a:gd name="T57" fmla="*/ 193 h 817"/>
              <a:gd name="T58" fmla="*/ 495 w 1271"/>
              <a:gd name="T59" fmla="*/ 267 h 817"/>
              <a:gd name="T60" fmla="*/ 607 w 1271"/>
              <a:gd name="T61" fmla="*/ 292 h 817"/>
              <a:gd name="T62" fmla="*/ 615 w 1271"/>
              <a:gd name="T63" fmla="*/ 320 h 817"/>
              <a:gd name="T64" fmla="*/ 809 w 1271"/>
              <a:gd name="T65" fmla="*/ 276 h 817"/>
              <a:gd name="T66" fmla="*/ 828 w 1271"/>
              <a:gd name="T67" fmla="*/ 348 h 817"/>
              <a:gd name="T68" fmla="*/ 659 w 1271"/>
              <a:gd name="T69" fmla="*/ 395 h 817"/>
              <a:gd name="T70" fmla="*/ 666 w 1271"/>
              <a:gd name="T71" fmla="*/ 464 h 817"/>
              <a:gd name="T72" fmla="*/ 547 w 1271"/>
              <a:gd name="T73" fmla="*/ 400 h 817"/>
              <a:gd name="T74" fmla="*/ 513 w 1271"/>
              <a:gd name="T75" fmla="*/ 417 h 817"/>
              <a:gd name="T76" fmla="*/ 472 w 1271"/>
              <a:gd name="T77" fmla="*/ 385 h 817"/>
              <a:gd name="T78" fmla="*/ 444 w 1271"/>
              <a:gd name="T79" fmla="*/ 408 h 817"/>
              <a:gd name="T80" fmla="*/ 347 w 1271"/>
              <a:gd name="T81" fmla="*/ 404 h 817"/>
              <a:gd name="T82" fmla="*/ 269 w 1271"/>
              <a:gd name="T83" fmla="*/ 444 h 817"/>
              <a:gd name="T84" fmla="*/ 430 w 1271"/>
              <a:gd name="T85" fmla="*/ 482 h 817"/>
              <a:gd name="T86" fmla="*/ 480 w 1271"/>
              <a:gd name="T87" fmla="*/ 582 h 817"/>
              <a:gd name="T88" fmla="*/ 619 w 1271"/>
              <a:gd name="T89" fmla="*/ 655 h 817"/>
              <a:gd name="T90" fmla="*/ 547 w 1271"/>
              <a:gd name="T91" fmla="*/ 643 h 817"/>
              <a:gd name="T92" fmla="*/ 529 w 1271"/>
              <a:gd name="T93" fmla="*/ 708 h 817"/>
              <a:gd name="T94" fmla="*/ 468 w 1271"/>
              <a:gd name="T95" fmla="*/ 740 h 817"/>
              <a:gd name="T96" fmla="*/ 441 w 1271"/>
              <a:gd name="T97" fmla="*/ 570 h 817"/>
              <a:gd name="T98" fmla="*/ 360 w 1271"/>
              <a:gd name="T99" fmla="*/ 545 h 817"/>
              <a:gd name="T100" fmla="*/ 338 w 1271"/>
              <a:gd name="T101" fmla="*/ 630 h 817"/>
              <a:gd name="T102" fmla="*/ 300 w 1271"/>
              <a:gd name="T103" fmla="*/ 630 h 817"/>
              <a:gd name="T104" fmla="*/ 176 w 1271"/>
              <a:gd name="T105" fmla="*/ 637 h 817"/>
              <a:gd name="T106" fmla="*/ 163 w 1271"/>
              <a:gd name="T107" fmla="*/ 663 h 817"/>
              <a:gd name="T108" fmla="*/ 242 w 1271"/>
              <a:gd name="T109" fmla="*/ 755 h 817"/>
              <a:gd name="T110" fmla="*/ 129 w 1271"/>
              <a:gd name="T111" fmla="*/ 796 h 817"/>
              <a:gd name="T112" fmla="*/ 116 w 1271"/>
              <a:gd name="T113" fmla="*/ 690 h 817"/>
              <a:gd name="T114" fmla="*/ 72 w 1271"/>
              <a:gd name="T115" fmla="*/ 728 h 817"/>
              <a:gd name="T116" fmla="*/ 1 w 1271"/>
              <a:gd name="T117" fmla="*/ 720 h 817"/>
              <a:gd name="T118" fmla="*/ 25 w 1271"/>
              <a:gd name="T119" fmla="*/ 799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71" h="817">
                <a:moveTo>
                  <a:pt x="44" y="809"/>
                </a:moveTo>
                <a:lnTo>
                  <a:pt x="51" y="816"/>
                </a:lnTo>
                <a:lnTo>
                  <a:pt x="93" y="802"/>
                </a:lnTo>
                <a:cubicBezTo>
                  <a:pt x="95" y="801"/>
                  <a:pt x="97" y="801"/>
                  <a:pt x="98" y="801"/>
                </a:cubicBezTo>
                <a:lnTo>
                  <a:pt x="119" y="807"/>
                </a:lnTo>
                <a:lnTo>
                  <a:pt x="154" y="793"/>
                </a:lnTo>
                <a:cubicBezTo>
                  <a:pt x="156" y="793"/>
                  <a:pt x="158" y="792"/>
                  <a:pt x="160" y="793"/>
                </a:cubicBezTo>
                <a:lnTo>
                  <a:pt x="204" y="810"/>
                </a:lnTo>
                <a:lnTo>
                  <a:pt x="212" y="810"/>
                </a:lnTo>
                <a:lnTo>
                  <a:pt x="213" y="810"/>
                </a:lnTo>
                <a:lnTo>
                  <a:pt x="214" y="805"/>
                </a:lnTo>
                <a:cubicBezTo>
                  <a:pt x="214" y="804"/>
                  <a:pt x="214" y="803"/>
                  <a:pt x="215" y="803"/>
                </a:cubicBezTo>
                <a:lnTo>
                  <a:pt x="218" y="797"/>
                </a:lnTo>
                <a:cubicBezTo>
                  <a:pt x="219" y="796"/>
                  <a:pt x="221" y="794"/>
                  <a:pt x="222" y="793"/>
                </a:cubicBezTo>
                <a:lnTo>
                  <a:pt x="236" y="788"/>
                </a:lnTo>
                <a:cubicBezTo>
                  <a:pt x="237" y="787"/>
                  <a:pt x="239" y="787"/>
                  <a:pt x="240" y="788"/>
                </a:cubicBezTo>
                <a:lnTo>
                  <a:pt x="246" y="788"/>
                </a:lnTo>
                <a:cubicBezTo>
                  <a:pt x="247" y="789"/>
                  <a:pt x="248" y="789"/>
                  <a:pt x="249" y="789"/>
                </a:cubicBezTo>
                <a:lnTo>
                  <a:pt x="253" y="792"/>
                </a:lnTo>
                <a:cubicBezTo>
                  <a:pt x="254" y="792"/>
                  <a:pt x="254" y="793"/>
                  <a:pt x="255" y="793"/>
                </a:cubicBezTo>
                <a:cubicBezTo>
                  <a:pt x="255" y="794"/>
                  <a:pt x="257" y="795"/>
                  <a:pt x="257" y="796"/>
                </a:cubicBezTo>
                <a:lnTo>
                  <a:pt x="258" y="797"/>
                </a:lnTo>
                <a:lnTo>
                  <a:pt x="267" y="806"/>
                </a:lnTo>
                <a:lnTo>
                  <a:pt x="276" y="809"/>
                </a:lnTo>
                <a:lnTo>
                  <a:pt x="282" y="809"/>
                </a:lnTo>
                <a:lnTo>
                  <a:pt x="285" y="807"/>
                </a:lnTo>
                <a:lnTo>
                  <a:pt x="291" y="801"/>
                </a:lnTo>
                <a:lnTo>
                  <a:pt x="303" y="785"/>
                </a:lnTo>
                <a:lnTo>
                  <a:pt x="313" y="777"/>
                </a:lnTo>
                <a:cubicBezTo>
                  <a:pt x="314" y="776"/>
                  <a:pt x="314" y="775"/>
                  <a:pt x="315" y="775"/>
                </a:cubicBezTo>
                <a:lnTo>
                  <a:pt x="323" y="773"/>
                </a:lnTo>
                <a:lnTo>
                  <a:pt x="382" y="743"/>
                </a:lnTo>
                <a:cubicBezTo>
                  <a:pt x="385" y="741"/>
                  <a:pt x="389" y="742"/>
                  <a:pt x="392" y="745"/>
                </a:cubicBezTo>
                <a:lnTo>
                  <a:pt x="403" y="759"/>
                </a:lnTo>
                <a:lnTo>
                  <a:pt x="404" y="760"/>
                </a:lnTo>
                <a:lnTo>
                  <a:pt x="421" y="802"/>
                </a:lnTo>
                <a:lnTo>
                  <a:pt x="426" y="808"/>
                </a:lnTo>
                <a:lnTo>
                  <a:pt x="429" y="810"/>
                </a:lnTo>
                <a:lnTo>
                  <a:pt x="494" y="794"/>
                </a:lnTo>
                <a:lnTo>
                  <a:pt x="515" y="777"/>
                </a:lnTo>
                <a:lnTo>
                  <a:pt x="525" y="771"/>
                </a:lnTo>
                <a:cubicBezTo>
                  <a:pt x="526" y="770"/>
                  <a:pt x="527" y="770"/>
                  <a:pt x="528" y="770"/>
                </a:cubicBezTo>
                <a:lnTo>
                  <a:pt x="585" y="761"/>
                </a:lnTo>
                <a:lnTo>
                  <a:pt x="599" y="753"/>
                </a:lnTo>
                <a:lnTo>
                  <a:pt x="625" y="733"/>
                </a:lnTo>
                <a:lnTo>
                  <a:pt x="637" y="728"/>
                </a:lnTo>
                <a:cubicBezTo>
                  <a:pt x="637" y="727"/>
                  <a:pt x="638" y="727"/>
                  <a:pt x="639" y="727"/>
                </a:cubicBezTo>
                <a:lnTo>
                  <a:pt x="647" y="726"/>
                </a:lnTo>
                <a:cubicBezTo>
                  <a:pt x="648" y="726"/>
                  <a:pt x="650" y="727"/>
                  <a:pt x="652" y="728"/>
                </a:cubicBezTo>
                <a:lnTo>
                  <a:pt x="664" y="735"/>
                </a:lnTo>
                <a:lnTo>
                  <a:pt x="668" y="735"/>
                </a:lnTo>
                <a:lnTo>
                  <a:pt x="668" y="735"/>
                </a:lnTo>
                <a:lnTo>
                  <a:pt x="667" y="729"/>
                </a:lnTo>
                <a:cubicBezTo>
                  <a:pt x="667" y="728"/>
                  <a:pt x="667" y="727"/>
                  <a:pt x="667" y="726"/>
                </a:cubicBezTo>
                <a:lnTo>
                  <a:pt x="667" y="720"/>
                </a:lnTo>
                <a:cubicBezTo>
                  <a:pt x="667" y="718"/>
                  <a:pt x="668" y="717"/>
                  <a:pt x="669" y="716"/>
                </a:cubicBezTo>
                <a:lnTo>
                  <a:pt x="675" y="708"/>
                </a:lnTo>
                <a:lnTo>
                  <a:pt x="690" y="692"/>
                </a:lnTo>
                <a:lnTo>
                  <a:pt x="698" y="679"/>
                </a:lnTo>
                <a:lnTo>
                  <a:pt x="704" y="669"/>
                </a:lnTo>
                <a:cubicBezTo>
                  <a:pt x="704" y="668"/>
                  <a:pt x="705" y="667"/>
                  <a:pt x="706" y="666"/>
                </a:cubicBezTo>
                <a:lnTo>
                  <a:pt x="711" y="663"/>
                </a:lnTo>
                <a:lnTo>
                  <a:pt x="718" y="659"/>
                </a:lnTo>
                <a:cubicBezTo>
                  <a:pt x="719" y="659"/>
                  <a:pt x="720" y="659"/>
                  <a:pt x="721" y="659"/>
                </a:cubicBezTo>
                <a:lnTo>
                  <a:pt x="728" y="658"/>
                </a:lnTo>
                <a:lnTo>
                  <a:pt x="736" y="659"/>
                </a:lnTo>
                <a:cubicBezTo>
                  <a:pt x="737" y="659"/>
                  <a:pt x="738" y="659"/>
                  <a:pt x="739" y="660"/>
                </a:cubicBezTo>
                <a:lnTo>
                  <a:pt x="748" y="665"/>
                </a:lnTo>
                <a:lnTo>
                  <a:pt x="766" y="670"/>
                </a:lnTo>
                <a:lnTo>
                  <a:pt x="782" y="668"/>
                </a:lnTo>
                <a:lnTo>
                  <a:pt x="796" y="657"/>
                </a:lnTo>
                <a:lnTo>
                  <a:pt x="803" y="648"/>
                </a:lnTo>
                <a:lnTo>
                  <a:pt x="810" y="637"/>
                </a:lnTo>
                <a:lnTo>
                  <a:pt x="813" y="629"/>
                </a:lnTo>
                <a:lnTo>
                  <a:pt x="828" y="582"/>
                </a:lnTo>
                <a:lnTo>
                  <a:pt x="831" y="573"/>
                </a:lnTo>
                <a:cubicBezTo>
                  <a:pt x="832" y="572"/>
                  <a:pt x="832" y="571"/>
                  <a:pt x="833" y="571"/>
                </a:cubicBezTo>
                <a:lnTo>
                  <a:pt x="836" y="568"/>
                </a:lnTo>
                <a:cubicBezTo>
                  <a:pt x="837" y="567"/>
                  <a:pt x="838" y="566"/>
                  <a:pt x="839" y="566"/>
                </a:cubicBezTo>
                <a:lnTo>
                  <a:pt x="845" y="564"/>
                </a:lnTo>
                <a:lnTo>
                  <a:pt x="885" y="558"/>
                </a:lnTo>
                <a:lnTo>
                  <a:pt x="917" y="544"/>
                </a:lnTo>
                <a:cubicBezTo>
                  <a:pt x="918" y="544"/>
                  <a:pt x="919" y="543"/>
                  <a:pt x="920" y="543"/>
                </a:cubicBezTo>
                <a:lnTo>
                  <a:pt x="993" y="538"/>
                </a:lnTo>
                <a:lnTo>
                  <a:pt x="1056" y="536"/>
                </a:lnTo>
                <a:cubicBezTo>
                  <a:pt x="1057" y="536"/>
                  <a:pt x="1058" y="536"/>
                  <a:pt x="1059" y="537"/>
                </a:cubicBezTo>
                <a:lnTo>
                  <a:pt x="1093" y="548"/>
                </a:lnTo>
                <a:lnTo>
                  <a:pt x="1107" y="549"/>
                </a:lnTo>
                <a:lnTo>
                  <a:pt x="1125" y="543"/>
                </a:lnTo>
                <a:lnTo>
                  <a:pt x="1146" y="520"/>
                </a:lnTo>
                <a:lnTo>
                  <a:pt x="1150" y="511"/>
                </a:lnTo>
                <a:lnTo>
                  <a:pt x="1154" y="497"/>
                </a:lnTo>
                <a:lnTo>
                  <a:pt x="1155" y="481"/>
                </a:lnTo>
                <a:lnTo>
                  <a:pt x="1158" y="463"/>
                </a:lnTo>
                <a:lnTo>
                  <a:pt x="1169" y="432"/>
                </a:lnTo>
                <a:lnTo>
                  <a:pt x="1169" y="430"/>
                </a:lnTo>
                <a:lnTo>
                  <a:pt x="1156" y="426"/>
                </a:lnTo>
                <a:cubicBezTo>
                  <a:pt x="1155" y="426"/>
                  <a:pt x="1154" y="426"/>
                  <a:pt x="1153" y="425"/>
                </a:cubicBezTo>
                <a:lnTo>
                  <a:pt x="1149" y="422"/>
                </a:lnTo>
                <a:cubicBezTo>
                  <a:pt x="1148" y="421"/>
                  <a:pt x="1148" y="421"/>
                  <a:pt x="1147" y="420"/>
                </a:cubicBezTo>
                <a:lnTo>
                  <a:pt x="1077" y="333"/>
                </a:lnTo>
                <a:cubicBezTo>
                  <a:pt x="1077" y="332"/>
                  <a:pt x="1076" y="331"/>
                  <a:pt x="1076" y="330"/>
                </a:cubicBezTo>
                <a:lnTo>
                  <a:pt x="1073" y="320"/>
                </a:lnTo>
                <a:cubicBezTo>
                  <a:pt x="1073" y="318"/>
                  <a:pt x="1073" y="316"/>
                  <a:pt x="1073" y="315"/>
                </a:cubicBezTo>
                <a:lnTo>
                  <a:pt x="1075" y="311"/>
                </a:lnTo>
                <a:cubicBezTo>
                  <a:pt x="1075" y="310"/>
                  <a:pt x="1075" y="309"/>
                  <a:pt x="1076" y="308"/>
                </a:cubicBezTo>
                <a:lnTo>
                  <a:pt x="1080" y="304"/>
                </a:lnTo>
                <a:cubicBezTo>
                  <a:pt x="1081" y="303"/>
                  <a:pt x="1082" y="302"/>
                  <a:pt x="1083" y="301"/>
                </a:cubicBezTo>
                <a:lnTo>
                  <a:pt x="1192" y="259"/>
                </a:lnTo>
                <a:lnTo>
                  <a:pt x="1212" y="250"/>
                </a:lnTo>
                <a:lnTo>
                  <a:pt x="1223" y="243"/>
                </a:lnTo>
                <a:lnTo>
                  <a:pt x="1233" y="210"/>
                </a:lnTo>
                <a:lnTo>
                  <a:pt x="1233" y="203"/>
                </a:lnTo>
                <a:lnTo>
                  <a:pt x="1232" y="193"/>
                </a:lnTo>
                <a:lnTo>
                  <a:pt x="1231" y="187"/>
                </a:lnTo>
                <a:lnTo>
                  <a:pt x="1230" y="178"/>
                </a:lnTo>
                <a:cubicBezTo>
                  <a:pt x="1229" y="177"/>
                  <a:pt x="1229" y="176"/>
                  <a:pt x="1230" y="175"/>
                </a:cubicBezTo>
                <a:lnTo>
                  <a:pt x="1232" y="165"/>
                </a:lnTo>
                <a:cubicBezTo>
                  <a:pt x="1232" y="165"/>
                  <a:pt x="1233" y="164"/>
                  <a:pt x="1233" y="163"/>
                </a:cubicBezTo>
                <a:lnTo>
                  <a:pt x="1240" y="153"/>
                </a:lnTo>
                <a:lnTo>
                  <a:pt x="1267" y="127"/>
                </a:lnTo>
                <a:lnTo>
                  <a:pt x="1270" y="122"/>
                </a:lnTo>
                <a:lnTo>
                  <a:pt x="1269" y="121"/>
                </a:lnTo>
                <a:lnTo>
                  <a:pt x="1263" y="117"/>
                </a:lnTo>
                <a:lnTo>
                  <a:pt x="1257" y="111"/>
                </a:lnTo>
                <a:lnTo>
                  <a:pt x="1249" y="106"/>
                </a:lnTo>
                <a:cubicBezTo>
                  <a:pt x="1246" y="105"/>
                  <a:pt x="1245" y="103"/>
                  <a:pt x="1244" y="101"/>
                </a:cubicBezTo>
                <a:lnTo>
                  <a:pt x="1242" y="91"/>
                </a:lnTo>
                <a:cubicBezTo>
                  <a:pt x="1242" y="90"/>
                  <a:pt x="1242" y="89"/>
                  <a:pt x="1242" y="88"/>
                </a:cubicBezTo>
                <a:lnTo>
                  <a:pt x="1243" y="81"/>
                </a:lnTo>
                <a:lnTo>
                  <a:pt x="1243" y="71"/>
                </a:lnTo>
                <a:lnTo>
                  <a:pt x="1242" y="65"/>
                </a:lnTo>
                <a:lnTo>
                  <a:pt x="1241" y="57"/>
                </a:lnTo>
                <a:lnTo>
                  <a:pt x="1238" y="10"/>
                </a:lnTo>
                <a:lnTo>
                  <a:pt x="1227" y="2"/>
                </a:lnTo>
                <a:lnTo>
                  <a:pt x="1190" y="0"/>
                </a:lnTo>
                <a:lnTo>
                  <a:pt x="1180" y="6"/>
                </a:lnTo>
                <a:lnTo>
                  <a:pt x="1176" y="10"/>
                </a:lnTo>
                <a:lnTo>
                  <a:pt x="1176" y="12"/>
                </a:lnTo>
                <a:lnTo>
                  <a:pt x="1176" y="18"/>
                </a:lnTo>
                <a:lnTo>
                  <a:pt x="1177" y="26"/>
                </a:lnTo>
                <a:cubicBezTo>
                  <a:pt x="1177" y="26"/>
                  <a:pt x="1178" y="27"/>
                  <a:pt x="1177" y="28"/>
                </a:cubicBezTo>
                <a:lnTo>
                  <a:pt x="1177" y="37"/>
                </a:lnTo>
                <a:cubicBezTo>
                  <a:pt x="1177" y="39"/>
                  <a:pt x="1176" y="40"/>
                  <a:pt x="1174" y="42"/>
                </a:cubicBezTo>
                <a:lnTo>
                  <a:pt x="1170" y="45"/>
                </a:lnTo>
                <a:cubicBezTo>
                  <a:pt x="1169" y="47"/>
                  <a:pt x="1167" y="48"/>
                  <a:pt x="1164" y="48"/>
                </a:cubicBezTo>
                <a:lnTo>
                  <a:pt x="1146" y="47"/>
                </a:lnTo>
                <a:lnTo>
                  <a:pt x="1114" y="38"/>
                </a:lnTo>
                <a:lnTo>
                  <a:pt x="1105" y="42"/>
                </a:lnTo>
                <a:lnTo>
                  <a:pt x="1090" y="52"/>
                </a:lnTo>
                <a:cubicBezTo>
                  <a:pt x="1089" y="53"/>
                  <a:pt x="1088" y="53"/>
                  <a:pt x="1087" y="53"/>
                </a:cubicBezTo>
                <a:lnTo>
                  <a:pt x="1072" y="56"/>
                </a:lnTo>
                <a:cubicBezTo>
                  <a:pt x="1071" y="56"/>
                  <a:pt x="1069" y="56"/>
                  <a:pt x="1068" y="55"/>
                </a:cubicBezTo>
                <a:lnTo>
                  <a:pt x="1055" y="49"/>
                </a:lnTo>
                <a:cubicBezTo>
                  <a:pt x="1052" y="48"/>
                  <a:pt x="1051" y="46"/>
                  <a:pt x="1050" y="43"/>
                </a:cubicBezTo>
                <a:lnTo>
                  <a:pt x="1048" y="29"/>
                </a:lnTo>
                <a:lnTo>
                  <a:pt x="1036" y="15"/>
                </a:lnTo>
                <a:cubicBezTo>
                  <a:pt x="1036" y="14"/>
                  <a:pt x="1035" y="13"/>
                  <a:pt x="1035" y="12"/>
                </a:cubicBezTo>
                <a:lnTo>
                  <a:pt x="1034" y="10"/>
                </a:lnTo>
                <a:lnTo>
                  <a:pt x="983" y="20"/>
                </a:lnTo>
                <a:lnTo>
                  <a:pt x="978" y="22"/>
                </a:lnTo>
                <a:lnTo>
                  <a:pt x="977" y="26"/>
                </a:lnTo>
                <a:lnTo>
                  <a:pt x="978" y="33"/>
                </a:lnTo>
                <a:lnTo>
                  <a:pt x="991" y="42"/>
                </a:lnTo>
                <a:cubicBezTo>
                  <a:pt x="992" y="43"/>
                  <a:pt x="993" y="44"/>
                  <a:pt x="994" y="45"/>
                </a:cubicBezTo>
                <a:lnTo>
                  <a:pt x="999" y="58"/>
                </a:lnTo>
                <a:cubicBezTo>
                  <a:pt x="1000" y="61"/>
                  <a:pt x="999" y="64"/>
                  <a:pt x="997" y="67"/>
                </a:cubicBezTo>
                <a:cubicBezTo>
                  <a:pt x="994" y="69"/>
                  <a:pt x="991" y="69"/>
                  <a:pt x="988" y="68"/>
                </a:cubicBezTo>
                <a:lnTo>
                  <a:pt x="959" y="53"/>
                </a:lnTo>
                <a:lnTo>
                  <a:pt x="893" y="44"/>
                </a:lnTo>
                <a:cubicBezTo>
                  <a:pt x="894" y="45"/>
                  <a:pt x="895" y="46"/>
                  <a:pt x="895" y="47"/>
                </a:cubicBezTo>
                <a:lnTo>
                  <a:pt x="900" y="58"/>
                </a:lnTo>
                <a:cubicBezTo>
                  <a:pt x="901" y="59"/>
                  <a:pt x="901" y="62"/>
                  <a:pt x="900" y="63"/>
                </a:cubicBezTo>
                <a:lnTo>
                  <a:pt x="899" y="66"/>
                </a:lnTo>
                <a:lnTo>
                  <a:pt x="900" y="67"/>
                </a:lnTo>
                <a:cubicBezTo>
                  <a:pt x="901" y="68"/>
                  <a:pt x="902" y="69"/>
                  <a:pt x="902" y="71"/>
                </a:cubicBezTo>
                <a:lnTo>
                  <a:pt x="903" y="74"/>
                </a:lnTo>
                <a:cubicBezTo>
                  <a:pt x="903" y="76"/>
                  <a:pt x="902" y="78"/>
                  <a:pt x="902" y="79"/>
                </a:cubicBezTo>
                <a:lnTo>
                  <a:pt x="899" y="83"/>
                </a:lnTo>
                <a:cubicBezTo>
                  <a:pt x="899" y="84"/>
                  <a:pt x="898" y="85"/>
                  <a:pt x="897" y="86"/>
                </a:cubicBezTo>
                <a:lnTo>
                  <a:pt x="893" y="88"/>
                </a:lnTo>
                <a:cubicBezTo>
                  <a:pt x="893" y="89"/>
                  <a:pt x="892" y="89"/>
                  <a:pt x="891" y="90"/>
                </a:cubicBezTo>
                <a:lnTo>
                  <a:pt x="884" y="92"/>
                </a:lnTo>
                <a:cubicBezTo>
                  <a:pt x="881" y="92"/>
                  <a:pt x="878" y="92"/>
                  <a:pt x="876" y="90"/>
                </a:cubicBezTo>
                <a:cubicBezTo>
                  <a:pt x="874" y="88"/>
                  <a:pt x="873" y="85"/>
                  <a:pt x="874" y="82"/>
                </a:cubicBezTo>
                <a:lnTo>
                  <a:pt x="875" y="73"/>
                </a:lnTo>
                <a:lnTo>
                  <a:pt x="870" y="68"/>
                </a:lnTo>
                <a:cubicBezTo>
                  <a:pt x="869" y="68"/>
                  <a:pt x="869" y="67"/>
                  <a:pt x="868" y="66"/>
                </a:cubicBezTo>
                <a:lnTo>
                  <a:pt x="859" y="53"/>
                </a:lnTo>
                <a:lnTo>
                  <a:pt x="857" y="54"/>
                </a:lnTo>
                <a:lnTo>
                  <a:pt x="855" y="57"/>
                </a:lnTo>
                <a:lnTo>
                  <a:pt x="856" y="60"/>
                </a:lnTo>
                <a:lnTo>
                  <a:pt x="863" y="67"/>
                </a:lnTo>
                <a:cubicBezTo>
                  <a:pt x="863" y="68"/>
                  <a:pt x="864" y="69"/>
                  <a:pt x="864" y="70"/>
                </a:cubicBezTo>
                <a:lnTo>
                  <a:pt x="869" y="85"/>
                </a:lnTo>
                <a:cubicBezTo>
                  <a:pt x="870" y="85"/>
                  <a:pt x="870" y="86"/>
                  <a:pt x="870" y="86"/>
                </a:cubicBezTo>
                <a:lnTo>
                  <a:pt x="871" y="88"/>
                </a:lnTo>
                <a:cubicBezTo>
                  <a:pt x="873" y="90"/>
                  <a:pt x="873" y="92"/>
                  <a:pt x="872" y="94"/>
                </a:cubicBezTo>
                <a:lnTo>
                  <a:pt x="870" y="109"/>
                </a:lnTo>
                <a:lnTo>
                  <a:pt x="872" y="111"/>
                </a:lnTo>
                <a:lnTo>
                  <a:pt x="877" y="113"/>
                </a:lnTo>
                <a:lnTo>
                  <a:pt x="888" y="113"/>
                </a:lnTo>
                <a:lnTo>
                  <a:pt x="927" y="106"/>
                </a:lnTo>
                <a:cubicBezTo>
                  <a:pt x="929" y="106"/>
                  <a:pt x="931" y="106"/>
                  <a:pt x="933" y="107"/>
                </a:cubicBezTo>
                <a:lnTo>
                  <a:pt x="943" y="115"/>
                </a:lnTo>
                <a:cubicBezTo>
                  <a:pt x="946" y="116"/>
                  <a:pt x="947" y="119"/>
                  <a:pt x="947" y="122"/>
                </a:cubicBezTo>
                <a:cubicBezTo>
                  <a:pt x="947" y="124"/>
                  <a:pt x="945" y="127"/>
                  <a:pt x="943" y="128"/>
                </a:cubicBezTo>
                <a:lnTo>
                  <a:pt x="933" y="135"/>
                </a:lnTo>
                <a:cubicBezTo>
                  <a:pt x="931" y="136"/>
                  <a:pt x="930" y="136"/>
                  <a:pt x="928" y="137"/>
                </a:cubicBezTo>
                <a:lnTo>
                  <a:pt x="909" y="137"/>
                </a:lnTo>
                <a:cubicBezTo>
                  <a:pt x="909" y="138"/>
                  <a:pt x="910" y="138"/>
                  <a:pt x="910" y="138"/>
                </a:cubicBezTo>
                <a:lnTo>
                  <a:pt x="914" y="145"/>
                </a:lnTo>
                <a:lnTo>
                  <a:pt x="940" y="133"/>
                </a:lnTo>
                <a:lnTo>
                  <a:pt x="959" y="114"/>
                </a:lnTo>
                <a:cubicBezTo>
                  <a:pt x="961" y="112"/>
                  <a:pt x="963" y="112"/>
                  <a:pt x="966" y="112"/>
                </a:cubicBezTo>
                <a:lnTo>
                  <a:pt x="976" y="114"/>
                </a:lnTo>
                <a:cubicBezTo>
                  <a:pt x="979" y="114"/>
                  <a:pt x="981" y="116"/>
                  <a:pt x="982" y="119"/>
                </a:cubicBezTo>
                <a:cubicBezTo>
                  <a:pt x="983" y="122"/>
                  <a:pt x="982" y="126"/>
                  <a:pt x="980" y="128"/>
                </a:cubicBezTo>
                <a:lnTo>
                  <a:pt x="964" y="141"/>
                </a:lnTo>
                <a:lnTo>
                  <a:pt x="965" y="141"/>
                </a:lnTo>
                <a:lnTo>
                  <a:pt x="971" y="141"/>
                </a:lnTo>
                <a:lnTo>
                  <a:pt x="989" y="135"/>
                </a:lnTo>
                <a:cubicBezTo>
                  <a:pt x="991" y="135"/>
                  <a:pt x="994" y="135"/>
                  <a:pt x="996" y="136"/>
                </a:cubicBezTo>
                <a:lnTo>
                  <a:pt x="1005" y="143"/>
                </a:lnTo>
                <a:cubicBezTo>
                  <a:pt x="1006" y="144"/>
                  <a:pt x="1008" y="146"/>
                  <a:pt x="1008" y="148"/>
                </a:cubicBezTo>
                <a:cubicBezTo>
                  <a:pt x="1008" y="151"/>
                  <a:pt x="1007" y="153"/>
                  <a:pt x="1006" y="155"/>
                </a:cubicBezTo>
                <a:lnTo>
                  <a:pt x="998" y="163"/>
                </a:lnTo>
                <a:cubicBezTo>
                  <a:pt x="997" y="164"/>
                  <a:pt x="995" y="165"/>
                  <a:pt x="993" y="165"/>
                </a:cubicBezTo>
                <a:lnTo>
                  <a:pt x="933" y="170"/>
                </a:lnTo>
                <a:lnTo>
                  <a:pt x="948" y="194"/>
                </a:lnTo>
                <a:lnTo>
                  <a:pt x="953" y="198"/>
                </a:lnTo>
                <a:lnTo>
                  <a:pt x="957" y="201"/>
                </a:lnTo>
                <a:lnTo>
                  <a:pt x="979" y="205"/>
                </a:lnTo>
                <a:cubicBezTo>
                  <a:pt x="980" y="205"/>
                  <a:pt x="981" y="206"/>
                  <a:pt x="982" y="206"/>
                </a:cubicBezTo>
                <a:lnTo>
                  <a:pt x="989" y="211"/>
                </a:lnTo>
                <a:cubicBezTo>
                  <a:pt x="990" y="212"/>
                  <a:pt x="991" y="212"/>
                  <a:pt x="991" y="213"/>
                </a:cubicBezTo>
                <a:lnTo>
                  <a:pt x="1017" y="251"/>
                </a:lnTo>
                <a:cubicBezTo>
                  <a:pt x="1019" y="254"/>
                  <a:pt x="1019" y="258"/>
                  <a:pt x="1016" y="261"/>
                </a:cubicBezTo>
                <a:cubicBezTo>
                  <a:pt x="1013" y="264"/>
                  <a:pt x="1009" y="264"/>
                  <a:pt x="1005" y="262"/>
                </a:cubicBezTo>
                <a:lnTo>
                  <a:pt x="1000" y="257"/>
                </a:lnTo>
                <a:lnTo>
                  <a:pt x="991" y="253"/>
                </a:lnTo>
                <a:lnTo>
                  <a:pt x="984" y="249"/>
                </a:lnTo>
                <a:cubicBezTo>
                  <a:pt x="984" y="248"/>
                  <a:pt x="983" y="248"/>
                  <a:pt x="983" y="247"/>
                </a:cubicBezTo>
                <a:lnTo>
                  <a:pt x="980" y="243"/>
                </a:lnTo>
                <a:lnTo>
                  <a:pt x="971" y="230"/>
                </a:lnTo>
                <a:lnTo>
                  <a:pt x="965" y="226"/>
                </a:lnTo>
                <a:lnTo>
                  <a:pt x="967" y="232"/>
                </a:lnTo>
                <a:cubicBezTo>
                  <a:pt x="968" y="235"/>
                  <a:pt x="968" y="238"/>
                  <a:pt x="966" y="240"/>
                </a:cubicBezTo>
                <a:lnTo>
                  <a:pt x="961" y="246"/>
                </a:lnTo>
                <a:cubicBezTo>
                  <a:pt x="959" y="248"/>
                  <a:pt x="954" y="249"/>
                  <a:pt x="951" y="247"/>
                </a:cubicBezTo>
                <a:lnTo>
                  <a:pt x="940" y="242"/>
                </a:lnTo>
                <a:lnTo>
                  <a:pt x="911" y="218"/>
                </a:lnTo>
                <a:lnTo>
                  <a:pt x="904" y="222"/>
                </a:lnTo>
                <a:cubicBezTo>
                  <a:pt x="903" y="222"/>
                  <a:pt x="903" y="222"/>
                  <a:pt x="902" y="222"/>
                </a:cubicBezTo>
                <a:lnTo>
                  <a:pt x="897" y="224"/>
                </a:lnTo>
                <a:cubicBezTo>
                  <a:pt x="895" y="224"/>
                  <a:pt x="892" y="224"/>
                  <a:pt x="891" y="222"/>
                </a:cubicBezTo>
                <a:cubicBezTo>
                  <a:pt x="889" y="221"/>
                  <a:pt x="887" y="218"/>
                  <a:pt x="887" y="216"/>
                </a:cubicBezTo>
                <a:lnTo>
                  <a:pt x="888" y="212"/>
                </a:lnTo>
                <a:lnTo>
                  <a:pt x="889" y="196"/>
                </a:lnTo>
                <a:lnTo>
                  <a:pt x="885" y="186"/>
                </a:lnTo>
                <a:lnTo>
                  <a:pt x="882" y="175"/>
                </a:lnTo>
                <a:cubicBezTo>
                  <a:pt x="881" y="172"/>
                  <a:pt x="882" y="169"/>
                  <a:pt x="884" y="167"/>
                </a:cubicBezTo>
                <a:lnTo>
                  <a:pt x="890" y="161"/>
                </a:lnTo>
                <a:lnTo>
                  <a:pt x="889" y="157"/>
                </a:lnTo>
                <a:lnTo>
                  <a:pt x="885" y="157"/>
                </a:lnTo>
                <a:cubicBezTo>
                  <a:pt x="883" y="157"/>
                  <a:pt x="882" y="157"/>
                  <a:pt x="881" y="156"/>
                </a:cubicBezTo>
                <a:lnTo>
                  <a:pt x="878" y="154"/>
                </a:lnTo>
                <a:cubicBezTo>
                  <a:pt x="877" y="154"/>
                  <a:pt x="876" y="153"/>
                  <a:pt x="875" y="151"/>
                </a:cubicBezTo>
                <a:lnTo>
                  <a:pt x="870" y="141"/>
                </a:lnTo>
                <a:lnTo>
                  <a:pt x="865" y="137"/>
                </a:lnTo>
                <a:lnTo>
                  <a:pt x="845" y="129"/>
                </a:lnTo>
                <a:cubicBezTo>
                  <a:pt x="844" y="129"/>
                  <a:pt x="844" y="128"/>
                  <a:pt x="843" y="127"/>
                </a:cubicBezTo>
                <a:lnTo>
                  <a:pt x="838" y="123"/>
                </a:lnTo>
                <a:lnTo>
                  <a:pt x="832" y="115"/>
                </a:lnTo>
                <a:cubicBezTo>
                  <a:pt x="831" y="115"/>
                  <a:pt x="831" y="114"/>
                  <a:pt x="831" y="113"/>
                </a:cubicBezTo>
                <a:lnTo>
                  <a:pt x="826" y="104"/>
                </a:lnTo>
                <a:cubicBezTo>
                  <a:pt x="826" y="103"/>
                  <a:pt x="826" y="102"/>
                  <a:pt x="826" y="101"/>
                </a:cubicBezTo>
                <a:lnTo>
                  <a:pt x="827" y="82"/>
                </a:lnTo>
                <a:lnTo>
                  <a:pt x="825" y="76"/>
                </a:lnTo>
                <a:lnTo>
                  <a:pt x="818" y="69"/>
                </a:lnTo>
                <a:lnTo>
                  <a:pt x="815" y="68"/>
                </a:lnTo>
                <a:lnTo>
                  <a:pt x="810" y="70"/>
                </a:lnTo>
                <a:lnTo>
                  <a:pt x="804" y="73"/>
                </a:lnTo>
                <a:lnTo>
                  <a:pt x="799" y="78"/>
                </a:lnTo>
                <a:lnTo>
                  <a:pt x="795" y="85"/>
                </a:lnTo>
                <a:lnTo>
                  <a:pt x="786" y="106"/>
                </a:lnTo>
                <a:cubicBezTo>
                  <a:pt x="786" y="107"/>
                  <a:pt x="785" y="107"/>
                  <a:pt x="785" y="108"/>
                </a:cubicBezTo>
                <a:cubicBezTo>
                  <a:pt x="786" y="108"/>
                  <a:pt x="788" y="108"/>
                  <a:pt x="789" y="108"/>
                </a:cubicBezTo>
                <a:lnTo>
                  <a:pt x="792" y="109"/>
                </a:lnTo>
                <a:cubicBezTo>
                  <a:pt x="794" y="110"/>
                  <a:pt x="795" y="111"/>
                  <a:pt x="796" y="113"/>
                </a:cubicBezTo>
                <a:lnTo>
                  <a:pt x="798" y="116"/>
                </a:lnTo>
                <a:lnTo>
                  <a:pt x="801" y="126"/>
                </a:lnTo>
                <a:lnTo>
                  <a:pt x="826" y="151"/>
                </a:lnTo>
                <a:lnTo>
                  <a:pt x="837" y="155"/>
                </a:lnTo>
                <a:cubicBezTo>
                  <a:pt x="838" y="156"/>
                  <a:pt x="839" y="156"/>
                  <a:pt x="840" y="157"/>
                </a:cubicBezTo>
                <a:lnTo>
                  <a:pt x="845" y="162"/>
                </a:lnTo>
                <a:cubicBezTo>
                  <a:pt x="846" y="163"/>
                  <a:pt x="846" y="164"/>
                  <a:pt x="847" y="165"/>
                </a:cubicBezTo>
                <a:lnTo>
                  <a:pt x="849" y="169"/>
                </a:lnTo>
                <a:lnTo>
                  <a:pt x="854" y="183"/>
                </a:lnTo>
                <a:lnTo>
                  <a:pt x="864" y="189"/>
                </a:lnTo>
                <a:cubicBezTo>
                  <a:pt x="866" y="191"/>
                  <a:pt x="867" y="194"/>
                  <a:pt x="867" y="197"/>
                </a:cubicBezTo>
                <a:cubicBezTo>
                  <a:pt x="866" y="200"/>
                  <a:pt x="864" y="202"/>
                  <a:pt x="861" y="203"/>
                </a:cubicBezTo>
                <a:lnTo>
                  <a:pt x="856" y="206"/>
                </a:lnTo>
                <a:lnTo>
                  <a:pt x="855" y="211"/>
                </a:lnTo>
                <a:lnTo>
                  <a:pt x="854" y="219"/>
                </a:lnTo>
                <a:lnTo>
                  <a:pt x="855" y="229"/>
                </a:lnTo>
                <a:lnTo>
                  <a:pt x="858" y="234"/>
                </a:lnTo>
                <a:lnTo>
                  <a:pt x="875" y="253"/>
                </a:lnTo>
                <a:lnTo>
                  <a:pt x="899" y="262"/>
                </a:lnTo>
                <a:cubicBezTo>
                  <a:pt x="900" y="263"/>
                  <a:pt x="901" y="264"/>
                  <a:pt x="902" y="264"/>
                </a:cubicBezTo>
                <a:lnTo>
                  <a:pt x="915" y="279"/>
                </a:lnTo>
                <a:lnTo>
                  <a:pt x="938" y="293"/>
                </a:lnTo>
                <a:lnTo>
                  <a:pt x="967" y="318"/>
                </a:lnTo>
                <a:cubicBezTo>
                  <a:pt x="967" y="318"/>
                  <a:pt x="968" y="319"/>
                  <a:pt x="969" y="320"/>
                </a:cubicBezTo>
                <a:lnTo>
                  <a:pt x="975" y="331"/>
                </a:lnTo>
                <a:cubicBezTo>
                  <a:pt x="976" y="332"/>
                  <a:pt x="976" y="333"/>
                  <a:pt x="976" y="335"/>
                </a:cubicBezTo>
                <a:lnTo>
                  <a:pt x="977" y="349"/>
                </a:lnTo>
                <a:cubicBezTo>
                  <a:pt x="977" y="350"/>
                  <a:pt x="977" y="351"/>
                  <a:pt x="976" y="352"/>
                </a:cubicBezTo>
                <a:lnTo>
                  <a:pt x="969" y="369"/>
                </a:lnTo>
                <a:cubicBezTo>
                  <a:pt x="968" y="372"/>
                  <a:pt x="965" y="374"/>
                  <a:pt x="961" y="374"/>
                </a:cubicBezTo>
                <a:cubicBezTo>
                  <a:pt x="957" y="374"/>
                  <a:pt x="954" y="371"/>
                  <a:pt x="954" y="367"/>
                </a:cubicBezTo>
                <a:lnTo>
                  <a:pt x="952" y="348"/>
                </a:lnTo>
                <a:lnTo>
                  <a:pt x="946" y="338"/>
                </a:lnTo>
                <a:lnTo>
                  <a:pt x="939" y="334"/>
                </a:lnTo>
                <a:lnTo>
                  <a:pt x="931" y="332"/>
                </a:lnTo>
                <a:lnTo>
                  <a:pt x="919" y="328"/>
                </a:lnTo>
                <a:cubicBezTo>
                  <a:pt x="918" y="327"/>
                  <a:pt x="917" y="326"/>
                  <a:pt x="916" y="325"/>
                </a:cubicBezTo>
                <a:lnTo>
                  <a:pt x="887" y="292"/>
                </a:lnTo>
                <a:lnTo>
                  <a:pt x="876" y="286"/>
                </a:lnTo>
                <a:lnTo>
                  <a:pt x="851" y="279"/>
                </a:lnTo>
                <a:cubicBezTo>
                  <a:pt x="849" y="279"/>
                  <a:pt x="848" y="278"/>
                  <a:pt x="847" y="277"/>
                </a:cubicBezTo>
                <a:lnTo>
                  <a:pt x="836" y="266"/>
                </a:lnTo>
                <a:cubicBezTo>
                  <a:pt x="835" y="265"/>
                  <a:pt x="835" y="264"/>
                  <a:pt x="834" y="263"/>
                </a:cubicBezTo>
                <a:lnTo>
                  <a:pt x="830" y="249"/>
                </a:lnTo>
                <a:lnTo>
                  <a:pt x="825" y="226"/>
                </a:lnTo>
                <a:lnTo>
                  <a:pt x="821" y="205"/>
                </a:lnTo>
                <a:lnTo>
                  <a:pt x="820" y="194"/>
                </a:lnTo>
                <a:cubicBezTo>
                  <a:pt x="819" y="193"/>
                  <a:pt x="818" y="192"/>
                  <a:pt x="818" y="190"/>
                </a:cubicBezTo>
                <a:lnTo>
                  <a:pt x="812" y="175"/>
                </a:lnTo>
                <a:lnTo>
                  <a:pt x="784" y="159"/>
                </a:lnTo>
                <a:lnTo>
                  <a:pt x="779" y="159"/>
                </a:lnTo>
                <a:lnTo>
                  <a:pt x="770" y="170"/>
                </a:lnTo>
                <a:cubicBezTo>
                  <a:pt x="769" y="171"/>
                  <a:pt x="768" y="172"/>
                  <a:pt x="766" y="173"/>
                </a:cubicBezTo>
                <a:lnTo>
                  <a:pt x="761" y="175"/>
                </a:lnTo>
                <a:cubicBezTo>
                  <a:pt x="760" y="175"/>
                  <a:pt x="759" y="175"/>
                  <a:pt x="758" y="175"/>
                </a:cubicBezTo>
                <a:lnTo>
                  <a:pt x="745" y="177"/>
                </a:lnTo>
                <a:lnTo>
                  <a:pt x="704" y="202"/>
                </a:lnTo>
                <a:cubicBezTo>
                  <a:pt x="702" y="203"/>
                  <a:pt x="699" y="203"/>
                  <a:pt x="697" y="202"/>
                </a:cubicBezTo>
                <a:lnTo>
                  <a:pt x="689" y="198"/>
                </a:lnTo>
                <a:cubicBezTo>
                  <a:pt x="686" y="197"/>
                  <a:pt x="684" y="194"/>
                  <a:pt x="684" y="191"/>
                </a:cubicBezTo>
                <a:cubicBezTo>
                  <a:pt x="683" y="189"/>
                  <a:pt x="686" y="186"/>
                  <a:pt x="688" y="184"/>
                </a:cubicBezTo>
                <a:lnTo>
                  <a:pt x="711" y="169"/>
                </a:lnTo>
                <a:lnTo>
                  <a:pt x="717" y="158"/>
                </a:lnTo>
                <a:lnTo>
                  <a:pt x="699" y="156"/>
                </a:lnTo>
                <a:lnTo>
                  <a:pt x="696" y="157"/>
                </a:lnTo>
                <a:lnTo>
                  <a:pt x="681" y="168"/>
                </a:lnTo>
                <a:lnTo>
                  <a:pt x="665" y="187"/>
                </a:lnTo>
                <a:lnTo>
                  <a:pt x="646" y="202"/>
                </a:lnTo>
                <a:cubicBezTo>
                  <a:pt x="644" y="203"/>
                  <a:pt x="641" y="204"/>
                  <a:pt x="639" y="203"/>
                </a:cubicBezTo>
                <a:lnTo>
                  <a:pt x="621" y="199"/>
                </a:lnTo>
                <a:cubicBezTo>
                  <a:pt x="618" y="198"/>
                  <a:pt x="616" y="196"/>
                  <a:pt x="615" y="193"/>
                </a:cubicBezTo>
                <a:lnTo>
                  <a:pt x="610" y="173"/>
                </a:lnTo>
                <a:lnTo>
                  <a:pt x="596" y="160"/>
                </a:lnTo>
                <a:lnTo>
                  <a:pt x="589" y="157"/>
                </a:lnTo>
                <a:cubicBezTo>
                  <a:pt x="588" y="157"/>
                  <a:pt x="587" y="156"/>
                  <a:pt x="586" y="155"/>
                </a:cubicBezTo>
                <a:lnTo>
                  <a:pt x="572" y="137"/>
                </a:lnTo>
                <a:lnTo>
                  <a:pt x="567" y="134"/>
                </a:lnTo>
                <a:lnTo>
                  <a:pt x="562" y="133"/>
                </a:lnTo>
                <a:lnTo>
                  <a:pt x="544" y="144"/>
                </a:lnTo>
                <a:cubicBezTo>
                  <a:pt x="543" y="144"/>
                  <a:pt x="542" y="144"/>
                  <a:pt x="542" y="144"/>
                </a:cubicBezTo>
                <a:lnTo>
                  <a:pt x="522" y="149"/>
                </a:lnTo>
                <a:lnTo>
                  <a:pt x="515" y="153"/>
                </a:lnTo>
                <a:lnTo>
                  <a:pt x="492" y="174"/>
                </a:lnTo>
                <a:cubicBezTo>
                  <a:pt x="492" y="175"/>
                  <a:pt x="491" y="175"/>
                  <a:pt x="491" y="175"/>
                </a:cubicBezTo>
                <a:lnTo>
                  <a:pt x="468" y="187"/>
                </a:lnTo>
                <a:cubicBezTo>
                  <a:pt x="469" y="188"/>
                  <a:pt x="469" y="188"/>
                  <a:pt x="470" y="188"/>
                </a:cubicBezTo>
                <a:lnTo>
                  <a:pt x="476" y="193"/>
                </a:lnTo>
                <a:cubicBezTo>
                  <a:pt x="477" y="194"/>
                  <a:pt x="478" y="196"/>
                  <a:pt x="479" y="198"/>
                </a:cubicBezTo>
                <a:lnTo>
                  <a:pt x="481" y="209"/>
                </a:lnTo>
                <a:lnTo>
                  <a:pt x="495" y="234"/>
                </a:lnTo>
                <a:lnTo>
                  <a:pt x="527" y="229"/>
                </a:lnTo>
                <a:cubicBezTo>
                  <a:pt x="528" y="229"/>
                  <a:pt x="530" y="229"/>
                  <a:pt x="532" y="230"/>
                </a:cubicBezTo>
                <a:lnTo>
                  <a:pt x="539" y="234"/>
                </a:lnTo>
                <a:cubicBezTo>
                  <a:pt x="539" y="235"/>
                  <a:pt x="540" y="235"/>
                  <a:pt x="541" y="236"/>
                </a:cubicBezTo>
                <a:lnTo>
                  <a:pt x="551" y="249"/>
                </a:lnTo>
                <a:lnTo>
                  <a:pt x="558" y="254"/>
                </a:lnTo>
                <a:cubicBezTo>
                  <a:pt x="561" y="256"/>
                  <a:pt x="562" y="260"/>
                  <a:pt x="561" y="263"/>
                </a:cubicBezTo>
                <a:cubicBezTo>
                  <a:pt x="559" y="267"/>
                  <a:pt x="556" y="269"/>
                  <a:pt x="552" y="268"/>
                </a:cubicBezTo>
                <a:lnTo>
                  <a:pt x="506" y="261"/>
                </a:lnTo>
                <a:lnTo>
                  <a:pt x="495" y="267"/>
                </a:lnTo>
                <a:lnTo>
                  <a:pt x="486" y="277"/>
                </a:lnTo>
                <a:lnTo>
                  <a:pt x="483" y="284"/>
                </a:lnTo>
                <a:lnTo>
                  <a:pt x="482" y="289"/>
                </a:lnTo>
                <a:lnTo>
                  <a:pt x="485" y="291"/>
                </a:lnTo>
                <a:cubicBezTo>
                  <a:pt x="486" y="292"/>
                  <a:pt x="487" y="293"/>
                  <a:pt x="488" y="295"/>
                </a:cubicBezTo>
                <a:lnTo>
                  <a:pt x="489" y="299"/>
                </a:lnTo>
                <a:cubicBezTo>
                  <a:pt x="490" y="300"/>
                  <a:pt x="490" y="301"/>
                  <a:pt x="490" y="303"/>
                </a:cubicBezTo>
                <a:lnTo>
                  <a:pt x="489" y="310"/>
                </a:lnTo>
                <a:lnTo>
                  <a:pt x="488" y="311"/>
                </a:lnTo>
                <a:lnTo>
                  <a:pt x="580" y="300"/>
                </a:lnTo>
                <a:lnTo>
                  <a:pt x="591" y="294"/>
                </a:lnTo>
                <a:cubicBezTo>
                  <a:pt x="592" y="293"/>
                  <a:pt x="593" y="292"/>
                  <a:pt x="595" y="292"/>
                </a:cubicBezTo>
                <a:lnTo>
                  <a:pt x="607" y="292"/>
                </a:lnTo>
                <a:lnTo>
                  <a:pt x="611" y="290"/>
                </a:lnTo>
                <a:lnTo>
                  <a:pt x="621" y="283"/>
                </a:lnTo>
                <a:cubicBezTo>
                  <a:pt x="621" y="283"/>
                  <a:pt x="622" y="282"/>
                  <a:pt x="623" y="282"/>
                </a:cubicBezTo>
                <a:lnTo>
                  <a:pt x="672" y="265"/>
                </a:lnTo>
                <a:cubicBezTo>
                  <a:pt x="673" y="265"/>
                  <a:pt x="674" y="265"/>
                  <a:pt x="675" y="265"/>
                </a:cubicBezTo>
                <a:lnTo>
                  <a:pt x="689" y="267"/>
                </a:lnTo>
                <a:lnTo>
                  <a:pt x="695" y="266"/>
                </a:lnTo>
                <a:cubicBezTo>
                  <a:pt x="699" y="265"/>
                  <a:pt x="703" y="268"/>
                  <a:pt x="704" y="272"/>
                </a:cubicBezTo>
                <a:cubicBezTo>
                  <a:pt x="705" y="277"/>
                  <a:pt x="703" y="281"/>
                  <a:pt x="699" y="282"/>
                </a:cubicBezTo>
                <a:lnTo>
                  <a:pt x="636" y="299"/>
                </a:lnTo>
                <a:lnTo>
                  <a:pt x="616" y="317"/>
                </a:lnTo>
                <a:cubicBezTo>
                  <a:pt x="616" y="318"/>
                  <a:pt x="615" y="318"/>
                  <a:pt x="615" y="319"/>
                </a:cubicBezTo>
                <a:cubicBezTo>
                  <a:pt x="615" y="319"/>
                  <a:pt x="615" y="319"/>
                  <a:pt x="615" y="320"/>
                </a:cubicBezTo>
                <a:lnTo>
                  <a:pt x="618" y="326"/>
                </a:lnTo>
                <a:cubicBezTo>
                  <a:pt x="619" y="329"/>
                  <a:pt x="619" y="332"/>
                  <a:pt x="618" y="334"/>
                </a:cubicBezTo>
                <a:lnTo>
                  <a:pt x="615" y="338"/>
                </a:lnTo>
                <a:lnTo>
                  <a:pt x="636" y="338"/>
                </a:lnTo>
                <a:lnTo>
                  <a:pt x="645" y="335"/>
                </a:lnTo>
                <a:lnTo>
                  <a:pt x="681" y="312"/>
                </a:lnTo>
                <a:cubicBezTo>
                  <a:pt x="682" y="311"/>
                  <a:pt x="683" y="311"/>
                  <a:pt x="684" y="310"/>
                </a:cubicBezTo>
                <a:lnTo>
                  <a:pt x="750" y="297"/>
                </a:lnTo>
                <a:lnTo>
                  <a:pt x="762" y="288"/>
                </a:lnTo>
                <a:cubicBezTo>
                  <a:pt x="763" y="288"/>
                  <a:pt x="764" y="287"/>
                  <a:pt x="765" y="287"/>
                </a:cubicBezTo>
                <a:lnTo>
                  <a:pt x="793" y="282"/>
                </a:lnTo>
                <a:lnTo>
                  <a:pt x="806" y="277"/>
                </a:lnTo>
                <a:cubicBezTo>
                  <a:pt x="807" y="277"/>
                  <a:pt x="808" y="276"/>
                  <a:pt x="809" y="276"/>
                </a:cubicBezTo>
                <a:lnTo>
                  <a:pt x="816" y="276"/>
                </a:lnTo>
                <a:cubicBezTo>
                  <a:pt x="819" y="275"/>
                  <a:pt x="821" y="276"/>
                  <a:pt x="823" y="278"/>
                </a:cubicBezTo>
                <a:cubicBezTo>
                  <a:pt x="825" y="280"/>
                  <a:pt x="825" y="283"/>
                  <a:pt x="825" y="286"/>
                </a:cubicBezTo>
                <a:lnTo>
                  <a:pt x="823" y="291"/>
                </a:lnTo>
                <a:lnTo>
                  <a:pt x="818" y="300"/>
                </a:lnTo>
                <a:lnTo>
                  <a:pt x="821" y="306"/>
                </a:lnTo>
                <a:lnTo>
                  <a:pt x="839" y="319"/>
                </a:lnTo>
                <a:cubicBezTo>
                  <a:pt x="840" y="320"/>
                  <a:pt x="841" y="321"/>
                  <a:pt x="842" y="323"/>
                </a:cubicBezTo>
                <a:lnTo>
                  <a:pt x="847" y="340"/>
                </a:lnTo>
                <a:cubicBezTo>
                  <a:pt x="848" y="343"/>
                  <a:pt x="848" y="346"/>
                  <a:pt x="846" y="348"/>
                </a:cubicBezTo>
                <a:cubicBezTo>
                  <a:pt x="844" y="350"/>
                  <a:pt x="841" y="351"/>
                  <a:pt x="838" y="351"/>
                </a:cubicBezTo>
                <a:lnTo>
                  <a:pt x="832" y="349"/>
                </a:lnTo>
                <a:cubicBezTo>
                  <a:pt x="830" y="349"/>
                  <a:pt x="829" y="349"/>
                  <a:pt x="828" y="348"/>
                </a:cubicBezTo>
                <a:lnTo>
                  <a:pt x="802" y="325"/>
                </a:lnTo>
                <a:lnTo>
                  <a:pt x="798" y="323"/>
                </a:lnTo>
                <a:lnTo>
                  <a:pt x="793" y="322"/>
                </a:lnTo>
                <a:lnTo>
                  <a:pt x="780" y="324"/>
                </a:lnTo>
                <a:lnTo>
                  <a:pt x="745" y="324"/>
                </a:lnTo>
                <a:lnTo>
                  <a:pt x="680" y="344"/>
                </a:lnTo>
                <a:lnTo>
                  <a:pt x="668" y="355"/>
                </a:lnTo>
                <a:cubicBezTo>
                  <a:pt x="667" y="356"/>
                  <a:pt x="666" y="357"/>
                  <a:pt x="665" y="357"/>
                </a:cubicBezTo>
                <a:lnTo>
                  <a:pt x="653" y="361"/>
                </a:lnTo>
                <a:lnTo>
                  <a:pt x="652" y="364"/>
                </a:lnTo>
                <a:lnTo>
                  <a:pt x="652" y="370"/>
                </a:lnTo>
                <a:lnTo>
                  <a:pt x="658" y="393"/>
                </a:lnTo>
                <a:cubicBezTo>
                  <a:pt x="659" y="394"/>
                  <a:pt x="659" y="395"/>
                  <a:pt x="659" y="395"/>
                </a:cubicBezTo>
                <a:lnTo>
                  <a:pt x="659" y="408"/>
                </a:lnTo>
                <a:cubicBezTo>
                  <a:pt x="659" y="409"/>
                  <a:pt x="658" y="410"/>
                  <a:pt x="658" y="411"/>
                </a:cubicBezTo>
                <a:lnTo>
                  <a:pt x="655" y="416"/>
                </a:lnTo>
                <a:lnTo>
                  <a:pt x="715" y="406"/>
                </a:lnTo>
                <a:cubicBezTo>
                  <a:pt x="717" y="405"/>
                  <a:pt x="719" y="406"/>
                  <a:pt x="721" y="407"/>
                </a:cubicBezTo>
                <a:lnTo>
                  <a:pt x="731" y="415"/>
                </a:lnTo>
                <a:cubicBezTo>
                  <a:pt x="733" y="417"/>
                  <a:pt x="735" y="420"/>
                  <a:pt x="734" y="423"/>
                </a:cubicBezTo>
                <a:cubicBezTo>
                  <a:pt x="733" y="426"/>
                  <a:pt x="731" y="428"/>
                  <a:pt x="728" y="429"/>
                </a:cubicBezTo>
                <a:lnTo>
                  <a:pt x="670" y="443"/>
                </a:lnTo>
                <a:lnTo>
                  <a:pt x="669" y="446"/>
                </a:lnTo>
                <a:lnTo>
                  <a:pt x="669" y="453"/>
                </a:lnTo>
                <a:lnTo>
                  <a:pt x="667" y="462"/>
                </a:lnTo>
                <a:cubicBezTo>
                  <a:pt x="667" y="463"/>
                  <a:pt x="667" y="464"/>
                  <a:pt x="666" y="464"/>
                </a:cubicBezTo>
                <a:lnTo>
                  <a:pt x="660" y="473"/>
                </a:lnTo>
                <a:cubicBezTo>
                  <a:pt x="659" y="475"/>
                  <a:pt x="656" y="476"/>
                  <a:pt x="653" y="477"/>
                </a:cubicBezTo>
                <a:cubicBezTo>
                  <a:pt x="651" y="477"/>
                  <a:pt x="648" y="475"/>
                  <a:pt x="647" y="473"/>
                </a:cubicBezTo>
                <a:lnTo>
                  <a:pt x="644" y="468"/>
                </a:lnTo>
                <a:cubicBezTo>
                  <a:pt x="643" y="467"/>
                  <a:pt x="643" y="466"/>
                  <a:pt x="643" y="465"/>
                </a:cubicBezTo>
                <a:lnTo>
                  <a:pt x="639" y="449"/>
                </a:lnTo>
                <a:lnTo>
                  <a:pt x="635" y="446"/>
                </a:lnTo>
                <a:lnTo>
                  <a:pt x="620" y="447"/>
                </a:lnTo>
                <a:cubicBezTo>
                  <a:pt x="617" y="447"/>
                  <a:pt x="614" y="446"/>
                  <a:pt x="613" y="443"/>
                </a:cubicBezTo>
                <a:lnTo>
                  <a:pt x="594" y="415"/>
                </a:lnTo>
                <a:lnTo>
                  <a:pt x="581" y="409"/>
                </a:lnTo>
                <a:lnTo>
                  <a:pt x="549" y="402"/>
                </a:lnTo>
                <a:cubicBezTo>
                  <a:pt x="548" y="401"/>
                  <a:pt x="547" y="401"/>
                  <a:pt x="547" y="400"/>
                </a:cubicBezTo>
                <a:lnTo>
                  <a:pt x="540" y="396"/>
                </a:lnTo>
                <a:lnTo>
                  <a:pt x="536" y="405"/>
                </a:lnTo>
                <a:lnTo>
                  <a:pt x="537" y="406"/>
                </a:lnTo>
                <a:lnTo>
                  <a:pt x="540" y="413"/>
                </a:lnTo>
                <a:cubicBezTo>
                  <a:pt x="541" y="413"/>
                  <a:pt x="541" y="414"/>
                  <a:pt x="541" y="415"/>
                </a:cubicBezTo>
                <a:lnTo>
                  <a:pt x="542" y="420"/>
                </a:lnTo>
                <a:cubicBezTo>
                  <a:pt x="542" y="421"/>
                  <a:pt x="542" y="422"/>
                  <a:pt x="542" y="423"/>
                </a:cubicBezTo>
                <a:lnTo>
                  <a:pt x="541" y="428"/>
                </a:lnTo>
                <a:lnTo>
                  <a:pt x="536" y="450"/>
                </a:lnTo>
                <a:cubicBezTo>
                  <a:pt x="535" y="454"/>
                  <a:pt x="532" y="457"/>
                  <a:pt x="528" y="457"/>
                </a:cubicBezTo>
                <a:cubicBezTo>
                  <a:pt x="524" y="457"/>
                  <a:pt x="518" y="453"/>
                  <a:pt x="518" y="449"/>
                </a:cubicBezTo>
                <a:lnTo>
                  <a:pt x="517" y="436"/>
                </a:lnTo>
                <a:lnTo>
                  <a:pt x="513" y="417"/>
                </a:lnTo>
                <a:lnTo>
                  <a:pt x="511" y="405"/>
                </a:lnTo>
                <a:lnTo>
                  <a:pt x="504" y="406"/>
                </a:lnTo>
                <a:cubicBezTo>
                  <a:pt x="501" y="406"/>
                  <a:pt x="497" y="404"/>
                  <a:pt x="496" y="401"/>
                </a:cubicBezTo>
                <a:lnTo>
                  <a:pt x="491" y="392"/>
                </a:lnTo>
                <a:cubicBezTo>
                  <a:pt x="490" y="390"/>
                  <a:pt x="490" y="388"/>
                  <a:pt x="491" y="386"/>
                </a:cubicBezTo>
                <a:cubicBezTo>
                  <a:pt x="492" y="384"/>
                  <a:pt x="494" y="382"/>
                  <a:pt x="496" y="381"/>
                </a:cubicBezTo>
                <a:lnTo>
                  <a:pt x="500" y="380"/>
                </a:lnTo>
                <a:lnTo>
                  <a:pt x="503" y="378"/>
                </a:lnTo>
                <a:lnTo>
                  <a:pt x="468" y="375"/>
                </a:lnTo>
                <a:lnTo>
                  <a:pt x="463" y="378"/>
                </a:lnTo>
                <a:lnTo>
                  <a:pt x="465" y="381"/>
                </a:lnTo>
                <a:lnTo>
                  <a:pt x="466" y="381"/>
                </a:lnTo>
                <a:cubicBezTo>
                  <a:pt x="469" y="382"/>
                  <a:pt x="471" y="383"/>
                  <a:pt x="472" y="385"/>
                </a:cubicBezTo>
                <a:cubicBezTo>
                  <a:pt x="473" y="387"/>
                  <a:pt x="473" y="390"/>
                  <a:pt x="472" y="392"/>
                </a:cubicBezTo>
                <a:lnTo>
                  <a:pt x="468" y="403"/>
                </a:lnTo>
                <a:lnTo>
                  <a:pt x="468" y="403"/>
                </a:lnTo>
                <a:lnTo>
                  <a:pt x="470" y="410"/>
                </a:lnTo>
                <a:lnTo>
                  <a:pt x="471" y="417"/>
                </a:lnTo>
                <a:cubicBezTo>
                  <a:pt x="472" y="419"/>
                  <a:pt x="471" y="421"/>
                  <a:pt x="470" y="423"/>
                </a:cubicBezTo>
                <a:lnTo>
                  <a:pt x="468" y="426"/>
                </a:lnTo>
                <a:cubicBezTo>
                  <a:pt x="467" y="428"/>
                  <a:pt x="464" y="430"/>
                  <a:pt x="461" y="429"/>
                </a:cubicBezTo>
                <a:lnTo>
                  <a:pt x="455" y="429"/>
                </a:lnTo>
                <a:cubicBezTo>
                  <a:pt x="452" y="428"/>
                  <a:pt x="450" y="426"/>
                  <a:pt x="449" y="423"/>
                </a:cubicBezTo>
                <a:cubicBezTo>
                  <a:pt x="448" y="421"/>
                  <a:pt x="447" y="418"/>
                  <a:pt x="448" y="416"/>
                </a:cubicBezTo>
                <a:lnTo>
                  <a:pt x="449" y="415"/>
                </a:lnTo>
                <a:lnTo>
                  <a:pt x="444" y="408"/>
                </a:lnTo>
                <a:lnTo>
                  <a:pt x="411" y="376"/>
                </a:lnTo>
                <a:lnTo>
                  <a:pt x="408" y="377"/>
                </a:lnTo>
                <a:lnTo>
                  <a:pt x="396" y="388"/>
                </a:lnTo>
                <a:lnTo>
                  <a:pt x="385" y="403"/>
                </a:lnTo>
                <a:cubicBezTo>
                  <a:pt x="383" y="405"/>
                  <a:pt x="381" y="406"/>
                  <a:pt x="379" y="406"/>
                </a:cubicBezTo>
                <a:lnTo>
                  <a:pt x="379" y="412"/>
                </a:lnTo>
                <a:lnTo>
                  <a:pt x="376" y="432"/>
                </a:lnTo>
                <a:cubicBezTo>
                  <a:pt x="375" y="436"/>
                  <a:pt x="372" y="438"/>
                  <a:pt x="368" y="438"/>
                </a:cubicBezTo>
                <a:lnTo>
                  <a:pt x="366" y="438"/>
                </a:lnTo>
                <a:cubicBezTo>
                  <a:pt x="362" y="438"/>
                  <a:pt x="358" y="435"/>
                  <a:pt x="358" y="431"/>
                </a:cubicBezTo>
                <a:lnTo>
                  <a:pt x="356" y="419"/>
                </a:lnTo>
                <a:lnTo>
                  <a:pt x="352" y="409"/>
                </a:lnTo>
                <a:lnTo>
                  <a:pt x="347" y="404"/>
                </a:lnTo>
                <a:lnTo>
                  <a:pt x="343" y="402"/>
                </a:lnTo>
                <a:lnTo>
                  <a:pt x="280" y="406"/>
                </a:lnTo>
                <a:lnTo>
                  <a:pt x="273" y="409"/>
                </a:lnTo>
                <a:lnTo>
                  <a:pt x="267" y="414"/>
                </a:lnTo>
                <a:lnTo>
                  <a:pt x="265" y="418"/>
                </a:lnTo>
                <a:lnTo>
                  <a:pt x="265" y="421"/>
                </a:lnTo>
                <a:lnTo>
                  <a:pt x="265" y="422"/>
                </a:lnTo>
                <a:lnTo>
                  <a:pt x="267" y="424"/>
                </a:lnTo>
                <a:cubicBezTo>
                  <a:pt x="267" y="425"/>
                  <a:pt x="268" y="426"/>
                  <a:pt x="268" y="427"/>
                </a:cubicBezTo>
                <a:lnTo>
                  <a:pt x="270" y="432"/>
                </a:lnTo>
                <a:cubicBezTo>
                  <a:pt x="271" y="433"/>
                  <a:pt x="271" y="435"/>
                  <a:pt x="270" y="436"/>
                </a:cubicBezTo>
                <a:lnTo>
                  <a:pt x="269" y="443"/>
                </a:lnTo>
                <a:lnTo>
                  <a:pt x="269" y="444"/>
                </a:lnTo>
                <a:lnTo>
                  <a:pt x="343" y="439"/>
                </a:lnTo>
                <a:cubicBezTo>
                  <a:pt x="345" y="438"/>
                  <a:pt x="346" y="439"/>
                  <a:pt x="348" y="440"/>
                </a:cubicBezTo>
                <a:lnTo>
                  <a:pt x="357" y="446"/>
                </a:lnTo>
                <a:cubicBezTo>
                  <a:pt x="360" y="447"/>
                  <a:pt x="361" y="450"/>
                  <a:pt x="361" y="452"/>
                </a:cubicBezTo>
                <a:lnTo>
                  <a:pt x="365" y="450"/>
                </a:lnTo>
                <a:cubicBezTo>
                  <a:pt x="368" y="449"/>
                  <a:pt x="371" y="450"/>
                  <a:pt x="374" y="452"/>
                </a:cubicBezTo>
                <a:lnTo>
                  <a:pt x="384" y="462"/>
                </a:lnTo>
                <a:lnTo>
                  <a:pt x="390" y="464"/>
                </a:lnTo>
                <a:cubicBezTo>
                  <a:pt x="393" y="465"/>
                  <a:pt x="395" y="468"/>
                  <a:pt x="395" y="471"/>
                </a:cubicBezTo>
                <a:lnTo>
                  <a:pt x="395" y="476"/>
                </a:lnTo>
                <a:cubicBezTo>
                  <a:pt x="395" y="477"/>
                  <a:pt x="395" y="477"/>
                  <a:pt x="395" y="478"/>
                </a:cubicBezTo>
                <a:lnTo>
                  <a:pt x="422" y="477"/>
                </a:lnTo>
                <a:cubicBezTo>
                  <a:pt x="425" y="478"/>
                  <a:pt x="429" y="479"/>
                  <a:pt x="430" y="482"/>
                </a:cubicBezTo>
                <a:cubicBezTo>
                  <a:pt x="431" y="484"/>
                  <a:pt x="431" y="487"/>
                  <a:pt x="430" y="489"/>
                </a:cubicBezTo>
                <a:lnTo>
                  <a:pt x="430" y="489"/>
                </a:lnTo>
                <a:cubicBezTo>
                  <a:pt x="431" y="489"/>
                  <a:pt x="432" y="489"/>
                  <a:pt x="433" y="489"/>
                </a:cubicBezTo>
                <a:lnTo>
                  <a:pt x="439" y="490"/>
                </a:lnTo>
                <a:cubicBezTo>
                  <a:pt x="441" y="491"/>
                  <a:pt x="442" y="491"/>
                  <a:pt x="443" y="492"/>
                </a:cubicBezTo>
                <a:lnTo>
                  <a:pt x="446" y="495"/>
                </a:lnTo>
                <a:lnTo>
                  <a:pt x="486" y="548"/>
                </a:lnTo>
                <a:cubicBezTo>
                  <a:pt x="487" y="550"/>
                  <a:pt x="488" y="552"/>
                  <a:pt x="487" y="554"/>
                </a:cubicBezTo>
                <a:cubicBezTo>
                  <a:pt x="487" y="556"/>
                  <a:pt x="486" y="558"/>
                  <a:pt x="484" y="559"/>
                </a:cubicBezTo>
                <a:lnTo>
                  <a:pt x="480" y="563"/>
                </a:lnTo>
                <a:cubicBezTo>
                  <a:pt x="479" y="563"/>
                  <a:pt x="478" y="564"/>
                  <a:pt x="477" y="564"/>
                </a:cubicBezTo>
                <a:lnTo>
                  <a:pt x="473" y="565"/>
                </a:lnTo>
                <a:lnTo>
                  <a:pt x="480" y="582"/>
                </a:lnTo>
                <a:lnTo>
                  <a:pt x="497" y="594"/>
                </a:lnTo>
                <a:lnTo>
                  <a:pt x="537" y="604"/>
                </a:lnTo>
                <a:lnTo>
                  <a:pt x="576" y="597"/>
                </a:lnTo>
                <a:cubicBezTo>
                  <a:pt x="578" y="597"/>
                  <a:pt x="579" y="597"/>
                  <a:pt x="581" y="598"/>
                </a:cubicBezTo>
                <a:lnTo>
                  <a:pt x="590" y="603"/>
                </a:lnTo>
                <a:cubicBezTo>
                  <a:pt x="591" y="604"/>
                  <a:pt x="591" y="604"/>
                  <a:pt x="592" y="605"/>
                </a:cubicBezTo>
                <a:lnTo>
                  <a:pt x="594" y="607"/>
                </a:lnTo>
                <a:lnTo>
                  <a:pt x="606" y="615"/>
                </a:lnTo>
                <a:cubicBezTo>
                  <a:pt x="607" y="615"/>
                  <a:pt x="608" y="616"/>
                  <a:pt x="609" y="618"/>
                </a:cubicBezTo>
                <a:lnTo>
                  <a:pt x="621" y="640"/>
                </a:lnTo>
                <a:cubicBezTo>
                  <a:pt x="622" y="641"/>
                  <a:pt x="622" y="642"/>
                  <a:pt x="622" y="644"/>
                </a:cubicBezTo>
                <a:lnTo>
                  <a:pt x="622" y="649"/>
                </a:lnTo>
                <a:cubicBezTo>
                  <a:pt x="622" y="651"/>
                  <a:pt x="621" y="654"/>
                  <a:pt x="619" y="655"/>
                </a:cubicBezTo>
                <a:cubicBezTo>
                  <a:pt x="617" y="657"/>
                  <a:pt x="614" y="657"/>
                  <a:pt x="612" y="656"/>
                </a:cubicBezTo>
                <a:lnTo>
                  <a:pt x="606" y="654"/>
                </a:lnTo>
                <a:cubicBezTo>
                  <a:pt x="605" y="654"/>
                  <a:pt x="604" y="653"/>
                  <a:pt x="603" y="653"/>
                </a:cubicBezTo>
                <a:lnTo>
                  <a:pt x="596" y="646"/>
                </a:lnTo>
                <a:lnTo>
                  <a:pt x="589" y="637"/>
                </a:lnTo>
                <a:lnTo>
                  <a:pt x="583" y="628"/>
                </a:lnTo>
                <a:lnTo>
                  <a:pt x="579" y="624"/>
                </a:lnTo>
                <a:lnTo>
                  <a:pt x="576" y="624"/>
                </a:lnTo>
                <a:lnTo>
                  <a:pt x="571" y="628"/>
                </a:lnTo>
                <a:lnTo>
                  <a:pt x="565" y="637"/>
                </a:lnTo>
                <a:cubicBezTo>
                  <a:pt x="564" y="638"/>
                  <a:pt x="563" y="639"/>
                  <a:pt x="562" y="640"/>
                </a:cubicBezTo>
                <a:lnTo>
                  <a:pt x="555" y="643"/>
                </a:lnTo>
                <a:cubicBezTo>
                  <a:pt x="552" y="645"/>
                  <a:pt x="549" y="644"/>
                  <a:pt x="547" y="643"/>
                </a:cubicBezTo>
                <a:lnTo>
                  <a:pt x="520" y="625"/>
                </a:lnTo>
                <a:lnTo>
                  <a:pt x="504" y="628"/>
                </a:lnTo>
                <a:lnTo>
                  <a:pt x="503" y="630"/>
                </a:lnTo>
                <a:lnTo>
                  <a:pt x="507" y="667"/>
                </a:lnTo>
                <a:lnTo>
                  <a:pt x="506" y="681"/>
                </a:lnTo>
                <a:cubicBezTo>
                  <a:pt x="506" y="681"/>
                  <a:pt x="506" y="682"/>
                  <a:pt x="506" y="683"/>
                </a:cubicBezTo>
                <a:lnTo>
                  <a:pt x="503" y="694"/>
                </a:lnTo>
                <a:cubicBezTo>
                  <a:pt x="503" y="695"/>
                  <a:pt x="502" y="695"/>
                  <a:pt x="502" y="696"/>
                </a:cubicBezTo>
                <a:lnTo>
                  <a:pt x="489" y="712"/>
                </a:lnTo>
                <a:lnTo>
                  <a:pt x="487" y="717"/>
                </a:lnTo>
                <a:lnTo>
                  <a:pt x="488" y="722"/>
                </a:lnTo>
                <a:lnTo>
                  <a:pt x="496" y="726"/>
                </a:lnTo>
                <a:lnTo>
                  <a:pt x="529" y="708"/>
                </a:lnTo>
                <a:cubicBezTo>
                  <a:pt x="533" y="706"/>
                  <a:pt x="537" y="707"/>
                  <a:pt x="540" y="711"/>
                </a:cubicBezTo>
                <a:lnTo>
                  <a:pt x="551" y="730"/>
                </a:lnTo>
                <a:cubicBezTo>
                  <a:pt x="553" y="733"/>
                  <a:pt x="553" y="737"/>
                  <a:pt x="550" y="740"/>
                </a:cubicBezTo>
                <a:cubicBezTo>
                  <a:pt x="547" y="743"/>
                  <a:pt x="543" y="743"/>
                  <a:pt x="540" y="740"/>
                </a:cubicBezTo>
                <a:lnTo>
                  <a:pt x="530" y="733"/>
                </a:lnTo>
                <a:lnTo>
                  <a:pt x="529" y="733"/>
                </a:lnTo>
                <a:lnTo>
                  <a:pt x="523" y="739"/>
                </a:lnTo>
                <a:cubicBezTo>
                  <a:pt x="522" y="739"/>
                  <a:pt x="521" y="740"/>
                  <a:pt x="520" y="740"/>
                </a:cubicBezTo>
                <a:lnTo>
                  <a:pt x="496" y="749"/>
                </a:lnTo>
                <a:cubicBezTo>
                  <a:pt x="496" y="749"/>
                  <a:pt x="495" y="750"/>
                  <a:pt x="494" y="750"/>
                </a:cubicBezTo>
                <a:lnTo>
                  <a:pt x="484" y="751"/>
                </a:lnTo>
                <a:cubicBezTo>
                  <a:pt x="482" y="751"/>
                  <a:pt x="480" y="750"/>
                  <a:pt x="478" y="749"/>
                </a:cubicBezTo>
                <a:lnTo>
                  <a:pt x="468" y="740"/>
                </a:lnTo>
                <a:cubicBezTo>
                  <a:pt x="467" y="739"/>
                  <a:pt x="466" y="738"/>
                  <a:pt x="466" y="737"/>
                </a:cubicBezTo>
                <a:lnTo>
                  <a:pt x="461" y="724"/>
                </a:lnTo>
                <a:cubicBezTo>
                  <a:pt x="460" y="723"/>
                  <a:pt x="460" y="722"/>
                  <a:pt x="460" y="720"/>
                </a:cubicBezTo>
                <a:lnTo>
                  <a:pt x="461" y="710"/>
                </a:lnTo>
                <a:cubicBezTo>
                  <a:pt x="461" y="709"/>
                  <a:pt x="462" y="708"/>
                  <a:pt x="462" y="707"/>
                </a:cubicBezTo>
                <a:lnTo>
                  <a:pt x="479" y="677"/>
                </a:lnTo>
                <a:lnTo>
                  <a:pt x="481" y="672"/>
                </a:lnTo>
                <a:lnTo>
                  <a:pt x="481" y="663"/>
                </a:lnTo>
                <a:lnTo>
                  <a:pt x="478" y="630"/>
                </a:lnTo>
                <a:lnTo>
                  <a:pt x="473" y="618"/>
                </a:lnTo>
                <a:lnTo>
                  <a:pt x="446" y="581"/>
                </a:lnTo>
                <a:cubicBezTo>
                  <a:pt x="445" y="581"/>
                  <a:pt x="445" y="580"/>
                  <a:pt x="445" y="580"/>
                </a:cubicBezTo>
                <a:lnTo>
                  <a:pt x="441" y="570"/>
                </a:lnTo>
                <a:cubicBezTo>
                  <a:pt x="440" y="569"/>
                  <a:pt x="440" y="568"/>
                  <a:pt x="440" y="567"/>
                </a:cubicBezTo>
                <a:lnTo>
                  <a:pt x="440" y="550"/>
                </a:lnTo>
                <a:lnTo>
                  <a:pt x="442" y="535"/>
                </a:lnTo>
                <a:lnTo>
                  <a:pt x="442" y="532"/>
                </a:lnTo>
                <a:lnTo>
                  <a:pt x="407" y="523"/>
                </a:lnTo>
                <a:cubicBezTo>
                  <a:pt x="406" y="522"/>
                  <a:pt x="405" y="521"/>
                  <a:pt x="403" y="520"/>
                </a:cubicBezTo>
                <a:lnTo>
                  <a:pt x="396" y="512"/>
                </a:lnTo>
                <a:lnTo>
                  <a:pt x="395" y="512"/>
                </a:lnTo>
                <a:lnTo>
                  <a:pt x="384" y="521"/>
                </a:lnTo>
                <a:cubicBezTo>
                  <a:pt x="384" y="521"/>
                  <a:pt x="383" y="521"/>
                  <a:pt x="382" y="522"/>
                </a:cubicBezTo>
                <a:lnTo>
                  <a:pt x="357" y="533"/>
                </a:lnTo>
                <a:cubicBezTo>
                  <a:pt x="358" y="534"/>
                  <a:pt x="359" y="536"/>
                  <a:pt x="359" y="537"/>
                </a:cubicBezTo>
                <a:lnTo>
                  <a:pt x="360" y="545"/>
                </a:lnTo>
                <a:lnTo>
                  <a:pt x="360" y="556"/>
                </a:lnTo>
                <a:lnTo>
                  <a:pt x="361" y="566"/>
                </a:lnTo>
                <a:cubicBezTo>
                  <a:pt x="361" y="570"/>
                  <a:pt x="359" y="574"/>
                  <a:pt x="355" y="575"/>
                </a:cubicBezTo>
                <a:cubicBezTo>
                  <a:pt x="352" y="576"/>
                  <a:pt x="348" y="574"/>
                  <a:pt x="346" y="571"/>
                </a:cubicBezTo>
                <a:lnTo>
                  <a:pt x="335" y="549"/>
                </a:lnTo>
                <a:lnTo>
                  <a:pt x="330" y="546"/>
                </a:lnTo>
                <a:lnTo>
                  <a:pt x="327" y="545"/>
                </a:lnTo>
                <a:lnTo>
                  <a:pt x="316" y="547"/>
                </a:lnTo>
                <a:lnTo>
                  <a:pt x="310" y="551"/>
                </a:lnTo>
                <a:lnTo>
                  <a:pt x="307" y="561"/>
                </a:lnTo>
                <a:lnTo>
                  <a:pt x="310" y="578"/>
                </a:lnTo>
                <a:lnTo>
                  <a:pt x="315" y="594"/>
                </a:lnTo>
                <a:lnTo>
                  <a:pt x="338" y="630"/>
                </a:lnTo>
                <a:lnTo>
                  <a:pt x="365" y="693"/>
                </a:lnTo>
                <a:lnTo>
                  <a:pt x="369" y="710"/>
                </a:lnTo>
                <a:cubicBezTo>
                  <a:pt x="370" y="713"/>
                  <a:pt x="369" y="716"/>
                  <a:pt x="367" y="718"/>
                </a:cubicBezTo>
                <a:lnTo>
                  <a:pt x="348" y="735"/>
                </a:lnTo>
                <a:cubicBezTo>
                  <a:pt x="345" y="738"/>
                  <a:pt x="341" y="738"/>
                  <a:pt x="338" y="736"/>
                </a:cubicBezTo>
                <a:cubicBezTo>
                  <a:pt x="335" y="734"/>
                  <a:pt x="334" y="730"/>
                  <a:pt x="335" y="726"/>
                </a:cubicBezTo>
                <a:lnTo>
                  <a:pt x="343" y="708"/>
                </a:lnTo>
                <a:lnTo>
                  <a:pt x="344" y="702"/>
                </a:lnTo>
                <a:lnTo>
                  <a:pt x="341" y="691"/>
                </a:lnTo>
                <a:lnTo>
                  <a:pt x="321" y="652"/>
                </a:lnTo>
                <a:lnTo>
                  <a:pt x="315" y="643"/>
                </a:lnTo>
                <a:lnTo>
                  <a:pt x="301" y="632"/>
                </a:lnTo>
                <a:cubicBezTo>
                  <a:pt x="301" y="631"/>
                  <a:pt x="300" y="631"/>
                  <a:pt x="300" y="630"/>
                </a:cubicBezTo>
                <a:lnTo>
                  <a:pt x="294" y="621"/>
                </a:lnTo>
                <a:cubicBezTo>
                  <a:pt x="293" y="620"/>
                  <a:pt x="293" y="620"/>
                  <a:pt x="293" y="619"/>
                </a:cubicBezTo>
                <a:lnTo>
                  <a:pt x="286" y="596"/>
                </a:lnTo>
                <a:lnTo>
                  <a:pt x="276" y="572"/>
                </a:lnTo>
                <a:lnTo>
                  <a:pt x="272" y="566"/>
                </a:lnTo>
                <a:lnTo>
                  <a:pt x="258" y="571"/>
                </a:lnTo>
                <a:lnTo>
                  <a:pt x="225" y="592"/>
                </a:lnTo>
                <a:cubicBezTo>
                  <a:pt x="224" y="592"/>
                  <a:pt x="223" y="593"/>
                  <a:pt x="222" y="593"/>
                </a:cubicBezTo>
                <a:lnTo>
                  <a:pt x="208" y="596"/>
                </a:lnTo>
                <a:lnTo>
                  <a:pt x="193" y="606"/>
                </a:lnTo>
                <a:lnTo>
                  <a:pt x="180" y="621"/>
                </a:lnTo>
                <a:lnTo>
                  <a:pt x="174" y="635"/>
                </a:lnTo>
                <a:cubicBezTo>
                  <a:pt x="175" y="635"/>
                  <a:pt x="176" y="636"/>
                  <a:pt x="176" y="637"/>
                </a:cubicBezTo>
                <a:lnTo>
                  <a:pt x="181" y="650"/>
                </a:lnTo>
                <a:lnTo>
                  <a:pt x="190" y="652"/>
                </a:lnTo>
                <a:lnTo>
                  <a:pt x="198" y="655"/>
                </a:lnTo>
                <a:cubicBezTo>
                  <a:pt x="199" y="656"/>
                  <a:pt x="200" y="656"/>
                  <a:pt x="200" y="657"/>
                </a:cubicBezTo>
                <a:lnTo>
                  <a:pt x="205" y="660"/>
                </a:lnTo>
                <a:cubicBezTo>
                  <a:pt x="207" y="663"/>
                  <a:pt x="208" y="667"/>
                  <a:pt x="207" y="670"/>
                </a:cubicBezTo>
                <a:cubicBezTo>
                  <a:pt x="205" y="674"/>
                  <a:pt x="202" y="675"/>
                  <a:pt x="199" y="674"/>
                </a:cubicBezTo>
                <a:lnTo>
                  <a:pt x="184" y="673"/>
                </a:lnTo>
                <a:cubicBezTo>
                  <a:pt x="183" y="673"/>
                  <a:pt x="182" y="673"/>
                  <a:pt x="182" y="672"/>
                </a:cubicBezTo>
                <a:lnTo>
                  <a:pt x="175" y="670"/>
                </a:lnTo>
                <a:cubicBezTo>
                  <a:pt x="175" y="669"/>
                  <a:pt x="174" y="669"/>
                  <a:pt x="174" y="669"/>
                </a:cubicBezTo>
                <a:lnTo>
                  <a:pt x="164" y="661"/>
                </a:lnTo>
                <a:lnTo>
                  <a:pt x="163" y="663"/>
                </a:lnTo>
                <a:lnTo>
                  <a:pt x="164" y="665"/>
                </a:lnTo>
                <a:lnTo>
                  <a:pt x="178" y="673"/>
                </a:lnTo>
                <a:cubicBezTo>
                  <a:pt x="179" y="674"/>
                  <a:pt x="180" y="675"/>
                  <a:pt x="181" y="676"/>
                </a:cubicBezTo>
                <a:lnTo>
                  <a:pt x="194" y="698"/>
                </a:lnTo>
                <a:lnTo>
                  <a:pt x="197" y="701"/>
                </a:lnTo>
                <a:lnTo>
                  <a:pt x="201" y="706"/>
                </a:lnTo>
                <a:lnTo>
                  <a:pt x="211" y="722"/>
                </a:lnTo>
                <a:lnTo>
                  <a:pt x="295" y="749"/>
                </a:lnTo>
                <a:cubicBezTo>
                  <a:pt x="298" y="750"/>
                  <a:pt x="300" y="753"/>
                  <a:pt x="300" y="756"/>
                </a:cubicBezTo>
                <a:lnTo>
                  <a:pt x="300" y="761"/>
                </a:lnTo>
                <a:cubicBezTo>
                  <a:pt x="300" y="763"/>
                  <a:pt x="299" y="766"/>
                  <a:pt x="297" y="767"/>
                </a:cubicBezTo>
                <a:cubicBezTo>
                  <a:pt x="295" y="769"/>
                  <a:pt x="293" y="769"/>
                  <a:pt x="290" y="769"/>
                </a:cubicBezTo>
                <a:lnTo>
                  <a:pt x="242" y="755"/>
                </a:lnTo>
                <a:lnTo>
                  <a:pt x="219" y="755"/>
                </a:lnTo>
                <a:lnTo>
                  <a:pt x="209" y="758"/>
                </a:lnTo>
                <a:lnTo>
                  <a:pt x="199" y="763"/>
                </a:lnTo>
                <a:cubicBezTo>
                  <a:pt x="196" y="765"/>
                  <a:pt x="193" y="765"/>
                  <a:pt x="191" y="763"/>
                </a:cubicBezTo>
                <a:cubicBezTo>
                  <a:pt x="188" y="761"/>
                  <a:pt x="187" y="758"/>
                  <a:pt x="187" y="755"/>
                </a:cubicBezTo>
                <a:lnTo>
                  <a:pt x="188" y="746"/>
                </a:lnTo>
                <a:lnTo>
                  <a:pt x="186" y="740"/>
                </a:lnTo>
                <a:lnTo>
                  <a:pt x="172" y="723"/>
                </a:lnTo>
                <a:lnTo>
                  <a:pt x="168" y="745"/>
                </a:lnTo>
                <a:cubicBezTo>
                  <a:pt x="168" y="746"/>
                  <a:pt x="168" y="746"/>
                  <a:pt x="167" y="747"/>
                </a:cubicBezTo>
                <a:lnTo>
                  <a:pt x="159" y="764"/>
                </a:lnTo>
                <a:lnTo>
                  <a:pt x="139" y="793"/>
                </a:lnTo>
                <a:cubicBezTo>
                  <a:pt x="136" y="796"/>
                  <a:pt x="133" y="797"/>
                  <a:pt x="129" y="796"/>
                </a:cubicBezTo>
                <a:cubicBezTo>
                  <a:pt x="126" y="794"/>
                  <a:pt x="124" y="791"/>
                  <a:pt x="124" y="787"/>
                </a:cubicBezTo>
                <a:lnTo>
                  <a:pt x="126" y="767"/>
                </a:lnTo>
                <a:cubicBezTo>
                  <a:pt x="126" y="765"/>
                  <a:pt x="127" y="764"/>
                  <a:pt x="127" y="763"/>
                </a:cubicBezTo>
                <a:lnTo>
                  <a:pt x="144" y="737"/>
                </a:lnTo>
                <a:lnTo>
                  <a:pt x="147" y="721"/>
                </a:lnTo>
                <a:lnTo>
                  <a:pt x="149" y="693"/>
                </a:lnTo>
                <a:lnTo>
                  <a:pt x="148" y="687"/>
                </a:lnTo>
                <a:lnTo>
                  <a:pt x="144" y="681"/>
                </a:lnTo>
                <a:lnTo>
                  <a:pt x="139" y="677"/>
                </a:lnTo>
                <a:lnTo>
                  <a:pt x="136" y="675"/>
                </a:lnTo>
                <a:lnTo>
                  <a:pt x="134" y="676"/>
                </a:lnTo>
                <a:lnTo>
                  <a:pt x="119" y="689"/>
                </a:lnTo>
                <a:cubicBezTo>
                  <a:pt x="118" y="689"/>
                  <a:pt x="117" y="690"/>
                  <a:pt x="116" y="690"/>
                </a:cubicBezTo>
                <a:lnTo>
                  <a:pt x="111" y="692"/>
                </a:lnTo>
                <a:cubicBezTo>
                  <a:pt x="110" y="692"/>
                  <a:pt x="109" y="692"/>
                  <a:pt x="108" y="692"/>
                </a:cubicBezTo>
                <a:lnTo>
                  <a:pt x="91" y="690"/>
                </a:lnTo>
                <a:lnTo>
                  <a:pt x="87" y="691"/>
                </a:lnTo>
                <a:lnTo>
                  <a:pt x="85" y="692"/>
                </a:lnTo>
                <a:lnTo>
                  <a:pt x="86" y="705"/>
                </a:lnTo>
                <a:lnTo>
                  <a:pt x="93" y="717"/>
                </a:lnTo>
                <a:lnTo>
                  <a:pt x="103" y="727"/>
                </a:lnTo>
                <a:lnTo>
                  <a:pt x="110" y="739"/>
                </a:lnTo>
                <a:cubicBezTo>
                  <a:pt x="112" y="742"/>
                  <a:pt x="111" y="747"/>
                  <a:pt x="108" y="749"/>
                </a:cubicBezTo>
                <a:cubicBezTo>
                  <a:pt x="105" y="752"/>
                  <a:pt x="100" y="751"/>
                  <a:pt x="97" y="749"/>
                </a:cubicBezTo>
                <a:lnTo>
                  <a:pt x="80" y="733"/>
                </a:lnTo>
                <a:lnTo>
                  <a:pt x="72" y="728"/>
                </a:lnTo>
                <a:cubicBezTo>
                  <a:pt x="70" y="727"/>
                  <a:pt x="68" y="726"/>
                  <a:pt x="68" y="724"/>
                </a:cubicBezTo>
                <a:lnTo>
                  <a:pt x="65" y="716"/>
                </a:lnTo>
                <a:lnTo>
                  <a:pt x="62" y="702"/>
                </a:lnTo>
                <a:lnTo>
                  <a:pt x="60" y="700"/>
                </a:lnTo>
                <a:lnTo>
                  <a:pt x="32" y="695"/>
                </a:lnTo>
                <a:cubicBezTo>
                  <a:pt x="31" y="694"/>
                  <a:pt x="30" y="694"/>
                  <a:pt x="29" y="693"/>
                </a:cubicBezTo>
                <a:lnTo>
                  <a:pt x="16" y="685"/>
                </a:lnTo>
                <a:lnTo>
                  <a:pt x="13" y="684"/>
                </a:lnTo>
                <a:lnTo>
                  <a:pt x="11" y="685"/>
                </a:lnTo>
                <a:lnTo>
                  <a:pt x="9" y="689"/>
                </a:lnTo>
                <a:lnTo>
                  <a:pt x="7" y="696"/>
                </a:lnTo>
                <a:lnTo>
                  <a:pt x="0" y="718"/>
                </a:lnTo>
                <a:lnTo>
                  <a:pt x="1" y="720"/>
                </a:lnTo>
                <a:lnTo>
                  <a:pt x="5" y="722"/>
                </a:lnTo>
                <a:lnTo>
                  <a:pt x="48" y="735"/>
                </a:lnTo>
                <a:cubicBezTo>
                  <a:pt x="50" y="735"/>
                  <a:pt x="52" y="736"/>
                  <a:pt x="53" y="738"/>
                </a:cubicBezTo>
                <a:lnTo>
                  <a:pt x="61" y="752"/>
                </a:lnTo>
                <a:cubicBezTo>
                  <a:pt x="63" y="755"/>
                  <a:pt x="62" y="760"/>
                  <a:pt x="60" y="762"/>
                </a:cubicBezTo>
                <a:cubicBezTo>
                  <a:pt x="58" y="765"/>
                  <a:pt x="54" y="765"/>
                  <a:pt x="51" y="764"/>
                </a:cubicBezTo>
                <a:lnTo>
                  <a:pt x="47" y="762"/>
                </a:lnTo>
                <a:cubicBezTo>
                  <a:pt x="46" y="762"/>
                  <a:pt x="46" y="761"/>
                  <a:pt x="45" y="760"/>
                </a:cubicBezTo>
                <a:lnTo>
                  <a:pt x="42" y="758"/>
                </a:lnTo>
                <a:lnTo>
                  <a:pt x="32" y="786"/>
                </a:lnTo>
                <a:lnTo>
                  <a:pt x="27" y="796"/>
                </a:lnTo>
                <a:cubicBezTo>
                  <a:pt x="27" y="797"/>
                  <a:pt x="26" y="798"/>
                  <a:pt x="25" y="798"/>
                </a:cubicBezTo>
                <a:lnTo>
                  <a:pt x="25" y="799"/>
                </a:lnTo>
                <a:lnTo>
                  <a:pt x="42" y="807"/>
                </a:lnTo>
                <a:cubicBezTo>
                  <a:pt x="43" y="808"/>
                  <a:pt x="44" y="808"/>
                  <a:pt x="44" y="809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6" name="Freeform 131">
            <a:extLst>
              <a:ext uri="{FF2B5EF4-FFF2-40B4-BE49-F238E27FC236}">
                <a16:creationId xmlns:a16="http://schemas.microsoft.com/office/drawing/2014/main" xmlns="" id="{D009C239-3091-49FB-90DA-EF2E4CDF8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758" y="4968395"/>
            <a:ext cx="28479" cy="30260"/>
          </a:xfrm>
          <a:custGeom>
            <a:avLst/>
            <a:gdLst>
              <a:gd name="T0" fmla="*/ 6 w 70"/>
              <a:gd name="T1" fmla="*/ 47 h 74"/>
              <a:gd name="T2" fmla="*/ 9 w 70"/>
              <a:gd name="T3" fmla="*/ 50 h 74"/>
              <a:gd name="T4" fmla="*/ 25 w 70"/>
              <a:gd name="T5" fmla="*/ 58 h 74"/>
              <a:gd name="T6" fmla="*/ 33 w 70"/>
              <a:gd name="T7" fmla="*/ 67 h 74"/>
              <a:gd name="T8" fmla="*/ 35 w 70"/>
              <a:gd name="T9" fmla="*/ 69 h 74"/>
              <a:gd name="T10" fmla="*/ 40 w 70"/>
              <a:gd name="T11" fmla="*/ 72 h 74"/>
              <a:gd name="T12" fmla="*/ 44 w 70"/>
              <a:gd name="T13" fmla="*/ 73 h 74"/>
              <a:gd name="T14" fmla="*/ 49 w 70"/>
              <a:gd name="T15" fmla="*/ 71 h 74"/>
              <a:gd name="T16" fmla="*/ 53 w 70"/>
              <a:gd name="T17" fmla="*/ 68 h 74"/>
              <a:gd name="T18" fmla="*/ 56 w 70"/>
              <a:gd name="T19" fmla="*/ 63 h 74"/>
              <a:gd name="T20" fmla="*/ 57 w 70"/>
              <a:gd name="T21" fmla="*/ 56 h 74"/>
              <a:gd name="T22" fmla="*/ 57 w 70"/>
              <a:gd name="T23" fmla="*/ 52 h 74"/>
              <a:gd name="T24" fmla="*/ 56 w 70"/>
              <a:gd name="T25" fmla="*/ 47 h 74"/>
              <a:gd name="T26" fmla="*/ 54 w 70"/>
              <a:gd name="T27" fmla="*/ 44 h 74"/>
              <a:gd name="T28" fmla="*/ 53 w 70"/>
              <a:gd name="T29" fmla="*/ 41 h 74"/>
              <a:gd name="T30" fmla="*/ 63 w 70"/>
              <a:gd name="T31" fmla="*/ 38 h 74"/>
              <a:gd name="T32" fmla="*/ 69 w 70"/>
              <a:gd name="T33" fmla="*/ 31 h 74"/>
              <a:gd name="T34" fmla="*/ 69 w 70"/>
              <a:gd name="T35" fmla="*/ 20 h 74"/>
              <a:gd name="T36" fmla="*/ 68 w 70"/>
              <a:gd name="T37" fmla="*/ 16 h 74"/>
              <a:gd name="T38" fmla="*/ 63 w 70"/>
              <a:gd name="T39" fmla="*/ 6 h 74"/>
              <a:gd name="T40" fmla="*/ 54 w 70"/>
              <a:gd name="T41" fmla="*/ 2 h 74"/>
              <a:gd name="T42" fmla="*/ 45 w 70"/>
              <a:gd name="T43" fmla="*/ 4 h 74"/>
              <a:gd name="T44" fmla="*/ 42 w 70"/>
              <a:gd name="T45" fmla="*/ 5 h 74"/>
              <a:gd name="T46" fmla="*/ 33 w 70"/>
              <a:gd name="T47" fmla="*/ 10 h 74"/>
              <a:gd name="T48" fmla="*/ 30 w 70"/>
              <a:gd name="T49" fmla="*/ 11 h 74"/>
              <a:gd name="T50" fmla="*/ 25 w 70"/>
              <a:gd name="T51" fmla="*/ 6 h 74"/>
              <a:gd name="T52" fmla="*/ 23 w 70"/>
              <a:gd name="T53" fmla="*/ 4 h 74"/>
              <a:gd name="T54" fmla="*/ 18 w 70"/>
              <a:gd name="T55" fmla="*/ 2 h 74"/>
              <a:gd name="T56" fmla="*/ 8 w 70"/>
              <a:gd name="T57" fmla="*/ 5 h 74"/>
              <a:gd name="T58" fmla="*/ 4 w 70"/>
              <a:gd name="T59" fmla="*/ 11 h 74"/>
              <a:gd name="T60" fmla="*/ 3 w 70"/>
              <a:gd name="T61" fmla="*/ 15 h 74"/>
              <a:gd name="T62" fmla="*/ 3 w 70"/>
              <a:gd name="T63" fmla="*/ 21 h 74"/>
              <a:gd name="T64" fmla="*/ 3 w 70"/>
              <a:gd name="T65" fmla="*/ 25 h 74"/>
              <a:gd name="T66" fmla="*/ 4 w 70"/>
              <a:gd name="T67" fmla="*/ 27 h 74"/>
              <a:gd name="T68" fmla="*/ 1 w 70"/>
              <a:gd name="T69" fmla="*/ 32 h 74"/>
              <a:gd name="T70" fmla="*/ 0 w 70"/>
              <a:gd name="T71" fmla="*/ 35 h 74"/>
              <a:gd name="T72" fmla="*/ 2 w 70"/>
              <a:gd name="T73" fmla="*/ 41 h 74"/>
              <a:gd name="T74" fmla="*/ 6 w 70"/>
              <a:gd name="T75" fmla="*/ 47 h 74"/>
              <a:gd name="T76" fmla="*/ 25 w 70"/>
              <a:gd name="T77" fmla="*/ 28 h 74"/>
              <a:gd name="T78" fmla="*/ 25 w 70"/>
              <a:gd name="T79" fmla="*/ 28 h 74"/>
              <a:gd name="T80" fmla="*/ 30 w 70"/>
              <a:gd name="T81" fmla="*/ 28 h 74"/>
              <a:gd name="T82" fmla="*/ 38 w 70"/>
              <a:gd name="T83" fmla="*/ 26 h 74"/>
              <a:gd name="T84" fmla="*/ 40 w 70"/>
              <a:gd name="T85" fmla="*/ 25 h 74"/>
              <a:gd name="T86" fmla="*/ 49 w 70"/>
              <a:gd name="T87" fmla="*/ 19 h 74"/>
              <a:gd name="T88" fmla="*/ 51 w 70"/>
              <a:gd name="T89" fmla="*/ 19 h 74"/>
              <a:gd name="T90" fmla="*/ 53 w 70"/>
              <a:gd name="T91" fmla="*/ 22 h 74"/>
              <a:gd name="T92" fmla="*/ 53 w 70"/>
              <a:gd name="T93" fmla="*/ 25 h 74"/>
              <a:gd name="T94" fmla="*/ 45 w 70"/>
              <a:gd name="T95" fmla="*/ 27 h 74"/>
              <a:gd name="T96" fmla="*/ 40 w 70"/>
              <a:gd name="T97" fmla="*/ 30 h 74"/>
              <a:gd name="T98" fmla="*/ 35 w 70"/>
              <a:gd name="T99" fmla="*/ 38 h 74"/>
              <a:gd name="T100" fmla="*/ 35 w 70"/>
              <a:gd name="T101" fmla="*/ 46 h 74"/>
              <a:gd name="T102" fmla="*/ 33 w 70"/>
              <a:gd name="T103" fmla="*/ 45 h 74"/>
              <a:gd name="T104" fmla="*/ 24 w 70"/>
              <a:gd name="T105" fmla="*/ 40 h 74"/>
              <a:gd name="T106" fmla="*/ 26 w 70"/>
              <a:gd name="T107" fmla="*/ 37 h 74"/>
              <a:gd name="T108" fmla="*/ 25 w 70"/>
              <a:gd name="T109" fmla="*/ 28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0" h="74">
                <a:moveTo>
                  <a:pt x="6" y="47"/>
                </a:moveTo>
                <a:cubicBezTo>
                  <a:pt x="7" y="48"/>
                  <a:pt x="8" y="49"/>
                  <a:pt x="9" y="50"/>
                </a:cubicBezTo>
                <a:lnTo>
                  <a:pt x="25" y="58"/>
                </a:lnTo>
                <a:lnTo>
                  <a:pt x="33" y="67"/>
                </a:lnTo>
                <a:cubicBezTo>
                  <a:pt x="33" y="68"/>
                  <a:pt x="34" y="68"/>
                  <a:pt x="35" y="69"/>
                </a:cubicBezTo>
                <a:lnTo>
                  <a:pt x="40" y="72"/>
                </a:lnTo>
                <a:cubicBezTo>
                  <a:pt x="41" y="72"/>
                  <a:pt x="43" y="73"/>
                  <a:pt x="44" y="73"/>
                </a:cubicBezTo>
                <a:cubicBezTo>
                  <a:pt x="46" y="73"/>
                  <a:pt x="48" y="72"/>
                  <a:pt x="49" y="71"/>
                </a:cubicBezTo>
                <a:lnTo>
                  <a:pt x="53" y="68"/>
                </a:lnTo>
                <a:cubicBezTo>
                  <a:pt x="55" y="66"/>
                  <a:pt x="56" y="65"/>
                  <a:pt x="56" y="63"/>
                </a:cubicBezTo>
                <a:lnTo>
                  <a:pt x="57" y="56"/>
                </a:lnTo>
                <a:cubicBezTo>
                  <a:pt x="57" y="55"/>
                  <a:pt x="57" y="53"/>
                  <a:pt x="57" y="52"/>
                </a:cubicBezTo>
                <a:lnTo>
                  <a:pt x="56" y="47"/>
                </a:lnTo>
                <a:cubicBezTo>
                  <a:pt x="55" y="46"/>
                  <a:pt x="55" y="45"/>
                  <a:pt x="54" y="44"/>
                </a:cubicBezTo>
                <a:lnTo>
                  <a:pt x="53" y="41"/>
                </a:lnTo>
                <a:lnTo>
                  <a:pt x="63" y="38"/>
                </a:lnTo>
                <a:cubicBezTo>
                  <a:pt x="67" y="37"/>
                  <a:pt x="69" y="34"/>
                  <a:pt x="69" y="31"/>
                </a:cubicBezTo>
                <a:lnTo>
                  <a:pt x="69" y="20"/>
                </a:lnTo>
                <a:cubicBezTo>
                  <a:pt x="69" y="19"/>
                  <a:pt x="69" y="17"/>
                  <a:pt x="68" y="16"/>
                </a:cubicBezTo>
                <a:lnTo>
                  <a:pt x="63" y="6"/>
                </a:lnTo>
                <a:cubicBezTo>
                  <a:pt x="61" y="3"/>
                  <a:pt x="58" y="1"/>
                  <a:pt x="54" y="2"/>
                </a:cubicBezTo>
                <a:lnTo>
                  <a:pt x="45" y="4"/>
                </a:lnTo>
                <a:cubicBezTo>
                  <a:pt x="44" y="4"/>
                  <a:pt x="43" y="4"/>
                  <a:pt x="42" y="5"/>
                </a:cubicBezTo>
                <a:lnTo>
                  <a:pt x="33" y="10"/>
                </a:lnTo>
                <a:lnTo>
                  <a:pt x="30" y="11"/>
                </a:lnTo>
                <a:lnTo>
                  <a:pt x="25" y="6"/>
                </a:lnTo>
                <a:cubicBezTo>
                  <a:pt x="24" y="5"/>
                  <a:pt x="23" y="5"/>
                  <a:pt x="23" y="4"/>
                </a:cubicBezTo>
                <a:lnTo>
                  <a:pt x="18" y="2"/>
                </a:lnTo>
                <a:cubicBezTo>
                  <a:pt x="14" y="0"/>
                  <a:pt x="10" y="2"/>
                  <a:pt x="8" y="5"/>
                </a:cubicBezTo>
                <a:lnTo>
                  <a:pt x="4" y="11"/>
                </a:lnTo>
                <a:cubicBezTo>
                  <a:pt x="3" y="12"/>
                  <a:pt x="3" y="14"/>
                  <a:pt x="3" y="15"/>
                </a:cubicBezTo>
                <a:lnTo>
                  <a:pt x="3" y="21"/>
                </a:lnTo>
                <a:cubicBezTo>
                  <a:pt x="3" y="22"/>
                  <a:pt x="3" y="23"/>
                  <a:pt x="3" y="25"/>
                </a:cubicBezTo>
                <a:lnTo>
                  <a:pt x="4" y="27"/>
                </a:lnTo>
                <a:cubicBezTo>
                  <a:pt x="3" y="28"/>
                  <a:pt x="1" y="30"/>
                  <a:pt x="1" y="32"/>
                </a:cubicBezTo>
                <a:lnTo>
                  <a:pt x="0" y="35"/>
                </a:lnTo>
                <a:cubicBezTo>
                  <a:pt x="0" y="37"/>
                  <a:pt x="1" y="40"/>
                  <a:pt x="2" y="41"/>
                </a:cubicBezTo>
                <a:lnTo>
                  <a:pt x="6" y="47"/>
                </a:lnTo>
                <a:close/>
                <a:moveTo>
                  <a:pt x="25" y="28"/>
                </a:moveTo>
                <a:lnTo>
                  <a:pt x="25" y="28"/>
                </a:lnTo>
                <a:cubicBezTo>
                  <a:pt x="26" y="28"/>
                  <a:pt x="28" y="28"/>
                  <a:pt x="30" y="28"/>
                </a:cubicBezTo>
                <a:lnTo>
                  <a:pt x="38" y="26"/>
                </a:lnTo>
                <a:cubicBezTo>
                  <a:pt x="39" y="25"/>
                  <a:pt x="39" y="25"/>
                  <a:pt x="40" y="25"/>
                </a:cubicBezTo>
                <a:lnTo>
                  <a:pt x="49" y="19"/>
                </a:lnTo>
                <a:lnTo>
                  <a:pt x="51" y="19"/>
                </a:lnTo>
                <a:lnTo>
                  <a:pt x="53" y="22"/>
                </a:lnTo>
                <a:lnTo>
                  <a:pt x="53" y="25"/>
                </a:lnTo>
                <a:lnTo>
                  <a:pt x="45" y="27"/>
                </a:lnTo>
                <a:cubicBezTo>
                  <a:pt x="43" y="28"/>
                  <a:pt x="41" y="29"/>
                  <a:pt x="40" y="30"/>
                </a:cubicBezTo>
                <a:lnTo>
                  <a:pt x="35" y="38"/>
                </a:lnTo>
                <a:cubicBezTo>
                  <a:pt x="34" y="41"/>
                  <a:pt x="34" y="43"/>
                  <a:pt x="35" y="46"/>
                </a:cubicBezTo>
                <a:cubicBezTo>
                  <a:pt x="34" y="45"/>
                  <a:pt x="34" y="45"/>
                  <a:pt x="33" y="45"/>
                </a:cubicBezTo>
                <a:lnTo>
                  <a:pt x="24" y="40"/>
                </a:lnTo>
                <a:cubicBezTo>
                  <a:pt x="24" y="39"/>
                  <a:pt x="25" y="38"/>
                  <a:pt x="26" y="37"/>
                </a:cubicBezTo>
                <a:cubicBezTo>
                  <a:pt x="27" y="34"/>
                  <a:pt x="27" y="30"/>
                  <a:pt x="25" y="2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7" name="Freeform 133">
            <a:extLst>
              <a:ext uri="{FF2B5EF4-FFF2-40B4-BE49-F238E27FC236}">
                <a16:creationId xmlns:a16="http://schemas.microsoft.com/office/drawing/2014/main" xmlns="" id="{A4E8A154-697D-4380-8D3C-E4EE28C22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303" y="5785399"/>
            <a:ext cx="33819" cy="53399"/>
          </a:xfrm>
          <a:custGeom>
            <a:avLst/>
            <a:gdLst>
              <a:gd name="T0" fmla="*/ 2 w 85"/>
              <a:gd name="T1" fmla="*/ 130 h 131"/>
              <a:gd name="T2" fmla="*/ 28 w 85"/>
              <a:gd name="T3" fmla="*/ 120 h 131"/>
              <a:gd name="T4" fmla="*/ 37 w 85"/>
              <a:gd name="T5" fmla="*/ 114 h 131"/>
              <a:gd name="T6" fmla="*/ 41 w 85"/>
              <a:gd name="T7" fmla="*/ 112 h 131"/>
              <a:gd name="T8" fmla="*/ 43 w 85"/>
              <a:gd name="T9" fmla="*/ 112 h 131"/>
              <a:gd name="T10" fmla="*/ 52 w 85"/>
              <a:gd name="T11" fmla="*/ 112 h 131"/>
              <a:gd name="T12" fmla="*/ 54 w 85"/>
              <a:gd name="T13" fmla="*/ 112 h 131"/>
              <a:gd name="T14" fmla="*/ 57 w 85"/>
              <a:gd name="T15" fmla="*/ 99 h 131"/>
              <a:gd name="T16" fmla="*/ 59 w 85"/>
              <a:gd name="T17" fmla="*/ 96 h 131"/>
              <a:gd name="T18" fmla="*/ 61 w 85"/>
              <a:gd name="T19" fmla="*/ 94 h 131"/>
              <a:gd name="T20" fmla="*/ 65 w 85"/>
              <a:gd name="T21" fmla="*/ 92 h 131"/>
              <a:gd name="T22" fmla="*/ 68 w 85"/>
              <a:gd name="T23" fmla="*/ 91 h 131"/>
              <a:gd name="T24" fmla="*/ 69 w 85"/>
              <a:gd name="T25" fmla="*/ 91 h 131"/>
              <a:gd name="T26" fmla="*/ 70 w 85"/>
              <a:gd name="T27" fmla="*/ 89 h 131"/>
              <a:gd name="T28" fmla="*/ 71 w 85"/>
              <a:gd name="T29" fmla="*/ 87 h 131"/>
              <a:gd name="T30" fmla="*/ 73 w 85"/>
              <a:gd name="T31" fmla="*/ 85 h 131"/>
              <a:gd name="T32" fmla="*/ 78 w 85"/>
              <a:gd name="T33" fmla="*/ 80 h 131"/>
              <a:gd name="T34" fmla="*/ 79 w 85"/>
              <a:gd name="T35" fmla="*/ 74 h 131"/>
              <a:gd name="T36" fmla="*/ 76 w 85"/>
              <a:gd name="T37" fmla="*/ 55 h 131"/>
              <a:gd name="T38" fmla="*/ 76 w 85"/>
              <a:gd name="T39" fmla="*/ 52 h 131"/>
              <a:gd name="T40" fmla="*/ 78 w 85"/>
              <a:gd name="T41" fmla="*/ 46 h 131"/>
              <a:gd name="T42" fmla="*/ 82 w 85"/>
              <a:gd name="T43" fmla="*/ 34 h 131"/>
              <a:gd name="T44" fmla="*/ 83 w 85"/>
              <a:gd name="T45" fmla="*/ 22 h 131"/>
              <a:gd name="T46" fmla="*/ 84 w 85"/>
              <a:gd name="T47" fmla="*/ 10 h 131"/>
              <a:gd name="T48" fmla="*/ 82 w 85"/>
              <a:gd name="T49" fmla="*/ 0 h 131"/>
              <a:gd name="T50" fmla="*/ 77 w 85"/>
              <a:gd name="T51" fmla="*/ 6 h 131"/>
              <a:gd name="T52" fmla="*/ 70 w 85"/>
              <a:gd name="T53" fmla="*/ 16 h 131"/>
              <a:gd name="T54" fmla="*/ 67 w 85"/>
              <a:gd name="T55" fmla="*/ 25 h 131"/>
              <a:gd name="T56" fmla="*/ 67 w 85"/>
              <a:gd name="T57" fmla="*/ 27 h 131"/>
              <a:gd name="T58" fmla="*/ 71 w 85"/>
              <a:gd name="T59" fmla="*/ 32 h 131"/>
              <a:gd name="T60" fmla="*/ 72 w 85"/>
              <a:gd name="T61" fmla="*/ 34 h 131"/>
              <a:gd name="T62" fmla="*/ 75 w 85"/>
              <a:gd name="T63" fmla="*/ 43 h 131"/>
              <a:gd name="T64" fmla="*/ 75 w 85"/>
              <a:gd name="T65" fmla="*/ 45 h 131"/>
              <a:gd name="T66" fmla="*/ 76 w 85"/>
              <a:gd name="T67" fmla="*/ 51 h 131"/>
              <a:gd name="T68" fmla="*/ 75 w 85"/>
              <a:gd name="T69" fmla="*/ 55 h 131"/>
              <a:gd name="T70" fmla="*/ 72 w 85"/>
              <a:gd name="T71" fmla="*/ 62 h 131"/>
              <a:gd name="T72" fmla="*/ 71 w 85"/>
              <a:gd name="T73" fmla="*/ 71 h 131"/>
              <a:gd name="T74" fmla="*/ 65 w 85"/>
              <a:gd name="T75" fmla="*/ 78 h 131"/>
              <a:gd name="T76" fmla="*/ 56 w 85"/>
              <a:gd name="T77" fmla="*/ 74 h 131"/>
              <a:gd name="T78" fmla="*/ 53 w 85"/>
              <a:gd name="T79" fmla="*/ 67 h 131"/>
              <a:gd name="T80" fmla="*/ 52 w 85"/>
              <a:gd name="T81" fmla="*/ 65 h 131"/>
              <a:gd name="T82" fmla="*/ 49 w 85"/>
              <a:gd name="T83" fmla="*/ 44 h 131"/>
              <a:gd name="T84" fmla="*/ 46 w 85"/>
              <a:gd name="T85" fmla="*/ 45 h 131"/>
              <a:gd name="T86" fmla="*/ 37 w 85"/>
              <a:gd name="T87" fmla="*/ 54 h 131"/>
              <a:gd name="T88" fmla="*/ 33 w 85"/>
              <a:gd name="T89" fmla="*/ 68 h 131"/>
              <a:gd name="T90" fmla="*/ 32 w 85"/>
              <a:gd name="T91" fmla="*/ 71 h 131"/>
              <a:gd name="T92" fmla="*/ 16 w 85"/>
              <a:gd name="T93" fmla="*/ 96 h 131"/>
              <a:gd name="T94" fmla="*/ 12 w 85"/>
              <a:gd name="T95" fmla="*/ 100 h 131"/>
              <a:gd name="T96" fmla="*/ 13 w 85"/>
              <a:gd name="T97" fmla="*/ 101 h 131"/>
              <a:gd name="T98" fmla="*/ 19 w 85"/>
              <a:gd name="T99" fmla="*/ 108 h 131"/>
              <a:gd name="T100" fmla="*/ 19 w 85"/>
              <a:gd name="T101" fmla="*/ 112 h 131"/>
              <a:gd name="T102" fmla="*/ 16 w 85"/>
              <a:gd name="T103" fmla="*/ 118 h 131"/>
              <a:gd name="T104" fmla="*/ 10 w 85"/>
              <a:gd name="T105" fmla="*/ 120 h 131"/>
              <a:gd name="T106" fmla="*/ 3 w 85"/>
              <a:gd name="T107" fmla="*/ 120 h 131"/>
              <a:gd name="T108" fmla="*/ 0 w 85"/>
              <a:gd name="T109" fmla="*/ 122 h 131"/>
              <a:gd name="T110" fmla="*/ 2 w 85"/>
              <a:gd name="T111" fmla="*/ 13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85" h="131">
                <a:moveTo>
                  <a:pt x="2" y="130"/>
                </a:moveTo>
                <a:lnTo>
                  <a:pt x="28" y="120"/>
                </a:lnTo>
                <a:lnTo>
                  <a:pt x="37" y="114"/>
                </a:lnTo>
                <a:cubicBezTo>
                  <a:pt x="38" y="113"/>
                  <a:pt x="39" y="112"/>
                  <a:pt x="41" y="112"/>
                </a:cubicBezTo>
                <a:lnTo>
                  <a:pt x="43" y="112"/>
                </a:lnTo>
                <a:lnTo>
                  <a:pt x="52" y="112"/>
                </a:lnTo>
                <a:lnTo>
                  <a:pt x="54" y="112"/>
                </a:lnTo>
                <a:lnTo>
                  <a:pt x="57" y="99"/>
                </a:lnTo>
                <a:cubicBezTo>
                  <a:pt x="57" y="98"/>
                  <a:pt x="58" y="97"/>
                  <a:pt x="59" y="96"/>
                </a:cubicBezTo>
                <a:lnTo>
                  <a:pt x="61" y="94"/>
                </a:lnTo>
                <a:cubicBezTo>
                  <a:pt x="62" y="93"/>
                  <a:pt x="63" y="92"/>
                  <a:pt x="65" y="92"/>
                </a:cubicBezTo>
                <a:lnTo>
                  <a:pt x="68" y="91"/>
                </a:lnTo>
                <a:lnTo>
                  <a:pt x="69" y="91"/>
                </a:lnTo>
                <a:cubicBezTo>
                  <a:pt x="69" y="90"/>
                  <a:pt x="70" y="90"/>
                  <a:pt x="70" y="89"/>
                </a:cubicBezTo>
                <a:lnTo>
                  <a:pt x="71" y="87"/>
                </a:lnTo>
                <a:cubicBezTo>
                  <a:pt x="72" y="86"/>
                  <a:pt x="72" y="86"/>
                  <a:pt x="73" y="85"/>
                </a:cubicBezTo>
                <a:lnTo>
                  <a:pt x="78" y="80"/>
                </a:lnTo>
                <a:lnTo>
                  <a:pt x="79" y="74"/>
                </a:lnTo>
                <a:lnTo>
                  <a:pt x="76" y="55"/>
                </a:lnTo>
                <a:cubicBezTo>
                  <a:pt x="76" y="54"/>
                  <a:pt x="76" y="53"/>
                  <a:pt x="76" y="52"/>
                </a:cubicBezTo>
                <a:lnTo>
                  <a:pt x="78" y="46"/>
                </a:lnTo>
                <a:lnTo>
                  <a:pt x="82" y="34"/>
                </a:lnTo>
                <a:lnTo>
                  <a:pt x="83" y="22"/>
                </a:lnTo>
                <a:lnTo>
                  <a:pt x="84" y="10"/>
                </a:lnTo>
                <a:lnTo>
                  <a:pt x="82" y="0"/>
                </a:lnTo>
                <a:lnTo>
                  <a:pt x="77" y="6"/>
                </a:lnTo>
                <a:lnTo>
                  <a:pt x="70" y="16"/>
                </a:lnTo>
                <a:lnTo>
                  <a:pt x="67" y="25"/>
                </a:lnTo>
                <a:lnTo>
                  <a:pt x="67" y="27"/>
                </a:lnTo>
                <a:lnTo>
                  <a:pt x="71" y="32"/>
                </a:lnTo>
                <a:cubicBezTo>
                  <a:pt x="72" y="33"/>
                  <a:pt x="72" y="34"/>
                  <a:pt x="72" y="34"/>
                </a:cubicBezTo>
                <a:lnTo>
                  <a:pt x="75" y="43"/>
                </a:lnTo>
                <a:cubicBezTo>
                  <a:pt x="75" y="43"/>
                  <a:pt x="75" y="44"/>
                  <a:pt x="75" y="45"/>
                </a:cubicBezTo>
                <a:lnTo>
                  <a:pt x="76" y="51"/>
                </a:lnTo>
                <a:cubicBezTo>
                  <a:pt x="76" y="53"/>
                  <a:pt x="76" y="54"/>
                  <a:pt x="75" y="55"/>
                </a:cubicBezTo>
                <a:lnTo>
                  <a:pt x="72" y="62"/>
                </a:lnTo>
                <a:lnTo>
                  <a:pt x="71" y="71"/>
                </a:lnTo>
                <a:cubicBezTo>
                  <a:pt x="71" y="74"/>
                  <a:pt x="68" y="77"/>
                  <a:pt x="65" y="78"/>
                </a:cubicBezTo>
                <a:cubicBezTo>
                  <a:pt x="61" y="79"/>
                  <a:pt x="58" y="77"/>
                  <a:pt x="56" y="74"/>
                </a:cubicBezTo>
                <a:lnTo>
                  <a:pt x="53" y="67"/>
                </a:lnTo>
                <a:cubicBezTo>
                  <a:pt x="52" y="67"/>
                  <a:pt x="52" y="66"/>
                  <a:pt x="52" y="65"/>
                </a:cubicBezTo>
                <a:lnTo>
                  <a:pt x="49" y="44"/>
                </a:lnTo>
                <a:lnTo>
                  <a:pt x="46" y="45"/>
                </a:lnTo>
                <a:lnTo>
                  <a:pt x="37" y="54"/>
                </a:lnTo>
                <a:lnTo>
                  <a:pt x="33" y="68"/>
                </a:lnTo>
                <a:cubicBezTo>
                  <a:pt x="33" y="69"/>
                  <a:pt x="33" y="70"/>
                  <a:pt x="32" y="71"/>
                </a:cubicBezTo>
                <a:lnTo>
                  <a:pt x="16" y="96"/>
                </a:lnTo>
                <a:lnTo>
                  <a:pt x="12" y="100"/>
                </a:lnTo>
                <a:lnTo>
                  <a:pt x="13" y="101"/>
                </a:lnTo>
                <a:cubicBezTo>
                  <a:pt x="17" y="102"/>
                  <a:pt x="19" y="105"/>
                  <a:pt x="19" y="108"/>
                </a:cubicBezTo>
                <a:lnTo>
                  <a:pt x="19" y="112"/>
                </a:lnTo>
                <a:cubicBezTo>
                  <a:pt x="19" y="114"/>
                  <a:pt x="17" y="117"/>
                  <a:pt x="16" y="118"/>
                </a:cubicBezTo>
                <a:cubicBezTo>
                  <a:pt x="14" y="120"/>
                  <a:pt x="12" y="120"/>
                  <a:pt x="10" y="120"/>
                </a:cubicBezTo>
                <a:lnTo>
                  <a:pt x="3" y="120"/>
                </a:lnTo>
                <a:lnTo>
                  <a:pt x="0" y="122"/>
                </a:lnTo>
                <a:lnTo>
                  <a:pt x="2" y="13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8" name="Freeform 134">
            <a:extLst>
              <a:ext uri="{FF2B5EF4-FFF2-40B4-BE49-F238E27FC236}">
                <a16:creationId xmlns:a16="http://schemas.microsoft.com/office/drawing/2014/main" xmlns="" id="{73F74F2E-4313-452F-B4AB-9587F52AE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043" y="5643002"/>
            <a:ext cx="16020" cy="21360"/>
          </a:xfrm>
          <a:custGeom>
            <a:avLst/>
            <a:gdLst>
              <a:gd name="T0" fmla="*/ 30 w 38"/>
              <a:gd name="T1" fmla="*/ 26 h 52"/>
              <a:gd name="T2" fmla="*/ 33 w 38"/>
              <a:gd name="T3" fmla="*/ 34 h 52"/>
              <a:gd name="T4" fmla="*/ 36 w 38"/>
              <a:gd name="T5" fmla="*/ 51 h 52"/>
              <a:gd name="T6" fmla="*/ 37 w 38"/>
              <a:gd name="T7" fmla="*/ 51 h 52"/>
              <a:gd name="T8" fmla="*/ 37 w 38"/>
              <a:gd name="T9" fmla="*/ 50 h 52"/>
              <a:gd name="T10" fmla="*/ 35 w 38"/>
              <a:gd name="T11" fmla="*/ 28 h 52"/>
              <a:gd name="T12" fmla="*/ 34 w 38"/>
              <a:gd name="T13" fmla="*/ 24 h 52"/>
              <a:gd name="T14" fmla="*/ 31 w 38"/>
              <a:gd name="T15" fmla="*/ 18 h 52"/>
              <a:gd name="T16" fmla="*/ 24 w 38"/>
              <a:gd name="T17" fmla="*/ 11 h 52"/>
              <a:gd name="T18" fmla="*/ 22 w 38"/>
              <a:gd name="T19" fmla="*/ 8 h 52"/>
              <a:gd name="T20" fmla="*/ 21 w 38"/>
              <a:gd name="T21" fmla="*/ 6 h 52"/>
              <a:gd name="T22" fmla="*/ 20 w 38"/>
              <a:gd name="T23" fmla="*/ 7 h 52"/>
              <a:gd name="T24" fmla="*/ 12 w 38"/>
              <a:gd name="T25" fmla="*/ 4 h 52"/>
              <a:gd name="T26" fmla="*/ 9 w 38"/>
              <a:gd name="T27" fmla="*/ 0 h 52"/>
              <a:gd name="T28" fmla="*/ 0 w 38"/>
              <a:gd name="T29" fmla="*/ 2 h 52"/>
              <a:gd name="T30" fmla="*/ 0 w 38"/>
              <a:gd name="T31" fmla="*/ 5 h 52"/>
              <a:gd name="T32" fmla="*/ 3 w 38"/>
              <a:gd name="T33" fmla="*/ 13 h 52"/>
              <a:gd name="T34" fmla="*/ 10 w 38"/>
              <a:gd name="T35" fmla="*/ 25 h 52"/>
              <a:gd name="T36" fmla="*/ 10 w 38"/>
              <a:gd name="T37" fmla="*/ 23 h 52"/>
              <a:gd name="T38" fmla="*/ 16 w 38"/>
              <a:gd name="T39" fmla="*/ 17 h 52"/>
              <a:gd name="T40" fmla="*/ 24 w 38"/>
              <a:gd name="T41" fmla="*/ 19 h 52"/>
              <a:gd name="T42" fmla="*/ 28 w 38"/>
              <a:gd name="T43" fmla="*/ 23 h 52"/>
              <a:gd name="T44" fmla="*/ 30 w 38"/>
              <a:gd name="T45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8" h="52">
                <a:moveTo>
                  <a:pt x="30" y="26"/>
                </a:moveTo>
                <a:lnTo>
                  <a:pt x="33" y="34"/>
                </a:lnTo>
                <a:lnTo>
                  <a:pt x="36" y="51"/>
                </a:lnTo>
                <a:lnTo>
                  <a:pt x="37" y="51"/>
                </a:lnTo>
                <a:lnTo>
                  <a:pt x="37" y="50"/>
                </a:lnTo>
                <a:lnTo>
                  <a:pt x="35" y="28"/>
                </a:lnTo>
                <a:lnTo>
                  <a:pt x="34" y="24"/>
                </a:lnTo>
                <a:lnTo>
                  <a:pt x="31" y="18"/>
                </a:lnTo>
                <a:lnTo>
                  <a:pt x="24" y="11"/>
                </a:lnTo>
                <a:cubicBezTo>
                  <a:pt x="23" y="10"/>
                  <a:pt x="22" y="9"/>
                  <a:pt x="22" y="8"/>
                </a:cubicBezTo>
                <a:lnTo>
                  <a:pt x="21" y="6"/>
                </a:lnTo>
                <a:lnTo>
                  <a:pt x="20" y="7"/>
                </a:lnTo>
                <a:cubicBezTo>
                  <a:pt x="17" y="7"/>
                  <a:pt x="14" y="6"/>
                  <a:pt x="12" y="4"/>
                </a:cubicBezTo>
                <a:lnTo>
                  <a:pt x="9" y="0"/>
                </a:lnTo>
                <a:lnTo>
                  <a:pt x="0" y="2"/>
                </a:lnTo>
                <a:lnTo>
                  <a:pt x="0" y="5"/>
                </a:lnTo>
                <a:lnTo>
                  <a:pt x="3" y="13"/>
                </a:lnTo>
                <a:lnTo>
                  <a:pt x="10" y="25"/>
                </a:lnTo>
                <a:lnTo>
                  <a:pt x="10" y="23"/>
                </a:lnTo>
                <a:cubicBezTo>
                  <a:pt x="11" y="20"/>
                  <a:pt x="13" y="17"/>
                  <a:pt x="16" y="17"/>
                </a:cubicBezTo>
                <a:cubicBezTo>
                  <a:pt x="19" y="16"/>
                  <a:pt x="22" y="17"/>
                  <a:pt x="24" y="19"/>
                </a:cubicBezTo>
                <a:lnTo>
                  <a:pt x="28" y="23"/>
                </a:lnTo>
                <a:cubicBezTo>
                  <a:pt x="29" y="24"/>
                  <a:pt x="29" y="25"/>
                  <a:pt x="30" y="26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09" name="Freeform 135">
            <a:extLst>
              <a:ext uri="{FF2B5EF4-FFF2-40B4-BE49-F238E27FC236}">
                <a16:creationId xmlns:a16="http://schemas.microsoft.com/office/drawing/2014/main" xmlns="" id="{BD68F68F-8B98-46B2-9E96-779896A29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22" y="5797858"/>
            <a:ext cx="19579" cy="23140"/>
          </a:xfrm>
          <a:custGeom>
            <a:avLst/>
            <a:gdLst>
              <a:gd name="T0" fmla="*/ 4 w 49"/>
              <a:gd name="T1" fmla="*/ 35 h 56"/>
              <a:gd name="T2" fmla="*/ 5 w 49"/>
              <a:gd name="T3" fmla="*/ 40 h 56"/>
              <a:gd name="T4" fmla="*/ 4 w 49"/>
              <a:gd name="T5" fmla="*/ 55 h 56"/>
              <a:gd name="T6" fmla="*/ 12 w 49"/>
              <a:gd name="T7" fmla="*/ 54 h 56"/>
              <a:gd name="T8" fmla="*/ 30 w 49"/>
              <a:gd name="T9" fmla="*/ 45 h 56"/>
              <a:gd name="T10" fmla="*/ 47 w 49"/>
              <a:gd name="T11" fmla="*/ 41 h 56"/>
              <a:gd name="T12" fmla="*/ 45 w 49"/>
              <a:gd name="T13" fmla="*/ 39 h 56"/>
              <a:gd name="T14" fmla="*/ 43 w 49"/>
              <a:gd name="T15" fmla="*/ 32 h 56"/>
              <a:gd name="T16" fmla="*/ 47 w 49"/>
              <a:gd name="T17" fmla="*/ 20 h 56"/>
              <a:gd name="T18" fmla="*/ 48 w 49"/>
              <a:gd name="T19" fmla="*/ 11 h 56"/>
              <a:gd name="T20" fmla="*/ 46 w 49"/>
              <a:gd name="T21" fmla="*/ 6 h 56"/>
              <a:gd name="T22" fmla="*/ 43 w 49"/>
              <a:gd name="T23" fmla="*/ 4 h 56"/>
              <a:gd name="T24" fmla="*/ 24 w 49"/>
              <a:gd name="T25" fmla="*/ 4 h 56"/>
              <a:gd name="T26" fmla="*/ 16 w 49"/>
              <a:gd name="T27" fmla="*/ 3 h 56"/>
              <a:gd name="T28" fmla="*/ 10 w 49"/>
              <a:gd name="T29" fmla="*/ 0 h 56"/>
              <a:gd name="T30" fmla="*/ 7 w 49"/>
              <a:gd name="T31" fmla="*/ 4 h 56"/>
              <a:gd name="T32" fmla="*/ 3 w 49"/>
              <a:gd name="T33" fmla="*/ 17 h 56"/>
              <a:gd name="T34" fmla="*/ 0 w 49"/>
              <a:gd name="T35" fmla="*/ 28 h 56"/>
              <a:gd name="T36" fmla="*/ 1 w 49"/>
              <a:gd name="T37" fmla="*/ 31 h 56"/>
              <a:gd name="T38" fmla="*/ 4 w 49"/>
              <a:gd name="T39" fmla="*/ 3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9" h="56">
                <a:moveTo>
                  <a:pt x="4" y="35"/>
                </a:moveTo>
                <a:cubicBezTo>
                  <a:pt x="5" y="37"/>
                  <a:pt x="5" y="39"/>
                  <a:pt x="5" y="40"/>
                </a:cubicBezTo>
                <a:lnTo>
                  <a:pt x="4" y="55"/>
                </a:lnTo>
                <a:lnTo>
                  <a:pt x="12" y="54"/>
                </a:lnTo>
                <a:lnTo>
                  <a:pt x="30" y="45"/>
                </a:lnTo>
                <a:lnTo>
                  <a:pt x="47" y="41"/>
                </a:lnTo>
                <a:cubicBezTo>
                  <a:pt x="46" y="40"/>
                  <a:pt x="45" y="40"/>
                  <a:pt x="45" y="39"/>
                </a:cubicBezTo>
                <a:cubicBezTo>
                  <a:pt x="43" y="37"/>
                  <a:pt x="43" y="34"/>
                  <a:pt x="43" y="32"/>
                </a:cubicBezTo>
                <a:lnTo>
                  <a:pt x="47" y="20"/>
                </a:lnTo>
                <a:lnTo>
                  <a:pt x="48" y="11"/>
                </a:lnTo>
                <a:lnTo>
                  <a:pt x="46" y="6"/>
                </a:lnTo>
                <a:lnTo>
                  <a:pt x="43" y="4"/>
                </a:lnTo>
                <a:lnTo>
                  <a:pt x="24" y="4"/>
                </a:lnTo>
                <a:lnTo>
                  <a:pt x="16" y="3"/>
                </a:lnTo>
                <a:lnTo>
                  <a:pt x="10" y="0"/>
                </a:lnTo>
                <a:lnTo>
                  <a:pt x="7" y="4"/>
                </a:lnTo>
                <a:lnTo>
                  <a:pt x="3" y="17"/>
                </a:lnTo>
                <a:lnTo>
                  <a:pt x="0" y="28"/>
                </a:lnTo>
                <a:lnTo>
                  <a:pt x="1" y="31"/>
                </a:lnTo>
                <a:lnTo>
                  <a:pt x="4" y="3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0" name="Freeform 136">
            <a:extLst>
              <a:ext uri="{FF2B5EF4-FFF2-40B4-BE49-F238E27FC236}">
                <a16:creationId xmlns:a16="http://schemas.microsoft.com/office/drawing/2014/main" xmlns="" id="{3E9FCC83-DCD5-473A-A9B1-2CDA321B3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84" y="5516624"/>
            <a:ext cx="51618" cy="53399"/>
          </a:xfrm>
          <a:custGeom>
            <a:avLst/>
            <a:gdLst>
              <a:gd name="T0" fmla="*/ 125 w 126"/>
              <a:gd name="T1" fmla="*/ 103 h 134"/>
              <a:gd name="T2" fmla="*/ 121 w 126"/>
              <a:gd name="T3" fmla="*/ 102 h 134"/>
              <a:gd name="T4" fmla="*/ 118 w 126"/>
              <a:gd name="T5" fmla="*/ 100 h 134"/>
              <a:gd name="T6" fmla="*/ 117 w 126"/>
              <a:gd name="T7" fmla="*/ 99 h 134"/>
              <a:gd name="T8" fmla="*/ 109 w 126"/>
              <a:gd name="T9" fmla="*/ 100 h 134"/>
              <a:gd name="T10" fmla="*/ 101 w 126"/>
              <a:gd name="T11" fmla="*/ 97 h 134"/>
              <a:gd name="T12" fmla="*/ 98 w 126"/>
              <a:gd name="T13" fmla="*/ 95 h 134"/>
              <a:gd name="T14" fmla="*/ 91 w 126"/>
              <a:gd name="T15" fmla="*/ 85 h 134"/>
              <a:gd name="T16" fmla="*/ 90 w 126"/>
              <a:gd name="T17" fmla="*/ 83 h 134"/>
              <a:gd name="T18" fmla="*/ 85 w 126"/>
              <a:gd name="T19" fmla="*/ 70 h 134"/>
              <a:gd name="T20" fmla="*/ 83 w 126"/>
              <a:gd name="T21" fmla="*/ 49 h 134"/>
              <a:gd name="T22" fmla="*/ 79 w 126"/>
              <a:gd name="T23" fmla="*/ 46 h 134"/>
              <a:gd name="T24" fmla="*/ 49 w 126"/>
              <a:gd name="T25" fmla="*/ 34 h 134"/>
              <a:gd name="T26" fmla="*/ 39 w 126"/>
              <a:gd name="T27" fmla="*/ 27 h 134"/>
              <a:gd name="T28" fmla="*/ 37 w 126"/>
              <a:gd name="T29" fmla="*/ 26 h 134"/>
              <a:gd name="T30" fmla="*/ 27 w 126"/>
              <a:gd name="T31" fmla="*/ 13 h 134"/>
              <a:gd name="T32" fmla="*/ 13 w 126"/>
              <a:gd name="T33" fmla="*/ 11 h 134"/>
              <a:gd name="T34" fmla="*/ 9 w 126"/>
              <a:gd name="T35" fmla="*/ 8 h 134"/>
              <a:gd name="T36" fmla="*/ 0 w 126"/>
              <a:gd name="T37" fmla="*/ 0 h 134"/>
              <a:gd name="T38" fmla="*/ 13 w 126"/>
              <a:gd name="T39" fmla="*/ 21 h 134"/>
              <a:gd name="T40" fmla="*/ 19 w 126"/>
              <a:gd name="T41" fmla="*/ 25 h 134"/>
              <a:gd name="T42" fmla="*/ 27 w 126"/>
              <a:gd name="T43" fmla="*/ 26 h 134"/>
              <a:gd name="T44" fmla="*/ 38 w 126"/>
              <a:gd name="T45" fmla="*/ 30 h 134"/>
              <a:gd name="T46" fmla="*/ 43 w 126"/>
              <a:gd name="T47" fmla="*/ 34 h 134"/>
              <a:gd name="T48" fmla="*/ 49 w 126"/>
              <a:gd name="T49" fmla="*/ 47 h 134"/>
              <a:gd name="T50" fmla="*/ 48 w 126"/>
              <a:gd name="T51" fmla="*/ 55 h 134"/>
              <a:gd name="T52" fmla="*/ 45 w 126"/>
              <a:gd name="T53" fmla="*/ 57 h 134"/>
              <a:gd name="T54" fmla="*/ 53 w 126"/>
              <a:gd name="T55" fmla="*/ 66 h 134"/>
              <a:gd name="T56" fmla="*/ 74 w 126"/>
              <a:gd name="T57" fmla="*/ 97 h 134"/>
              <a:gd name="T58" fmla="*/ 75 w 126"/>
              <a:gd name="T59" fmla="*/ 105 h 134"/>
              <a:gd name="T60" fmla="*/ 73 w 126"/>
              <a:gd name="T61" fmla="*/ 109 h 134"/>
              <a:gd name="T62" fmla="*/ 67 w 126"/>
              <a:gd name="T63" fmla="*/ 114 h 134"/>
              <a:gd name="T64" fmla="*/ 60 w 126"/>
              <a:gd name="T65" fmla="*/ 111 h 134"/>
              <a:gd name="T66" fmla="*/ 59 w 126"/>
              <a:gd name="T67" fmla="*/ 111 h 134"/>
              <a:gd name="T68" fmla="*/ 62 w 126"/>
              <a:gd name="T69" fmla="*/ 115 h 134"/>
              <a:gd name="T70" fmla="*/ 72 w 126"/>
              <a:gd name="T71" fmla="*/ 126 h 134"/>
              <a:gd name="T72" fmla="*/ 78 w 126"/>
              <a:gd name="T73" fmla="*/ 131 h 134"/>
              <a:gd name="T74" fmla="*/ 83 w 126"/>
              <a:gd name="T75" fmla="*/ 133 h 134"/>
              <a:gd name="T76" fmla="*/ 87 w 126"/>
              <a:gd name="T77" fmla="*/ 132 h 134"/>
              <a:gd name="T78" fmla="*/ 107 w 126"/>
              <a:gd name="T79" fmla="*/ 121 h 134"/>
              <a:gd name="T80" fmla="*/ 125 w 126"/>
              <a:gd name="T81" fmla="*/ 103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6" h="134">
                <a:moveTo>
                  <a:pt x="125" y="103"/>
                </a:moveTo>
                <a:lnTo>
                  <a:pt x="121" y="102"/>
                </a:lnTo>
                <a:cubicBezTo>
                  <a:pt x="120" y="101"/>
                  <a:pt x="119" y="101"/>
                  <a:pt x="118" y="100"/>
                </a:cubicBezTo>
                <a:lnTo>
                  <a:pt x="117" y="99"/>
                </a:lnTo>
                <a:cubicBezTo>
                  <a:pt x="115" y="101"/>
                  <a:pt x="112" y="101"/>
                  <a:pt x="109" y="100"/>
                </a:cubicBezTo>
                <a:lnTo>
                  <a:pt x="101" y="97"/>
                </a:lnTo>
                <a:cubicBezTo>
                  <a:pt x="100" y="97"/>
                  <a:pt x="99" y="96"/>
                  <a:pt x="98" y="95"/>
                </a:cubicBezTo>
                <a:lnTo>
                  <a:pt x="91" y="85"/>
                </a:lnTo>
                <a:cubicBezTo>
                  <a:pt x="91" y="85"/>
                  <a:pt x="90" y="84"/>
                  <a:pt x="90" y="83"/>
                </a:cubicBezTo>
                <a:lnTo>
                  <a:pt x="85" y="70"/>
                </a:lnTo>
                <a:lnTo>
                  <a:pt x="83" y="49"/>
                </a:lnTo>
                <a:lnTo>
                  <a:pt x="79" y="46"/>
                </a:lnTo>
                <a:lnTo>
                  <a:pt x="49" y="34"/>
                </a:lnTo>
                <a:lnTo>
                  <a:pt x="39" y="27"/>
                </a:lnTo>
                <a:cubicBezTo>
                  <a:pt x="38" y="27"/>
                  <a:pt x="37" y="26"/>
                  <a:pt x="37" y="26"/>
                </a:cubicBezTo>
                <a:lnTo>
                  <a:pt x="27" y="13"/>
                </a:lnTo>
                <a:lnTo>
                  <a:pt x="13" y="11"/>
                </a:lnTo>
                <a:cubicBezTo>
                  <a:pt x="11" y="10"/>
                  <a:pt x="10" y="10"/>
                  <a:pt x="9" y="8"/>
                </a:cubicBezTo>
                <a:lnTo>
                  <a:pt x="0" y="0"/>
                </a:lnTo>
                <a:lnTo>
                  <a:pt x="13" y="21"/>
                </a:lnTo>
                <a:lnTo>
                  <a:pt x="19" y="25"/>
                </a:lnTo>
                <a:lnTo>
                  <a:pt x="27" y="26"/>
                </a:lnTo>
                <a:lnTo>
                  <a:pt x="38" y="30"/>
                </a:lnTo>
                <a:cubicBezTo>
                  <a:pt x="40" y="30"/>
                  <a:pt x="42" y="32"/>
                  <a:pt x="43" y="34"/>
                </a:cubicBezTo>
                <a:lnTo>
                  <a:pt x="49" y="47"/>
                </a:lnTo>
                <a:cubicBezTo>
                  <a:pt x="51" y="49"/>
                  <a:pt x="50" y="53"/>
                  <a:pt x="48" y="55"/>
                </a:cubicBezTo>
                <a:cubicBezTo>
                  <a:pt x="47" y="56"/>
                  <a:pt x="46" y="57"/>
                  <a:pt x="45" y="57"/>
                </a:cubicBezTo>
                <a:lnTo>
                  <a:pt x="53" y="66"/>
                </a:lnTo>
                <a:lnTo>
                  <a:pt x="74" y="97"/>
                </a:lnTo>
                <a:cubicBezTo>
                  <a:pt x="76" y="100"/>
                  <a:pt x="76" y="103"/>
                  <a:pt x="75" y="105"/>
                </a:cubicBezTo>
                <a:lnTo>
                  <a:pt x="73" y="109"/>
                </a:lnTo>
                <a:cubicBezTo>
                  <a:pt x="72" y="111"/>
                  <a:pt x="70" y="113"/>
                  <a:pt x="67" y="114"/>
                </a:cubicBezTo>
                <a:cubicBezTo>
                  <a:pt x="64" y="114"/>
                  <a:pt x="62" y="113"/>
                  <a:pt x="60" y="111"/>
                </a:cubicBezTo>
                <a:lnTo>
                  <a:pt x="59" y="111"/>
                </a:lnTo>
                <a:lnTo>
                  <a:pt x="62" y="115"/>
                </a:lnTo>
                <a:lnTo>
                  <a:pt x="72" y="126"/>
                </a:lnTo>
                <a:lnTo>
                  <a:pt x="78" y="131"/>
                </a:lnTo>
                <a:lnTo>
                  <a:pt x="83" y="133"/>
                </a:lnTo>
                <a:lnTo>
                  <a:pt x="87" y="132"/>
                </a:lnTo>
                <a:lnTo>
                  <a:pt x="107" y="121"/>
                </a:lnTo>
                <a:lnTo>
                  <a:pt x="125" y="10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1" name="Freeform 137">
            <a:extLst>
              <a:ext uri="{FF2B5EF4-FFF2-40B4-BE49-F238E27FC236}">
                <a16:creationId xmlns:a16="http://schemas.microsoft.com/office/drawing/2014/main" xmlns="" id="{092D3857-9F4B-4C39-B4B7-9622B632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663" y="5543324"/>
            <a:ext cx="35599" cy="58738"/>
          </a:xfrm>
          <a:custGeom>
            <a:avLst/>
            <a:gdLst>
              <a:gd name="T0" fmla="*/ 4 w 90"/>
              <a:gd name="T1" fmla="*/ 88 h 146"/>
              <a:gd name="T2" fmla="*/ 0 w 90"/>
              <a:gd name="T3" fmla="*/ 88 h 146"/>
              <a:gd name="T4" fmla="*/ 12 w 90"/>
              <a:gd name="T5" fmla="*/ 100 h 146"/>
              <a:gd name="T6" fmla="*/ 27 w 90"/>
              <a:gd name="T7" fmla="*/ 125 h 146"/>
              <a:gd name="T8" fmla="*/ 31 w 90"/>
              <a:gd name="T9" fmla="*/ 127 h 146"/>
              <a:gd name="T10" fmla="*/ 33 w 90"/>
              <a:gd name="T11" fmla="*/ 130 h 146"/>
              <a:gd name="T12" fmla="*/ 43 w 90"/>
              <a:gd name="T13" fmla="*/ 145 h 146"/>
              <a:gd name="T14" fmla="*/ 47 w 90"/>
              <a:gd name="T15" fmla="*/ 145 h 146"/>
              <a:gd name="T16" fmla="*/ 66 w 90"/>
              <a:gd name="T17" fmla="*/ 141 h 146"/>
              <a:gd name="T18" fmla="*/ 70 w 90"/>
              <a:gd name="T19" fmla="*/ 130 h 146"/>
              <a:gd name="T20" fmla="*/ 72 w 90"/>
              <a:gd name="T21" fmla="*/ 127 h 146"/>
              <a:gd name="T22" fmla="*/ 76 w 90"/>
              <a:gd name="T23" fmla="*/ 124 h 146"/>
              <a:gd name="T24" fmla="*/ 81 w 90"/>
              <a:gd name="T25" fmla="*/ 123 h 146"/>
              <a:gd name="T26" fmla="*/ 86 w 90"/>
              <a:gd name="T27" fmla="*/ 123 h 146"/>
              <a:gd name="T28" fmla="*/ 84 w 90"/>
              <a:gd name="T29" fmla="*/ 84 h 146"/>
              <a:gd name="T30" fmla="*/ 89 w 90"/>
              <a:gd name="T31" fmla="*/ 42 h 146"/>
              <a:gd name="T32" fmla="*/ 89 w 90"/>
              <a:gd name="T33" fmla="*/ 5 h 146"/>
              <a:gd name="T34" fmla="*/ 85 w 90"/>
              <a:gd name="T35" fmla="*/ 2 h 146"/>
              <a:gd name="T36" fmla="*/ 81 w 90"/>
              <a:gd name="T37" fmla="*/ 0 h 146"/>
              <a:gd name="T38" fmla="*/ 77 w 90"/>
              <a:gd name="T39" fmla="*/ 2 h 146"/>
              <a:gd name="T40" fmla="*/ 75 w 90"/>
              <a:gd name="T41" fmla="*/ 5 h 146"/>
              <a:gd name="T42" fmla="*/ 74 w 90"/>
              <a:gd name="T43" fmla="*/ 10 h 146"/>
              <a:gd name="T44" fmla="*/ 74 w 90"/>
              <a:gd name="T45" fmla="*/ 24 h 146"/>
              <a:gd name="T46" fmla="*/ 74 w 90"/>
              <a:gd name="T47" fmla="*/ 26 h 146"/>
              <a:gd name="T48" fmla="*/ 72 w 90"/>
              <a:gd name="T49" fmla="*/ 32 h 146"/>
              <a:gd name="T50" fmla="*/ 70 w 90"/>
              <a:gd name="T51" fmla="*/ 35 h 146"/>
              <a:gd name="T52" fmla="*/ 67 w 90"/>
              <a:gd name="T53" fmla="*/ 40 h 146"/>
              <a:gd name="T54" fmla="*/ 64 w 90"/>
              <a:gd name="T55" fmla="*/ 41 h 146"/>
              <a:gd name="T56" fmla="*/ 57 w 90"/>
              <a:gd name="T57" fmla="*/ 46 h 146"/>
              <a:gd name="T58" fmla="*/ 52 w 90"/>
              <a:gd name="T59" fmla="*/ 52 h 146"/>
              <a:gd name="T60" fmla="*/ 49 w 90"/>
              <a:gd name="T61" fmla="*/ 53 h 146"/>
              <a:gd name="T62" fmla="*/ 35 w 90"/>
              <a:gd name="T63" fmla="*/ 61 h 146"/>
              <a:gd name="T64" fmla="*/ 25 w 90"/>
              <a:gd name="T65" fmla="*/ 70 h 146"/>
              <a:gd name="T66" fmla="*/ 17 w 90"/>
              <a:gd name="T67" fmla="*/ 81 h 146"/>
              <a:gd name="T68" fmla="*/ 14 w 90"/>
              <a:gd name="T69" fmla="*/ 84 h 146"/>
              <a:gd name="T70" fmla="*/ 7 w 90"/>
              <a:gd name="T71" fmla="*/ 87 h 146"/>
              <a:gd name="T72" fmla="*/ 4 w 90"/>
              <a:gd name="T73" fmla="*/ 88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0" h="146">
                <a:moveTo>
                  <a:pt x="4" y="88"/>
                </a:moveTo>
                <a:lnTo>
                  <a:pt x="0" y="88"/>
                </a:lnTo>
                <a:lnTo>
                  <a:pt x="12" y="100"/>
                </a:lnTo>
                <a:lnTo>
                  <a:pt x="27" y="125"/>
                </a:lnTo>
                <a:lnTo>
                  <a:pt x="31" y="127"/>
                </a:lnTo>
                <a:cubicBezTo>
                  <a:pt x="32" y="128"/>
                  <a:pt x="33" y="129"/>
                  <a:pt x="33" y="130"/>
                </a:cubicBezTo>
                <a:lnTo>
                  <a:pt x="43" y="145"/>
                </a:lnTo>
                <a:lnTo>
                  <a:pt x="47" y="145"/>
                </a:lnTo>
                <a:lnTo>
                  <a:pt x="66" y="141"/>
                </a:lnTo>
                <a:lnTo>
                  <a:pt x="70" y="130"/>
                </a:lnTo>
                <a:cubicBezTo>
                  <a:pt x="70" y="129"/>
                  <a:pt x="71" y="128"/>
                  <a:pt x="72" y="127"/>
                </a:cubicBezTo>
                <a:lnTo>
                  <a:pt x="76" y="124"/>
                </a:lnTo>
                <a:cubicBezTo>
                  <a:pt x="78" y="123"/>
                  <a:pt x="80" y="123"/>
                  <a:pt x="81" y="123"/>
                </a:cubicBezTo>
                <a:lnTo>
                  <a:pt x="86" y="123"/>
                </a:lnTo>
                <a:lnTo>
                  <a:pt x="84" y="84"/>
                </a:lnTo>
                <a:lnTo>
                  <a:pt x="89" y="42"/>
                </a:lnTo>
                <a:lnTo>
                  <a:pt x="89" y="5"/>
                </a:lnTo>
                <a:lnTo>
                  <a:pt x="85" y="2"/>
                </a:lnTo>
                <a:lnTo>
                  <a:pt x="81" y="0"/>
                </a:lnTo>
                <a:lnTo>
                  <a:pt x="77" y="2"/>
                </a:lnTo>
                <a:lnTo>
                  <a:pt x="75" y="5"/>
                </a:lnTo>
                <a:lnTo>
                  <a:pt x="74" y="10"/>
                </a:lnTo>
                <a:lnTo>
                  <a:pt x="74" y="24"/>
                </a:lnTo>
                <a:cubicBezTo>
                  <a:pt x="74" y="24"/>
                  <a:pt x="74" y="25"/>
                  <a:pt x="74" y="26"/>
                </a:cubicBezTo>
                <a:lnTo>
                  <a:pt x="72" y="32"/>
                </a:lnTo>
                <a:cubicBezTo>
                  <a:pt x="71" y="33"/>
                  <a:pt x="71" y="34"/>
                  <a:pt x="70" y="35"/>
                </a:cubicBezTo>
                <a:lnTo>
                  <a:pt x="67" y="40"/>
                </a:lnTo>
                <a:cubicBezTo>
                  <a:pt x="66" y="40"/>
                  <a:pt x="65" y="41"/>
                  <a:pt x="64" y="41"/>
                </a:cubicBezTo>
                <a:lnTo>
                  <a:pt x="57" y="46"/>
                </a:lnTo>
                <a:lnTo>
                  <a:pt x="52" y="52"/>
                </a:lnTo>
                <a:cubicBezTo>
                  <a:pt x="51" y="52"/>
                  <a:pt x="50" y="53"/>
                  <a:pt x="49" y="53"/>
                </a:cubicBezTo>
                <a:lnTo>
                  <a:pt x="35" y="61"/>
                </a:lnTo>
                <a:lnTo>
                  <a:pt x="25" y="70"/>
                </a:lnTo>
                <a:lnTo>
                  <a:pt x="17" y="81"/>
                </a:lnTo>
                <a:cubicBezTo>
                  <a:pt x="17" y="82"/>
                  <a:pt x="15" y="83"/>
                  <a:pt x="14" y="84"/>
                </a:cubicBezTo>
                <a:lnTo>
                  <a:pt x="7" y="87"/>
                </a:lnTo>
                <a:cubicBezTo>
                  <a:pt x="6" y="87"/>
                  <a:pt x="5" y="88"/>
                  <a:pt x="4" y="88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2" name="Freeform 138">
            <a:extLst>
              <a:ext uri="{FF2B5EF4-FFF2-40B4-BE49-F238E27FC236}">
                <a16:creationId xmlns:a16="http://schemas.microsoft.com/office/drawing/2014/main" xmlns="" id="{009A0F5A-27D6-4087-8487-FE85D8D24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83" y="5589603"/>
            <a:ext cx="12460" cy="21360"/>
          </a:xfrm>
          <a:custGeom>
            <a:avLst/>
            <a:gdLst>
              <a:gd name="T0" fmla="*/ 30 w 31"/>
              <a:gd name="T1" fmla="*/ 41 h 52"/>
              <a:gd name="T2" fmla="*/ 30 w 31"/>
              <a:gd name="T3" fmla="*/ 31 h 52"/>
              <a:gd name="T4" fmla="*/ 27 w 31"/>
              <a:gd name="T5" fmla="*/ 21 h 52"/>
              <a:gd name="T6" fmla="*/ 16 w 31"/>
              <a:gd name="T7" fmla="*/ 6 h 52"/>
              <a:gd name="T8" fmla="*/ 0 w 31"/>
              <a:gd name="T9" fmla="*/ 0 h 52"/>
              <a:gd name="T10" fmla="*/ 1 w 31"/>
              <a:gd name="T11" fmla="*/ 6 h 52"/>
              <a:gd name="T12" fmla="*/ 4 w 31"/>
              <a:gd name="T13" fmla="*/ 7 h 52"/>
              <a:gd name="T14" fmla="*/ 7 w 31"/>
              <a:gd name="T15" fmla="*/ 14 h 52"/>
              <a:gd name="T16" fmla="*/ 7 w 31"/>
              <a:gd name="T17" fmla="*/ 18 h 52"/>
              <a:gd name="T18" fmla="*/ 6 w 31"/>
              <a:gd name="T19" fmla="*/ 22 h 52"/>
              <a:gd name="T20" fmla="*/ 19 w 31"/>
              <a:gd name="T21" fmla="*/ 28 h 52"/>
              <a:gd name="T22" fmla="*/ 24 w 31"/>
              <a:gd name="T23" fmla="*/ 33 h 52"/>
              <a:gd name="T24" fmla="*/ 22 w 31"/>
              <a:gd name="T25" fmla="*/ 40 h 52"/>
              <a:gd name="T26" fmla="*/ 19 w 31"/>
              <a:gd name="T27" fmla="*/ 45 h 52"/>
              <a:gd name="T28" fmla="*/ 19 w 31"/>
              <a:gd name="T29" fmla="*/ 51 h 52"/>
              <a:gd name="T30" fmla="*/ 28 w 31"/>
              <a:gd name="T31" fmla="*/ 45 h 52"/>
              <a:gd name="T32" fmla="*/ 30 w 31"/>
              <a:gd name="T33" fmla="*/ 4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1" h="52">
                <a:moveTo>
                  <a:pt x="30" y="41"/>
                </a:moveTo>
                <a:lnTo>
                  <a:pt x="30" y="31"/>
                </a:lnTo>
                <a:lnTo>
                  <a:pt x="27" y="21"/>
                </a:lnTo>
                <a:lnTo>
                  <a:pt x="16" y="6"/>
                </a:lnTo>
                <a:lnTo>
                  <a:pt x="0" y="0"/>
                </a:lnTo>
                <a:lnTo>
                  <a:pt x="1" y="6"/>
                </a:lnTo>
                <a:cubicBezTo>
                  <a:pt x="2" y="6"/>
                  <a:pt x="3" y="7"/>
                  <a:pt x="4" y="7"/>
                </a:cubicBezTo>
                <a:cubicBezTo>
                  <a:pt x="6" y="9"/>
                  <a:pt x="7" y="11"/>
                  <a:pt x="7" y="14"/>
                </a:cubicBezTo>
                <a:lnTo>
                  <a:pt x="7" y="18"/>
                </a:lnTo>
                <a:cubicBezTo>
                  <a:pt x="7" y="19"/>
                  <a:pt x="7" y="21"/>
                  <a:pt x="6" y="22"/>
                </a:cubicBezTo>
                <a:lnTo>
                  <a:pt x="19" y="28"/>
                </a:lnTo>
                <a:cubicBezTo>
                  <a:pt x="22" y="29"/>
                  <a:pt x="23" y="30"/>
                  <a:pt x="24" y="33"/>
                </a:cubicBezTo>
                <a:cubicBezTo>
                  <a:pt x="24" y="35"/>
                  <a:pt x="24" y="38"/>
                  <a:pt x="22" y="40"/>
                </a:cubicBezTo>
                <a:lnTo>
                  <a:pt x="19" y="45"/>
                </a:lnTo>
                <a:lnTo>
                  <a:pt x="19" y="51"/>
                </a:lnTo>
                <a:lnTo>
                  <a:pt x="28" y="45"/>
                </a:lnTo>
                <a:lnTo>
                  <a:pt x="30" y="4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3" name="Freeform 139">
            <a:extLst>
              <a:ext uri="{FF2B5EF4-FFF2-40B4-BE49-F238E27FC236}">
                <a16:creationId xmlns:a16="http://schemas.microsoft.com/office/drawing/2014/main" xmlns="" id="{CBA3CFF3-6B14-43E0-8A0A-4FA7CB586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403" y="5801418"/>
            <a:ext cx="5340" cy="8900"/>
          </a:xfrm>
          <a:custGeom>
            <a:avLst/>
            <a:gdLst>
              <a:gd name="T0" fmla="*/ 9 w 12"/>
              <a:gd name="T1" fmla="*/ 4 h 24"/>
              <a:gd name="T2" fmla="*/ 8 w 12"/>
              <a:gd name="T3" fmla="*/ 3 h 24"/>
              <a:gd name="T4" fmla="*/ 4 w 12"/>
              <a:gd name="T5" fmla="*/ 3 h 24"/>
              <a:gd name="T6" fmla="*/ 0 w 12"/>
              <a:gd name="T7" fmla="*/ 0 h 24"/>
              <a:gd name="T8" fmla="*/ 1 w 12"/>
              <a:gd name="T9" fmla="*/ 6 h 24"/>
              <a:gd name="T10" fmla="*/ 3 w 12"/>
              <a:gd name="T11" fmla="*/ 14 h 24"/>
              <a:gd name="T12" fmla="*/ 8 w 12"/>
              <a:gd name="T13" fmla="*/ 23 h 24"/>
              <a:gd name="T14" fmla="*/ 10 w 12"/>
              <a:gd name="T15" fmla="*/ 20 h 24"/>
              <a:gd name="T16" fmla="*/ 10 w 12"/>
              <a:gd name="T17" fmla="*/ 20 h 24"/>
              <a:gd name="T18" fmla="*/ 9 w 12"/>
              <a:gd name="T19" fmla="*/ 14 h 24"/>
              <a:gd name="T20" fmla="*/ 11 w 12"/>
              <a:gd name="T21" fmla="*/ 9 h 24"/>
              <a:gd name="T22" fmla="*/ 9 w 12"/>
              <a:gd name="T23" fmla="*/ 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" h="24">
                <a:moveTo>
                  <a:pt x="9" y="4"/>
                </a:moveTo>
                <a:lnTo>
                  <a:pt x="8" y="3"/>
                </a:lnTo>
                <a:cubicBezTo>
                  <a:pt x="7" y="4"/>
                  <a:pt x="5" y="3"/>
                  <a:pt x="4" y="3"/>
                </a:cubicBezTo>
                <a:cubicBezTo>
                  <a:pt x="2" y="2"/>
                  <a:pt x="1" y="1"/>
                  <a:pt x="0" y="0"/>
                </a:cubicBezTo>
                <a:lnTo>
                  <a:pt x="1" y="6"/>
                </a:lnTo>
                <a:lnTo>
                  <a:pt x="3" y="14"/>
                </a:lnTo>
                <a:lnTo>
                  <a:pt x="8" y="23"/>
                </a:lnTo>
                <a:lnTo>
                  <a:pt x="10" y="20"/>
                </a:lnTo>
                <a:lnTo>
                  <a:pt x="10" y="20"/>
                </a:lnTo>
                <a:cubicBezTo>
                  <a:pt x="9" y="18"/>
                  <a:pt x="9" y="16"/>
                  <a:pt x="9" y="14"/>
                </a:cubicBezTo>
                <a:lnTo>
                  <a:pt x="11" y="9"/>
                </a:lnTo>
                <a:lnTo>
                  <a:pt x="9" y="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4" name="Freeform 140">
            <a:extLst>
              <a:ext uri="{FF2B5EF4-FFF2-40B4-BE49-F238E27FC236}">
                <a16:creationId xmlns:a16="http://schemas.microsoft.com/office/drawing/2014/main" xmlns="" id="{8263BD67-E2C1-437A-AE7C-AAF97A3EC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082" y="5698180"/>
            <a:ext cx="7120" cy="12460"/>
          </a:xfrm>
          <a:custGeom>
            <a:avLst/>
            <a:gdLst>
              <a:gd name="T0" fmla="*/ 11 w 16"/>
              <a:gd name="T1" fmla="*/ 0 h 29"/>
              <a:gd name="T2" fmla="*/ 13 w 16"/>
              <a:gd name="T3" fmla="*/ 2 h 29"/>
              <a:gd name="T4" fmla="*/ 13 w 16"/>
              <a:gd name="T5" fmla="*/ 11 h 29"/>
              <a:gd name="T6" fmla="*/ 12 w 16"/>
              <a:gd name="T7" fmla="*/ 12 h 29"/>
              <a:gd name="T8" fmla="*/ 12 w 16"/>
              <a:gd name="T9" fmla="*/ 13 h 29"/>
              <a:gd name="T10" fmla="*/ 9 w 16"/>
              <a:gd name="T11" fmla="*/ 18 h 29"/>
              <a:gd name="T12" fmla="*/ 7 w 16"/>
              <a:gd name="T13" fmla="*/ 20 h 29"/>
              <a:gd name="T14" fmla="*/ 0 w 16"/>
              <a:gd name="T15" fmla="*/ 21 h 29"/>
              <a:gd name="T16" fmla="*/ 0 w 16"/>
              <a:gd name="T17" fmla="*/ 23 h 29"/>
              <a:gd name="T18" fmla="*/ 0 w 16"/>
              <a:gd name="T19" fmla="*/ 25 h 29"/>
              <a:gd name="T20" fmla="*/ 2 w 16"/>
              <a:gd name="T21" fmla="*/ 27 h 29"/>
              <a:gd name="T22" fmla="*/ 3 w 16"/>
              <a:gd name="T23" fmla="*/ 27 h 29"/>
              <a:gd name="T24" fmla="*/ 4 w 16"/>
              <a:gd name="T25" fmla="*/ 27 h 29"/>
              <a:gd name="T26" fmla="*/ 9 w 16"/>
              <a:gd name="T27" fmla="*/ 28 h 29"/>
              <a:gd name="T28" fmla="*/ 9 w 16"/>
              <a:gd name="T29" fmla="*/ 27 h 29"/>
              <a:gd name="T30" fmla="*/ 14 w 16"/>
              <a:gd name="T31" fmla="*/ 19 h 29"/>
              <a:gd name="T32" fmla="*/ 15 w 16"/>
              <a:gd name="T33" fmla="*/ 6 h 29"/>
              <a:gd name="T34" fmla="*/ 13 w 16"/>
              <a:gd name="T35" fmla="*/ 0 h 29"/>
              <a:gd name="T36" fmla="*/ 11 w 16"/>
              <a:gd name="T37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" h="29">
                <a:moveTo>
                  <a:pt x="11" y="0"/>
                </a:moveTo>
                <a:lnTo>
                  <a:pt x="13" y="2"/>
                </a:lnTo>
                <a:cubicBezTo>
                  <a:pt x="14" y="5"/>
                  <a:pt x="14" y="8"/>
                  <a:pt x="13" y="11"/>
                </a:cubicBezTo>
                <a:cubicBezTo>
                  <a:pt x="13" y="11"/>
                  <a:pt x="13" y="11"/>
                  <a:pt x="12" y="12"/>
                </a:cubicBezTo>
                <a:lnTo>
                  <a:pt x="12" y="13"/>
                </a:lnTo>
                <a:cubicBezTo>
                  <a:pt x="11" y="14"/>
                  <a:pt x="10" y="17"/>
                  <a:pt x="9" y="18"/>
                </a:cubicBezTo>
                <a:lnTo>
                  <a:pt x="7" y="20"/>
                </a:lnTo>
                <a:cubicBezTo>
                  <a:pt x="5" y="21"/>
                  <a:pt x="2" y="22"/>
                  <a:pt x="0" y="21"/>
                </a:cubicBezTo>
                <a:lnTo>
                  <a:pt x="0" y="23"/>
                </a:lnTo>
                <a:lnTo>
                  <a:pt x="0" y="25"/>
                </a:lnTo>
                <a:lnTo>
                  <a:pt x="2" y="27"/>
                </a:lnTo>
                <a:lnTo>
                  <a:pt x="3" y="27"/>
                </a:lnTo>
                <a:cubicBezTo>
                  <a:pt x="4" y="27"/>
                  <a:pt x="4" y="27"/>
                  <a:pt x="4" y="27"/>
                </a:cubicBezTo>
                <a:cubicBezTo>
                  <a:pt x="6" y="27"/>
                  <a:pt x="7" y="27"/>
                  <a:pt x="9" y="28"/>
                </a:cubicBezTo>
                <a:lnTo>
                  <a:pt x="9" y="27"/>
                </a:lnTo>
                <a:lnTo>
                  <a:pt x="14" y="19"/>
                </a:lnTo>
                <a:lnTo>
                  <a:pt x="15" y="6"/>
                </a:lnTo>
                <a:lnTo>
                  <a:pt x="13" y="0"/>
                </a:lnTo>
                <a:cubicBezTo>
                  <a:pt x="12" y="0"/>
                  <a:pt x="12" y="0"/>
                  <a:pt x="11" y="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5" name="Freeform 141">
            <a:extLst>
              <a:ext uri="{FF2B5EF4-FFF2-40B4-BE49-F238E27FC236}">
                <a16:creationId xmlns:a16="http://schemas.microsoft.com/office/drawing/2014/main" xmlns="" id="{40F442A2-935F-406F-BC2E-9EDA1D87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03" y="5619862"/>
            <a:ext cx="10680" cy="21360"/>
          </a:xfrm>
          <a:custGeom>
            <a:avLst/>
            <a:gdLst>
              <a:gd name="T0" fmla="*/ 3 w 27"/>
              <a:gd name="T1" fmla="*/ 28 h 52"/>
              <a:gd name="T2" fmla="*/ 6 w 27"/>
              <a:gd name="T3" fmla="*/ 30 h 52"/>
              <a:gd name="T4" fmla="*/ 9 w 27"/>
              <a:gd name="T5" fmla="*/ 32 h 52"/>
              <a:gd name="T6" fmla="*/ 11 w 27"/>
              <a:gd name="T7" fmla="*/ 35 h 52"/>
              <a:gd name="T8" fmla="*/ 20 w 27"/>
              <a:gd name="T9" fmla="*/ 35 h 52"/>
              <a:gd name="T10" fmla="*/ 23 w 27"/>
              <a:gd name="T11" fmla="*/ 44 h 52"/>
              <a:gd name="T12" fmla="*/ 21 w 27"/>
              <a:gd name="T13" fmla="*/ 51 h 52"/>
              <a:gd name="T14" fmla="*/ 25 w 27"/>
              <a:gd name="T15" fmla="*/ 51 h 52"/>
              <a:gd name="T16" fmla="*/ 26 w 27"/>
              <a:gd name="T17" fmla="*/ 50 h 52"/>
              <a:gd name="T18" fmla="*/ 25 w 27"/>
              <a:gd name="T19" fmla="*/ 40 h 52"/>
              <a:gd name="T20" fmla="*/ 19 w 27"/>
              <a:gd name="T21" fmla="*/ 24 h 52"/>
              <a:gd name="T22" fmla="*/ 3 w 27"/>
              <a:gd name="T23" fmla="*/ 0 h 52"/>
              <a:gd name="T24" fmla="*/ 3 w 27"/>
              <a:gd name="T25" fmla="*/ 1 h 52"/>
              <a:gd name="T26" fmla="*/ 0 w 27"/>
              <a:gd name="T27" fmla="*/ 8 h 52"/>
              <a:gd name="T28" fmla="*/ 1 w 27"/>
              <a:gd name="T29" fmla="*/ 11 h 52"/>
              <a:gd name="T30" fmla="*/ 3 w 27"/>
              <a:gd name="T31" fmla="*/ 28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7" h="52">
                <a:moveTo>
                  <a:pt x="3" y="28"/>
                </a:moveTo>
                <a:lnTo>
                  <a:pt x="6" y="30"/>
                </a:lnTo>
                <a:cubicBezTo>
                  <a:pt x="7" y="30"/>
                  <a:pt x="8" y="31"/>
                  <a:pt x="9" y="32"/>
                </a:cubicBezTo>
                <a:lnTo>
                  <a:pt x="11" y="35"/>
                </a:lnTo>
                <a:cubicBezTo>
                  <a:pt x="14" y="33"/>
                  <a:pt x="17" y="33"/>
                  <a:pt x="20" y="35"/>
                </a:cubicBezTo>
                <a:cubicBezTo>
                  <a:pt x="23" y="37"/>
                  <a:pt x="24" y="41"/>
                  <a:pt x="23" y="44"/>
                </a:cubicBezTo>
                <a:lnTo>
                  <a:pt x="21" y="51"/>
                </a:lnTo>
                <a:lnTo>
                  <a:pt x="25" y="51"/>
                </a:lnTo>
                <a:lnTo>
                  <a:pt x="26" y="50"/>
                </a:lnTo>
                <a:lnTo>
                  <a:pt x="25" y="40"/>
                </a:lnTo>
                <a:lnTo>
                  <a:pt x="19" y="24"/>
                </a:lnTo>
                <a:lnTo>
                  <a:pt x="3" y="0"/>
                </a:lnTo>
                <a:lnTo>
                  <a:pt x="3" y="1"/>
                </a:lnTo>
                <a:lnTo>
                  <a:pt x="0" y="8"/>
                </a:lnTo>
                <a:lnTo>
                  <a:pt x="1" y="11"/>
                </a:lnTo>
                <a:lnTo>
                  <a:pt x="3" y="2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6" name="Freeform 142">
            <a:extLst>
              <a:ext uri="{FF2B5EF4-FFF2-40B4-BE49-F238E27FC236}">
                <a16:creationId xmlns:a16="http://schemas.microsoft.com/office/drawing/2014/main" xmlns="" id="{D055511C-4EE9-4D56-842C-15FFEFC4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202" y="5723099"/>
            <a:ext cx="23140" cy="46279"/>
          </a:xfrm>
          <a:custGeom>
            <a:avLst/>
            <a:gdLst>
              <a:gd name="T0" fmla="*/ 56 w 59"/>
              <a:gd name="T1" fmla="*/ 66 h 113"/>
              <a:gd name="T2" fmla="*/ 50 w 59"/>
              <a:gd name="T3" fmla="*/ 54 h 113"/>
              <a:gd name="T4" fmla="*/ 43 w 59"/>
              <a:gd name="T5" fmla="*/ 36 h 113"/>
              <a:gd name="T6" fmla="*/ 36 w 59"/>
              <a:gd name="T7" fmla="*/ 21 h 113"/>
              <a:gd name="T8" fmla="*/ 28 w 59"/>
              <a:gd name="T9" fmla="*/ 11 h 113"/>
              <a:gd name="T10" fmla="*/ 17 w 59"/>
              <a:gd name="T11" fmla="*/ 8 h 113"/>
              <a:gd name="T12" fmla="*/ 12 w 59"/>
              <a:gd name="T13" fmla="*/ 4 h 113"/>
              <a:gd name="T14" fmla="*/ 10 w 59"/>
              <a:gd name="T15" fmla="*/ 0 h 113"/>
              <a:gd name="T16" fmla="*/ 8 w 59"/>
              <a:gd name="T17" fmla="*/ 2 h 113"/>
              <a:gd name="T18" fmla="*/ 9 w 59"/>
              <a:gd name="T19" fmla="*/ 2 h 113"/>
              <a:gd name="T20" fmla="*/ 12 w 59"/>
              <a:gd name="T21" fmla="*/ 11 h 113"/>
              <a:gd name="T22" fmla="*/ 9 w 59"/>
              <a:gd name="T23" fmla="*/ 20 h 113"/>
              <a:gd name="T24" fmla="*/ 0 w 59"/>
              <a:gd name="T25" fmla="*/ 34 h 113"/>
              <a:gd name="T26" fmla="*/ 0 w 59"/>
              <a:gd name="T27" fmla="*/ 36 h 113"/>
              <a:gd name="T28" fmla="*/ 1 w 59"/>
              <a:gd name="T29" fmla="*/ 41 h 113"/>
              <a:gd name="T30" fmla="*/ 2 w 59"/>
              <a:gd name="T31" fmla="*/ 43 h 113"/>
              <a:gd name="T32" fmla="*/ 0 w 59"/>
              <a:gd name="T33" fmla="*/ 54 h 113"/>
              <a:gd name="T34" fmla="*/ 4 w 59"/>
              <a:gd name="T35" fmla="*/ 59 h 113"/>
              <a:gd name="T36" fmla="*/ 8 w 59"/>
              <a:gd name="T37" fmla="*/ 68 h 113"/>
              <a:gd name="T38" fmla="*/ 14 w 59"/>
              <a:gd name="T39" fmla="*/ 91 h 113"/>
              <a:gd name="T40" fmla="*/ 17 w 59"/>
              <a:gd name="T41" fmla="*/ 103 h 113"/>
              <a:gd name="T42" fmla="*/ 20 w 59"/>
              <a:gd name="T43" fmla="*/ 106 h 113"/>
              <a:gd name="T44" fmla="*/ 20 w 59"/>
              <a:gd name="T45" fmla="*/ 105 h 113"/>
              <a:gd name="T46" fmla="*/ 22 w 59"/>
              <a:gd name="T47" fmla="*/ 102 h 113"/>
              <a:gd name="T48" fmla="*/ 23 w 59"/>
              <a:gd name="T49" fmla="*/ 100 h 113"/>
              <a:gd name="T50" fmla="*/ 29 w 59"/>
              <a:gd name="T51" fmla="*/ 97 h 113"/>
              <a:gd name="T52" fmla="*/ 30 w 59"/>
              <a:gd name="T53" fmla="*/ 98 h 113"/>
              <a:gd name="T54" fmla="*/ 34 w 59"/>
              <a:gd name="T55" fmla="*/ 98 h 113"/>
              <a:gd name="T56" fmla="*/ 38 w 59"/>
              <a:gd name="T57" fmla="*/ 100 h 113"/>
              <a:gd name="T58" fmla="*/ 42 w 59"/>
              <a:gd name="T59" fmla="*/ 103 h 113"/>
              <a:gd name="T60" fmla="*/ 44 w 59"/>
              <a:gd name="T61" fmla="*/ 107 h 113"/>
              <a:gd name="T62" fmla="*/ 46 w 59"/>
              <a:gd name="T63" fmla="*/ 112 h 113"/>
              <a:gd name="T64" fmla="*/ 46 w 59"/>
              <a:gd name="T65" fmla="*/ 112 h 113"/>
              <a:gd name="T66" fmla="*/ 55 w 59"/>
              <a:gd name="T67" fmla="*/ 104 h 113"/>
              <a:gd name="T68" fmla="*/ 58 w 59"/>
              <a:gd name="T69" fmla="*/ 98 h 113"/>
              <a:gd name="T70" fmla="*/ 57 w 59"/>
              <a:gd name="T71" fmla="*/ 88 h 113"/>
              <a:gd name="T72" fmla="*/ 56 w 59"/>
              <a:gd name="T73" fmla="*/ 66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9" h="113">
                <a:moveTo>
                  <a:pt x="56" y="66"/>
                </a:moveTo>
                <a:lnTo>
                  <a:pt x="50" y="54"/>
                </a:lnTo>
                <a:lnTo>
                  <a:pt x="43" y="36"/>
                </a:lnTo>
                <a:lnTo>
                  <a:pt x="36" y="21"/>
                </a:lnTo>
                <a:lnTo>
                  <a:pt x="28" y="11"/>
                </a:lnTo>
                <a:lnTo>
                  <a:pt x="17" y="8"/>
                </a:lnTo>
                <a:cubicBezTo>
                  <a:pt x="15" y="8"/>
                  <a:pt x="13" y="6"/>
                  <a:pt x="12" y="4"/>
                </a:cubicBezTo>
                <a:lnTo>
                  <a:pt x="10" y="0"/>
                </a:lnTo>
                <a:lnTo>
                  <a:pt x="8" y="2"/>
                </a:lnTo>
                <a:lnTo>
                  <a:pt x="9" y="2"/>
                </a:lnTo>
                <a:cubicBezTo>
                  <a:pt x="12" y="4"/>
                  <a:pt x="13" y="8"/>
                  <a:pt x="12" y="11"/>
                </a:cubicBezTo>
                <a:lnTo>
                  <a:pt x="9" y="20"/>
                </a:lnTo>
                <a:lnTo>
                  <a:pt x="0" y="34"/>
                </a:lnTo>
                <a:cubicBezTo>
                  <a:pt x="0" y="35"/>
                  <a:pt x="0" y="35"/>
                  <a:pt x="0" y="36"/>
                </a:cubicBezTo>
                <a:lnTo>
                  <a:pt x="1" y="41"/>
                </a:lnTo>
                <a:cubicBezTo>
                  <a:pt x="2" y="42"/>
                  <a:pt x="2" y="42"/>
                  <a:pt x="2" y="43"/>
                </a:cubicBezTo>
                <a:lnTo>
                  <a:pt x="0" y="54"/>
                </a:lnTo>
                <a:lnTo>
                  <a:pt x="4" y="59"/>
                </a:lnTo>
                <a:lnTo>
                  <a:pt x="8" y="68"/>
                </a:lnTo>
                <a:lnTo>
                  <a:pt x="14" y="91"/>
                </a:lnTo>
                <a:lnTo>
                  <a:pt x="17" y="103"/>
                </a:lnTo>
                <a:lnTo>
                  <a:pt x="20" y="106"/>
                </a:lnTo>
                <a:lnTo>
                  <a:pt x="20" y="105"/>
                </a:lnTo>
                <a:cubicBezTo>
                  <a:pt x="20" y="104"/>
                  <a:pt x="21" y="103"/>
                  <a:pt x="22" y="102"/>
                </a:cubicBezTo>
                <a:lnTo>
                  <a:pt x="23" y="100"/>
                </a:lnTo>
                <a:cubicBezTo>
                  <a:pt x="25" y="99"/>
                  <a:pt x="27" y="97"/>
                  <a:pt x="29" y="97"/>
                </a:cubicBezTo>
                <a:cubicBezTo>
                  <a:pt x="30" y="97"/>
                  <a:pt x="30" y="98"/>
                  <a:pt x="30" y="98"/>
                </a:cubicBezTo>
                <a:lnTo>
                  <a:pt x="34" y="98"/>
                </a:lnTo>
                <a:cubicBezTo>
                  <a:pt x="36" y="98"/>
                  <a:pt x="37" y="99"/>
                  <a:pt x="38" y="100"/>
                </a:cubicBezTo>
                <a:lnTo>
                  <a:pt x="42" y="103"/>
                </a:lnTo>
                <a:cubicBezTo>
                  <a:pt x="43" y="104"/>
                  <a:pt x="44" y="105"/>
                  <a:pt x="44" y="107"/>
                </a:cubicBezTo>
                <a:lnTo>
                  <a:pt x="46" y="112"/>
                </a:lnTo>
                <a:lnTo>
                  <a:pt x="46" y="112"/>
                </a:lnTo>
                <a:lnTo>
                  <a:pt x="55" y="104"/>
                </a:lnTo>
                <a:lnTo>
                  <a:pt x="58" y="98"/>
                </a:lnTo>
                <a:lnTo>
                  <a:pt x="57" y="88"/>
                </a:lnTo>
                <a:lnTo>
                  <a:pt x="56" y="6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7" name="Freeform 143">
            <a:extLst>
              <a:ext uri="{FF2B5EF4-FFF2-40B4-BE49-F238E27FC236}">
                <a16:creationId xmlns:a16="http://schemas.microsoft.com/office/drawing/2014/main" xmlns="" id="{6CE0BE13-E979-49E4-9219-BC8AC03D7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183" y="5456105"/>
            <a:ext cx="311493" cy="355993"/>
          </a:xfrm>
          <a:custGeom>
            <a:avLst/>
            <a:gdLst>
              <a:gd name="T0" fmla="*/ 490 w 770"/>
              <a:gd name="T1" fmla="*/ 110 h 883"/>
              <a:gd name="T2" fmla="*/ 502 w 770"/>
              <a:gd name="T3" fmla="*/ 58 h 883"/>
              <a:gd name="T4" fmla="*/ 425 w 770"/>
              <a:gd name="T5" fmla="*/ 71 h 883"/>
              <a:gd name="T6" fmla="*/ 340 w 770"/>
              <a:gd name="T7" fmla="*/ 73 h 883"/>
              <a:gd name="T8" fmla="*/ 224 w 770"/>
              <a:gd name="T9" fmla="*/ 35 h 883"/>
              <a:gd name="T10" fmla="*/ 112 w 770"/>
              <a:gd name="T11" fmla="*/ 52 h 883"/>
              <a:gd name="T12" fmla="*/ 12 w 770"/>
              <a:gd name="T13" fmla="*/ 103 h 883"/>
              <a:gd name="T14" fmla="*/ 104 w 770"/>
              <a:gd name="T15" fmla="*/ 63 h 883"/>
              <a:gd name="T16" fmla="*/ 103 w 770"/>
              <a:gd name="T17" fmla="*/ 109 h 883"/>
              <a:gd name="T18" fmla="*/ 34 w 770"/>
              <a:gd name="T19" fmla="*/ 156 h 883"/>
              <a:gd name="T20" fmla="*/ 88 w 770"/>
              <a:gd name="T21" fmla="*/ 201 h 883"/>
              <a:gd name="T22" fmla="*/ 110 w 770"/>
              <a:gd name="T23" fmla="*/ 201 h 883"/>
              <a:gd name="T24" fmla="*/ 171 w 770"/>
              <a:gd name="T25" fmla="*/ 163 h 883"/>
              <a:gd name="T26" fmla="*/ 188 w 770"/>
              <a:gd name="T27" fmla="*/ 224 h 883"/>
              <a:gd name="T28" fmla="*/ 162 w 770"/>
              <a:gd name="T29" fmla="*/ 370 h 883"/>
              <a:gd name="T30" fmla="*/ 60 w 770"/>
              <a:gd name="T31" fmla="*/ 337 h 883"/>
              <a:gd name="T32" fmla="*/ 53 w 770"/>
              <a:gd name="T33" fmla="*/ 393 h 883"/>
              <a:gd name="T34" fmla="*/ 30 w 770"/>
              <a:gd name="T35" fmla="*/ 444 h 883"/>
              <a:gd name="T36" fmla="*/ 45 w 770"/>
              <a:gd name="T37" fmla="*/ 495 h 883"/>
              <a:gd name="T38" fmla="*/ 75 w 770"/>
              <a:gd name="T39" fmla="*/ 541 h 883"/>
              <a:gd name="T40" fmla="*/ 135 w 770"/>
              <a:gd name="T41" fmla="*/ 416 h 883"/>
              <a:gd name="T42" fmla="*/ 187 w 770"/>
              <a:gd name="T43" fmla="*/ 397 h 883"/>
              <a:gd name="T44" fmla="*/ 155 w 770"/>
              <a:gd name="T45" fmla="*/ 467 h 883"/>
              <a:gd name="T46" fmla="*/ 138 w 770"/>
              <a:gd name="T47" fmla="*/ 519 h 883"/>
              <a:gd name="T48" fmla="*/ 157 w 770"/>
              <a:gd name="T49" fmla="*/ 515 h 883"/>
              <a:gd name="T50" fmla="*/ 185 w 770"/>
              <a:gd name="T51" fmla="*/ 553 h 883"/>
              <a:gd name="T52" fmla="*/ 204 w 770"/>
              <a:gd name="T53" fmla="*/ 592 h 883"/>
              <a:gd name="T54" fmla="*/ 177 w 770"/>
              <a:gd name="T55" fmla="*/ 627 h 883"/>
              <a:gd name="T56" fmla="*/ 207 w 770"/>
              <a:gd name="T57" fmla="*/ 543 h 883"/>
              <a:gd name="T58" fmla="*/ 268 w 770"/>
              <a:gd name="T59" fmla="*/ 462 h 883"/>
              <a:gd name="T60" fmla="*/ 308 w 770"/>
              <a:gd name="T61" fmla="*/ 424 h 883"/>
              <a:gd name="T62" fmla="*/ 318 w 770"/>
              <a:gd name="T63" fmla="*/ 389 h 883"/>
              <a:gd name="T64" fmla="*/ 347 w 770"/>
              <a:gd name="T65" fmla="*/ 389 h 883"/>
              <a:gd name="T66" fmla="*/ 458 w 770"/>
              <a:gd name="T67" fmla="*/ 312 h 883"/>
              <a:gd name="T68" fmla="*/ 493 w 770"/>
              <a:gd name="T69" fmla="*/ 331 h 883"/>
              <a:gd name="T70" fmla="*/ 563 w 770"/>
              <a:gd name="T71" fmla="*/ 307 h 883"/>
              <a:gd name="T72" fmla="*/ 575 w 770"/>
              <a:gd name="T73" fmla="*/ 349 h 883"/>
              <a:gd name="T74" fmla="*/ 452 w 770"/>
              <a:gd name="T75" fmla="*/ 457 h 883"/>
              <a:gd name="T76" fmla="*/ 409 w 770"/>
              <a:gd name="T77" fmla="*/ 571 h 883"/>
              <a:gd name="T78" fmla="*/ 435 w 770"/>
              <a:gd name="T79" fmla="*/ 410 h 883"/>
              <a:gd name="T80" fmla="*/ 372 w 770"/>
              <a:gd name="T81" fmla="*/ 421 h 883"/>
              <a:gd name="T82" fmla="*/ 334 w 770"/>
              <a:gd name="T83" fmla="*/ 463 h 883"/>
              <a:gd name="T84" fmla="*/ 309 w 770"/>
              <a:gd name="T85" fmla="*/ 559 h 883"/>
              <a:gd name="T86" fmla="*/ 349 w 770"/>
              <a:gd name="T87" fmla="*/ 550 h 883"/>
              <a:gd name="T88" fmla="*/ 261 w 770"/>
              <a:gd name="T89" fmla="*/ 660 h 883"/>
              <a:gd name="T90" fmla="*/ 183 w 770"/>
              <a:gd name="T91" fmla="*/ 725 h 883"/>
              <a:gd name="T92" fmla="*/ 230 w 770"/>
              <a:gd name="T93" fmla="*/ 756 h 883"/>
              <a:gd name="T94" fmla="*/ 256 w 770"/>
              <a:gd name="T95" fmla="*/ 752 h 883"/>
              <a:gd name="T96" fmla="*/ 333 w 770"/>
              <a:gd name="T97" fmla="*/ 726 h 883"/>
              <a:gd name="T98" fmla="*/ 317 w 770"/>
              <a:gd name="T99" fmla="*/ 767 h 883"/>
              <a:gd name="T100" fmla="*/ 204 w 770"/>
              <a:gd name="T101" fmla="*/ 821 h 883"/>
              <a:gd name="T102" fmla="*/ 199 w 770"/>
              <a:gd name="T103" fmla="*/ 855 h 883"/>
              <a:gd name="T104" fmla="*/ 240 w 770"/>
              <a:gd name="T105" fmla="*/ 865 h 883"/>
              <a:gd name="T106" fmla="*/ 333 w 770"/>
              <a:gd name="T107" fmla="*/ 792 h 883"/>
              <a:gd name="T108" fmla="*/ 420 w 770"/>
              <a:gd name="T109" fmla="*/ 717 h 883"/>
              <a:gd name="T110" fmla="*/ 480 w 770"/>
              <a:gd name="T111" fmla="*/ 762 h 883"/>
              <a:gd name="T112" fmla="*/ 609 w 770"/>
              <a:gd name="T113" fmla="*/ 724 h 883"/>
              <a:gd name="T114" fmla="*/ 692 w 770"/>
              <a:gd name="T115" fmla="*/ 599 h 883"/>
              <a:gd name="T116" fmla="*/ 766 w 770"/>
              <a:gd name="T117" fmla="*/ 300 h 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70" h="883">
                <a:moveTo>
                  <a:pt x="555" y="173"/>
                </a:moveTo>
                <a:lnTo>
                  <a:pt x="550" y="150"/>
                </a:lnTo>
                <a:lnTo>
                  <a:pt x="548" y="149"/>
                </a:lnTo>
                <a:lnTo>
                  <a:pt x="527" y="149"/>
                </a:lnTo>
                <a:cubicBezTo>
                  <a:pt x="526" y="149"/>
                  <a:pt x="524" y="148"/>
                  <a:pt x="523" y="148"/>
                </a:cubicBezTo>
                <a:lnTo>
                  <a:pt x="521" y="147"/>
                </a:lnTo>
                <a:cubicBezTo>
                  <a:pt x="519" y="145"/>
                  <a:pt x="517" y="143"/>
                  <a:pt x="517" y="140"/>
                </a:cubicBezTo>
                <a:lnTo>
                  <a:pt x="517" y="136"/>
                </a:lnTo>
                <a:lnTo>
                  <a:pt x="520" y="119"/>
                </a:lnTo>
                <a:lnTo>
                  <a:pt x="520" y="117"/>
                </a:lnTo>
                <a:lnTo>
                  <a:pt x="519" y="116"/>
                </a:lnTo>
                <a:lnTo>
                  <a:pt x="490" y="110"/>
                </a:lnTo>
                <a:cubicBezTo>
                  <a:pt x="489" y="110"/>
                  <a:pt x="488" y="109"/>
                  <a:pt x="488" y="109"/>
                </a:cubicBezTo>
                <a:lnTo>
                  <a:pt x="483" y="107"/>
                </a:lnTo>
                <a:cubicBezTo>
                  <a:pt x="482" y="106"/>
                  <a:pt x="482" y="106"/>
                  <a:pt x="481" y="105"/>
                </a:cubicBezTo>
                <a:lnTo>
                  <a:pt x="477" y="102"/>
                </a:lnTo>
                <a:cubicBezTo>
                  <a:pt x="477" y="101"/>
                  <a:pt x="476" y="100"/>
                  <a:pt x="475" y="99"/>
                </a:cubicBezTo>
                <a:lnTo>
                  <a:pt x="474" y="96"/>
                </a:lnTo>
                <a:cubicBezTo>
                  <a:pt x="473" y="94"/>
                  <a:pt x="473" y="93"/>
                  <a:pt x="473" y="92"/>
                </a:cubicBezTo>
                <a:lnTo>
                  <a:pt x="473" y="88"/>
                </a:lnTo>
                <a:cubicBezTo>
                  <a:pt x="473" y="86"/>
                  <a:pt x="474" y="85"/>
                  <a:pt x="475" y="84"/>
                </a:cubicBezTo>
                <a:lnTo>
                  <a:pt x="478" y="78"/>
                </a:lnTo>
                <a:lnTo>
                  <a:pt x="484" y="73"/>
                </a:lnTo>
                <a:lnTo>
                  <a:pt x="502" y="58"/>
                </a:lnTo>
                <a:lnTo>
                  <a:pt x="489" y="58"/>
                </a:lnTo>
                <a:cubicBezTo>
                  <a:pt x="486" y="59"/>
                  <a:pt x="483" y="56"/>
                  <a:pt x="482" y="53"/>
                </a:cubicBezTo>
                <a:lnTo>
                  <a:pt x="479" y="45"/>
                </a:lnTo>
                <a:lnTo>
                  <a:pt x="467" y="37"/>
                </a:lnTo>
                <a:lnTo>
                  <a:pt x="465" y="39"/>
                </a:lnTo>
                <a:lnTo>
                  <a:pt x="462" y="46"/>
                </a:lnTo>
                <a:lnTo>
                  <a:pt x="457" y="52"/>
                </a:lnTo>
                <a:lnTo>
                  <a:pt x="444" y="65"/>
                </a:lnTo>
                <a:cubicBezTo>
                  <a:pt x="444" y="65"/>
                  <a:pt x="443" y="66"/>
                  <a:pt x="442" y="66"/>
                </a:cubicBezTo>
                <a:lnTo>
                  <a:pt x="435" y="69"/>
                </a:lnTo>
                <a:cubicBezTo>
                  <a:pt x="434" y="70"/>
                  <a:pt x="433" y="70"/>
                  <a:pt x="433" y="70"/>
                </a:cubicBezTo>
                <a:lnTo>
                  <a:pt x="425" y="71"/>
                </a:lnTo>
                <a:cubicBezTo>
                  <a:pt x="424" y="71"/>
                  <a:pt x="422" y="71"/>
                  <a:pt x="421" y="70"/>
                </a:cubicBezTo>
                <a:lnTo>
                  <a:pt x="412" y="66"/>
                </a:lnTo>
                <a:cubicBezTo>
                  <a:pt x="411" y="65"/>
                  <a:pt x="410" y="65"/>
                  <a:pt x="409" y="64"/>
                </a:cubicBezTo>
                <a:lnTo>
                  <a:pt x="406" y="60"/>
                </a:lnTo>
                <a:cubicBezTo>
                  <a:pt x="405" y="59"/>
                  <a:pt x="405" y="58"/>
                  <a:pt x="405" y="56"/>
                </a:cubicBezTo>
                <a:lnTo>
                  <a:pt x="404" y="52"/>
                </a:lnTo>
                <a:cubicBezTo>
                  <a:pt x="404" y="52"/>
                  <a:pt x="404" y="51"/>
                  <a:pt x="404" y="50"/>
                </a:cubicBezTo>
                <a:lnTo>
                  <a:pt x="369" y="63"/>
                </a:lnTo>
                <a:lnTo>
                  <a:pt x="359" y="70"/>
                </a:lnTo>
                <a:cubicBezTo>
                  <a:pt x="358" y="71"/>
                  <a:pt x="357" y="71"/>
                  <a:pt x="356" y="71"/>
                </a:cubicBezTo>
                <a:lnTo>
                  <a:pt x="344" y="73"/>
                </a:lnTo>
                <a:cubicBezTo>
                  <a:pt x="343" y="73"/>
                  <a:pt x="341" y="73"/>
                  <a:pt x="340" y="73"/>
                </a:cubicBezTo>
                <a:lnTo>
                  <a:pt x="318" y="62"/>
                </a:lnTo>
                <a:lnTo>
                  <a:pt x="299" y="52"/>
                </a:lnTo>
                <a:cubicBezTo>
                  <a:pt x="298" y="51"/>
                  <a:pt x="297" y="51"/>
                  <a:pt x="297" y="50"/>
                </a:cubicBezTo>
                <a:lnTo>
                  <a:pt x="294" y="47"/>
                </a:lnTo>
                <a:cubicBezTo>
                  <a:pt x="293" y="46"/>
                  <a:pt x="292" y="44"/>
                  <a:pt x="292" y="43"/>
                </a:cubicBezTo>
                <a:lnTo>
                  <a:pt x="290" y="23"/>
                </a:lnTo>
                <a:lnTo>
                  <a:pt x="288" y="21"/>
                </a:lnTo>
                <a:lnTo>
                  <a:pt x="278" y="12"/>
                </a:lnTo>
                <a:lnTo>
                  <a:pt x="271" y="2"/>
                </a:lnTo>
                <a:lnTo>
                  <a:pt x="268" y="0"/>
                </a:lnTo>
                <a:lnTo>
                  <a:pt x="265" y="0"/>
                </a:lnTo>
                <a:lnTo>
                  <a:pt x="224" y="35"/>
                </a:lnTo>
                <a:cubicBezTo>
                  <a:pt x="222" y="37"/>
                  <a:pt x="218" y="37"/>
                  <a:pt x="215" y="36"/>
                </a:cubicBezTo>
                <a:lnTo>
                  <a:pt x="193" y="26"/>
                </a:lnTo>
                <a:lnTo>
                  <a:pt x="191" y="27"/>
                </a:lnTo>
                <a:lnTo>
                  <a:pt x="184" y="34"/>
                </a:lnTo>
                <a:cubicBezTo>
                  <a:pt x="183" y="35"/>
                  <a:pt x="181" y="36"/>
                  <a:pt x="178" y="36"/>
                </a:cubicBezTo>
                <a:lnTo>
                  <a:pt x="178" y="36"/>
                </a:lnTo>
                <a:lnTo>
                  <a:pt x="170" y="36"/>
                </a:lnTo>
                <a:cubicBezTo>
                  <a:pt x="169" y="36"/>
                  <a:pt x="168" y="36"/>
                  <a:pt x="167" y="35"/>
                </a:cubicBezTo>
                <a:lnTo>
                  <a:pt x="148" y="28"/>
                </a:lnTo>
                <a:lnTo>
                  <a:pt x="133" y="36"/>
                </a:lnTo>
                <a:lnTo>
                  <a:pt x="121" y="47"/>
                </a:lnTo>
                <a:lnTo>
                  <a:pt x="112" y="52"/>
                </a:lnTo>
                <a:lnTo>
                  <a:pt x="87" y="60"/>
                </a:lnTo>
                <a:cubicBezTo>
                  <a:pt x="86" y="61"/>
                  <a:pt x="85" y="61"/>
                  <a:pt x="84" y="61"/>
                </a:cubicBezTo>
                <a:lnTo>
                  <a:pt x="64" y="61"/>
                </a:lnTo>
                <a:cubicBezTo>
                  <a:pt x="63" y="61"/>
                  <a:pt x="61" y="61"/>
                  <a:pt x="60" y="60"/>
                </a:cubicBezTo>
                <a:lnTo>
                  <a:pt x="43" y="50"/>
                </a:lnTo>
                <a:lnTo>
                  <a:pt x="39" y="49"/>
                </a:lnTo>
                <a:lnTo>
                  <a:pt x="38" y="49"/>
                </a:lnTo>
                <a:lnTo>
                  <a:pt x="19" y="60"/>
                </a:lnTo>
                <a:lnTo>
                  <a:pt x="11" y="66"/>
                </a:lnTo>
                <a:lnTo>
                  <a:pt x="0" y="99"/>
                </a:lnTo>
                <a:cubicBezTo>
                  <a:pt x="1" y="98"/>
                  <a:pt x="2" y="98"/>
                  <a:pt x="4" y="97"/>
                </a:cubicBezTo>
                <a:cubicBezTo>
                  <a:pt x="8" y="97"/>
                  <a:pt x="11" y="99"/>
                  <a:pt x="12" y="103"/>
                </a:cubicBezTo>
                <a:lnTo>
                  <a:pt x="17" y="116"/>
                </a:lnTo>
                <a:lnTo>
                  <a:pt x="28" y="121"/>
                </a:lnTo>
                <a:lnTo>
                  <a:pt x="38" y="118"/>
                </a:lnTo>
                <a:lnTo>
                  <a:pt x="43" y="109"/>
                </a:lnTo>
                <a:lnTo>
                  <a:pt x="46" y="95"/>
                </a:lnTo>
                <a:cubicBezTo>
                  <a:pt x="46" y="94"/>
                  <a:pt x="47" y="92"/>
                  <a:pt x="48" y="91"/>
                </a:cubicBezTo>
                <a:lnTo>
                  <a:pt x="55" y="85"/>
                </a:lnTo>
                <a:cubicBezTo>
                  <a:pt x="56" y="84"/>
                  <a:pt x="57" y="83"/>
                  <a:pt x="59" y="83"/>
                </a:cubicBezTo>
                <a:lnTo>
                  <a:pt x="73" y="80"/>
                </a:lnTo>
                <a:lnTo>
                  <a:pt x="94" y="65"/>
                </a:lnTo>
                <a:cubicBezTo>
                  <a:pt x="94" y="65"/>
                  <a:pt x="96" y="64"/>
                  <a:pt x="97" y="64"/>
                </a:cubicBezTo>
                <a:lnTo>
                  <a:pt x="104" y="63"/>
                </a:lnTo>
                <a:cubicBezTo>
                  <a:pt x="108" y="62"/>
                  <a:pt x="111" y="63"/>
                  <a:pt x="113" y="66"/>
                </a:cubicBezTo>
                <a:cubicBezTo>
                  <a:pt x="114" y="69"/>
                  <a:pt x="114" y="73"/>
                  <a:pt x="112" y="76"/>
                </a:cubicBezTo>
                <a:lnTo>
                  <a:pt x="107" y="81"/>
                </a:lnTo>
                <a:lnTo>
                  <a:pt x="107" y="81"/>
                </a:lnTo>
                <a:lnTo>
                  <a:pt x="112" y="83"/>
                </a:lnTo>
                <a:lnTo>
                  <a:pt x="119" y="84"/>
                </a:lnTo>
                <a:cubicBezTo>
                  <a:pt x="122" y="84"/>
                  <a:pt x="125" y="87"/>
                  <a:pt x="126" y="90"/>
                </a:cubicBezTo>
                <a:cubicBezTo>
                  <a:pt x="127" y="93"/>
                  <a:pt x="126" y="96"/>
                  <a:pt x="123" y="98"/>
                </a:cubicBezTo>
                <a:lnTo>
                  <a:pt x="115" y="104"/>
                </a:lnTo>
                <a:lnTo>
                  <a:pt x="110" y="107"/>
                </a:lnTo>
                <a:cubicBezTo>
                  <a:pt x="109" y="108"/>
                  <a:pt x="108" y="108"/>
                  <a:pt x="108" y="108"/>
                </a:cubicBezTo>
                <a:lnTo>
                  <a:pt x="103" y="109"/>
                </a:lnTo>
                <a:cubicBezTo>
                  <a:pt x="102" y="109"/>
                  <a:pt x="101" y="109"/>
                  <a:pt x="99" y="109"/>
                </a:cubicBezTo>
                <a:lnTo>
                  <a:pt x="94" y="107"/>
                </a:lnTo>
                <a:lnTo>
                  <a:pt x="87" y="104"/>
                </a:lnTo>
                <a:lnTo>
                  <a:pt x="68" y="113"/>
                </a:lnTo>
                <a:lnTo>
                  <a:pt x="66" y="116"/>
                </a:lnTo>
                <a:lnTo>
                  <a:pt x="69" y="130"/>
                </a:lnTo>
                <a:cubicBezTo>
                  <a:pt x="70" y="133"/>
                  <a:pt x="69" y="136"/>
                  <a:pt x="66" y="138"/>
                </a:cubicBezTo>
                <a:lnTo>
                  <a:pt x="59" y="143"/>
                </a:lnTo>
                <a:cubicBezTo>
                  <a:pt x="58" y="143"/>
                  <a:pt x="57" y="143"/>
                  <a:pt x="57" y="144"/>
                </a:cubicBezTo>
                <a:lnTo>
                  <a:pt x="44" y="147"/>
                </a:lnTo>
                <a:lnTo>
                  <a:pt x="39" y="150"/>
                </a:lnTo>
                <a:lnTo>
                  <a:pt x="34" y="156"/>
                </a:lnTo>
                <a:lnTo>
                  <a:pt x="34" y="157"/>
                </a:lnTo>
                <a:cubicBezTo>
                  <a:pt x="35" y="157"/>
                  <a:pt x="37" y="158"/>
                  <a:pt x="38" y="159"/>
                </a:cubicBezTo>
                <a:lnTo>
                  <a:pt x="44" y="165"/>
                </a:lnTo>
                <a:lnTo>
                  <a:pt x="50" y="167"/>
                </a:lnTo>
                <a:lnTo>
                  <a:pt x="62" y="167"/>
                </a:lnTo>
                <a:lnTo>
                  <a:pt x="62" y="167"/>
                </a:lnTo>
                <a:cubicBezTo>
                  <a:pt x="64" y="167"/>
                  <a:pt x="66" y="167"/>
                  <a:pt x="68" y="168"/>
                </a:cubicBezTo>
                <a:lnTo>
                  <a:pt x="70" y="170"/>
                </a:lnTo>
                <a:cubicBezTo>
                  <a:pt x="71" y="172"/>
                  <a:pt x="72" y="173"/>
                  <a:pt x="73" y="175"/>
                </a:cubicBezTo>
                <a:lnTo>
                  <a:pt x="76" y="188"/>
                </a:lnTo>
                <a:lnTo>
                  <a:pt x="84" y="193"/>
                </a:lnTo>
                <a:cubicBezTo>
                  <a:pt x="87" y="195"/>
                  <a:pt x="89" y="198"/>
                  <a:pt x="88" y="201"/>
                </a:cubicBezTo>
                <a:lnTo>
                  <a:pt x="88" y="208"/>
                </a:lnTo>
                <a:lnTo>
                  <a:pt x="92" y="214"/>
                </a:lnTo>
                <a:cubicBezTo>
                  <a:pt x="93" y="215"/>
                  <a:pt x="93" y="217"/>
                  <a:pt x="94" y="218"/>
                </a:cubicBezTo>
                <a:lnTo>
                  <a:pt x="95" y="225"/>
                </a:lnTo>
                <a:cubicBezTo>
                  <a:pt x="95" y="227"/>
                  <a:pt x="94" y="229"/>
                  <a:pt x="93" y="231"/>
                </a:cubicBezTo>
                <a:cubicBezTo>
                  <a:pt x="92" y="233"/>
                  <a:pt x="90" y="233"/>
                  <a:pt x="88" y="234"/>
                </a:cubicBezTo>
                <a:lnTo>
                  <a:pt x="94" y="244"/>
                </a:lnTo>
                <a:cubicBezTo>
                  <a:pt x="94" y="244"/>
                  <a:pt x="94" y="245"/>
                  <a:pt x="94" y="246"/>
                </a:cubicBezTo>
                <a:lnTo>
                  <a:pt x="110" y="240"/>
                </a:lnTo>
                <a:lnTo>
                  <a:pt x="106" y="212"/>
                </a:lnTo>
                <a:cubicBezTo>
                  <a:pt x="106" y="210"/>
                  <a:pt x="106" y="209"/>
                  <a:pt x="107" y="208"/>
                </a:cubicBezTo>
                <a:lnTo>
                  <a:pt x="110" y="201"/>
                </a:lnTo>
                <a:cubicBezTo>
                  <a:pt x="111" y="198"/>
                  <a:pt x="115" y="196"/>
                  <a:pt x="118" y="196"/>
                </a:cubicBezTo>
                <a:lnTo>
                  <a:pt x="130" y="197"/>
                </a:lnTo>
                <a:lnTo>
                  <a:pt x="132" y="196"/>
                </a:lnTo>
                <a:lnTo>
                  <a:pt x="137" y="188"/>
                </a:lnTo>
                <a:cubicBezTo>
                  <a:pt x="138" y="187"/>
                  <a:pt x="139" y="187"/>
                  <a:pt x="140" y="186"/>
                </a:cubicBezTo>
                <a:lnTo>
                  <a:pt x="142" y="185"/>
                </a:lnTo>
                <a:lnTo>
                  <a:pt x="145" y="181"/>
                </a:lnTo>
                <a:lnTo>
                  <a:pt x="149" y="172"/>
                </a:lnTo>
                <a:lnTo>
                  <a:pt x="154" y="163"/>
                </a:lnTo>
                <a:cubicBezTo>
                  <a:pt x="155" y="161"/>
                  <a:pt x="157" y="159"/>
                  <a:pt x="159" y="159"/>
                </a:cubicBezTo>
                <a:cubicBezTo>
                  <a:pt x="161" y="158"/>
                  <a:pt x="163" y="158"/>
                  <a:pt x="165" y="159"/>
                </a:cubicBezTo>
                <a:lnTo>
                  <a:pt x="171" y="163"/>
                </a:lnTo>
                <a:cubicBezTo>
                  <a:pt x="175" y="165"/>
                  <a:pt x="176" y="170"/>
                  <a:pt x="174" y="174"/>
                </a:cubicBezTo>
                <a:lnTo>
                  <a:pt x="171" y="179"/>
                </a:lnTo>
                <a:lnTo>
                  <a:pt x="166" y="193"/>
                </a:lnTo>
                <a:lnTo>
                  <a:pt x="170" y="193"/>
                </a:lnTo>
                <a:lnTo>
                  <a:pt x="172" y="192"/>
                </a:lnTo>
                <a:lnTo>
                  <a:pt x="178" y="186"/>
                </a:lnTo>
                <a:cubicBezTo>
                  <a:pt x="180" y="183"/>
                  <a:pt x="185" y="182"/>
                  <a:pt x="188" y="184"/>
                </a:cubicBezTo>
                <a:cubicBezTo>
                  <a:pt x="191" y="187"/>
                  <a:pt x="193" y="191"/>
                  <a:pt x="191" y="194"/>
                </a:cubicBezTo>
                <a:lnTo>
                  <a:pt x="188" y="202"/>
                </a:lnTo>
                <a:lnTo>
                  <a:pt x="184" y="214"/>
                </a:lnTo>
                <a:lnTo>
                  <a:pt x="184" y="220"/>
                </a:lnTo>
                <a:lnTo>
                  <a:pt x="188" y="224"/>
                </a:lnTo>
                <a:cubicBezTo>
                  <a:pt x="190" y="227"/>
                  <a:pt x="190" y="231"/>
                  <a:pt x="188" y="234"/>
                </a:cubicBezTo>
                <a:lnTo>
                  <a:pt x="183" y="243"/>
                </a:lnTo>
                <a:lnTo>
                  <a:pt x="180" y="265"/>
                </a:lnTo>
                <a:lnTo>
                  <a:pt x="179" y="289"/>
                </a:lnTo>
                <a:lnTo>
                  <a:pt x="179" y="307"/>
                </a:lnTo>
                <a:lnTo>
                  <a:pt x="181" y="338"/>
                </a:lnTo>
                <a:lnTo>
                  <a:pt x="179" y="348"/>
                </a:lnTo>
                <a:cubicBezTo>
                  <a:pt x="178" y="349"/>
                  <a:pt x="178" y="350"/>
                  <a:pt x="177" y="351"/>
                </a:cubicBezTo>
                <a:lnTo>
                  <a:pt x="171" y="357"/>
                </a:lnTo>
                <a:cubicBezTo>
                  <a:pt x="171" y="358"/>
                  <a:pt x="170" y="358"/>
                  <a:pt x="169" y="359"/>
                </a:cubicBezTo>
                <a:lnTo>
                  <a:pt x="161" y="363"/>
                </a:lnTo>
                <a:lnTo>
                  <a:pt x="162" y="370"/>
                </a:lnTo>
                <a:cubicBezTo>
                  <a:pt x="162" y="373"/>
                  <a:pt x="161" y="376"/>
                  <a:pt x="159" y="377"/>
                </a:cubicBezTo>
                <a:lnTo>
                  <a:pt x="148" y="386"/>
                </a:lnTo>
                <a:cubicBezTo>
                  <a:pt x="147" y="387"/>
                  <a:pt x="145" y="387"/>
                  <a:pt x="144" y="388"/>
                </a:cubicBezTo>
                <a:lnTo>
                  <a:pt x="130" y="389"/>
                </a:lnTo>
                <a:cubicBezTo>
                  <a:pt x="129" y="389"/>
                  <a:pt x="128" y="389"/>
                  <a:pt x="127" y="389"/>
                </a:cubicBezTo>
                <a:lnTo>
                  <a:pt x="113" y="385"/>
                </a:lnTo>
                <a:cubicBezTo>
                  <a:pt x="113" y="385"/>
                  <a:pt x="112" y="385"/>
                  <a:pt x="111" y="384"/>
                </a:cubicBezTo>
                <a:lnTo>
                  <a:pt x="96" y="375"/>
                </a:lnTo>
                <a:lnTo>
                  <a:pt x="86" y="368"/>
                </a:lnTo>
                <a:cubicBezTo>
                  <a:pt x="85" y="367"/>
                  <a:pt x="85" y="367"/>
                  <a:pt x="85" y="366"/>
                </a:cubicBezTo>
                <a:lnTo>
                  <a:pt x="67" y="344"/>
                </a:lnTo>
                <a:lnTo>
                  <a:pt x="60" y="337"/>
                </a:lnTo>
                <a:lnTo>
                  <a:pt x="50" y="324"/>
                </a:lnTo>
                <a:lnTo>
                  <a:pt x="46" y="320"/>
                </a:lnTo>
                <a:lnTo>
                  <a:pt x="45" y="320"/>
                </a:lnTo>
                <a:lnTo>
                  <a:pt x="34" y="337"/>
                </a:lnTo>
                <a:lnTo>
                  <a:pt x="34" y="342"/>
                </a:lnTo>
                <a:lnTo>
                  <a:pt x="41" y="355"/>
                </a:lnTo>
                <a:cubicBezTo>
                  <a:pt x="42" y="357"/>
                  <a:pt x="42" y="360"/>
                  <a:pt x="41" y="363"/>
                </a:cubicBezTo>
                <a:lnTo>
                  <a:pt x="40" y="365"/>
                </a:lnTo>
                <a:lnTo>
                  <a:pt x="39" y="370"/>
                </a:lnTo>
                <a:lnTo>
                  <a:pt x="46" y="384"/>
                </a:lnTo>
                <a:lnTo>
                  <a:pt x="49" y="386"/>
                </a:lnTo>
                <a:cubicBezTo>
                  <a:pt x="52" y="388"/>
                  <a:pt x="53" y="390"/>
                  <a:pt x="53" y="393"/>
                </a:cubicBezTo>
                <a:cubicBezTo>
                  <a:pt x="53" y="396"/>
                  <a:pt x="51" y="398"/>
                  <a:pt x="49" y="400"/>
                </a:cubicBezTo>
                <a:lnTo>
                  <a:pt x="39" y="405"/>
                </a:lnTo>
                <a:cubicBezTo>
                  <a:pt x="37" y="406"/>
                  <a:pt x="36" y="406"/>
                  <a:pt x="35" y="406"/>
                </a:cubicBezTo>
                <a:lnTo>
                  <a:pt x="12" y="406"/>
                </a:lnTo>
                <a:lnTo>
                  <a:pt x="6" y="413"/>
                </a:lnTo>
                <a:lnTo>
                  <a:pt x="5" y="419"/>
                </a:lnTo>
                <a:lnTo>
                  <a:pt x="16" y="421"/>
                </a:lnTo>
                <a:cubicBezTo>
                  <a:pt x="17" y="421"/>
                  <a:pt x="18" y="422"/>
                  <a:pt x="19" y="422"/>
                </a:cubicBezTo>
                <a:lnTo>
                  <a:pt x="23" y="426"/>
                </a:lnTo>
                <a:cubicBezTo>
                  <a:pt x="24" y="426"/>
                  <a:pt x="24" y="427"/>
                  <a:pt x="25" y="427"/>
                </a:cubicBezTo>
                <a:lnTo>
                  <a:pt x="30" y="435"/>
                </a:lnTo>
                <a:cubicBezTo>
                  <a:pt x="32" y="438"/>
                  <a:pt x="32" y="441"/>
                  <a:pt x="30" y="444"/>
                </a:cubicBezTo>
                <a:cubicBezTo>
                  <a:pt x="29" y="446"/>
                  <a:pt x="25" y="448"/>
                  <a:pt x="22" y="447"/>
                </a:cubicBezTo>
                <a:lnTo>
                  <a:pt x="13" y="446"/>
                </a:lnTo>
                <a:lnTo>
                  <a:pt x="13" y="446"/>
                </a:lnTo>
                <a:lnTo>
                  <a:pt x="11" y="457"/>
                </a:lnTo>
                <a:lnTo>
                  <a:pt x="11" y="459"/>
                </a:lnTo>
                <a:lnTo>
                  <a:pt x="39" y="466"/>
                </a:lnTo>
                <a:lnTo>
                  <a:pt x="48" y="466"/>
                </a:lnTo>
                <a:cubicBezTo>
                  <a:pt x="51" y="466"/>
                  <a:pt x="54" y="467"/>
                  <a:pt x="55" y="469"/>
                </a:cubicBezTo>
                <a:cubicBezTo>
                  <a:pt x="57" y="471"/>
                  <a:pt x="57" y="474"/>
                  <a:pt x="56" y="477"/>
                </a:cubicBezTo>
                <a:lnTo>
                  <a:pt x="52" y="487"/>
                </a:lnTo>
                <a:cubicBezTo>
                  <a:pt x="52" y="488"/>
                  <a:pt x="51" y="489"/>
                  <a:pt x="50" y="489"/>
                </a:cubicBezTo>
                <a:lnTo>
                  <a:pt x="45" y="495"/>
                </a:lnTo>
                <a:lnTo>
                  <a:pt x="49" y="494"/>
                </a:lnTo>
                <a:cubicBezTo>
                  <a:pt x="50" y="493"/>
                  <a:pt x="52" y="493"/>
                  <a:pt x="54" y="493"/>
                </a:cubicBezTo>
                <a:lnTo>
                  <a:pt x="64" y="496"/>
                </a:lnTo>
                <a:cubicBezTo>
                  <a:pt x="67" y="497"/>
                  <a:pt x="69" y="500"/>
                  <a:pt x="69" y="504"/>
                </a:cubicBezTo>
                <a:lnTo>
                  <a:pt x="69" y="507"/>
                </a:lnTo>
                <a:cubicBezTo>
                  <a:pt x="69" y="511"/>
                  <a:pt x="67" y="514"/>
                  <a:pt x="65" y="515"/>
                </a:cubicBezTo>
                <a:lnTo>
                  <a:pt x="56" y="519"/>
                </a:lnTo>
                <a:lnTo>
                  <a:pt x="71" y="526"/>
                </a:lnTo>
                <a:cubicBezTo>
                  <a:pt x="74" y="527"/>
                  <a:pt x="76" y="530"/>
                  <a:pt x="76" y="533"/>
                </a:cubicBezTo>
                <a:lnTo>
                  <a:pt x="76" y="537"/>
                </a:lnTo>
                <a:cubicBezTo>
                  <a:pt x="76" y="539"/>
                  <a:pt x="75" y="540"/>
                  <a:pt x="75" y="541"/>
                </a:cubicBezTo>
                <a:lnTo>
                  <a:pt x="75" y="541"/>
                </a:lnTo>
                <a:lnTo>
                  <a:pt x="77" y="536"/>
                </a:lnTo>
                <a:cubicBezTo>
                  <a:pt x="77" y="535"/>
                  <a:pt x="77" y="534"/>
                  <a:pt x="78" y="533"/>
                </a:cubicBezTo>
                <a:lnTo>
                  <a:pt x="81" y="527"/>
                </a:lnTo>
                <a:cubicBezTo>
                  <a:pt x="82" y="527"/>
                  <a:pt x="82" y="526"/>
                  <a:pt x="83" y="525"/>
                </a:cubicBezTo>
                <a:lnTo>
                  <a:pt x="94" y="516"/>
                </a:lnTo>
                <a:lnTo>
                  <a:pt x="108" y="500"/>
                </a:lnTo>
                <a:lnTo>
                  <a:pt x="108" y="495"/>
                </a:lnTo>
                <a:lnTo>
                  <a:pt x="120" y="461"/>
                </a:lnTo>
                <a:lnTo>
                  <a:pt x="123" y="456"/>
                </a:lnTo>
                <a:lnTo>
                  <a:pt x="125" y="445"/>
                </a:lnTo>
                <a:lnTo>
                  <a:pt x="130" y="429"/>
                </a:lnTo>
                <a:lnTo>
                  <a:pt x="135" y="416"/>
                </a:lnTo>
                <a:lnTo>
                  <a:pt x="141" y="406"/>
                </a:lnTo>
                <a:cubicBezTo>
                  <a:pt x="143" y="403"/>
                  <a:pt x="146" y="402"/>
                  <a:pt x="149" y="402"/>
                </a:cubicBezTo>
                <a:cubicBezTo>
                  <a:pt x="151" y="403"/>
                  <a:pt x="152" y="403"/>
                  <a:pt x="152" y="404"/>
                </a:cubicBezTo>
                <a:lnTo>
                  <a:pt x="154" y="402"/>
                </a:lnTo>
                <a:cubicBezTo>
                  <a:pt x="155" y="401"/>
                  <a:pt x="156" y="400"/>
                  <a:pt x="157" y="400"/>
                </a:cubicBezTo>
                <a:lnTo>
                  <a:pt x="161" y="398"/>
                </a:lnTo>
                <a:cubicBezTo>
                  <a:pt x="161" y="397"/>
                  <a:pt x="162" y="397"/>
                  <a:pt x="162" y="396"/>
                </a:cubicBezTo>
                <a:lnTo>
                  <a:pt x="169" y="391"/>
                </a:lnTo>
                <a:cubicBezTo>
                  <a:pt x="170" y="390"/>
                  <a:pt x="171" y="390"/>
                  <a:pt x="172" y="389"/>
                </a:cubicBezTo>
                <a:lnTo>
                  <a:pt x="177" y="388"/>
                </a:lnTo>
                <a:cubicBezTo>
                  <a:pt x="180" y="387"/>
                  <a:pt x="183" y="387"/>
                  <a:pt x="185" y="389"/>
                </a:cubicBezTo>
                <a:cubicBezTo>
                  <a:pt x="187" y="391"/>
                  <a:pt x="188" y="394"/>
                  <a:pt x="187" y="397"/>
                </a:cubicBezTo>
                <a:lnTo>
                  <a:pt x="186" y="405"/>
                </a:lnTo>
                <a:cubicBezTo>
                  <a:pt x="186" y="406"/>
                  <a:pt x="185" y="407"/>
                  <a:pt x="185" y="408"/>
                </a:cubicBezTo>
                <a:lnTo>
                  <a:pt x="181" y="414"/>
                </a:lnTo>
                <a:cubicBezTo>
                  <a:pt x="180" y="415"/>
                  <a:pt x="179" y="415"/>
                  <a:pt x="178" y="416"/>
                </a:cubicBezTo>
                <a:lnTo>
                  <a:pt x="168" y="421"/>
                </a:lnTo>
                <a:lnTo>
                  <a:pt x="165" y="423"/>
                </a:lnTo>
                <a:lnTo>
                  <a:pt x="161" y="432"/>
                </a:lnTo>
                <a:lnTo>
                  <a:pt x="160" y="440"/>
                </a:lnTo>
                <a:cubicBezTo>
                  <a:pt x="160" y="442"/>
                  <a:pt x="159" y="443"/>
                  <a:pt x="159" y="444"/>
                </a:cubicBezTo>
                <a:lnTo>
                  <a:pt x="156" y="448"/>
                </a:lnTo>
                <a:lnTo>
                  <a:pt x="150" y="462"/>
                </a:lnTo>
                <a:cubicBezTo>
                  <a:pt x="152" y="463"/>
                  <a:pt x="155" y="465"/>
                  <a:pt x="155" y="467"/>
                </a:cubicBezTo>
                <a:lnTo>
                  <a:pt x="157" y="472"/>
                </a:lnTo>
                <a:cubicBezTo>
                  <a:pt x="158" y="474"/>
                  <a:pt x="157" y="476"/>
                  <a:pt x="157" y="478"/>
                </a:cubicBezTo>
                <a:lnTo>
                  <a:pt x="154" y="483"/>
                </a:lnTo>
                <a:lnTo>
                  <a:pt x="171" y="483"/>
                </a:lnTo>
                <a:cubicBezTo>
                  <a:pt x="173" y="483"/>
                  <a:pt x="175" y="483"/>
                  <a:pt x="176" y="485"/>
                </a:cubicBezTo>
                <a:cubicBezTo>
                  <a:pt x="178" y="486"/>
                  <a:pt x="179" y="488"/>
                  <a:pt x="179" y="491"/>
                </a:cubicBezTo>
                <a:lnTo>
                  <a:pt x="179" y="494"/>
                </a:lnTo>
                <a:cubicBezTo>
                  <a:pt x="179" y="498"/>
                  <a:pt x="176" y="501"/>
                  <a:pt x="173" y="502"/>
                </a:cubicBezTo>
                <a:lnTo>
                  <a:pt x="162" y="505"/>
                </a:lnTo>
                <a:lnTo>
                  <a:pt x="142" y="517"/>
                </a:lnTo>
                <a:cubicBezTo>
                  <a:pt x="141" y="518"/>
                  <a:pt x="140" y="518"/>
                  <a:pt x="138" y="519"/>
                </a:cubicBezTo>
                <a:lnTo>
                  <a:pt x="138" y="519"/>
                </a:lnTo>
                <a:cubicBezTo>
                  <a:pt x="139" y="520"/>
                  <a:pt x="139" y="522"/>
                  <a:pt x="139" y="523"/>
                </a:cubicBezTo>
                <a:lnTo>
                  <a:pt x="137" y="530"/>
                </a:lnTo>
                <a:cubicBezTo>
                  <a:pt x="137" y="531"/>
                  <a:pt x="137" y="532"/>
                  <a:pt x="136" y="533"/>
                </a:cubicBezTo>
                <a:lnTo>
                  <a:pt x="132" y="539"/>
                </a:lnTo>
                <a:cubicBezTo>
                  <a:pt x="131" y="540"/>
                  <a:pt x="131" y="540"/>
                  <a:pt x="131" y="541"/>
                </a:cubicBezTo>
                <a:lnTo>
                  <a:pt x="133" y="543"/>
                </a:lnTo>
                <a:lnTo>
                  <a:pt x="137" y="539"/>
                </a:lnTo>
                <a:cubicBezTo>
                  <a:pt x="139" y="538"/>
                  <a:pt x="142" y="537"/>
                  <a:pt x="145" y="537"/>
                </a:cubicBezTo>
                <a:lnTo>
                  <a:pt x="145" y="538"/>
                </a:lnTo>
                <a:lnTo>
                  <a:pt x="146" y="527"/>
                </a:lnTo>
                <a:cubicBezTo>
                  <a:pt x="147" y="526"/>
                  <a:pt x="147" y="525"/>
                  <a:pt x="148" y="523"/>
                </a:cubicBezTo>
                <a:lnTo>
                  <a:pt x="157" y="515"/>
                </a:lnTo>
                <a:lnTo>
                  <a:pt x="170" y="506"/>
                </a:lnTo>
                <a:lnTo>
                  <a:pt x="183" y="501"/>
                </a:lnTo>
                <a:cubicBezTo>
                  <a:pt x="184" y="500"/>
                  <a:pt x="185" y="500"/>
                  <a:pt x="186" y="500"/>
                </a:cubicBezTo>
                <a:lnTo>
                  <a:pt x="196" y="500"/>
                </a:lnTo>
                <a:cubicBezTo>
                  <a:pt x="198" y="499"/>
                  <a:pt x="200" y="500"/>
                  <a:pt x="202" y="502"/>
                </a:cubicBezTo>
                <a:cubicBezTo>
                  <a:pt x="203" y="503"/>
                  <a:pt x="204" y="505"/>
                  <a:pt x="204" y="508"/>
                </a:cubicBezTo>
                <a:lnTo>
                  <a:pt x="204" y="512"/>
                </a:lnTo>
                <a:cubicBezTo>
                  <a:pt x="204" y="515"/>
                  <a:pt x="203" y="517"/>
                  <a:pt x="200" y="519"/>
                </a:cubicBezTo>
                <a:lnTo>
                  <a:pt x="181" y="529"/>
                </a:lnTo>
                <a:lnTo>
                  <a:pt x="179" y="532"/>
                </a:lnTo>
                <a:lnTo>
                  <a:pt x="178" y="538"/>
                </a:lnTo>
                <a:lnTo>
                  <a:pt x="185" y="553"/>
                </a:lnTo>
                <a:cubicBezTo>
                  <a:pt x="185" y="554"/>
                  <a:pt x="185" y="556"/>
                  <a:pt x="185" y="557"/>
                </a:cubicBezTo>
                <a:lnTo>
                  <a:pt x="184" y="566"/>
                </a:lnTo>
                <a:cubicBezTo>
                  <a:pt x="184" y="568"/>
                  <a:pt x="183" y="569"/>
                  <a:pt x="182" y="571"/>
                </a:cubicBezTo>
                <a:lnTo>
                  <a:pt x="179" y="574"/>
                </a:lnTo>
                <a:cubicBezTo>
                  <a:pt x="179" y="574"/>
                  <a:pt x="179" y="574"/>
                  <a:pt x="179" y="575"/>
                </a:cubicBezTo>
                <a:lnTo>
                  <a:pt x="179" y="574"/>
                </a:lnTo>
                <a:lnTo>
                  <a:pt x="181" y="573"/>
                </a:lnTo>
                <a:cubicBezTo>
                  <a:pt x="182" y="572"/>
                  <a:pt x="184" y="572"/>
                  <a:pt x="186" y="572"/>
                </a:cubicBezTo>
                <a:lnTo>
                  <a:pt x="198" y="572"/>
                </a:lnTo>
                <a:cubicBezTo>
                  <a:pt x="201" y="572"/>
                  <a:pt x="203" y="573"/>
                  <a:pt x="204" y="575"/>
                </a:cubicBezTo>
                <a:cubicBezTo>
                  <a:pt x="206" y="576"/>
                  <a:pt x="207" y="579"/>
                  <a:pt x="206" y="581"/>
                </a:cubicBezTo>
                <a:lnTo>
                  <a:pt x="204" y="592"/>
                </a:lnTo>
                <a:cubicBezTo>
                  <a:pt x="204" y="593"/>
                  <a:pt x="203" y="594"/>
                  <a:pt x="203" y="595"/>
                </a:cubicBezTo>
                <a:lnTo>
                  <a:pt x="198" y="602"/>
                </a:lnTo>
                <a:cubicBezTo>
                  <a:pt x="198" y="603"/>
                  <a:pt x="197" y="604"/>
                  <a:pt x="195" y="604"/>
                </a:cubicBezTo>
                <a:lnTo>
                  <a:pt x="189" y="608"/>
                </a:lnTo>
                <a:cubicBezTo>
                  <a:pt x="188" y="608"/>
                  <a:pt x="187" y="609"/>
                  <a:pt x="186" y="609"/>
                </a:cubicBezTo>
                <a:lnTo>
                  <a:pt x="179" y="609"/>
                </a:lnTo>
                <a:lnTo>
                  <a:pt x="177" y="608"/>
                </a:lnTo>
                <a:lnTo>
                  <a:pt x="172" y="606"/>
                </a:lnTo>
                <a:lnTo>
                  <a:pt x="171" y="611"/>
                </a:lnTo>
                <a:lnTo>
                  <a:pt x="174" y="615"/>
                </a:lnTo>
                <a:lnTo>
                  <a:pt x="176" y="621"/>
                </a:lnTo>
                <a:lnTo>
                  <a:pt x="177" y="627"/>
                </a:lnTo>
                <a:lnTo>
                  <a:pt x="180" y="630"/>
                </a:lnTo>
                <a:lnTo>
                  <a:pt x="183" y="621"/>
                </a:lnTo>
                <a:cubicBezTo>
                  <a:pt x="183" y="619"/>
                  <a:pt x="185" y="617"/>
                  <a:pt x="187" y="616"/>
                </a:cubicBezTo>
                <a:cubicBezTo>
                  <a:pt x="189" y="615"/>
                  <a:pt x="191" y="615"/>
                  <a:pt x="194" y="616"/>
                </a:cubicBezTo>
                <a:lnTo>
                  <a:pt x="199" y="619"/>
                </a:lnTo>
                <a:cubicBezTo>
                  <a:pt x="202" y="620"/>
                  <a:pt x="203" y="622"/>
                  <a:pt x="204" y="624"/>
                </a:cubicBezTo>
                <a:lnTo>
                  <a:pt x="209" y="619"/>
                </a:lnTo>
                <a:lnTo>
                  <a:pt x="214" y="605"/>
                </a:lnTo>
                <a:lnTo>
                  <a:pt x="213" y="584"/>
                </a:lnTo>
                <a:lnTo>
                  <a:pt x="207" y="555"/>
                </a:lnTo>
                <a:lnTo>
                  <a:pt x="207" y="546"/>
                </a:lnTo>
                <a:cubicBezTo>
                  <a:pt x="207" y="545"/>
                  <a:pt x="207" y="544"/>
                  <a:pt x="207" y="543"/>
                </a:cubicBezTo>
                <a:lnTo>
                  <a:pt x="210" y="535"/>
                </a:lnTo>
                <a:cubicBezTo>
                  <a:pt x="211" y="531"/>
                  <a:pt x="214" y="529"/>
                  <a:pt x="217" y="529"/>
                </a:cubicBezTo>
                <a:lnTo>
                  <a:pt x="222" y="529"/>
                </a:lnTo>
                <a:cubicBezTo>
                  <a:pt x="223" y="529"/>
                  <a:pt x="224" y="529"/>
                  <a:pt x="225" y="530"/>
                </a:cubicBezTo>
                <a:lnTo>
                  <a:pt x="227" y="530"/>
                </a:lnTo>
                <a:lnTo>
                  <a:pt x="228" y="529"/>
                </a:lnTo>
                <a:lnTo>
                  <a:pt x="233" y="517"/>
                </a:lnTo>
                <a:lnTo>
                  <a:pt x="244" y="500"/>
                </a:lnTo>
                <a:lnTo>
                  <a:pt x="252" y="471"/>
                </a:lnTo>
                <a:cubicBezTo>
                  <a:pt x="252" y="470"/>
                  <a:pt x="253" y="469"/>
                  <a:pt x="255" y="468"/>
                </a:cubicBezTo>
                <a:lnTo>
                  <a:pt x="261" y="463"/>
                </a:lnTo>
                <a:cubicBezTo>
                  <a:pt x="263" y="461"/>
                  <a:pt x="265" y="461"/>
                  <a:pt x="268" y="462"/>
                </a:cubicBezTo>
                <a:lnTo>
                  <a:pt x="274" y="463"/>
                </a:lnTo>
                <a:cubicBezTo>
                  <a:pt x="275" y="464"/>
                  <a:pt x="276" y="464"/>
                  <a:pt x="277" y="465"/>
                </a:cubicBezTo>
                <a:lnTo>
                  <a:pt x="294" y="478"/>
                </a:lnTo>
                <a:lnTo>
                  <a:pt x="295" y="478"/>
                </a:lnTo>
                <a:lnTo>
                  <a:pt x="297" y="476"/>
                </a:lnTo>
                <a:lnTo>
                  <a:pt x="300" y="469"/>
                </a:lnTo>
                <a:lnTo>
                  <a:pt x="301" y="463"/>
                </a:lnTo>
                <a:lnTo>
                  <a:pt x="296" y="451"/>
                </a:lnTo>
                <a:cubicBezTo>
                  <a:pt x="295" y="449"/>
                  <a:pt x="295" y="447"/>
                  <a:pt x="296" y="445"/>
                </a:cubicBezTo>
                <a:lnTo>
                  <a:pt x="299" y="437"/>
                </a:lnTo>
                <a:cubicBezTo>
                  <a:pt x="300" y="436"/>
                  <a:pt x="300" y="435"/>
                  <a:pt x="301" y="435"/>
                </a:cubicBezTo>
                <a:lnTo>
                  <a:pt x="308" y="424"/>
                </a:lnTo>
                <a:lnTo>
                  <a:pt x="300" y="422"/>
                </a:lnTo>
                <a:cubicBezTo>
                  <a:pt x="299" y="421"/>
                  <a:pt x="298" y="421"/>
                  <a:pt x="297" y="420"/>
                </a:cubicBezTo>
                <a:lnTo>
                  <a:pt x="292" y="416"/>
                </a:lnTo>
                <a:cubicBezTo>
                  <a:pt x="290" y="415"/>
                  <a:pt x="289" y="413"/>
                  <a:pt x="289" y="410"/>
                </a:cubicBezTo>
                <a:cubicBezTo>
                  <a:pt x="289" y="408"/>
                  <a:pt x="290" y="405"/>
                  <a:pt x="292" y="404"/>
                </a:cubicBezTo>
                <a:lnTo>
                  <a:pt x="297" y="400"/>
                </a:lnTo>
                <a:cubicBezTo>
                  <a:pt x="298" y="399"/>
                  <a:pt x="300" y="399"/>
                  <a:pt x="301" y="399"/>
                </a:cubicBezTo>
                <a:lnTo>
                  <a:pt x="309" y="399"/>
                </a:lnTo>
                <a:lnTo>
                  <a:pt x="315" y="394"/>
                </a:lnTo>
                <a:cubicBezTo>
                  <a:pt x="316" y="393"/>
                  <a:pt x="318" y="392"/>
                  <a:pt x="320" y="393"/>
                </a:cubicBezTo>
                <a:lnTo>
                  <a:pt x="320" y="392"/>
                </a:lnTo>
                <a:cubicBezTo>
                  <a:pt x="319" y="391"/>
                  <a:pt x="318" y="390"/>
                  <a:pt x="318" y="389"/>
                </a:cubicBezTo>
                <a:lnTo>
                  <a:pt x="308" y="362"/>
                </a:lnTo>
                <a:lnTo>
                  <a:pt x="307" y="353"/>
                </a:lnTo>
                <a:lnTo>
                  <a:pt x="307" y="345"/>
                </a:lnTo>
                <a:cubicBezTo>
                  <a:pt x="307" y="341"/>
                  <a:pt x="311" y="338"/>
                  <a:pt x="315" y="338"/>
                </a:cubicBezTo>
                <a:lnTo>
                  <a:pt x="318" y="338"/>
                </a:lnTo>
                <a:cubicBezTo>
                  <a:pt x="321" y="338"/>
                  <a:pt x="324" y="340"/>
                  <a:pt x="326" y="342"/>
                </a:cubicBezTo>
                <a:lnTo>
                  <a:pt x="328" y="347"/>
                </a:lnTo>
                <a:cubicBezTo>
                  <a:pt x="328" y="347"/>
                  <a:pt x="328" y="348"/>
                  <a:pt x="328" y="349"/>
                </a:cubicBezTo>
                <a:lnTo>
                  <a:pt x="332" y="369"/>
                </a:lnTo>
                <a:lnTo>
                  <a:pt x="337" y="379"/>
                </a:lnTo>
                <a:lnTo>
                  <a:pt x="342" y="386"/>
                </a:lnTo>
                <a:lnTo>
                  <a:pt x="347" y="389"/>
                </a:lnTo>
                <a:lnTo>
                  <a:pt x="350" y="389"/>
                </a:lnTo>
                <a:lnTo>
                  <a:pt x="354" y="386"/>
                </a:lnTo>
                <a:lnTo>
                  <a:pt x="369" y="370"/>
                </a:lnTo>
                <a:cubicBezTo>
                  <a:pt x="369" y="369"/>
                  <a:pt x="370" y="368"/>
                  <a:pt x="371" y="368"/>
                </a:cubicBezTo>
                <a:lnTo>
                  <a:pt x="379" y="364"/>
                </a:lnTo>
                <a:lnTo>
                  <a:pt x="389" y="362"/>
                </a:lnTo>
                <a:lnTo>
                  <a:pt x="405" y="353"/>
                </a:lnTo>
                <a:cubicBezTo>
                  <a:pt x="406" y="353"/>
                  <a:pt x="407" y="353"/>
                  <a:pt x="407" y="353"/>
                </a:cubicBezTo>
                <a:lnTo>
                  <a:pt x="416" y="351"/>
                </a:lnTo>
                <a:lnTo>
                  <a:pt x="428" y="345"/>
                </a:lnTo>
                <a:lnTo>
                  <a:pt x="454" y="315"/>
                </a:lnTo>
                <a:cubicBezTo>
                  <a:pt x="455" y="313"/>
                  <a:pt x="456" y="312"/>
                  <a:pt x="458" y="312"/>
                </a:cubicBezTo>
                <a:lnTo>
                  <a:pt x="472" y="308"/>
                </a:lnTo>
                <a:cubicBezTo>
                  <a:pt x="475" y="308"/>
                  <a:pt x="479" y="309"/>
                  <a:pt x="481" y="311"/>
                </a:cubicBezTo>
                <a:cubicBezTo>
                  <a:pt x="483" y="314"/>
                  <a:pt x="483" y="317"/>
                  <a:pt x="481" y="320"/>
                </a:cubicBezTo>
                <a:lnTo>
                  <a:pt x="475" y="332"/>
                </a:lnTo>
                <a:cubicBezTo>
                  <a:pt x="474" y="332"/>
                  <a:pt x="474" y="333"/>
                  <a:pt x="473" y="333"/>
                </a:cubicBezTo>
                <a:lnTo>
                  <a:pt x="453" y="354"/>
                </a:lnTo>
                <a:lnTo>
                  <a:pt x="451" y="361"/>
                </a:lnTo>
                <a:lnTo>
                  <a:pt x="452" y="362"/>
                </a:lnTo>
                <a:lnTo>
                  <a:pt x="455" y="363"/>
                </a:lnTo>
                <a:lnTo>
                  <a:pt x="463" y="361"/>
                </a:lnTo>
                <a:lnTo>
                  <a:pt x="481" y="341"/>
                </a:lnTo>
                <a:lnTo>
                  <a:pt x="493" y="331"/>
                </a:lnTo>
                <a:cubicBezTo>
                  <a:pt x="494" y="330"/>
                  <a:pt x="495" y="330"/>
                  <a:pt x="495" y="329"/>
                </a:cubicBezTo>
                <a:lnTo>
                  <a:pt x="515" y="323"/>
                </a:lnTo>
                <a:lnTo>
                  <a:pt x="517" y="321"/>
                </a:lnTo>
                <a:lnTo>
                  <a:pt x="526" y="303"/>
                </a:lnTo>
                <a:lnTo>
                  <a:pt x="535" y="290"/>
                </a:lnTo>
                <a:lnTo>
                  <a:pt x="546" y="276"/>
                </a:lnTo>
                <a:lnTo>
                  <a:pt x="559" y="266"/>
                </a:lnTo>
                <a:cubicBezTo>
                  <a:pt x="561" y="264"/>
                  <a:pt x="563" y="264"/>
                  <a:pt x="565" y="264"/>
                </a:cubicBezTo>
                <a:lnTo>
                  <a:pt x="574" y="265"/>
                </a:lnTo>
                <a:cubicBezTo>
                  <a:pt x="577" y="265"/>
                  <a:pt x="578" y="267"/>
                  <a:pt x="580" y="269"/>
                </a:cubicBezTo>
                <a:cubicBezTo>
                  <a:pt x="581" y="272"/>
                  <a:pt x="582" y="274"/>
                  <a:pt x="580" y="277"/>
                </a:cubicBezTo>
                <a:lnTo>
                  <a:pt x="563" y="307"/>
                </a:lnTo>
                <a:cubicBezTo>
                  <a:pt x="563" y="309"/>
                  <a:pt x="561" y="310"/>
                  <a:pt x="560" y="310"/>
                </a:cubicBezTo>
                <a:lnTo>
                  <a:pt x="557" y="312"/>
                </a:lnTo>
                <a:cubicBezTo>
                  <a:pt x="556" y="312"/>
                  <a:pt x="555" y="312"/>
                  <a:pt x="554" y="313"/>
                </a:cubicBezTo>
                <a:lnTo>
                  <a:pt x="554" y="313"/>
                </a:lnTo>
                <a:lnTo>
                  <a:pt x="554" y="316"/>
                </a:lnTo>
                <a:lnTo>
                  <a:pt x="601" y="316"/>
                </a:lnTo>
                <a:cubicBezTo>
                  <a:pt x="603" y="316"/>
                  <a:pt x="606" y="318"/>
                  <a:pt x="607" y="320"/>
                </a:cubicBezTo>
                <a:cubicBezTo>
                  <a:pt x="609" y="322"/>
                  <a:pt x="609" y="325"/>
                  <a:pt x="608" y="328"/>
                </a:cubicBezTo>
                <a:lnTo>
                  <a:pt x="599" y="344"/>
                </a:lnTo>
                <a:cubicBezTo>
                  <a:pt x="598" y="347"/>
                  <a:pt x="596" y="348"/>
                  <a:pt x="593" y="349"/>
                </a:cubicBezTo>
                <a:lnTo>
                  <a:pt x="578" y="350"/>
                </a:lnTo>
                <a:cubicBezTo>
                  <a:pt x="577" y="350"/>
                  <a:pt x="576" y="350"/>
                  <a:pt x="575" y="349"/>
                </a:cubicBezTo>
                <a:lnTo>
                  <a:pt x="550" y="341"/>
                </a:lnTo>
                <a:lnTo>
                  <a:pt x="511" y="352"/>
                </a:lnTo>
                <a:lnTo>
                  <a:pt x="506" y="355"/>
                </a:lnTo>
                <a:lnTo>
                  <a:pt x="501" y="360"/>
                </a:lnTo>
                <a:lnTo>
                  <a:pt x="497" y="366"/>
                </a:lnTo>
                <a:lnTo>
                  <a:pt x="488" y="387"/>
                </a:lnTo>
                <a:lnTo>
                  <a:pt x="483" y="395"/>
                </a:lnTo>
                <a:cubicBezTo>
                  <a:pt x="482" y="396"/>
                  <a:pt x="481" y="397"/>
                  <a:pt x="480" y="397"/>
                </a:cubicBezTo>
                <a:lnTo>
                  <a:pt x="471" y="403"/>
                </a:lnTo>
                <a:lnTo>
                  <a:pt x="468" y="406"/>
                </a:lnTo>
                <a:lnTo>
                  <a:pt x="462" y="420"/>
                </a:lnTo>
                <a:lnTo>
                  <a:pt x="452" y="457"/>
                </a:lnTo>
                <a:lnTo>
                  <a:pt x="445" y="471"/>
                </a:lnTo>
                <a:lnTo>
                  <a:pt x="447" y="483"/>
                </a:lnTo>
                <a:lnTo>
                  <a:pt x="447" y="490"/>
                </a:lnTo>
                <a:lnTo>
                  <a:pt x="446" y="500"/>
                </a:lnTo>
                <a:lnTo>
                  <a:pt x="437" y="528"/>
                </a:lnTo>
                <a:lnTo>
                  <a:pt x="431" y="539"/>
                </a:lnTo>
                <a:lnTo>
                  <a:pt x="430" y="555"/>
                </a:lnTo>
                <a:lnTo>
                  <a:pt x="430" y="588"/>
                </a:lnTo>
                <a:cubicBezTo>
                  <a:pt x="430" y="592"/>
                  <a:pt x="426" y="596"/>
                  <a:pt x="422" y="596"/>
                </a:cubicBezTo>
                <a:lnTo>
                  <a:pt x="419" y="596"/>
                </a:lnTo>
                <a:cubicBezTo>
                  <a:pt x="415" y="596"/>
                  <a:pt x="412" y="593"/>
                  <a:pt x="411" y="589"/>
                </a:cubicBezTo>
                <a:lnTo>
                  <a:pt x="409" y="571"/>
                </a:lnTo>
                <a:lnTo>
                  <a:pt x="409" y="554"/>
                </a:lnTo>
                <a:lnTo>
                  <a:pt x="410" y="543"/>
                </a:lnTo>
                <a:lnTo>
                  <a:pt x="413" y="522"/>
                </a:lnTo>
                <a:lnTo>
                  <a:pt x="416" y="475"/>
                </a:lnTo>
                <a:cubicBezTo>
                  <a:pt x="416" y="475"/>
                  <a:pt x="416" y="474"/>
                  <a:pt x="416" y="473"/>
                </a:cubicBezTo>
                <a:lnTo>
                  <a:pt x="418" y="467"/>
                </a:lnTo>
                <a:cubicBezTo>
                  <a:pt x="418" y="466"/>
                  <a:pt x="419" y="465"/>
                  <a:pt x="419" y="465"/>
                </a:cubicBezTo>
                <a:lnTo>
                  <a:pt x="428" y="451"/>
                </a:lnTo>
                <a:lnTo>
                  <a:pt x="430" y="447"/>
                </a:lnTo>
                <a:lnTo>
                  <a:pt x="428" y="434"/>
                </a:lnTo>
                <a:cubicBezTo>
                  <a:pt x="428" y="433"/>
                  <a:pt x="428" y="432"/>
                  <a:pt x="429" y="431"/>
                </a:cubicBezTo>
                <a:lnTo>
                  <a:pt x="435" y="410"/>
                </a:lnTo>
                <a:lnTo>
                  <a:pt x="447" y="384"/>
                </a:lnTo>
                <a:lnTo>
                  <a:pt x="435" y="378"/>
                </a:lnTo>
                <a:lnTo>
                  <a:pt x="426" y="377"/>
                </a:lnTo>
                <a:lnTo>
                  <a:pt x="419" y="378"/>
                </a:lnTo>
                <a:lnTo>
                  <a:pt x="414" y="383"/>
                </a:lnTo>
                <a:lnTo>
                  <a:pt x="403" y="401"/>
                </a:lnTo>
                <a:cubicBezTo>
                  <a:pt x="402" y="402"/>
                  <a:pt x="401" y="403"/>
                  <a:pt x="400" y="404"/>
                </a:cubicBezTo>
                <a:lnTo>
                  <a:pt x="393" y="408"/>
                </a:lnTo>
                <a:lnTo>
                  <a:pt x="381" y="412"/>
                </a:lnTo>
                <a:lnTo>
                  <a:pt x="374" y="417"/>
                </a:lnTo>
                <a:lnTo>
                  <a:pt x="373" y="419"/>
                </a:lnTo>
                <a:cubicBezTo>
                  <a:pt x="372" y="420"/>
                  <a:pt x="372" y="420"/>
                  <a:pt x="372" y="421"/>
                </a:cubicBezTo>
                <a:lnTo>
                  <a:pt x="372" y="422"/>
                </a:lnTo>
                <a:lnTo>
                  <a:pt x="372" y="424"/>
                </a:lnTo>
                <a:cubicBezTo>
                  <a:pt x="372" y="425"/>
                  <a:pt x="372" y="426"/>
                  <a:pt x="371" y="427"/>
                </a:cubicBezTo>
                <a:lnTo>
                  <a:pt x="370" y="429"/>
                </a:lnTo>
                <a:cubicBezTo>
                  <a:pt x="369" y="431"/>
                  <a:pt x="367" y="433"/>
                  <a:pt x="365" y="434"/>
                </a:cubicBezTo>
                <a:lnTo>
                  <a:pt x="361" y="435"/>
                </a:lnTo>
                <a:lnTo>
                  <a:pt x="352" y="449"/>
                </a:lnTo>
                <a:cubicBezTo>
                  <a:pt x="351" y="450"/>
                  <a:pt x="351" y="450"/>
                  <a:pt x="350" y="451"/>
                </a:cubicBezTo>
                <a:lnTo>
                  <a:pt x="344" y="454"/>
                </a:lnTo>
                <a:lnTo>
                  <a:pt x="333" y="457"/>
                </a:lnTo>
                <a:lnTo>
                  <a:pt x="333" y="458"/>
                </a:lnTo>
                <a:cubicBezTo>
                  <a:pt x="334" y="459"/>
                  <a:pt x="334" y="461"/>
                  <a:pt x="334" y="463"/>
                </a:cubicBezTo>
                <a:lnTo>
                  <a:pt x="333" y="468"/>
                </a:lnTo>
                <a:cubicBezTo>
                  <a:pt x="332" y="470"/>
                  <a:pt x="332" y="471"/>
                  <a:pt x="331" y="472"/>
                </a:cubicBezTo>
                <a:lnTo>
                  <a:pt x="322" y="483"/>
                </a:lnTo>
                <a:lnTo>
                  <a:pt x="316" y="500"/>
                </a:lnTo>
                <a:lnTo>
                  <a:pt x="311" y="509"/>
                </a:lnTo>
                <a:cubicBezTo>
                  <a:pt x="310" y="510"/>
                  <a:pt x="309" y="511"/>
                  <a:pt x="308" y="512"/>
                </a:cubicBezTo>
                <a:lnTo>
                  <a:pt x="292" y="520"/>
                </a:lnTo>
                <a:lnTo>
                  <a:pt x="294" y="532"/>
                </a:lnTo>
                <a:lnTo>
                  <a:pt x="301" y="552"/>
                </a:lnTo>
                <a:cubicBezTo>
                  <a:pt x="301" y="553"/>
                  <a:pt x="302" y="554"/>
                  <a:pt x="302" y="555"/>
                </a:cubicBezTo>
                <a:lnTo>
                  <a:pt x="301" y="562"/>
                </a:lnTo>
                <a:lnTo>
                  <a:pt x="309" y="559"/>
                </a:lnTo>
                <a:lnTo>
                  <a:pt x="316" y="555"/>
                </a:lnTo>
                <a:lnTo>
                  <a:pt x="321" y="545"/>
                </a:lnTo>
                <a:cubicBezTo>
                  <a:pt x="321" y="544"/>
                  <a:pt x="321" y="543"/>
                  <a:pt x="322" y="543"/>
                </a:cubicBezTo>
                <a:lnTo>
                  <a:pt x="326" y="537"/>
                </a:lnTo>
                <a:lnTo>
                  <a:pt x="331" y="532"/>
                </a:lnTo>
                <a:cubicBezTo>
                  <a:pt x="332" y="531"/>
                  <a:pt x="333" y="531"/>
                  <a:pt x="334" y="530"/>
                </a:cubicBezTo>
                <a:lnTo>
                  <a:pt x="337" y="530"/>
                </a:lnTo>
                <a:cubicBezTo>
                  <a:pt x="339" y="529"/>
                  <a:pt x="342" y="529"/>
                  <a:pt x="343" y="530"/>
                </a:cubicBezTo>
                <a:cubicBezTo>
                  <a:pt x="345" y="531"/>
                  <a:pt x="347" y="533"/>
                  <a:pt x="347" y="535"/>
                </a:cubicBezTo>
                <a:lnTo>
                  <a:pt x="349" y="542"/>
                </a:lnTo>
                <a:cubicBezTo>
                  <a:pt x="349" y="543"/>
                  <a:pt x="349" y="543"/>
                  <a:pt x="349" y="544"/>
                </a:cubicBezTo>
                <a:lnTo>
                  <a:pt x="349" y="550"/>
                </a:lnTo>
                <a:cubicBezTo>
                  <a:pt x="351" y="550"/>
                  <a:pt x="354" y="551"/>
                  <a:pt x="355" y="552"/>
                </a:cubicBezTo>
                <a:cubicBezTo>
                  <a:pt x="357" y="554"/>
                  <a:pt x="358" y="556"/>
                  <a:pt x="358" y="558"/>
                </a:cubicBezTo>
                <a:lnTo>
                  <a:pt x="358" y="563"/>
                </a:lnTo>
                <a:cubicBezTo>
                  <a:pt x="358" y="566"/>
                  <a:pt x="356" y="569"/>
                  <a:pt x="352" y="570"/>
                </a:cubicBezTo>
                <a:lnTo>
                  <a:pt x="294" y="588"/>
                </a:lnTo>
                <a:lnTo>
                  <a:pt x="270" y="607"/>
                </a:lnTo>
                <a:lnTo>
                  <a:pt x="254" y="637"/>
                </a:lnTo>
                <a:lnTo>
                  <a:pt x="259" y="641"/>
                </a:lnTo>
                <a:cubicBezTo>
                  <a:pt x="260" y="641"/>
                  <a:pt x="260" y="642"/>
                  <a:pt x="261" y="643"/>
                </a:cubicBezTo>
                <a:lnTo>
                  <a:pt x="262" y="645"/>
                </a:lnTo>
                <a:cubicBezTo>
                  <a:pt x="263" y="647"/>
                  <a:pt x="263" y="648"/>
                  <a:pt x="263" y="650"/>
                </a:cubicBezTo>
                <a:lnTo>
                  <a:pt x="261" y="660"/>
                </a:lnTo>
                <a:lnTo>
                  <a:pt x="259" y="665"/>
                </a:lnTo>
                <a:cubicBezTo>
                  <a:pt x="259" y="667"/>
                  <a:pt x="258" y="667"/>
                  <a:pt x="257" y="668"/>
                </a:cubicBezTo>
                <a:lnTo>
                  <a:pt x="255" y="670"/>
                </a:lnTo>
                <a:cubicBezTo>
                  <a:pt x="254" y="671"/>
                  <a:pt x="252" y="672"/>
                  <a:pt x="251" y="672"/>
                </a:cubicBezTo>
                <a:lnTo>
                  <a:pt x="218" y="676"/>
                </a:lnTo>
                <a:lnTo>
                  <a:pt x="207" y="679"/>
                </a:lnTo>
                <a:lnTo>
                  <a:pt x="196" y="686"/>
                </a:lnTo>
                <a:lnTo>
                  <a:pt x="189" y="695"/>
                </a:lnTo>
                <a:lnTo>
                  <a:pt x="189" y="710"/>
                </a:lnTo>
                <a:cubicBezTo>
                  <a:pt x="190" y="712"/>
                  <a:pt x="189" y="714"/>
                  <a:pt x="187" y="716"/>
                </a:cubicBezTo>
                <a:lnTo>
                  <a:pt x="182" y="720"/>
                </a:lnTo>
                <a:cubicBezTo>
                  <a:pt x="183" y="721"/>
                  <a:pt x="183" y="723"/>
                  <a:pt x="183" y="725"/>
                </a:cubicBezTo>
                <a:lnTo>
                  <a:pt x="180" y="734"/>
                </a:lnTo>
                <a:lnTo>
                  <a:pt x="181" y="735"/>
                </a:lnTo>
                <a:cubicBezTo>
                  <a:pt x="183" y="735"/>
                  <a:pt x="184" y="736"/>
                  <a:pt x="185" y="737"/>
                </a:cubicBezTo>
                <a:lnTo>
                  <a:pt x="192" y="744"/>
                </a:lnTo>
                <a:cubicBezTo>
                  <a:pt x="193" y="745"/>
                  <a:pt x="193" y="745"/>
                  <a:pt x="194" y="746"/>
                </a:cubicBezTo>
                <a:lnTo>
                  <a:pt x="203" y="763"/>
                </a:lnTo>
                <a:lnTo>
                  <a:pt x="207" y="767"/>
                </a:lnTo>
                <a:lnTo>
                  <a:pt x="210" y="769"/>
                </a:lnTo>
                <a:lnTo>
                  <a:pt x="214" y="768"/>
                </a:lnTo>
                <a:lnTo>
                  <a:pt x="222" y="764"/>
                </a:lnTo>
                <a:lnTo>
                  <a:pt x="228" y="760"/>
                </a:lnTo>
                <a:lnTo>
                  <a:pt x="230" y="756"/>
                </a:lnTo>
                <a:lnTo>
                  <a:pt x="231" y="746"/>
                </a:lnTo>
                <a:lnTo>
                  <a:pt x="232" y="734"/>
                </a:lnTo>
                <a:cubicBezTo>
                  <a:pt x="233" y="733"/>
                  <a:pt x="233" y="732"/>
                  <a:pt x="233" y="732"/>
                </a:cubicBezTo>
                <a:lnTo>
                  <a:pt x="237" y="723"/>
                </a:lnTo>
                <a:cubicBezTo>
                  <a:pt x="238" y="721"/>
                  <a:pt x="239" y="720"/>
                  <a:pt x="241" y="719"/>
                </a:cubicBezTo>
                <a:lnTo>
                  <a:pt x="247" y="716"/>
                </a:lnTo>
                <a:cubicBezTo>
                  <a:pt x="250" y="714"/>
                  <a:pt x="254" y="715"/>
                  <a:pt x="257" y="717"/>
                </a:cubicBezTo>
                <a:cubicBezTo>
                  <a:pt x="259" y="720"/>
                  <a:pt x="260" y="723"/>
                  <a:pt x="258" y="726"/>
                </a:cubicBezTo>
                <a:lnTo>
                  <a:pt x="256" y="731"/>
                </a:lnTo>
                <a:lnTo>
                  <a:pt x="255" y="736"/>
                </a:lnTo>
                <a:lnTo>
                  <a:pt x="257" y="749"/>
                </a:lnTo>
                <a:cubicBezTo>
                  <a:pt x="257" y="750"/>
                  <a:pt x="257" y="751"/>
                  <a:pt x="256" y="752"/>
                </a:cubicBezTo>
                <a:lnTo>
                  <a:pt x="255" y="758"/>
                </a:lnTo>
                <a:cubicBezTo>
                  <a:pt x="254" y="760"/>
                  <a:pt x="253" y="761"/>
                  <a:pt x="252" y="762"/>
                </a:cubicBezTo>
                <a:lnTo>
                  <a:pt x="248" y="766"/>
                </a:lnTo>
                <a:lnTo>
                  <a:pt x="248" y="771"/>
                </a:lnTo>
                <a:lnTo>
                  <a:pt x="250" y="776"/>
                </a:lnTo>
                <a:lnTo>
                  <a:pt x="252" y="777"/>
                </a:lnTo>
                <a:lnTo>
                  <a:pt x="262" y="777"/>
                </a:lnTo>
                <a:lnTo>
                  <a:pt x="264" y="777"/>
                </a:lnTo>
                <a:lnTo>
                  <a:pt x="268" y="775"/>
                </a:lnTo>
                <a:lnTo>
                  <a:pt x="293" y="751"/>
                </a:lnTo>
                <a:lnTo>
                  <a:pt x="331" y="727"/>
                </a:lnTo>
                <a:cubicBezTo>
                  <a:pt x="332" y="726"/>
                  <a:pt x="333" y="726"/>
                  <a:pt x="333" y="726"/>
                </a:cubicBezTo>
                <a:lnTo>
                  <a:pt x="354" y="719"/>
                </a:lnTo>
                <a:cubicBezTo>
                  <a:pt x="357" y="718"/>
                  <a:pt x="361" y="720"/>
                  <a:pt x="363" y="722"/>
                </a:cubicBezTo>
                <a:cubicBezTo>
                  <a:pt x="365" y="725"/>
                  <a:pt x="365" y="729"/>
                  <a:pt x="363" y="732"/>
                </a:cubicBezTo>
                <a:lnTo>
                  <a:pt x="357" y="740"/>
                </a:lnTo>
                <a:cubicBezTo>
                  <a:pt x="356" y="742"/>
                  <a:pt x="354" y="743"/>
                  <a:pt x="353" y="743"/>
                </a:cubicBezTo>
                <a:lnTo>
                  <a:pt x="332" y="750"/>
                </a:lnTo>
                <a:lnTo>
                  <a:pt x="329" y="758"/>
                </a:lnTo>
                <a:cubicBezTo>
                  <a:pt x="328" y="758"/>
                  <a:pt x="328" y="759"/>
                  <a:pt x="327" y="760"/>
                </a:cubicBezTo>
                <a:lnTo>
                  <a:pt x="325" y="762"/>
                </a:lnTo>
                <a:cubicBezTo>
                  <a:pt x="324" y="763"/>
                  <a:pt x="322" y="764"/>
                  <a:pt x="320" y="765"/>
                </a:cubicBezTo>
                <a:lnTo>
                  <a:pt x="318" y="765"/>
                </a:lnTo>
                <a:lnTo>
                  <a:pt x="317" y="767"/>
                </a:lnTo>
                <a:lnTo>
                  <a:pt x="277" y="800"/>
                </a:lnTo>
                <a:cubicBezTo>
                  <a:pt x="277" y="800"/>
                  <a:pt x="276" y="801"/>
                  <a:pt x="275" y="801"/>
                </a:cubicBezTo>
                <a:lnTo>
                  <a:pt x="259" y="807"/>
                </a:lnTo>
                <a:cubicBezTo>
                  <a:pt x="257" y="808"/>
                  <a:pt x="255" y="808"/>
                  <a:pt x="254" y="807"/>
                </a:cubicBezTo>
                <a:lnTo>
                  <a:pt x="238" y="801"/>
                </a:lnTo>
                <a:cubicBezTo>
                  <a:pt x="236" y="801"/>
                  <a:pt x="235" y="800"/>
                  <a:pt x="234" y="799"/>
                </a:cubicBezTo>
                <a:lnTo>
                  <a:pt x="233" y="801"/>
                </a:lnTo>
                <a:cubicBezTo>
                  <a:pt x="232" y="803"/>
                  <a:pt x="231" y="804"/>
                  <a:pt x="229" y="805"/>
                </a:cubicBezTo>
                <a:lnTo>
                  <a:pt x="226" y="807"/>
                </a:lnTo>
                <a:lnTo>
                  <a:pt x="209" y="811"/>
                </a:lnTo>
                <a:lnTo>
                  <a:pt x="206" y="818"/>
                </a:lnTo>
                <a:cubicBezTo>
                  <a:pt x="205" y="819"/>
                  <a:pt x="205" y="820"/>
                  <a:pt x="204" y="821"/>
                </a:cubicBezTo>
                <a:lnTo>
                  <a:pt x="192" y="833"/>
                </a:lnTo>
                <a:lnTo>
                  <a:pt x="191" y="835"/>
                </a:lnTo>
                <a:lnTo>
                  <a:pt x="193" y="837"/>
                </a:lnTo>
                <a:lnTo>
                  <a:pt x="195" y="837"/>
                </a:lnTo>
                <a:lnTo>
                  <a:pt x="221" y="828"/>
                </a:lnTo>
                <a:cubicBezTo>
                  <a:pt x="223" y="827"/>
                  <a:pt x="226" y="827"/>
                  <a:pt x="228" y="829"/>
                </a:cubicBezTo>
                <a:cubicBezTo>
                  <a:pt x="230" y="830"/>
                  <a:pt x="232" y="833"/>
                  <a:pt x="232" y="835"/>
                </a:cubicBezTo>
                <a:lnTo>
                  <a:pt x="232" y="848"/>
                </a:lnTo>
                <a:cubicBezTo>
                  <a:pt x="232" y="851"/>
                  <a:pt x="231" y="853"/>
                  <a:pt x="229" y="854"/>
                </a:cubicBezTo>
                <a:cubicBezTo>
                  <a:pt x="227" y="856"/>
                  <a:pt x="225" y="857"/>
                  <a:pt x="223" y="856"/>
                </a:cubicBezTo>
                <a:lnTo>
                  <a:pt x="205" y="854"/>
                </a:lnTo>
                <a:lnTo>
                  <a:pt x="199" y="855"/>
                </a:lnTo>
                <a:lnTo>
                  <a:pt x="196" y="858"/>
                </a:lnTo>
                <a:lnTo>
                  <a:pt x="196" y="860"/>
                </a:lnTo>
                <a:lnTo>
                  <a:pt x="196" y="869"/>
                </a:lnTo>
                <a:lnTo>
                  <a:pt x="196" y="874"/>
                </a:lnTo>
                <a:cubicBezTo>
                  <a:pt x="196" y="876"/>
                  <a:pt x="195" y="878"/>
                  <a:pt x="194" y="879"/>
                </a:cubicBezTo>
                <a:lnTo>
                  <a:pt x="191" y="882"/>
                </a:lnTo>
                <a:lnTo>
                  <a:pt x="191" y="882"/>
                </a:lnTo>
                <a:lnTo>
                  <a:pt x="209" y="882"/>
                </a:lnTo>
                <a:lnTo>
                  <a:pt x="220" y="877"/>
                </a:lnTo>
                <a:lnTo>
                  <a:pt x="228" y="870"/>
                </a:lnTo>
                <a:cubicBezTo>
                  <a:pt x="229" y="870"/>
                  <a:pt x="230" y="869"/>
                  <a:pt x="230" y="869"/>
                </a:cubicBezTo>
                <a:lnTo>
                  <a:pt x="240" y="865"/>
                </a:lnTo>
                <a:cubicBezTo>
                  <a:pt x="242" y="864"/>
                  <a:pt x="244" y="864"/>
                  <a:pt x="246" y="864"/>
                </a:cubicBezTo>
                <a:lnTo>
                  <a:pt x="248" y="865"/>
                </a:lnTo>
                <a:cubicBezTo>
                  <a:pt x="249" y="865"/>
                  <a:pt x="250" y="865"/>
                  <a:pt x="250" y="866"/>
                </a:cubicBezTo>
                <a:lnTo>
                  <a:pt x="255" y="869"/>
                </a:lnTo>
                <a:lnTo>
                  <a:pt x="261" y="866"/>
                </a:lnTo>
                <a:cubicBezTo>
                  <a:pt x="262" y="865"/>
                  <a:pt x="263" y="865"/>
                  <a:pt x="265" y="865"/>
                </a:cubicBezTo>
                <a:lnTo>
                  <a:pt x="308" y="864"/>
                </a:lnTo>
                <a:lnTo>
                  <a:pt x="309" y="849"/>
                </a:lnTo>
                <a:cubicBezTo>
                  <a:pt x="309" y="848"/>
                  <a:pt x="309" y="846"/>
                  <a:pt x="309" y="845"/>
                </a:cubicBezTo>
                <a:lnTo>
                  <a:pt x="317" y="828"/>
                </a:lnTo>
                <a:lnTo>
                  <a:pt x="329" y="805"/>
                </a:lnTo>
                <a:lnTo>
                  <a:pt x="333" y="792"/>
                </a:lnTo>
                <a:lnTo>
                  <a:pt x="337" y="777"/>
                </a:lnTo>
                <a:lnTo>
                  <a:pt x="341" y="768"/>
                </a:lnTo>
                <a:lnTo>
                  <a:pt x="345" y="763"/>
                </a:lnTo>
                <a:cubicBezTo>
                  <a:pt x="347" y="761"/>
                  <a:pt x="348" y="760"/>
                  <a:pt x="350" y="760"/>
                </a:cubicBezTo>
                <a:lnTo>
                  <a:pt x="353" y="760"/>
                </a:lnTo>
                <a:lnTo>
                  <a:pt x="354" y="760"/>
                </a:lnTo>
                <a:lnTo>
                  <a:pt x="359" y="754"/>
                </a:lnTo>
                <a:cubicBezTo>
                  <a:pt x="360" y="753"/>
                  <a:pt x="361" y="752"/>
                  <a:pt x="362" y="752"/>
                </a:cubicBezTo>
                <a:lnTo>
                  <a:pt x="381" y="741"/>
                </a:lnTo>
                <a:lnTo>
                  <a:pt x="388" y="734"/>
                </a:lnTo>
                <a:lnTo>
                  <a:pt x="405" y="723"/>
                </a:lnTo>
                <a:lnTo>
                  <a:pt x="420" y="717"/>
                </a:lnTo>
                <a:cubicBezTo>
                  <a:pt x="421" y="717"/>
                  <a:pt x="422" y="716"/>
                  <a:pt x="423" y="716"/>
                </a:cubicBezTo>
                <a:lnTo>
                  <a:pt x="432" y="716"/>
                </a:lnTo>
                <a:lnTo>
                  <a:pt x="445" y="717"/>
                </a:lnTo>
                <a:lnTo>
                  <a:pt x="452" y="716"/>
                </a:lnTo>
                <a:cubicBezTo>
                  <a:pt x="453" y="716"/>
                  <a:pt x="454" y="716"/>
                  <a:pt x="456" y="717"/>
                </a:cubicBezTo>
                <a:lnTo>
                  <a:pt x="463" y="719"/>
                </a:lnTo>
                <a:cubicBezTo>
                  <a:pt x="464" y="720"/>
                  <a:pt x="465" y="720"/>
                  <a:pt x="466" y="721"/>
                </a:cubicBezTo>
                <a:lnTo>
                  <a:pt x="472" y="726"/>
                </a:lnTo>
                <a:cubicBezTo>
                  <a:pt x="472" y="727"/>
                  <a:pt x="473" y="728"/>
                  <a:pt x="474" y="729"/>
                </a:cubicBezTo>
                <a:lnTo>
                  <a:pt x="477" y="738"/>
                </a:lnTo>
                <a:lnTo>
                  <a:pt x="479" y="750"/>
                </a:lnTo>
                <a:lnTo>
                  <a:pt x="480" y="762"/>
                </a:lnTo>
                <a:lnTo>
                  <a:pt x="478" y="773"/>
                </a:lnTo>
                <a:lnTo>
                  <a:pt x="470" y="797"/>
                </a:lnTo>
                <a:lnTo>
                  <a:pt x="470" y="802"/>
                </a:lnTo>
                <a:lnTo>
                  <a:pt x="472" y="804"/>
                </a:lnTo>
                <a:lnTo>
                  <a:pt x="476" y="805"/>
                </a:lnTo>
                <a:lnTo>
                  <a:pt x="496" y="796"/>
                </a:lnTo>
                <a:lnTo>
                  <a:pt x="556" y="758"/>
                </a:lnTo>
                <a:lnTo>
                  <a:pt x="566" y="754"/>
                </a:lnTo>
                <a:cubicBezTo>
                  <a:pt x="568" y="754"/>
                  <a:pt x="569" y="754"/>
                  <a:pt x="570" y="754"/>
                </a:cubicBezTo>
                <a:lnTo>
                  <a:pt x="593" y="756"/>
                </a:lnTo>
                <a:lnTo>
                  <a:pt x="609" y="732"/>
                </a:lnTo>
                <a:lnTo>
                  <a:pt x="609" y="724"/>
                </a:lnTo>
                <a:lnTo>
                  <a:pt x="609" y="714"/>
                </a:lnTo>
                <a:lnTo>
                  <a:pt x="609" y="697"/>
                </a:lnTo>
                <a:cubicBezTo>
                  <a:pt x="609" y="697"/>
                  <a:pt x="609" y="696"/>
                  <a:pt x="609" y="695"/>
                </a:cubicBezTo>
                <a:lnTo>
                  <a:pt x="610" y="689"/>
                </a:lnTo>
                <a:lnTo>
                  <a:pt x="615" y="680"/>
                </a:lnTo>
                <a:lnTo>
                  <a:pt x="629" y="654"/>
                </a:lnTo>
                <a:lnTo>
                  <a:pt x="636" y="646"/>
                </a:lnTo>
                <a:lnTo>
                  <a:pt x="643" y="638"/>
                </a:lnTo>
                <a:cubicBezTo>
                  <a:pt x="644" y="638"/>
                  <a:pt x="644" y="637"/>
                  <a:pt x="645" y="637"/>
                </a:cubicBezTo>
                <a:lnTo>
                  <a:pt x="671" y="624"/>
                </a:lnTo>
                <a:lnTo>
                  <a:pt x="682" y="616"/>
                </a:lnTo>
                <a:lnTo>
                  <a:pt x="692" y="599"/>
                </a:lnTo>
                <a:lnTo>
                  <a:pt x="704" y="567"/>
                </a:lnTo>
                <a:cubicBezTo>
                  <a:pt x="704" y="566"/>
                  <a:pt x="704" y="565"/>
                  <a:pt x="704" y="564"/>
                </a:cubicBezTo>
                <a:lnTo>
                  <a:pt x="709" y="554"/>
                </a:lnTo>
                <a:lnTo>
                  <a:pt x="732" y="517"/>
                </a:lnTo>
                <a:lnTo>
                  <a:pt x="749" y="466"/>
                </a:lnTo>
                <a:lnTo>
                  <a:pt x="763" y="438"/>
                </a:lnTo>
                <a:lnTo>
                  <a:pt x="765" y="430"/>
                </a:lnTo>
                <a:lnTo>
                  <a:pt x="766" y="422"/>
                </a:lnTo>
                <a:lnTo>
                  <a:pt x="764" y="383"/>
                </a:lnTo>
                <a:lnTo>
                  <a:pt x="765" y="368"/>
                </a:lnTo>
                <a:lnTo>
                  <a:pt x="769" y="320"/>
                </a:lnTo>
                <a:lnTo>
                  <a:pt x="766" y="300"/>
                </a:lnTo>
                <a:lnTo>
                  <a:pt x="750" y="257"/>
                </a:lnTo>
                <a:lnTo>
                  <a:pt x="747" y="245"/>
                </a:lnTo>
                <a:lnTo>
                  <a:pt x="742" y="232"/>
                </a:lnTo>
                <a:lnTo>
                  <a:pt x="737" y="226"/>
                </a:lnTo>
                <a:lnTo>
                  <a:pt x="712" y="209"/>
                </a:lnTo>
                <a:lnTo>
                  <a:pt x="562" y="180"/>
                </a:lnTo>
                <a:cubicBezTo>
                  <a:pt x="558" y="179"/>
                  <a:pt x="556" y="176"/>
                  <a:pt x="555" y="17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8" name="Freeform 144">
            <a:extLst>
              <a:ext uri="{FF2B5EF4-FFF2-40B4-BE49-F238E27FC236}">
                <a16:creationId xmlns:a16="http://schemas.microsoft.com/office/drawing/2014/main" xmlns="" id="{832A454E-7F0D-4516-8CD7-95F5A1072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42" y="5698180"/>
            <a:ext cx="30260" cy="37380"/>
          </a:xfrm>
          <a:custGeom>
            <a:avLst/>
            <a:gdLst>
              <a:gd name="T0" fmla="*/ 73 w 75"/>
              <a:gd name="T1" fmla="*/ 0 h 91"/>
              <a:gd name="T2" fmla="*/ 72 w 75"/>
              <a:gd name="T3" fmla="*/ 0 h 91"/>
              <a:gd name="T4" fmla="*/ 72 w 75"/>
              <a:gd name="T5" fmla="*/ 3 h 91"/>
              <a:gd name="T6" fmla="*/ 70 w 75"/>
              <a:gd name="T7" fmla="*/ 6 h 91"/>
              <a:gd name="T8" fmla="*/ 67 w 75"/>
              <a:gd name="T9" fmla="*/ 8 h 91"/>
              <a:gd name="T10" fmla="*/ 58 w 75"/>
              <a:gd name="T11" fmla="*/ 8 h 91"/>
              <a:gd name="T12" fmla="*/ 56 w 75"/>
              <a:gd name="T13" fmla="*/ 7 h 91"/>
              <a:gd name="T14" fmla="*/ 54 w 75"/>
              <a:gd name="T15" fmla="*/ 6 h 91"/>
              <a:gd name="T16" fmla="*/ 40 w 75"/>
              <a:gd name="T17" fmla="*/ 9 h 91"/>
              <a:gd name="T18" fmla="*/ 37 w 75"/>
              <a:gd name="T19" fmla="*/ 13 h 91"/>
              <a:gd name="T20" fmla="*/ 35 w 75"/>
              <a:gd name="T21" fmla="*/ 14 h 91"/>
              <a:gd name="T22" fmla="*/ 33 w 75"/>
              <a:gd name="T23" fmla="*/ 16 h 91"/>
              <a:gd name="T24" fmla="*/ 24 w 75"/>
              <a:gd name="T25" fmla="*/ 17 h 91"/>
              <a:gd name="T26" fmla="*/ 23 w 75"/>
              <a:gd name="T27" fmla="*/ 16 h 91"/>
              <a:gd name="T28" fmla="*/ 23 w 75"/>
              <a:gd name="T29" fmla="*/ 19 h 91"/>
              <a:gd name="T30" fmla="*/ 26 w 75"/>
              <a:gd name="T31" fmla="*/ 30 h 91"/>
              <a:gd name="T32" fmla="*/ 26 w 75"/>
              <a:gd name="T33" fmla="*/ 36 h 91"/>
              <a:gd name="T34" fmla="*/ 25 w 75"/>
              <a:gd name="T35" fmla="*/ 39 h 91"/>
              <a:gd name="T36" fmla="*/ 18 w 75"/>
              <a:gd name="T37" fmla="*/ 43 h 91"/>
              <a:gd name="T38" fmla="*/ 0 w 75"/>
              <a:gd name="T39" fmla="*/ 45 h 91"/>
              <a:gd name="T40" fmla="*/ 1 w 75"/>
              <a:gd name="T41" fmla="*/ 49 h 91"/>
              <a:gd name="T42" fmla="*/ 5 w 75"/>
              <a:gd name="T43" fmla="*/ 54 h 91"/>
              <a:gd name="T44" fmla="*/ 10 w 75"/>
              <a:gd name="T45" fmla="*/ 58 h 91"/>
              <a:gd name="T46" fmla="*/ 14 w 75"/>
              <a:gd name="T47" fmla="*/ 60 h 91"/>
              <a:gd name="T48" fmla="*/ 16 w 75"/>
              <a:gd name="T49" fmla="*/ 58 h 91"/>
              <a:gd name="T50" fmla="*/ 19 w 75"/>
              <a:gd name="T51" fmla="*/ 55 h 91"/>
              <a:gd name="T52" fmla="*/ 23 w 75"/>
              <a:gd name="T53" fmla="*/ 54 h 91"/>
              <a:gd name="T54" fmla="*/ 29 w 75"/>
              <a:gd name="T55" fmla="*/ 54 h 91"/>
              <a:gd name="T56" fmla="*/ 33 w 75"/>
              <a:gd name="T57" fmla="*/ 59 h 91"/>
              <a:gd name="T58" fmla="*/ 35 w 75"/>
              <a:gd name="T59" fmla="*/ 65 h 91"/>
              <a:gd name="T60" fmla="*/ 37 w 75"/>
              <a:gd name="T61" fmla="*/ 88 h 91"/>
              <a:gd name="T62" fmla="*/ 39 w 75"/>
              <a:gd name="T63" fmla="*/ 90 h 91"/>
              <a:gd name="T64" fmla="*/ 49 w 75"/>
              <a:gd name="T65" fmla="*/ 80 h 91"/>
              <a:gd name="T66" fmla="*/ 55 w 75"/>
              <a:gd name="T67" fmla="*/ 78 h 91"/>
              <a:gd name="T68" fmla="*/ 61 w 75"/>
              <a:gd name="T69" fmla="*/ 78 h 91"/>
              <a:gd name="T70" fmla="*/ 62 w 75"/>
              <a:gd name="T71" fmla="*/ 78 h 91"/>
              <a:gd name="T72" fmla="*/ 59 w 75"/>
              <a:gd name="T73" fmla="*/ 73 h 91"/>
              <a:gd name="T74" fmla="*/ 57 w 75"/>
              <a:gd name="T75" fmla="*/ 69 h 91"/>
              <a:gd name="T76" fmla="*/ 57 w 75"/>
              <a:gd name="T77" fmla="*/ 62 h 91"/>
              <a:gd name="T78" fmla="*/ 58 w 75"/>
              <a:gd name="T79" fmla="*/ 58 h 91"/>
              <a:gd name="T80" fmla="*/ 72 w 75"/>
              <a:gd name="T81" fmla="*/ 35 h 91"/>
              <a:gd name="T82" fmla="*/ 74 w 75"/>
              <a:gd name="T83" fmla="*/ 26 h 91"/>
              <a:gd name="T84" fmla="*/ 74 w 75"/>
              <a:gd name="T85" fmla="*/ 0 h 91"/>
              <a:gd name="T86" fmla="*/ 73 w 75"/>
              <a:gd name="T8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5" h="91">
                <a:moveTo>
                  <a:pt x="73" y="0"/>
                </a:moveTo>
                <a:cubicBezTo>
                  <a:pt x="73" y="0"/>
                  <a:pt x="73" y="0"/>
                  <a:pt x="72" y="0"/>
                </a:cubicBezTo>
                <a:lnTo>
                  <a:pt x="72" y="3"/>
                </a:lnTo>
                <a:cubicBezTo>
                  <a:pt x="71" y="4"/>
                  <a:pt x="70" y="5"/>
                  <a:pt x="70" y="6"/>
                </a:cubicBezTo>
                <a:lnTo>
                  <a:pt x="67" y="8"/>
                </a:lnTo>
                <a:cubicBezTo>
                  <a:pt x="65" y="10"/>
                  <a:pt x="61" y="10"/>
                  <a:pt x="58" y="8"/>
                </a:cubicBezTo>
                <a:lnTo>
                  <a:pt x="56" y="7"/>
                </a:lnTo>
                <a:cubicBezTo>
                  <a:pt x="55" y="7"/>
                  <a:pt x="55" y="7"/>
                  <a:pt x="54" y="6"/>
                </a:cubicBezTo>
                <a:lnTo>
                  <a:pt x="40" y="9"/>
                </a:lnTo>
                <a:lnTo>
                  <a:pt x="37" y="13"/>
                </a:lnTo>
                <a:cubicBezTo>
                  <a:pt x="37" y="13"/>
                  <a:pt x="36" y="14"/>
                  <a:pt x="35" y="14"/>
                </a:cubicBezTo>
                <a:lnTo>
                  <a:pt x="33" y="16"/>
                </a:lnTo>
                <a:cubicBezTo>
                  <a:pt x="30" y="18"/>
                  <a:pt x="27" y="19"/>
                  <a:pt x="24" y="17"/>
                </a:cubicBezTo>
                <a:lnTo>
                  <a:pt x="23" y="16"/>
                </a:lnTo>
                <a:lnTo>
                  <a:pt x="23" y="19"/>
                </a:lnTo>
                <a:lnTo>
                  <a:pt x="26" y="30"/>
                </a:lnTo>
                <a:cubicBezTo>
                  <a:pt x="27" y="32"/>
                  <a:pt x="27" y="34"/>
                  <a:pt x="26" y="36"/>
                </a:cubicBezTo>
                <a:lnTo>
                  <a:pt x="25" y="39"/>
                </a:lnTo>
                <a:cubicBezTo>
                  <a:pt x="23" y="41"/>
                  <a:pt x="21" y="43"/>
                  <a:pt x="18" y="43"/>
                </a:cubicBezTo>
                <a:lnTo>
                  <a:pt x="0" y="45"/>
                </a:lnTo>
                <a:lnTo>
                  <a:pt x="1" y="49"/>
                </a:lnTo>
                <a:lnTo>
                  <a:pt x="5" y="54"/>
                </a:lnTo>
                <a:lnTo>
                  <a:pt x="10" y="58"/>
                </a:lnTo>
                <a:lnTo>
                  <a:pt x="14" y="60"/>
                </a:lnTo>
                <a:lnTo>
                  <a:pt x="16" y="58"/>
                </a:lnTo>
                <a:cubicBezTo>
                  <a:pt x="17" y="57"/>
                  <a:pt x="18" y="56"/>
                  <a:pt x="19" y="55"/>
                </a:cubicBezTo>
                <a:lnTo>
                  <a:pt x="23" y="54"/>
                </a:lnTo>
                <a:cubicBezTo>
                  <a:pt x="25" y="53"/>
                  <a:pt x="27" y="53"/>
                  <a:pt x="29" y="54"/>
                </a:cubicBezTo>
                <a:cubicBezTo>
                  <a:pt x="31" y="55"/>
                  <a:pt x="33" y="57"/>
                  <a:pt x="33" y="59"/>
                </a:cubicBezTo>
                <a:lnTo>
                  <a:pt x="35" y="65"/>
                </a:lnTo>
                <a:lnTo>
                  <a:pt x="37" y="88"/>
                </a:lnTo>
                <a:lnTo>
                  <a:pt x="39" y="90"/>
                </a:lnTo>
                <a:lnTo>
                  <a:pt x="49" y="80"/>
                </a:lnTo>
                <a:cubicBezTo>
                  <a:pt x="51" y="79"/>
                  <a:pt x="53" y="78"/>
                  <a:pt x="55" y="78"/>
                </a:cubicBezTo>
                <a:lnTo>
                  <a:pt x="61" y="78"/>
                </a:lnTo>
                <a:lnTo>
                  <a:pt x="62" y="78"/>
                </a:lnTo>
                <a:lnTo>
                  <a:pt x="59" y="73"/>
                </a:lnTo>
                <a:cubicBezTo>
                  <a:pt x="58" y="72"/>
                  <a:pt x="57" y="71"/>
                  <a:pt x="57" y="69"/>
                </a:cubicBezTo>
                <a:lnTo>
                  <a:pt x="57" y="62"/>
                </a:lnTo>
                <a:cubicBezTo>
                  <a:pt x="57" y="60"/>
                  <a:pt x="57" y="59"/>
                  <a:pt x="58" y="58"/>
                </a:cubicBezTo>
                <a:lnTo>
                  <a:pt x="72" y="35"/>
                </a:lnTo>
                <a:lnTo>
                  <a:pt x="74" y="26"/>
                </a:lnTo>
                <a:lnTo>
                  <a:pt x="74" y="0"/>
                </a:lnTo>
                <a:lnTo>
                  <a:pt x="73" y="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19" name="Freeform 145">
            <a:extLst>
              <a:ext uri="{FF2B5EF4-FFF2-40B4-BE49-F238E27FC236}">
                <a16:creationId xmlns:a16="http://schemas.microsoft.com/office/drawing/2014/main" xmlns="" id="{91CB7C07-E2C1-45F7-BDCF-1C1A15333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43" y="5756919"/>
            <a:ext cx="21360" cy="16019"/>
          </a:xfrm>
          <a:custGeom>
            <a:avLst/>
            <a:gdLst>
              <a:gd name="T0" fmla="*/ 43 w 51"/>
              <a:gd name="T1" fmla="*/ 21 h 41"/>
              <a:gd name="T2" fmla="*/ 43 w 51"/>
              <a:gd name="T3" fmla="*/ 21 h 41"/>
              <a:gd name="T4" fmla="*/ 40 w 51"/>
              <a:gd name="T5" fmla="*/ 20 h 41"/>
              <a:gd name="T6" fmla="*/ 36 w 51"/>
              <a:gd name="T7" fmla="*/ 19 h 41"/>
              <a:gd name="T8" fmla="*/ 31 w 51"/>
              <a:gd name="T9" fmla="*/ 13 h 41"/>
              <a:gd name="T10" fmla="*/ 30 w 51"/>
              <a:gd name="T11" fmla="*/ 5 h 41"/>
              <a:gd name="T12" fmla="*/ 28 w 51"/>
              <a:gd name="T13" fmla="*/ 4 h 41"/>
              <a:gd name="T14" fmla="*/ 24 w 51"/>
              <a:gd name="T15" fmla="*/ 2 h 41"/>
              <a:gd name="T16" fmla="*/ 23 w 51"/>
              <a:gd name="T17" fmla="*/ 0 h 41"/>
              <a:gd name="T18" fmla="*/ 22 w 51"/>
              <a:gd name="T19" fmla="*/ 0 h 41"/>
              <a:gd name="T20" fmla="*/ 19 w 51"/>
              <a:gd name="T21" fmla="*/ 6 h 41"/>
              <a:gd name="T22" fmla="*/ 13 w 51"/>
              <a:gd name="T23" fmla="*/ 7 h 41"/>
              <a:gd name="T24" fmla="*/ 8 w 51"/>
              <a:gd name="T25" fmla="*/ 11 h 41"/>
              <a:gd name="T26" fmla="*/ 7 w 51"/>
              <a:gd name="T27" fmla="*/ 12 h 41"/>
              <a:gd name="T28" fmla="*/ 6 w 51"/>
              <a:gd name="T29" fmla="*/ 14 h 41"/>
              <a:gd name="T30" fmla="*/ 0 w 51"/>
              <a:gd name="T31" fmla="*/ 23 h 41"/>
              <a:gd name="T32" fmla="*/ 7 w 51"/>
              <a:gd name="T33" fmla="*/ 21 h 41"/>
              <a:gd name="T34" fmla="*/ 13 w 51"/>
              <a:gd name="T35" fmla="*/ 27 h 41"/>
              <a:gd name="T36" fmla="*/ 15 w 51"/>
              <a:gd name="T37" fmla="*/ 34 h 41"/>
              <a:gd name="T38" fmla="*/ 27 w 51"/>
              <a:gd name="T39" fmla="*/ 33 h 41"/>
              <a:gd name="T40" fmla="*/ 33 w 51"/>
              <a:gd name="T41" fmla="*/ 36 h 41"/>
              <a:gd name="T42" fmla="*/ 34 w 51"/>
              <a:gd name="T43" fmla="*/ 36 h 41"/>
              <a:gd name="T44" fmla="*/ 37 w 51"/>
              <a:gd name="T45" fmla="*/ 35 h 41"/>
              <a:gd name="T46" fmla="*/ 38 w 51"/>
              <a:gd name="T47" fmla="*/ 35 h 41"/>
              <a:gd name="T48" fmla="*/ 45 w 51"/>
              <a:gd name="T49" fmla="*/ 39 h 41"/>
              <a:gd name="T50" fmla="*/ 46 w 51"/>
              <a:gd name="T51" fmla="*/ 40 h 41"/>
              <a:gd name="T52" fmla="*/ 47 w 51"/>
              <a:gd name="T53" fmla="*/ 40 h 41"/>
              <a:gd name="T54" fmla="*/ 50 w 51"/>
              <a:gd name="T55" fmla="*/ 38 h 41"/>
              <a:gd name="T56" fmla="*/ 48 w 51"/>
              <a:gd name="T57" fmla="*/ 33 h 41"/>
              <a:gd name="T58" fmla="*/ 43 w 51"/>
              <a:gd name="T59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" h="41">
                <a:moveTo>
                  <a:pt x="43" y="21"/>
                </a:moveTo>
                <a:lnTo>
                  <a:pt x="43" y="21"/>
                </a:lnTo>
                <a:cubicBezTo>
                  <a:pt x="41" y="21"/>
                  <a:pt x="41" y="21"/>
                  <a:pt x="40" y="20"/>
                </a:cubicBezTo>
                <a:lnTo>
                  <a:pt x="36" y="19"/>
                </a:lnTo>
                <a:cubicBezTo>
                  <a:pt x="34" y="18"/>
                  <a:pt x="32" y="16"/>
                  <a:pt x="31" y="13"/>
                </a:cubicBezTo>
                <a:lnTo>
                  <a:pt x="30" y="5"/>
                </a:lnTo>
                <a:cubicBezTo>
                  <a:pt x="29" y="5"/>
                  <a:pt x="28" y="5"/>
                  <a:pt x="28" y="4"/>
                </a:cubicBezTo>
                <a:lnTo>
                  <a:pt x="24" y="2"/>
                </a:lnTo>
                <a:cubicBezTo>
                  <a:pt x="24" y="2"/>
                  <a:pt x="23" y="1"/>
                  <a:pt x="23" y="0"/>
                </a:cubicBezTo>
                <a:lnTo>
                  <a:pt x="22" y="0"/>
                </a:lnTo>
                <a:cubicBezTo>
                  <a:pt x="22" y="2"/>
                  <a:pt x="21" y="4"/>
                  <a:pt x="19" y="6"/>
                </a:cubicBezTo>
                <a:cubicBezTo>
                  <a:pt x="17" y="7"/>
                  <a:pt x="15" y="8"/>
                  <a:pt x="13" y="7"/>
                </a:cubicBezTo>
                <a:cubicBezTo>
                  <a:pt x="12" y="9"/>
                  <a:pt x="10" y="11"/>
                  <a:pt x="8" y="11"/>
                </a:cubicBezTo>
                <a:cubicBezTo>
                  <a:pt x="8" y="12"/>
                  <a:pt x="7" y="12"/>
                  <a:pt x="7" y="12"/>
                </a:cubicBezTo>
                <a:cubicBezTo>
                  <a:pt x="7" y="13"/>
                  <a:pt x="6" y="14"/>
                  <a:pt x="6" y="14"/>
                </a:cubicBezTo>
                <a:lnTo>
                  <a:pt x="0" y="23"/>
                </a:lnTo>
                <a:cubicBezTo>
                  <a:pt x="2" y="21"/>
                  <a:pt x="4" y="21"/>
                  <a:pt x="7" y="21"/>
                </a:cubicBezTo>
                <a:cubicBezTo>
                  <a:pt x="10" y="22"/>
                  <a:pt x="13" y="24"/>
                  <a:pt x="13" y="27"/>
                </a:cubicBezTo>
                <a:lnTo>
                  <a:pt x="15" y="34"/>
                </a:lnTo>
                <a:lnTo>
                  <a:pt x="27" y="33"/>
                </a:lnTo>
                <a:cubicBezTo>
                  <a:pt x="29" y="33"/>
                  <a:pt x="32" y="34"/>
                  <a:pt x="33" y="36"/>
                </a:cubicBezTo>
                <a:lnTo>
                  <a:pt x="34" y="36"/>
                </a:lnTo>
                <a:cubicBezTo>
                  <a:pt x="35" y="36"/>
                  <a:pt x="36" y="35"/>
                  <a:pt x="37" y="35"/>
                </a:cubicBezTo>
                <a:cubicBezTo>
                  <a:pt x="37" y="35"/>
                  <a:pt x="37" y="35"/>
                  <a:pt x="38" y="35"/>
                </a:cubicBezTo>
                <a:cubicBezTo>
                  <a:pt x="40" y="36"/>
                  <a:pt x="44" y="37"/>
                  <a:pt x="45" y="39"/>
                </a:cubicBezTo>
                <a:lnTo>
                  <a:pt x="46" y="40"/>
                </a:lnTo>
                <a:lnTo>
                  <a:pt x="47" y="40"/>
                </a:lnTo>
                <a:cubicBezTo>
                  <a:pt x="48" y="39"/>
                  <a:pt x="49" y="38"/>
                  <a:pt x="50" y="38"/>
                </a:cubicBezTo>
                <a:lnTo>
                  <a:pt x="48" y="33"/>
                </a:lnTo>
                <a:lnTo>
                  <a:pt x="43" y="2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0" name="Freeform 146">
            <a:extLst>
              <a:ext uri="{FF2B5EF4-FFF2-40B4-BE49-F238E27FC236}">
                <a16:creationId xmlns:a16="http://schemas.microsoft.com/office/drawing/2014/main" xmlns="" id="{AB263861-0A79-4118-B77B-4DA236755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23" y="5600282"/>
            <a:ext cx="28479" cy="71199"/>
          </a:xfrm>
          <a:custGeom>
            <a:avLst/>
            <a:gdLst>
              <a:gd name="T0" fmla="*/ 52 w 72"/>
              <a:gd name="T1" fmla="*/ 175 h 176"/>
              <a:gd name="T2" fmla="*/ 56 w 72"/>
              <a:gd name="T3" fmla="*/ 175 h 176"/>
              <a:gd name="T4" fmla="*/ 67 w 72"/>
              <a:gd name="T5" fmla="*/ 169 h 176"/>
              <a:gd name="T6" fmla="*/ 71 w 72"/>
              <a:gd name="T7" fmla="*/ 160 h 176"/>
              <a:gd name="T8" fmla="*/ 66 w 72"/>
              <a:gd name="T9" fmla="*/ 126 h 176"/>
              <a:gd name="T10" fmla="*/ 60 w 72"/>
              <a:gd name="T11" fmla="*/ 116 h 176"/>
              <a:gd name="T12" fmla="*/ 61 w 72"/>
              <a:gd name="T13" fmla="*/ 111 h 176"/>
              <a:gd name="T14" fmla="*/ 66 w 72"/>
              <a:gd name="T15" fmla="*/ 99 h 176"/>
              <a:gd name="T16" fmla="*/ 64 w 72"/>
              <a:gd name="T17" fmla="*/ 83 h 176"/>
              <a:gd name="T18" fmla="*/ 36 w 72"/>
              <a:gd name="T19" fmla="*/ 33 h 176"/>
              <a:gd name="T20" fmla="*/ 28 w 72"/>
              <a:gd name="T21" fmla="*/ 7 h 176"/>
              <a:gd name="T22" fmla="*/ 23 w 72"/>
              <a:gd name="T23" fmla="*/ 2 h 176"/>
              <a:gd name="T24" fmla="*/ 9 w 72"/>
              <a:gd name="T25" fmla="*/ 5 h 176"/>
              <a:gd name="T26" fmla="*/ 3 w 72"/>
              <a:gd name="T27" fmla="*/ 15 h 176"/>
              <a:gd name="T28" fmla="*/ 7 w 72"/>
              <a:gd name="T29" fmla="*/ 35 h 176"/>
              <a:gd name="T30" fmla="*/ 9 w 72"/>
              <a:gd name="T31" fmla="*/ 42 h 176"/>
              <a:gd name="T32" fmla="*/ 11 w 72"/>
              <a:gd name="T33" fmla="*/ 45 h 176"/>
              <a:gd name="T34" fmla="*/ 8 w 72"/>
              <a:gd name="T35" fmla="*/ 58 h 176"/>
              <a:gd name="T36" fmla="*/ 12 w 72"/>
              <a:gd name="T37" fmla="*/ 82 h 176"/>
              <a:gd name="T38" fmla="*/ 17 w 72"/>
              <a:gd name="T39" fmla="*/ 88 h 176"/>
              <a:gd name="T40" fmla="*/ 22 w 72"/>
              <a:gd name="T41" fmla="*/ 93 h 176"/>
              <a:gd name="T42" fmla="*/ 3 w 72"/>
              <a:gd name="T43" fmla="*/ 100 h 176"/>
              <a:gd name="T44" fmla="*/ 0 w 72"/>
              <a:gd name="T45" fmla="*/ 108 h 176"/>
              <a:gd name="T46" fmla="*/ 5 w 72"/>
              <a:gd name="T47" fmla="*/ 127 h 176"/>
              <a:gd name="T48" fmla="*/ 20 w 72"/>
              <a:gd name="T49" fmla="*/ 149 h 176"/>
              <a:gd name="T50" fmla="*/ 31 w 72"/>
              <a:gd name="T51" fmla="*/ 155 h 176"/>
              <a:gd name="T52" fmla="*/ 38 w 72"/>
              <a:gd name="T53" fmla="*/ 165 h 176"/>
              <a:gd name="T54" fmla="*/ 44 w 72"/>
              <a:gd name="T55" fmla="*/ 172 h 176"/>
              <a:gd name="T56" fmla="*/ 27 w 72"/>
              <a:gd name="T57" fmla="*/ 49 h 176"/>
              <a:gd name="T58" fmla="*/ 43 w 72"/>
              <a:gd name="T59" fmla="*/ 72 h 176"/>
              <a:gd name="T60" fmla="*/ 50 w 72"/>
              <a:gd name="T61" fmla="*/ 98 h 176"/>
              <a:gd name="T62" fmla="*/ 45 w 72"/>
              <a:gd name="T63" fmla="*/ 99 h 176"/>
              <a:gd name="T64" fmla="*/ 44 w 72"/>
              <a:gd name="T65" fmla="*/ 83 h 176"/>
              <a:gd name="T66" fmla="*/ 33 w 72"/>
              <a:gd name="T67" fmla="*/ 80 h 176"/>
              <a:gd name="T68" fmla="*/ 27 w 72"/>
              <a:gd name="T69" fmla="*/ 76 h 176"/>
              <a:gd name="T70" fmla="*/ 24 w 72"/>
              <a:gd name="T71" fmla="*/ 56 h 176"/>
              <a:gd name="T72" fmla="*/ 41 w 72"/>
              <a:gd name="T73" fmla="*/ 127 h 176"/>
              <a:gd name="T74" fmla="*/ 27 w 72"/>
              <a:gd name="T75" fmla="*/ 131 h 176"/>
              <a:gd name="T76" fmla="*/ 20 w 72"/>
              <a:gd name="T77" fmla="*/ 122 h 176"/>
              <a:gd name="T78" fmla="*/ 17 w 72"/>
              <a:gd name="T79" fmla="*/ 110 h 176"/>
              <a:gd name="T80" fmla="*/ 29 w 72"/>
              <a:gd name="T81" fmla="*/ 112 h 176"/>
              <a:gd name="T82" fmla="*/ 38 w 72"/>
              <a:gd name="T83" fmla="*/ 114 h 176"/>
              <a:gd name="T84" fmla="*/ 40 w 72"/>
              <a:gd name="T85" fmla="*/ 119 h 176"/>
              <a:gd name="T86" fmla="*/ 51 w 72"/>
              <a:gd name="T87" fmla="*/ 132 h 176"/>
              <a:gd name="T88" fmla="*/ 54 w 72"/>
              <a:gd name="T89" fmla="*/ 158 h 176"/>
              <a:gd name="T90" fmla="*/ 53 w 72"/>
              <a:gd name="T91" fmla="*/ 159 h 176"/>
              <a:gd name="T92" fmla="*/ 47 w 72"/>
              <a:gd name="T93" fmla="*/ 134 h 176"/>
              <a:gd name="T94" fmla="*/ 41 w 72"/>
              <a:gd name="T95" fmla="*/ 12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2" h="176">
                <a:moveTo>
                  <a:pt x="46" y="173"/>
                </a:moveTo>
                <a:lnTo>
                  <a:pt x="52" y="175"/>
                </a:lnTo>
                <a:cubicBezTo>
                  <a:pt x="53" y="175"/>
                  <a:pt x="53" y="175"/>
                  <a:pt x="54" y="175"/>
                </a:cubicBezTo>
                <a:cubicBezTo>
                  <a:pt x="55" y="175"/>
                  <a:pt x="55" y="175"/>
                  <a:pt x="56" y="175"/>
                </a:cubicBezTo>
                <a:lnTo>
                  <a:pt x="61" y="174"/>
                </a:lnTo>
                <a:cubicBezTo>
                  <a:pt x="64" y="173"/>
                  <a:pt x="66" y="171"/>
                  <a:pt x="67" y="169"/>
                </a:cubicBezTo>
                <a:lnTo>
                  <a:pt x="70" y="163"/>
                </a:lnTo>
                <a:cubicBezTo>
                  <a:pt x="70" y="162"/>
                  <a:pt x="71" y="161"/>
                  <a:pt x="71" y="160"/>
                </a:cubicBezTo>
                <a:lnTo>
                  <a:pt x="69" y="141"/>
                </a:lnTo>
                <a:lnTo>
                  <a:pt x="66" y="126"/>
                </a:lnTo>
                <a:cubicBezTo>
                  <a:pt x="66" y="125"/>
                  <a:pt x="66" y="125"/>
                  <a:pt x="65" y="124"/>
                </a:cubicBezTo>
                <a:lnTo>
                  <a:pt x="60" y="116"/>
                </a:lnTo>
                <a:lnTo>
                  <a:pt x="58" y="114"/>
                </a:lnTo>
                <a:cubicBezTo>
                  <a:pt x="59" y="113"/>
                  <a:pt x="60" y="112"/>
                  <a:pt x="61" y="111"/>
                </a:cubicBezTo>
                <a:lnTo>
                  <a:pt x="65" y="103"/>
                </a:lnTo>
                <a:cubicBezTo>
                  <a:pt x="66" y="102"/>
                  <a:pt x="66" y="100"/>
                  <a:pt x="66" y="99"/>
                </a:cubicBezTo>
                <a:lnTo>
                  <a:pt x="65" y="85"/>
                </a:lnTo>
                <a:cubicBezTo>
                  <a:pt x="65" y="84"/>
                  <a:pt x="65" y="83"/>
                  <a:pt x="64" y="83"/>
                </a:cubicBezTo>
                <a:lnTo>
                  <a:pt x="57" y="64"/>
                </a:lnTo>
                <a:lnTo>
                  <a:pt x="36" y="33"/>
                </a:lnTo>
                <a:lnTo>
                  <a:pt x="30" y="10"/>
                </a:lnTo>
                <a:lnTo>
                  <a:pt x="28" y="7"/>
                </a:lnTo>
                <a:cubicBezTo>
                  <a:pt x="27" y="5"/>
                  <a:pt x="26" y="4"/>
                  <a:pt x="25" y="4"/>
                </a:cubicBezTo>
                <a:lnTo>
                  <a:pt x="23" y="2"/>
                </a:lnTo>
                <a:cubicBezTo>
                  <a:pt x="20" y="1"/>
                  <a:pt x="17" y="0"/>
                  <a:pt x="15" y="2"/>
                </a:cubicBezTo>
                <a:lnTo>
                  <a:pt x="9" y="5"/>
                </a:lnTo>
                <a:cubicBezTo>
                  <a:pt x="7" y="6"/>
                  <a:pt x="5" y="8"/>
                  <a:pt x="5" y="10"/>
                </a:cubicBezTo>
                <a:lnTo>
                  <a:pt x="3" y="15"/>
                </a:lnTo>
                <a:cubicBezTo>
                  <a:pt x="3" y="17"/>
                  <a:pt x="3" y="18"/>
                  <a:pt x="3" y="19"/>
                </a:cubicBezTo>
                <a:lnTo>
                  <a:pt x="7" y="35"/>
                </a:lnTo>
                <a:lnTo>
                  <a:pt x="8" y="40"/>
                </a:lnTo>
                <a:cubicBezTo>
                  <a:pt x="8" y="41"/>
                  <a:pt x="9" y="42"/>
                  <a:pt x="9" y="42"/>
                </a:cubicBezTo>
                <a:lnTo>
                  <a:pt x="11" y="44"/>
                </a:lnTo>
                <a:lnTo>
                  <a:pt x="11" y="45"/>
                </a:lnTo>
                <a:lnTo>
                  <a:pt x="9" y="53"/>
                </a:lnTo>
                <a:cubicBezTo>
                  <a:pt x="8" y="55"/>
                  <a:pt x="8" y="56"/>
                  <a:pt x="8" y="58"/>
                </a:cubicBezTo>
                <a:lnTo>
                  <a:pt x="11" y="79"/>
                </a:lnTo>
                <a:cubicBezTo>
                  <a:pt x="11" y="80"/>
                  <a:pt x="12" y="81"/>
                  <a:pt x="12" y="82"/>
                </a:cubicBezTo>
                <a:lnTo>
                  <a:pt x="15" y="86"/>
                </a:lnTo>
                <a:cubicBezTo>
                  <a:pt x="15" y="87"/>
                  <a:pt x="16" y="88"/>
                  <a:pt x="17" y="88"/>
                </a:cubicBezTo>
                <a:lnTo>
                  <a:pt x="21" y="90"/>
                </a:lnTo>
                <a:lnTo>
                  <a:pt x="22" y="93"/>
                </a:lnTo>
                <a:lnTo>
                  <a:pt x="8" y="96"/>
                </a:lnTo>
                <a:cubicBezTo>
                  <a:pt x="6" y="96"/>
                  <a:pt x="4" y="98"/>
                  <a:pt x="3" y="100"/>
                </a:cubicBezTo>
                <a:lnTo>
                  <a:pt x="1" y="104"/>
                </a:lnTo>
                <a:cubicBezTo>
                  <a:pt x="1" y="105"/>
                  <a:pt x="0" y="107"/>
                  <a:pt x="0" y="108"/>
                </a:cubicBezTo>
                <a:lnTo>
                  <a:pt x="2" y="116"/>
                </a:lnTo>
                <a:lnTo>
                  <a:pt x="5" y="127"/>
                </a:lnTo>
                <a:lnTo>
                  <a:pt x="11" y="138"/>
                </a:lnTo>
                <a:lnTo>
                  <a:pt x="20" y="149"/>
                </a:lnTo>
                <a:cubicBezTo>
                  <a:pt x="21" y="151"/>
                  <a:pt x="22" y="151"/>
                  <a:pt x="23" y="152"/>
                </a:cubicBezTo>
                <a:lnTo>
                  <a:pt x="31" y="155"/>
                </a:lnTo>
                <a:cubicBezTo>
                  <a:pt x="33" y="155"/>
                  <a:pt x="35" y="155"/>
                  <a:pt x="37" y="155"/>
                </a:cubicBezTo>
                <a:lnTo>
                  <a:pt x="38" y="165"/>
                </a:lnTo>
                <a:cubicBezTo>
                  <a:pt x="38" y="167"/>
                  <a:pt x="39" y="170"/>
                  <a:pt x="42" y="171"/>
                </a:cubicBezTo>
                <a:lnTo>
                  <a:pt x="44" y="172"/>
                </a:lnTo>
                <a:cubicBezTo>
                  <a:pt x="45" y="173"/>
                  <a:pt x="46" y="173"/>
                  <a:pt x="46" y="173"/>
                </a:cubicBezTo>
                <a:close/>
                <a:moveTo>
                  <a:pt x="27" y="49"/>
                </a:moveTo>
                <a:lnTo>
                  <a:pt x="27" y="48"/>
                </a:lnTo>
                <a:lnTo>
                  <a:pt x="43" y="72"/>
                </a:lnTo>
                <a:lnTo>
                  <a:pt x="49" y="88"/>
                </a:lnTo>
                <a:lnTo>
                  <a:pt x="50" y="98"/>
                </a:lnTo>
                <a:lnTo>
                  <a:pt x="49" y="99"/>
                </a:lnTo>
                <a:lnTo>
                  <a:pt x="45" y="99"/>
                </a:lnTo>
                <a:lnTo>
                  <a:pt x="47" y="92"/>
                </a:lnTo>
                <a:cubicBezTo>
                  <a:pt x="48" y="89"/>
                  <a:pt x="47" y="85"/>
                  <a:pt x="44" y="83"/>
                </a:cubicBezTo>
                <a:cubicBezTo>
                  <a:pt x="41" y="81"/>
                  <a:pt x="38" y="81"/>
                  <a:pt x="35" y="83"/>
                </a:cubicBezTo>
                <a:lnTo>
                  <a:pt x="33" y="80"/>
                </a:lnTo>
                <a:cubicBezTo>
                  <a:pt x="32" y="79"/>
                  <a:pt x="31" y="78"/>
                  <a:pt x="30" y="78"/>
                </a:cubicBezTo>
                <a:lnTo>
                  <a:pt x="27" y="76"/>
                </a:lnTo>
                <a:lnTo>
                  <a:pt x="25" y="59"/>
                </a:lnTo>
                <a:lnTo>
                  <a:pt x="24" y="56"/>
                </a:lnTo>
                <a:lnTo>
                  <a:pt x="27" y="49"/>
                </a:lnTo>
                <a:close/>
                <a:moveTo>
                  <a:pt x="41" y="127"/>
                </a:moveTo>
                <a:cubicBezTo>
                  <a:pt x="39" y="125"/>
                  <a:pt x="36" y="124"/>
                  <a:pt x="33" y="125"/>
                </a:cubicBezTo>
                <a:cubicBezTo>
                  <a:pt x="30" y="126"/>
                  <a:pt x="28" y="128"/>
                  <a:pt x="27" y="131"/>
                </a:cubicBezTo>
                <a:lnTo>
                  <a:pt x="27" y="133"/>
                </a:lnTo>
                <a:lnTo>
                  <a:pt x="20" y="122"/>
                </a:lnTo>
                <a:lnTo>
                  <a:pt x="17" y="113"/>
                </a:lnTo>
                <a:lnTo>
                  <a:pt x="17" y="110"/>
                </a:lnTo>
                <a:lnTo>
                  <a:pt x="26" y="108"/>
                </a:lnTo>
                <a:lnTo>
                  <a:pt x="29" y="112"/>
                </a:lnTo>
                <a:cubicBezTo>
                  <a:pt x="31" y="114"/>
                  <a:pt x="34" y="115"/>
                  <a:pt x="37" y="115"/>
                </a:cubicBezTo>
                <a:lnTo>
                  <a:pt x="38" y="114"/>
                </a:lnTo>
                <a:lnTo>
                  <a:pt x="39" y="116"/>
                </a:lnTo>
                <a:cubicBezTo>
                  <a:pt x="39" y="117"/>
                  <a:pt x="40" y="118"/>
                  <a:pt x="40" y="119"/>
                </a:cubicBezTo>
                <a:lnTo>
                  <a:pt x="48" y="126"/>
                </a:lnTo>
                <a:lnTo>
                  <a:pt x="51" y="132"/>
                </a:lnTo>
                <a:lnTo>
                  <a:pt x="52" y="136"/>
                </a:lnTo>
                <a:lnTo>
                  <a:pt x="54" y="158"/>
                </a:lnTo>
                <a:lnTo>
                  <a:pt x="54" y="159"/>
                </a:lnTo>
                <a:lnTo>
                  <a:pt x="53" y="159"/>
                </a:lnTo>
                <a:lnTo>
                  <a:pt x="50" y="142"/>
                </a:lnTo>
                <a:lnTo>
                  <a:pt x="47" y="134"/>
                </a:lnTo>
                <a:cubicBezTo>
                  <a:pt x="46" y="133"/>
                  <a:pt x="46" y="132"/>
                  <a:pt x="45" y="131"/>
                </a:cubicBezTo>
                <a:lnTo>
                  <a:pt x="41" y="12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1" name="Freeform 147">
            <a:extLst>
              <a:ext uri="{FF2B5EF4-FFF2-40B4-BE49-F238E27FC236}">
                <a16:creationId xmlns:a16="http://schemas.microsoft.com/office/drawing/2014/main" xmlns="" id="{E529AE18-3C28-4288-8FB2-A4DC9661B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344" y="5543324"/>
            <a:ext cx="16019" cy="28479"/>
          </a:xfrm>
          <a:custGeom>
            <a:avLst/>
            <a:gdLst>
              <a:gd name="T0" fmla="*/ 39 w 40"/>
              <a:gd name="T1" fmla="*/ 41 h 69"/>
              <a:gd name="T2" fmla="*/ 39 w 40"/>
              <a:gd name="T3" fmla="*/ 37 h 69"/>
              <a:gd name="T4" fmla="*/ 38 w 40"/>
              <a:gd name="T5" fmla="*/ 34 h 69"/>
              <a:gd name="T6" fmla="*/ 36 w 40"/>
              <a:gd name="T7" fmla="*/ 30 h 69"/>
              <a:gd name="T8" fmla="*/ 33 w 40"/>
              <a:gd name="T9" fmla="*/ 26 h 69"/>
              <a:gd name="T10" fmla="*/ 32 w 40"/>
              <a:gd name="T11" fmla="*/ 25 h 69"/>
              <a:gd name="T12" fmla="*/ 31 w 40"/>
              <a:gd name="T13" fmla="*/ 21 h 69"/>
              <a:gd name="T14" fmla="*/ 30 w 40"/>
              <a:gd name="T15" fmla="*/ 20 h 69"/>
              <a:gd name="T16" fmla="*/ 30 w 40"/>
              <a:gd name="T17" fmla="*/ 18 h 69"/>
              <a:gd name="T18" fmla="*/ 30 w 40"/>
              <a:gd name="T19" fmla="*/ 15 h 69"/>
              <a:gd name="T20" fmla="*/ 29 w 40"/>
              <a:gd name="T21" fmla="*/ 12 h 69"/>
              <a:gd name="T22" fmla="*/ 26 w 40"/>
              <a:gd name="T23" fmla="*/ 9 h 69"/>
              <a:gd name="T24" fmla="*/ 22 w 40"/>
              <a:gd name="T25" fmla="*/ 3 h 69"/>
              <a:gd name="T26" fmla="*/ 13 w 40"/>
              <a:gd name="T27" fmla="*/ 0 h 69"/>
              <a:gd name="T28" fmla="*/ 10 w 40"/>
              <a:gd name="T29" fmla="*/ 1 h 69"/>
              <a:gd name="T30" fmla="*/ 4 w 40"/>
              <a:gd name="T31" fmla="*/ 7 h 69"/>
              <a:gd name="T32" fmla="*/ 2 w 40"/>
              <a:gd name="T33" fmla="*/ 15 h 69"/>
              <a:gd name="T34" fmla="*/ 4 w 40"/>
              <a:gd name="T35" fmla="*/ 35 h 69"/>
              <a:gd name="T36" fmla="*/ 2 w 40"/>
              <a:gd name="T37" fmla="*/ 41 h 69"/>
              <a:gd name="T38" fmla="*/ 3 w 40"/>
              <a:gd name="T39" fmla="*/ 45 h 69"/>
              <a:gd name="T40" fmla="*/ 3 w 40"/>
              <a:gd name="T41" fmla="*/ 46 h 69"/>
              <a:gd name="T42" fmla="*/ 1 w 40"/>
              <a:gd name="T43" fmla="*/ 53 h 69"/>
              <a:gd name="T44" fmla="*/ 2 w 40"/>
              <a:gd name="T45" fmla="*/ 57 h 69"/>
              <a:gd name="T46" fmla="*/ 5 w 40"/>
              <a:gd name="T47" fmla="*/ 62 h 69"/>
              <a:gd name="T48" fmla="*/ 11 w 40"/>
              <a:gd name="T49" fmla="*/ 65 h 69"/>
              <a:gd name="T50" fmla="*/ 13 w 40"/>
              <a:gd name="T51" fmla="*/ 66 h 69"/>
              <a:gd name="T52" fmla="*/ 19 w 40"/>
              <a:gd name="T53" fmla="*/ 68 h 69"/>
              <a:gd name="T54" fmla="*/ 21 w 40"/>
              <a:gd name="T55" fmla="*/ 68 h 69"/>
              <a:gd name="T56" fmla="*/ 23 w 40"/>
              <a:gd name="T57" fmla="*/ 68 h 69"/>
              <a:gd name="T58" fmla="*/ 28 w 40"/>
              <a:gd name="T59" fmla="*/ 66 h 69"/>
              <a:gd name="T60" fmla="*/ 31 w 40"/>
              <a:gd name="T61" fmla="*/ 65 h 69"/>
              <a:gd name="T62" fmla="*/ 34 w 40"/>
              <a:gd name="T63" fmla="*/ 63 h 69"/>
              <a:gd name="T64" fmla="*/ 36 w 40"/>
              <a:gd name="T65" fmla="*/ 56 h 69"/>
              <a:gd name="T66" fmla="*/ 35 w 40"/>
              <a:gd name="T67" fmla="*/ 48 h 69"/>
              <a:gd name="T68" fmla="*/ 36 w 40"/>
              <a:gd name="T69" fmla="*/ 48 h 69"/>
              <a:gd name="T70" fmla="*/ 39 w 40"/>
              <a:gd name="T71" fmla="*/ 41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0" h="69">
                <a:moveTo>
                  <a:pt x="39" y="41"/>
                </a:moveTo>
                <a:lnTo>
                  <a:pt x="39" y="37"/>
                </a:lnTo>
                <a:cubicBezTo>
                  <a:pt x="39" y="36"/>
                  <a:pt x="38" y="35"/>
                  <a:pt x="38" y="34"/>
                </a:cubicBezTo>
                <a:lnTo>
                  <a:pt x="36" y="30"/>
                </a:lnTo>
                <a:cubicBezTo>
                  <a:pt x="36" y="28"/>
                  <a:pt x="34" y="27"/>
                  <a:pt x="33" y="26"/>
                </a:cubicBezTo>
                <a:lnTo>
                  <a:pt x="32" y="25"/>
                </a:lnTo>
                <a:cubicBezTo>
                  <a:pt x="32" y="23"/>
                  <a:pt x="31" y="22"/>
                  <a:pt x="31" y="21"/>
                </a:cubicBezTo>
                <a:lnTo>
                  <a:pt x="30" y="20"/>
                </a:lnTo>
                <a:lnTo>
                  <a:pt x="30" y="18"/>
                </a:lnTo>
                <a:cubicBezTo>
                  <a:pt x="30" y="17"/>
                  <a:pt x="30" y="16"/>
                  <a:pt x="30" y="15"/>
                </a:cubicBezTo>
                <a:lnTo>
                  <a:pt x="29" y="12"/>
                </a:lnTo>
                <a:cubicBezTo>
                  <a:pt x="28" y="11"/>
                  <a:pt x="27" y="10"/>
                  <a:pt x="26" y="9"/>
                </a:cubicBezTo>
                <a:lnTo>
                  <a:pt x="22" y="3"/>
                </a:lnTo>
                <a:cubicBezTo>
                  <a:pt x="20" y="1"/>
                  <a:pt x="16" y="0"/>
                  <a:pt x="13" y="0"/>
                </a:cubicBezTo>
                <a:lnTo>
                  <a:pt x="10" y="1"/>
                </a:lnTo>
                <a:cubicBezTo>
                  <a:pt x="7" y="2"/>
                  <a:pt x="5" y="4"/>
                  <a:pt x="4" y="7"/>
                </a:cubicBezTo>
                <a:lnTo>
                  <a:pt x="2" y="15"/>
                </a:lnTo>
                <a:lnTo>
                  <a:pt x="4" y="35"/>
                </a:lnTo>
                <a:cubicBezTo>
                  <a:pt x="3" y="37"/>
                  <a:pt x="2" y="39"/>
                  <a:pt x="2" y="41"/>
                </a:cubicBezTo>
                <a:lnTo>
                  <a:pt x="3" y="45"/>
                </a:lnTo>
                <a:cubicBezTo>
                  <a:pt x="3" y="46"/>
                  <a:pt x="3" y="46"/>
                  <a:pt x="3" y="46"/>
                </a:cubicBezTo>
                <a:cubicBezTo>
                  <a:pt x="1" y="48"/>
                  <a:pt x="0" y="51"/>
                  <a:pt x="1" y="53"/>
                </a:cubicBezTo>
                <a:lnTo>
                  <a:pt x="2" y="57"/>
                </a:lnTo>
                <a:cubicBezTo>
                  <a:pt x="2" y="59"/>
                  <a:pt x="4" y="61"/>
                  <a:pt x="5" y="62"/>
                </a:cubicBezTo>
                <a:lnTo>
                  <a:pt x="11" y="65"/>
                </a:lnTo>
                <a:cubicBezTo>
                  <a:pt x="12" y="66"/>
                  <a:pt x="12" y="66"/>
                  <a:pt x="13" y="66"/>
                </a:cubicBezTo>
                <a:lnTo>
                  <a:pt x="19" y="68"/>
                </a:lnTo>
                <a:cubicBezTo>
                  <a:pt x="20" y="68"/>
                  <a:pt x="20" y="68"/>
                  <a:pt x="21" y="68"/>
                </a:cubicBezTo>
                <a:cubicBezTo>
                  <a:pt x="22" y="68"/>
                  <a:pt x="23" y="68"/>
                  <a:pt x="23" y="68"/>
                </a:cubicBezTo>
                <a:lnTo>
                  <a:pt x="28" y="66"/>
                </a:lnTo>
                <a:cubicBezTo>
                  <a:pt x="29" y="66"/>
                  <a:pt x="30" y="65"/>
                  <a:pt x="31" y="65"/>
                </a:cubicBezTo>
                <a:lnTo>
                  <a:pt x="34" y="63"/>
                </a:lnTo>
                <a:cubicBezTo>
                  <a:pt x="35" y="61"/>
                  <a:pt x="36" y="59"/>
                  <a:pt x="36" y="56"/>
                </a:cubicBezTo>
                <a:lnTo>
                  <a:pt x="35" y="48"/>
                </a:lnTo>
                <a:lnTo>
                  <a:pt x="36" y="48"/>
                </a:lnTo>
                <a:cubicBezTo>
                  <a:pt x="38" y="46"/>
                  <a:pt x="39" y="44"/>
                  <a:pt x="39" y="4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2" name="Freeform 148">
            <a:extLst>
              <a:ext uri="{FF2B5EF4-FFF2-40B4-BE49-F238E27FC236}">
                <a16:creationId xmlns:a16="http://schemas.microsoft.com/office/drawing/2014/main" xmlns="" id="{FE6E3084-93AE-4A1E-9B09-C7C222250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651" y="5016455"/>
            <a:ext cx="395152" cy="722665"/>
          </a:xfrm>
          <a:custGeom>
            <a:avLst/>
            <a:gdLst>
              <a:gd name="T0" fmla="*/ 484 w 977"/>
              <a:gd name="T1" fmla="*/ 1406 h 1789"/>
              <a:gd name="T2" fmla="*/ 520 w 977"/>
              <a:gd name="T3" fmla="*/ 1441 h 1789"/>
              <a:gd name="T4" fmla="*/ 567 w 977"/>
              <a:gd name="T5" fmla="*/ 1529 h 1789"/>
              <a:gd name="T6" fmla="*/ 593 w 977"/>
              <a:gd name="T7" fmla="*/ 1574 h 1789"/>
              <a:gd name="T8" fmla="*/ 594 w 977"/>
              <a:gd name="T9" fmla="*/ 1619 h 1789"/>
              <a:gd name="T10" fmla="*/ 667 w 977"/>
              <a:gd name="T11" fmla="*/ 1685 h 1789"/>
              <a:gd name="T12" fmla="*/ 670 w 977"/>
              <a:gd name="T13" fmla="*/ 1717 h 1789"/>
              <a:gd name="T14" fmla="*/ 675 w 977"/>
              <a:gd name="T15" fmla="*/ 1788 h 1789"/>
              <a:gd name="T16" fmla="*/ 752 w 977"/>
              <a:gd name="T17" fmla="*/ 1784 h 1789"/>
              <a:gd name="T18" fmla="*/ 861 w 977"/>
              <a:gd name="T19" fmla="*/ 1654 h 1789"/>
              <a:gd name="T20" fmla="*/ 853 w 977"/>
              <a:gd name="T21" fmla="*/ 1548 h 1789"/>
              <a:gd name="T22" fmla="*/ 859 w 977"/>
              <a:gd name="T23" fmla="*/ 1525 h 1789"/>
              <a:gd name="T24" fmla="*/ 889 w 977"/>
              <a:gd name="T25" fmla="*/ 1468 h 1789"/>
              <a:gd name="T26" fmla="*/ 852 w 977"/>
              <a:gd name="T27" fmla="*/ 1324 h 1789"/>
              <a:gd name="T28" fmla="*/ 799 w 977"/>
              <a:gd name="T29" fmla="*/ 1169 h 1789"/>
              <a:gd name="T30" fmla="*/ 781 w 977"/>
              <a:gd name="T31" fmla="*/ 1105 h 1789"/>
              <a:gd name="T32" fmla="*/ 866 w 977"/>
              <a:gd name="T33" fmla="*/ 1066 h 1789"/>
              <a:gd name="T34" fmla="*/ 923 w 977"/>
              <a:gd name="T35" fmla="*/ 1064 h 1789"/>
              <a:gd name="T36" fmla="*/ 962 w 977"/>
              <a:gd name="T37" fmla="*/ 958 h 1789"/>
              <a:gd name="T38" fmla="*/ 973 w 977"/>
              <a:gd name="T39" fmla="*/ 872 h 1789"/>
              <a:gd name="T40" fmla="*/ 859 w 977"/>
              <a:gd name="T41" fmla="*/ 749 h 1789"/>
              <a:gd name="T42" fmla="*/ 832 w 977"/>
              <a:gd name="T43" fmla="*/ 737 h 1789"/>
              <a:gd name="T44" fmla="*/ 758 w 977"/>
              <a:gd name="T45" fmla="*/ 653 h 1789"/>
              <a:gd name="T46" fmla="*/ 799 w 977"/>
              <a:gd name="T47" fmla="*/ 273 h 1789"/>
              <a:gd name="T48" fmla="*/ 711 w 977"/>
              <a:gd name="T49" fmla="*/ 227 h 1789"/>
              <a:gd name="T50" fmla="*/ 622 w 977"/>
              <a:gd name="T51" fmla="*/ 226 h 1789"/>
              <a:gd name="T52" fmla="*/ 597 w 977"/>
              <a:gd name="T53" fmla="*/ 211 h 1789"/>
              <a:gd name="T54" fmla="*/ 563 w 977"/>
              <a:gd name="T55" fmla="*/ 197 h 1789"/>
              <a:gd name="T56" fmla="*/ 470 w 977"/>
              <a:gd name="T57" fmla="*/ 90 h 1789"/>
              <a:gd name="T58" fmla="*/ 449 w 977"/>
              <a:gd name="T59" fmla="*/ 40 h 1789"/>
              <a:gd name="T60" fmla="*/ 349 w 977"/>
              <a:gd name="T61" fmla="*/ 7 h 1789"/>
              <a:gd name="T62" fmla="*/ 322 w 977"/>
              <a:gd name="T63" fmla="*/ 26 h 1789"/>
              <a:gd name="T64" fmla="*/ 308 w 977"/>
              <a:gd name="T65" fmla="*/ 11 h 1789"/>
              <a:gd name="T66" fmla="*/ 187 w 977"/>
              <a:gd name="T67" fmla="*/ 1 h 1789"/>
              <a:gd name="T68" fmla="*/ 128 w 977"/>
              <a:gd name="T69" fmla="*/ 123 h 1789"/>
              <a:gd name="T70" fmla="*/ 131 w 977"/>
              <a:gd name="T71" fmla="*/ 182 h 1789"/>
              <a:gd name="T72" fmla="*/ 89 w 977"/>
              <a:gd name="T73" fmla="*/ 212 h 1789"/>
              <a:gd name="T74" fmla="*/ 75 w 977"/>
              <a:gd name="T75" fmla="*/ 233 h 1789"/>
              <a:gd name="T76" fmla="*/ 58 w 977"/>
              <a:gd name="T77" fmla="*/ 236 h 1789"/>
              <a:gd name="T78" fmla="*/ 3 w 977"/>
              <a:gd name="T79" fmla="*/ 330 h 1789"/>
              <a:gd name="T80" fmla="*/ 48 w 977"/>
              <a:gd name="T81" fmla="*/ 380 h 1789"/>
              <a:gd name="T82" fmla="*/ 77 w 977"/>
              <a:gd name="T83" fmla="*/ 416 h 1789"/>
              <a:gd name="T84" fmla="*/ 51 w 977"/>
              <a:gd name="T85" fmla="*/ 443 h 1789"/>
              <a:gd name="T86" fmla="*/ 46 w 977"/>
              <a:gd name="T87" fmla="*/ 481 h 1789"/>
              <a:gd name="T88" fmla="*/ 85 w 977"/>
              <a:gd name="T89" fmla="*/ 520 h 1789"/>
              <a:gd name="T90" fmla="*/ 93 w 977"/>
              <a:gd name="T91" fmla="*/ 514 h 1789"/>
              <a:gd name="T92" fmla="*/ 127 w 977"/>
              <a:gd name="T93" fmla="*/ 516 h 1789"/>
              <a:gd name="T94" fmla="*/ 125 w 977"/>
              <a:gd name="T95" fmla="*/ 596 h 1789"/>
              <a:gd name="T96" fmla="*/ 196 w 977"/>
              <a:gd name="T97" fmla="*/ 641 h 1789"/>
              <a:gd name="T98" fmla="*/ 242 w 977"/>
              <a:gd name="T99" fmla="*/ 632 h 1789"/>
              <a:gd name="T100" fmla="*/ 272 w 977"/>
              <a:gd name="T101" fmla="*/ 619 h 1789"/>
              <a:gd name="T102" fmla="*/ 287 w 977"/>
              <a:gd name="T103" fmla="*/ 624 h 1789"/>
              <a:gd name="T104" fmla="*/ 314 w 977"/>
              <a:gd name="T105" fmla="*/ 748 h 1789"/>
              <a:gd name="T106" fmla="*/ 342 w 977"/>
              <a:gd name="T107" fmla="*/ 947 h 1789"/>
              <a:gd name="T108" fmla="*/ 289 w 977"/>
              <a:gd name="T109" fmla="*/ 1034 h 1789"/>
              <a:gd name="T110" fmla="*/ 243 w 977"/>
              <a:gd name="T111" fmla="*/ 1073 h 1789"/>
              <a:gd name="T112" fmla="*/ 287 w 977"/>
              <a:gd name="T113" fmla="*/ 1113 h 1789"/>
              <a:gd name="T114" fmla="*/ 332 w 977"/>
              <a:gd name="T115" fmla="*/ 1186 h 1789"/>
              <a:gd name="T116" fmla="*/ 324 w 977"/>
              <a:gd name="T117" fmla="*/ 1210 h 1789"/>
              <a:gd name="T118" fmla="*/ 341 w 977"/>
              <a:gd name="T119" fmla="*/ 1237 h 1789"/>
              <a:gd name="T120" fmla="*/ 448 w 977"/>
              <a:gd name="T121" fmla="*/ 1322 h 1789"/>
              <a:gd name="T122" fmla="*/ 461 w 977"/>
              <a:gd name="T123" fmla="*/ 1339 h 1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77" h="1789">
                <a:moveTo>
                  <a:pt x="472" y="1362"/>
                </a:moveTo>
                <a:lnTo>
                  <a:pt x="477" y="1371"/>
                </a:lnTo>
                <a:lnTo>
                  <a:pt x="482" y="1392"/>
                </a:lnTo>
                <a:lnTo>
                  <a:pt x="484" y="1406"/>
                </a:lnTo>
                <a:lnTo>
                  <a:pt x="497" y="1413"/>
                </a:lnTo>
                <a:lnTo>
                  <a:pt x="503" y="1419"/>
                </a:lnTo>
                <a:lnTo>
                  <a:pt x="519" y="1439"/>
                </a:lnTo>
                <a:cubicBezTo>
                  <a:pt x="519" y="1440"/>
                  <a:pt x="520" y="1440"/>
                  <a:pt x="520" y="1441"/>
                </a:cubicBezTo>
                <a:lnTo>
                  <a:pt x="528" y="1460"/>
                </a:lnTo>
                <a:lnTo>
                  <a:pt x="532" y="1473"/>
                </a:lnTo>
                <a:lnTo>
                  <a:pt x="544" y="1499"/>
                </a:lnTo>
                <a:lnTo>
                  <a:pt x="567" y="1529"/>
                </a:lnTo>
                <a:lnTo>
                  <a:pt x="588" y="1551"/>
                </a:lnTo>
                <a:cubicBezTo>
                  <a:pt x="590" y="1552"/>
                  <a:pt x="590" y="1553"/>
                  <a:pt x="591" y="1555"/>
                </a:cubicBezTo>
                <a:lnTo>
                  <a:pt x="592" y="1562"/>
                </a:lnTo>
                <a:lnTo>
                  <a:pt x="593" y="1574"/>
                </a:lnTo>
                <a:lnTo>
                  <a:pt x="589" y="1601"/>
                </a:lnTo>
                <a:lnTo>
                  <a:pt x="590" y="1612"/>
                </a:lnTo>
                <a:lnTo>
                  <a:pt x="591" y="1616"/>
                </a:lnTo>
                <a:lnTo>
                  <a:pt x="594" y="1619"/>
                </a:lnTo>
                <a:lnTo>
                  <a:pt x="601" y="1626"/>
                </a:lnTo>
                <a:lnTo>
                  <a:pt x="635" y="1651"/>
                </a:lnTo>
                <a:lnTo>
                  <a:pt x="661" y="1681"/>
                </a:lnTo>
                <a:lnTo>
                  <a:pt x="667" y="1685"/>
                </a:lnTo>
                <a:cubicBezTo>
                  <a:pt x="668" y="1686"/>
                  <a:pt x="669" y="1688"/>
                  <a:pt x="669" y="1689"/>
                </a:cubicBezTo>
                <a:lnTo>
                  <a:pt x="670" y="1691"/>
                </a:lnTo>
                <a:lnTo>
                  <a:pt x="671" y="1700"/>
                </a:lnTo>
                <a:lnTo>
                  <a:pt x="670" y="1717"/>
                </a:lnTo>
                <a:lnTo>
                  <a:pt x="667" y="1730"/>
                </a:lnTo>
                <a:lnTo>
                  <a:pt x="667" y="1732"/>
                </a:lnTo>
                <a:lnTo>
                  <a:pt x="672" y="1780"/>
                </a:lnTo>
                <a:lnTo>
                  <a:pt x="675" y="1788"/>
                </a:lnTo>
                <a:lnTo>
                  <a:pt x="691" y="1782"/>
                </a:lnTo>
                <a:cubicBezTo>
                  <a:pt x="692" y="1782"/>
                  <a:pt x="693" y="1782"/>
                  <a:pt x="694" y="1782"/>
                </a:cubicBezTo>
                <a:lnTo>
                  <a:pt x="742" y="1787"/>
                </a:lnTo>
                <a:lnTo>
                  <a:pt x="752" y="1784"/>
                </a:lnTo>
                <a:lnTo>
                  <a:pt x="795" y="1749"/>
                </a:lnTo>
                <a:lnTo>
                  <a:pt x="842" y="1693"/>
                </a:lnTo>
                <a:lnTo>
                  <a:pt x="853" y="1675"/>
                </a:lnTo>
                <a:lnTo>
                  <a:pt x="861" y="1654"/>
                </a:lnTo>
                <a:lnTo>
                  <a:pt x="864" y="1629"/>
                </a:lnTo>
                <a:lnTo>
                  <a:pt x="863" y="1608"/>
                </a:lnTo>
                <a:lnTo>
                  <a:pt x="856" y="1569"/>
                </a:lnTo>
                <a:lnTo>
                  <a:pt x="853" y="1548"/>
                </a:lnTo>
                <a:cubicBezTo>
                  <a:pt x="853" y="1547"/>
                  <a:pt x="853" y="1546"/>
                  <a:pt x="853" y="1546"/>
                </a:cubicBezTo>
                <a:lnTo>
                  <a:pt x="854" y="1536"/>
                </a:lnTo>
                <a:cubicBezTo>
                  <a:pt x="854" y="1535"/>
                  <a:pt x="855" y="1534"/>
                  <a:pt x="855" y="1533"/>
                </a:cubicBezTo>
                <a:lnTo>
                  <a:pt x="859" y="1525"/>
                </a:lnTo>
                <a:lnTo>
                  <a:pt x="876" y="1502"/>
                </a:lnTo>
                <a:lnTo>
                  <a:pt x="882" y="1493"/>
                </a:lnTo>
                <a:lnTo>
                  <a:pt x="886" y="1482"/>
                </a:lnTo>
                <a:lnTo>
                  <a:pt x="889" y="1468"/>
                </a:lnTo>
                <a:lnTo>
                  <a:pt x="891" y="1447"/>
                </a:lnTo>
                <a:lnTo>
                  <a:pt x="890" y="1429"/>
                </a:lnTo>
                <a:lnTo>
                  <a:pt x="886" y="1412"/>
                </a:lnTo>
                <a:lnTo>
                  <a:pt x="852" y="1324"/>
                </a:lnTo>
                <a:lnTo>
                  <a:pt x="820" y="1264"/>
                </a:lnTo>
                <a:lnTo>
                  <a:pt x="811" y="1238"/>
                </a:lnTo>
                <a:lnTo>
                  <a:pt x="806" y="1215"/>
                </a:lnTo>
                <a:lnTo>
                  <a:pt x="799" y="1169"/>
                </a:lnTo>
                <a:lnTo>
                  <a:pt x="794" y="1148"/>
                </a:lnTo>
                <a:lnTo>
                  <a:pt x="782" y="1120"/>
                </a:lnTo>
                <a:cubicBezTo>
                  <a:pt x="782" y="1119"/>
                  <a:pt x="782" y="1119"/>
                  <a:pt x="782" y="1118"/>
                </a:cubicBezTo>
                <a:lnTo>
                  <a:pt x="781" y="1105"/>
                </a:lnTo>
                <a:cubicBezTo>
                  <a:pt x="781" y="1102"/>
                  <a:pt x="781" y="1100"/>
                  <a:pt x="783" y="1099"/>
                </a:cubicBezTo>
                <a:lnTo>
                  <a:pt x="792" y="1090"/>
                </a:lnTo>
                <a:cubicBezTo>
                  <a:pt x="793" y="1089"/>
                  <a:pt x="794" y="1088"/>
                  <a:pt x="795" y="1088"/>
                </a:cubicBezTo>
                <a:lnTo>
                  <a:pt x="866" y="1066"/>
                </a:lnTo>
                <a:lnTo>
                  <a:pt x="886" y="1065"/>
                </a:lnTo>
                <a:lnTo>
                  <a:pt x="919" y="1071"/>
                </a:lnTo>
                <a:lnTo>
                  <a:pt x="921" y="1071"/>
                </a:lnTo>
                <a:lnTo>
                  <a:pt x="923" y="1064"/>
                </a:lnTo>
                <a:lnTo>
                  <a:pt x="930" y="1013"/>
                </a:lnTo>
                <a:lnTo>
                  <a:pt x="933" y="1006"/>
                </a:lnTo>
                <a:lnTo>
                  <a:pt x="956" y="970"/>
                </a:lnTo>
                <a:lnTo>
                  <a:pt x="962" y="958"/>
                </a:lnTo>
                <a:lnTo>
                  <a:pt x="966" y="941"/>
                </a:lnTo>
                <a:lnTo>
                  <a:pt x="976" y="881"/>
                </a:lnTo>
                <a:lnTo>
                  <a:pt x="976" y="877"/>
                </a:lnTo>
                <a:lnTo>
                  <a:pt x="973" y="872"/>
                </a:lnTo>
                <a:lnTo>
                  <a:pt x="893" y="760"/>
                </a:lnTo>
                <a:lnTo>
                  <a:pt x="886" y="753"/>
                </a:lnTo>
                <a:lnTo>
                  <a:pt x="879" y="750"/>
                </a:lnTo>
                <a:lnTo>
                  <a:pt x="859" y="749"/>
                </a:lnTo>
                <a:lnTo>
                  <a:pt x="846" y="746"/>
                </a:lnTo>
                <a:cubicBezTo>
                  <a:pt x="845" y="746"/>
                  <a:pt x="844" y="745"/>
                  <a:pt x="843" y="745"/>
                </a:cubicBezTo>
                <a:lnTo>
                  <a:pt x="834" y="739"/>
                </a:lnTo>
                <a:cubicBezTo>
                  <a:pt x="834" y="739"/>
                  <a:pt x="833" y="738"/>
                  <a:pt x="832" y="737"/>
                </a:cubicBezTo>
                <a:lnTo>
                  <a:pt x="808" y="705"/>
                </a:lnTo>
                <a:lnTo>
                  <a:pt x="795" y="694"/>
                </a:lnTo>
                <a:lnTo>
                  <a:pt x="759" y="654"/>
                </a:lnTo>
                <a:cubicBezTo>
                  <a:pt x="758" y="654"/>
                  <a:pt x="758" y="653"/>
                  <a:pt x="758" y="653"/>
                </a:cubicBezTo>
                <a:lnTo>
                  <a:pt x="753" y="644"/>
                </a:lnTo>
                <a:cubicBezTo>
                  <a:pt x="753" y="642"/>
                  <a:pt x="752" y="641"/>
                  <a:pt x="753" y="639"/>
                </a:cubicBezTo>
                <a:lnTo>
                  <a:pt x="801" y="306"/>
                </a:lnTo>
                <a:lnTo>
                  <a:pt x="799" y="273"/>
                </a:lnTo>
                <a:lnTo>
                  <a:pt x="792" y="244"/>
                </a:lnTo>
                <a:lnTo>
                  <a:pt x="765" y="250"/>
                </a:lnTo>
                <a:cubicBezTo>
                  <a:pt x="763" y="250"/>
                  <a:pt x="762" y="250"/>
                  <a:pt x="760" y="249"/>
                </a:cubicBezTo>
                <a:lnTo>
                  <a:pt x="711" y="227"/>
                </a:lnTo>
                <a:lnTo>
                  <a:pt x="658" y="215"/>
                </a:lnTo>
                <a:lnTo>
                  <a:pt x="651" y="218"/>
                </a:lnTo>
                <a:lnTo>
                  <a:pt x="627" y="226"/>
                </a:lnTo>
                <a:cubicBezTo>
                  <a:pt x="625" y="226"/>
                  <a:pt x="624" y="226"/>
                  <a:pt x="622" y="226"/>
                </a:cubicBezTo>
                <a:lnTo>
                  <a:pt x="617" y="224"/>
                </a:lnTo>
                <a:lnTo>
                  <a:pt x="610" y="220"/>
                </a:lnTo>
                <a:lnTo>
                  <a:pt x="603" y="215"/>
                </a:lnTo>
                <a:lnTo>
                  <a:pt x="597" y="211"/>
                </a:lnTo>
                <a:lnTo>
                  <a:pt x="578" y="207"/>
                </a:lnTo>
                <a:cubicBezTo>
                  <a:pt x="577" y="207"/>
                  <a:pt x="576" y="207"/>
                  <a:pt x="575" y="206"/>
                </a:cubicBezTo>
                <a:lnTo>
                  <a:pt x="565" y="199"/>
                </a:lnTo>
                <a:cubicBezTo>
                  <a:pt x="564" y="199"/>
                  <a:pt x="564" y="198"/>
                  <a:pt x="563" y="197"/>
                </a:cubicBezTo>
                <a:lnTo>
                  <a:pt x="555" y="184"/>
                </a:lnTo>
                <a:lnTo>
                  <a:pt x="548" y="168"/>
                </a:lnTo>
                <a:lnTo>
                  <a:pt x="543" y="161"/>
                </a:lnTo>
                <a:lnTo>
                  <a:pt x="470" y="90"/>
                </a:lnTo>
                <a:lnTo>
                  <a:pt x="463" y="79"/>
                </a:lnTo>
                <a:lnTo>
                  <a:pt x="457" y="68"/>
                </a:lnTo>
                <a:lnTo>
                  <a:pt x="453" y="54"/>
                </a:lnTo>
                <a:lnTo>
                  <a:pt x="449" y="40"/>
                </a:lnTo>
                <a:lnTo>
                  <a:pt x="448" y="25"/>
                </a:lnTo>
                <a:lnTo>
                  <a:pt x="439" y="18"/>
                </a:lnTo>
                <a:lnTo>
                  <a:pt x="373" y="0"/>
                </a:lnTo>
                <a:lnTo>
                  <a:pt x="349" y="7"/>
                </a:lnTo>
                <a:lnTo>
                  <a:pt x="334" y="23"/>
                </a:lnTo>
                <a:cubicBezTo>
                  <a:pt x="333" y="24"/>
                  <a:pt x="332" y="24"/>
                  <a:pt x="331" y="25"/>
                </a:cubicBezTo>
                <a:lnTo>
                  <a:pt x="327" y="26"/>
                </a:lnTo>
                <a:lnTo>
                  <a:pt x="322" y="26"/>
                </a:lnTo>
                <a:cubicBezTo>
                  <a:pt x="319" y="26"/>
                  <a:pt x="317" y="25"/>
                  <a:pt x="316" y="24"/>
                </a:cubicBezTo>
                <a:lnTo>
                  <a:pt x="311" y="17"/>
                </a:lnTo>
                <a:cubicBezTo>
                  <a:pt x="310" y="17"/>
                  <a:pt x="310" y="16"/>
                  <a:pt x="310" y="15"/>
                </a:cubicBezTo>
                <a:lnTo>
                  <a:pt x="308" y="11"/>
                </a:lnTo>
                <a:lnTo>
                  <a:pt x="303" y="8"/>
                </a:lnTo>
                <a:lnTo>
                  <a:pt x="279" y="13"/>
                </a:lnTo>
                <a:cubicBezTo>
                  <a:pt x="278" y="13"/>
                  <a:pt x="277" y="13"/>
                  <a:pt x="276" y="13"/>
                </a:cubicBezTo>
                <a:lnTo>
                  <a:pt x="187" y="1"/>
                </a:lnTo>
                <a:lnTo>
                  <a:pt x="152" y="32"/>
                </a:lnTo>
                <a:lnTo>
                  <a:pt x="134" y="77"/>
                </a:lnTo>
                <a:lnTo>
                  <a:pt x="129" y="104"/>
                </a:lnTo>
                <a:lnTo>
                  <a:pt x="128" y="123"/>
                </a:lnTo>
                <a:lnTo>
                  <a:pt x="132" y="139"/>
                </a:lnTo>
                <a:lnTo>
                  <a:pt x="137" y="168"/>
                </a:lnTo>
                <a:cubicBezTo>
                  <a:pt x="138" y="169"/>
                  <a:pt x="137" y="171"/>
                  <a:pt x="136" y="173"/>
                </a:cubicBezTo>
                <a:lnTo>
                  <a:pt x="131" y="182"/>
                </a:lnTo>
                <a:cubicBezTo>
                  <a:pt x="130" y="184"/>
                  <a:pt x="129" y="185"/>
                  <a:pt x="128" y="185"/>
                </a:cubicBezTo>
                <a:lnTo>
                  <a:pt x="98" y="200"/>
                </a:lnTo>
                <a:lnTo>
                  <a:pt x="94" y="204"/>
                </a:lnTo>
                <a:lnTo>
                  <a:pt x="89" y="212"/>
                </a:lnTo>
                <a:lnTo>
                  <a:pt x="84" y="224"/>
                </a:lnTo>
                <a:cubicBezTo>
                  <a:pt x="83" y="225"/>
                  <a:pt x="83" y="225"/>
                  <a:pt x="82" y="226"/>
                </a:cubicBezTo>
                <a:lnTo>
                  <a:pt x="78" y="231"/>
                </a:lnTo>
                <a:cubicBezTo>
                  <a:pt x="77" y="232"/>
                  <a:pt x="76" y="232"/>
                  <a:pt x="75" y="233"/>
                </a:cubicBezTo>
                <a:lnTo>
                  <a:pt x="71" y="235"/>
                </a:lnTo>
                <a:cubicBezTo>
                  <a:pt x="69" y="236"/>
                  <a:pt x="67" y="236"/>
                  <a:pt x="64" y="235"/>
                </a:cubicBezTo>
                <a:lnTo>
                  <a:pt x="59" y="233"/>
                </a:lnTo>
                <a:lnTo>
                  <a:pt x="58" y="236"/>
                </a:lnTo>
                <a:cubicBezTo>
                  <a:pt x="58" y="237"/>
                  <a:pt x="58" y="237"/>
                  <a:pt x="58" y="238"/>
                </a:cubicBezTo>
                <a:lnTo>
                  <a:pt x="51" y="252"/>
                </a:lnTo>
                <a:lnTo>
                  <a:pt x="37" y="277"/>
                </a:lnTo>
                <a:lnTo>
                  <a:pt x="3" y="330"/>
                </a:lnTo>
                <a:lnTo>
                  <a:pt x="0" y="338"/>
                </a:lnTo>
                <a:lnTo>
                  <a:pt x="0" y="346"/>
                </a:lnTo>
                <a:lnTo>
                  <a:pt x="7" y="353"/>
                </a:lnTo>
                <a:lnTo>
                  <a:pt x="48" y="380"/>
                </a:lnTo>
                <a:lnTo>
                  <a:pt x="68" y="399"/>
                </a:lnTo>
                <a:lnTo>
                  <a:pt x="74" y="408"/>
                </a:lnTo>
                <a:cubicBezTo>
                  <a:pt x="75" y="408"/>
                  <a:pt x="75" y="409"/>
                  <a:pt x="75" y="410"/>
                </a:cubicBezTo>
                <a:lnTo>
                  <a:pt x="77" y="416"/>
                </a:lnTo>
                <a:cubicBezTo>
                  <a:pt x="77" y="418"/>
                  <a:pt x="77" y="419"/>
                  <a:pt x="77" y="420"/>
                </a:cubicBezTo>
                <a:lnTo>
                  <a:pt x="75" y="426"/>
                </a:lnTo>
                <a:cubicBezTo>
                  <a:pt x="75" y="428"/>
                  <a:pt x="73" y="430"/>
                  <a:pt x="72" y="431"/>
                </a:cubicBezTo>
                <a:lnTo>
                  <a:pt x="51" y="443"/>
                </a:lnTo>
                <a:lnTo>
                  <a:pt x="48" y="447"/>
                </a:lnTo>
                <a:lnTo>
                  <a:pt x="46" y="453"/>
                </a:lnTo>
                <a:lnTo>
                  <a:pt x="45" y="459"/>
                </a:lnTo>
                <a:lnTo>
                  <a:pt x="46" y="481"/>
                </a:lnTo>
                <a:lnTo>
                  <a:pt x="45" y="493"/>
                </a:lnTo>
                <a:lnTo>
                  <a:pt x="46" y="502"/>
                </a:lnTo>
                <a:lnTo>
                  <a:pt x="57" y="512"/>
                </a:lnTo>
                <a:lnTo>
                  <a:pt x="85" y="520"/>
                </a:lnTo>
                <a:cubicBezTo>
                  <a:pt x="86" y="520"/>
                  <a:pt x="87" y="520"/>
                  <a:pt x="88" y="521"/>
                </a:cubicBezTo>
                <a:lnTo>
                  <a:pt x="89" y="522"/>
                </a:lnTo>
                <a:cubicBezTo>
                  <a:pt x="89" y="520"/>
                  <a:pt x="89" y="518"/>
                  <a:pt x="91" y="516"/>
                </a:cubicBezTo>
                <a:lnTo>
                  <a:pt x="93" y="514"/>
                </a:lnTo>
                <a:cubicBezTo>
                  <a:pt x="94" y="513"/>
                  <a:pt x="95" y="512"/>
                  <a:pt x="97" y="511"/>
                </a:cubicBezTo>
                <a:lnTo>
                  <a:pt x="110" y="509"/>
                </a:lnTo>
                <a:cubicBezTo>
                  <a:pt x="111" y="508"/>
                  <a:pt x="113" y="509"/>
                  <a:pt x="115" y="510"/>
                </a:cubicBezTo>
                <a:lnTo>
                  <a:pt x="127" y="516"/>
                </a:lnTo>
                <a:cubicBezTo>
                  <a:pt x="129" y="517"/>
                  <a:pt x="131" y="519"/>
                  <a:pt x="131" y="522"/>
                </a:cubicBezTo>
                <a:lnTo>
                  <a:pt x="138" y="559"/>
                </a:lnTo>
                <a:cubicBezTo>
                  <a:pt x="138" y="560"/>
                  <a:pt x="138" y="561"/>
                  <a:pt x="138" y="563"/>
                </a:cubicBezTo>
                <a:lnTo>
                  <a:pt x="125" y="596"/>
                </a:lnTo>
                <a:lnTo>
                  <a:pt x="124" y="614"/>
                </a:lnTo>
                <a:lnTo>
                  <a:pt x="186" y="635"/>
                </a:lnTo>
                <a:lnTo>
                  <a:pt x="193" y="639"/>
                </a:lnTo>
                <a:cubicBezTo>
                  <a:pt x="194" y="639"/>
                  <a:pt x="195" y="640"/>
                  <a:pt x="196" y="641"/>
                </a:cubicBezTo>
                <a:lnTo>
                  <a:pt x="200" y="647"/>
                </a:lnTo>
                <a:lnTo>
                  <a:pt x="217" y="659"/>
                </a:lnTo>
                <a:lnTo>
                  <a:pt x="237" y="639"/>
                </a:lnTo>
                <a:lnTo>
                  <a:pt x="242" y="632"/>
                </a:lnTo>
                <a:cubicBezTo>
                  <a:pt x="243" y="631"/>
                  <a:pt x="244" y="631"/>
                  <a:pt x="245" y="630"/>
                </a:cubicBezTo>
                <a:lnTo>
                  <a:pt x="252" y="626"/>
                </a:lnTo>
                <a:lnTo>
                  <a:pt x="269" y="619"/>
                </a:lnTo>
                <a:cubicBezTo>
                  <a:pt x="270" y="619"/>
                  <a:pt x="271" y="619"/>
                  <a:pt x="272" y="619"/>
                </a:cubicBezTo>
                <a:lnTo>
                  <a:pt x="277" y="619"/>
                </a:lnTo>
                <a:cubicBezTo>
                  <a:pt x="279" y="619"/>
                  <a:pt x="280" y="620"/>
                  <a:pt x="281" y="620"/>
                </a:cubicBezTo>
                <a:lnTo>
                  <a:pt x="285" y="623"/>
                </a:lnTo>
                <a:cubicBezTo>
                  <a:pt x="286" y="623"/>
                  <a:pt x="286" y="624"/>
                  <a:pt x="287" y="624"/>
                </a:cubicBezTo>
                <a:lnTo>
                  <a:pt x="290" y="628"/>
                </a:lnTo>
                <a:cubicBezTo>
                  <a:pt x="291" y="629"/>
                  <a:pt x="292" y="630"/>
                  <a:pt x="292" y="631"/>
                </a:cubicBezTo>
                <a:lnTo>
                  <a:pt x="297" y="650"/>
                </a:lnTo>
                <a:lnTo>
                  <a:pt x="314" y="748"/>
                </a:lnTo>
                <a:lnTo>
                  <a:pt x="316" y="797"/>
                </a:lnTo>
                <a:lnTo>
                  <a:pt x="367" y="923"/>
                </a:lnTo>
                <a:cubicBezTo>
                  <a:pt x="368" y="927"/>
                  <a:pt x="367" y="931"/>
                  <a:pt x="364" y="933"/>
                </a:cubicBezTo>
                <a:lnTo>
                  <a:pt x="342" y="947"/>
                </a:lnTo>
                <a:lnTo>
                  <a:pt x="333" y="956"/>
                </a:lnTo>
                <a:lnTo>
                  <a:pt x="329" y="967"/>
                </a:lnTo>
                <a:lnTo>
                  <a:pt x="301" y="1018"/>
                </a:lnTo>
                <a:lnTo>
                  <a:pt x="289" y="1034"/>
                </a:lnTo>
                <a:lnTo>
                  <a:pt x="255" y="1067"/>
                </a:lnTo>
                <a:cubicBezTo>
                  <a:pt x="255" y="1068"/>
                  <a:pt x="254" y="1068"/>
                  <a:pt x="252" y="1069"/>
                </a:cubicBezTo>
                <a:lnTo>
                  <a:pt x="243" y="1073"/>
                </a:lnTo>
                <a:lnTo>
                  <a:pt x="243" y="1073"/>
                </a:lnTo>
                <a:lnTo>
                  <a:pt x="245" y="1078"/>
                </a:lnTo>
                <a:lnTo>
                  <a:pt x="261" y="1096"/>
                </a:lnTo>
                <a:lnTo>
                  <a:pt x="278" y="1105"/>
                </a:lnTo>
                <a:lnTo>
                  <a:pt x="287" y="1113"/>
                </a:lnTo>
                <a:cubicBezTo>
                  <a:pt x="288" y="1113"/>
                  <a:pt x="288" y="1114"/>
                  <a:pt x="289" y="1114"/>
                </a:cubicBezTo>
                <a:lnTo>
                  <a:pt x="328" y="1174"/>
                </a:lnTo>
                <a:cubicBezTo>
                  <a:pt x="329" y="1175"/>
                  <a:pt x="329" y="1175"/>
                  <a:pt x="329" y="1176"/>
                </a:cubicBezTo>
                <a:lnTo>
                  <a:pt x="332" y="1186"/>
                </a:lnTo>
                <a:cubicBezTo>
                  <a:pt x="332" y="1187"/>
                  <a:pt x="332" y="1189"/>
                  <a:pt x="332" y="1190"/>
                </a:cubicBezTo>
                <a:lnTo>
                  <a:pt x="331" y="1196"/>
                </a:lnTo>
                <a:cubicBezTo>
                  <a:pt x="331" y="1196"/>
                  <a:pt x="330" y="1197"/>
                  <a:pt x="330" y="1198"/>
                </a:cubicBezTo>
                <a:lnTo>
                  <a:pt x="324" y="1210"/>
                </a:lnTo>
                <a:lnTo>
                  <a:pt x="324" y="1215"/>
                </a:lnTo>
                <a:lnTo>
                  <a:pt x="328" y="1224"/>
                </a:lnTo>
                <a:lnTo>
                  <a:pt x="340" y="1237"/>
                </a:lnTo>
                <a:lnTo>
                  <a:pt x="341" y="1237"/>
                </a:lnTo>
                <a:cubicBezTo>
                  <a:pt x="343" y="1237"/>
                  <a:pt x="345" y="1238"/>
                  <a:pt x="346" y="1240"/>
                </a:cubicBezTo>
                <a:lnTo>
                  <a:pt x="351" y="1246"/>
                </a:lnTo>
                <a:lnTo>
                  <a:pt x="423" y="1297"/>
                </a:lnTo>
                <a:lnTo>
                  <a:pt x="448" y="1322"/>
                </a:lnTo>
                <a:cubicBezTo>
                  <a:pt x="449" y="1322"/>
                  <a:pt x="449" y="1322"/>
                  <a:pt x="449" y="1323"/>
                </a:cubicBezTo>
                <a:lnTo>
                  <a:pt x="452" y="1324"/>
                </a:lnTo>
                <a:cubicBezTo>
                  <a:pt x="454" y="1324"/>
                  <a:pt x="456" y="1326"/>
                  <a:pt x="457" y="1328"/>
                </a:cubicBezTo>
                <a:lnTo>
                  <a:pt x="461" y="1339"/>
                </a:lnTo>
                <a:lnTo>
                  <a:pt x="468" y="1352"/>
                </a:lnTo>
                <a:lnTo>
                  <a:pt x="472" y="1362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3" name="Freeform 149">
            <a:extLst>
              <a:ext uri="{FF2B5EF4-FFF2-40B4-BE49-F238E27FC236}">
                <a16:creationId xmlns:a16="http://schemas.microsoft.com/office/drawing/2014/main" xmlns="" id="{90A0081C-876E-487C-A36D-4DA73345E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111" y="2549427"/>
            <a:ext cx="19580" cy="8899"/>
          </a:xfrm>
          <a:custGeom>
            <a:avLst/>
            <a:gdLst>
              <a:gd name="T0" fmla="*/ 39 w 49"/>
              <a:gd name="T1" fmla="*/ 20 h 21"/>
              <a:gd name="T2" fmla="*/ 48 w 49"/>
              <a:gd name="T3" fmla="*/ 6 h 21"/>
              <a:gd name="T4" fmla="*/ 42 w 49"/>
              <a:gd name="T5" fmla="*/ 0 h 21"/>
              <a:gd name="T6" fmla="*/ 0 w 49"/>
              <a:gd name="T7" fmla="*/ 18 h 21"/>
              <a:gd name="T8" fmla="*/ 39 w 49"/>
              <a:gd name="T9" fmla="*/ 2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" h="21">
                <a:moveTo>
                  <a:pt x="39" y="20"/>
                </a:moveTo>
                <a:lnTo>
                  <a:pt x="48" y="6"/>
                </a:lnTo>
                <a:lnTo>
                  <a:pt x="42" y="0"/>
                </a:lnTo>
                <a:lnTo>
                  <a:pt x="0" y="18"/>
                </a:lnTo>
                <a:lnTo>
                  <a:pt x="39" y="2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4" name="Freeform 150">
            <a:extLst>
              <a:ext uri="{FF2B5EF4-FFF2-40B4-BE49-F238E27FC236}">
                <a16:creationId xmlns:a16="http://schemas.microsoft.com/office/drawing/2014/main" xmlns="" id="{92656389-4EE9-408F-8F4C-C9380B8A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150" y="2382110"/>
            <a:ext cx="17800" cy="37379"/>
          </a:xfrm>
          <a:custGeom>
            <a:avLst/>
            <a:gdLst>
              <a:gd name="T0" fmla="*/ 10 w 45"/>
              <a:gd name="T1" fmla="*/ 44 h 92"/>
              <a:gd name="T2" fmla="*/ 12 w 45"/>
              <a:gd name="T3" fmla="*/ 48 h 92"/>
              <a:gd name="T4" fmla="*/ 16 w 45"/>
              <a:gd name="T5" fmla="*/ 55 h 92"/>
              <a:gd name="T6" fmla="*/ 17 w 45"/>
              <a:gd name="T7" fmla="*/ 60 h 92"/>
              <a:gd name="T8" fmla="*/ 16 w 45"/>
              <a:gd name="T9" fmla="*/ 75 h 92"/>
              <a:gd name="T10" fmla="*/ 12 w 45"/>
              <a:gd name="T11" fmla="*/ 91 h 92"/>
              <a:gd name="T12" fmla="*/ 14 w 45"/>
              <a:gd name="T13" fmla="*/ 90 h 92"/>
              <a:gd name="T14" fmla="*/ 19 w 45"/>
              <a:gd name="T15" fmla="*/ 88 h 92"/>
              <a:gd name="T16" fmla="*/ 33 w 45"/>
              <a:gd name="T17" fmla="*/ 75 h 92"/>
              <a:gd name="T18" fmla="*/ 38 w 45"/>
              <a:gd name="T19" fmla="*/ 67 h 92"/>
              <a:gd name="T20" fmla="*/ 42 w 45"/>
              <a:gd name="T21" fmla="*/ 59 h 92"/>
              <a:gd name="T22" fmla="*/ 44 w 45"/>
              <a:gd name="T23" fmla="*/ 48 h 92"/>
              <a:gd name="T24" fmla="*/ 44 w 45"/>
              <a:gd name="T25" fmla="*/ 41 h 92"/>
              <a:gd name="T26" fmla="*/ 10 w 45"/>
              <a:gd name="T27" fmla="*/ 4 h 92"/>
              <a:gd name="T28" fmla="*/ 4 w 45"/>
              <a:gd name="T29" fmla="*/ 0 h 92"/>
              <a:gd name="T30" fmla="*/ 0 w 45"/>
              <a:gd name="T31" fmla="*/ 11 h 92"/>
              <a:gd name="T32" fmla="*/ 2 w 45"/>
              <a:gd name="T33" fmla="*/ 20 h 92"/>
              <a:gd name="T34" fmla="*/ 10 w 45"/>
              <a:gd name="T35" fmla="*/ 44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5" h="92">
                <a:moveTo>
                  <a:pt x="10" y="44"/>
                </a:moveTo>
                <a:lnTo>
                  <a:pt x="12" y="48"/>
                </a:lnTo>
                <a:lnTo>
                  <a:pt x="16" y="55"/>
                </a:lnTo>
                <a:cubicBezTo>
                  <a:pt x="17" y="57"/>
                  <a:pt x="17" y="58"/>
                  <a:pt x="17" y="60"/>
                </a:cubicBezTo>
                <a:lnTo>
                  <a:pt x="16" y="75"/>
                </a:lnTo>
                <a:lnTo>
                  <a:pt x="12" y="91"/>
                </a:lnTo>
                <a:cubicBezTo>
                  <a:pt x="13" y="91"/>
                  <a:pt x="13" y="91"/>
                  <a:pt x="14" y="90"/>
                </a:cubicBezTo>
                <a:lnTo>
                  <a:pt x="19" y="88"/>
                </a:lnTo>
                <a:lnTo>
                  <a:pt x="33" y="75"/>
                </a:lnTo>
                <a:lnTo>
                  <a:pt x="38" y="67"/>
                </a:lnTo>
                <a:lnTo>
                  <a:pt x="42" y="59"/>
                </a:lnTo>
                <a:lnTo>
                  <a:pt x="44" y="48"/>
                </a:lnTo>
                <a:lnTo>
                  <a:pt x="44" y="41"/>
                </a:lnTo>
                <a:lnTo>
                  <a:pt x="10" y="4"/>
                </a:lnTo>
                <a:lnTo>
                  <a:pt x="4" y="0"/>
                </a:lnTo>
                <a:lnTo>
                  <a:pt x="0" y="11"/>
                </a:lnTo>
                <a:lnTo>
                  <a:pt x="2" y="20"/>
                </a:lnTo>
                <a:lnTo>
                  <a:pt x="10" y="4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5" name="Freeform 151">
            <a:extLst>
              <a:ext uri="{FF2B5EF4-FFF2-40B4-BE49-F238E27FC236}">
                <a16:creationId xmlns:a16="http://schemas.microsoft.com/office/drawing/2014/main" xmlns="" id="{7A192308-60D5-4872-B688-776D96D59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335" y="2465768"/>
            <a:ext cx="55178" cy="83659"/>
          </a:xfrm>
          <a:custGeom>
            <a:avLst/>
            <a:gdLst>
              <a:gd name="T0" fmla="*/ 76 w 135"/>
              <a:gd name="T1" fmla="*/ 197 h 206"/>
              <a:gd name="T2" fmla="*/ 101 w 135"/>
              <a:gd name="T3" fmla="*/ 158 h 206"/>
              <a:gd name="T4" fmla="*/ 103 w 135"/>
              <a:gd name="T5" fmla="*/ 156 h 206"/>
              <a:gd name="T6" fmla="*/ 128 w 135"/>
              <a:gd name="T7" fmla="*/ 138 h 206"/>
              <a:gd name="T8" fmla="*/ 134 w 135"/>
              <a:gd name="T9" fmla="*/ 116 h 206"/>
              <a:gd name="T10" fmla="*/ 124 w 135"/>
              <a:gd name="T11" fmla="*/ 105 h 206"/>
              <a:gd name="T12" fmla="*/ 117 w 135"/>
              <a:gd name="T13" fmla="*/ 94 h 206"/>
              <a:gd name="T14" fmla="*/ 116 w 135"/>
              <a:gd name="T15" fmla="*/ 90 h 206"/>
              <a:gd name="T16" fmla="*/ 116 w 135"/>
              <a:gd name="T17" fmla="*/ 77 h 206"/>
              <a:gd name="T18" fmla="*/ 112 w 135"/>
              <a:gd name="T19" fmla="*/ 63 h 206"/>
              <a:gd name="T20" fmla="*/ 107 w 135"/>
              <a:gd name="T21" fmla="*/ 54 h 206"/>
              <a:gd name="T22" fmla="*/ 91 w 135"/>
              <a:gd name="T23" fmla="*/ 39 h 206"/>
              <a:gd name="T24" fmla="*/ 64 w 135"/>
              <a:gd name="T25" fmla="*/ 39 h 206"/>
              <a:gd name="T26" fmla="*/ 61 w 135"/>
              <a:gd name="T27" fmla="*/ 42 h 206"/>
              <a:gd name="T28" fmla="*/ 57 w 135"/>
              <a:gd name="T29" fmla="*/ 44 h 206"/>
              <a:gd name="T30" fmla="*/ 53 w 135"/>
              <a:gd name="T31" fmla="*/ 44 h 206"/>
              <a:gd name="T32" fmla="*/ 46 w 135"/>
              <a:gd name="T33" fmla="*/ 41 h 206"/>
              <a:gd name="T34" fmla="*/ 42 w 135"/>
              <a:gd name="T35" fmla="*/ 35 h 206"/>
              <a:gd name="T36" fmla="*/ 41 w 135"/>
              <a:gd name="T37" fmla="*/ 29 h 206"/>
              <a:gd name="T38" fmla="*/ 45 w 135"/>
              <a:gd name="T39" fmla="*/ 23 h 206"/>
              <a:gd name="T40" fmla="*/ 46 w 135"/>
              <a:gd name="T41" fmla="*/ 23 h 206"/>
              <a:gd name="T42" fmla="*/ 47 w 135"/>
              <a:gd name="T43" fmla="*/ 21 h 206"/>
              <a:gd name="T44" fmla="*/ 45 w 135"/>
              <a:gd name="T45" fmla="*/ 19 h 206"/>
              <a:gd name="T46" fmla="*/ 44 w 135"/>
              <a:gd name="T47" fmla="*/ 14 h 206"/>
              <a:gd name="T48" fmla="*/ 43 w 135"/>
              <a:gd name="T49" fmla="*/ 11 h 206"/>
              <a:gd name="T50" fmla="*/ 44 w 135"/>
              <a:gd name="T51" fmla="*/ 5 h 206"/>
              <a:gd name="T52" fmla="*/ 44 w 135"/>
              <a:gd name="T53" fmla="*/ 2 h 206"/>
              <a:gd name="T54" fmla="*/ 45 w 135"/>
              <a:gd name="T55" fmla="*/ 1 h 206"/>
              <a:gd name="T56" fmla="*/ 44 w 135"/>
              <a:gd name="T57" fmla="*/ 0 h 206"/>
              <a:gd name="T58" fmla="*/ 18 w 135"/>
              <a:gd name="T59" fmla="*/ 3 h 206"/>
              <a:gd name="T60" fmla="*/ 12 w 135"/>
              <a:gd name="T61" fmla="*/ 21 h 206"/>
              <a:gd name="T62" fmla="*/ 1 w 135"/>
              <a:gd name="T63" fmla="*/ 40 h 206"/>
              <a:gd name="T64" fmla="*/ 0 w 135"/>
              <a:gd name="T65" fmla="*/ 46 h 206"/>
              <a:gd name="T66" fmla="*/ 1 w 135"/>
              <a:gd name="T67" fmla="*/ 49 h 206"/>
              <a:gd name="T68" fmla="*/ 14 w 135"/>
              <a:gd name="T69" fmla="*/ 64 h 206"/>
              <a:gd name="T70" fmla="*/ 16 w 135"/>
              <a:gd name="T71" fmla="*/ 71 h 206"/>
              <a:gd name="T72" fmla="*/ 15 w 135"/>
              <a:gd name="T73" fmla="*/ 79 h 206"/>
              <a:gd name="T74" fmla="*/ 14 w 135"/>
              <a:gd name="T75" fmla="*/ 82 h 206"/>
              <a:gd name="T76" fmla="*/ 11 w 135"/>
              <a:gd name="T77" fmla="*/ 86 h 206"/>
              <a:gd name="T78" fmla="*/ 10 w 135"/>
              <a:gd name="T79" fmla="*/ 88 h 206"/>
              <a:gd name="T80" fmla="*/ 8 w 135"/>
              <a:gd name="T81" fmla="*/ 89 h 206"/>
              <a:gd name="T82" fmla="*/ 12 w 135"/>
              <a:gd name="T83" fmla="*/ 94 h 206"/>
              <a:gd name="T84" fmla="*/ 13 w 135"/>
              <a:gd name="T85" fmla="*/ 98 h 206"/>
              <a:gd name="T86" fmla="*/ 14 w 135"/>
              <a:gd name="T87" fmla="*/ 109 h 206"/>
              <a:gd name="T88" fmla="*/ 13 w 135"/>
              <a:gd name="T89" fmla="*/ 112 h 206"/>
              <a:gd name="T90" fmla="*/ 8 w 135"/>
              <a:gd name="T91" fmla="*/ 125 h 206"/>
              <a:gd name="T92" fmla="*/ 15 w 135"/>
              <a:gd name="T93" fmla="*/ 129 h 206"/>
              <a:gd name="T94" fmla="*/ 16 w 135"/>
              <a:gd name="T95" fmla="*/ 133 h 206"/>
              <a:gd name="T96" fmla="*/ 17 w 135"/>
              <a:gd name="T97" fmla="*/ 136 h 206"/>
              <a:gd name="T98" fmla="*/ 19 w 135"/>
              <a:gd name="T99" fmla="*/ 158 h 206"/>
              <a:gd name="T100" fmla="*/ 22 w 135"/>
              <a:gd name="T101" fmla="*/ 169 h 206"/>
              <a:gd name="T102" fmla="*/ 34 w 135"/>
              <a:gd name="T103" fmla="*/ 197 h 206"/>
              <a:gd name="T104" fmla="*/ 46 w 135"/>
              <a:gd name="T105" fmla="*/ 205 h 206"/>
              <a:gd name="T106" fmla="*/ 61 w 135"/>
              <a:gd name="T107" fmla="*/ 205 h 206"/>
              <a:gd name="T108" fmla="*/ 76 w 135"/>
              <a:gd name="T109" fmla="*/ 197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35" h="206">
                <a:moveTo>
                  <a:pt x="76" y="197"/>
                </a:moveTo>
                <a:lnTo>
                  <a:pt x="101" y="158"/>
                </a:lnTo>
                <a:cubicBezTo>
                  <a:pt x="101" y="157"/>
                  <a:pt x="102" y="156"/>
                  <a:pt x="103" y="156"/>
                </a:cubicBezTo>
                <a:lnTo>
                  <a:pt x="128" y="138"/>
                </a:lnTo>
                <a:lnTo>
                  <a:pt x="134" y="116"/>
                </a:lnTo>
                <a:lnTo>
                  <a:pt x="124" y="105"/>
                </a:lnTo>
                <a:lnTo>
                  <a:pt x="117" y="94"/>
                </a:lnTo>
                <a:cubicBezTo>
                  <a:pt x="116" y="93"/>
                  <a:pt x="116" y="91"/>
                  <a:pt x="116" y="90"/>
                </a:cubicBezTo>
                <a:lnTo>
                  <a:pt x="116" y="77"/>
                </a:lnTo>
                <a:lnTo>
                  <a:pt x="112" y="63"/>
                </a:lnTo>
                <a:lnTo>
                  <a:pt x="107" y="54"/>
                </a:lnTo>
                <a:lnTo>
                  <a:pt x="91" y="39"/>
                </a:lnTo>
                <a:lnTo>
                  <a:pt x="64" y="39"/>
                </a:lnTo>
                <a:lnTo>
                  <a:pt x="61" y="42"/>
                </a:lnTo>
                <a:cubicBezTo>
                  <a:pt x="60" y="43"/>
                  <a:pt x="58" y="43"/>
                  <a:pt x="57" y="44"/>
                </a:cubicBezTo>
                <a:lnTo>
                  <a:pt x="53" y="44"/>
                </a:lnTo>
                <a:cubicBezTo>
                  <a:pt x="50" y="45"/>
                  <a:pt x="47" y="44"/>
                  <a:pt x="46" y="41"/>
                </a:cubicBezTo>
                <a:lnTo>
                  <a:pt x="42" y="35"/>
                </a:lnTo>
                <a:cubicBezTo>
                  <a:pt x="40" y="33"/>
                  <a:pt x="40" y="31"/>
                  <a:pt x="41" y="29"/>
                </a:cubicBezTo>
                <a:cubicBezTo>
                  <a:pt x="41" y="26"/>
                  <a:pt x="43" y="24"/>
                  <a:pt x="45" y="23"/>
                </a:cubicBezTo>
                <a:lnTo>
                  <a:pt x="46" y="23"/>
                </a:lnTo>
                <a:lnTo>
                  <a:pt x="47" y="21"/>
                </a:lnTo>
                <a:cubicBezTo>
                  <a:pt x="46" y="21"/>
                  <a:pt x="46" y="20"/>
                  <a:pt x="45" y="19"/>
                </a:cubicBezTo>
                <a:lnTo>
                  <a:pt x="44" y="14"/>
                </a:lnTo>
                <a:cubicBezTo>
                  <a:pt x="43" y="13"/>
                  <a:pt x="43" y="12"/>
                  <a:pt x="43" y="11"/>
                </a:cubicBezTo>
                <a:lnTo>
                  <a:pt x="44" y="5"/>
                </a:lnTo>
                <a:cubicBezTo>
                  <a:pt x="44" y="4"/>
                  <a:pt x="44" y="3"/>
                  <a:pt x="44" y="2"/>
                </a:cubicBezTo>
                <a:lnTo>
                  <a:pt x="45" y="1"/>
                </a:lnTo>
                <a:lnTo>
                  <a:pt x="44" y="0"/>
                </a:lnTo>
                <a:lnTo>
                  <a:pt x="18" y="3"/>
                </a:lnTo>
                <a:lnTo>
                  <a:pt x="12" y="21"/>
                </a:lnTo>
                <a:lnTo>
                  <a:pt x="1" y="40"/>
                </a:lnTo>
                <a:lnTo>
                  <a:pt x="0" y="46"/>
                </a:lnTo>
                <a:lnTo>
                  <a:pt x="1" y="49"/>
                </a:lnTo>
                <a:lnTo>
                  <a:pt x="14" y="64"/>
                </a:lnTo>
                <a:cubicBezTo>
                  <a:pt x="16" y="66"/>
                  <a:pt x="17" y="69"/>
                  <a:pt x="16" y="71"/>
                </a:cubicBezTo>
                <a:lnTo>
                  <a:pt x="15" y="79"/>
                </a:lnTo>
                <a:cubicBezTo>
                  <a:pt x="14" y="80"/>
                  <a:pt x="14" y="81"/>
                  <a:pt x="14" y="82"/>
                </a:cubicBezTo>
                <a:lnTo>
                  <a:pt x="11" y="86"/>
                </a:lnTo>
                <a:cubicBezTo>
                  <a:pt x="11" y="87"/>
                  <a:pt x="10" y="87"/>
                  <a:pt x="10" y="88"/>
                </a:cubicBezTo>
                <a:lnTo>
                  <a:pt x="8" y="89"/>
                </a:lnTo>
                <a:lnTo>
                  <a:pt x="12" y="94"/>
                </a:lnTo>
                <a:cubicBezTo>
                  <a:pt x="13" y="96"/>
                  <a:pt x="13" y="97"/>
                  <a:pt x="13" y="98"/>
                </a:cubicBezTo>
                <a:lnTo>
                  <a:pt x="14" y="109"/>
                </a:lnTo>
                <a:cubicBezTo>
                  <a:pt x="14" y="110"/>
                  <a:pt x="13" y="111"/>
                  <a:pt x="13" y="112"/>
                </a:cubicBezTo>
                <a:lnTo>
                  <a:pt x="8" y="125"/>
                </a:lnTo>
                <a:cubicBezTo>
                  <a:pt x="11" y="125"/>
                  <a:pt x="13" y="127"/>
                  <a:pt x="15" y="129"/>
                </a:cubicBezTo>
                <a:lnTo>
                  <a:pt x="16" y="133"/>
                </a:lnTo>
                <a:cubicBezTo>
                  <a:pt x="17" y="134"/>
                  <a:pt x="17" y="135"/>
                  <a:pt x="17" y="136"/>
                </a:cubicBezTo>
                <a:lnTo>
                  <a:pt x="19" y="158"/>
                </a:lnTo>
                <a:lnTo>
                  <a:pt x="22" y="169"/>
                </a:lnTo>
                <a:lnTo>
                  <a:pt x="34" y="197"/>
                </a:lnTo>
                <a:lnTo>
                  <a:pt x="46" y="205"/>
                </a:lnTo>
                <a:lnTo>
                  <a:pt x="61" y="205"/>
                </a:lnTo>
                <a:lnTo>
                  <a:pt x="76" y="19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6" name="Freeform 152">
            <a:extLst>
              <a:ext uri="{FF2B5EF4-FFF2-40B4-BE49-F238E27FC236}">
                <a16:creationId xmlns:a16="http://schemas.microsoft.com/office/drawing/2014/main" xmlns="" id="{2E0CCA34-DC97-4C5C-A9FB-EB929446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871" y="2382110"/>
            <a:ext cx="5340" cy="17800"/>
          </a:xfrm>
          <a:custGeom>
            <a:avLst/>
            <a:gdLst>
              <a:gd name="T0" fmla="*/ 0 w 13"/>
              <a:gd name="T1" fmla="*/ 31 h 45"/>
              <a:gd name="T2" fmla="*/ 4 w 13"/>
              <a:gd name="T3" fmla="*/ 44 h 45"/>
              <a:gd name="T4" fmla="*/ 4 w 13"/>
              <a:gd name="T5" fmla="*/ 44 h 45"/>
              <a:gd name="T6" fmla="*/ 10 w 13"/>
              <a:gd name="T7" fmla="*/ 31 h 45"/>
              <a:gd name="T8" fmla="*/ 12 w 13"/>
              <a:gd name="T9" fmla="*/ 8 h 45"/>
              <a:gd name="T10" fmla="*/ 7 w 13"/>
              <a:gd name="T11" fmla="*/ 0 h 45"/>
              <a:gd name="T12" fmla="*/ 4 w 13"/>
              <a:gd name="T13" fmla="*/ 0 h 45"/>
              <a:gd name="T14" fmla="*/ 5 w 13"/>
              <a:gd name="T15" fmla="*/ 7 h 45"/>
              <a:gd name="T16" fmla="*/ 0 w 13"/>
              <a:gd name="T17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" h="45">
                <a:moveTo>
                  <a:pt x="0" y="31"/>
                </a:moveTo>
                <a:lnTo>
                  <a:pt x="4" y="44"/>
                </a:lnTo>
                <a:lnTo>
                  <a:pt x="4" y="44"/>
                </a:lnTo>
                <a:lnTo>
                  <a:pt x="10" y="31"/>
                </a:lnTo>
                <a:lnTo>
                  <a:pt x="12" y="8"/>
                </a:lnTo>
                <a:lnTo>
                  <a:pt x="7" y="0"/>
                </a:lnTo>
                <a:lnTo>
                  <a:pt x="4" y="0"/>
                </a:lnTo>
                <a:cubicBezTo>
                  <a:pt x="5" y="2"/>
                  <a:pt x="6" y="5"/>
                  <a:pt x="5" y="7"/>
                </a:cubicBezTo>
                <a:lnTo>
                  <a:pt x="0" y="3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7" name="Freeform 153">
            <a:extLst>
              <a:ext uri="{FF2B5EF4-FFF2-40B4-BE49-F238E27FC236}">
                <a16:creationId xmlns:a16="http://schemas.microsoft.com/office/drawing/2014/main" xmlns="" id="{A820F167-94E2-4460-B96D-F28FC2C84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811" y="2309131"/>
            <a:ext cx="108577" cy="81878"/>
          </a:xfrm>
          <a:custGeom>
            <a:avLst/>
            <a:gdLst>
              <a:gd name="T0" fmla="*/ 61 w 269"/>
              <a:gd name="T1" fmla="*/ 179 h 204"/>
              <a:gd name="T2" fmla="*/ 73 w 269"/>
              <a:gd name="T3" fmla="*/ 203 h 204"/>
              <a:gd name="T4" fmla="*/ 103 w 269"/>
              <a:gd name="T5" fmla="*/ 188 h 204"/>
              <a:gd name="T6" fmla="*/ 116 w 269"/>
              <a:gd name="T7" fmla="*/ 188 h 204"/>
              <a:gd name="T8" fmla="*/ 119 w 269"/>
              <a:gd name="T9" fmla="*/ 165 h 204"/>
              <a:gd name="T10" fmla="*/ 132 w 269"/>
              <a:gd name="T11" fmla="*/ 158 h 204"/>
              <a:gd name="T12" fmla="*/ 151 w 269"/>
              <a:gd name="T13" fmla="*/ 171 h 204"/>
              <a:gd name="T14" fmla="*/ 181 w 269"/>
              <a:gd name="T15" fmla="*/ 170 h 204"/>
              <a:gd name="T16" fmla="*/ 191 w 269"/>
              <a:gd name="T17" fmla="*/ 160 h 204"/>
              <a:gd name="T18" fmla="*/ 200 w 269"/>
              <a:gd name="T19" fmla="*/ 157 h 204"/>
              <a:gd name="T20" fmla="*/ 230 w 269"/>
              <a:gd name="T21" fmla="*/ 158 h 204"/>
              <a:gd name="T22" fmla="*/ 242 w 269"/>
              <a:gd name="T23" fmla="*/ 140 h 204"/>
              <a:gd name="T24" fmla="*/ 266 w 269"/>
              <a:gd name="T25" fmla="*/ 127 h 204"/>
              <a:gd name="T26" fmla="*/ 267 w 269"/>
              <a:gd name="T27" fmla="*/ 106 h 204"/>
              <a:gd name="T28" fmla="*/ 239 w 269"/>
              <a:gd name="T29" fmla="*/ 136 h 204"/>
              <a:gd name="T30" fmla="*/ 229 w 269"/>
              <a:gd name="T31" fmla="*/ 147 h 204"/>
              <a:gd name="T32" fmla="*/ 218 w 269"/>
              <a:gd name="T33" fmla="*/ 151 h 204"/>
              <a:gd name="T34" fmla="*/ 205 w 269"/>
              <a:gd name="T35" fmla="*/ 152 h 204"/>
              <a:gd name="T36" fmla="*/ 190 w 269"/>
              <a:gd name="T37" fmla="*/ 147 h 204"/>
              <a:gd name="T38" fmla="*/ 181 w 269"/>
              <a:gd name="T39" fmla="*/ 130 h 204"/>
              <a:gd name="T40" fmla="*/ 191 w 269"/>
              <a:gd name="T41" fmla="*/ 123 h 204"/>
              <a:gd name="T42" fmla="*/ 190 w 269"/>
              <a:gd name="T43" fmla="*/ 116 h 204"/>
              <a:gd name="T44" fmla="*/ 182 w 269"/>
              <a:gd name="T45" fmla="*/ 112 h 204"/>
              <a:gd name="T46" fmla="*/ 174 w 269"/>
              <a:gd name="T47" fmla="*/ 106 h 204"/>
              <a:gd name="T48" fmla="*/ 168 w 269"/>
              <a:gd name="T49" fmla="*/ 92 h 204"/>
              <a:gd name="T50" fmla="*/ 186 w 269"/>
              <a:gd name="T51" fmla="*/ 84 h 204"/>
              <a:gd name="T52" fmla="*/ 212 w 269"/>
              <a:gd name="T53" fmla="*/ 59 h 204"/>
              <a:gd name="T54" fmla="*/ 204 w 269"/>
              <a:gd name="T55" fmla="*/ 47 h 204"/>
              <a:gd name="T56" fmla="*/ 191 w 269"/>
              <a:gd name="T57" fmla="*/ 48 h 204"/>
              <a:gd name="T58" fmla="*/ 184 w 269"/>
              <a:gd name="T59" fmla="*/ 56 h 204"/>
              <a:gd name="T60" fmla="*/ 175 w 269"/>
              <a:gd name="T61" fmla="*/ 59 h 204"/>
              <a:gd name="T62" fmla="*/ 165 w 269"/>
              <a:gd name="T63" fmla="*/ 51 h 204"/>
              <a:gd name="T64" fmla="*/ 155 w 269"/>
              <a:gd name="T65" fmla="*/ 58 h 204"/>
              <a:gd name="T66" fmla="*/ 150 w 269"/>
              <a:gd name="T67" fmla="*/ 61 h 204"/>
              <a:gd name="T68" fmla="*/ 137 w 269"/>
              <a:gd name="T69" fmla="*/ 52 h 204"/>
              <a:gd name="T70" fmla="*/ 135 w 269"/>
              <a:gd name="T71" fmla="*/ 37 h 204"/>
              <a:gd name="T72" fmla="*/ 114 w 269"/>
              <a:gd name="T73" fmla="*/ 14 h 204"/>
              <a:gd name="T74" fmla="*/ 105 w 269"/>
              <a:gd name="T75" fmla="*/ 7 h 204"/>
              <a:gd name="T76" fmla="*/ 102 w 269"/>
              <a:gd name="T77" fmla="*/ 4 h 204"/>
              <a:gd name="T78" fmla="*/ 94 w 269"/>
              <a:gd name="T79" fmla="*/ 12 h 204"/>
              <a:gd name="T80" fmla="*/ 118 w 269"/>
              <a:gd name="T81" fmla="*/ 50 h 204"/>
              <a:gd name="T82" fmla="*/ 125 w 269"/>
              <a:gd name="T83" fmla="*/ 62 h 204"/>
              <a:gd name="T84" fmla="*/ 131 w 269"/>
              <a:gd name="T85" fmla="*/ 94 h 204"/>
              <a:gd name="T86" fmla="*/ 115 w 269"/>
              <a:gd name="T87" fmla="*/ 97 h 204"/>
              <a:gd name="T88" fmla="*/ 95 w 269"/>
              <a:gd name="T89" fmla="*/ 76 h 204"/>
              <a:gd name="T90" fmla="*/ 79 w 269"/>
              <a:gd name="T91" fmla="*/ 76 h 204"/>
              <a:gd name="T92" fmla="*/ 72 w 269"/>
              <a:gd name="T93" fmla="*/ 70 h 204"/>
              <a:gd name="T94" fmla="*/ 64 w 269"/>
              <a:gd name="T95" fmla="*/ 64 h 204"/>
              <a:gd name="T96" fmla="*/ 53 w 269"/>
              <a:gd name="T97" fmla="*/ 57 h 204"/>
              <a:gd name="T98" fmla="*/ 55 w 269"/>
              <a:gd name="T99" fmla="*/ 75 h 204"/>
              <a:gd name="T100" fmla="*/ 39 w 269"/>
              <a:gd name="T101" fmla="*/ 82 h 204"/>
              <a:gd name="T102" fmla="*/ 31 w 269"/>
              <a:gd name="T103" fmla="*/ 78 h 204"/>
              <a:gd name="T104" fmla="*/ 12 w 269"/>
              <a:gd name="T105" fmla="*/ 74 h 204"/>
              <a:gd name="T106" fmla="*/ 17 w 269"/>
              <a:gd name="T107" fmla="*/ 80 h 204"/>
              <a:gd name="T108" fmla="*/ 0 w 269"/>
              <a:gd name="T109" fmla="*/ 104 h 204"/>
              <a:gd name="T110" fmla="*/ 0 w 269"/>
              <a:gd name="T111" fmla="*/ 118 h 204"/>
              <a:gd name="T112" fmla="*/ 3 w 269"/>
              <a:gd name="T113" fmla="*/ 127 h 204"/>
              <a:gd name="T114" fmla="*/ 45 w 269"/>
              <a:gd name="T115" fmla="*/ 108 h 204"/>
              <a:gd name="T116" fmla="*/ 53 w 269"/>
              <a:gd name="T117" fmla="*/ 111 h 204"/>
              <a:gd name="T118" fmla="*/ 76 w 269"/>
              <a:gd name="T119" fmla="*/ 119 h 204"/>
              <a:gd name="T120" fmla="*/ 82 w 269"/>
              <a:gd name="T121" fmla="*/ 131 h 204"/>
              <a:gd name="T122" fmla="*/ 71 w 269"/>
              <a:gd name="T123" fmla="*/ 147 h 204"/>
              <a:gd name="T124" fmla="*/ 48 w 269"/>
              <a:gd name="T125" fmla="*/ 163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69" h="204">
                <a:moveTo>
                  <a:pt x="60" y="177"/>
                </a:moveTo>
                <a:cubicBezTo>
                  <a:pt x="60" y="177"/>
                  <a:pt x="60" y="178"/>
                  <a:pt x="61" y="179"/>
                </a:cubicBezTo>
                <a:lnTo>
                  <a:pt x="72" y="202"/>
                </a:lnTo>
                <a:lnTo>
                  <a:pt x="73" y="203"/>
                </a:lnTo>
                <a:lnTo>
                  <a:pt x="84" y="200"/>
                </a:lnTo>
                <a:lnTo>
                  <a:pt x="103" y="188"/>
                </a:lnTo>
                <a:cubicBezTo>
                  <a:pt x="105" y="187"/>
                  <a:pt x="107" y="187"/>
                  <a:pt x="108" y="187"/>
                </a:cubicBezTo>
                <a:lnTo>
                  <a:pt x="116" y="188"/>
                </a:lnTo>
                <a:cubicBezTo>
                  <a:pt x="115" y="187"/>
                  <a:pt x="115" y="185"/>
                  <a:pt x="115" y="184"/>
                </a:cubicBezTo>
                <a:lnTo>
                  <a:pt x="119" y="165"/>
                </a:lnTo>
                <a:cubicBezTo>
                  <a:pt x="120" y="162"/>
                  <a:pt x="122" y="159"/>
                  <a:pt x="126" y="159"/>
                </a:cubicBezTo>
                <a:lnTo>
                  <a:pt x="132" y="158"/>
                </a:lnTo>
                <a:cubicBezTo>
                  <a:pt x="135" y="157"/>
                  <a:pt x="137" y="158"/>
                  <a:pt x="139" y="160"/>
                </a:cubicBezTo>
                <a:lnTo>
                  <a:pt x="151" y="171"/>
                </a:lnTo>
                <a:lnTo>
                  <a:pt x="177" y="172"/>
                </a:lnTo>
                <a:lnTo>
                  <a:pt x="181" y="170"/>
                </a:lnTo>
                <a:lnTo>
                  <a:pt x="188" y="162"/>
                </a:lnTo>
                <a:cubicBezTo>
                  <a:pt x="188" y="161"/>
                  <a:pt x="189" y="160"/>
                  <a:pt x="191" y="160"/>
                </a:cubicBezTo>
                <a:lnTo>
                  <a:pt x="197" y="157"/>
                </a:lnTo>
                <a:cubicBezTo>
                  <a:pt x="198" y="157"/>
                  <a:pt x="199" y="156"/>
                  <a:pt x="200" y="157"/>
                </a:cubicBezTo>
                <a:lnTo>
                  <a:pt x="229" y="159"/>
                </a:lnTo>
                <a:lnTo>
                  <a:pt x="230" y="158"/>
                </a:lnTo>
                <a:lnTo>
                  <a:pt x="238" y="143"/>
                </a:lnTo>
                <a:cubicBezTo>
                  <a:pt x="239" y="142"/>
                  <a:pt x="240" y="141"/>
                  <a:pt x="242" y="140"/>
                </a:cubicBezTo>
                <a:lnTo>
                  <a:pt x="260" y="134"/>
                </a:lnTo>
                <a:lnTo>
                  <a:pt x="266" y="127"/>
                </a:lnTo>
                <a:lnTo>
                  <a:pt x="268" y="114"/>
                </a:lnTo>
                <a:lnTo>
                  <a:pt x="267" y="106"/>
                </a:lnTo>
                <a:lnTo>
                  <a:pt x="251" y="118"/>
                </a:lnTo>
                <a:lnTo>
                  <a:pt x="239" y="136"/>
                </a:lnTo>
                <a:lnTo>
                  <a:pt x="232" y="145"/>
                </a:lnTo>
                <a:cubicBezTo>
                  <a:pt x="231" y="146"/>
                  <a:pt x="230" y="146"/>
                  <a:pt x="229" y="147"/>
                </a:cubicBezTo>
                <a:lnTo>
                  <a:pt x="221" y="151"/>
                </a:lnTo>
                <a:cubicBezTo>
                  <a:pt x="220" y="151"/>
                  <a:pt x="219" y="151"/>
                  <a:pt x="218" y="151"/>
                </a:cubicBezTo>
                <a:lnTo>
                  <a:pt x="208" y="152"/>
                </a:lnTo>
                <a:cubicBezTo>
                  <a:pt x="207" y="153"/>
                  <a:pt x="206" y="152"/>
                  <a:pt x="205" y="152"/>
                </a:cubicBezTo>
                <a:lnTo>
                  <a:pt x="194" y="149"/>
                </a:lnTo>
                <a:cubicBezTo>
                  <a:pt x="193" y="149"/>
                  <a:pt x="191" y="148"/>
                  <a:pt x="190" y="147"/>
                </a:cubicBezTo>
                <a:lnTo>
                  <a:pt x="182" y="139"/>
                </a:lnTo>
                <a:cubicBezTo>
                  <a:pt x="180" y="136"/>
                  <a:pt x="179" y="133"/>
                  <a:pt x="181" y="130"/>
                </a:cubicBezTo>
                <a:cubicBezTo>
                  <a:pt x="182" y="127"/>
                  <a:pt x="185" y="125"/>
                  <a:pt x="188" y="125"/>
                </a:cubicBezTo>
                <a:lnTo>
                  <a:pt x="191" y="123"/>
                </a:lnTo>
                <a:lnTo>
                  <a:pt x="191" y="116"/>
                </a:lnTo>
                <a:cubicBezTo>
                  <a:pt x="190" y="116"/>
                  <a:pt x="190" y="116"/>
                  <a:pt x="190" y="116"/>
                </a:cubicBezTo>
                <a:lnTo>
                  <a:pt x="184" y="114"/>
                </a:lnTo>
                <a:cubicBezTo>
                  <a:pt x="183" y="113"/>
                  <a:pt x="182" y="113"/>
                  <a:pt x="182" y="112"/>
                </a:cubicBezTo>
                <a:lnTo>
                  <a:pt x="176" y="108"/>
                </a:lnTo>
                <a:cubicBezTo>
                  <a:pt x="175" y="107"/>
                  <a:pt x="175" y="107"/>
                  <a:pt x="174" y="106"/>
                </a:cubicBezTo>
                <a:lnTo>
                  <a:pt x="169" y="99"/>
                </a:lnTo>
                <a:cubicBezTo>
                  <a:pt x="168" y="97"/>
                  <a:pt x="167" y="94"/>
                  <a:pt x="168" y="92"/>
                </a:cubicBezTo>
                <a:cubicBezTo>
                  <a:pt x="169" y="89"/>
                  <a:pt x="171" y="87"/>
                  <a:pt x="174" y="87"/>
                </a:cubicBezTo>
                <a:lnTo>
                  <a:pt x="186" y="84"/>
                </a:lnTo>
                <a:lnTo>
                  <a:pt x="201" y="74"/>
                </a:lnTo>
                <a:lnTo>
                  <a:pt x="212" y="59"/>
                </a:lnTo>
                <a:lnTo>
                  <a:pt x="211" y="38"/>
                </a:lnTo>
                <a:lnTo>
                  <a:pt x="204" y="47"/>
                </a:lnTo>
                <a:cubicBezTo>
                  <a:pt x="201" y="49"/>
                  <a:pt x="198" y="50"/>
                  <a:pt x="195" y="49"/>
                </a:cubicBezTo>
                <a:lnTo>
                  <a:pt x="191" y="48"/>
                </a:lnTo>
                <a:lnTo>
                  <a:pt x="190" y="49"/>
                </a:lnTo>
                <a:lnTo>
                  <a:pt x="184" y="56"/>
                </a:lnTo>
                <a:cubicBezTo>
                  <a:pt x="183" y="57"/>
                  <a:pt x="182" y="57"/>
                  <a:pt x="180" y="58"/>
                </a:cubicBezTo>
                <a:lnTo>
                  <a:pt x="175" y="59"/>
                </a:lnTo>
                <a:cubicBezTo>
                  <a:pt x="172" y="60"/>
                  <a:pt x="170" y="60"/>
                  <a:pt x="168" y="58"/>
                </a:cubicBezTo>
                <a:cubicBezTo>
                  <a:pt x="165" y="56"/>
                  <a:pt x="164" y="54"/>
                  <a:pt x="165" y="51"/>
                </a:cubicBezTo>
                <a:lnTo>
                  <a:pt x="165" y="49"/>
                </a:lnTo>
                <a:lnTo>
                  <a:pt x="155" y="58"/>
                </a:lnTo>
                <a:cubicBezTo>
                  <a:pt x="154" y="60"/>
                  <a:pt x="152" y="61"/>
                  <a:pt x="150" y="61"/>
                </a:cubicBezTo>
                <a:lnTo>
                  <a:pt x="150" y="61"/>
                </a:lnTo>
                <a:cubicBezTo>
                  <a:pt x="148" y="61"/>
                  <a:pt x="146" y="60"/>
                  <a:pt x="144" y="58"/>
                </a:cubicBezTo>
                <a:lnTo>
                  <a:pt x="137" y="52"/>
                </a:lnTo>
                <a:cubicBezTo>
                  <a:pt x="136" y="50"/>
                  <a:pt x="135" y="48"/>
                  <a:pt x="135" y="46"/>
                </a:cubicBezTo>
                <a:lnTo>
                  <a:pt x="135" y="37"/>
                </a:lnTo>
                <a:lnTo>
                  <a:pt x="141" y="8"/>
                </a:lnTo>
                <a:lnTo>
                  <a:pt x="114" y="14"/>
                </a:lnTo>
                <a:cubicBezTo>
                  <a:pt x="112" y="15"/>
                  <a:pt x="110" y="14"/>
                  <a:pt x="108" y="13"/>
                </a:cubicBezTo>
                <a:cubicBezTo>
                  <a:pt x="106" y="12"/>
                  <a:pt x="105" y="10"/>
                  <a:pt x="105" y="7"/>
                </a:cubicBezTo>
                <a:lnTo>
                  <a:pt x="103" y="0"/>
                </a:lnTo>
                <a:lnTo>
                  <a:pt x="102" y="4"/>
                </a:lnTo>
                <a:cubicBezTo>
                  <a:pt x="101" y="5"/>
                  <a:pt x="101" y="5"/>
                  <a:pt x="100" y="6"/>
                </a:cubicBezTo>
                <a:lnTo>
                  <a:pt x="94" y="12"/>
                </a:lnTo>
                <a:cubicBezTo>
                  <a:pt x="92" y="14"/>
                  <a:pt x="89" y="15"/>
                  <a:pt x="86" y="14"/>
                </a:cubicBezTo>
                <a:lnTo>
                  <a:pt x="118" y="50"/>
                </a:lnTo>
                <a:lnTo>
                  <a:pt x="124" y="60"/>
                </a:lnTo>
                <a:cubicBezTo>
                  <a:pt x="125" y="61"/>
                  <a:pt x="125" y="61"/>
                  <a:pt x="125" y="62"/>
                </a:cubicBezTo>
                <a:lnTo>
                  <a:pt x="129" y="74"/>
                </a:lnTo>
                <a:lnTo>
                  <a:pt x="131" y="94"/>
                </a:lnTo>
                <a:cubicBezTo>
                  <a:pt x="131" y="98"/>
                  <a:pt x="129" y="101"/>
                  <a:pt x="125" y="102"/>
                </a:cubicBezTo>
                <a:cubicBezTo>
                  <a:pt x="120" y="103"/>
                  <a:pt x="117" y="101"/>
                  <a:pt x="115" y="97"/>
                </a:cubicBezTo>
                <a:lnTo>
                  <a:pt x="113" y="90"/>
                </a:lnTo>
                <a:lnTo>
                  <a:pt x="95" y="76"/>
                </a:lnTo>
                <a:lnTo>
                  <a:pt x="85" y="78"/>
                </a:lnTo>
                <a:cubicBezTo>
                  <a:pt x="83" y="78"/>
                  <a:pt x="81" y="77"/>
                  <a:pt x="79" y="76"/>
                </a:cubicBezTo>
                <a:lnTo>
                  <a:pt x="74" y="72"/>
                </a:lnTo>
                <a:cubicBezTo>
                  <a:pt x="73" y="71"/>
                  <a:pt x="72" y="70"/>
                  <a:pt x="72" y="70"/>
                </a:cubicBezTo>
                <a:lnTo>
                  <a:pt x="68" y="64"/>
                </a:lnTo>
                <a:lnTo>
                  <a:pt x="64" y="64"/>
                </a:lnTo>
                <a:cubicBezTo>
                  <a:pt x="62" y="63"/>
                  <a:pt x="60" y="63"/>
                  <a:pt x="59" y="62"/>
                </a:cubicBezTo>
                <a:lnTo>
                  <a:pt x="53" y="57"/>
                </a:lnTo>
                <a:lnTo>
                  <a:pt x="56" y="65"/>
                </a:lnTo>
                <a:cubicBezTo>
                  <a:pt x="58" y="68"/>
                  <a:pt x="57" y="72"/>
                  <a:pt x="55" y="75"/>
                </a:cubicBezTo>
                <a:lnTo>
                  <a:pt x="49" y="81"/>
                </a:lnTo>
                <a:cubicBezTo>
                  <a:pt x="46" y="84"/>
                  <a:pt x="42" y="84"/>
                  <a:pt x="39" y="82"/>
                </a:cubicBezTo>
                <a:lnTo>
                  <a:pt x="33" y="79"/>
                </a:lnTo>
                <a:cubicBezTo>
                  <a:pt x="33" y="79"/>
                  <a:pt x="32" y="78"/>
                  <a:pt x="31" y="78"/>
                </a:cubicBezTo>
                <a:lnTo>
                  <a:pt x="23" y="70"/>
                </a:lnTo>
                <a:lnTo>
                  <a:pt x="12" y="74"/>
                </a:lnTo>
                <a:lnTo>
                  <a:pt x="13" y="75"/>
                </a:lnTo>
                <a:cubicBezTo>
                  <a:pt x="15" y="76"/>
                  <a:pt x="17" y="78"/>
                  <a:pt x="17" y="80"/>
                </a:cubicBezTo>
                <a:cubicBezTo>
                  <a:pt x="17" y="83"/>
                  <a:pt x="17" y="85"/>
                  <a:pt x="15" y="87"/>
                </a:cubicBezTo>
                <a:lnTo>
                  <a:pt x="0" y="104"/>
                </a:lnTo>
                <a:lnTo>
                  <a:pt x="1" y="109"/>
                </a:lnTo>
                <a:lnTo>
                  <a:pt x="0" y="118"/>
                </a:lnTo>
                <a:lnTo>
                  <a:pt x="0" y="122"/>
                </a:lnTo>
                <a:lnTo>
                  <a:pt x="3" y="127"/>
                </a:lnTo>
                <a:lnTo>
                  <a:pt x="38" y="108"/>
                </a:lnTo>
                <a:cubicBezTo>
                  <a:pt x="40" y="107"/>
                  <a:pt x="43" y="107"/>
                  <a:pt x="45" y="108"/>
                </a:cubicBezTo>
                <a:lnTo>
                  <a:pt x="50" y="110"/>
                </a:lnTo>
                <a:cubicBezTo>
                  <a:pt x="51" y="110"/>
                  <a:pt x="52" y="111"/>
                  <a:pt x="53" y="111"/>
                </a:cubicBezTo>
                <a:lnTo>
                  <a:pt x="57" y="115"/>
                </a:lnTo>
                <a:lnTo>
                  <a:pt x="76" y="119"/>
                </a:lnTo>
                <a:cubicBezTo>
                  <a:pt x="79" y="120"/>
                  <a:pt x="81" y="121"/>
                  <a:pt x="82" y="124"/>
                </a:cubicBezTo>
                <a:cubicBezTo>
                  <a:pt x="83" y="126"/>
                  <a:pt x="83" y="129"/>
                  <a:pt x="82" y="131"/>
                </a:cubicBezTo>
                <a:lnTo>
                  <a:pt x="75" y="144"/>
                </a:lnTo>
                <a:cubicBezTo>
                  <a:pt x="74" y="146"/>
                  <a:pt x="73" y="147"/>
                  <a:pt x="71" y="147"/>
                </a:cubicBezTo>
                <a:lnTo>
                  <a:pt x="45" y="161"/>
                </a:lnTo>
                <a:lnTo>
                  <a:pt x="48" y="163"/>
                </a:lnTo>
                <a:lnTo>
                  <a:pt x="60" y="17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8" name="Freeform 154">
            <a:extLst>
              <a:ext uri="{FF2B5EF4-FFF2-40B4-BE49-F238E27FC236}">
                <a16:creationId xmlns:a16="http://schemas.microsoft.com/office/drawing/2014/main" xmlns="" id="{E71793BF-8A4C-4D87-8B75-39F8A42B0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4560" y="2624185"/>
            <a:ext cx="181556" cy="99678"/>
          </a:xfrm>
          <a:custGeom>
            <a:avLst/>
            <a:gdLst>
              <a:gd name="T0" fmla="*/ 289 w 450"/>
              <a:gd name="T1" fmla="*/ 198 h 245"/>
              <a:gd name="T2" fmla="*/ 327 w 450"/>
              <a:gd name="T3" fmla="*/ 200 h 245"/>
              <a:gd name="T4" fmla="*/ 402 w 450"/>
              <a:gd name="T5" fmla="*/ 173 h 245"/>
              <a:gd name="T6" fmla="*/ 448 w 450"/>
              <a:gd name="T7" fmla="*/ 112 h 245"/>
              <a:gd name="T8" fmla="*/ 365 w 450"/>
              <a:gd name="T9" fmla="*/ 92 h 245"/>
              <a:gd name="T10" fmla="*/ 334 w 450"/>
              <a:gd name="T11" fmla="*/ 90 h 245"/>
              <a:gd name="T12" fmla="*/ 329 w 450"/>
              <a:gd name="T13" fmla="*/ 79 h 245"/>
              <a:gd name="T14" fmla="*/ 310 w 450"/>
              <a:gd name="T15" fmla="*/ 63 h 245"/>
              <a:gd name="T16" fmla="*/ 284 w 450"/>
              <a:gd name="T17" fmla="*/ 59 h 245"/>
              <a:gd name="T18" fmla="*/ 266 w 450"/>
              <a:gd name="T19" fmla="*/ 129 h 245"/>
              <a:gd name="T20" fmla="*/ 327 w 450"/>
              <a:gd name="T21" fmla="*/ 153 h 245"/>
              <a:gd name="T22" fmla="*/ 336 w 450"/>
              <a:gd name="T23" fmla="*/ 174 h 245"/>
              <a:gd name="T24" fmla="*/ 314 w 450"/>
              <a:gd name="T25" fmla="*/ 181 h 245"/>
              <a:gd name="T26" fmla="*/ 239 w 450"/>
              <a:gd name="T27" fmla="*/ 171 h 245"/>
              <a:gd name="T28" fmla="*/ 222 w 450"/>
              <a:gd name="T29" fmla="*/ 156 h 245"/>
              <a:gd name="T30" fmla="*/ 236 w 450"/>
              <a:gd name="T31" fmla="*/ 138 h 245"/>
              <a:gd name="T32" fmla="*/ 233 w 450"/>
              <a:gd name="T33" fmla="*/ 91 h 245"/>
              <a:gd name="T34" fmla="*/ 235 w 450"/>
              <a:gd name="T35" fmla="*/ 65 h 245"/>
              <a:gd name="T36" fmla="*/ 244 w 450"/>
              <a:gd name="T37" fmla="*/ 31 h 245"/>
              <a:gd name="T38" fmla="*/ 212 w 450"/>
              <a:gd name="T39" fmla="*/ 50 h 245"/>
              <a:gd name="T40" fmla="*/ 208 w 450"/>
              <a:gd name="T41" fmla="*/ 75 h 245"/>
              <a:gd name="T42" fmla="*/ 189 w 450"/>
              <a:gd name="T43" fmla="*/ 82 h 245"/>
              <a:gd name="T44" fmla="*/ 182 w 450"/>
              <a:gd name="T45" fmla="*/ 64 h 245"/>
              <a:gd name="T46" fmla="*/ 162 w 450"/>
              <a:gd name="T47" fmla="*/ 34 h 245"/>
              <a:gd name="T48" fmla="*/ 144 w 450"/>
              <a:gd name="T49" fmla="*/ 27 h 245"/>
              <a:gd name="T50" fmla="*/ 156 w 450"/>
              <a:gd name="T51" fmla="*/ 0 h 245"/>
              <a:gd name="T52" fmla="*/ 106 w 450"/>
              <a:gd name="T53" fmla="*/ 66 h 245"/>
              <a:gd name="T54" fmla="*/ 130 w 450"/>
              <a:gd name="T55" fmla="*/ 92 h 245"/>
              <a:gd name="T56" fmla="*/ 122 w 450"/>
              <a:gd name="T57" fmla="*/ 108 h 245"/>
              <a:gd name="T58" fmla="*/ 128 w 450"/>
              <a:gd name="T59" fmla="*/ 140 h 245"/>
              <a:gd name="T60" fmla="*/ 112 w 450"/>
              <a:gd name="T61" fmla="*/ 158 h 245"/>
              <a:gd name="T62" fmla="*/ 87 w 450"/>
              <a:gd name="T63" fmla="*/ 103 h 245"/>
              <a:gd name="T64" fmla="*/ 42 w 450"/>
              <a:gd name="T65" fmla="*/ 57 h 245"/>
              <a:gd name="T66" fmla="*/ 31 w 450"/>
              <a:gd name="T67" fmla="*/ 45 h 245"/>
              <a:gd name="T68" fmla="*/ 22 w 450"/>
              <a:gd name="T69" fmla="*/ 21 h 245"/>
              <a:gd name="T70" fmla="*/ 20 w 450"/>
              <a:gd name="T71" fmla="*/ 4 h 245"/>
              <a:gd name="T72" fmla="*/ 15 w 450"/>
              <a:gd name="T73" fmla="*/ 21 h 245"/>
              <a:gd name="T74" fmla="*/ 14 w 450"/>
              <a:gd name="T75" fmla="*/ 53 h 245"/>
              <a:gd name="T76" fmla="*/ 8 w 450"/>
              <a:gd name="T77" fmla="*/ 76 h 245"/>
              <a:gd name="T78" fmla="*/ 1 w 450"/>
              <a:gd name="T79" fmla="*/ 105 h 245"/>
              <a:gd name="T80" fmla="*/ 29 w 450"/>
              <a:gd name="T81" fmla="*/ 107 h 245"/>
              <a:gd name="T82" fmla="*/ 43 w 450"/>
              <a:gd name="T83" fmla="*/ 110 h 245"/>
              <a:gd name="T84" fmla="*/ 85 w 450"/>
              <a:gd name="T85" fmla="*/ 156 h 245"/>
              <a:gd name="T86" fmla="*/ 128 w 450"/>
              <a:gd name="T87" fmla="*/ 177 h 245"/>
              <a:gd name="T88" fmla="*/ 128 w 450"/>
              <a:gd name="T89" fmla="*/ 169 h 245"/>
              <a:gd name="T90" fmla="*/ 145 w 450"/>
              <a:gd name="T91" fmla="*/ 151 h 245"/>
              <a:gd name="T92" fmla="*/ 153 w 450"/>
              <a:gd name="T93" fmla="*/ 149 h 245"/>
              <a:gd name="T94" fmla="*/ 175 w 450"/>
              <a:gd name="T95" fmla="*/ 141 h 245"/>
              <a:gd name="T96" fmla="*/ 191 w 450"/>
              <a:gd name="T97" fmla="*/ 135 h 245"/>
              <a:gd name="T98" fmla="*/ 203 w 450"/>
              <a:gd name="T99" fmla="*/ 145 h 245"/>
              <a:gd name="T100" fmla="*/ 223 w 450"/>
              <a:gd name="T101" fmla="*/ 201 h 245"/>
              <a:gd name="T102" fmla="*/ 240 w 450"/>
              <a:gd name="T103" fmla="*/ 239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50" h="245">
                <a:moveTo>
                  <a:pt x="272" y="219"/>
                </a:moveTo>
                <a:lnTo>
                  <a:pt x="284" y="201"/>
                </a:lnTo>
                <a:cubicBezTo>
                  <a:pt x="285" y="199"/>
                  <a:pt x="287" y="198"/>
                  <a:pt x="289" y="198"/>
                </a:cubicBezTo>
                <a:lnTo>
                  <a:pt x="302" y="196"/>
                </a:lnTo>
                <a:cubicBezTo>
                  <a:pt x="303" y="196"/>
                  <a:pt x="304" y="196"/>
                  <a:pt x="305" y="196"/>
                </a:cubicBezTo>
                <a:lnTo>
                  <a:pt x="327" y="200"/>
                </a:lnTo>
                <a:lnTo>
                  <a:pt x="380" y="186"/>
                </a:lnTo>
                <a:lnTo>
                  <a:pt x="400" y="173"/>
                </a:lnTo>
                <a:cubicBezTo>
                  <a:pt x="400" y="173"/>
                  <a:pt x="401" y="173"/>
                  <a:pt x="402" y="173"/>
                </a:cubicBezTo>
                <a:lnTo>
                  <a:pt x="411" y="170"/>
                </a:lnTo>
                <a:lnTo>
                  <a:pt x="415" y="166"/>
                </a:lnTo>
                <a:lnTo>
                  <a:pt x="448" y="112"/>
                </a:lnTo>
                <a:lnTo>
                  <a:pt x="449" y="107"/>
                </a:lnTo>
                <a:lnTo>
                  <a:pt x="448" y="105"/>
                </a:lnTo>
                <a:lnTo>
                  <a:pt x="365" y="92"/>
                </a:lnTo>
                <a:lnTo>
                  <a:pt x="344" y="96"/>
                </a:lnTo>
                <a:cubicBezTo>
                  <a:pt x="341" y="97"/>
                  <a:pt x="339" y="96"/>
                  <a:pt x="337" y="94"/>
                </a:cubicBezTo>
                <a:lnTo>
                  <a:pt x="334" y="90"/>
                </a:lnTo>
                <a:cubicBezTo>
                  <a:pt x="332" y="89"/>
                  <a:pt x="331" y="86"/>
                  <a:pt x="332" y="84"/>
                </a:cubicBezTo>
                <a:lnTo>
                  <a:pt x="332" y="79"/>
                </a:lnTo>
                <a:cubicBezTo>
                  <a:pt x="331" y="79"/>
                  <a:pt x="330" y="79"/>
                  <a:pt x="329" y="79"/>
                </a:cubicBezTo>
                <a:lnTo>
                  <a:pt x="326" y="78"/>
                </a:lnTo>
                <a:cubicBezTo>
                  <a:pt x="324" y="78"/>
                  <a:pt x="322" y="77"/>
                  <a:pt x="321" y="75"/>
                </a:cubicBezTo>
                <a:lnTo>
                  <a:pt x="310" y="63"/>
                </a:lnTo>
                <a:lnTo>
                  <a:pt x="299" y="58"/>
                </a:lnTo>
                <a:lnTo>
                  <a:pt x="291" y="58"/>
                </a:lnTo>
                <a:lnTo>
                  <a:pt x="284" y="59"/>
                </a:lnTo>
                <a:lnTo>
                  <a:pt x="280" y="63"/>
                </a:lnTo>
                <a:lnTo>
                  <a:pt x="276" y="92"/>
                </a:lnTo>
                <a:lnTo>
                  <a:pt x="266" y="129"/>
                </a:lnTo>
                <a:lnTo>
                  <a:pt x="316" y="146"/>
                </a:lnTo>
                <a:cubicBezTo>
                  <a:pt x="316" y="146"/>
                  <a:pt x="317" y="146"/>
                  <a:pt x="318" y="147"/>
                </a:cubicBezTo>
                <a:lnTo>
                  <a:pt x="327" y="153"/>
                </a:lnTo>
                <a:cubicBezTo>
                  <a:pt x="327" y="154"/>
                  <a:pt x="328" y="155"/>
                  <a:pt x="329" y="156"/>
                </a:cubicBezTo>
                <a:lnTo>
                  <a:pt x="336" y="167"/>
                </a:lnTo>
                <a:cubicBezTo>
                  <a:pt x="337" y="169"/>
                  <a:pt x="337" y="171"/>
                  <a:pt x="336" y="174"/>
                </a:cubicBezTo>
                <a:cubicBezTo>
                  <a:pt x="335" y="176"/>
                  <a:pt x="333" y="179"/>
                  <a:pt x="331" y="179"/>
                </a:cubicBezTo>
                <a:lnTo>
                  <a:pt x="320" y="182"/>
                </a:lnTo>
                <a:cubicBezTo>
                  <a:pt x="318" y="182"/>
                  <a:pt x="316" y="182"/>
                  <a:pt x="314" y="181"/>
                </a:cubicBezTo>
                <a:lnTo>
                  <a:pt x="280" y="161"/>
                </a:lnTo>
                <a:lnTo>
                  <a:pt x="243" y="171"/>
                </a:lnTo>
                <a:cubicBezTo>
                  <a:pt x="242" y="172"/>
                  <a:pt x="240" y="171"/>
                  <a:pt x="239" y="171"/>
                </a:cubicBezTo>
                <a:lnTo>
                  <a:pt x="227" y="167"/>
                </a:lnTo>
                <a:cubicBezTo>
                  <a:pt x="225" y="166"/>
                  <a:pt x="224" y="164"/>
                  <a:pt x="223" y="162"/>
                </a:cubicBezTo>
                <a:cubicBezTo>
                  <a:pt x="223" y="160"/>
                  <a:pt x="222" y="158"/>
                  <a:pt x="222" y="156"/>
                </a:cubicBezTo>
                <a:lnTo>
                  <a:pt x="226" y="147"/>
                </a:lnTo>
                <a:cubicBezTo>
                  <a:pt x="227" y="145"/>
                  <a:pt x="228" y="144"/>
                  <a:pt x="229" y="143"/>
                </a:cubicBezTo>
                <a:lnTo>
                  <a:pt x="236" y="138"/>
                </a:lnTo>
                <a:lnTo>
                  <a:pt x="238" y="133"/>
                </a:lnTo>
                <a:lnTo>
                  <a:pt x="236" y="120"/>
                </a:lnTo>
                <a:lnTo>
                  <a:pt x="233" y="91"/>
                </a:lnTo>
                <a:lnTo>
                  <a:pt x="229" y="81"/>
                </a:lnTo>
                <a:cubicBezTo>
                  <a:pt x="228" y="79"/>
                  <a:pt x="228" y="76"/>
                  <a:pt x="229" y="74"/>
                </a:cubicBezTo>
                <a:lnTo>
                  <a:pt x="235" y="65"/>
                </a:lnTo>
                <a:lnTo>
                  <a:pt x="242" y="51"/>
                </a:lnTo>
                <a:lnTo>
                  <a:pt x="246" y="39"/>
                </a:lnTo>
                <a:lnTo>
                  <a:pt x="244" y="31"/>
                </a:lnTo>
                <a:lnTo>
                  <a:pt x="238" y="27"/>
                </a:lnTo>
                <a:lnTo>
                  <a:pt x="209" y="34"/>
                </a:lnTo>
                <a:lnTo>
                  <a:pt x="212" y="50"/>
                </a:lnTo>
                <a:lnTo>
                  <a:pt x="212" y="63"/>
                </a:lnTo>
                <a:cubicBezTo>
                  <a:pt x="212" y="64"/>
                  <a:pt x="212" y="65"/>
                  <a:pt x="211" y="66"/>
                </a:cubicBezTo>
                <a:lnTo>
                  <a:pt x="208" y="75"/>
                </a:lnTo>
                <a:cubicBezTo>
                  <a:pt x="207" y="77"/>
                  <a:pt x="205" y="78"/>
                  <a:pt x="203" y="79"/>
                </a:cubicBezTo>
                <a:lnTo>
                  <a:pt x="196" y="82"/>
                </a:lnTo>
                <a:cubicBezTo>
                  <a:pt x="194" y="83"/>
                  <a:pt x="191" y="83"/>
                  <a:pt x="189" y="82"/>
                </a:cubicBezTo>
                <a:cubicBezTo>
                  <a:pt x="187" y="81"/>
                  <a:pt x="186" y="79"/>
                  <a:pt x="185" y="77"/>
                </a:cubicBezTo>
                <a:lnTo>
                  <a:pt x="182" y="66"/>
                </a:lnTo>
                <a:cubicBezTo>
                  <a:pt x="182" y="65"/>
                  <a:pt x="182" y="64"/>
                  <a:pt x="182" y="64"/>
                </a:cubicBezTo>
                <a:lnTo>
                  <a:pt x="182" y="18"/>
                </a:lnTo>
                <a:lnTo>
                  <a:pt x="165" y="32"/>
                </a:lnTo>
                <a:cubicBezTo>
                  <a:pt x="164" y="33"/>
                  <a:pt x="163" y="34"/>
                  <a:pt x="162" y="34"/>
                </a:cubicBezTo>
                <a:lnTo>
                  <a:pt x="154" y="36"/>
                </a:lnTo>
                <a:cubicBezTo>
                  <a:pt x="151" y="37"/>
                  <a:pt x="148" y="36"/>
                  <a:pt x="146" y="34"/>
                </a:cubicBezTo>
                <a:cubicBezTo>
                  <a:pt x="144" y="32"/>
                  <a:pt x="144" y="29"/>
                  <a:pt x="144" y="27"/>
                </a:cubicBezTo>
                <a:lnTo>
                  <a:pt x="146" y="16"/>
                </a:lnTo>
                <a:cubicBezTo>
                  <a:pt x="147" y="15"/>
                  <a:pt x="147" y="14"/>
                  <a:pt x="148" y="13"/>
                </a:cubicBezTo>
                <a:lnTo>
                  <a:pt x="156" y="0"/>
                </a:lnTo>
                <a:lnTo>
                  <a:pt x="109" y="47"/>
                </a:lnTo>
                <a:lnTo>
                  <a:pt x="105" y="54"/>
                </a:lnTo>
                <a:lnTo>
                  <a:pt x="106" y="66"/>
                </a:lnTo>
                <a:lnTo>
                  <a:pt x="110" y="75"/>
                </a:lnTo>
                <a:lnTo>
                  <a:pt x="122" y="84"/>
                </a:lnTo>
                <a:lnTo>
                  <a:pt x="130" y="92"/>
                </a:lnTo>
                <a:cubicBezTo>
                  <a:pt x="133" y="94"/>
                  <a:pt x="133" y="99"/>
                  <a:pt x="131" y="102"/>
                </a:cubicBezTo>
                <a:cubicBezTo>
                  <a:pt x="129" y="105"/>
                  <a:pt x="125" y="106"/>
                  <a:pt x="122" y="105"/>
                </a:cubicBezTo>
                <a:lnTo>
                  <a:pt x="122" y="108"/>
                </a:lnTo>
                <a:cubicBezTo>
                  <a:pt x="122" y="109"/>
                  <a:pt x="123" y="110"/>
                  <a:pt x="123" y="111"/>
                </a:cubicBezTo>
                <a:lnTo>
                  <a:pt x="124" y="114"/>
                </a:lnTo>
                <a:lnTo>
                  <a:pt x="128" y="140"/>
                </a:lnTo>
                <a:lnTo>
                  <a:pt x="126" y="154"/>
                </a:lnTo>
                <a:cubicBezTo>
                  <a:pt x="126" y="157"/>
                  <a:pt x="123" y="160"/>
                  <a:pt x="120" y="161"/>
                </a:cubicBezTo>
                <a:cubicBezTo>
                  <a:pt x="117" y="161"/>
                  <a:pt x="114" y="160"/>
                  <a:pt x="112" y="158"/>
                </a:cubicBezTo>
                <a:lnTo>
                  <a:pt x="98" y="138"/>
                </a:lnTo>
                <a:lnTo>
                  <a:pt x="94" y="131"/>
                </a:lnTo>
                <a:lnTo>
                  <a:pt x="87" y="103"/>
                </a:lnTo>
                <a:lnTo>
                  <a:pt x="62" y="65"/>
                </a:lnTo>
                <a:lnTo>
                  <a:pt x="57" y="61"/>
                </a:lnTo>
                <a:lnTo>
                  <a:pt x="42" y="57"/>
                </a:lnTo>
                <a:cubicBezTo>
                  <a:pt x="41" y="56"/>
                  <a:pt x="40" y="55"/>
                  <a:pt x="39" y="54"/>
                </a:cubicBezTo>
                <a:lnTo>
                  <a:pt x="32" y="47"/>
                </a:lnTo>
                <a:cubicBezTo>
                  <a:pt x="32" y="46"/>
                  <a:pt x="31" y="45"/>
                  <a:pt x="31" y="45"/>
                </a:cubicBezTo>
                <a:lnTo>
                  <a:pt x="23" y="29"/>
                </a:lnTo>
                <a:cubicBezTo>
                  <a:pt x="23" y="28"/>
                  <a:pt x="23" y="27"/>
                  <a:pt x="23" y="27"/>
                </a:cubicBezTo>
                <a:lnTo>
                  <a:pt x="22" y="21"/>
                </a:lnTo>
                <a:lnTo>
                  <a:pt x="22" y="7"/>
                </a:lnTo>
                <a:lnTo>
                  <a:pt x="22" y="6"/>
                </a:lnTo>
                <a:lnTo>
                  <a:pt x="20" y="4"/>
                </a:lnTo>
                <a:lnTo>
                  <a:pt x="20" y="4"/>
                </a:lnTo>
                <a:lnTo>
                  <a:pt x="16" y="13"/>
                </a:lnTo>
                <a:lnTo>
                  <a:pt x="15" y="21"/>
                </a:lnTo>
                <a:lnTo>
                  <a:pt x="15" y="30"/>
                </a:lnTo>
                <a:lnTo>
                  <a:pt x="15" y="41"/>
                </a:lnTo>
                <a:lnTo>
                  <a:pt x="14" y="53"/>
                </a:lnTo>
                <a:lnTo>
                  <a:pt x="13" y="61"/>
                </a:lnTo>
                <a:lnTo>
                  <a:pt x="9" y="70"/>
                </a:lnTo>
                <a:lnTo>
                  <a:pt x="8" y="76"/>
                </a:lnTo>
                <a:lnTo>
                  <a:pt x="9" y="89"/>
                </a:lnTo>
                <a:lnTo>
                  <a:pt x="8" y="98"/>
                </a:lnTo>
                <a:cubicBezTo>
                  <a:pt x="8" y="102"/>
                  <a:pt x="5" y="104"/>
                  <a:pt x="1" y="105"/>
                </a:cubicBezTo>
                <a:lnTo>
                  <a:pt x="0" y="105"/>
                </a:lnTo>
                <a:lnTo>
                  <a:pt x="13" y="110"/>
                </a:lnTo>
                <a:lnTo>
                  <a:pt x="29" y="107"/>
                </a:lnTo>
                <a:cubicBezTo>
                  <a:pt x="30" y="107"/>
                  <a:pt x="30" y="107"/>
                  <a:pt x="31" y="107"/>
                </a:cubicBezTo>
                <a:lnTo>
                  <a:pt x="40" y="109"/>
                </a:lnTo>
                <a:cubicBezTo>
                  <a:pt x="41" y="109"/>
                  <a:pt x="42" y="109"/>
                  <a:pt x="43" y="110"/>
                </a:cubicBezTo>
                <a:lnTo>
                  <a:pt x="53" y="115"/>
                </a:lnTo>
                <a:cubicBezTo>
                  <a:pt x="54" y="116"/>
                  <a:pt x="54" y="117"/>
                  <a:pt x="55" y="117"/>
                </a:cubicBezTo>
                <a:lnTo>
                  <a:pt x="85" y="156"/>
                </a:lnTo>
                <a:lnTo>
                  <a:pt x="118" y="184"/>
                </a:lnTo>
                <a:lnTo>
                  <a:pt x="124" y="180"/>
                </a:lnTo>
                <a:lnTo>
                  <a:pt x="128" y="177"/>
                </a:lnTo>
                <a:lnTo>
                  <a:pt x="128" y="177"/>
                </a:lnTo>
                <a:cubicBezTo>
                  <a:pt x="127" y="176"/>
                  <a:pt x="127" y="174"/>
                  <a:pt x="127" y="172"/>
                </a:cubicBezTo>
                <a:lnTo>
                  <a:pt x="128" y="169"/>
                </a:lnTo>
                <a:cubicBezTo>
                  <a:pt x="128" y="167"/>
                  <a:pt x="129" y="166"/>
                  <a:pt x="129" y="165"/>
                </a:cubicBezTo>
                <a:lnTo>
                  <a:pt x="133" y="161"/>
                </a:lnTo>
                <a:lnTo>
                  <a:pt x="145" y="151"/>
                </a:lnTo>
                <a:cubicBezTo>
                  <a:pt x="146" y="151"/>
                  <a:pt x="146" y="150"/>
                  <a:pt x="147" y="150"/>
                </a:cubicBezTo>
                <a:lnTo>
                  <a:pt x="150" y="149"/>
                </a:lnTo>
                <a:cubicBezTo>
                  <a:pt x="151" y="149"/>
                  <a:pt x="152" y="149"/>
                  <a:pt x="153" y="149"/>
                </a:cubicBezTo>
                <a:lnTo>
                  <a:pt x="166" y="151"/>
                </a:lnTo>
                <a:lnTo>
                  <a:pt x="166" y="151"/>
                </a:lnTo>
                <a:lnTo>
                  <a:pt x="175" y="141"/>
                </a:lnTo>
                <a:lnTo>
                  <a:pt x="182" y="136"/>
                </a:lnTo>
                <a:cubicBezTo>
                  <a:pt x="183" y="135"/>
                  <a:pt x="185" y="135"/>
                  <a:pt x="186" y="135"/>
                </a:cubicBezTo>
                <a:lnTo>
                  <a:pt x="191" y="135"/>
                </a:lnTo>
                <a:lnTo>
                  <a:pt x="191" y="135"/>
                </a:lnTo>
                <a:cubicBezTo>
                  <a:pt x="194" y="135"/>
                  <a:pt x="196" y="136"/>
                  <a:pt x="198" y="138"/>
                </a:cubicBezTo>
                <a:lnTo>
                  <a:pt x="203" y="145"/>
                </a:lnTo>
                <a:lnTo>
                  <a:pt x="208" y="156"/>
                </a:lnTo>
                <a:lnTo>
                  <a:pt x="216" y="186"/>
                </a:lnTo>
                <a:lnTo>
                  <a:pt x="223" y="201"/>
                </a:lnTo>
                <a:lnTo>
                  <a:pt x="236" y="243"/>
                </a:lnTo>
                <a:cubicBezTo>
                  <a:pt x="237" y="243"/>
                  <a:pt x="237" y="243"/>
                  <a:pt x="237" y="244"/>
                </a:cubicBezTo>
                <a:cubicBezTo>
                  <a:pt x="237" y="242"/>
                  <a:pt x="238" y="240"/>
                  <a:pt x="240" y="239"/>
                </a:cubicBezTo>
                <a:lnTo>
                  <a:pt x="272" y="21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29" name="Freeform 155">
            <a:extLst>
              <a:ext uri="{FF2B5EF4-FFF2-40B4-BE49-F238E27FC236}">
                <a16:creationId xmlns:a16="http://schemas.microsoft.com/office/drawing/2014/main" xmlns="" id="{E20D858E-F87D-4946-A8D6-D4AFAAAFA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039" y="2773702"/>
            <a:ext cx="40939" cy="49839"/>
          </a:xfrm>
          <a:custGeom>
            <a:avLst/>
            <a:gdLst>
              <a:gd name="T0" fmla="*/ 13 w 101"/>
              <a:gd name="T1" fmla="*/ 124 h 125"/>
              <a:gd name="T2" fmla="*/ 20 w 101"/>
              <a:gd name="T3" fmla="*/ 116 h 125"/>
              <a:gd name="T4" fmla="*/ 22 w 101"/>
              <a:gd name="T5" fmla="*/ 112 h 125"/>
              <a:gd name="T6" fmla="*/ 19 w 101"/>
              <a:gd name="T7" fmla="*/ 105 h 125"/>
              <a:gd name="T8" fmla="*/ 20 w 101"/>
              <a:gd name="T9" fmla="*/ 96 h 125"/>
              <a:gd name="T10" fmla="*/ 25 w 101"/>
              <a:gd name="T11" fmla="*/ 91 h 125"/>
              <a:gd name="T12" fmla="*/ 36 w 101"/>
              <a:gd name="T13" fmla="*/ 91 h 125"/>
              <a:gd name="T14" fmla="*/ 42 w 101"/>
              <a:gd name="T15" fmla="*/ 96 h 125"/>
              <a:gd name="T16" fmla="*/ 49 w 101"/>
              <a:gd name="T17" fmla="*/ 105 h 125"/>
              <a:gd name="T18" fmla="*/ 51 w 101"/>
              <a:gd name="T19" fmla="*/ 103 h 125"/>
              <a:gd name="T20" fmla="*/ 65 w 101"/>
              <a:gd name="T21" fmla="*/ 88 h 125"/>
              <a:gd name="T22" fmla="*/ 68 w 101"/>
              <a:gd name="T23" fmla="*/ 86 h 125"/>
              <a:gd name="T24" fmla="*/ 92 w 101"/>
              <a:gd name="T25" fmla="*/ 78 h 125"/>
              <a:gd name="T26" fmla="*/ 100 w 101"/>
              <a:gd name="T27" fmla="*/ 72 h 125"/>
              <a:gd name="T28" fmla="*/ 85 w 101"/>
              <a:gd name="T29" fmla="*/ 73 h 125"/>
              <a:gd name="T30" fmla="*/ 79 w 101"/>
              <a:gd name="T31" fmla="*/ 70 h 125"/>
              <a:gd name="T32" fmla="*/ 77 w 101"/>
              <a:gd name="T33" fmla="*/ 63 h 125"/>
              <a:gd name="T34" fmla="*/ 79 w 101"/>
              <a:gd name="T35" fmla="*/ 49 h 125"/>
              <a:gd name="T36" fmla="*/ 71 w 101"/>
              <a:gd name="T37" fmla="*/ 39 h 125"/>
              <a:gd name="T38" fmla="*/ 70 w 101"/>
              <a:gd name="T39" fmla="*/ 36 h 125"/>
              <a:gd name="T40" fmla="*/ 69 w 101"/>
              <a:gd name="T41" fmla="*/ 29 h 125"/>
              <a:gd name="T42" fmla="*/ 70 w 101"/>
              <a:gd name="T43" fmla="*/ 16 h 125"/>
              <a:gd name="T44" fmla="*/ 69 w 101"/>
              <a:gd name="T45" fmla="*/ 14 h 125"/>
              <a:gd name="T46" fmla="*/ 65 w 101"/>
              <a:gd name="T47" fmla="*/ 9 h 125"/>
              <a:gd name="T48" fmla="*/ 41 w 101"/>
              <a:gd name="T49" fmla="*/ 0 h 125"/>
              <a:gd name="T50" fmla="*/ 36 w 101"/>
              <a:gd name="T51" fmla="*/ 2 h 125"/>
              <a:gd name="T52" fmla="*/ 29 w 101"/>
              <a:gd name="T53" fmla="*/ 15 h 125"/>
              <a:gd name="T54" fmla="*/ 27 w 101"/>
              <a:gd name="T55" fmla="*/ 34 h 125"/>
              <a:gd name="T56" fmla="*/ 34 w 101"/>
              <a:gd name="T57" fmla="*/ 57 h 125"/>
              <a:gd name="T58" fmla="*/ 33 w 101"/>
              <a:gd name="T59" fmla="*/ 63 h 125"/>
              <a:gd name="T60" fmla="*/ 24 w 101"/>
              <a:gd name="T61" fmla="*/ 79 h 125"/>
              <a:gd name="T62" fmla="*/ 4 w 101"/>
              <a:gd name="T63" fmla="*/ 106 h 125"/>
              <a:gd name="T64" fmla="*/ 0 w 101"/>
              <a:gd name="T65" fmla="*/ 120 h 125"/>
              <a:gd name="T66" fmla="*/ 13 w 101"/>
              <a:gd name="T67" fmla="*/ 124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1" h="125">
                <a:moveTo>
                  <a:pt x="13" y="124"/>
                </a:moveTo>
                <a:lnTo>
                  <a:pt x="20" y="116"/>
                </a:lnTo>
                <a:lnTo>
                  <a:pt x="22" y="112"/>
                </a:lnTo>
                <a:lnTo>
                  <a:pt x="19" y="105"/>
                </a:lnTo>
                <a:cubicBezTo>
                  <a:pt x="17" y="102"/>
                  <a:pt x="18" y="99"/>
                  <a:pt x="20" y="96"/>
                </a:cubicBezTo>
                <a:lnTo>
                  <a:pt x="25" y="91"/>
                </a:lnTo>
                <a:cubicBezTo>
                  <a:pt x="28" y="88"/>
                  <a:pt x="33" y="88"/>
                  <a:pt x="36" y="91"/>
                </a:cubicBezTo>
                <a:lnTo>
                  <a:pt x="42" y="96"/>
                </a:lnTo>
                <a:lnTo>
                  <a:pt x="49" y="105"/>
                </a:lnTo>
                <a:lnTo>
                  <a:pt x="51" y="103"/>
                </a:lnTo>
                <a:lnTo>
                  <a:pt x="65" y="88"/>
                </a:lnTo>
                <a:cubicBezTo>
                  <a:pt x="66" y="87"/>
                  <a:pt x="67" y="86"/>
                  <a:pt x="68" y="86"/>
                </a:cubicBezTo>
                <a:lnTo>
                  <a:pt x="92" y="78"/>
                </a:lnTo>
                <a:lnTo>
                  <a:pt x="100" y="72"/>
                </a:lnTo>
                <a:lnTo>
                  <a:pt x="85" y="73"/>
                </a:lnTo>
                <a:cubicBezTo>
                  <a:pt x="83" y="73"/>
                  <a:pt x="80" y="72"/>
                  <a:pt x="79" y="70"/>
                </a:cubicBezTo>
                <a:cubicBezTo>
                  <a:pt x="77" y="68"/>
                  <a:pt x="76" y="66"/>
                  <a:pt x="77" y="63"/>
                </a:cubicBezTo>
                <a:lnTo>
                  <a:pt x="79" y="49"/>
                </a:lnTo>
                <a:lnTo>
                  <a:pt x="71" y="39"/>
                </a:lnTo>
                <a:cubicBezTo>
                  <a:pt x="71" y="38"/>
                  <a:pt x="71" y="37"/>
                  <a:pt x="70" y="36"/>
                </a:cubicBezTo>
                <a:lnTo>
                  <a:pt x="69" y="29"/>
                </a:lnTo>
                <a:lnTo>
                  <a:pt x="70" y="16"/>
                </a:lnTo>
                <a:lnTo>
                  <a:pt x="69" y="14"/>
                </a:lnTo>
                <a:lnTo>
                  <a:pt x="65" y="9"/>
                </a:lnTo>
                <a:lnTo>
                  <a:pt x="41" y="0"/>
                </a:lnTo>
                <a:lnTo>
                  <a:pt x="36" y="2"/>
                </a:lnTo>
                <a:lnTo>
                  <a:pt x="29" y="15"/>
                </a:lnTo>
                <a:lnTo>
                  <a:pt x="27" y="34"/>
                </a:lnTo>
                <a:lnTo>
                  <a:pt x="34" y="57"/>
                </a:lnTo>
                <a:cubicBezTo>
                  <a:pt x="34" y="59"/>
                  <a:pt x="34" y="61"/>
                  <a:pt x="33" y="63"/>
                </a:cubicBezTo>
                <a:lnTo>
                  <a:pt x="24" y="79"/>
                </a:lnTo>
                <a:lnTo>
                  <a:pt x="4" y="106"/>
                </a:lnTo>
                <a:lnTo>
                  <a:pt x="0" y="120"/>
                </a:lnTo>
                <a:lnTo>
                  <a:pt x="13" y="124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0" name="Freeform 156">
            <a:extLst>
              <a:ext uri="{FF2B5EF4-FFF2-40B4-BE49-F238E27FC236}">
                <a16:creationId xmlns:a16="http://schemas.microsoft.com/office/drawing/2014/main" xmlns="" id="{EDAB6359-B24F-4221-A2BC-83699F4F2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861" y="2645544"/>
            <a:ext cx="24919" cy="21360"/>
          </a:xfrm>
          <a:custGeom>
            <a:avLst/>
            <a:gdLst>
              <a:gd name="T0" fmla="*/ 44 w 61"/>
              <a:gd name="T1" fmla="*/ 21 h 51"/>
              <a:gd name="T2" fmla="*/ 41 w 61"/>
              <a:gd name="T3" fmla="*/ 9 h 51"/>
              <a:gd name="T4" fmla="*/ 40 w 61"/>
              <a:gd name="T5" fmla="*/ 6 h 51"/>
              <a:gd name="T6" fmla="*/ 41 w 61"/>
              <a:gd name="T7" fmla="*/ 0 h 51"/>
              <a:gd name="T8" fmla="*/ 24 w 61"/>
              <a:gd name="T9" fmla="*/ 13 h 51"/>
              <a:gd name="T10" fmla="*/ 21 w 61"/>
              <a:gd name="T11" fmla="*/ 14 h 51"/>
              <a:gd name="T12" fmla="*/ 12 w 61"/>
              <a:gd name="T13" fmla="*/ 17 h 51"/>
              <a:gd name="T14" fmla="*/ 2 w 61"/>
              <a:gd name="T15" fmla="*/ 23 h 51"/>
              <a:gd name="T16" fmla="*/ 0 w 61"/>
              <a:gd name="T17" fmla="*/ 26 h 51"/>
              <a:gd name="T18" fmla="*/ 60 w 61"/>
              <a:gd name="T19" fmla="*/ 50 h 51"/>
              <a:gd name="T20" fmla="*/ 58 w 61"/>
              <a:gd name="T21" fmla="*/ 48 h 51"/>
              <a:gd name="T22" fmla="*/ 44 w 61"/>
              <a:gd name="T23" fmla="*/ 2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51">
                <a:moveTo>
                  <a:pt x="44" y="21"/>
                </a:moveTo>
                <a:lnTo>
                  <a:pt x="41" y="9"/>
                </a:lnTo>
                <a:cubicBezTo>
                  <a:pt x="40" y="8"/>
                  <a:pt x="40" y="7"/>
                  <a:pt x="40" y="6"/>
                </a:cubicBezTo>
                <a:lnTo>
                  <a:pt x="41" y="0"/>
                </a:lnTo>
                <a:lnTo>
                  <a:pt x="24" y="13"/>
                </a:lnTo>
                <a:cubicBezTo>
                  <a:pt x="23" y="13"/>
                  <a:pt x="22" y="14"/>
                  <a:pt x="21" y="14"/>
                </a:cubicBezTo>
                <a:lnTo>
                  <a:pt x="12" y="17"/>
                </a:lnTo>
                <a:lnTo>
                  <a:pt x="2" y="23"/>
                </a:lnTo>
                <a:lnTo>
                  <a:pt x="0" y="26"/>
                </a:lnTo>
                <a:lnTo>
                  <a:pt x="60" y="50"/>
                </a:lnTo>
                <a:cubicBezTo>
                  <a:pt x="59" y="50"/>
                  <a:pt x="58" y="49"/>
                  <a:pt x="58" y="48"/>
                </a:cubicBezTo>
                <a:lnTo>
                  <a:pt x="44" y="21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1" name="Freeform 157">
            <a:extLst>
              <a:ext uri="{FF2B5EF4-FFF2-40B4-BE49-F238E27FC236}">
                <a16:creationId xmlns:a16="http://schemas.microsoft.com/office/drawing/2014/main" xmlns="" id="{511829DB-E6AA-496A-B873-0F62B0985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260" y="2604605"/>
            <a:ext cx="8899" cy="35599"/>
          </a:xfrm>
          <a:custGeom>
            <a:avLst/>
            <a:gdLst>
              <a:gd name="T0" fmla="*/ 7 w 22"/>
              <a:gd name="T1" fmla="*/ 83 h 90"/>
              <a:gd name="T2" fmla="*/ 11 w 22"/>
              <a:gd name="T3" fmla="*/ 73 h 90"/>
              <a:gd name="T4" fmla="*/ 20 w 22"/>
              <a:gd name="T5" fmla="*/ 41 h 90"/>
              <a:gd name="T6" fmla="*/ 21 w 22"/>
              <a:gd name="T7" fmla="*/ 21 h 90"/>
              <a:gd name="T8" fmla="*/ 20 w 22"/>
              <a:gd name="T9" fmla="*/ 15 h 90"/>
              <a:gd name="T10" fmla="*/ 6 w 22"/>
              <a:gd name="T11" fmla="*/ 0 h 90"/>
              <a:gd name="T12" fmla="*/ 6 w 22"/>
              <a:gd name="T13" fmla="*/ 2 h 90"/>
              <a:gd name="T14" fmla="*/ 2 w 22"/>
              <a:gd name="T15" fmla="*/ 6 h 90"/>
              <a:gd name="T16" fmla="*/ 3 w 22"/>
              <a:gd name="T17" fmla="*/ 13 h 90"/>
              <a:gd name="T18" fmla="*/ 3 w 22"/>
              <a:gd name="T19" fmla="*/ 32 h 90"/>
              <a:gd name="T20" fmla="*/ 0 w 22"/>
              <a:gd name="T21" fmla="*/ 58 h 90"/>
              <a:gd name="T22" fmla="*/ 0 w 22"/>
              <a:gd name="T23" fmla="*/ 77 h 90"/>
              <a:gd name="T24" fmla="*/ 3 w 22"/>
              <a:gd name="T25" fmla="*/ 89 h 90"/>
              <a:gd name="T26" fmla="*/ 7 w 22"/>
              <a:gd name="T27" fmla="*/ 83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2" h="90">
                <a:moveTo>
                  <a:pt x="7" y="83"/>
                </a:moveTo>
                <a:lnTo>
                  <a:pt x="11" y="73"/>
                </a:lnTo>
                <a:lnTo>
                  <a:pt x="20" y="41"/>
                </a:lnTo>
                <a:lnTo>
                  <a:pt x="21" y="21"/>
                </a:lnTo>
                <a:lnTo>
                  <a:pt x="20" y="15"/>
                </a:lnTo>
                <a:lnTo>
                  <a:pt x="6" y="0"/>
                </a:lnTo>
                <a:lnTo>
                  <a:pt x="6" y="2"/>
                </a:lnTo>
                <a:cubicBezTo>
                  <a:pt x="5" y="3"/>
                  <a:pt x="4" y="5"/>
                  <a:pt x="2" y="6"/>
                </a:cubicBezTo>
                <a:lnTo>
                  <a:pt x="3" y="13"/>
                </a:lnTo>
                <a:lnTo>
                  <a:pt x="3" y="32"/>
                </a:lnTo>
                <a:lnTo>
                  <a:pt x="0" y="58"/>
                </a:lnTo>
                <a:lnTo>
                  <a:pt x="0" y="77"/>
                </a:lnTo>
                <a:lnTo>
                  <a:pt x="3" y="89"/>
                </a:lnTo>
                <a:lnTo>
                  <a:pt x="7" y="8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2" name="Freeform 158">
            <a:extLst>
              <a:ext uri="{FF2B5EF4-FFF2-40B4-BE49-F238E27FC236}">
                <a16:creationId xmlns:a16="http://schemas.microsoft.com/office/drawing/2014/main" xmlns="" id="{A1E44B12-AF39-403A-91A6-4107AB0E4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079" y="2446189"/>
            <a:ext cx="176217" cy="117478"/>
          </a:xfrm>
          <a:custGeom>
            <a:avLst/>
            <a:gdLst>
              <a:gd name="T0" fmla="*/ 34 w 435"/>
              <a:gd name="T1" fmla="*/ 151 h 289"/>
              <a:gd name="T2" fmla="*/ 23 w 435"/>
              <a:gd name="T3" fmla="*/ 177 h 289"/>
              <a:gd name="T4" fmla="*/ 107 w 435"/>
              <a:gd name="T5" fmla="*/ 158 h 289"/>
              <a:gd name="T6" fmla="*/ 90 w 435"/>
              <a:gd name="T7" fmla="*/ 198 h 289"/>
              <a:gd name="T8" fmla="*/ 73 w 435"/>
              <a:gd name="T9" fmla="*/ 235 h 289"/>
              <a:gd name="T10" fmla="*/ 60 w 435"/>
              <a:gd name="T11" fmla="*/ 288 h 289"/>
              <a:gd name="T12" fmla="*/ 92 w 435"/>
              <a:gd name="T13" fmla="*/ 224 h 289"/>
              <a:gd name="T14" fmla="*/ 106 w 435"/>
              <a:gd name="T15" fmla="*/ 261 h 289"/>
              <a:gd name="T16" fmla="*/ 128 w 435"/>
              <a:gd name="T17" fmla="*/ 249 h 289"/>
              <a:gd name="T18" fmla="*/ 147 w 435"/>
              <a:gd name="T19" fmla="*/ 240 h 289"/>
              <a:gd name="T20" fmla="*/ 177 w 435"/>
              <a:gd name="T21" fmla="*/ 251 h 289"/>
              <a:gd name="T22" fmla="*/ 190 w 435"/>
              <a:gd name="T23" fmla="*/ 227 h 289"/>
              <a:gd name="T24" fmla="*/ 220 w 435"/>
              <a:gd name="T25" fmla="*/ 205 h 289"/>
              <a:gd name="T26" fmla="*/ 269 w 435"/>
              <a:gd name="T27" fmla="*/ 219 h 289"/>
              <a:gd name="T28" fmla="*/ 268 w 435"/>
              <a:gd name="T29" fmla="*/ 205 h 289"/>
              <a:gd name="T30" fmla="*/ 288 w 435"/>
              <a:gd name="T31" fmla="*/ 192 h 289"/>
              <a:gd name="T32" fmla="*/ 304 w 435"/>
              <a:gd name="T33" fmla="*/ 186 h 289"/>
              <a:gd name="T34" fmla="*/ 335 w 435"/>
              <a:gd name="T35" fmla="*/ 180 h 289"/>
              <a:gd name="T36" fmla="*/ 333 w 435"/>
              <a:gd name="T37" fmla="*/ 144 h 289"/>
              <a:gd name="T38" fmla="*/ 356 w 435"/>
              <a:gd name="T39" fmla="*/ 133 h 289"/>
              <a:gd name="T40" fmla="*/ 348 w 435"/>
              <a:gd name="T41" fmla="*/ 110 h 289"/>
              <a:gd name="T42" fmla="*/ 362 w 435"/>
              <a:gd name="T43" fmla="*/ 83 h 289"/>
              <a:gd name="T44" fmla="*/ 393 w 435"/>
              <a:gd name="T45" fmla="*/ 78 h 289"/>
              <a:gd name="T46" fmla="*/ 407 w 435"/>
              <a:gd name="T47" fmla="*/ 37 h 289"/>
              <a:gd name="T48" fmla="*/ 431 w 435"/>
              <a:gd name="T49" fmla="*/ 30 h 289"/>
              <a:gd name="T50" fmla="*/ 425 w 435"/>
              <a:gd name="T51" fmla="*/ 12 h 289"/>
              <a:gd name="T52" fmla="*/ 402 w 435"/>
              <a:gd name="T53" fmla="*/ 23 h 289"/>
              <a:gd name="T54" fmla="*/ 375 w 435"/>
              <a:gd name="T55" fmla="*/ 1 h 289"/>
              <a:gd name="T56" fmla="*/ 348 w 435"/>
              <a:gd name="T57" fmla="*/ 2 h 289"/>
              <a:gd name="T58" fmla="*/ 339 w 435"/>
              <a:gd name="T59" fmla="*/ 16 h 289"/>
              <a:gd name="T60" fmla="*/ 368 w 435"/>
              <a:gd name="T61" fmla="*/ 39 h 289"/>
              <a:gd name="T62" fmla="*/ 369 w 435"/>
              <a:gd name="T63" fmla="*/ 63 h 289"/>
              <a:gd name="T64" fmla="*/ 349 w 435"/>
              <a:gd name="T65" fmla="*/ 85 h 289"/>
              <a:gd name="T66" fmla="*/ 330 w 435"/>
              <a:gd name="T67" fmla="*/ 88 h 289"/>
              <a:gd name="T68" fmla="*/ 315 w 435"/>
              <a:gd name="T69" fmla="*/ 121 h 289"/>
              <a:gd name="T70" fmla="*/ 274 w 435"/>
              <a:gd name="T71" fmla="*/ 95 h 289"/>
              <a:gd name="T72" fmla="*/ 276 w 435"/>
              <a:gd name="T73" fmla="*/ 72 h 289"/>
              <a:gd name="T74" fmla="*/ 261 w 435"/>
              <a:gd name="T75" fmla="*/ 54 h 289"/>
              <a:gd name="T76" fmla="*/ 241 w 435"/>
              <a:gd name="T77" fmla="*/ 44 h 289"/>
              <a:gd name="T78" fmla="*/ 250 w 435"/>
              <a:gd name="T79" fmla="*/ 77 h 289"/>
              <a:gd name="T80" fmla="*/ 260 w 435"/>
              <a:gd name="T81" fmla="*/ 115 h 289"/>
              <a:gd name="T82" fmla="*/ 241 w 435"/>
              <a:gd name="T83" fmla="*/ 141 h 289"/>
              <a:gd name="T84" fmla="*/ 221 w 435"/>
              <a:gd name="T85" fmla="*/ 179 h 289"/>
              <a:gd name="T86" fmla="*/ 212 w 435"/>
              <a:gd name="T87" fmla="*/ 140 h 289"/>
              <a:gd name="T88" fmla="*/ 180 w 435"/>
              <a:gd name="T89" fmla="*/ 132 h 289"/>
              <a:gd name="T90" fmla="*/ 198 w 435"/>
              <a:gd name="T91" fmla="*/ 102 h 289"/>
              <a:gd name="T92" fmla="*/ 167 w 435"/>
              <a:gd name="T93" fmla="*/ 81 h 289"/>
              <a:gd name="T94" fmla="*/ 162 w 435"/>
              <a:gd name="T95" fmla="*/ 114 h 289"/>
              <a:gd name="T96" fmla="*/ 136 w 435"/>
              <a:gd name="T97" fmla="*/ 106 h 289"/>
              <a:gd name="T98" fmla="*/ 140 w 435"/>
              <a:gd name="T99" fmla="*/ 145 h 289"/>
              <a:gd name="T100" fmla="*/ 98 w 435"/>
              <a:gd name="T101" fmla="*/ 127 h 289"/>
              <a:gd name="T102" fmla="*/ 88 w 435"/>
              <a:gd name="T103" fmla="*/ 143 h 289"/>
              <a:gd name="T104" fmla="*/ 61 w 435"/>
              <a:gd name="T105" fmla="*/ 156 h 289"/>
              <a:gd name="T106" fmla="*/ 9 w 435"/>
              <a:gd name="T107" fmla="*/ 139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35" h="289">
                <a:moveTo>
                  <a:pt x="9" y="139"/>
                </a:moveTo>
                <a:lnTo>
                  <a:pt x="27" y="139"/>
                </a:lnTo>
                <a:lnTo>
                  <a:pt x="27" y="139"/>
                </a:lnTo>
                <a:cubicBezTo>
                  <a:pt x="30" y="139"/>
                  <a:pt x="33" y="141"/>
                  <a:pt x="34" y="143"/>
                </a:cubicBezTo>
                <a:cubicBezTo>
                  <a:pt x="36" y="145"/>
                  <a:pt x="36" y="148"/>
                  <a:pt x="34" y="151"/>
                </a:cubicBezTo>
                <a:lnTo>
                  <a:pt x="30" y="159"/>
                </a:lnTo>
                <a:lnTo>
                  <a:pt x="20" y="171"/>
                </a:lnTo>
                <a:lnTo>
                  <a:pt x="18" y="175"/>
                </a:lnTo>
                <a:lnTo>
                  <a:pt x="20" y="177"/>
                </a:lnTo>
                <a:lnTo>
                  <a:pt x="23" y="177"/>
                </a:lnTo>
                <a:lnTo>
                  <a:pt x="26" y="171"/>
                </a:lnTo>
                <a:cubicBezTo>
                  <a:pt x="26" y="170"/>
                  <a:pt x="27" y="169"/>
                  <a:pt x="28" y="168"/>
                </a:cubicBezTo>
                <a:lnTo>
                  <a:pt x="31" y="166"/>
                </a:lnTo>
                <a:cubicBezTo>
                  <a:pt x="32" y="165"/>
                  <a:pt x="33" y="165"/>
                  <a:pt x="35" y="165"/>
                </a:cubicBezTo>
                <a:lnTo>
                  <a:pt x="107" y="158"/>
                </a:lnTo>
                <a:cubicBezTo>
                  <a:pt x="110" y="158"/>
                  <a:pt x="113" y="159"/>
                  <a:pt x="114" y="162"/>
                </a:cubicBezTo>
                <a:cubicBezTo>
                  <a:pt x="116" y="165"/>
                  <a:pt x="116" y="168"/>
                  <a:pt x="114" y="171"/>
                </a:cubicBezTo>
                <a:lnTo>
                  <a:pt x="107" y="181"/>
                </a:lnTo>
                <a:cubicBezTo>
                  <a:pt x="107" y="182"/>
                  <a:pt x="106" y="182"/>
                  <a:pt x="106" y="183"/>
                </a:cubicBezTo>
                <a:lnTo>
                  <a:pt x="90" y="198"/>
                </a:lnTo>
                <a:cubicBezTo>
                  <a:pt x="92" y="198"/>
                  <a:pt x="93" y="200"/>
                  <a:pt x="94" y="201"/>
                </a:cubicBezTo>
                <a:cubicBezTo>
                  <a:pt x="94" y="203"/>
                  <a:pt x="94" y="206"/>
                  <a:pt x="94" y="208"/>
                </a:cubicBezTo>
                <a:lnTo>
                  <a:pt x="88" y="222"/>
                </a:lnTo>
                <a:cubicBezTo>
                  <a:pt x="87" y="223"/>
                  <a:pt x="87" y="224"/>
                  <a:pt x="86" y="224"/>
                </a:cubicBezTo>
                <a:lnTo>
                  <a:pt x="73" y="235"/>
                </a:lnTo>
                <a:lnTo>
                  <a:pt x="69" y="243"/>
                </a:lnTo>
                <a:lnTo>
                  <a:pt x="59" y="273"/>
                </a:lnTo>
                <a:lnTo>
                  <a:pt x="57" y="286"/>
                </a:lnTo>
                <a:lnTo>
                  <a:pt x="57" y="288"/>
                </a:lnTo>
                <a:lnTo>
                  <a:pt x="60" y="288"/>
                </a:lnTo>
                <a:lnTo>
                  <a:pt x="68" y="282"/>
                </a:lnTo>
                <a:lnTo>
                  <a:pt x="72" y="277"/>
                </a:lnTo>
                <a:lnTo>
                  <a:pt x="79" y="242"/>
                </a:lnTo>
                <a:lnTo>
                  <a:pt x="85" y="229"/>
                </a:lnTo>
                <a:cubicBezTo>
                  <a:pt x="87" y="227"/>
                  <a:pt x="89" y="225"/>
                  <a:pt x="92" y="224"/>
                </a:cubicBezTo>
                <a:cubicBezTo>
                  <a:pt x="94" y="224"/>
                  <a:pt x="97" y="225"/>
                  <a:pt x="99" y="227"/>
                </a:cubicBezTo>
                <a:lnTo>
                  <a:pt x="107" y="237"/>
                </a:lnTo>
                <a:cubicBezTo>
                  <a:pt x="109" y="239"/>
                  <a:pt x="110" y="242"/>
                  <a:pt x="109" y="245"/>
                </a:cubicBezTo>
                <a:lnTo>
                  <a:pt x="104" y="257"/>
                </a:lnTo>
                <a:lnTo>
                  <a:pt x="106" y="261"/>
                </a:lnTo>
                <a:lnTo>
                  <a:pt x="110" y="263"/>
                </a:lnTo>
                <a:lnTo>
                  <a:pt x="115" y="261"/>
                </a:lnTo>
                <a:lnTo>
                  <a:pt x="121" y="253"/>
                </a:lnTo>
                <a:cubicBezTo>
                  <a:pt x="122" y="251"/>
                  <a:pt x="124" y="250"/>
                  <a:pt x="126" y="250"/>
                </a:cubicBezTo>
                <a:lnTo>
                  <a:pt x="128" y="249"/>
                </a:lnTo>
                <a:cubicBezTo>
                  <a:pt x="131" y="249"/>
                  <a:pt x="133" y="250"/>
                  <a:pt x="135" y="251"/>
                </a:cubicBezTo>
                <a:lnTo>
                  <a:pt x="140" y="255"/>
                </a:lnTo>
                <a:cubicBezTo>
                  <a:pt x="140" y="255"/>
                  <a:pt x="141" y="256"/>
                  <a:pt x="142" y="257"/>
                </a:cubicBezTo>
                <a:lnTo>
                  <a:pt x="144" y="261"/>
                </a:lnTo>
                <a:lnTo>
                  <a:pt x="147" y="240"/>
                </a:lnTo>
                <a:cubicBezTo>
                  <a:pt x="148" y="238"/>
                  <a:pt x="150" y="235"/>
                  <a:pt x="152" y="234"/>
                </a:cubicBezTo>
                <a:cubicBezTo>
                  <a:pt x="155" y="233"/>
                  <a:pt x="156" y="233"/>
                  <a:pt x="159" y="234"/>
                </a:cubicBezTo>
                <a:lnTo>
                  <a:pt x="167" y="238"/>
                </a:lnTo>
                <a:cubicBezTo>
                  <a:pt x="168" y="238"/>
                  <a:pt x="170" y="239"/>
                  <a:pt x="170" y="241"/>
                </a:cubicBezTo>
                <a:lnTo>
                  <a:pt x="177" y="251"/>
                </a:lnTo>
                <a:lnTo>
                  <a:pt x="178" y="243"/>
                </a:lnTo>
                <a:cubicBezTo>
                  <a:pt x="179" y="240"/>
                  <a:pt x="181" y="237"/>
                  <a:pt x="185" y="236"/>
                </a:cubicBezTo>
                <a:cubicBezTo>
                  <a:pt x="187" y="236"/>
                  <a:pt x="189" y="236"/>
                  <a:pt x="191" y="237"/>
                </a:cubicBezTo>
                <a:lnTo>
                  <a:pt x="190" y="231"/>
                </a:lnTo>
                <a:cubicBezTo>
                  <a:pt x="189" y="230"/>
                  <a:pt x="190" y="228"/>
                  <a:pt x="190" y="227"/>
                </a:cubicBezTo>
                <a:lnTo>
                  <a:pt x="192" y="220"/>
                </a:lnTo>
                <a:lnTo>
                  <a:pt x="195" y="210"/>
                </a:lnTo>
                <a:cubicBezTo>
                  <a:pt x="196" y="206"/>
                  <a:pt x="199" y="203"/>
                  <a:pt x="203" y="204"/>
                </a:cubicBezTo>
                <a:lnTo>
                  <a:pt x="217" y="204"/>
                </a:lnTo>
                <a:cubicBezTo>
                  <a:pt x="218" y="204"/>
                  <a:pt x="219" y="204"/>
                  <a:pt x="220" y="205"/>
                </a:cubicBezTo>
                <a:lnTo>
                  <a:pt x="247" y="216"/>
                </a:lnTo>
                <a:cubicBezTo>
                  <a:pt x="250" y="217"/>
                  <a:pt x="251" y="219"/>
                  <a:pt x="252" y="221"/>
                </a:cubicBezTo>
                <a:lnTo>
                  <a:pt x="255" y="218"/>
                </a:lnTo>
                <a:cubicBezTo>
                  <a:pt x="258" y="215"/>
                  <a:pt x="262" y="214"/>
                  <a:pt x="266" y="216"/>
                </a:cubicBezTo>
                <a:lnTo>
                  <a:pt x="269" y="219"/>
                </a:lnTo>
                <a:lnTo>
                  <a:pt x="277" y="227"/>
                </a:lnTo>
                <a:lnTo>
                  <a:pt x="280" y="225"/>
                </a:lnTo>
                <a:lnTo>
                  <a:pt x="283" y="220"/>
                </a:lnTo>
                <a:lnTo>
                  <a:pt x="271" y="211"/>
                </a:lnTo>
                <a:cubicBezTo>
                  <a:pt x="269" y="210"/>
                  <a:pt x="268" y="207"/>
                  <a:pt x="268" y="205"/>
                </a:cubicBezTo>
                <a:lnTo>
                  <a:pt x="268" y="198"/>
                </a:lnTo>
                <a:cubicBezTo>
                  <a:pt x="268" y="196"/>
                  <a:pt x="269" y="193"/>
                  <a:pt x="270" y="192"/>
                </a:cubicBezTo>
                <a:cubicBezTo>
                  <a:pt x="272" y="190"/>
                  <a:pt x="274" y="190"/>
                  <a:pt x="276" y="190"/>
                </a:cubicBezTo>
                <a:lnTo>
                  <a:pt x="284" y="190"/>
                </a:lnTo>
                <a:cubicBezTo>
                  <a:pt x="286" y="191"/>
                  <a:pt x="287" y="191"/>
                  <a:pt x="288" y="192"/>
                </a:cubicBezTo>
                <a:lnTo>
                  <a:pt x="302" y="202"/>
                </a:lnTo>
                <a:lnTo>
                  <a:pt x="304" y="199"/>
                </a:lnTo>
                <a:lnTo>
                  <a:pt x="307" y="191"/>
                </a:lnTo>
                <a:lnTo>
                  <a:pt x="306" y="187"/>
                </a:lnTo>
                <a:lnTo>
                  <a:pt x="304" y="186"/>
                </a:lnTo>
                <a:cubicBezTo>
                  <a:pt x="301" y="185"/>
                  <a:pt x="300" y="181"/>
                  <a:pt x="300" y="178"/>
                </a:cubicBezTo>
                <a:cubicBezTo>
                  <a:pt x="301" y="174"/>
                  <a:pt x="302" y="173"/>
                  <a:pt x="305" y="171"/>
                </a:cubicBezTo>
                <a:lnTo>
                  <a:pt x="315" y="167"/>
                </a:lnTo>
                <a:cubicBezTo>
                  <a:pt x="318" y="166"/>
                  <a:pt x="321" y="167"/>
                  <a:pt x="324" y="169"/>
                </a:cubicBezTo>
                <a:lnTo>
                  <a:pt x="335" y="180"/>
                </a:lnTo>
                <a:lnTo>
                  <a:pt x="338" y="169"/>
                </a:lnTo>
                <a:lnTo>
                  <a:pt x="326" y="161"/>
                </a:lnTo>
                <a:cubicBezTo>
                  <a:pt x="324" y="159"/>
                  <a:pt x="323" y="156"/>
                  <a:pt x="323" y="154"/>
                </a:cubicBezTo>
                <a:cubicBezTo>
                  <a:pt x="324" y="151"/>
                  <a:pt x="324" y="148"/>
                  <a:pt x="327" y="147"/>
                </a:cubicBezTo>
                <a:lnTo>
                  <a:pt x="333" y="144"/>
                </a:lnTo>
                <a:cubicBezTo>
                  <a:pt x="335" y="143"/>
                  <a:pt x="337" y="142"/>
                  <a:pt x="340" y="143"/>
                </a:cubicBezTo>
                <a:lnTo>
                  <a:pt x="350" y="148"/>
                </a:lnTo>
                <a:lnTo>
                  <a:pt x="350" y="147"/>
                </a:lnTo>
                <a:lnTo>
                  <a:pt x="352" y="145"/>
                </a:lnTo>
                <a:lnTo>
                  <a:pt x="356" y="133"/>
                </a:lnTo>
                <a:lnTo>
                  <a:pt x="355" y="133"/>
                </a:lnTo>
                <a:lnTo>
                  <a:pt x="351" y="130"/>
                </a:lnTo>
                <a:cubicBezTo>
                  <a:pt x="350" y="129"/>
                  <a:pt x="349" y="128"/>
                  <a:pt x="349" y="126"/>
                </a:cubicBezTo>
                <a:lnTo>
                  <a:pt x="346" y="118"/>
                </a:lnTo>
                <a:cubicBezTo>
                  <a:pt x="345" y="115"/>
                  <a:pt x="346" y="112"/>
                  <a:pt x="348" y="110"/>
                </a:cubicBezTo>
                <a:lnTo>
                  <a:pt x="351" y="106"/>
                </a:lnTo>
                <a:lnTo>
                  <a:pt x="352" y="103"/>
                </a:lnTo>
                <a:lnTo>
                  <a:pt x="353" y="90"/>
                </a:lnTo>
                <a:cubicBezTo>
                  <a:pt x="353" y="87"/>
                  <a:pt x="356" y="84"/>
                  <a:pt x="360" y="83"/>
                </a:cubicBezTo>
                <a:lnTo>
                  <a:pt x="362" y="83"/>
                </a:lnTo>
                <a:cubicBezTo>
                  <a:pt x="365" y="82"/>
                  <a:pt x="368" y="83"/>
                  <a:pt x="369" y="85"/>
                </a:cubicBezTo>
                <a:lnTo>
                  <a:pt x="373" y="89"/>
                </a:lnTo>
                <a:lnTo>
                  <a:pt x="382" y="91"/>
                </a:lnTo>
                <a:cubicBezTo>
                  <a:pt x="381" y="88"/>
                  <a:pt x="382" y="85"/>
                  <a:pt x="385" y="84"/>
                </a:cubicBezTo>
                <a:lnTo>
                  <a:pt x="393" y="78"/>
                </a:lnTo>
                <a:lnTo>
                  <a:pt x="397" y="72"/>
                </a:lnTo>
                <a:cubicBezTo>
                  <a:pt x="399" y="69"/>
                  <a:pt x="401" y="67"/>
                  <a:pt x="404" y="68"/>
                </a:cubicBezTo>
                <a:lnTo>
                  <a:pt x="404" y="66"/>
                </a:lnTo>
                <a:lnTo>
                  <a:pt x="405" y="46"/>
                </a:lnTo>
                <a:lnTo>
                  <a:pt x="407" y="37"/>
                </a:lnTo>
                <a:cubicBezTo>
                  <a:pt x="408" y="35"/>
                  <a:pt x="409" y="33"/>
                  <a:pt x="411" y="32"/>
                </a:cubicBezTo>
                <a:lnTo>
                  <a:pt x="416" y="29"/>
                </a:lnTo>
                <a:cubicBezTo>
                  <a:pt x="419" y="28"/>
                  <a:pt x="422" y="28"/>
                  <a:pt x="425" y="30"/>
                </a:cubicBezTo>
                <a:lnTo>
                  <a:pt x="430" y="34"/>
                </a:lnTo>
                <a:lnTo>
                  <a:pt x="431" y="30"/>
                </a:lnTo>
                <a:lnTo>
                  <a:pt x="433" y="23"/>
                </a:lnTo>
                <a:cubicBezTo>
                  <a:pt x="433" y="23"/>
                  <a:pt x="433" y="22"/>
                  <a:pt x="434" y="21"/>
                </a:cubicBezTo>
                <a:lnTo>
                  <a:pt x="432" y="20"/>
                </a:lnTo>
                <a:cubicBezTo>
                  <a:pt x="431" y="19"/>
                  <a:pt x="430" y="19"/>
                  <a:pt x="430" y="18"/>
                </a:cubicBezTo>
                <a:lnTo>
                  <a:pt x="425" y="12"/>
                </a:lnTo>
                <a:cubicBezTo>
                  <a:pt x="425" y="11"/>
                  <a:pt x="424" y="11"/>
                  <a:pt x="424" y="10"/>
                </a:cubicBezTo>
                <a:cubicBezTo>
                  <a:pt x="424" y="11"/>
                  <a:pt x="424" y="11"/>
                  <a:pt x="423" y="11"/>
                </a:cubicBezTo>
                <a:lnTo>
                  <a:pt x="420" y="16"/>
                </a:lnTo>
                <a:cubicBezTo>
                  <a:pt x="419" y="18"/>
                  <a:pt x="417" y="19"/>
                  <a:pt x="415" y="20"/>
                </a:cubicBezTo>
                <a:lnTo>
                  <a:pt x="402" y="23"/>
                </a:lnTo>
                <a:cubicBezTo>
                  <a:pt x="401" y="23"/>
                  <a:pt x="400" y="23"/>
                  <a:pt x="399" y="23"/>
                </a:cubicBezTo>
                <a:lnTo>
                  <a:pt x="394" y="22"/>
                </a:lnTo>
                <a:cubicBezTo>
                  <a:pt x="393" y="21"/>
                  <a:pt x="391" y="20"/>
                  <a:pt x="390" y="19"/>
                </a:cubicBezTo>
                <a:lnTo>
                  <a:pt x="381" y="10"/>
                </a:lnTo>
                <a:lnTo>
                  <a:pt x="375" y="1"/>
                </a:lnTo>
                <a:cubicBezTo>
                  <a:pt x="375" y="2"/>
                  <a:pt x="374" y="3"/>
                  <a:pt x="372" y="4"/>
                </a:cubicBezTo>
                <a:lnTo>
                  <a:pt x="366" y="7"/>
                </a:lnTo>
                <a:cubicBezTo>
                  <a:pt x="364" y="9"/>
                  <a:pt x="361" y="9"/>
                  <a:pt x="358" y="8"/>
                </a:cubicBezTo>
                <a:lnTo>
                  <a:pt x="351" y="4"/>
                </a:lnTo>
                <a:cubicBezTo>
                  <a:pt x="350" y="3"/>
                  <a:pt x="349" y="2"/>
                  <a:pt x="348" y="2"/>
                </a:cubicBezTo>
                <a:lnTo>
                  <a:pt x="347" y="0"/>
                </a:lnTo>
                <a:cubicBezTo>
                  <a:pt x="346" y="1"/>
                  <a:pt x="345" y="1"/>
                  <a:pt x="344" y="1"/>
                </a:cubicBezTo>
                <a:lnTo>
                  <a:pt x="331" y="3"/>
                </a:lnTo>
                <a:lnTo>
                  <a:pt x="335" y="12"/>
                </a:lnTo>
                <a:lnTo>
                  <a:pt x="339" y="16"/>
                </a:lnTo>
                <a:lnTo>
                  <a:pt x="356" y="25"/>
                </a:lnTo>
                <a:cubicBezTo>
                  <a:pt x="357" y="26"/>
                  <a:pt x="359" y="27"/>
                  <a:pt x="359" y="30"/>
                </a:cubicBezTo>
                <a:lnTo>
                  <a:pt x="361" y="37"/>
                </a:lnTo>
                <a:lnTo>
                  <a:pt x="364" y="38"/>
                </a:lnTo>
                <a:cubicBezTo>
                  <a:pt x="365" y="38"/>
                  <a:pt x="366" y="38"/>
                  <a:pt x="368" y="39"/>
                </a:cubicBezTo>
                <a:lnTo>
                  <a:pt x="370" y="41"/>
                </a:lnTo>
                <a:cubicBezTo>
                  <a:pt x="371" y="42"/>
                  <a:pt x="372" y="43"/>
                  <a:pt x="372" y="43"/>
                </a:cubicBezTo>
                <a:lnTo>
                  <a:pt x="375" y="48"/>
                </a:lnTo>
                <a:cubicBezTo>
                  <a:pt x="377" y="51"/>
                  <a:pt x="377" y="55"/>
                  <a:pt x="374" y="58"/>
                </a:cubicBezTo>
                <a:lnTo>
                  <a:pt x="369" y="63"/>
                </a:lnTo>
                <a:cubicBezTo>
                  <a:pt x="367" y="65"/>
                  <a:pt x="364" y="66"/>
                  <a:pt x="361" y="65"/>
                </a:cubicBezTo>
                <a:lnTo>
                  <a:pt x="351" y="62"/>
                </a:lnTo>
                <a:lnTo>
                  <a:pt x="356" y="72"/>
                </a:lnTo>
                <a:cubicBezTo>
                  <a:pt x="358" y="75"/>
                  <a:pt x="358" y="78"/>
                  <a:pt x="356" y="81"/>
                </a:cubicBezTo>
                <a:cubicBezTo>
                  <a:pt x="355" y="84"/>
                  <a:pt x="352" y="85"/>
                  <a:pt x="349" y="85"/>
                </a:cubicBezTo>
                <a:lnTo>
                  <a:pt x="341" y="84"/>
                </a:lnTo>
                <a:cubicBezTo>
                  <a:pt x="340" y="84"/>
                  <a:pt x="338" y="83"/>
                  <a:pt x="337" y="82"/>
                </a:cubicBezTo>
                <a:lnTo>
                  <a:pt x="330" y="76"/>
                </a:lnTo>
                <a:lnTo>
                  <a:pt x="330" y="83"/>
                </a:lnTo>
                <a:cubicBezTo>
                  <a:pt x="330" y="85"/>
                  <a:pt x="330" y="86"/>
                  <a:pt x="330" y="88"/>
                </a:cubicBezTo>
                <a:lnTo>
                  <a:pt x="326" y="96"/>
                </a:lnTo>
                <a:cubicBezTo>
                  <a:pt x="325" y="98"/>
                  <a:pt x="324" y="99"/>
                  <a:pt x="322" y="100"/>
                </a:cubicBezTo>
                <a:lnTo>
                  <a:pt x="314" y="105"/>
                </a:lnTo>
                <a:lnTo>
                  <a:pt x="317" y="113"/>
                </a:lnTo>
                <a:cubicBezTo>
                  <a:pt x="318" y="116"/>
                  <a:pt x="317" y="119"/>
                  <a:pt x="315" y="121"/>
                </a:cubicBezTo>
                <a:lnTo>
                  <a:pt x="308" y="128"/>
                </a:lnTo>
                <a:cubicBezTo>
                  <a:pt x="305" y="131"/>
                  <a:pt x="300" y="130"/>
                  <a:pt x="297" y="127"/>
                </a:cubicBezTo>
                <a:lnTo>
                  <a:pt x="289" y="119"/>
                </a:lnTo>
                <a:lnTo>
                  <a:pt x="280" y="103"/>
                </a:lnTo>
                <a:lnTo>
                  <a:pt x="274" y="95"/>
                </a:lnTo>
                <a:cubicBezTo>
                  <a:pt x="272" y="92"/>
                  <a:pt x="272" y="88"/>
                  <a:pt x="274" y="85"/>
                </a:cubicBezTo>
                <a:lnTo>
                  <a:pt x="281" y="75"/>
                </a:lnTo>
                <a:lnTo>
                  <a:pt x="283" y="70"/>
                </a:lnTo>
                <a:lnTo>
                  <a:pt x="283" y="69"/>
                </a:lnTo>
                <a:lnTo>
                  <a:pt x="276" y="72"/>
                </a:lnTo>
                <a:cubicBezTo>
                  <a:pt x="275" y="72"/>
                  <a:pt x="274" y="73"/>
                  <a:pt x="273" y="72"/>
                </a:cubicBezTo>
                <a:lnTo>
                  <a:pt x="267" y="72"/>
                </a:lnTo>
                <a:cubicBezTo>
                  <a:pt x="263" y="72"/>
                  <a:pt x="260" y="69"/>
                  <a:pt x="260" y="64"/>
                </a:cubicBezTo>
                <a:lnTo>
                  <a:pt x="260" y="58"/>
                </a:lnTo>
                <a:cubicBezTo>
                  <a:pt x="260" y="56"/>
                  <a:pt x="260" y="55"/>
                  <a:pt x="261" y="54"/>
                </a:cubicBezTo>
                <a:lnTo>
                  <a:pt x="253" y="52"/>
                </a:lnTo>
                <a:cubicBezTo>
                  <a:pt x="251" y="52"/>
                  <a:pt x="250" y="51"/>
                  <a:pt x="249" y="50"/>
                </a:cubicBezTo>
                <a:lnTo>
                  <a:pt x="243" y="44"/>
                </a:lnTo>
                <a:cubicBezTo>
                  <a:pt x="243" y="44"/>
                  <a:pt x="242" y="44"/>
                  <a:pt x="242" y="43"/>
                </a:cubicBezTo>
                <a:lnTo>
                  <a:pt x="241" y="44"/>
                </a:lnTo>
                <a:cubicBezTo>
                  <a:pt x="241" y="44"/>
                  <a:pt x="240" y="45"/>
                  <a:pt x="239" y="45"/>
                </a:cubicBezTo>
                <a:lnTo>
                  <a:pt x="235" y="46"/>
                </a:lnTo>
                <a:lnTo>
                  <a:pt x="237" y="56"/>
                </a:lnTo>
                <a:lnTo>
                  <a:pt x="243" y="68"/>
                </a:lnTo>
                <a:lnTo>
                  <a:pt x="250" y="77"/>
                </a:lnTo>
                <a:cubicBezTo>
                  <a:pt x="251" y="77"/>
                  <a:pt x="251" y="78"/>
                  <a:pt x="251" y="78"/>
                </a:cubicBezTo>
                <a:lnTo>
                  <a:pt x="256" y="88"/>
                </a:lnTo>
                <a:cubicBezTo>
                  <a:pt x="257" y="90"/>
                  <a:pt x="257" y="91"/>
                  <a:pt x="257" y="93"/>
                </a:cubicBezTo>
                <a:lnTo>
                  <a:pt x="255" y="107"/>
                </a:lnTo>
                <a:lnTo>
                  <a:pt x="260" y="115"/>
                </a:lnTo>
                <a:lnTo>
                  <a:pt x="266" y="131"/>
                </a:lnTo>
                <a:cubicBezTo>
                  <a:pt x="267" y="134"/>
                  <a:pt x="267" y="137"/>
                  <a:pt x="265" y="139"/>
                </a:cubicBezTo>
                <a:cubicBezTo>
                  <a:pt x="264" y="141"/>
                  <a:pt x="261" y="142"/>
                  <a:pt x="258" y="142"/>
                </a:cubicBezTo>
                <a:lnTo>
                  <a:pt x="244" y="140"/>
                </a:lnTo>
                <a:lnTo>
                  <a:pt x="241" y="141"/>
                </a:lnTo>
                <a:lnTo>
                  <a:pt x="239" y="146"/>
                </a:lnTo>
                <a:lnTo>
                  <a:pt x="238" y="169"/>
                </a:lnTo>
                <a:lnTo>
                  <a:pt x="235" y="178"/>
                </a:lnTo>
                <a:cubicBezTo>
                  <a:pt x="234" y="181"/>
                  <a:pt x="232" y="183"/>
                  <a:pt x="229" y="183"/>
                </a:cubicBezTo>
                <a:cubicBezTo>
                  <a:pt x="226" y="183"/>
                  <a:pt x="223" y="182"/>
                  <a:pt x="221" y="179"/>
                </a:cubicBezTo>
                <a:lnTo>
                  <a:pt x="217" y="174"/>
                </a:lnTo>
                <a:cubicBezTo>
                  <a:pt x="217" y="173"/>
                  <a:pt x="216" y="172"/>
                  <a:pt x="216" y="170"/>
                </a:cubicBezTo>
                <a:lnTo>
                  <a:pt x="215" y="159"/>
                </a:lnTo>
                <a:lnTo>
                  <a:pt x="214" y="137"/>
                </a:lnTo>
                <a:lnTo>
                  <a:pt x="212" y="140"/>
                </a:lnTo>
                <a:lnTo>
                  <a:pt x="205" y="150"/>
                </a:lnTo>
                <a:cubicBezTo>
                  <a:pt x="203" y="153"/>
                  <a:pt x="199" y="154"/>
                  <a:pt x="195" y="152"/>
                </a:cubicBezTo>
                <a:lnTo>
                  <a:pt x="188" y="148"/>
                </a:lnTo>
                <a:cubicBezTo>
                  <a:pt x="186" y="147"/>
                  <a:pt x="184" y="145"/>
                  <a:pt x="184" y="143"/>
                </a:cubicBezTo>
                <a:lnTo>
                  <a:pt x="180" y="132"/>
                </a:lnTo>
                <a:cubicBezTo>
                  <a:pt x="180" y="130"/>
                  <a:pt x="180" y="128"/>
                  <a:pt x="181" y="127"/>
                </a:cubicBezTo>
                <a:lnTo>
                  <a:pt x="184" y="119"/>
                </a:lnTo>
                <a:cubicBezTo>
                  <a:pt x="184" y="118"/>
                  <a:pt x="185" y="117"/>
                  <a:pt x="186" y="117"/>
                </a:cubicBezTo>
                <a:lnTo>
                  <a:pt x="196" y="108"/>
                </a:lnTo>
                <a:lnTo>
                  <a:pt x="198" y="102"/>
                </a:lnTo>
                <a:lnTo>
                  <a:pt x="198" y="101"/>
                </a:lnTo>
                <a:lnTo>
                  <a:pt x="174" y="80"/>
                </a:lnTo>
                <a:lnTo>
                  <a:pt x="170" y="78"/>
                </a:lnTo>
                <a:lnTo>
                  <a:pt x="169" y="78"/>
                </a:lnTo>
                <a:lnTo>
                  <a:pt x="167" y="81"/>
                </a:lnTo>
                <a:lnTo>
                  <a:pt x="165" y="87"/>
                </a:lnTo>
                <a:lnTo>
                  <a:pt x="166" y="93"/>
                </a:lnTo>
                <a:lnTo>
                  <a:pt x="169" y="99"/>
                </a:lnTo>
                <a:cubicBezTo>
                  <a:pt x="171" y="102"/>
                  <a:pt x="170" y="106"/>
                  <a:pt x="168" y="109"/>
                </a:cubicBezTo>
                <a:lnTo>
                  <a:pt x="162" y="114"/>
                </a:lnTo>
                <a:cubicBezTo>
                  <a:pt x="160" y="116"/>
                  <a:pt x="158" y="116"/>
                  <a:pt x="156" y="116"/>
                </a:cubicBezTo>
                <a:lnTo>
                  <a:pt x="149" y="115"/>
                </a:lnTo>
                <a:cubicBezTo>
                  <a:pt x="147" y="115"/>
                  <a:pt x="146" y="115"/>
                  <a:pt x="144" y="114"/>
                </a:cubicBezTo>
                <a:lnTo>
                  <a:pt x="138" y="108"/>
                </a:lnTo>
                <a:cubicBezTo>
                  <a:pt x="137" y="107"/>
                  <a:pt x="136" y="107"/>
                  <a:pt x="136" y="106"/>
                </a:cubicBezTo>
                <a:lnTo>
                  <a:pt x="131" y="97"/>
                </a:lnTo>
                <a:lnTo>
                  <a:pt x="128" y="89"/>
                </a:lnTo>
                <a:lnTo>
                  <a:pt x="131" y="109"/>
                </a:lnTo>
                <a:lnTo>
                  <a:pt x="136" y="133"/>
                </a:lnTo>
                <a:lnTo>
                  <a:pt x="140" y="145"/>
                </a:lnTo>
                <a:cubicBezTo>
                  <a:pt x="141" y="146"/>
                  <a:pt x="141" y="146"/>
                  <a:pt x="141" y="147"/>
                </a:cubicBezTo>
                <a:lnTo>
                  <a:pt x="141" y="154"/>
                </a:lnTo>
                <a:cubicBezTo>
                  <a:pt x="141" y="158"/>
                  <a:pt x="139" y="160"/>
                  <a:pt x="135" y="162"/>
                </a:cubicBezTo>
                <a:cubicBezTo>
                  <a:pt x="132" y="163"/>
                  <a:pt x="129" y="162"/>
                  <a:pt x="127" y="160"/>
                </a:cubicBezTo>
                <a:lnTo>
                  <a:pt x="98" y="127"/>
                </a:lnTo>
                <a:lnTo>
                  <a:pt x="90" y="121"/>
                </a:lnTo>
                <a:lnTo>
                  <a:pt x="90" y="121"/>
                </a:lnTo>
                <a:cubicBezTo>
                  <a:pt x="90" y="122"/>
                  <a:pt x="90" y="123"/>
                  <a:pt x="90" y="124"/>
                </a:cubicBezTo>
                <a:lnTo>
                  <a:pt x="90" y="133"/>
                </a:lnTo>
                <a:lnTo>
                  <a:pt x="88" y="143"/>
                </a:lnTo>
                <a:cubicBezTo>
                  <a:pt x="87" y="144"/>
                  <a:pt x="87" y="145"/>
                  <a:pt x="86" y="146"/>
                </a:cubicBezTo>
                <a:lnTo>
                  <a:pt x="79" y="154"/>
                </a:lnTo>
                <a:cubicBezTo>
                  <a:pt x="78" y="156"/>
                  <a:pt x="76" y="157"/>
                  <a:pt x="73" y="157"/>
                </a:cubicBezTo>
                <a:lnTo>
                  <a:pt x="65" y="157"/>
                </a:lnTo>
                <a:cubicBezTo>
                  <a:pt x="64" y="157"/>
                  <a:pt x="62" y="157"/>
                  <a:pt x="61" y="156"/>
                </a:cubicBezTo>
                <a:lnTo>
                  <a:pt x="16" y="131"/>
                </a:lnTo>
                <a:lnTo>
                  <a:pt x="4" y="129"/>
                </a:lnTo>
                <a:lnTo>
                  <a:pt x="0" y="134"/>
                </a:lnTo>
                <a:lnTo>
                  <a:pt x="3" y="137"/>
                </a:lnTo>
                <a:lnTo>
                  <a:pt x="9" y="139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3" name="Freeform 159">
            <a:extLst>
              <a:ext uri="{FF2B5EF4-FFF2-40B4-BE49-F238E27FC236}">
                <a16:creationId xmlns:a16="http://schemas.microsoft.com/office/drawing/2014/main" xmlns="" id="{9204FE3E-B3A8-4F08-B155-B7BA89EC6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415" y="2512047"/>
            <a:ext cx="14240" cy="24919"/>
          </a:xfrm>
          <a:custGeom>
            <a:avLst/>
            <a:gdLst>
              <a:gd name="T0" fmla="*/ 24 w 37"/>
              <a:gd name="T1" fmla="*/ 47 h 62"/>
              <a:gd name="T2" fmla="*/ 31 w 37"/>
              <a:gd name="T3" fmla="*/ 61 h 62"/>
              <a:gd name="T4" fmla="*/ 36 w 37"/>
              <a:gd name="T5" fmla="*/ 36 h 62"/>
              <a:gd name="T6" fmla="*/ 27 w 37"/>
              <a:gd name="T7" fmla="*/ 22 h 62"/>
              <a:gd name="T8" fmla="*/ 24 w 37"/>
              <a:gd name="T9" fmla="*/ 12 h 62"/>
              <a:gd name="T10" fmla="*/ 24 w 37"/>
              <a:gd name="T11" fmla="*/ 12 h 62"/>
              <a:gd name="T12" fmla="*/ 23 w 37"/>
              <a:gd name="T13" fmla="*/ 12 h 62"/>
              <a:gd name="T14" fmla="*/ 13 w 37"/>
              <a:gd name="T15" fmla="*/ 11 h 62"/>
              <a:gd name="T16" fmla="*/ 3 w 37"/>
              <a:gd name="T17" fmla="*/ 0 h 62"/>
              <a:gd name="T18" fmla="*/ 0 w 37"/>
              <a:gd name="T19" fmla="*/ 1 h 62"/>
              <a:gd name="T20" fmla="*/ 3 w 37"/>
              <a:gd name="T21" fmla="*/ 2 h 62"/>
              <a:gd name="T22" fmla="*/ 7 w 37"/>
              <a:gd name="T23" fmla="*/ 6 h 62"/>
              <a:gd name="T24" fmla="*/ 7 w 37"/>
              <a:gd name="T25" fmla="*/ 12 h 62"/>
              <a:gd name="T26" fmla="*/ 3 w 37"/>
              <a:gd name="T27" fmla="*/ 26 h 62"/>
              <a:gd name="T28" fmla="*/ 15 w 37"/>
              <a:gd name="T29" fmla="*/ 36 h 62"/>
              <a:gd name="T30" fmla="*/ 24 w 37"/>
              <a:gd name="T31" fmla="*/ 47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7" h="62">
                <a:moveTo>
                  <a:pt x="24" y="47"/>
                </a:moveTo>
                <a:lnTo>
                  <a:pt x="31" y="61"/>
                </a:lnTo>
                <a:lnTo>
                  <a:pt x="36" y="36"/>
                </a:lnTo>
                <a:lnTo>
                  <a:pt x="27" y="22"/>
                </a:lnTo>
                <a:lnTo>
                  <a:pt x="24" y="12"/>
                </a:lnTo>
                <a:lnTo>
                  <a:pt x="24" y="12"/>
                </a:lnTo>
                <a:lnTo>
                  <a:pt x="23" y="12"/>
                </a:lnTo>
                <a:cubicBezTo>
                  <a:pt x="20" y="14"/>
                  <a:pt x="16" y="14"/>
                  <a:pt x="13" y="11"/>
                </a:cubicBezTo>
                <a:lnTo>
                  <a:pt x="3" y="0"/>
                </a:lnTo>
                <a:lnTo>
                  <a:pt x="0" y="1"/>
                </a:lnTo>
                <a:lnTo>
                  <a:pt x="3" y="2"/>
                </a:lnTo>
                <a:cubicBezTo>
                  <a:pt x="5" y="3"/>
                  <a:pt x="6" y="4"/>
                  <a:pt x="7" y="6"/>
                </a:cubicBezTo>
                <a:cubicBezTo>
                  <a:pt x="8" y="8"/>
                  <a:pt x="8" y="10"/>
                  <a:pt x="7" y="12"/>
                </a:cubicBezTo>
                <a:lnTo>
                  <a:pt x="3" y="26"/>
                </a:lnTo>
                <a:lnTo>
                  <a:pt x="15" y="36"/>
                </a:lnTo>
                <a:lnTo>
                  <a:pt x="24" y="4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4" name="Freeform 160">
            <a:extLst>
              <a:ext uri="{FF2B5EF4-FFF2-40B4-BE49-F238E27FC236}">
                <a16:creationId xmlns:a16="http://schemas.microsoft.com/office/drawing/2014/main" xmlns="" id="{EE6415BC-8038-4A51-B7C6-4180C9B3E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996" y="2536966"/>
            <a:ext cx="90779" cy="97899"/>
          </a:xfrm>
          <a:custGeom>
            <a:avLst/>
            <a:gdLst>
              <a:gd name="T0" fmla="*/ 225 w 226"/>
              <a:gd name="T1" fmla="*/ 75 h 242"/>
              <a:gd name="T2" fmla="*/ 218 w 226"/>
              <a:gd name="T3" fmla="*/ 50 h 242"/>
              <a:gd name="T4" fmla="*/ 221 w 226"/>
              <a:gd name="T5" fmla="*/ 43 h 242"/>
              <a:gd name="T6" fmla="*/ 214 w 226"/>
              <a:gd name="T7" fmla="*/ 41 h 242"/>
              <a:gd name="T8" fmla="*/ 205 w 226"/>
              <a:gd name="T9" fmla="*/ 33 h 242"/>
              <a:gd name="T10" fmla="*/ 201 w 226"/>
              <a:gd name="T11" fmla="*/ 17 h 242"/>
              <a:gd name="T12" fmla="*/ 196 w 226"/>
              <a:gd name="T13" fmla="*/ 12 h 242"/>
              <a:gd name="T14" fmla="*/ 181 w 226"/>
              <a:gd name="T15" fmla="*/ 11 h 242"/>
              <a:gd name="T16" fmla="*/ 159 w 226"/>
              <a:gd name="T17" fmla="*/ 4 h 242"/>
              <a:gd name="T18" fmla="*/ 162 w 226"/>
              <a:gd name="T19" fmla="*/ 22 h 242"/>
              <a:gd name="T20" fmla="*/ 148 w 226"/>
              <a:gd name="T21" fmla="*/ 23 h 242"/>
              <a:gd name="T22" fmla="*/ 138 w 226"/>
              <a:gd name="T23" fmla="*/ 14 h 242"/>
              <a:gd name="T24" fmla="*/ 133 w 226"/>
              <a:gd name="T25" fmla="*/ 31 h 242"/>
              <a:gd name="T26" fmla="*/ 127 w 226"/>
              <a:gd name="T27" fmla="*/ 65 h 242"/>
              <a:gd name="T28" fmla="*/ 118 w 226"/>
              <a:gd name="T29" fmla="*/ 75 h 242"/>
              <a:gd name="T30" fmla="*/ 106 w 226"/>
              <a:gd name="T31" fmla="*/ 70 h 242"/>
              <a:gd name="T32" fmla="*/ 102 w 226"/>
              <a:gd name="T33" fmla="*/ 53 h 242"/>
              <a:gd name="T34" fmla="*/ 103 w 226"/>
              <a:gd name="T35" fmla="*/ 37 h 242"/>
              <a:gd name="T36" fmla="*/ 90 w 226"/>
              <a:gd name="T37" fmla="*/ 48 h 242"/>
              <a:gd name="T38" fmla="*/ 81 w 226"/>
              <a:gd name="T39" fmla="*/ 54 h 242"/>
              <a:gd name="T40" fmla="*/ 69 w 226"/>
              <a:gd name="T41" fmla="*/ 49 h 242"/>
              <a:gd name="T42" fmla="*/ 42 w 226"/>
              <a:gd name="T43" fmla="*/ 55 h 242"/>
              <a:gd name="T44" fmla="*/ 32 w 226"/>
              <a:gd name="T45" fmla="*/ 75 h 242"/>
              <a:gd name="T46" fmla="*/ 26 w 226"/>
              <a:gd name="T47" fmla="*/ 76 h 242"/>
              <a:gd name="T48" fmla="*/ 24 w 226"/>
              <a:gd name="T49" fmla="*/ 83 h 242"/>
              <a:gd name="T50" fmla="*/ 17 w 226"/>
              <a:gd name="T51" fmla="*/ 88 h 242"/>
              <a:gd name="T52" fmla="*/ 12 w 226"/>
              <a:gd name="T53" fmla="*/ 92 h 242"/>
              <a:gd name="T54" fmla="*/ 7 w 226"/>
              <a:gd name="T55" fmla="*/ 95 h 242"/>
              <a:gd name="T56" fmla="*/ 24 w 226"/>
              <a:gd name="T57" fmla="*/ 111 h 242"/>
              <a:gd name="T58" fmla="*/ 19 w 226"/>
              <a:gd name="T59" fmla="*/ 135 h 242"/>
              <a:gd name="T60" fmla="*/ 0 w 226"/>
              <a:gd name="T61" fmla="*/ 135 h 242"/>
              <a:gd name="T62" fmla="*/ 23 w 226"/>
              <a:gd name="T63" fmla="*/ 167 h 242"/>
              <a:gd name="T64" fmla="*/ 31 w 226"/>
              <a:gd name="T65" fmla="*/ 169 h 242"/>
              <a:gd name="T66" fmla="*/ 40 w 226"/>
              <a:gd name="T67" fmla="*/ 180 h 242"/>
              <a:gd name="T68" fmla="*/ 64 w 226"/>
              <a:gd name="T69" fmla="*/ 121 h 242"/>
              <a:gd name="T70" fmla="*/ 80 w 226"/>
              <a:gd name="T71" fmla="*/ 123 h 242"/>
              <a:gd name="T72" fmla="*/ 80 w 226"/>
              <a:gd name="T73" fmla="*/ 151 h 242"/>
              <a:gd name="T74" fmla="*/ 73 w 226"/>
              <a:gd name="T75" fmla="*/ 178 h 242"/>
              <a:gd name="T76" fmla="*/ 64 w 226"/>
              <a:gd name="T77" fmla="*/ 226 h 242"/>
              <a:gd name="T78" fmla="*/ 78 w 226"/>
              <a:gd name="T79" fmla="*/ 241 h 242"/>
              <a:gd name="T80" fmla="*/ 135 w 226"/>
              <a:gd name="T81" fmla="*/ 210 h 242"/>
              <a:gd name="T82" fmla="*/ 126 w 226"/>
              <a:gd name="T83" fmla="*/ 207 h 242"/>
              <a:gd name="T84" fmla="*/ 113 w 226"/>
              <a:gd name="T85" fmla="*/ 203 h 242"/>
              <a:gd name="T86" fmla="*/ 122 w 226"/>
              <a:gd name="T87" fmla="*/ 185 h 242"/>
              <a:gd name="T88" fmla="*/ 151 w 226"/>
              <a:gd name="T89" fmla="*/ 174 h 242"/>
              <a:gd name="T90" fmla="*/ 218 w 226"/>
              <a:gd name="T91" fmla="*/ 100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26" h="242">
                <a:moveTo>
                  <a:pt x="218" y="100"/>
                </a:moveTo>
                <a:lnTo>
                  <a:pt x="225" y="75"/>
                </a:lnTo>
                <a:lnTo>
                  <a:pt x="216" y="58"/>
                </a:lnTo>
                <a:cubicBezTo>
                  <a:pt x="215" y="55"/>
                  <a:pt x="215" y="52"/>
                  <a:pt x="218" y="50"/>
                </a:cubicBezTo>
                <a:lnTo>
                  <a:pt x="222" y="44"/>
                </a:lnTo>
                <a:lnTo>
                  <a:pt x="221" y="43"/>
                </a:lnTo>
                <a:lnTo>
                  <a:pt x="216" y="42"/>
                </a:lnTo>
                <a:cubicBezTo>
                  <a:pt x="216" y="42"/>
                  <a:pt x="215" y="42"/>
                  <a:pt x="214" y="41"/>
                </a:cubicBezTo>
                <a:lnTo>
                  <a:pt x="208" y="37"/>
                </a:lnTo>
                <a:cubicBezTo>
                  <a:pt x="206" y="36"/>
                  <a:pt x="205" y="34"/>
                  <a:pt x="205" y="33"/>
                </a:cubicBezTo>
                <a:lnTo>
                  <a:pt x="201" y="19"/>
                </a:lnTo>
                <a:cubicBezTo>
                  <a:pt x="201" y="18"/>
                  <a:pt x="201" y="18"/>
                  <a:pt x="201" y="17"/>
                </a:cubicBezTo>
                <a:lnTo>
                  <a:pt x="201" y="11"/>
                </a:lnTo>
                <a:cubicBezTo>
                  <a:pt x="199" y="12"/>
                  <a:pt x="199" y="12"/>
                  <a:pt x="196" y="12"/>
                </a:cubicBezTo>
                <a:lnTo>
                  <a:pt x="185" y="12"/>
                </a:lnTo>
                <a:cubicBezTo>
                  <a:pt x="184" y="12"/>
                  <a:pt x="182" y="12"/>
                  <a:pt x="181" y="11"/>
                </a:cubicBezTo>
                <a:lnTo>
                  <a:pt x="161" y="0"/>
                </a:lnTo>
                <a:lnTo>
                  <a:pt x="159" y="4"/>
                </a:lnTo>
                <a:lnTo>
                  <a:pt x="163" y="14"/>
                </a:lnTo>
                <a:cubicBezTo>
                  <a:pt x="164" y="16"/>
                  <a:pt x="164" y="20"/>
                  <a:pt x="162" y="22"/>
                </a:cubicBezTo>
                <a:cubicBezTo>
                  <a:pt x="160" y="24"/>
                  <a:pt x="157" y="25"/>
                  <a:pt x="154" y="25"/>
                </a:cubicBezTo>
                <a:lnTo>
                  <a:pt x="148" y="23"/>
                </a:lnTo>
                <a:cubicBezTo>
                  <a:pt x="146" y="23"/>
                  <a:pt x="144" y="22"/>
                  <a:pt x="143" y="20"/>
                </a:cubicBezTo>
                <a:lnTo>
                  <a:pt x="138" y="14"/>
                </a:lnTo>
                <a:cubicBezTo>
                  <a:pt x="139" y="16"/>
                  <a:pt x="139" y="18"/>
                  <a:pt x="138" y="20"/>
                </a:cubicBezTo>
                <a:lnTo>
                  <a:pt x="133" y="31"/>
                </a:lnTo>
                <a:lnTo>
                  <a:pt x="128" y="62"/>
                </a:lnTo>
                <a:cubicBezTo>
                  <a:pt x="128" y="63"/>
                  <a:pt x="127" y="64"/>
                  <a:pt x="127" y="65"/>
                </a:cubicBezTo>
                <a:lnTo>
                  <a:pt x="123" y="71"/>
                </a:lnTo>
                <a:cubicBezTo>
                  <a:pt x="122" y="73"/>
                  <a:pt x="120" y="75"/>
                  <a:pt x="118" y="75"/>
                </a:cubicBezTo>
                <a:cubicBezTo>
                  <a:pt x="115" y="75"/>
                  <a:pt x="113" y="75"/>
                  <a:pt x="111" y="74"/>
                </a:cubicBezTo>
                <a:lnTo>
                  <a:pt x="106" y="70"/>
                </a:lnTo>
                <a:cubicBezTo>
                  <a:pt x="104" y="68"/>
                  <a:pt x="103" y="66"/>
                  <a:pt x="103" y="63"/>
                </a:cubicBezTo>
                <a:lnTo>
                  <a:pt x="102" y="53"/>
                </a:lnTo>
                <a:lnTo>
                  <a:pt x="105" y="35"/>
                </a:lnTo>
                <a:cubicBezTo>
                  <a:pt x="104" y="35"/>
                  <a:pt x="104" y="36"/>
                  <a:pt x="103" y="37"/>
                </a:cubicBezTo>
                <a:lnTo>
                  <a:pt x="97" y="39"/>
                </a:lnTo>
                <a:lnTo>
                  <a:pt x="90" y="48"/>
                </a:lnTo>
                <a:cubicBezTo>
                  <a:pt x="89" y="49"/>
                  <a:pt x="89" y="50"/>
                  <a:pt x="88" y="50"/>
                </a:cubicBezTo>
                <a:lnTo>
                  <a:pt x="81" y="54"/>
                </a:lnTo>
                <a:cubicBezTo>
                  <a:pt x="79" y="55"/>
                  <a:pt x="76" y="56"/>
                  <a:pt x="74" y="55"/>
                </a:cubicBezTo>
                <a:cubicBezTo>
                  <a:pt x="71" y="53"/>
                  <a:pt x="69" y="51"/>
                  <a:pt x="69" y="49"/>
                </a:cubicBezTo>
                <a:lnTo>
                  <a:pt x="67" y="38"/>
                </a:lnTo>
                <a:lnTo>
                  <a:pt x="42" y="55"/>
                </a:lnTo>
                <a:lnTo>
                  <a:pt x="37" y="71"/>
                </a:lnTo>
                <a:cubicBezTo>
                  <a:pt x="36" y="73"/>
                  <a:pt x="34" y="74"/>
                  <a:pt x="32" y="75"/>
                </a:cubicBezTo>
                <a:lnTo>
                  <a:pt x="30" y="75"/>
                </a:lnTo>
                <a:cubicBezTo>
                  <a:pt x="29" y="76"/>
                  <a:pt x="27" y="76"/>
                  <a:pt x="26" y="76"/>
                </a:cubicBezTo>
                <a:lnTo>
                  <a:pt x="25" y="80"/>
                </a:lnTo>
                <a:cubicBezTo>
                  <a:pt x="25" y="81"/>
                  <a:pt x="25" y="82"/>
                  <a:pt x="24" y="83"/>
                </a:cubicBezTo>
                <a:lnTo>
                  <a:pt x="22" y="85"/>
                </a:lnTo>
                <a:cubicBezTo>
                  <a:pt x="21" y="86"/>
                  <a:pt x="19" y="87"/>
                  <a:pt x="17" y="88"/>
                </a:cubicBezTo>
                <a:lnTo>
                  <a:pt x="16" y="88"/>
                </a:lnTo>
                <a:lnTo>
                  <a:pt x="12" y="92"/>
                </a:lnTo>
                <a:lnTo>
                  <a:pt x="11" y="93"/>
                </a:lnTo>
                <a:lnTo>
                  <a:pt x="7" y="95"/>
                </a:lnTo>
                <a:lnTo>
                  <a:pt x="11" y="103"/>
                </a:lnTo>
                <a:lnTo>
                  <a:pt x="24" y="111"/>
                </a:lnTo>
                <a:cubicBezTo>
                  <a:pt x="27" y="113"/>
                  <a:pt x="28" y="118"/>
                  <a:pt x="26" y="122"/>
                </a:cubicBezTo>
                <a:lnTo>
                  <a:pt x="19" y="135"/>
                </a:lnTo>
                <a:cubicBezTo>
                  <a:pt x="17" y="138"/>
                  <a:pt x="13" y="140"/>
                  <a:pt x="9" y="139"/>
                </a:cubicBezTo>
                <a:lnTo>
                  <a:pt x="0" y="135"/>
                </a:lnTo>
                <a:lnTo>
                  <a:pt x="20" y="168"/>
                </a:lnTo>
                <a:lnTo>
                  <a:pt x="23" y="167"/>
                </a:lnTo>
                <a:cubicBezTo>
                  <a:pt x="24" y="167"/>
                  <a:pt x="26" y="167"/>
                  <a:pt x="27" y="168"/>
                </a:cubicBezTo>
                <a:lnTo>
                  <a:pt x="31" y="169"/>
                </a:lnTo>
                <a:cubicBezTo>
                  <a:pt x="33" y="170"/>
                  <a:pt x="35" y="171"/>
                  <a:pt x="36" y="173"/>
                </a:cubicBezTo>
                <a:lnTo>
                  <a:pt x="40" y="180"/>
                </a:lnTo>
                <a:lnTo>
                  <a:pt x="47" y="170"/>
                </a:lnTo>
                <a:lnTo>
                  <a:pt x="64" y="121"/>
                </a:lnTo>
                <a:cubicBezTo>
                  <a:pt x="66" y="118"/>
                  <a:pt x="69" y="116"/>
                  <a:pt x="73" y="116"/>
                </a:cubicBezTo>
                <a:cubicBezTo>
                  <a:pt x="77" y="117"/>
                  <a:pt x="79" y="120"/>
                  <a:pt x="80" y="123"/>
                </a:cubicBezTo>
                <a:lnTo>
                  <a:pt x="81" y="136"/>
                </a:lnTo>
                <a:lnTo>
                  <a:pt x="80" y="151"/>
                </a:lnTo>
                <a:lnTo>
                  <a:pt x="77" y="166"/>
                </a:lnTo>
                <a:lnTo>
                  <a:pt x="73" y="178"/>
                </a:lnTo>
                <a:lnTo>
                  <a:pt x="65" y="205"/>
                </a:lnTo>
                <a:lnTo>
                  <a:pt x="64" y="226"/>
                </a:lnTo>
                <a:lnTo>
                  <a:pt x="69" y="238"/>
                </a:lnTo>
                <a:lnTo>
                  <a:pt x="78" y="241"/>
                </a:lnTo>
                <a:lnTo>
                  <a:pt x="94" y="237"/>
                </a:lnTo>
                <a:lnTo>
                  <a:pt x="135" y="210"/>
                </a:lnTo>
                <a:lnTo>
                  <a:pt x="132" y="208"/>
                </a:lnTo>
                <a:lnTo>
                  <a:pt x="126" y="207"/>
                </a:lnTo>
                <a:lnTo>
                  <a:pt x="121" y="208"/>
                </a:lnTo>
                <a:cubicBezTo>
                  <a:pt x="118" y="208"/>
                  <a:pt x="115" y="206"/>
                  <a:pt x="113" y="203"/>
                </a:cubicBezTo>
                <a:cubicBezTo>
                  <a:pt x="112" y="200"/>
                  <a:pt x="112" y="197"/>
                  <a:pt x="114" y="194"/>
                </a:cubicBezTo>
                <a:lnTo>
                  <a:pt x="122" y="185"/>
                </a:lnTo>
                <a:cubicBezTo>
                  <a:pt x="123" y="184"/>
                  <a:pt x="124" y="183"/>
                  <a:pt x="126" y="183"/>
                </a:cubicBezTo>
                <a:lnTo>
                  <a:pt x="151" y="174"/>
                </a:lnTo>
                <a:lnTo>
                  <a:pt x="207" y="118"/>
                </a:lnTo>
                <a:lnTo>
                  <a:pt x="218" y="10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5" name="Freeform 161">
            <a:extLst>
              <a:ext uri="{FF2B5EF4-FFF2-40B4-BE49-F238E27FC236}">
                <a16:creationId xmlns:a16="http://schemas.microsoft.com/office/drawing/2014/main" xmlns="" id="{D9778A62-F235-4A62-A103-BAEB48F75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079" y="2326931"/>
            <a:ext cx="1124936" cy="916681"/>
          </a:xfrm>
          <a:custGeom>
            <a:avLst/>
            <a:gdLst>
              <a:gd name="T0" fmla="*/ 2632 w 2786"/>
              <a:gd name="T1" fmla="*/ 557 h 2271"/>
              <a:gd name="T2" fmla="*/ 2499 w 2786"/>
              <a:gd name="T3" fmla="*/ 446 h 2271"/>
              <a:gd name="T4" fmla="*/ 2318 w 2786"/>
              <a:gd name="T5" fmla="*/ 385 h 2271"/>
              <a:gd name="T6" fmla="*/ 2267 w 2786"/>
              <a:gd name="T7" fmla="*/ 313 h 2271"/>
              <a:gd name="T8" fmla="*/ 2022 w 2786"/>
              <a:gd name="T9" fmla="*/ 369 h 2271"/>
              <a:gd name="T10" fmla="*/ 2011 w 2786"/>
              <a:gd name="T11" fmla="*/ 590 h 2271"/>
              <a:gd name="T12" fmla="*/ 1924 w 2786"/>
              <a:gd name="T13" fmla="*/ 725 h 2271"/>
              <a:gd name="T14" fmla="*/ 1896 w 2786"/>
              <a:gd name="T15" fmla="*/ 858 h 2271"/>
              <a:gd name="T16" fmla="*/ 1854 w 2786"/>
              <a:gd name="T17" fmla="*/ 617 h 2271"/>
              <a:gd name="T18" fmla="*/ 1903 w 2786"/>
              <a:gd name="T19" fmla="*/ 408 h 2271"/>
              <a:gd name="T20" fmla="*/ 1818 w 2786"/>
              <a:gd name="T21" fmla="*/ 328 h 2271"/>
              <a:gd name="T22" fmla="*/ 1845 w 2786"/>
              <a:gd name="T23" fmla="*/ 268 h 2271"/>
              <a:gd name="T24" fmla="*/ 1970 w 2786"/>
              <a:gd name="T25" fmla="*/ 229 h 2271"/>
              <a:gd name="T26" fmla="*/ 1916 w 2786"/>
              <a:gd name="T27" fmla="*/ 64 h 2271"/>
              <a:gd name="T28" fmla="*/ 1783 w 2786"/>
              <a:gd name="T29" fmla="*/ 53 h 2271"/>
              <a:gd name="T30" fmla="*/ 1712 w 2786"/>
              <a:gd name="T31" fmla="*/ 152 h 2271"/>
              <a:gd name="T32" fmla="*/ 1656 w 2786"/>
              <a:gd name="T33" fmla="*/ 183 h 2271"/>
              <a:gd name="T34" fmla="*/ 1646 w 2786"/>
              <a:gd name="T35" fmla="*/ 274 h 2271"/>
              <a:gd name="T36" fmla="*/ 1631 w 2786"/>
              <a:gd name="T37" fmla="*/ 485 h 2271"/>
              <a:gd name="T38" fmla="*/ 1574 w 2786"/>
              <a:gd name="T39" fmla="*/ 585 h 2271"/>
              <a:gd name="T40" fmla="*/ 1442 w 2786"/>
              <a:gd name="T41" fmla="*/ 676 h 2271"/>
              <a:gd name="T42" fmla="*/ 1398 w 2786"/>
              <a:gd name="T43" fmla="*/ 566 h 2271"/>
              <a:gd name="T44" fmla="*/ 1444 w 2786"/>
              <a:gd name="T45" fmla="*/ 273 h 2271"/>
              <a:gd name="T46" fmla="*/ 1299 w 2786"/>
              <a:gd name="T47" fmla="*/ 319 h 2271"/>
              <a:gd name="T48" fmla="*/ 1055 w 2786"/>
              <a:gd name="T49" fmla="*/ 846 h 2271"/>
              <a:gd name="T50" fmla="*/ 941 w 2786"/>
              <a:gd name="T51" fmla="*/ 900 h 2271"/>
              <a:gd name="T52" fmla="*/ 930 w 2786"/>
              <a:gd name="T53" fmla="*/ 792 h 2271"/>
              <a:gd name="T54" fmla="*/ 997 w 2786"/>
              <a:gd name="T55" fmla="*/ 614 h 2271"/>
              <a:gd name="T56" fmla="*/ 1112 w 2786"/>
              <a:gd name="T57" fmla="*/ 365 h 2271"/>
              <a:gd name="T58" fmla="*/ 1149 w 2786"/>
              <a:gd name="T59" fmla="*/ 234 h 2271"/>
              <a:gd name="T60" fmla="*/ 995 w 2786"/>
              <a:gd name="T61" fmla="*/ 296 h 2271"/>
              <a:gd name="T62" fmla="*/ 865 w 2786"/>
              <a:gd name="T63" fmla="*/ 192 h 2271"/>
              <a:gd name="T64" fmla="*/ 850 w 2786"/>
              <a:gd name="T65" fmla="*/ 223 h 2271"/>
              <a:gd name="T66" fmla="*/ 739 w 2786"/>
              <a:gd name="T67" fmla="*/ 241 h 2271"/>
              <a:gd name="T68" fmla="*/ 855 w 2786"/>
              <a:gd name="T69" fmla="*/ 433 h 2271"/>
              <a:gd name="T70" fmla="*/ 691 w 2786"/>
              <a:gd name="T71" fmla="*/ 494 h 2271"/>
              <a:gd name="T72" fmla="*/ 488 w 2786"/>
              <a:gd name="T73" fmla="*/ 688 h 2271"/>
              <a:gd name="T74" fmla="*/ 463 w 2786"/>
              <a:gd name="T75" fmla="*/ 818 h 2271"/>
              <a:gd name="T76" fmla="*/ 382 w 2786"/>
              <a:gd name="T77" fmla="*/ 943 h 2271"/>
              <a:gd name="T78" fmla="*/ 367 w 2786"/>
              <a:gd name="T79" fmla="*/ 1072 h 2271"/>
              <a:gd name="T80" fmla="*/ 273 w 2786"/>
              <a:gd name="T81" fmla="*/ 935 h 2271"/>
              <a:gd name="T82" fmla="*/ 184 w 2786"/>
              <a:gd name="T83" fmla="*/ 1115 h 2271"/>
              <a:gd name="T84" fmla="*/ 299 w 2786"/>
              <a:gd name="T85" fmla="*/ 1340 h 2271"/>
              <a:gd name="T86" fmla="*/ 190 w 2786"/>
              <a:gd name="T87" fmla="*/ 1685 h 2271"/>
              <a:gd name="T88" fmla="*/ 179 w 2786"/>
              <a:gd name="T89" fmla="*/ 2126 h 2271"/>
              <a:gd name="T90" fmla="*/ 826 w 2786"/>
              <a:gd name="T91" fmla="*/ 2178 h 2271"/>
              <a:gd name="T92" fmla="*/ 983 w 2786"/>
              <a:gd name="T93" fmla="*/ 2055 h 2271"/>
              <a:gd name="T94" fmla="*/ 1154 w 2786"/>
              <a:gd name="T95" fmla="*/ 1865 h 2271"/>
              <a:gd name="T96" fmla="*/ 1193 w 2786"/>
              <a:gd name="T97" fmla="*/ 1456 h 2271"/>
              <a:gd name="T98" fmla="*/ 1360 w 2786"/>
              <a:gd name="T99" fmla="*/ 1138 h 2271"/>
              <a:gd name="T100" fmla="*/ 1645 w 2786"/>
              <a:gd name="T101" fmla="*/ 1042 h 2271"/>
              <a:gd name="T102" fmla="*/ 2200 w 2786"/>
              <a:gd name="T103" fmla="*/ 1306 h 2271"/>
              <a:gd name="T104" fmla="*/ 2243 w 2786"/>
              <a:gd name="T105" fmla="*/ 1705 h 2271"/>
              <a:gd name="T106" fmla="*/ 2527 w 2786"/>
              <a:gd name="T107" fmla="*/ 1415 h 2271"/>
              <a:gd name="T108" fmla="*/ 2728 w 2786"/>
              <a:gd name="T109" fmla="*/ 1290 h 2271"/>
              <a:gd name="T110" fmla="*/ 2612 w 2786"/>
              <a:gd name="T111" fmla="*/ 1225 h 2271"/>
              <a:gd name="T112" fmla="*/ 2551 w 2786"/>
              <a:gd name="T113" fmla="*/ 1175 h 2271"/>
              <a:gd name="T114" fmla="*/ 2530 w 2786"/>
              <a:gd name="T115" fmla="*/ 1295 h 2271"/>
              <a:gd name="T116" fmla="*/ 2431 w 2786"/>
              <a:gd name="T117" fmla="*/ 1266 h 2271"/>
              <a:gd name="T118" fmla="*/ 2365 w 2786"/>
              <a:gd name="T119" fmla="*/ 1203 h 2271"/>
              <a:gd name="T120" fmla="*/ 2260 w 2786"/>
              <a:gd name="T121" fmla="*/ 1150 h 2271"/>
              <a:gd name="T122" fmla="*/ 2073 w 2786"/>
              <a:gd name="T123" fmla="*/ 954 h 2271"/>
              <a:gd name="T124" fmla="*/ 2505 w 2786"/>
              <a:gd name="T125" fmla="*/ 932 h 2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786" h="2271">
                <a:moveTo>
                  <a:pt x="2780" y="747"/>
                </a:moveTo>
                <a:lnTo>
                  <a:pt x="2776" y="743"/>
                </a:lnTo>
                <a:cubicBezTo>
                  <a:pt x="2775" y="742"/>
                  <a:pt x="2775" y="741"/>
                  <a:pt x="2775" y="740"/>
                </a:cubicBezTo>
                <a:lnTo>
                  <a:pt x="2771" y="731"/>
                </a:lnTo>
                <a:cubicBezTo>
                  <a:pt x="2770" y="730"/>
                  <a:pt x="2770" y="729"/>
                  <a:pt x="2770" y="728"/>
                </a:cubicBezTo>
                <a:lnTo>
                  <a:pt x="2770" y="715"/>
                </a:lnTo>
                <a:cubicBezTo>
                  <a:pt x="2769" y="714"/>
                  <a:pt x="2770" y="713"/>
                  <a:pt x="2770" y="711"/>
                </a:cubicBezTo>
                <a:lnTo>
                  <a:pt x="2774" y="703"/>
                </a:lnTo>
                <a:cubicBezTo>
                  <a:pt x="2774" y="703"/>
                  <a:pt x="2774" y="702"/>
                  <a:pt x="2775" y="702"/>
                </a:cubicBezTo>
                <a:lnTo>
                  <a:pt x="2780" y="695"/>
                </a:lnTo>
                <a:lnTo>
                  <a:pt x="2782" y="690"/>
                </a:lnTo>
                <a:lnTo>
                  <a:pt x="2767" y="656"/>
                </a:lnTo>
                <a:lnTo>
                  <a:pt x="2762" y="652"/>
                </a:lnTo>
                <a:lnTo>
                  <a:pt x="2757" y="645"/>
                </a:lnTo>
                <a:cubicBezTo>
                  <a:pt x="2756" y="644"/>
                  <a:pt x="2756" y="643"/>
                  <a:pt x="2756" y="642"/>
                </a:cubicBezTo>
                <a:lnTo>
                  <a:pt x="2748" y="619"/>
                </a:lnTo>
                <a:lnTo>
                  <a:pt x="2728" y="636"/>
                </a:lnTo>
                <a:lnTo>
                  <a:pt x="2724" y="641"/>
                </a:lnTo>
                <a:lnTo>
                  <a:pt x="2721" y="649"/>
                </a:lnTo>
                <a:cubicBezTo>
                  <a:pt x="2721" y="651"/>
                  <a:pt x="2719" y="653"/>
                  <a:pt x="2716" y="654"/>
                </a:cubicBezTo>
                <a:cubicBezTo>
                  <a:pt x="2714" y="654"/>
                  <a:pt x="2711" y="654"/>
                  <a:pt x="2709" y="653"/>
                </a:cubicBezTo>
                <a:lnTo>
                  <a:pt x="2701" y="647"/>
                </a:lnTo>
                <a:cubicBezTo>
                  <a:pt x="2701" y="647"/>
                  <a:pt x="2700" y="646"/>
                  <a:pt x="2699" y="645"/>
                </a:cubicBezTo>
                <a:lnTo>
                  <a:pt x="2686" y="626"/>
                </a:lnTo>
                <a:cubicBezTo>
                  <a:pt x="2685" y="625"/>
                  <a:pt x="2684" y="623"/>
                  <a:pt x="2684" y="622"/>
                </a:cubicBezTo>
                <a:lnTo>
                  <a:pt x="2682" y="601"/>
                </a:lnTo>
                <a:lnTo>
                  <a:pt x="2632" y="557"/>
                </a:lnTo>
                <a:cubicBezTo>
                  <a:pt x="2630" y="556"/>
                  <a:pt x="2629" y="554"/>
                  <a:pt x="2629" y="552"/>
                </a:cubicBezTo>
                <a:cubicBezTo>
                  <a:pt x="2629" y="549"/>
                  <a:pt x="2630" y="547"/>
                  <a:pt x="2631" y="546"/>
                </a:cubicBezTo>
                <a:lnTo>
                  <a:pt x="2639" y="538"/>
                </a:lnTo>
                <a:lnTo>
                  <a:pt x="2637" y="534"/>
                </a:lnTo>
                <a:lnTo>
                  <a:pt x="2615" y="521"/>
                </a:lnTo>
                <a:lnTo>
                  <a:pt x="2605" y="519"/>
                </a:lnTo>
                <a:lnTo>
                  <a:pt x="2517" y="552"/>
                </a:lnTo>
                <a:cubicBezTo>
                  <a:pt x="2516" y="553"/>
                  <a:pt x="2514" y="553"/>
                  <a:pt x="2512" y="553"/>
                </a:cubicBezTo>
                <a:lnTo>
                  <a:pt x="2462" y="540"/>
                </a:lnTo>
                <a:cubicBezTo>
                  <a:pt x="2459" y="539"/>
                  <a:pt x="2456" y="536"/>
                  <a:pt x="2456" y="533"/>
                </a:cubicBezTo>
                <a:lnTo>
                  <a:pt x="2456" y="526"/>
                </a:lnTo>
                <a:cubicBezTo>
                  <a:pt x="2456" y="524"/>
                  <a:pt x="2458" y="522"/>
                  <a:pt x="2459" y="521"/>
                </a:cubicBezTo>
                <a:cubicBezTo>
                  <a:pt x="2461" y="519"/>
                  <a:pt x="2462" y="518"/>
                  <a:pt x="2465" y="518"/>
                </a:cubicBezTo>
                <a:lnTo>
                  <a:pt x="2477" y="519"/>
                </a:lnTo>
                <a:cubicBezTo>
                  <a:pt x="2478" y="519"/>
                  <a:pt x="2479" y="519"/>
                  <a:pt x="2480" y="519"/>
                </a:cubicBezTo>
                <a:lnTo>
                  <a:pt x="2495" y="526"/>
                </a:lnTo>
                <a:lnTo>
                  <a:pt x="2495" y="520"/>
                </a:lnTo>
                <a:cubicBezTo>
                  <a:pt x="2495" y="517"/>
                  <a:pt x="2496" y="515"/>
                  <a:pt x="2498" y="513"/>
                </a:cubicBezTo>
                <a:lnTo>
                  <a:pt x="2506" y="507"/>
                </a:lnTo>
                <a:cubicBezTo>
                  <a:pt x="2507" y="507"/>
                  <a:pt x="2508" y="507"/>
                  <a:pt x="2509" y="506"/>
                </a:cubicBezTo>
                <a:lnTo>
                  <a:pt x="2542" y="496"/>
                </a:lnTo>
                <a:lnTo>
                  <a:pt x="2559" y="484"/>
                </a:lnTo>
                <a:lnTo>
                  <a:pt x="2562" y="478"/>
                </a:lnTo>
                <a:lnTo>
                  <a:pt x="2561" y="474"/>
                </a:lnTo>
                <a:lnTo>
                  <a:pt x="2535" y="452"/>
                </a:lnTo>
                <a:lnTo>
                  <a:pt x="2503" y="447"/>
                </a:lnTo>
                <a:cubicBezTo>
                  <a:pt x="2502" y="447"/>
                  <a:pt x="2500" y="447"/>
                  <a:pt x="2499" y="446"/>
                </a:cubicBezTo>
                <a:lnTo>
                  <a:pt x="2489" y="437"/>
                </a:lnTo>
                <a:cubicBezTo>
                  <a:pt x="2487" y="435"/>
                  <a:pt x="2486" y="433"/>
                  <a:pt x="2486" y="430"/>
                </a:cubicBezTo>
                <a:cubicBezTo>
                  <a:pt x="2486" y="427"/>
                  <a:pt x="2488" y="425"/>
                  <a:pt x="2491" y="423"/>
                </a:cubicBezTo>
                <a:lnTo>
                  <a:pt x="2508" y="417"/>
                </a:lnTo>
                <a:lnTo>
                  <a:pt x="2515" y="411"/>
                </a:lnTo>
                <a:lnTo>
                  <a:pt x="2518" y="402"/>
                </a:lnTo>
                <a:lnTo>
                  <a:pt x="2492" y="379"/>
                </a:lnTo>
                <a:lnTo>
                  <a:pt x="2484" y="376"/>
                </a:lnTo>
                <a:lnTo>
                  <a:pt x="2465" y="378"/>
                </a:lnTo>
                <a:lnTo>
                  <a:pt x="2457" y="384"/>
                </a:lnTo>
                <a:lnTo>
                  <a:pt x="2431" y="420"/>
                </a:lnTo>
                <a:lnTo>
                  <a:pt x="2422" y="442"/>
                </a:lnTo>
                <a:cubicBezTo>
                  <a:pt x="2422" y="443"/>
                  <a:pt x="2421" y="444"/>
                  <a:pt x="2421" y="444"/>
                </a:cubicBezTo>
                <a:lnTo>
                  <a:pt x="2416" y="450"/>
                </a:lnTo>
                <a:cubicBezTo>
                  <a:pt x="2415" y="451"/>
                  <a:pt x="2413" y="451"/>
                  <a:pt x="2412" y="452"/>
                </a:cubicBezTo>
                <a:lnTo>
                  <a:pt x="2368" y="464"/>
                </a:lnTo>
                <a:cubicBezTo>
                  <a:pt x="2365" y="465"/>
                  <a:pt x="2362" y="464"/>
                  <a:pt x="2360" y="462"/>
                </a:cubicBezTo>
                <a:cubicBezTo>
                  <a:pt x="2358" y="460"/>
                  <a:pt x="2357" y="457"/>
                  <a:pt x="2358" y="454"/>
                </a:cubicBezTo>
                <a:lnTo>
                  <a:pt x="2365" y="436"/>
                </a:lnTo>
                <a:cubicBezTo>
                  <a:pt x="2366" y="435"/>
                  <a:pt x="2366" y="434"/>
                  <a:pt x="2366" y="434"/>
                </a:cubicBezTo>
                <a:lnTo>
                  <a:pt x="2384" y="412"/>
                </a:lnTo>
                <a:lnTo>
                  <a:pt x="2389" y="392"/>
                </a:lnTo>
                <a:lnTo>
                  <a:pt x="2388" y="360"/>
                </a:lnTo>
                <a:lnTo>
                  <a:pt x="2382" y="351"/>
                </a:lnTo>
                <a:lnTo>
                  <a:pt x="2374" y="350"/>
                </a:lnTo>
                <a:lnTo>
                  <a:pt x="2320" y="384"/>
                </a:lnTo>
                <a:cubicBezTo>
                  <a:pt x="2319" y="384"/>
                  <a:pt x="2318" y="385"/>
                  <a:pt x="2318" y="385"/>
                </a:cubicBezTo>
                <a:lnTo>
                  <a:pt x="2282" y="392"/>
                </a:lnTo>
                <a:lnTo>
                  <a:pt x="2277" y="397"/>
                </a:lnTo>
                <a:lnTo>
                  <a:pt x="2265" y="423"/>
                </a:lnTo>
                <a:cubicBezTo>
                  <a:pt x="2265" y="424"/>
                  <a:pt x="2264" y="425"/>
                  <a:pt x="2263" y="426"/>
                </a:cubicBezTo>
                <a:lnTo>
                  <a:pt x="2256" y="432"/>
                </a:lnTo>
                <a:cubicBezTo>
                  <a:pt x="2253" y="435"/>
                  <a:pt x="2248" y="435"/>
                  <a:pt x="2245" y="432"/>
                </a:cubicBezTo>
                <a:lnTo>
                  <a:pt x="2238" y="425"/>
                </a:lnTo>
                <a:cubicBezTo>
                  <a:pt x="2236" y="422"/>
                  <a:pt x="2235" y="419"/>
                  <a:pt x="2236" y="416"/>
                </a:cubicBezTo>
                <a:lnTo>
                  <a:pt x="2238" y="408"/>
                </a:lnTo>
                <a:lnTo>
                  <a:pt x="2238" y="408"/>
                </a:lnTo>
                <a:cubicBezTo>
                  <a:pt x="2238" y="408"/>
                  <a:pt x="2237" y="406"/>
                  <a:pt x="2237" y="405"/>
                </a:cubicBezTo>
                <a:lnTo>
                  <a:pt x="2236" y="403"/>
                </a:lnTo>
                <a:cubicBezTo>
                  <a:pt x="2235" y="400"/>
                  <a:pt x="2235" y="396"/>
                  <a:pt x="2238" y="394"/>
                </a:cubicBezTo>
                <a:lnTo>
                  <a:pt x="2245" y="388"/>
                </a:lnTo>
                <a:cubicBezTo>
                  <a:pt x="2245" y="387"/>
                  <a:pt x="2246" y="387"/>
                  <a:pt x="2247" y="387"/>
                </a:cubicBezTo>
                <a:lnTo>
                  <a:pt x="2254" y="384"/>
                </a:lnTo>
                <a:lnTo>
                  <a:pt x="2258" y="382"/>
                </a:lnTo>
                <a:cubicBezTo>
                  <a:pt x="2256" y="382"/>
                  <a:pt x="2255" y="381"/>
                  <a:pt x="2254" y="380"/>
                </a:cubicBezTo>
                <a:lnTo>
                  <a:pt x="2251" y="376"/>
                </a:lnTo>
                <a:cubicBezTo>
                  <a:pt x="2250" y="375"/>
                  <a:pt x="2250" y="373"/>
                  <a:pt x="2250" y="372"/>
                </a:cubicBezTo>
                <a:lnTo>
                  <a:pt x="2248" y="362"/>
                </a:lnTo>
                <a:cubicBezTo>
                  <a:pt x="2248" y="360"/>
                  <a:pt x="2248" y="358"/>
                  <a:pt x="2250" y="356"/>
                </a:cubicBezTo>
                <a:lnTo>
                  <a:pt x="2250" y="356"/>
                </a:lnTo>
                <a:lnTo>
                  <a:pt x="2242" y="348"/>
                </a:lnTo>
                <a:cubicBezTo>
                  <a:pt x="2240" y="346"/>
                  <a:pt x="2239" y="344"/>
                  <a:pt x="2239" y="342"/>
                </a:cubicBezTo>
                <a:cubicBezTo>
                  <a:pt x="2239" y="340"/>
                  <a:pt x="2240" y="338"/>
                  <a:pt x="2242" y="336"/>
                </a:cubicBezTo>
                <a:lnTo>
                  <a:pt x="2267" y="313"/>
                </a:lnTo>
                <a:lnTo>
                  <a:pt x="2271" y="305"/>
                </a:lnTo>
                <a:lnTo>
                  <a:pt x="2270" y="303"/>
                </a:lnTo>
                <a:lnTo>
                  <a:pt x="2248" y="298"/>
                </a:lnTo>
                <a:cubicBezTo>
                  <a:pt x="2246" y="298"/>
                  <a:pt x="2245" y="297"/>
                  <a:pt x="2244" y="296"/>
                </a:cubicBezTo>
                <a:lnTo>
                  <a:pt x="2238" y="290"/>
                </a:lnTo>
                <a:lnTo>
                  <a:pt x="2234" y="285"/>
                </a:lnTo>
                <a:lnTo>
                  <a:pt x="2231" y="279"/>
                </a:lnTo>
                <a:cubicBezTo>
                  <a:pt x="2231" y="278"/>
                  <a:pt x="2230" y="277"/>
                  <a:pt x="2230" y="276"/>
                </a:cubicBezTo>
                <a:lnTo>
                  <a:pt x="2229" y="271"/>
                </a:lnTo>
                <a:lnTo>
                  <a:pt x="2230" y="256"/>
                </a:lnTo>
                <a:lnTo>
                  <a:pt x="2230" y="255"/>
                </a:lnTo>
                <a:lnTo>
                  <a:pt x="2221" y="245"/>
                </a:lnTo>
                <a:lnTo>
                  <a:pt x="2175" y="241"/>
                </a:lnTo>
                <a:cubicBezTo>
                  <a:pt x="2171" y="241"/>
                  <a:pt x="2168" y="238"/>
                  <a:pt x="2168" y="233"/>
                </a:cubicBezTo>
                <a:lnTo>
                  <a:pt x="2168" y="227"/>
                </a:lnTo>
                <a:cubicBezTo>
                  <a:pt x="2168" y="223"/>
                  <a:pt x="2171" y="220"/>
                  <a:pt x="2175" y="219"/>
                </a:cubicBezTo>
                <a:lnTo>
                  <a:pt x="2175" y="219"/>
                </a:lnTo>
                <a:lnTo>
                  <a:pt x="2173" y="219"/>
                </a:lnTo>
                <a:lnTo>
                  <a:pt x="2097" y="228"/>
                </a:lnTo>
                <a:lnTo>
                  <a:pt x="2088" y="235"/>
                </a:lnTo>
                <a:lnTo>
                  <a:pt x="2079" y="248"/>
                </a:lnTo>
                <a:lnTo>
                  <a:pt x="2069" y="265"/>
                </a:lnTo>
                <a:lnTo>
                  <a:pt x="2054" y="302"/>
                </a:lnTo>
                <a:cubicBezTo>
                  <a:pt x="2054" y="303"/>
                  <a:pt x="2054" y="304"/>
                  <a:pt x="2053" y="304"/>
                </a:cubicBezTo>
                <a:lnTo>
                  <a:pt x="2027" y="339"/>
                </a:lnTo>
                <a:lnTo>
                  <a:pt x="2020" y="362"/>
                </a:lnTo>
                <a:lnTo>
                  <a:pt x="2022" y="369"/>
                </a:lnTo>
                <a:lnTo>
                  <a:pt x="2031" y="374"/>
                </a:lnTo>
                <a:cubicBezTo>
                  <a:pt x="2031" y="375"/>
                  <a:pt x="2032" y="375"/>
                  <a:pt x="2032" y="376"/>
                </a:cubicBezTo>
                <a:lnTo>
                  <a:pt x="2043" y="387"/>
                </a:lnTo>
                <a:cubicBezTo>
                  <a:pt x="2044" y="388"/>
                  <a:pt x="2044" y="389"/>
                  <a:pt x="2045" y="390"/>
                </a:cubicBezTo>
                <a:lnTo>
                  <a:pt x="2048" y="400"/>
                </a:lnTo>
                <a:cubicBezTo>
                  <a:pt x="2048" y="402"/>
                  <a:pt x="2048" y="404"/>
                  <a:pt x="2047" y="406"/>
                </a:cubicBezTo>
                <a:lnTo>
                  <a:pt x="2045" y="410"/>
                </a:lnTo>
                <a:cubicBezTo>
                  <a:pt x="2044" y="413"/>
                  <a:pt x="2041" y="415"/>
                  <a:pt x="2037" y="415"/>
                </a:cubicBezTo>
                <a:lnTo>
                  <a:pt x="2026" y="414"/>
                </a:lnTo>
                <a:cubicBezTo>
                  <a:pt x="2025" y="414"/>
                  <a:pt x="2024" y="414"/>
                  <a:pt x="2023" y="413"/>
                </a:cubicBezTo>
                <a:lnTo>
                  <a:pt x="2014" y="410"/>
                </a:lnTo>
                <a:lnTo>
                  <a:pt x="2010" y="416"/>
                </a:lnTo>
                <a:lnTo>
                  <a:pt x="2009" y="423"/>
                </a:lnTo>
                <a:lnTo>
                  <a:pt x="2005" y="453"/>
                </a:lnTo>
                <a:lnTo>
                  <a:pt x="1980" y="516"/>
                </a:lnTo>
                <a:lnTo>
                  <a:pt x="1980" y="520"/>
                </a:lnTo>
                <a:lnTo>
                  <a:pt x="1980" y="521"/>
                </a:lnTo>
                <a:lnTo>
                  <a:pt x="1996" y="546"/>
                </a:lnTo>
                <a:lnTo>
                  <a:pt x="2000" y="549"/>
                </a:lnTo>
                <a:lnTo>
                  <a:pt x="2020" y="550"/>
                </a:lnTo>
                <a:cubicBezTo>
                  <a:pt x="2025" y="550"/>
                  <a:pt x="2028" y="553"/>
                  <a:pt x="2028" y="558"/>
                </a:cubicBezTo>
                <a:lnTo>
                  <a:pt x="2028" y="565"/>
                </a:lnTo>
                <a:cubicBezTo>
                  <a:pt x="2028" y="567"/>
                  <a:pt x="2026" y="570"/>
                  <a:pt x="2024" y="572"/>
                </a:cubicBezTo>
                <a:lnTo>
                  <a:pt x="2016" y="576"/>
                </a:lnTo>
                <a:lnTo>
                  <a:pt x="2013" y="579"/>
                </a:lnTo>
                <a:lnTo>
                  <a:pt x="2011" y="585"/>
                </a:lnTo>
                <a:lnTo>
                  <a:pt x="2011" y="590"/>
                </a:lnTo>
                <a:lnTo>
                  <a:pt x="2015" y="605"/>
                </a:lnTo>
                <a:cubicBezTo>
                  <a:pt x="2015" y="606"/>
                  <a:pt x="2015" y="607"/>
                  <a:pt x="2015" y="607"/>
                </a:cubicBezTo>
                <a:lnTo>
                  <a:pt x="2013" y="616"/>
                </a:lnTo>
                <a:cubicBezTo>
                  <a:pt x="2013" y="618"/>
                  <a:pt x="2011" y="620"/>
                  <a:pt x="2009" y="622"/>
                </a:cubicBezTo>
                <a:lnTo>
                  <a:pt x="2004" y="625"/>
                </a:lnTo>
                <a:cubicBezTo>
                  <a:pt x="2000" y="627"/>
                  <a:pt x="1995" y="626"/>
                  <a:pt x="1993" y="622"/>
                </a:cubicBezTo>
                <a:lnTo>
                  <a:pt x="1987" y="613"/>
                </a:lnTo>
                <a:cubicBezTo>
                  <a:pt x="1986" y="613"/>
                  <a:pt x="1986" y="612"/>
                  <a:pt x="1986" y="611"/>
                </a:cubicBezTo>
                <a:lnTo>
                  <a:pt x="1982" y="595"/>
                </a:lnTo>
                <a:cubicBezTo>
                  <a:pt x="1982" y="595"/>
                  <a:pt x="1982" y="594"/>
                  <a:pt x="1982" y="593"/>
                </a:cubicBezTo>
                <a:lnTo>
                  <a:pt x="1982" y="581"/>
                </a:lnTo>
                <a:lnTo>
                  <a:pt x="1980" y="580"/>
                </a:lnTo>
                <a:lnTo>
                  <a:pt x="1973" y="581"/>
                </a:lnTo>
                <a:lnTo>
                  <a:pt x="1964" y="588"/>
                </a:lnTo>
                <a:lnTo>
                  <a:pt x="1958" y="598"/>
                </a:lnTo>
                <a:lnTo>
                  <a:pt x="1957" y="606"/>
                </a:lnTo>
                <a:lnTo>
                  <a:pt x="1957" y="615"/>
                </a:lnTo>
                <a:lnTo>
                  <a:pt x="1956" y="625"/>
                </a:lnTo>
                <a:cubicBezTo>
                  <a:pt x="1956" y="627"/>
                  <a:pt x="1954" y="629"/>
                  <a:pt x="1952" y="631"/>
                </a:cubicBezTo>
                <a:lnTo>
                  <a:pt x="1944" y="636"/>
                </a:lnTo>
                <a:lnTo>
                  <a:pt x="1935" y="646"/>
                </a:lnTo>
                <a:lnTo>
                  <a:pt x="1932" y="650"/>
                </a:lnTo>
                <a:lnTo>
                  <a:pt x="1929" y="663"/>
                </a:lnTo>
                <a:lnTo>
                  <a:pt x="1928" y="675"/>
                </a:lnTo>
                <a:lnTo>
                  <a:pt x="1928" y="691"/>
                </a:lnTo>
                <a:lnTo>
                  <a:pt x="1927" y="710"/>
                </a:lnTo>
                <a:lnTo>
                  <a:pt x="1924" y="725"/>
                </a:lnTo>
                <a:lnTo>
                  <a:pt x="1917" y="751"/>
                </a:lnTo>
                <a:lnTo>
                  <a:pt x="1916" y="766"/>
                </a:lnTo>
                <a:lnTo>
                  <a:pt x="1920" y="799"/>
                </a:lnTo>
                <a:lnTo>
                  <a:pt x="1918" y="819"/>
                </a:lnTo>
                <a:lnTo>
                  <a:pt x="1919" y="827"/>
                </a:lnTo>
                <a:lnTo>
                  <a:pt x="1921" y="843"/>
                </a:lnTo>
                <a:lnTo>
                  <a:pt x="1925" y="852"/>
                </a:lnTo>
                <a:lnTo>
                  <a:pt x="1927" y="864"/>
                </a:lnTo>
                <a:cubicBezTo>
                  <a:pt x="1927" y="865"/>
                  <a:pt x="1927" y="866"/>
                  <a:pt x="1927" y="866"/>
                </a:cubicBezTo>
                <a:lnTo>
                  <a:pt x="1925" y="884"/>
                </a:lnTo>
                <a:lnTo>
                  <a:pt x="1914" y="921"/>
                </a:lnTo>
                <a:lnTo>
                  <a:pt x="1896" y="953"/>
                </a:lnTo>
                <a:cubicBezTo>
                  <a:pt x="1895" y="954"/>
                  <a:pt x="1895" y="954"/>
                  <a:pt x="1894" y="955"/>
                </a:cubicBezTo>
                <a:lnTo>
                  <a:pt x="1875" y="972"/>
                </a:lnTo>
                <a:cubicBezTo>
                  <a:pt x="1873" y="974"/>
                  <a:pt x="1869" y="974"/>
                  <a:pt x="1866" y="973"/>
                </a:cubicBezTo>
                <a:lnTo>
                  <a:pt x="1850" y="965"/>
                </a:lnTo>
                <a:cubicBezTo>
                  <a:pt x="1847" y="964"/>
                  <a:pt x="1845" y="960"/>
                  <a:pt x="1846" y="956"/>
                </a:cubicBezTo>
                <a:cubicBezTo>
                  <a:pt x="1847" y="953"/>
                  <a:pt x="1850" y="950"/>
                  <a:pt x="1854" y="950"/>
                </a:cubicBezTo>
                <a:lnTo>
                  <a:pt x="1854" y="950"/>
                </a:lnTo>
                <a:lnTo>
                  <a:pt x="1860" y="950"/>
                </a:lnTo>
                <a:lnTo>
                  <a:pt x="1866" y="946"/>
                </a:lnTo>
                <a:lnTo>
                  <a:pt x="1873" y="939"/>
                </a:lnTo>
                <a:lnTo>
                  <a:pt x="1884" y="916"/>
                </a:lnTo>
                <a:lnTo>
                  <a:pt x="1889" y="907"/>
                </a:lnTo>
                <a:lnTo>
                  <a:pt x="1893" y="897"/>
                </a:lnTo>
                <a:lnTo>
                  <a:pt x="1896" y="882"/>
                </a:lnTo>
                <a:lnTo>
                  <a:pt x="1896" y="858"/>
                </a:lnTo>
                <a:lnTo>
                  <a:pt x="1890" y="800"/>
                </a:lnTo>
                <a:lnTo>
                  <a:pt x="1890" y="765"/>
                </a:lnTo>
                <a:lnTo>
                  <a:pt x="1895" y="720"/>
                </a:lnTo>
                <a:lnTo>
                  <a:pt x="1890" y="690"/>
                </a:lnTo>
                <a:lnTo>
                  <a:pt x="1891" y="675"/>
                </a:lnTo>
                <a:lnTo>
                  <a:pt x="1895" y="661"/>
                </a:lnTo>
                <a:lnTo>
                  <a:pt x="1908" y="636"/>
                </a:lnTo>
                <a:lnTo>
                  <a:pt x="1918" y="612"/>
                </a:lnTo>
                <a:lnTo>
                  <a:pt x="1923" y="596"/>
                </a:lnTo>
                <a:lnTo>
                  <a:pt x="1929" y="583"/>
                </a:lnTo>
                <a:lnTo>
                  <a:pt x="1930" y="582"/>
                </a:lnTo>
                <a:lnTo>
                  <a:pt x="1937" y="575"/>
                </a:lnTo>
                <a:lnTo>
                  <a:pt x="1941" y="568"/>
                </a:lnTo>
                <a:lnTo>
                  <a:pt x="1943" y="559"/>
                </a:lnTo>
                <a:lnTo>
                  <a:pt x="1942" y="559"/>
                </a:lnTo>
                <a:lnTo>
                  <a:pt x="1932" y="565"/>
                </a:lnTo>
                <a:lnTo>
                  <a:pt x="1921" y="577"/>
                </a:lnTo>
                <a:lnTo>
                  <a:pt x="1911" y="594"/>
                </a:lnTo>
                <a:lnTo>
                  <a:pt x="1899" y="620"/>
                </a:lnTo>
                <a:lnTo>
                  <a:pt x="1895" y="626"/>
                </a:lnTo>
                <a:cubicBezTo>
                  <a:pt x="1893" y="629"/>
                  <a:pt x="1888" y="630"/>
                  <a:pt x="1884" y="628"/>
                </a:cubicBezTo>
                <a:lnTo>
                  <a:pt x="1878" y="625"/>
                </a:lnTo>
                <a:cubicBezTo>
                  <a:pt x="1877" y="624"/>
                  <a:pt x="1877" y="623"/>
                  <a:pt x="1876" y="622"/>
                </a:cubicBezTo>
                <a:lnTo>
                  <a:pt x="1869" y="627"/>
                </a:lnTo>
                <a:cubicBezTo>
                  <a:pt x="1867" y="629"/>
                  <a:pt x="1863" y="629"/>
                  <a:pt x="1860" y="627"/>
                </a:cubicBezTo>
                <a:lnTo>
                  <a:pt x="1857" y="625"/>
                </a:lnTo>
                <a:cubicBezTo>
                  <a:pt x="1855" y="623"/>
                  <a:pt x="1853" y="620"/>
                  <a:pt x="1854" y="617"/>
                </a:cubicBezTo>
                <a:lnTo>
                  <a:pt x="1857" y="603"/>
                </a:lnTo>
                <a:cubicBezTo>
                  <a:pt x="1858" y="602"/>
                  <a:pt x="1858" y="602"/>
                  <a:pt x="1858" y="601"/>
                </a:cubicBezTo>
                <a:lnTo>
                  <a:pt x="1867" y="585"/>
                </a:lnTo>
                <a:cubicBezTo>
                  <a:pt x="1868" y="584"/>
                  <a:pt x="1868" y="583"/>
                  <a:pt x="1869" y="582"/>
                </a:cubicBezTo>
                <a:lnTo>
                  <a:pt x="1834" y="602"/>
                </a:lnTo>
                <a:cubicBezTo>
                  <a:pt x="1833" y="603"/>
                  <a:pt x="1831" y="604"/>
                  <a:pt x="1829" y="603"/>
                </a:cubicBezTo>
                <a:lnTo>
                  <a:pt x="1825" y="625"/>
                </a:lnTo>
                <a:lnTo>
                  <a:pt x="1821" y="636"/>
                </a:lnTo>
                <a:cubicBezTo>
                  <a:pt x="1820" y="640"/>
                  <a:pt x="1817" y="642"/>
                  <a:pt x="1813" y="642"/>
                </a:cubicBezTo>
                <a:cubicBezTo>
                  <a:pt x="1809" y="641"/>
                  <a:pt x="1806" y="639"/>
                  <a:pt x="1806" y="635"/>
                </a:cubicBezTo>
                <a:lnTo>
                  <a:pt x="1799" y="597"/>
                </a:lnTo>
                <a:lnTo>
                  <a:pt x="1795" y="586"/>
                </a:lnTo>
                <a:cubicBezTo>
                  <a:pt x="1795" y="584"/>
                  <a:pt x="1795" y="582"/>
                  <a:pt x="1796" y="580"/>
                </a:cubicBezTo>
                <a:lnTo>
                  <a:pt x="1803" y="565"/>
                </a:lnTo>
                <a:cubicBezTo>
                  <a:pt x="1804" y="565"/>
                  <a:pt x="1804" y="564"/>
                  <a:pt x="1805" y="563"/>
                </a:cubicBezTo>
                <a:lnTo>
                  <a:pt x="1817" y="551"/>
                </a:lnTo>
                <a:lnTo>
                  <a:pt x="1818" y="550"/>
                </a:lnTo>
                <a:lnTo>
                  <a:pt x="1843" y="537"/>
                </a:lnTo>
                <a:lnTo>
                  <a:pt x="1854" y="524"/>
                </a:lnTo>
                <a:lnTo>
                  <a:pt x="1860" y="513"/>
                </a:lnTo>
                <a:cubicBezTo>
                  <a:pt x="1861" y="512"/>
                  <a:pt x="1861" y="511"/>
                  <a:pt x="1862" y="511"/>
                </a:cubicBezTo>
                <a:lnTo>
                  <a:pt x="1895" y="481"/>
                </a:lnTo>
                <a:lnTo>
                  <a:pt x="1915" y="456"/>
                </a:lnTo>
                <a:lnTo>
                  <a:pt x="1930" y="423"/>
                </a:lnTo>
                <a:lnTo>
                  <a:pt x="1934" y="381"/>
                </a:lnTo>
                <a:lnTo>
                  <a:pt x="1931" y="375"/>
                </a:lnTo>
                <a:lnTo>
                  <a:pt x="1903" y="408"/>
                </a:lnTo>
                <a:cubicBezTo>
                  <a:pt x="1902" y="409"/>
                  <a:pt x="1901" y="410"/>
                  <a:pt x="1900" y="410"/>
                </a:cubicBezTo>
                <a:lnTo>
                  <a:pt x="1790" y="470"/>
                </a:lnTo>
                <a:cubicBezTo>
                  <a:pt x="1789" y="470"/>
                  <a:pt x="1788" y="470"/>
                  <a:pt x="1787" y="471"/>
                </a:cubicBezTo>
                <a:lnTo>
                  <a:pt x="1743" y="477"/>
                </a:lnTo>
                <a:cubicBezTo>
                  <a:pt x="1739" y="478"/>
                  <a:pt x="1736" y="476"/>
                  <a:pt x="1735" y="473"/>
                </a:cubicBezTo>
                <a:cubicBezTo>
                  <a:pt x="1733" y="470"/>
                  <a:pt x="1734" y="466"/>
                  <a:pt x="1736" y="464"/>
                </a:cubicBezTo>
                <a:lnTo>
                  <a:pt x="1744" y="455"/>
                </a:lnTo>
                <a:cubicBezTo>
                  <a:pt x="1745" y="455"/>
                  <a:pt x="1746" y="454"/>
                  <a:pt x="1747" y="454"/>
                </a:cubicBezTo>
                <a:lnTo>
                  <a:pt x="1759" y="448"/>
                </a:lnTo>
                <a:lnTo>
                  <a:pt x="1768" y="440"/>
                </a:lnTo>
                <a:cubicBezTo>
                  <a:pt x="1769" y="440"/>
                  <a:pt x="1770" y="439"/>
                  <a:pt x="1771" y="439"/>
                </a:cubicBezTo>
                <a:lnTo>
                  <a:pt x="1782" y="434"/>
                </a:lnTo>
                <a:lnTo>
                  <a:pt x="1802" y="416"/>
                </a:lnTo>
                <a:lnTo>
                  <a:pt x="1802" y="416"/>
                </a:lnTo>
                <a:cubicBezTo>
                  <a:pt x="1801" y="413"/>
                  <a:pt x="1801" y="409"/>
                  <a:pt x="1804" y="407"/>
                </a:cubicBezTo>
                <a:lnTo>
                  <a:pt x="1824" y="389"/>
                </a:lnTo>
                <a:cubicBezTo>
                  <a:pt x="1824" y="388"/>
                  <a:pt x="1825" y="387"/>
                  <a:pt x="1826" y="387"/>
                </a:cubicBezTo>
                <a:lnTo>
                  <a:pt x="1866" y="373"/>
                </a:lnTo>
                <a:lnTo>
                  <a:pt x="1880" y="350"/>
                </a:lnTo>
                <a:lnTo>
                  <a:pt x="1878" y="349"/>
                </a:lnTo>
                <a:lnTo>
                  <a:pt x="1874" y="348"/>
                </a:lnTo>
                <a:lnTo>
                  <a:pt x="1852" y="351"/>
                </a:lnTo>
                <a:cubicBezTo>
                  <a:pt x="1850" y="351"/>
                  <a:pt x="1848" y="350"/>
                  <a:pt x="1846" y="348"/>
                </a:cubicBezTo>
                <a:lnTo>
                  <a:pt x="1843" y="346"/>
                </a:lnTo>
                <a:cubicBezTo>
                  <a:pt x="1842" y="345"/>
                  <a:pt x="1841" y="343"/>
                  <a:pt x="1841" y="341"/>
                </a:cubicBezTo>
                <a:lnTo>
                  <a:pt x="1840" y="336"/>
                </a:lnTo>
                <a:lnTo>
                  <a:pt x="1818" y="328"/>
                </a:lnTo>
                <a:lnTo>
                  <a:pt x="1809" y="331"/>
                </a:lnTo>
                <a:lnTo>
                  <a:pt x="1784" y="349"/>
                </a:lnTo>
                <a:cubicBezTo>
                  <a:pt x="1782" y="350"/>
                  <a:pt x="1778" y="351"/>
                  <a:pt x="1775" y="349"/>
                </a:cubicBezTo>
                <a:cubicBezTo>
                  <a:pt x="1773" y="347"/>
                  <a:pt x="1771" y="343"/>
                  <a:pt x="1772" y="340"/>
                </a:cubicBezTo>
                <a:lnTo>
                  <a:pt x="1775" y="329"/>
                </a:lnTo>
                <a:cubicBezTo>
                  <a:pt x="1775" y="328"/>
                  <a:pt x="1776" y="327"/>
                  <a:pt x="1776" y="326"/>
                </a:cubicBezTo>
                <a:lnTo>
                  <a:pt x="1781" y="321"/>
                </a:lnTo>
                <a:cubicBezTo>
                  <a:pt x="1781" y="320"/>
                  <a:pt x="1782" y="320"/>
                  <a:pt x="1782" y="319"/>
                </a:cubicBezTo>
                <a:lnTo>
                  <a:pt x="1785" y="317"/>
                </a:lnTo>
                <a:lnTo>
                  <a:pt x="1778" y="314"/>
                </a:lnTo>
                <a:cubicBezTo>
                  <a:pt x="1776" y="313"/>
                  <a:pt x="1774" y="312"/>
                  <a:pt x="1774" y="311"/>
                </a:cubicBezTo>
                <a:lnTo>
                  <a:pt x="1769" y="301"/>
                </a:lnTo>
                <a:cubicBezTo>
                  <a:pt x="1767" y="299"/>
                  <a:pt x="1767" y="296"/>
                  <a:pt x="1769" y="294"/>
                </a:cubicBezTo>
                <a:cubicBezTo>
                  <a:pt x="1770" y="291"/>
                  <a:pt x="1772" y="290"/>
                  <a:pt x="1775" y="290"/>
                </a:cubicBezTo>
                <a:lnTo>
                  <a:pt x="1777" y="289"/>
                </a:lnTo>
                <a:lnTo>
                  <a:pt x="1783" y="286"/>
                </a:lnTo>
                <a:cubicBezTo>
                  <a:pt x="1786" y="284"/>
                  <a:pt x="1788" y="284"/>
                  <a:pt x="1791" y="285"/>
                </a:cubicBezTo>
                <a:lnTo>
                  <a:pt x="1794" y="287"/>
                </a:lnTo>
                <a:cubicBezTo>
                  <a:pt x="1794" y="287"/>
                  <a:pt x="1795" y="287"/>
                  <a:pt x="1796" y="288"/>
                </a:cubicBezTo>
                <a:lnTo>
                  <a:pt x="1797" y="289"/>
                </a:lnTo>
                <a:lnTo>
                  <a:pt x="1828" y="284"/>
                </a:lnTo>
                <a:lnTo>
                  <a:pt x="1829" y="282"/>
                </a:lnTo>
                <a:cubicBezTo>
                  <a:pt x="1830" y="280"/>
                  <a:pt x="1831" y="279"/>
                  <a:pt x="1832" y="278"/>
                </a:cubicBezTo>
                <a:lnTo>
                  <a:pt x="1836" y="276"/>
                </a:lnTo>
                <a:lnTo>
                  <a:pt x="1839" y="272"/>
                </a:lnTo>
                <a:cubicBezTo>
                  <a:pt x="1839" y="271"/>
                  <a:pt x="1840" y="271"/>
                  <a:pt x="1841" y="270"/>
                </a:cubicBezTo>
                <a:lnTo>
                  <a:pt x="1845" y="268"/>
                </a:lnTo>
                <a:cubicBezTo>
                  <a:pt x="1847" y="266"/>
                  <a:pt x="1851" y="266"/>
                  <a:pt x="1853" y="268"/>
                </a:cubicBezTo>
                <a:lnTo>
                  <a:pt x="1858" y="271"/>
                </a:lnTo>
                <a:cubicBezTo>
                  <a:pt x="1860" y="273"/>
                  <a:pt x="1862" y="276"/>
                  <a:pt x="1862" y="278"/>
                </a:cubicBezTo>
                <a:lnTo>
                  <a:pt x="1861" y="285"/>
                </a:lnTo>
                <a:lnTo>
                  <a:pt x="1865" y="283"/>
                </a:lnTo>
                <a:cubicBezTo>
                  <a:pt x="1867" y="282"/>
                  <a:pt x="1869" y="282"/>
                  <a:pt x="1870" y="283"/>
                </a:cubicBezTo>
                <a:lnTo>
                  <a:pt x="1876" y="284"/>
                </a:lnTo>
                <a:cubicBezTo>
                  <a:pt x="1877" y="285"/>
                  <a:pt x="1878" y="285"/>
                  <a:pt x="1879" y="285"/>
                </a:cubicBezTo>
                <a:lnTo>
                  <a:pt x="1894" y="296"/>
                </a:lnTo>
                <a:lnTo>
                  <a:pt x="1904" y="297"/>
                </a:lnTo>
                <a:lnTo>
                  <a:pt x="1915" y="295"/>
                </a:lnTo>
                <a:lnTo>
                  <a:pt x="1925" y="288"/>
                </a:lnTo>
                <a:lnTo>
                  <a:pt x="1930" y="281"/>
                </a:lnTo>
                <a:lnTo>
                  <a:pt x="1926" y="278"/>
                </a:lnTo>
                <a:lnTo>
                  <a:pt x="1919" y="272"/>
                </a:lnTo>
                <a:lnTo>
                  <a:pt x="1912" y="264"/>
                </a:lnTo>
                <a:cubicBezTo>
                  <a:pt x="1910" y="262"/>
                  <a:pt x="1910" y="258"/>
                  <a:pt x="1912" y="255"/>
                </a:cubicBezTo>
                <a:cubicBezTo>
                  <a:pt x="1913" y="252"/>
                  <a:pt x="1917" y="251"/>
                  <a:pt x="1920" y="251"/>
                </a:cubicBezTo>
                <a:lnTo>
                  <a:pt x="1948" y="255"/>
                </a:lnTo>
                <a:cubicBezTo>
                  <a:pt x="1947" y="254"/>
                  <a:pt x="1947" y="253"/>
                  <a:pt x="1947" y="252"/>
                </a:cubicBezTo>
                <a:lnTo>
                  <a:pt x="1947" y="246"/>
                </a:lnTo>
                <a:cubicBezTo>
                  <a:pt x="1947" y="242"/>
                  <a:pt x="1950" y="239"/>
                  <a:pt x="1954" y="238"/>
                </a:cubicBezTo>
                <a:lnTo>
                  <a:pt x="1969" y="237"/>
                </a:lnTo>
                <a:lnTo>
                  <a:pt x="1973" y="234"/>
                </a:lnTo>
                <a:lnTo>
                  <a:pt x="1976" y="230"/>
                </a:lnTo>
                <a:lnTo>
                  <a:pt x="1973" y="229"/>
                </a:lnTo>
                <a:cubicBezTo>
                  <a:pt x="1972" y="229"/>
                  <a:pt x="1971" y="229"/>
                  <a:pt x="1970" y="229"/>
                </a:cubicBezTo>
                <a:lnTo>
                  <a:pt x="1964" y="227"/>
                </a:lnTo>
                <a:cubicBezTo>
                  <a:pt x="1962" y="226"/>
                  <a:pt x="1961" y="224"/>
                  <a:pt x="1960" y="222"/>
                </a:cubicBezTo>
                <a:lnTo>
                  <a:pt x="1956" y="211"/>
                </a:lnTo>
                <a:cubicBezTo>
                  <a:pt x="1954" y="208"/>
                  <a:pt x="1955" y="205"/>
                  <a:pt x="1957" y="203"/>
                </a:cubicBezTo>
                <a:cubicBezTo>
                  <a:pt x="1958" y="201"/>
                  <a:pt x="1961" y="200"/>
                  <a:pt x="1964" y="200"/>
                </a:cubicBezTo>
                <a:lnTo>
                  <a:pt x="1984" y="202"/>
                </a:lnTo>
                <a:lnTo>
                  <a:pt x="1991" y="200"/>
                </a:lnTo>
                <a:lnTo>
                  <a:pt x="1997" y="175"/>
                </a:lnTo>
                <a:lnTo>
                  <a:pt x="2004" y="157"/>
                </a:lnTo>
                <a:lnTo>
                  <a:pt x="2007" y="140"/>
                </a:lnTo>
                <a:lnTo>
                  <a:pt x="2010" y="126"/>
                </a:lnTo>
                <a:lnTo>
                  <a:pt x="2009" y="124"/>
                </a:lnTo>
                <a:cubicBezTo>
                  <a:pt x="2008" y="124"/>
                  <a:pt x="2007" y="123"/>
                  <a:pt x="2006" y="122"/>
                </a:cubicBezTo>
                <a:lnTo>
                  <a:pt x="1996" y="109"/>
                </a:lnTo>
                <a:lnTo>
                  <a:pt x="1957" y="106"/>
                </a:lnTo>
                <a:lnTo>
                  <a:pt x="1926" y="129"/>
                </a:lnTo>
                <a:cubicBezTo>
                  <a:pt x="1923" y="132"/>
                  <a:pt x="1919" y="132"/>
                  <a:pt x="1917" y="130"/>
                </a:cubicBezTo>
                <a:lnTo>
                  <a:pt x="1908" y="124"/>
                </a:lnTo>
                <a:cubicBezTo>
                  <a:pt x="1906" y="123"/>
                  <a:pt x="1905" y="121"/>
                  <a:pt x="1905" y="118"/>
                </a:cubicBezTo>
                <a:cubicBezTo>
                  <a:pt x="1904" y="116"/>
                  <a:pt x="1905" y="114"/>
                  <a:pt x="1906" y="112"/>
                </a:cubicBezTo>
                <a:cubicBezTo>
                  <a:pt x="1904" y="112"/>
                  <a:pt x="1903" y="112"/>
                  <a:pt x="1901" y="111"/>
                </a:cubicBezTo>
                <a:cubicBezTo>
                  <a:pt x="1899" y="109"/>
                  <a:pt x="1898" y="105"/>
                  <a:pt x="1899" y="102"/>
                </a:cubicBezTo>
                <a:lnTo>
                  <a:pt x="1903" y="88"/>
                </a:lnTo>
                <a:cubicBezTo>
                  <a:pt x="1902" y="86"/>
                  <a:pt x="1902" y="84"/>
                  <a:pt x="1903" y="82"/>
                </a:cubicBezTo>
                <a:lnTo>
                  <a:pt x="1907" y="72"/>
                </a:lnTo>
                <a:cubicBezTo>
                  <a:pt x="1908" y="71"/>
                  <a:pt x="1909" y="69"/>
                  <a:pt x="1910" y="69"/>
                </a:cubicBezTo>
                <a:lnTo>
                  <a:pt x="1916" y="64"/>
                </a:lnTo>
                <a:lnTo>
                  <a:pt x="1919" y="61"/>
                </a:lnTo>
                <a:lnTo>
                  <a:pt x="1922" y="49"/>
                </a:lnTo>
                <a:lnTo>
                  <a:pt x="1920" y="40"/>
                </a:lnTo>
                <a:lnTo>
                  <a:pt x="1915" y="33"/>
                </a:lnTo>
                <a:lnTo>
                  <a:pt x="1909" y="28"/>
                </a:lnTo>
                <a:lnTo>
                  <a:pt x="1906" y="30"/>
                </a:lnTo>
                <a:lnTo>
                  <a:pt x="1900" y="36"/>
                </a:lnTo>
                <a:lnTo>
                  <a:pt x="1883" y="66"/>
                </a:lnTo>
                <a:cubicBezTo>
                  <a:pt x="1882" y="68"/>
                  <a:pt x="1881" y="69"/>
                  <a:pt x="1879" y="70"/>
                </a:cubicBezTo>
                <a:cubicBezTo>
                  <a:pt x="1876" y="71"/>
                  <a:pt x="1871" y="70"/>
                  <a:pt x="1869" y="68"/>
                </a:cubicBezTo>
                <a:lnTo>
                  <a:pt x="1865" y="64"/>
                </a:lnTo>
                <a:cubicBezTo>
                  <a:pt x="1864" y="63"/>
                  <a:pt x="1864" y="62"/>
                  <a:pt x="1863" y="61"/>
                </a:cubicBezTo>
                <a:lnTo>
                  <a:pt x="1862" y="57"/>
                </a:lnTo>
                <a:cubicBezTo>
                  <a:pt x="1861" y="56"/>
                  <a:pt x="1861" y="55"/>
                  <a:pt x="1861" y="54"/>
                </a:cubicBezTo>
                <a:lnTo>
                  <a:pt x="1861" y="49"/>
                </a:lnTo>
                <a:lnTo>
                  <a:pt x="1861" y="43"/>
                </a:lnTo>
                <a:lnTo>
                  <a:pt x="1858" y="42"/>
                </a:lnTo>
                <a:lnTo>
                  <a:pt x="1855" y="44"/>
                </a:lnTo>
                <a:lnTo>
                  <a:pt x="1851" y="52"/>
                </a:lnTo>
                <a:lnTo>
                  <a:pt x="1845" y="62"/>
                </a:lnTo>
                <a:cubicBezTo>
                  <a:pt x="1844" y="63"/>
                  <a:pt x="1842" y="64"/>
                  <a:pt x="1841" y="65"/>
                </a:cubicBezTo>
                <a:lnTo>
                  <a:pt x="1814" y="73"/>
                </a:lnTo>
                <a:cubicBezTo>
                  <a:pt x="1812" y="74"/>
                  <a:pt x="1810" y="74"/>
                  <a:pt x="1808" y="73"/>
                </a:cubicBezTo>
                <a:lnTo>
                  <a:pt x="1802" y="70"/>
                </a:lnTo>
                <a:cubicBezTo>
                  <a:pt x="1801" y="69"/>
                  <a:pt x="1800" y="69"/>
                  <a:pt x="1799" y="68"/>
                </a:cubicBezTo>
                <a:lnTo>
                  <a:pt x="1787" y="55"/>
                </a:lnTo>
                <a:lnTo>
                  <a:pt x="1783" y="53"/>
                </a:lnTo>
                <a:lnTo>
                  <a:pt x="1764" y="53"/>
                </a:lnTo>
                <a:cubicBezTo>
                  <a:pt x="1762" y="53"/>
                  <a:pt x="1760" y="52"/>
                  <a:pt x="1759" y="51"/>
                </a:cubicBezTo>
                <a:lnTo>
                  <a:pt x="1752" y="46"/>
                </a:lnTo>
                <a:cubicBezTo>
                  <a:pt x="1749" y="44"/>
                  <a:pt x="1748" y="40"/>
                  <a:pt x="1749" y="37"/>
                </a:cubicBezTo>
                <a:lnTo>
                  <a:pt x="1757" y="15"/>
                </a:lnTo>
                <a:lnTo>
                  <a:pt x="1755" y="7"/>
                </a:lnTo>
                <a:lnTo>
                  <a:pt x="1749" y="0"/>
                </a:lnTo>
                <a:lnTo>
                  <a:pt x="1748" y="12"/>
                </a:lnTo>
                <a:cubicBezTo>
                  <a:pt x="1747" y="15"/>
                  <a:pt x="1745" y="18"/>
                  <a:pt x="1741" y="19"/>
                </a:cubicBezTo>
                <a:lnTo>
                  <a:pt x="1732" y="21"/>
                </a:lnTo>
                <a:cubicBezTo>
                  <a:pt x="1730" y="22"/>
                  <a:pt x="1729" y="21"/>
                  <a:pt x="1727" y="21"/>
                </a:cubicBezTo>
                <a:lnTo>
                  <a:pt x="1719" y="18"/>
                </a:lnTo>
                <a:lnTo>
                  <a:pt x="1713" y="24"/>
                </a:lnTo>
                <a:lnTo>
                  <a:pt x="1711" y="33"/>
                </a:lnTo>
                <a:lnTo>
                  <a:pt x="1711" y="39"/>
                </a:lnTo>
                <a:lnTo>
                  <a:pt x="1712" y="47"/>
                </a:lnTo>
                <a:lnTo>
                  <a:pt x="1714" y="71"/>
                </a:lnTo>
                <a:lnTo>
                  <a:pt x="1715" y="74"/>
                </a:lnTo>
                <a:lnTo>
                  <a:pt x="1724" y="78"/>
                </a:lnTo>
                <a:cubicBezTo>
                  <a:pt x="1728" y="80"/>
                  <a:pt x="1730" y="84"/>
                  <a:pt x="1729" y="88"/>
                </a:cubicBezTo>
                <a:lnTo>
                  <a:pt x="1725" y="98"/>
                </a:lnTo>
                <a:lnTo>
                  <a:pt x="1723" y="108"/>
                </a:lnTo>
                <a:lnTo>
                  <a:pt x="1724" y="118"/>
                </a:lnTo>
                <a:lnTo>
                  <a:pt x="1727" y="129"/>
                </a:lnTo>
                <a:cubicBezTo>
                  <a:pt x="1727" y="131"/>
                  <a:pt x="1727" y="133"/>
                  <a:pt x="1726" y="134"/>
                </a:cubicBezTo>
                <a:lnTo>
                  <a:pt x="1720" y="147"/>
                </a:lnTo>
                <a:cubicBezTo>
                  <a:pt x="1718" y="150"/>
                  <a:pt x="1715" y="151"/>
                  <a:pt x="1712" y="152"/>
                </a:cubicBezTo>
                <a:lnTo>
                  <a:pt x="1705" y="151"/>
                </a:lnTo>
                <a:cubicBezTo>
                  <a:pt x="1702" y="151"/>
                  <a:pt x="1699" y="150"/>
                  <a:pt x="1698" y="147"/>
                </a:cubicBezTo>
                <a:lnTo>
                  <a:pt x="1691" y="135"/>
                </a:lnTo>
                <a:cubicBezTo>
                  <a:pt x="1691" y="134"/>
                  <a:pt x="1691" y="133"/>
                  <a:pt x="1690" y="132"/>
                </a:cubicBezTo>
                <a:lnTo>
                  <a:pt x="1688" y="110"/>
                </a:lnTo>
                <a:lnTo>
                  <a:pt x="1683" y="102"/>
                </a:lnTo>
                <a:lnTo>
                  <a:pt x="1621" y="85"/>
                </a:lnTo>
                <a:lnTo>
                  <a:pt x="1619" y="87"/>
                </a:lnTo>
                <a:lnTo>
                  <a:pt x="1621" y="101"/>
                </a:lnTo>
                <a:lnTo>
                  <a:pt x="1624" y="106"/>
                </a:lnTo>
                <a:lnTo>
                  <a:pt x="1636" y="115"/>
                </a:lnTo>
                <a:lnTo>
                  <a:pt x="1643" y="122"/>
                </a:lnTo>
                <a:lnTo>
                  <a:pt x="1651" y="134"/>
                </a:lnTo>
                <a:lnTo>
                  <a:pt x="1655" y="143"/>
                </a:lnTo>
                <a:lnTo>
                  <a:pt x="1657" y="154"/>
                </a:lnTo>
                <a:cubicBezTo>
                  <a:pt x="1658" y="157"/>
                  <a:pt x="1657" y="160"/>
                  <a:pt x="1654" y="162"/>
                </a:cubicBezTo>
                <a:cubicBezTo>
                  <a:pt x="1652" y="164"/>
                  <a:pt x="1649" y="164"/>
                  <a:pt x="1646" y="163"/>
                </a:cubicBezTo>
                <a:lnTo>
                  <a:pt x="1595" y="141"/>
                </a:lnTo>
                <a:lnTo>
                  <a:pt x="1594" y="141"/>
                </a:lnTo>
                <a:lnTo>
                  <a:pt x="1591" y="151"/>
                </a:lnTo>
                <a:lnTo>
                  <a:pt x="1588" y="173"/>
                </a:lnTo>
                <a:lnTo>
                  <a:pt x="1596" y="185"/>
                </a:lnTo>
                <a:lnTo>
                  <a:pt x="1605" y="193"/>
                </a:lnTo>
                <a:lnTo>
                  <a:pt x="1644" y="202"/>
                </a:lnTo>
                <a:lnTo>
                  <a:pt x="1646" y="201"/>
                </a:lnTo>
                <a:lnTo>
                  <a:pt x="1649" y="197"/>
                </a:lnTo>
                <a:lnTo>
                  <a:pt x="1656" y="183"/>
                </a:lnTo>
                <a:cubicBezTo>
                  <a:pt x="1656" y="182"/>
                  <a:pt x="1657" y="181"/>
                  <a:pt x="1658" y="180"/>
                </a:cubicBezTo>
                <a:lnTo>
                  <a:pt x="1663" y="176"/>
                </a:lnTo>
                <a:cubicBezTo>
                  <a:pt x="1666" y="174"/>
                  <a:pt x="1669" y="174"/>
                  <a:pt x="1672" y="175"/>
                </a:cubicBezTo>
                <a:cubicBezTo>
                  <a:pt x="1675" y="177"/>
                  <a:pt x="1677" y="181"/>
                  <a:pt x="1676" y="184"/>
                </a:cubicBezTo>
                <a:lnTo>
                  <a:pt x="1674" y="192"/>
                </a:lnTo>
                <a:lnTo>
                  <a:pt x="1668" y="209"/>
                </a:lnTo>
                <a:lnTo>
                  <a:pt x="1676" y="206"/>
                </a:lnTo>
                <a:cubicBezTo>
                  <a:pt x="1678" y="206"/>
                  <a:pt x="1680" y="206"/>
                  <a:pt x="1682" y="206"/>
                </a:cubicBezTo>
                <a:lnTo>
                  <a:pt x="1685" y="208"/>
                </a:lnTo>
                <a:cubicBezTo>
                  <a:pt x="1686" y="208"/>
                  <a:pt x="1687" y="209"/>
                  <a:pt x="1688" y="210"/>
                </a:cubicBezTo>
                <a:cubicBezTo>
                  <a:pt x="1689" y="211"/>
                  <a:pt x="1690" y="213"/>
                  <a:pt x="1690" y="215"/>
                </a:cubicBezTo>
                <a:lnTo>
                  <a:pt x="1691" y="218"/>
                </a:lnTo>
                <a:lnTo>
                  <a:pt x="1691" y="218"/>
                </a:lnTo>
                <a:cubicBezTo>
                  <a:pt x="1692" y="218"/>
                  <a:pt x="1694" y="218"/>
                  <a:pt x="1695" y="219"/>
                </a:cubicBezTo>
                <a:lnTo>
                  <a:pt x="1698" y="219"/>
                </a:lnTo>
                <a:cubicBezTo>
                  <a:pt x="1700" y="220"/>
                  <a:pt x="1701" y="221"/>
                  <a:pt x="1702" y="223"/>
                </a:cubicBezTo>
                <a:lnTo>
                  <a:pt x="1705" y="227"/>
                </a:lnTo>
                <a:lnTo>
                  <a:pt x="1710" y="238"/>
                </a:lnTo>
                <a:lnTo>
                  <a:pt x="1713" y="242"/>
                </a:lnTo>
                <a:cubicBezTo>
                  <a:pt x="1715" y="245"/>
                  <a:pt x="1715" y="249"/>
                  <a:pt x="1712" y="252"/>
                </a:cubicBezTo>
                <a:lnTo>
                  <a:pt x="1708" y="256"/>
                </a:lnTo>
                <a:lnTo>
                  <a:pt x="1703" y="262"/>
                </a:lnTo>
                <a:lnTo>
                  <a:pt x="1739" y="277"/>
                </a:lnTo>
                <a:cubicBezTo>
                  <a:pt x="1742" y="279"/>
                  <a:pt x="1744" y="283"/>
                  <a:pt x="1743" y="287"/>
                </a:cubicBezTo>
                <a:cubicBezTo>
                  <a:pt x="1742" y="291"/>
                  <a:pt x="1738" y="293"/>
                  <a:pt x="1734" y="292"/>
                </a:cubicBezTo>
                <a:lnTo>
                  <a:pt x="1649" y="274"/>
                </a:lnTo>
                <a:lnTo>
                  <a:pt x="1646" y="274"/>
                </a:lnTo>
                <a:lnTo>
                  <a:pt x="1645" y="276"/>
                </a:lnTo>
                <a:lnTo>
                  <a:pt x="1639" y="296"/>
                </a:lnTo>
                <a:lnTo>
                  <a:pt x="1637" y="312"/>
                </a:lnTo>
                <a:lnTo>
                  <a:pt x="1639" y="317"/>
                </a:lnTo>
                <a:lnTo>
                  <a:pt x="1643" y="320"/>
                </a:lnTo>
                <a:lnTo>
                  <a:pt x="1649" y="321"/>
                </a:lnTo>
                <a:cubicBezTo>
                  <a:pt x="1651" y="321"/>
                  <a:pt x="1653" y="323"/>
                  <a:pt x="1654" y="325"/>
                </a:cubicBezTo>
                <a:cubicBezTo>
                  <a:pt x="1655" y="326"/>
                  <a:pt x="1656" y="329"/>
                  <a:pt x="1655" y="331"/>
                </a:cubicBezTo>
                <a:lnTo>
                  <a:pt x="1651" y="345"/>
                </a:lnTo>
                <a:cubicBezTo>
                  <a:pt x="1651" y="346"/>
                  <a:pt x="1650" y="347"/>
                  <a:pt x="1649" y="348"/>
                </a:cubicBezTo>
                <a:lnTo>
                  <a:pt x="1645" y="352"/>
                </a:lnTo>
                <a:cubicBezTo>
                  <a:pt x="1643" y="354"/>
                  <a:pt x="1639" y="355"/>
                  <a:pt x="1636" y="354"/>
                </a:cubicBezTo>
                <a:lnTo>
                  <a:pt x="1629" y="350"/>
                </a:lnTo>
                <a:lnTo>
                  <a:pt x="1589" y="353"/>
                </a:lnTo>
                <a:lnTo>
                  <a:pt x="1583" y="360"/>
                </a:lnTo>
                <a:lnTo>
                  <a:pt x="1576" y="378"/>
                </a:lnTo>
                <a:lnTo>
                  <a:pt x="1578" y="380"/>
                </a:lnTo>
                <a:lnTo>
                  <a:pt x="1589" y="386"/>
                </a:lnTo>
                <a:cubicBezTo>
                  <a:pt x="1590" y="386"/>
                  <a:pt x="1590" y="387"/>
                  <a:pt x="1591" y="388"/>
                </a:cubicBezTo>
                <a:lnTo>
                  <a:pt x="1597" y="395"/>
                </a:lnTo>
                <a:cubicBezTo>
                  <a:pt x="1599" y="398"/>
                  <a:pt x="1599" y="401"/>
                  <a:pt x="1597" y="404"/>
                </a:cubicBezTo>
                <a:lnTo>
                  <a:pt x="1582" y="427"/>
                </a:lnTo>
                <a:lnTo>
                  <a:pt x="1581" y="435"/>
                </a:lnTo>
                <a:lnTo>
                  <a:pt x="1588" y="445"/>
                </a:lnTo>
                <a:lnTo>
                  <a:pt x="1619" y="467"/>
                </a:lnTo>
                <a:cubicBezTo>
                  <a:pt x="1620" y="468"/>
                  <a:pt x="1620" y="469"/>
                  <a:pt x="1621" y="470"/>
                </a:cubicBezTo>
                <a:lnTo>
                  <a:pt x="1631" y="485"/>
                </a:lnTo>
                <a:cubicBezTo>
                  <a:pt x="1632" y="487"/>
                  <a:pt x="1632" y="490"/>
                  <a:pt x="1631" y="493"/>
                </a:cubicBezTo>
                <a:cubicBezTo>
                  <a:pt x="1630" y="496"/>
                  <a:pt x="1627" y="498"/>
                  <a:pt x="1624" y="497"/>
                </a:cubicBezTo>
                <a:lnTo>
                  <a:pt x="1616" y="497"/>
                </a:lnTo>
                <a:cubicBezTo>
                  <a:pt x="1615" y="497"/>
                  <a:pt x="1614" y="496"/>
                  <a:pt x="1612" y="496"/>
                </a:cubicBezTo>
                <a:lnTo>
                  <a:pt x="1593" y="484"/>
                </a:lnTo>
                <a:lnTo>
                  <a:pt x="1583" y="485"/>
                </a:lnTo>
                <a:cubicBezTo>
                  <a:pt x="1582" y="485"/>
                  <a:pt x="1581" y="485"/>
                  <a:pt x="1580" y="485"/>
                </a:cubicBezTo>
                <a:lnTo>
                  <a:pt x="1576" y="484"/>
                </a:lnTo>
                <a:cubicBezTo>
                  <a:pt x="1574" y="483"/>
                  <a:pt x="1573" y="483"/>
                  <a:pt x="1572" y="482"/>
                </a:cubicBezTo>
                <a:lnTo>
                  <a:pt x="1569" y="479"/>
                </a:lnTo>
                <a:lnTo>
                  <a:pt x="1565" y="472"/>
                </a:lnTo>
                <a:lnTo>
                  <a:pt x="1563" y="473"/>
                </a:lnTo>
                <a:lnTo>
                  <a:pt x="1554" y="482"/>
                </a:lnTo>
                <a:lnTo>
                  <a:pt x="1546" y="496"/>
                </a:lnTo>
                <a:lnTo>
                  <a:pt x="1544" y="503"/>
                </a:lnTo>
                <a:lnTo>
                  <a:pt x="1549" y="507"/>
                </a:lnTo>
                <a:cubicBezTo>
                  <a:pt x="1551" y="509"/>
                  <a:pt x="1553" y="512"/>
                  <a:pt x="1552" y="516"/>
                </a:cubicBezTo>
                <a:lnTo>
                  <a:pt x="1550" y="524"/>
                </a:lnTo>
                <a:cubicBezTo>
                  <a:pt x="1550" y="525"/>
                  <a:pt x="1549" y="526"/>
                  <a:pt x="1549" y="527"/>
                </a:cubicBezTo>
                <a:lnTo>
                  <a:pt x="1546" y="531"/>
                </a:lnTo>
                <a:cubicBezTo>
                  <a:pt x="1545" y="532"/>
                  <a:pt x="1545" y="533"/>
                  <a:pt x="1544" y="534"/>
                </a:cubicBezTo>
                <a:lnTo>
                  <a:pt x="1541" y="536"/>
                </a:lnTo>
                <a:lnTo>
                  <a:pt x="1542" y="539"/>
                </a:lnTo>
                <a:lnTo>
                  <a:pt x="1557" y="560"/>
                </a:lnTo>
                <a:cubicBezTo>
                  <a:pt x="1557" y="561"/>
                  <a:pt x="1557" y="561"/>
                  <a:pt x="1558" y="562"/>
                </a:cubicBezTo>
                <a:lnTo>
                  <a:pt x="1564" y="578"/>
                </a:lnTo>
                <a:lnTo>
                  <a:pt x="1574" y="585"/>
                </a:lnTo>
                <a:cubicBezTo>
                  <a:pt x="1575" y="585"/>
                  <a:pt x="1575" y="586"/>
                  <a:pt x="1576" y="586"/>
                </a:cubicBezTo>
                <a:lnTo>
                  <a:pt x="1579" y="590"/>
                </a:lnTo>
                <a:cubicBezTo>
                  <a:pt x="1582" y="593"/>
                  <a:pt x="1582" y="598"/>
                  <a:pt x="1579" y="601"/>
                </a:cubicBezTo>
                <a:cubicBezTo>
                  <a:pt x="1577" y="604"/>
                  <a:pt x="1573" y="604"/>
                  <a:pt x="1570" y="603"/>
                </a:cubicBezTo>
                <a:lnTo>
                  <a:pt x="1563" y="599"/>
                </a:lnTo>
                <a:lnTo>
                  <a:pt x="1558" y="598"/>
                </a:lnTo>
                <a:lnTo>
                  <a:pt x="1529" y="610"/>
                </a:lnTo>
                <a:cubicBezTo>
                  <a:pt x="1526" y="611"/>
                  <a:pt x="1524" y="610"/>
                  <a:pt x="1521" y="609"/>
                </a:cubicBezTo>
                <a:lnTo>
                  <a:pt x="1516" y="605"/>
                </a:lnTo>
                <a:cubicBezTo>
                  <a:pt x="1513" y="603"/>
                  <a:pt x="1512" y="600"/>
                  <a:pt x="1513" y="596"/>
                </a:cubicBezTo>
                <a:lnTo>
                  <a:pt x="1514" y="592"/>
                </a:lnTo>
                <a:lnTo>
                  <a:pt x="1490" y="594"/>
                </a:lnTo>
                <a:lnTo>
                  <a:pt x="1489" y="598"/>
                </a:lnTo>
                <a:lnTo>
                  <a:pt x="1488" y="610"/>
                </a:lnTo>
                <a:cubicBezTo>
                  <a:pt x="1488" y="611"/>
                  <a:pt x="1488" y="612"/>
                  <a:pt x="1488" y="612"/>
                </a:cubicBezTo>
                <a:lnTo>
                  <a:pt x="1482" y="627"/>
                </a:lnTo>
                <a:cubicBezTo>
                  <a:pt x="1482" y="628"/>
                  <a:pt x="1481" y="629"/>
                  <a:pt x="1481" y="629"/>
                </a:cubicBezTo>
                <a:lnTo>
                  <a:pt x="1472" y="640"/>
                </a:lnTo>
                <a:cubicBezTo>
                  <a:pt x="1472" y="640"/>
                  <a:pt x="1471" y="641"/>
                  <a:pt x="1470" y="641"/>
                </a:cubicBezTo>
                <a:lnTo>
                  <a:pt x="1461" y="647"/>
                </a:lnTo>
                <a:cubicBezTo>
                  <a:pt x="1460" y="648"/>
                  <a:pt x="1459" y="648"/>
                  <a:pt x="1457" y="648"/>
                </a:cubicBezTo>
                <a:lnTo>
                  <a:pt x="1448" y="649"/>
                </a:lnTo>
                <a:cubicBezTo>
                  <a:pt x="1446" y="649"/>
                  <a:pt x="1445" y="649"/>
                  <a:pt x="1443" y="648"/>
                </a:cubicBezTo>
                <a:lnTo>
                  <a:pt x="1440" y="646"/>
                </a:lnTo>
                <a:lnTo>
                  <a:pt x="1436" y="653"/>
                </a:lnTo>
                <a:lnTo>
                  <a:pt x="1436" y="658"/>
                </a:lnTo>
                <a:lnTo>
                  <a:pt x="1442" y="676"/>
                </a:lnTo>
                <a:cubicBezTo>
                  <a:pt x="1443" y="679"/>
                  <a:pt x="1441" y="683"/>
                  <a:pt x="1439" y="685"/>
                </a:cubicBezTo>
                <a:lnTo>
                  <a:pt x="1434" y="688"/>
                </a:lnTo>
                <a:cubicBezTo>
                  <a:pt x="1432" y="689"/>
                  <a:pt x="1429" y="689"/>
                  <a:pt x="1426" y="688"/>
                </a:cubicBezTo>
                <a:lnTo>
                  <a:pt x="1422" y="686"/>
                </a:lnTo>
                <a:lnTo>
                  <a:pt x="1421" y="687"/>
                </a:lnTo>
                <a:lnTo>
                  <a:pt x="1416" y="703"/>
                </a:lnTo>
                <a:cubicBezTo>
                  <a:pt x="1416" y="704"/>
                  <a:pt x="1415" y="705"/>
                  <a:pt x="1413" y="706"/>
                </a:cubicBezTo>
                <a:lnTo>
                  <a:pt x="1409" y="709"/>
                </a:lnTo>
                <a:cubicBezTo>
                  <a:pt x="1407" y="711"/>
                  <a:pt x="1404" y="711"/>
                  <a:pt x="1401" y="710"/>
                </a:cubicBezTo>
                <a:lnTo>
                  <a:pt x="1390" y="704"/>
                </a:lnTo>
                <a:cubicBezTo>
                  <a:pt x="1389" y="704"/>
                  <a:pt x="1388" y="703"/>
                  <a:pt x="1387" y="702"/>
                </a:cubicBezTo>
                <a:lnTo>
                  <a:pt x="1384" y="699"/>
                </a:lnTo>
                <a:cubicBezTo>
                  <a:pt x="1383" y="698"/>
                  <a:pt x="1382" y="696"/>
                  <a:pt x="1382" y="693"/>
                </a:cubicBezTo>
                <a:lnTo>
                  <a:pt x="1382" y="686"/>
                </a:lnTo>
                <a:lnTo>
                  <a:pt x="1388" y="651"/>
                </a:lnTo>
                <a:lnTo>
                  <a:pt x="1388" y="648"/>
                </a:lnTo>
                <a:lnTo>
                  <a:pt x="1385" y="640"/>
                </a:lnTo>
                <a:lnTo>
                  <a:pt x="1384" y="631"/>
                </a:lnTo>
                <a:cubicBezTo>
                  <a:pt x="1384" y="631"/>
                  <a:pt x="1384" y="630"/>
                  <a:pt x="1384" y="629"/>
                </a:cubicBezTo>
                <a:lnTo>
                  <a:pt x="1387" y="614"/>
                </a:lnTo>
                <a:cubicBezTo>
                  <a:pt x="1387" y="613"/>
                  <a:pt x="1387" y="612"/>
                  <a:pt x="1388" y="612"/>
                </a:cubicBezTo>
                <a:lnTo>
                  <a:pt x="1394" y="600"/>
                </a:lnTo>
                <a:cubicBezTo>
                  <a:pt x="1394" y="599"/>
                  <a:pt x="1394" y="598"/>
                  <a:pt x="1395" y="598"/>
                </a:cubicBezTo>
                <a:lnTo>
                  <a:pt x="1405" y="587"/>
                </a:lnTo>
                <a:lnTo>
                  <a:pt x="1403" y="579"/>
                </a:lnTo>
                <a:lnTo>
                  <a:pt x="1401" y="574"/>
                </a:lnTo>
                <a:lnTo>
                  <a:pt x="1398" y="566"/>
                </a:lnTo>
                <a:cubicBezTo>
                  <a:pt x="1398" y="565"/>
                  <a:pt x="1398" y="564"/>
                  <a:pt x="1398" y="563"/>
                </a:cubicBezTo>
                <a:lnTo>
                  <a:pt x="1399" y="551"/>
                </a:lnTo>
                <a:cubicBezTo>
                  <a:pt x="1399" y="550"/>
                  <a:pt x="1399" y="549"/>
                  <a:pt x="1400" y="549"/>
                </a:cubicBezTo>
                <a:lnTo>
                  <a:pt x="1404" y="539"/>
                </a:lnTo>
                <a:cubicBezTo>
                  <a:pt x="1404" y="538"/>
                  <a:pt x="1404" y="537"/>
                  <a:pt x="1405" y="536"/>
                </a:cubicBezTo>
                <a:lnTo>
                  <a:pt x="1411" y="529"/>
                </a:lnTo>
                <a:lnTo>
                  <a:pt x="1413" y="525"/>
                </a:lnTo>
                <a:lnTo>
                  <a:pt x="1412" y="515"/>
                </a:lnTo>
                <a:cubicBezTo>
                  <a:pt x="1411" y="514"/>
                  <a:pt x="1412" y="513"/>
                  <a:pt x="1412" y="512"/>
                </a:cubicBezTo>
                <a:lnTo>
                  <a:pt x="1428" y="440"/>
                </a:lnTo>
                <a:lnTo>
                  <a:pt x="1422" y="434"/>
                </a:lnTo>
                <a:lnTo>
                  <a:pt x="1399" y="426"/>
                </a:lnTo>
                <a:lnTo>
                  <a:pt x="1390" y="427"/>
                </a:lnTo>
                <a:lnTo>
                  <a:pt x="1354" y="447"/>
                </a:lnTo>
                <a:cubicBezTo>
                  <a:pt x="1351" y="448"/>
                  <a:pt x="1347" y="448"/>
                  <a:pt x="1345" y="446"/>
                </a:cubicBezTo>
                <a:lnTo>
                  <a:pt x="1334" y="437"/>
                </a:lnTo>
                <a:cubicBezTo>
                  <a:pt x="1332" y="435"/>
                  <a:pt x="1332" y="432"/>
                  <a:pt x="1332" y="430"/>
                </a:cubicBezTo>
                <a:cubicBezTo>
                  <a:pt x="1333" y="427"/>
                  <a:pt x="1333" y="425"/>
                  <a:pt x="1335" y="424"/>
                </a:cubicBezTo>
                <a:lnTo>
                  <a:pt x="1425" y="371"/>
                </a:lnTo>
                <a:lnTo>
                  <a:pt x="1439" y="347"/>
                </a:lnTo>
                <a:lnTo>
                  <a:pt x="1437" y="333"/>
                </a:lnTo>
                <a:lnTo>
                  <a:pt x="1439" y="314"/>
                </a:lnTo>
                <a:lnTo>
                  <a:pt x="1443" y="297"/>
                </a:lnTo>
                <a:lnTo>
                  <a:pt x="1448" y="282"/>
                </a:lnTo>
                <a:lnTo>
                  <a:pt x="1454" y="270"/>
                </a:lnTo>
                <a:lnTo>
                  <a:pt x="1452" y="272"/>
                </a:lnTo>
                <a:cubicBezTo>
                  <a:pt x="1450" y="274"/>
                  <a:pt x="1447" y="274"/>
                  <a:pt x="1444" y="273"/>
                </a:cubicBezTo>
                <a:lnTo>
                  <a:pt x="1441" y="272"/>
                </a:lnTo>
                <a:cubicBezTo>
                  <a:pt x="1439" y="271"/>
                  <a:pt x="1438" y="270"/>
                  <a:pt x="1437" y="269"/>
                </a:cubicBezTo>
                <a:lnTo>
                  <a:pt x="1434" y="265"/>
                </a:lnTo>
                <a:cubicBezTo>
                  <a:pt x="1434" y="265"/>
                  <a:pt x="1433" y="264"/>
                  <a:pt x="1433" y="263"/>
                </a:cubicBezTo>
                <a:lnTo>
                  <a:pt x="1431" y="256"/>
                </a:lnTo>
                <a:lnTo>
                  <a:pt x="1431" y="244"/>
                </a:lnTo>
                <a:lnTo>
                  <a:pt x="1432" y="232"/>
                </a:lnTo>
                <a:cubicBezTo>
                  <a:pt x="1433" y="230"/>
                  <a:pt x="1434" y="229"/>
                  <a:pt x="1435" y="227"/>
                </a:cubicBezTo>
                <a:lnTo>
                  <a:pt x="1439" y="224"/>
                </a:lnTo>
                <a:cubicBezTo>
                  <a:pt x="1440" y="224"/>
                  <a:pt x="1441" y="223"/>
                  <a:pt x="1442" y="223"/>
                </a:cubicBezTo>
                <a:lnTo>
                  <a:pt x="1444" y="222"/>
                </a:lnTo>
                <a:lnTo>
                  <a:pt x="1446" y="219"/>
                </a:lnTo>
                <a:lnTo>
                  <a:pt x="1451" y="205"/>
                </a:lnTo>
                <a:lnTo>
                  <a:pt x="1452" y="197"/>
                </a:lnTo>
                <a:lnTo>
                  <a:pt x="1450" y="189"/>
                </a:lnTo>
                <a:cubicBezTo>
                  <a:pt x="1449" y="188"/>
                  <a:pt x="1449" y="188"/>
                  <a:pt x="1449" y="187"/>
                </a:cubicBezTo>
                <a:lnTo>
                  <a:pt x="1448" y="182"/>
                </a:lnTo>
                <a:cubicBezTo>
                  <a:pt x="1448" y="181"/>
                  <a:pt x="1448" y="180"/>
                  <a:pt x="1448" y="179"/>
                </a:cubicBezTo>
                <a:lnTo>
                  <a:pt x="1449" y="172"/>
                </a:lnTo>
                <a:lnTo>
                  <a:pt x="1437" y="162"/>
                </a:lnTo>
                <a:cubicBezTo>
                  <a:pt x="1435" y="160"/>
                  <a:pt x="1434" y="157"/>
                  <a:pt x="1435" y="155"/>
                </a:cubicBezTo>
                <a:lnTo>
                  <a:pt x="1427" y="157"/>
                </a:lnTo>
                <a:lnTo>
                  <a:pt x="1355" y="231"/>
                </a:lnTo>
                <a:lnTo>
                  <a:pt x="1336" y="262"/>
                </a:lnTo>
                <a:lnTo>
                  <a:pt x="1320" y="295"/>
                </a:lnTo>
                <a:cubicBezTo>
                  <a:pt x="1320" y="296"/>
                  <a:pt x="1319" y="297"/>
                  <a:pt x="1319" y="297"/>
                </a:cubicBezTo>
                <a:lnTo>
                  <a:pt x="1299" y="319"/>
                </a:lnTo>
                <a:lnTo>
                  <a:pt x="1292" y="333"/>
                </a:lnTo>
                <a:lnTo>
                  <a:pt x="1284" y="364"/>
                </a:lnTo>
                <a:cubicBezTo>
                  <a:pt x="1284" y="365"/>
                  <a:pt x="1283" y="366"/>
                  <a:pt x="1282" y="367"/>
                </a:cubicBezTo>
                <a:lnTo>
                  <a:pt x="1277" y="372"/>
                </a:lnTo>
                <a:cubicBezTo>
                  <a:pt x="1276" y="373"/>
                  <a:pt x="1274" y="374"/>
                  <a:pt x="1272" y="374"/>
                </a:cubicBezTo>
                <a:lnTo>
                  <a:pt x="1263" y="375"/>
                </a:lnTo>
                <a:lnTo>
                  <a:pt x="1259" y="392"/>
                </a:lnTo>
                <a:lnTo>
                  <a:pt x="1246" y="453"/>
                </a:lnTo>
                <a:lnTo>
                  <a:pt x="1239" y="472"/>
                </a:lnTo>
                <a:lnTo>
                  <a:pt x="1229" y="490"/>
                </a:lnTo>
                <a:lnTo>
                  <a:pt x="1218" y="503"/>
                </a:lnTo>
                <a:cubicBezTo>
                  <a:pt x="1218" y="503"/>
                  <a:pt x="1217" y="504"/>
                  <a:pt x="1216" y="505"/>
                </a:cubicBezTo>
                <a:lnTo>
                  <a:pt x="1206" y="509"/>
                </a:lnTo>
                <a:lnTo>
                  <a:pt x="1201" y="514"/>
                </a:lnTo>
                <a:lnTo>
                  <a:pt x="1136" y="626"/>
                </a:lnTo>
                <a:lnTo>
                  <a:pt x="1070" y="716"/>
                </a:lnTo>
                <a:lnTo>
                  <a:pt x="1067" y="724"/>
                </a:lnTo>
                <a:lnTo>
                  <a:pt x="1089" y="733"/>
                </a:lnTo>
                <a:cubicBezTo>
                  <a:pt x="1091" y="734"/>
                  <a:pt x="1092" y="735"/>
                  <a:pt x="1093" y="737"/>
                </a:cubicBezTo>
                <a:lnTo>
                  <a:pt x="1100" y="749"/>
                </a:lnTo>
                <a:cubicBezTo>
                  <a:pt x="1101" y="751"/>
                  <a:pt x="1102" y="754"/>
                  <a:pt x="1101" y="756"/>
                </a:cubicBezTo>
                <a:lnTo>
                  <a:pt x="1094" y="774"/>
                </a:lnTo>
                <a:cubicBezTo>
                  <a:pt x="1093" y="775"/>
                  <a:pt x="1093" y="776"/>
                  <a:pt x="1092" y="776"/>
                </a:cubicBezTo>
                <a:lnTo>
                  <a:pt x="1073" y="801"/>
                </a:lnTo>
                <a:lnTo>
                  <a:pt x="1067" y="824"/>
                </a:lnTo>
                <a:lnTo>
                  <a:pt x="1061" y="836"/>
                </a:lnTo>
                <a:lnTo>
                  <a:pt x="1055" y="846"/>
                </a:lnTo>
                <a:lnTo>
                  <a:pt x="1050" y="852"/>
                </a:lnTo>
                <a:cubicBezTo>
                  <a:pt x="1049" y="853"/>
                  <a:pt x="1048" y="854"/>
                  <a:pt x="1046" y="854"/>
                </a:cubicBezTo>
                <a:lnTo>
                  <a:pt x="1041" y="855"/>
                </a:lnTo>
                <a:lnTo>
                  <a:pt x="1038" y="857"/>
                </a:lnTo>
                <a:lnTo>
                  <a:pt x="1034" y="862"/>
                </a:lnTo>
                <a:lnTo>
                  <a:pt x="1030" y="871"/>
                </a:lnTo>
                <a:lnTo>
                  <a:pt x="1019" y="914"/>
                </a:lnTo>
                <a:lnTo>
                  <a:pt x="1012" y="934"/>
                </a:lnTo>
                <a:cubicBezTo>
                  <a:pt x="1012" y="935"/>
                  <a:pt x="1011" y="936"/>
                  <a:pt x="1011" y="937"/>
                </a:cubicBezTo>
                <a:lnTo>
                  <a:pt x="1003" y="945"/>
                </a:lnTo>
                <a:cubicBezTo>
                  <a:pt x="1002" y="946"/>
                  <a:pt x="1001" y="947"/>
                  <a:pt x="999" y="947"/>
                </a:cubicBezTo>
                <a:lnTo>
                  <a:pt x="993" y="949"/>
                </a:lnTo>
                <a:lnTo>
                  <a:pt x="980" y="957"/>
                </a:lnTo>
                <a:cubicBezTo>
                  <a:pt x="980" y="957"/>
                  <a:pt x="979" y="957"/>
                  <a:pt x="978" y="958"/>
                </a:cubicBezTo>
                <a:lnTo>
                  <a:pt x="971" y="959"/>
                </a:lnTo>
                <a:cubicBezTo>
                  <a:pt x="969" y="960"/>
                  <a:pt x="967" y="960"/>
                  <a:pt x="965" y="959"/>
                </a:cubicBezTo>
                <a:lnTo>
                  <a:pt x="959" y="956"/>
                </a:lnTo>
                <a:cubicBezTo>
                  <a:pt x="957" y="955"/>
                  <a:pt x="956" y="953"/>
                  <a:pt x="955" y="952"/>
                </a:cubicBezTo>
                <a:lnTo>
                  <a:pt x="951" y="944"/>
                </a:lnTo>
                <a:lnTo>
                  <a:pt x="949" y="936"/>
                </a:lnTo>
                <a:lnTo>
                  <a:pt x="946" y="932"/>
                </a:lnTo>
                <a:cubicBezTo>
                  <a:pt x="944" y="930"/>
                  <a:pt x="944" y="927"/>
                  <a:pt x="944" y="925"/>
                </a:cubicBezTo>
                <a:lnTo>
                  <a:pt x="947" y="916"/>
                </a:lnTo>
                <a:cubicBezTo>
                  <a:pt x="946" y="916"/>
                  <a:pt x="945" y="915"/>
                  <a:pt x="944" y="914"/>
                </a:cubicBezTo>
                <a:cubicBezTo>
                  <a:pt x="942" y="912"/>
                  <a:pt x="941" y="909"/>
                  <a:pt x="942" y="907"/>
                </a:cubicBezTo>
                <a:lnTo>
                  <a:pt x="944" y="899"/>
                </a:lnTo>
                <a:lnTo>
                  <a:pt x="941" y="900"/>
                </a:lnTo>
                <a:lnTo>
                  <a:pt x="939" y="904"/>
                </a:lnTo>
                <a:lnTo>
                  <a:pt x="937" y="915"/>
                </a:lnTo>
                <a:lnTo>
                  <a:pt x="938" y="922"/>
                </a:lnTo>
                <a:lnTo>
                  <a:pt x="945" y="936"/>
                </a:lnTo>
                <a:cubicBezTo>
                  <a:pt x="945" y="937"/>
                  <a:pt x="945" y="938"/>
                  <a:pt x="945" y="939"/>
                </a:cubicBezTo>
                <a:lnTo>
                  <a:pt x="947" y="964"/>
                </a:lnTo>
                <a:cubicBezTo>
                  <a:pt x="947" y="966"/>
                  <a:pt x="946" y="968"/>
                  <a:pt x="944" y="970"/>
                </a:cubicBezTo>
                <a:cubicBezTo>
                  <a:pt x="943" y="971"/>
                  <a:pt x="941" y="973"/>
                  <a:pt x="939" y="973"/>
                </a:cubicBezTo>
                <a:lnTo>
                  <a:pt x="929" y="973"/>
                </a:lnTo>
                <a:cubicBezTo>
                  <a:pt x="927" y="973"/>
                  <a:pt x="924" y="972"/>
                  <a:pt x="922" y="970"/>
                </a:cubicBezTo>
                <a:lnTo>
                  <a:pt x="910" y="955"/>
                </a:lnTo>
                <a:cubicBezTo>
                  <a:pt x="909" y="955"/>
                  <a:pt x="909" y="954"/>
                  <a:pt x="908" y="953"/>
                </a:cubicBezTo>
                <a:lnTo>
                  <a:pt x="902" y="933"/>
                </a:lnTo>
                <a:cubicBezTo>
                  <a:pt x="902" y="932"/>
                  <a:pt x="902" y="931"/>
                  <a:pt x="902" y="930"/>
                </a:cubicBezTo>
                <a:lnTo>
                  <a:pt x="903" y="880"/>
                </a:lnTo>
                <a:cubicBezTo>
                  <a:pt x="903" y="879"/>
                  <a:pt x="903" y="878"/>
                  <a:pt x="904" y="877"/>
                </a:cubicBezTo>
                <a:lnTo>
                  <a:pt x="910" y="862"/>
                </a:lnTo>
                <a:lnTo>
                  <a:pt x="908" y="851"/>
                </a:lnTo>
                <a:lnTo>
                  <a:pt x="910" y="835"/>
                </a:lnTo>
                <a:lnTo>
                  <a:pt x="912" y="824"/>
                </a:lnTo>
                <a:lnTo>
                  <a:pt x="912" y="819"/>
                </a:lnTo>
                <a:lnTo>
                  <a:pt x="913" y="814"/>
                </a:lnTo>
                <a:cubicBezTo>
                  <a:pt x="914" y="811"/>
                  <a:pt x="916" y="808"/>
                  <a:pt x="919" y="808"/>
                </a:cubicBezTo>
                <a:lnTo>
                  <a:pt x="919" y="807"/>
                </a:lnTo>
                <a:lnTo>
                  <a:pt x="921" y="803"/>
                </a:lnTo>
                <a:lnTo>
                  <a:pt x="925" y="797"/>
                </a:lnTo>
                <a:lnTo>
                  <a:pt x="930" y="792"/>
                </a:lnTo>
                <a:lnTo>
                  <a:pt x="931" y="791"/>
                </a:lnTo>
                <a:lnTo>
                  <a:pt x="940" y="786"/>
                </a:lnTo>
                <a:lnTo>
                  <a:pt x="982" y="741"/>
                </a:lnTo>
                <a:lnTo>
                  <a:pt x="983" y="735"/>
                </a:lnTo>
                <a:lnTo>
                  <a:pt x="982" y="727"/>
                </a:lnTo>
                <a:lnTo>
                  <a:pt x="977" y="735"/>
                </a:lnTo>
                <a:cubicBezTo>
                  <a:pt x="976" y="736"/>
                  <a:pt x="976" y="736"/>
                  <a:pt x="975" y="737"/>
                </a:cubicBezTo>
                <a:lnTo>
                  <a:pt x="969" y="741"/>
                </a:lnTo>
                <a:cubicBezTo>
                  <a:pt x="966" y="743"/>
                  <a:pt x="961" y="743"/>
                  <a:pt x="958" y="739"/>
                </a:cubicBezTo>
                <a:lnTo>
                  <a:pt x="953" y="733"/>
                </a:lnTo>
                <a:cubicBezTo>
                  <a:pt x="952" y="732"/>
                  <a:pt x="951" y="730"/>
                  <a:pt x="951" y="728"/>
                </a:cubicBezTo>
                <a:lnTo>
                  <a:pt x="952" y="718"/>
                </a:lnTo>
                <a:cubicBezTo>
                  <a:pt x="952" y="717"/>
                  <a:pt x="952" y="716"/>
                  <a:pt x="952" y="715"/>
                </a:cubicBezTo>
                <a:lnTo>
                  <a:pt x="954" y="709"/>
                </a:lnTo>
                <a:lnTo>
                  <a:pt x="953" y="708"/>
                </a:lnTo>
                <a:cubicBezTo>
                  <a:pt x="952" y="708"/>
                  <a:pt x="951" y="707"/>
                  <a:pt x="950" y="707"/>
                </a:cubicBezTo>
                <a:lnTo>
                  <a:pt x="946" y="702"/>
                </a:lnTo>
                <a:cubicBezTo>
                  <a:pt x="944" y="700"/>
                  <a:pt x="943" y="695"/>
                  <a:pt x="946" y="692"/>
                </a:cubicBezTo>
                <a:lnTo>
                  <a:pt x="969" y="660"/>
                </a:lnTo>
                <a:cubicBezTo>
                  <a:pt x="970" y="659"/>
                  <a:pt x="971" y="658"/>
                  <a:pt x="972" y="658"/>
                </a:cubicBezTo>
                <a:lnTo>
                  <a:pt x="984" y="652"/>
                </a:lnTo>
                <a:cubicBezTo>
                  <a:pt x="987" y="651"/>
                  <a:pt x="990" y="651"/>
                  <a:pt x="993" y="653"/>
                </a:cubicBezTo>
                <a:lnTo>
                  <a:pt x="1000" y="658"/>
                </a:lnTo>
                <a:lnTo>
                  <a:pt x="1000" y="655"/>
                </a:lnTo>
                <a:lnTo>
                  <a:pt x="995" y="629"/>
                </a:lnTo>
                <a:cubicBezTo>
                  <a:pt x="995" y="629"/>
                  <a:pt x="995" y="628"/>
                  <a:pt x="995" y="627"/>
                </a:cubicBezTo>
                <a:lnTo>
                  <a:pt x="997" y="614"/>
                </a:lnTo>
                <a:cubicBezTo>
                  <a:pt x="997" y="613"/>
                  <a:pt x="997" y="612"/>
                  <a:pt x="998" y="611"/>
                </a:cubicBezTo>
                <a:lnTo>
                  <a:pt x="1003" y="604"/>
                </a:lnTo>
                <a:lnTo>
                  <a:pt x="1003" y="604"/>
                </a:lnTo>
                <a:lnTo>
                  <a:pt x="998" y="596"/>
                </a:lnTo>
                <a:lnTo>
                  <a:pt x="958" y="602"/>
                </a:lnTo>
                <a:cubicBezTo>
                  <a:pt x="955" y="603"/>
                  <a:pt x="952" y="601"/>
                  <a:pt x="950" y="599"/>
                </a:cubicBezTo>
                <a:lnTo>
                  <a:pt x="939" y="582"/>
                </a:lnTo>
                <a:cubicBezTo>
                  <a:pt x="937" y="579"/>
                  <a:pt x="937" y="576"/>
                  <a:pt x="939" y="573"/>
                </a:cubicBezTo>
                <a:cubicBezTo>
                  <a:pt x="940" y="571"/>
                  <a:pt x="941" y="570"/>
                  <a:pt x="943" y="570"/>
                </a:cubicBezTo>
                <a:cubicBezTo>
                  <a:pt x="942" y="567"/>
                  <a:pt x="941" y="564"/>
                  <a:pt x="942" y="561"/>
                </a:cubicBezTo>
                <a:lnTo>
                  <a:pt x="951" y="543"/>
                </a:lnTo>
                <a:cubicBezTo>
                  <a:pt x="951" y="542"/>
                  <a:pt x="952" y="541"/>
                  <a:pt x="953" y="540"/>
                </a:cubicBezTo>
                <a:lnTo>
                  <a:pt x="995" y="502"/>
                </a:lnTo>
                <a:lnTo>
                  <a:pt x="999" y="497"/>
                </a:lnTo>
                <a:lnTo>
                  <a:pt x="1008" y="478"/>
                </a:lnTo>
                <a:cubicBezTo>
                  <a:pt x="1009" y="478"/>
                  <a:pt x="1009" y="477"/>
                  <a:pt x="1010" y="476"/>
                </a:cubicBezTo>
                <a:lnTo>
                  <a:pt x="1016" y="470"/>
                </a:lnTo>
                <a:cubicBezTo>
                  <a:pt x="1016" y="470"/>
                  <a:pt x="1017" y="469"/>
                  <a:pt x="1018" y="469"/>
                </a:cubicBezTo>
                <a:lnTo>
                  <a:pt x="1030" y="463"/>
                </a:lnTo>
                <a:lnTo>
                  <a:pt x="1051" y="433"/>
                </a:lnTo>
                <a:lnTo>
                  <a:pt x="1057" y="416"/>
                </a:lnTo>
                <a:cubicBezTo>
                  <a:pt x="1057" y="413"/>
                  <a:pt x="1059" y="412"/>
                  <a:pt x="1061" y="411"/>
                </a:cubicBezTo>
                <a:lnTo>
                  <a:pt x="1079" y="403"/>
                </a:lnTo>
                <a:lnTo>
                  <a:pt x="1092" y="380"/>
                </a:lnTo>
                <a:cubicBezTo>
                  <a:pt x="1093" y="378"/>
                  <a:pt x="1094" y="377"/>
                  <a:pt x="1096" y="376"/>
                </a:cubicBezTo>
                <a:lnTo>
                  <a:pt x="1106" y="371"/>
                </a:lnTo>
                <a:lnTo>
                  <a:pt x="1112" y="365"/>
                </a:lnTo>
                <a:lnTo>
                  <a:pt x="1117" y="357"/>
                </a:lnTo>
                <a:lnTo>
                  <a:pt x="1120" y="349"/>
                </a:lnTo>
                <a:lnTo>
                  <a:pt x="1114" y="334"/>
                </a:lnTo>
                <a:lnTo>
                  <a:pt x="1113" y="325"/>
                </a:lnTo>
                <a:cubicBezTo>
                  <a:pt x="1112" y="321"/>
                  <a:pt x="1114" y="317"/>
                  <a:pt x="1118" y="315"/>
                </a:cubicBezTo>
                <a:lnTo>
                  <a:pt x="1146" y="305"/>
                </a:lnTo>
                <a:lnTo>
                  <a:pt x="1152" y="299"/>
                </a:lnTo>
                <a:lnTo>
                  <a:pt x="1166" y="271"/>
                </a:lnTo>
                <a:lnTo>
                  <a:pt x="1174" y="259"/>
                </a:lnTo>
                <a:cubicBezTo>
                  <a:pt x="1175" y="258"/>
                  <a:pt x="1176" y="257"/>
                  <a:pt x="1177" y="257"/>
                </a:cubicBezTo>
                <a:lnTo>
                  <a:pt x="1188" y="250"/>
                </a:lnTo>
                <a:lnTo>
                  <a:pt x="1196" y="239"/>
                </a:lnTo>
                <a:cubicBezTo>
                  <a:pt x="1196" y="238"/>
                  <a:pt x="1197" y="237"/>
                  <a:pt x="1198" y="236"/>
                </a:cubicBezTo>
                <a:lnTo>
                  <a:pt x="1204" y="233"/>
                </a:lnTo>
                <a:lnTo>
                  <a:pt x="1204" y="231"/>
                </a:lnTo>
                <a:lnTo>
                  <a:pt x="1199" y="216"/>
                </a:lnTo>
                <a:lnTo>
                  <a:pt x="1194" y="209"/>
                </a:lnTo>
                <a:lnTo>
                  <a:pt x="1193" y="209"/>
                </a:lnTo>
                <a:lnTo>
                  <a:pt x="1185" y="215"/>
                </a:lnTo>
                <a:cubicBezTo>
                  <a:pt x="1185" y="216"/>
                  <a:pt x="1184" y="216"/>
                  <a:pt x="1184" y="216"/>
                </a:cubicBezTo>
                <a:lnTo>
                  <a:pt x="1176" y="221"/>
                </a:lnTo>
                <a:lnTo>
                  <a:pt x="1171" y="234"/>
                </a:lnTo>
                <a:cubicBezTo>
                  <a:pt x="1170" y="235"/>
                  <a:pt x="1169" y="236"/>
                  <a:pt x="1168" y="237"/>
                </a:cubicBezTo>
                <a:lnTo>
                  <a:pt x="1165" y="240"/>
                </a:lnTo>
                <a:cubicBezTo>
                  <a:pt x="1161" y="242"/>
                  <a:pt x="1157" y="242"/>
                  <a:pt x="1154" y="239"/>
                </a:cubicBezTo>
                <a:lnTo>
                  <a:pt x="1151" y="237"/>
                </a:lnTo>
                <a:cubicBezTo>
                  <a:pt x="1151" y="236"/>
                  <a:pt x="1150" y="235"/>
                  <a:pt x="1149" y="234"/>
                </a:cubicBezTo>
                <a:lnTo>
                  <a:pt x="1146" y="228"/>
                </a:lnTo>
                <a:lnTo>
                  <a:pt x="1139" y="208"/>
                </a:lnTo>
                <a:lnTo>
                  <a:pt x="1133" y="208"/>
                </a:lnTo>
                <a:lnTo>
                  <a:pt x="1121" y="213"/>
                </a:lnTo>
                <a:lnTo>
                  <a:pt x="1115" y="219"/>
                </a:lnTo>
                <a:lnTo>
                  <a:pt x="1104" y="244"/>
                </a:lnTo>
                <a:cubicBezTo>
                  <a:pt x="1102" y="247"/>
                  <a:pt x="1098" y="249"/>
                  <a:pt x="1095" y="248"/>
                </a:cubicBezTo>
                <a:lnTo>
                  <a:pt x="1090" y="246"/>
                </a:lnTo>
                <a:cubicBezTo>
                  <a:pt x="1088" y="245"/>
                  <a:pt x="1086" y="244"/>
                  <a:pt x="1085" y="241"/>
                </a:cubicBezTo>
                <a:lnTo>
                  <a:pt x="1085" y="240"/>
                </a:lnTo>
                <a:lnTo>
                  <a:pt x="1077" y="252"/>
                </a:lnTo>
                <a:cubicBezTo>
                  <a:pt x="1076" y="254"/>
                  <a:pt x="1075" y="255"/>
                  <a:pt x="1073" y="256"/>
                </a:cubicBezTo>
                <a:lnTo>
                  <a:pt x="1065" y="258"/>
                </a:lnTo>
                <a:cubicBezTo>
                  <a:pt x="1061" y="260"/>
                  <a:pt x="1057" y="257"/>
                  <a:pt x="1055" y="253"/>
                </a:cubicBezTo>
                <a:lnTo>
                  <a:pt x="1050" y="238"/>
                </a:lnTo>
                <a:lnTo>
                  <a:pt x="1042" y="274"/>
                </a:lnTo>
                <a:lnTo>
                  <a:pt x="1039" y="281"/>
                </a:lnTo>
                <a:cubicBezTo>
                  <a:pt x="1038" y="284"/>
                  <a:pt x="1034" y="286"/>
                  <a:pt x="1031" y="286"/>
                </a:cubicBezTo>
                <a:lnTo>
                  <a:pt x="1023" y="284"/>
                </a:lnTo>
                <a:lnTo>
                  <a:pt x="1021" y="285"/>
                </a:lnTo>
                <a:lnTo>
                  <a:pt x="1016" y="298"/>
                </a:lnTo>
                <a:cubicBezTo>
                  <a:pt x="1016" y="299"/>
                  <a:pt x="1016" y="300"/>
                  <a:pt x="1015" y="300"/>
                </a:cubicBezTo>
                <a:lnTo>
                  <a:pt x="1012" y="303"/>
                </a:lnTo>
                <a:cubicBezTo>
                  <a:pt x="1010" y="305"/>
                  <a:pt x="1008" y="306"/>
                  <a:pt x="1005" y="306"/>
                </a:cubicBezTo>
                <a:lnTo>
                  <a:pt x="1002" y="306"/>
                </a:lnTo>
                <a:cubicBezTo>
                  <a:pt x="999" y="305"/>
                  <a:pt x="997" y="304"/>
                  <a:pt x="996" y="302"/>
                </a:cubicBezTo>
                <a:cubicBezTo>
                  <a:pt x="995" y="301"/>
                  <a:pt x="994" y="298"/>
                  <a:pt x="995" y="296"/>
                </a:cubicBezTo>
                <a:lnTo>
                  <a:pt x="1001" y="266"/>
                </a:lnTo>
                <a:lnTo>
                  <a:pt x="991" y="223"/>
                </a:lnTo>
                <a:lnTo>
                  <a:pt x="976" y="197"/>
                </a:lnTo>
                <a:lnTo>
                  <a:pt x="973" y="194"/>
                </a:lnTo>
                <a:cubicBezTo>
                  <a:pt x="972" y="193"/>
                  <a:pt x="972" y="193"/>
                  <a:pt x="971" y="192"/>
                </a:cubicBezTo>
                <a:lnTo>
                  <a:pt x="970" y="189"/>
                </a:lnTo>
                <a:lnTo>
                  <a:pt x="968" y="192"/>
                </a:lnTo>
                <a:lnTo>
                  <a:pt x="958" y="214"/>
                </a:lnTo>
                <a:lnTo>
                  <a:pt x="956" y="222"/>
                </a:lnTo>
                <a:lnTo>
                  <a:pt x="956" y="240"/>
                </a:lnTo>
                <a:cubicBezTo>
                  <a:pt x="956" y="243"/>
                  <a:pt x="954" y="246"/>
                  <a:pt x="951" y="247"/>
                </a:cubicBezTo>
                <a:cubicBezTo>
                  <a:pt x="948" y="249"/>
                  <a:pt x="945" y="248"/>
                  <a:pt x="943" y="246"/>
                </a:cubicBezTo>
                <a:lnTo>
                  <a:pt x="938" y="243"/>
                </a:lnTo>
                <a:lnTo>
                  <a:pt x="927" y="240"/>
                </a:lnTo>
                <a:cubicBezTo>
                  <a:pt x="925" y="239"/>
                  <a:pt x="923" y="238"/>
                  <a:pt x="922" y="236"/>
                </a:cubicBezTo>
                <a:lnTo>
                  <a:pt x="917" y="229"/>
                </a:lnTo>
                <a:lnTo>
                  <a:pt x="911" y="233"/>
                </a:lnTo>
                <a:cubicBezTo>
                  <a:pt x="908" y="235"/>
                  <a:pt x="904" y="235"/>
                  <a:pt x="901" y="232"/>
                </a:cubicBezTo>
                <a:lnTo>
                  <a:pt x="896" y="227"/>
                </a:lnTo>
                <a:cubicBezTo>
                  <a:pt x="894" y="225"/>
                  <a:pt x="893" y="222"/>
                  <a:pt x="893" y="220"/>
                </a:cubicBezTo>
                <a:cubicBezTo>
                  <a:pt x="894" y="217"/>
                  <a:pt x="895" y="215"/>
                  <a:pt x="898" y="214"/>
                </a:cubicBezTo>
                <a:lnTo>
                  <a:pt x="907" y="209"/>
                </a:lnTo>
                <a:lnTo>
                  <a:pt x="918" y="198"/>
                </a:lnTo>
                <a:lnTo>
                  <a:pt x="924" y="190"/>
                </a:lnTo>
                <a:lnTo>
                  <a:pt x="923" y="190"/>
                </a:lnTo>
                <a:lnTo>
                  <a:pt x="873" y="196"/>
                </a:lnTo>
                <a:cubicBezTo>
                  <a:pt x="870" y="196"/>
                  <a:pt x="867" y="194"/>
                  <a:pt x="865" y="192"/>
                </a:cubicBezTo>
                <a:cubicBezTo>
                  <a:pt x="863" y="189"/>
                  <a:pt x="864" y="186"/>
                  <a:pt x="865" y="184"/>
                </a:cubicBezTo>
                <a:lnTo>
                  <a:pt x="876" y="169"/>
                </a:lnTo>
                <a:lnTo>
                  <a:pt x="872" y="162"/>
                </a:lnTo>
                <a:lnTo>
                  <a:pt x="864" y="158"/>
                </a:lnTo>
                <a:cubicBezTo>
                  <a:pt x="863" y="158"/>
                  <a:pt x="862" y="157"/>
                  <a:pt x="861" y="155"/>
                </a:cubicBezTo>
                <a:lnTo>
                  <a:pt x="858" y="150"/>
                </a:lnTo>
                <a:lnTo>
                  <a:pt x="854" y="139"/>
                </a:lnTo>
                <a:lnTo>
                  <a:pt x="824" y="131"/>
                </a:lnTo>
                <a:lnTo>
                  <a:pt x="818" y="132"/>
                </a:lnTo>
                <a:lnTo>
                  <a:pt x="812" y="136"/>
                </a:lnTo>
                <a:lnTo>
                  <a:pt x="817" y="136"/>
                </a:lnTo>
                <a:cubicBezTo>
                  <a:pt x="819" y="136"/>
                  <a:pt x="821" y="137"/>
                  <a:pt x="822" y="138"/>
                </a:cubicBezTo>
                <a:lnTo>
                  <a:pt x="827" y="143"/>
                </a:lnTo>
                <a:cubicBezTo>
                  <a:pt x="829" y="146"/>
                  <a:pt x="830" y="149"/>
                  <a:pt x="829" y="152"/>
                </a:cubicBezTo>
                <a:cubicBezTo>
                  <a:pt x="827" y="155"/>
                  <a:pt x="824" y="157"/>
                  <a:pt x="821" y="157"/>
                </a:cubicBezTo>
                <a:lnTo>
                  <a:pt x="816" y="157"/>
                </a:lnTo>
                <a:lnTo>
                  <a:pt x="812" y="158"/>
                </a:lnTo>
                <a:lnTo>
                  <a:pt x="807" y="162"/>
                </a:lnTo>
                <a:lnTo>
                  <a:pt x="805" y="164"/>
                </a:lnTo>
                <a:lnTo>
                  <a:pt x="806" y="170"/>
                </a:lnTo>
                <a:lnTo>
                  <a:pt x="809" y="174"/>
                </a:lnTo>
                <a:lnTo>
                  <a:pt x="818" y="182"/>
                </a:lnTo>
                <a:cubicBezTo>
                  <a:pt x="822" y="185"/>
                  <a:pt x="822" y="190"/>
                  <a:pt x="819" y="193"/>
                </a:cubicBezTo>
                <a:lnTo>
                  <a:pt x="819" y="194"/>
                </a:lnTo>
                <a:lnTo>
                  <a:pt x="820" y="195"/>
                </a:lnTo>
                <a:lnTo>
                  <a:pt x="847" y="214"/>
                </a:lnTo>
                <a:cubicBezTo>
                  <a:pt x="850" y="216"/>
                  <a:pt x="851" y="220"/>
                  <a:pt x="850" y="223"/>
                </a:cubicBezTo>
                <a:lnTo>
                  <a:pt x="846" y="237"/>
                </a:lnTo>
                <a:cubicBezTo>
                  <a:pt x="844" y="240"/>
                  <a:pt x="841" y="243"/>
                  <a:pt x="837" y="242"/>
                </a:cubicBezTo>
                <a:lnTo>
                  <a:pt x="829" y="241"/>
                </a:lnTo>
                <a:cubicBezTo>
                  <a:pt x="828" y="241"/>
                  <a:pt x="827" y="241"/>
                  <a:pt x="826" y="240"/>
                </a:cubicBezTo>
                <a:lnTo>
                  <a:pt x="817" y="236"/>
                </a:lnTo>
                <a:lnTo>
                  <a:pt x="816" y="237"/>
                </a:lnTo>
                <a:lnTo>
                  <a:pt x="815" y="251"/>
                </a:lnTo>
                <a:lnTo>
                  <a:pt x="813" y="263"/>
                </a:lnTo>
                <a:lnTo>
                  <a:pt x="819" y="269"/>
                </a:lnTo>
                <a:cubicBezTo>
                  <a:pt x="819" y="270"/>
                  <a:pt x="820" y="271"/>
                  <a:pt x="820" y="271"/>
                </a:cubicBezTo>
                <a:lnTo>
                  <a:pt x="824" y="278"/>
                </a:lnTo>
                <a:lnTo>
                  <a:pt x="827" y="288"/>
                </a:lnTo>
                <a:cubicBezTo>
                  <a:pt x="828" y="290"/>
                  <a:pt x="828" y="291"/>
                  <a:pt x="827" y="293"/>
                </a:cubicBezTo>
                <a:lnTo>
                  <a:pt x="823" y="310"/>
                </a:lnTo>
                <a:cubicBezTo>
                  <a:pt x="822" y="314"/>
                  <a:pt x="819" y="316"/>
                  <a:pt x="815" y="316"/>
                </a:cubicBezTo>
                <a:lnTo>
                  <a:pt x="809" y="316"/>
                </a:lnTo>
                <a:cubicBezTo>
                  <a:pt x="807" y="317"/>
                  <a:pt x="804" y="315"/>
                  <a:pt x="803" y="313"/>
                </a:cubicBezTo>
                <a:lnTo>
                  <a:pt x="791" y="296"/>
                </a:lnTo>
                <a:lnTo>
                  <a:pt x="776" y="286"/>
                </a:lnTo>
                <a:lnTo>
                  <a:pt x="760" y="280"/>
                </a:lnTo>
                <a:cubicBezTo>
                  <a:pt x="757" y="279"/>
                  <a:pt x="754" y="276"/>
                  <a:pt x="754" y="272"/>
                </a:cubicBezTo>
                <a:lnTo>
                  <a:pt x="755" y="260"/>
                </a:lnTo>
                <a:lnTo>
                  <a:pt x="754" y="258"/>
                </a:lnTo>
                <a:lnTo>
                  <a:pt x="743" y="254"/>
                </a:lnTo>
                <a:cubicBezTo>
                  <a:pt x="741" y="253"/>
                  <a:pt x="739" y="252"/>
                  <a:pt x="738" y="250"/>
                </a:cubicBezTo>
                <a:cubicBezTo>
                  <a:pt x="737" y="248"/>
                  <a:pt x="737" y="246"/>
                  <a:pt x="738" y="244"/>
                </a:cubicBezTo>
                <a:lnTo>
                  <a:pt x="739" y="241"/>
                </a:lnTo>
                <a:lnTo>
                  <a:pt x="737" y="237"/>
                </a:lnTo>
                <a:lnTo>
                  <a:pt x="736" y="238"/>
                </a:lnTo>
                <a:lnTo>
                  <a:pt x="710" y="258"/>
                </a:lnTo>
                <a:lnTo>
                  <a:pt x="710" y="270"/>
                </a:lnTo>
                <a:lnTo>
                  <a:pt x="710" y="289"/>
                </a:lnTo>
                <a:cubicBezTo>
                  <a:pt x="710" y="290"/>
                  <a:pt x="710" y="292"/>
                  <a:pt x="709" y="293"/>
                </a:cubicBezTo>
                <a:lnTo>
                  <a:pt x="704" y="304"/>
                </a:lnTo>
                <a:lnTo>
                  <a:pt x="708" y="312"/>
                </a:lnTo>
                <a:lnTo>
                  <a:pt x="712" y="315"/>
                </a:lnTo>
                <a:lnTo>
                  <a:pt x="727" y="315"/>
                </a:lnTo>
                <a:cubicBezTo>
                  <a:pt x="728" y="315"/>
                  <a:pt x="728" y="315"/>
                  <a:pt x="729" y="316"/>
                </a:cubicBezTo>
                <a:lnTo>
                  <a:pt x="763" y="328"/>
                </a:lnTo>
                <a:lnTo>
                  <a:pt x="778" y="326"/>
                </a:lnTo>
                <a:cubicBezTo>
                  <a:pt x="779" y="326"/>
                  <a:pt x="780" y="326"/>
                  <a:pt x="781" y="327"/>
                </a:cubicBezTo>
                <a:lnTo>
                  <a:pt x="786" y="328"/>
                </a:lnTo>
                <a:cubicBezTo>
                  <a:pt x="787" y="329"/>
                  <a:pt x="788" y="329"/>
                  <a:pt x="789" y="330"/>
                </a:cubicBezTo>
                <a:lnTo>
                  <a:pt x="793" y="334"/>
                </a:lnTo>
                <a:cubicBezTo>
                  <a:pt x="794" y="335"/>
                  <a:pt x="794" y="336"/>
                  <a:pt x="794" y="336"/>
                </a:cubicBezTo>
                <a:lnTo>
                  <a:pt x="801" y="351"/>
                </a:lnTo>
                <a:lnTo>
                  <a:pt x="806" y="356"/>
                </a:lnTo>
                <a:lnTo>
                  <a:pt x="825" y="367"/>
                </a:lnTo>
                <a:cubicBezTo>
                  <a:pt x="829" y="369"/>
                  <a:pt x="831" y="374"/>
                  <a:pt x="828" y="378"/>
                </a:cubicBezTo>
                <a:lnTo>
                  <a:pt x="827" y="382"/>
                </a:lnTo>
                <a:lnTo>
                  <a:pt x="830" y="389"/>
                </a:lnTo>
                <a:lnTo>
                  <a:pt x="849" y="410"/>
                </a:lnTo>
                <a:cubicBezTo>
                  <a:pt x="850" y="411"/>
                  <a:pt x="850" y="412"/>
                  <a:pt x="850" y="413"/>
                </a:cubicBezTo>
                <a:lnTo>
                  <a:pt x="855" y="433"/>
                </a:lnTo>
                <a:cubicBezTo>
                  <a:pt x="855" y="434"/>
                  <a:pt x="855" y="435"/>
                  <a:pt x="855" y="436"/>
                </a:cubicBezTo>
                <a:lnTo>
                  <a:pt x="850" y="458"/>
                </a:lnTo>
                <a:cubicBezTo>
                  <a:pt x="850" y="460"/>
                  <a:pt x="848" y="462"/>
                  <a:pt x="846" y="463"/>
                </a:cubicBezTo>
                <a:lnTo>
                  <a:pt x="835" y="469"/>
                </a:lnTo>
                <a:cubicBezTo>
                  <a:pt x="833" y="470"/>
                  <a:pt x="831" y="471"/>
                  <a:pt x="829" y="470"/>
                </a:cubicBezTo>
                <a:lnTo>
                  <a:pt x="817" y="467"/>
                </a:lnTo>
                <a:cubicBezTo>
                  <a:pt x="816" y="466"/>
                  <a:pt x="815" y="466"/>
                  <a:pt x="814" y="465"/>
                </a:cubicBezTo>
                <a:lnTo>
                  <a:pt x="804" y="458"/>
                </a:lnTo>
                <a:cubicBezTo>
                  <a:pt x="803" y="457"/>
                  <a:pt x="803" y="457"/>
                  <a:pt x="802" y="456"/>
                </a:cubicBezTo>
                <a:lnTo>
                  <a:pt x="767" y="409"/>
                </a:lnTo>
                <a:lnTo>
                  <a:pt x="764" y="407"/>
                </a:lnTo>
                <a:lnTo>
                  <a:pt x="746" y="408"/>
                </a:lnTo>
                <a:cubicBezTo>
                  <a:pt x="744" y="408"/>
                  <a:pt x="743" y="408"/>
                  <a:pt x="741" y="407"/>
                </a:cubicBezTo>
                <a:lnTo>
                  <a:pt x="731" y="400"/>
                </a:lnTo>
                <a:lnTo>
                  <a:pt x="728" y="402"/>
                </a:lnTo>
                <a:lnTo>
                  <a:pt x="717" y="419"/>
                </a:lnTo>
                <a:lnTo>
                  <a:pt x="714" y="425"/>
                </a:lnTo>
                <a:lnTo>
                  <a:pt x="713" y="433"/>
                </a:lnTo>
                <a:lnTo>
                  <a:pt x="712" y="455"/>
                </a:lnTo>
                <a:lnTo>
                  <a:pt x="711" y="464"/>
                </a:lnTo>
                <a:cubicBezTo>
                  <a:pt x="711" y="465"/>
                  <a:pt x="711" y="466"/>
                  <a:pt x="711" y="466"/>
                </a:cubicBezTo>
                <a:lnTo>
                  <a:pt x="708" y="473"/>
                </a:lnTo>
                <a:cubicBezTo>
                  <a:pt x="708" y="474"/>
                  <a:pt x="708" y="475"/>
                  <a:pt x="707" y="475"/>
                </a:cubicBezTo>
                <a:lnTo>
                  <a:pt x="704" y="478"/>
                </a:lnTo>
                <a:cubicBezTo>
                  <a:pt x="703" y="479"/>
                  <a:pt x="703" y="479"/>
                  <a:pt x="702" y="480"/>
                </a:cubicBezTo>
                <a:lnTo>
                  <a:pt x="699" y="481"/>
                </a:lnTo>
                <a:lnTo>
                  <a:pt x="691" y="494"/>
                </a:lnTo>
                <a:lnTo>
                  <a:pt x="662" y="527"/>
                </a:lnTo>
                <a:lnTo>
                  <a:pt x="694" y="538"/>
                </a:lnTo>
                <a:cubicBezTo>
                  <a:pt x="695" y="539"/>
                  <a:pt x="696" y="540"/>
                  <a:pt x="697" y="541"/>
                </a:cubicBezTo>
                <a:lnTo>
                  <a:pt x="705" y="550"/>
                </a:lnTo>
                <a:lnTo>
                  <a:pt x="722" y="578"/>
                </a:lnTo>
                <a:lnTo>
                  <a:pt x="730" y="583"/>
                </a:lnTo>
                <a:cubicBezTo>
                  <a:pt x="731" y="583"/>
                  <a:pt x="731" y="584"/>
                  <a:pt x="732" y="585"/>
                </a:cubicBezTo>
                <a:lnTo>
                  <a:pt x="735" y="589"/>
                </a:lnTo>
                <a:cubicBezTo>
                  <a:pt x="736" y="590"/>
                  <a:pt x="737" y="592"/>
                  <a:pt x="737" y="593"/>
                </a:cubicBezTo>
                <a:lnTo>
                  <a:pt x="738" y="602"/>
                </a:lnTo>
                <a:cubicBezTo>
                  <a:pt x="738" y="603"/>
                  <a:pt x="737" y="604"/>
                  <a:pt x="737" y="605"/>
                </a:cubicBezTo>
                <a:lnTo>
                  <a:pt x="735" y="611"/>
                </a:lnTo>
                <a:cubicBezTo>
                  <a:pt x="734" y="613"/>
                  <a:pt x="732" y="615"/>
                  <a:pt x="730" y="616"/>
                </a:cubicBezTo>
                <a:cubicBezTo>
                  <a:pt x="728" y="617"/>
                  <a:pt x="725" y="616"/>
                  <a:pt x="723" y="615"/>
                </a:cubicBezTo>
                <a:lnTo>
                  <a:pt x="718" y="612"/>
                </a:lnTo>
                <a:cubicBezTo>
                  <a:pt x="717" y="611"/>
                  <a:pt x="716" y="611"/>
                  <a:pt x="716" y="610"/>
                </a:cubicBezTo>
                <a:lnTo>
                  <a:pt x="707" y="598"/>
                </a:lnTo>
                <a:lnTo>
                  <a:pt x="674" y="581"/>
                </a:lnTo>
                <a:lnTo>
                  <a:pt x="596" y="568"/>
                </a:lnTo>
                <a:lnTo>
                  <a:pt x="576" y="577"/>
                </a:lnTo>
                <a:lnTo>
                  <a:pt x="569" y="585"/>
                </a:lnTo>
                <a:lnTo>
                  <a:pt x="550" y="619"/>
                </a:lnTo>
                <a:cubicBezTo>
                  <a:pt x="550" y="620"/>
                  <a:pt x="549" y="620"/>
                  <a:pt x="549" y="621"/>
                </a:cubicBezTo>
                <a:lnTo>
                  <a:pt x="515" y="655"/>
                </a:lnTo>
                <a:lnTo>
                  <a:pt x="500" y="677"/>
                </a:lnTo>
                <a:lnTo>
                  <a:pt x="491" y="687"/>
                </a:lnTo>
                <a:cubicBezTo>
                  <a:pt x="490" y="687"/>
                  <a:pt x="489" y="688"/>
                  <a:pt x="488" y="688"/>
                </a:cubicBezTo>
                <a:lnTo>
                  <a:pt x="481" y="691"/>
                </a:lnTo>
                <a:lnTo>
                  <a:pt x="477" y="696"/>
                </a:lnTo>
                <a:lnTo>
                  <a:pt x="469" y="723"/>
                </a:lnTo>
                <a:lnTo>
                  <a:pt x="469" y="723"/>
                </a:lnTo>
                <a:cubicBezTo>
                  <a:pt x="470" y="722"/>
                  <a:pt x="471" y="722"/>
                  <a:pt x="472" y="721"/>
                </a:cubicBezTo>
                <a:lnTo>
                  <a:pt x="479" y="720"/>
                </a:lnTo>
                <a:cubicBezTo>
                  <a:pt x="482" y="720"/>
                  <a:pt x="485" y="721"/>
                  <a:pt x="487" y="724"/>
                </a:cubicBezTo>
                <a:cubicBezTo>
                  <a:pt x="488" y="726"/>
                  <a:pt x="489" y="729"/>
                  <a:pt x="487" y="732"/>
                </a:cubicBezTo>
                <a:lnTo>
                  <a:pt x="482" y="743"/>
                </a:lnTo>
                <a:lnTo>
                  <a:pt x="500" y="739"/>
                </a:lnTo>
                <a:cubicBezTo>
                  <a:pt x="503" y="738"/>
                  <a:pt x="507" y="740"/>
                  <a:pt x="508" y="743"/>
                </a:cubicBezTo>
                <a:cubicBezTo>
                  <a:pt x="510" y="746"/>
                  <a:pt x="509" y="750"/>
                  <a:pt x="507" y="753"/>
                </a:cubicBezTo>
                <a:lnTo>
                  <a:pt x="493" y="766"/>
                </a:lnTo>
                <a:cubicBezTo>
                  <a:pt x="492" y="767"/>
                  <a:pt x="491" y="767"/>
                  <a:pt x="489" y="768"/>
                </a:cubicBezTo>
                <a:lnTo>
                  <a:pt x="438" y="778"/>
                </a:lnTo>
                <a:lnTo>
                  <a:pt x="422" y="790"/>
                </a:lnTo>
                <a:lnTo>
                  <a:pt x="455" y="783"/>
                </a:lnTo>
                <a:cubicBezTo>
                  <a:pt x="456" y="783"/>
                  <a:pt x="458" y="783"/>
                  <a:pt x="459" y="784"/>
                </a:cubicBezTo>
                <a:lnTo>
                  <a:pt x="469" y="786"/>
                </a:lnTo>
                <a:cubicBezTo>
                  <a:pt x="470" y="786"/>
                  <a:pt x="471" y="787"/>
                  <a:pt x="472" y="788"/>
                </a:cubicBezTo>
                <a:lnTo>
                  <a:pt x="481" y="797"/>
                </a:lnTo>
                <a:cubicBezTo>
                  <a:pt x="484" y="799"/>
                  <a:pt x="484" y="802"/>
                  <a:pt x="483" y="805"/>
                </a:cubicBezTo>
                <a:cubicBezTo>
                  <a:pt x="482" y="808"/>
                  <a:pt x="479" y="810"/>
                  <a:pt x="476" y="810"/>
                </a:cubicBezTo>
                <a:lnTo>
                  <a:pt x="475" y="810"/>
                </a:lnTo>
                <a:cubicBezTo>
                  <a:pt x="474" y="813"/>
                  <a:pt x="472" y="815"/>
                  <a:pt x="470" y="816"/>
                </a:cubicBezTo>
                <a:lnTo>
                  <a:pt x="465" y="817"/>
                </a:lnTo>
                <a:cubicBezTo>
                  <a:pt x="464" y="818"/>
                  <a:pt x="463" y="818"/>
                  <a:pt x="463" y="818"/>
                </a:cubicBezTo>
                <a:lnTo>
                  <a:pt x="443" y="819"/>
                </a:lnTo>
                <a:lnTo>
                  <a:pt x="435" y="823"/>
                </a:lnTo>
                <a:cubicBezTo>
                  <a:pt x="434" y="823"/>
                  <a:pt x="433" y="823"/>
                  <a:pt x="432" y="823"/>
                </a:cubicBezTo>
                <a:lnTo>
                  <a:pt x="400" y="827"/>
                </a:lnTo>
                <a:lnTo>
                  <a:pt x="398" y="829"/>
                </a:lnTo>
                <a:lnTo>
                  <a:pt x="404" y="837"/>
                </a:lnTo>
                <a:lnTo>
                  <a:pt x="414" y="840"/>
                </a:lnTo>
                <a:lnTo>
                  <a:pt x="441" y="838"/>
                </a:lnTo>
                <a:cubicBezTo>
                  <a:pt x="444" y="838"/>
                  <a:pt x="447" y="839"/>
                  <a:pt x="448" y="842"/>
                </a:cubicBezTo>
                <a:cubicBezTo>
                  <a:pt x="450" y="844"/>
                  <a:pt x="450" y="847"/>
                  <a:pt x="449" y="849"/>
                </a:cubicBezTo>
                <a:lnTo>
                  <a:pt x="443" y="863"/>
                </a:lnTo>
                <a:cubicBezTo>
                  <a:pt x="442" y="865"/>
                  <a:pt x="440" y="867"/>
                  <a:pt x="438" y="867"/>
                </a:cubicBezTo>
                <a:lnTo>
                  <a:pt x="416" y="872"/>
                </a:lnTo>
                <a:lnTo>
                  <a:pt x="416" y="872"/>
                </a:lnTo>
                <a:lnTo>
                  <a:pt x="432" y="881"/>
                </a:lnTo>
                <a:cubicBezTo>
                  <a:pt x="433" y="881"/>
                  <a:pt x="434" y="882"/>
                  <a:pt x="435" y="883"/>
                </a:cubicBezTo>
                <a:lnTo>
                  <a:pt x="442" y="891"/>
                </a:lnTo>
                <a:cubicBezTo>
                  <a:pt x="444" y="894"/>
                  <a:pt x="444" y="897"/>
                  <a:pt x="443" y="900"/>
                </a:cubicBezTo>
                <a:lnTo>
                  <a:pt x="436" y="915"/>
                </a:lnTo>
                <a:cubicBezTo>
                  <a:pt x="436" y="916"/>
                  <a:pt x="435" y="916"/>
                  <a:pt x="435" y="917"/>
                </a:cubicBezTo>
                <a:lnTo>
                  <a:pt x="428" y="924"/>
                </a:lnTo>
                <a:cubicBezTo>
                  <a:pt x="427" y="926"/>
                  <a:pt x="425" y="926"/>
                  <a:pt x="423" y="927"/>
                </a:cubicBezTo>
                <a:lnTo>
                  <a:pt x="400" y="930"/>
                </a:lnTo>
                <a:lnTo>
                  <a:pt x="397" y="931"/>
                </a:lnTo>
                <a:lnTo>
                  <a:pt x="393" y="936"/>
                </a:lnTo>
                <a:lnTo>
                  <a:pt x="387" y="941"/>
                </a:lnTo>
                <a:cubicBezTo>
                  <a:pt x="386" y="942"/>
                  <a:pt x="384" y="943"/>
                  <a:pt x="382" y="943"/>
                </a:cubicBezTo>
                <a:lnTo>
                  <a:pt x="378" y="943"/>
                </a:lnTo>
                <a:lnTo>
                  <a:pt x="402" y="975"/>
                </a:lnTo>
                <a:lnTo>
                  <a:pt x="407" y="979"/>
                </a:lnTo>
                <a:lnTo>
                  <a:pt x="463" y="984"/>
                </a:lnTo>
                <a:cubicBezTo>
                  <a:pt x="464" y="984"/>
                  <a:pt x="465" y="984"/>
                  <a:pt x="466" y="985"/>
                </a:cubicBezTo>
                <a:lnTo>
                  <a:pt x="482" y="994"/>
                </a:lnTo>
                <a:cubicBezTo>
                  <a:pt x="484" y="995"/>
                  <a:pt x="485" y="997"/>
                  <a:pt x="486" y="999"/>
                </a:cubicBezTo>
                <a:cubicBezTo>
                  <a:pt x="486" y="1001"/>
                  <a:pt x="486" y="1003"/>
                  <a:pt x="485" y="1005"/>
                </a:cubicBezTo>
                <a:lnTo>
                  <a:pt x="480" y="1013"/>
                </a:lnTo>
                <a:cubicBezTo>
                  <a:pt x="479" y="1015"/>
                  <a:pt x="478" y="1016"/>
                  <a:pt x="476" y="1016"/>
                </a:cubicBezTo>
                <a:lnTo>
                  <a:pt x="469" y="1021"/>
                </a:lnTo>
                <a:lnTo>
                  <a:pt x="467" y="1031"/>
                </a:lnTo>
                <a:cubicBezTo>
                  <a:pt x="467" y="1031"/>
                  <a:pt x="466" y="1032"/>
                  <a:pt x="466" y="1033"/>
                </a:cubicBezTo>
                <a:lnTo>
                  <a:pt x="463" y="1039"/>
                </a:lnTo>
                <a:cubicBezTo>
                  <a:pt x="462" y="1041"/>
                  <a:pt x="461" y="1042"/>
                  <a:pt x="459" y="1043"/>
                </a:cubicBezTo>
                <a:lnTo>
                  <a:pt x="446" y="1049"/>
                </a:lnTo>
                <a:lnTo>
                  <a:pt x="419" y="1075"/>
                </a:lnTo>
                <a:cubicBezTo>
                  <a:pt x="417" y="1077"/>
                  <a:pt x="415" y="1077"/>
                  <a:pt x="412" y="1077"/>
                </a:cubicBezTo>
                <a:lnTo>
                  <a:pt x="406" y="1076"/>
                </a:lnTo>
                <a:cubicBezTo>
                  <a:pt x="402" y="1075"/>
                  <a:pt x="399" y="1072"/>
                  <a:pt x="399" y="1068"/>
                </a:cubicBezTo>
                <a:lnTo>
                  <a:pt x="399" y="1064"/>
                </a:lnTo>
                <a:cubicBezTo>
                  <a:pt x="399" y="1063"/>
                  <a:pt x="400" y="1061"/>
                  <a:pt x="400" y="1060"/>
                </a:cubicBezTo>
                <a:lnTo>
                  <a:pt x="408" y="1044"/>
                </a:lnTo>
                <a:lnTo>
                  <a:pt x="405" y="1040"/>
                </a:lnTo>
                <a:cubicBezTo>
                  <a:pt x="405" y="1039"/>
                  <a:pt x="404" y="1038"/>
                  <a:pt x="404" y="1037"/>
                </a:cubicBezTo>
                <a:lnTo>
                  <a:pt x="403" y="1036"/>
                </a:lnTo>
                <a:lnTo>
                  <a:pt x="367" y="1072"/>
                </a:lnTo>
                <a:cubicBezTo>
                  <a:pt x="366" y="1073"/>
                  <a:pt x="366" y="1073"/>
                  <a:pt x="365" y="1074"/>
                </a:cubicBezTo>
                <a:lnTo>
                  <a:pt x="355" y="1080"/>
                </a:lnTo>
                <a:cubicBezTo>
                  <a:pt x="352" y="1081"/>
                  <a:pt x="348" y="1081"/>
                  <a:pt x="345" y="1078"/>
                </a:cubicBezTo>
                <a:lnTo>
                  <a:pt x="335" y="1068"/>
                </a:lnTo>
                <a:cubicBezTo>
                  <a:pt x="334" y="1067"/>
                  <a:pt x="333" y="1064"/>
                  <a:pt x="333" y="1061"/>
                </a:cubicBezTo>
                <a:cubicBezTo>
                  <a:pt x="334" y="1058"/>
                  <a:pt x="336" y="1056"/>
                  <a:pt x="338" y="1055"/>
                </a:cubicBezTo>
                <a:lnTo>
                  <a:pt x="344" y="1052"/>
                </a:lnTo>
                <a:lnTo>
                  <a:pt x="349" y="1045"/>
                </a:lnTo>
                <a:lnTo>
                  <a:pt x="344" y="1038"/>
                </a:lnTo>
                <a:cubicBezTo>
                  <a:pt x="343" y="1037"/>
                  <a:pt x="343" y="1036"/>
                  <a:pt x="342" y="1035"/>
                </a:cubicBezTo>
                <a:lnTo>
                  <a:pt x="341" y="1025"/>
                </a:lnTo>
                <a:cubicBezTo>
                  <a:pt x="341" y="1024"/>
                  <a:pt x="341" y="1023"/>
                  <a:pt x="341" y="1023"/>
                </a:cubicBezTo>
                <a:lnTo>
                  <a:pt x="344" y="994"/>
                </a:lnTo>
                <a:lnTo>
                  <a:pt x="343" y="994"/>
                </a:lnTo>
                <a:lnTo>
                  <a:pt x="342" y="994"/>
                </a:lnTo>
                <a:lnTo>
                  <a:pt x="333" y="1000"/>
                </a:lnTo>
                <a:cubicBezTo>
                  <a:pt x="332" y="1001"/>
                  <a:pt x="331" y="1001"/>
                  <a:pt x="331" y="1001"/>
                </a:cubicBezTo>
                <a:lnTo>
                  <a:pt x="324" y="1003"/>
                </a:lnTo>
                <a:cubicBezTo>
                  <a:pt x="321" y="1004"/>
                  <a:pt x="317" y="1003"/>
                  <a:pt x="315" y="999"/>
                </a:cubicBezTo>
                <a:lnTo>
                  <a:pt x="311" y="992"/>
                </a:lnTo>
                <a:lnTo>
                  <a:pt x="307" y="980"/>
                </a:lnTo>
                <a:lnTo>
                  <a:pt x="305" y="965"/>
                </a:lnTo>
                <a:lnTo>
                  <a:pt x="304" y="949"/>
                </a:lnTo>
                <a:lnTo>
                  <a:pt x="305" y="919"/>
                </a:lnTo>
                <a:lnTo>
                  <a:pt x="308" y="901"/>
                </a:lnTo>
                <a:lnTo>
                  <a:pt x="277" y="933"/>
                </a:lnTo>
                <a:cubicBezTo>
                  <a:pt x="276" y="934"/>
                  <a:pt x="274" y="935"/>
                  <a:pt x="273" y="935"/>
                </a:cubicBezTo>
                <a:lnTo>
                  <a:pt x="228" y="944"/>
                </a:lnTo>
                <a:lnTo>
                  <a:pt x="209" y="961"/>
                </a:lnTo>
                <a:cubicBezTo>
                  <a:pt x="208" y="962"/>
                  <a:pt x="207" y="962"/>
                  <a:pt x="205" y="963"/>
                </a:cubicBezTo>
                <a:lnTo>
                  <a:pt x="130" y="975"/>
                </a:lnTo>
                <a:lnTo>
                  <a:pt x="121" y="986"/>
                </a:lnTo>
                <a:cubicBezTo>
                  <a:pt x="121" y="987"/>
                  <a:pt x="120" y="988"/>
                  <a:pt x="119" y="988"/>
                </a:cubicBezTo>
                <a:lnTo>
                  <a:pt x="111" y="993"/>
                </a:lnTo>
                <a:cubicBezTo>
                  <a:pt x="110" y="994"/>
                  <a:pt x="109" y="994"/>
                  <a:pt x="108" y="994"/>
                </a:cubicBezTo>
                <a:lnTo>
                  <a:pt x="99" y="996"/>
                </a:lnTo>
                <a:cubicBezTo>
                  <a:pt x="97" y="996"/>
                  <a:pt x="95" y="995"/>
                  <a:pt x="93" y="994"/>
                </a:cubicBezTo>
                <a:lnTo>
                  <a:pt x="88" y="990"/>
                </a:lnTo>
                <a:cubicBezTo>
                  <a:pt x="86" y="989"/>
                  <a:pt x="86" y="988"/>
                  <a:pt x="85" y="987"/>
                </a:cubicBezTo>
                <a:lnTo>
                  <a:pt x="86" y="997"/>
                </a:lnTo>
                <a:lnTo>
                  <a:pt x="85" y="1003"/>
                </a:lnTo>
                <a:lnTo>
                  <a:pt x="86" y="1006"/>
                </a:lnTo>
                <a:lnTo>
                  <a:pt x="87" y="1010"/>
                </a:lnTo>
                <a:lnTo>
                  <a:pt x="103" y="1045"/>
                </a:lnTo>
                <a:lnTo>
                  <a:pt x="110" y="1061"/>
                </a:lnTo>
                <a:lnTo>
                  <a:pt x="113" y="1064"/>
                </a:lnTo>
                <a:lnTo>
                  <a:pt x="155" y="1083"/>
                </a:lnTo>
                <a:lnTo>
                  <a:pt x="171" y="1085"/>
                </a:lnTo>
                <a:cubicBezTo>
                  <a:pt x="173" y="1085"/>
                  <a:pt x="174" y="1085"/>
                  <a:pt x="175" y="1086"/>
                </a:cubicBezTo>
                <a:lnTo>
                  <a:pt x="181" y="1091"/>
                </a:lnTo>
                <a:cubicBezTo>
                  <a:pt x="182" y="1092"/>
                  <a:pt x="183" y="1093"/>
                  <a:pt x="184" y="1094"/>
                </a:cubicBezTo>
                <a:lnTo>
                  <a:pt x="186" y="1101"/>
                </a:lnTo>
                <a:cubicBezTo>
                  <a:pt x="186" y="1102"/>
                  <a:pt x="186" y="1104"/>
                  <a:pt x="186" y="1105"/>
                </a:cubicBezTo>
                <a:lnTo>
                  <a:pt x="184" y="1115"/>
                </a:lnTo>
                <a:lnTo>
                  <a:pt x="178" y="1135"/>
                </a:lnTo>
                <a:lnTo>
                  <a:pt x="178" y="1139"/>
                </a:lnTo>
                <a:lnTo>
                  <a:pt x="182" y="1144"/>
                </a:lnTo>
                <a:lnTo>
                  <a:pt x="187" y="1148"/>
                </a:lnTo>
                <a:cubicBezTo>
                  <a:pt x="187" y="1149"/>
                  <a:pt x="188" y="1150"/>
                  <a:pt x="188" y="1150"/>
                </a:cubicBezTo>
                <a:lnTo>
                  <a:pt x="191" y="1156"/>
                </a:lnTo>
                <a:cubicBezTo>
                  <a:pt x="192" y="1158"/>
                  <a:pt x="193" y="1159"/>
                  <a:pt x="193" y="1161"/>
                </a:cubicBezTo>
                <a:lnTo>
                  <a:pt x="192" y="1166"/>
                </a:lnTo>
                <a:cubicBezTo>
                  <a:pt x="192" y="1167"/>
                  <a:pt x="192" y="1168"/>
                  <a:pt x="192" y="1169"/>
                </a:cubicBezTo>
                <a:lnTo>
                  <a:pt x="189" y="1175"/>
                </a:lnTo>
                <a:lnTo>
                  <a:pt x="175" y="1202"/>
                </a:lnTo>
                <a:lnTo>
                  <a:pt x="176" y="1209"/>
                </a:lnTo>
                <a:lnTo>
                  <a:pt x="179" y="1217"/>
                </a:lnTo>
                <a:lnTo>
                  <a:pt x="189" y="1234"/>
                </a:lnTo>
                <a:lnTo>
                  <a:pt x="195" y="1250"/>
                </a:lnTo>
                <a:lnTo>
                  <a:pt x="205" y="1282"/>
                </a:lnTo>
                <a:lnTo>
                  <a:pt x="215" y="1298"/>
                </a:lnTo>
                <a:lnTo>
                  <a:pt x="232" y="1313"/>
                </a:lnTo>
                <a:lnTo>
                  <a:pt x="249" y="1322"/>
                </a:lnTo>
                <a:lnTo>
                  <a:pt x="269" y="1320"/>
                </a:lnTo>
                <a:cubicBezTo>
                  <a:pt x="271" y="1320"/>
                  <a:pt x="272" y="1320"/>
                  <a:pt x="273" y="1320"/>
                </a:cubicBezTo>
                <a:lnTo>
                  <a:pt x="280" y="1322"/>
                </a:lnTo>
                <a:cubicBezTo>
                  <a:pt x="280" y="1323"/>
                  <a:pt x="281" y="1323"/>
                  <a:pt x="282" y="1324"/>
                </a:cubicBezTo>
                <a:lnTo>
                  <a:pt x="291" y="1330"/>
                </a:lnTo>
                <a:lnTo>
                  <a:pt x="296" y="1335"/>
                </a:lnTo>
                <a:cubicBezTo>
                  <a:pt x="296" y="1335"/>
                  <a:pt x="297" y="1336"/>
                  <a:pt x="297" y="1337"/>
                </a:cubicBezTo>
                <a:lnTo>
                  <a:pt x="299" y="1340"/>
                </a:lnTo>
                <a:cubicBezTo>
                  <a:pt x="299" y="1341"/>
                  <a:pt x="300" y="1343"/>
                  <a:pt x="300" y="1344"/>
                </a:cubicBezTo>
                <a:lnTo>
                  <a:pt x="299" y="1348"/>
                </a:lnTo>
                <a:cubicBezTo>
                  <a:pt x="299" y="1349"/>
                  <a:pt x="299" y="1351"/>
                  <a:pt x="298" y="1352"/>
                </a:cubicBezTo>
                <a:lnTo>
                  <a:pt x="294" y="1359"/>
                </a:lnTo>
                <a:lnTo>
                  <a:pt x="272" y="1387"/>
                </a:lnTo>
                <a:lnTo>
                  <a:pt x="267" y="1396"/>
                </a:lnTo>
                <a:lnTo>
                  <a:pt x="261" y="1418"/>
                </a:lnTo>
                <a:lnTo>
                  <a:pt x="257" y="1426"/>
                </a:lnTo>
                <a:lnTo>
                  <a:pt x="250" y="1436"/>
                </a:lnTo>
                <a:lnTo>
                  <a:pt x="252" y="1449"/>
                </a:lnTo>
                <a:cubicBezTo>
                  <a:pt x="253" y="1450"/>
                  <a:pt x="252" y="1452"/>
                  <a:pt x="252" y="1453"/>
                </a:cubicBezTo>
                <a:lnTo>
                  <a:pt x="250" y="1457"/>
                </a:lnTo>
                <a:cubicBezTo>
                  <a:pt x="250" y="1458"/>
                  <a:pt x="248" y="1460"/>
                  <a:pt x="247" y="1460"/>
                </a:cubicBezTo>
                <a:lnTo>
                  <a:pt x="243" y="1463"/>
                </a:lnTo>
                <a:cubicBezTo>
                  <a:pt x="242" y="1463"/>
                  <a:pt x="241" y="1464"/>
                  <a:pt x="239" y="1464"/>
                </a:cubicBezTo>
                <a:lnTo>
                  <a:pt x="191" y="1466"/>
                </a:lnTo>
                <a:lnTo>
                  <a:pt x="116" y="1495"/>
                </a:lnTo>
                <a:lnTo>
                  <a:pt x="116" y="1496"/>
                </a:lnTo>
                <a:lnTo>
                  <a:pt x="116" y="1508"/>
                </a:lnTo>
                <a:lnTo>
                  <a:pt x="118" y="1537"/>
                </a:lnTo>
                <a:lnTo>
                  <a:pt x="120" y="1549"/>
                </a:lnTo>
                <a:lnTo>
                  <a:pt x="123" y="1558"/>
                </a:lnTo>
                <a:lnTo>
                  <a:pt x="133" y="1575"/>
                </a:lnTo>
                <a:lnTo>
                  <a:pt x="142" y="1587"/>
                </a:lnTo>
                <a:lnTo>
                  <a:pt x="157" y="1613"/>
                </a:lnTo>
                <a:lnTo>
                  <a:pt x="184" y="1669"/>
                </a:lnTo>
                <a:lnTo>
                  <a:pt x="190" y="1685"/>
                </a:lnTo>
                <a:lnTo>
                  <a:pt x="194" y="1700"/>
                </a:lnTo>
                <a:lnTo>
                  <a:pt x="196" y="1714"/>
                </a:lnTo>
                <a:lnTo>
                  <a:pt x="195" y="1739"/>
                </a:lnTo>
                <a:lnTo>
                  <a:pt x="191" y="1772"/>
                </a:lnTo>
                <a:lnTo>
                  <a:pt x="185" y="1792"/>
                </a:lnTo>
                <a:lnTo>
                  <a:pt x="180" y="1802"/>
                </a:lnTo>
                <a:cubicBezTo>
                  <a:pt x="179" y="1803"/>
                  <a:pt x="179" y="1804"/>
                  <a:pt x="179" y="1804"/>
                </a:cubicBezTo>
                <a:lnTo>
                  <a:pt x="172" y="1812"/>
                </a:lnTo>
                <a:lnTo>
                  <a:pt x="145" y="1830"/>
                </a:lnTo>
                <a:cubicBezTo>
                  <a:pt x="144" y="1831"/>
                  <a:pt x="142" y="1831"/>
                  <a:pt x="141" y="1832"/>
                </a:cubicBezTo>
                <a:lnTo>
                  <a:pt x="0" y="1850"/>
                </a:lnTo>
                <a:lnTo>
                  <a:pt x="19" y="1887"/>
                </a:lnTo>
                <a:lnTo>
                  <a:pt x="60" y="1933"/>
                </a:lnTo>
                <a:cubicBezTo>
                  <a:pt x="61" y="1934"/>
                  <a:pt x="61" y="1935"/>
                  <a:pt x="62" y="1935"/>
                </a:cubicBezTo>
                <a:lnTo>
                  <a:pt x="66" y="1946"/>
                </a:lnTo>
                <a:lnTo>
                  <a:pt x="70" y="1969"/>
                </a:lnTo>
                <a:lnTo>
                  <a:pt x="74" y="1976"/>
                </a:lnTo>
                <a:lnTo>
                  <a:pt x="96" y="2018"/>
                </a:lnTo>
                <a:lnTo>
                  <a:pt x="120" y="2038"/>
                </a:lnTo>
                <a:cubicBezTo>
                  <a:pt x="120" y="2038"/>
                  <a:pt x="121" y="2039"/>
                  <a:pt x="121" y="2040"/>
                </a:cubicBezTo>
                <a:lnTo>
                  <a:pt x="126" y="2049"/>
                </a:lnTo>
                <a:cubicBezTo>
                  <a:pt x="126" y="2050"/>
                  <a:pt x="127" y="2051"/>
                  <a:pt x="127" y="2052"/>
                </a:cubicBezTo>
                <a:lnTo>
                  <a:pt x="135" y="2129"/>
                </a:lnTo>
                <a:lnTo>
                  <a:pt x="137" y="2139"/>
                </a:lnTo>
                <a:lnTo>
                  <a:pt x="169" y="2127"/>
                </a:lnTo>
                <a:cubicBezTo>
                  <a:pt x="169" y="2127"/>
                  <a:pt x="170" y="2126"/>
                  <a:pt x="171" y="2126"/>
                </a:cubicBezTo>
                <a:lnTo>
                  <a:pt x="179" y="2126"/>
                </a:lnTo>
                <a:cubicBezTo>
                  <a:pt x="180" y="2126"/>
                  <a:pt x="181" y="2126"/>
                  <a:pt x="182" y="2126"/>
                </a:cubicBezTo>
                <a:lnTo>
                  <a:pt x="190" y="2128"/>
                </a:lnTo>
                <a:cubicBezTo>
                  <a:pt x="190" y="2128"/>
                  <a:pt x="191" y="2128"/>
                  <a:pt x="192" y="2129"/>
                </a:cubicBezTo>
                <a:lnTo>
                  <a:pt x="268" y="2169"/>
                </a:lnTo>
                <a:lnTo>
                  <a:pt x="317" y="2160"/>
                </a:lnTo>
                <a:cubicBezTo>
                  <a:pt x="318" y="2160"/>
                  <a:pt x="319" y="2160"/>
                  <a:pt x="320" y="2160"/>
                </a:cubicBezTo>
                <a:lnTo>
                  <a:pt x="336" y="2165"/>
                </a:lnTo>
                <a:cubicBezTo>
                  <a:pt x="338" y="2165"/>
                  <a:pt x="339" y="2166"/>
                  <a:pt x="340" y="2167"/>
                </a:cubicBezTo>
                <a:lnTo>
                  <a:pt x="348" y="2176"/>
                </a:lnTo>
                <a:lnTo>
                  <a:pt x="372" y="2217"/>
                </a:lnTo>
                <a:lnTo>
                  <a:pt x="456" y="2162"/>
                </a:lnTo>
                <a:cubicBezTo>
                  <a:pt x="457" y="2161"/>
                  <a:pt x="458" y="2161"/>
                  <a:pt x="459" y="2161"/>
                </a:cubicBezTo>
                <a:lnTo>
                  <a:pt x="506" y="2153"/>
                </a:lnTo>
                <a:lnTo>
                  <a:pt x="531" y="2138"/>
                </a:lnTo>
                <a:lnTo>
                  <a:pt x="540" y="2107"/>
                </a:lnTo>
                <a:lnTo>
                  <a:pt x="546" y="2071"/>
                </a:lnTo>
                <a:cubicBezTo>
                  <a:pt x="546" y="2068"/>
                  <a:pt x="548" y="2067"/>
                  <a:pt x="549" y="2065"/>
                </a:cubicBezTo>
                <a:lnTo>
                  <a:pt x="569" y="2051"/>
                </a:lnTo>
                <a:cubicBezTo>
                  <a:pt x="571" y="2050"/>
                  <a:pt x="573" y="2049"/>
                  <a:pt x="574" y="2049"/>
                </a:cubicBezTo>
                <a:lnTo>
                  <a:pt x="598" y="2050"/>
                </a:lnTo>
                <a:cubicBezTo>
                  <a:pt x="599" y="2050"/>
                  <a:pt x="600" y="2050"/>
                  <a:pt x="601" y="2051"/>
                </a:cubicBezTo>
                <a:lnTo>
                  <a:pt x="664" y="2085"/>
                </a:lnTo>
                <a:cubicBezTo>
                  <a:pt x="665" y="2086"/>
                  <a:pt x="666" y="2087"/>
                  <a:pt x="667" y="2088"/>
                </a:cubicBezTo>
                <a:lnTo>
                  <a:pt x="677" y="2106"/>
                </a:lnTo>
                <a:lnTo>
                  <a:pt x="682" y="2113"/>
                </a:lnTo>
                <a:lnTo>
                  <a:pt x="725" y="2142"/>
                </a:lnTo>
                <a:lnTo>
                  <a:pt x="826" y="2178"/>
                </a:lnTo>
                <a:cubicBezTo>
                  <a:pt x="827" y="2178"/>
                  <a:pt x="828" y="2178"/>
                  <a:pt x="828" y="2179"/>
                </a:cubicBezTo>
                <a:lnTo>
                  <a:pt x="856" y="2203"/>
                </a:lnTo>
                <a:cubicBezTo>
                  <a:pt x="857" y="2203"/>
                  <a:pt x="857" y="2204"/>
                  <a:pt x="858" y="2205"/>
                </a:cubicBezTo>
                <a:lnTo>
                  <a:pt x="881" y="2242"/>
                </a:lnTo>
                <a:lnTo>
                  <a:pt x="891" y="2268"/>
                </a:lnTo>
                <a:lnTo>
                  <a:pt x="893" y="2270"/>
                </a:lnTo>
                <a:lnTo>
                  <a:pt x="897" y="2263"/>
                </a:lnTo>
                <a:lnTo>
                  <a:pt x="904" y="2234"/>
                </a:lnTo>
                <a:cubicBezTo>
                  <a:pt x="905" y="2233"/>
                  <a:pt x="905" y="2232"/>
                  <a:pt x="906" y="2231"/>
                </a:cubicBezTo>
                <a:lnTo>
                  <a:pt x="915" y="2222"/>
                </a:lnTo>
                <a:cubicBezTo>
                  <a:pt x="917" y="2221"/>
                  <a:pt x="919" y="2220"/>
                  <a:pt x="921" y="2220"/>
                </a:cubicBezTo>
                <a:lnTo>
                  <a:pt x="926" y="2221"/>
                </a:lnTo>
                <a:lnTo>
                  <a:pt x="944" y="2208"/>
                </a:lnTo>
                <a:cubicBezTo>
                  <a:pt x="945" y="2207"/>
                  <a:pt x="946" y="2207"/>
                  <a:pt x="947" y="2207"/>
                </a:cubicBezTo>
                <a:lnTo>
                  <a:pt x="957" y="2203"/>
                </a:lnTo>
                <a:lnTo>
                  <a:pt x="960" y="2198"/>
                </a:lnTo>
                <a:lnTo>
                  <a:pt x="963" y="2185"/>
                </a:lnTo>
                <a:lnTo>
                  <a:pt x="960" y="2180"/>
                </a:lnTo>
                <a:cubicBezTo>
                  <a:pt x="960" y="2179"/>
                  <a:pt x="959" y="2177"/>
                  <a:pt x="959" y="2176"/>
                </a:cubicBezTo>
                <a:lnTo>
                  <a:pt x="960" y="2171"/>
                </a:lnTo>
                <a:cubicBezTo>
                  <a:pt x="960" y="2170"/>
                  <a:pt x="960" y="2169"/>
                  <a:pt x="960" y="2168"/>
                </a:cubicBezTo>
                <a:lnTo>
                  <a:pt x="963" y="2158"/>
                </a:lnTo>
                <a:lnTo>
                  <a:pt x="963" y="2120"/>
                </a:lnTo>
                <a:lnTo>
                  <a:pt x="965" y="2101"/>
                </a:lnTo>
                <a:lnTo>
                  <a:pt x="969" y="2083"/>
                </a:lnTo>
                <a:lnTo>
                  <a:pt x="981" y="2057"/>
                </a:lnTo>
                <a:cubicBezTo>
                  <a:pt x="982" y="2057"/>
                  <a:pt x="983" y="2056"/>
                  <a:pt x="983" y="2055"/>
                </a:cubicBezTo>
                <a:lnTo>
                  <a:pt x="1040" y="2002"/>
                </a:lnTo>
                <a:lnTo>
                  <a:pt x="1056" y="1993"/>
                </a:lnTo>
                <a:cubicBezTo>
                  <a:pt x="1057" y="1993"/>
                  <a:pt x="1058" y="1993"/>
                  <a:pt x="1058" y="1992"/>
                </a:cubicBezTo>
                <a:lnTo>
                  <a:pt x="1073" y="1989"/>
                </a:lnTo>
                <a:cubicBezTo>
                  <a:pt x="1074" y="1989"/>
                  <a:pt x="1076" y="1989"/>
                  <a:pt x="1077" y="1989"/>
                </a:cubicBezTo>
                <a:lnTo>
                  <a:pt x="1112" y="2002"/>
                </a:lnTo>
                <a:lnTo>
                  <a:pt x="1116" y="2001"/>
                </a:lnTo>
                <a:lnTo>
                  <a:pt x="1120" y="1996"/>
                </a:lnTo>
                <a:lnTo>
                  <a:pt x="1124" y="1986"/>
                </a:lnTo>
                <a:lnTo>
                  <a:pt x="1128" y="1974"/>
                </a:lnTo>
                <a:lnTo>
                  <a:pt x="1133" y="1961"/>
                </a:lnTo>
                <a:lnTo>
                  <a:pt x="1143" y="1946"/>
                </a:lnTo>
                <a:lnTo>
                  <a:pt x="1146" y="1939"/>
                </a:lnTo>
                <a:lnTo>
                  <a:pt x="1147" y="1929"/>
                </a:lnTo>
                <a:lnTo>
                  <a:pt x="1151" y="1917"/>
                </a:lnTo>
                <a:cubicBezTo>
                  <a:pt x="1151" y="1916"/>
                  <a:pt x="1152" y="1915"/>
                  <a:pt x="1153" y="1914"/>
                </a:cubicBezTo>
                <a:lnTo>
                  <a:pt x="1164" y="1903"/>
                </a:lnTo>
                <a:lnTo>
                  <a:pt x="1166" y="1895"/>
                </a:lnTo>
                <a:lnTo>
                  <a:pt x="1165" y="1892"/>
                </a:lnTo>
                <a:lnTo>
                  <a:pt x="1164" y="1889"/>
                </a:lnTo>
                <a:lnTo>
                  <a:pt x="1159" y="1885"/>
                </a:lnTo>
                <a:cubicBezTo>
                  <a:pt x="1158" y="1884"/>
                  <a:pt x="1158" y="1884"/>
                  <a:pt x="1158" y="1883"/>
                </a:cubicBezTo>
                <a:lnTo>
                  <a:pt x="1155" y="1878"/>
                </a:lnTo>
                <a:cubicBezTo>
                  <a:pt x="1155" y="1877"/>
                  <a:pt x="1154" y="1876"/>
                  <a:pt x="1154" y="1875"/>
                </a:cubicBezTo>
                <a:lnTo>
                  <a:pt x="1154" y="1871"/>
                </a:lnTo>
                <a:lnTo>
                  <a:pt x="1154" y="1866"/>
                </a:lnTo>
                <a:lnTo>
                  <a:pt x="1154" y="1865"/>
                </a:lnTo>
                <a:lnTo>
                  <a:pt x="1150" y="1853"/>
                </a:lnTo>
                <a:cubicBezTo>
                  <a:pt x="1150" y="1852"/>
                  <a:pt x="1149" y="1851"/>
                  <a:pt x="1149" y="1850"/>
                </a:cubicBezTo>
                <a:lnTo>
                  <a:pt x="1149" y="1845"/>
                </a:lnTo>
                <a:cubicBezTo>
                  <a:pt x="1149" y="1844"/>
                  <a:pt x="1149" y="1843"/>
                  <a:pt x="1149" y="1842"/>
                </a:cubicBezTo>
                <a:lnTo>
                  <a:pt x="1152" y="1830"/>
                </a:lnTo>
                <a:lnTo>
                  <a:pt x="1153" y="1797"/>
                </a:lnTo>
                <a:lnTo>
                  <a:pt x="1156" y="1789"/>
                </a:lnTo>
                <a:lnTo>
                  <a:pt x="1156" y="1784"/>
                </a:lnTo>
                <a:lnTo>
                  <a:pt x="1155" y="1780"/>
                </a:lnTo>
                <a:lnTo>
                  <a:pt x="1150" y="1761"/>
                </a:lnTo>
                <a:lnTo>
                  <a:pt x="1145" y="1738"/>
                </a:lnTo>
                <a:cubicBezTo>
                  <a:pt x="1144" y="1737"/>
                  <a:pt x="1144" y="1736"/>
                  <a:pt x="1144" y="1736"/>
                </a:cubicBezTo>
                <a:lnTo>
                  <a:pt x="1145" y="1712"/>
                </a:lnTo>
                <a:lnTo>
                  <a:pt x="1157" y="1641"/>
                </a:lnTo>
                <a:lnTo>
                  <a:pt x="1161" y="1628"/>
                </a:lnTo>
                <a:lnTo>
                  <a:pt x="1188" y="1579"/>
                </a:lnTo>
                <a:lnTo>
                  <a:pt x="1187" y="1574"/>
                </a:lnTo>
                <a:lnTo>
                  <a:pt x="1178" y="1541"/>
                </a:lnTo>
                <a:cubicBezTo>
                  <a:pt x="1177" y="1540"/>
                  <a:pt x="1177" y="1538"/>
                  <a:pt x="1178" y="1536"/>
                </a:cubicBezTo>
                <a:lnTo>
                  <a:pt x="1185" y="1516"/>
                </a:lnTo>
                <a:lnTo>
                  <a:pt x="1191" y="1505"/>
                </a:lnTo>
                <a:lnTo>
                  <a:pt x="1191" y="1485"/>
                </a:lnTo>
                <a:lnTo>
                  <a:pt x="1193" y="1473"/>
                </a:lnTo>
                <a:lnTo>
                  <a:pt x="1197" y="1465"/>
                </a:lnTo>
                <a:lnTo>
                  <a:pt x="1196" y="1462"/>
                </a:lnTo>
                <a:lnTo>
                  <a:pt x="1194" y="1458"/>
                </a:lnTo>
                <a:cubicBezTo>
                  <a:pt x="1193" y="1458"/>
                  <a:pt x="1193" y="1457"/>
                  <a:pt x="1193" y="1456"/>
                </a:cubicBezTo>
                <a:lnTo>
                  <a:pt x="1192" y="1450"/>
                </a:lnTo>
                <a:cubicBezTo>
                  <a:pt x="1191" y="1449"/>
                  <a:pt x="1191" y="1447"/>
                  <a:pt x="1192" y="1446"/>
                </a:cubicBezTo>
                <a:lnTo>
                  <a:pt x="1196" y="1436"/>
                </a:lnTo>
                <a:cubicBezTo>
                  <a:pt x="1197" y="1435"/>
                  <a:pt x="1197" y="1433"/>
                  <a:pt x="1199" y="1433"/>
                </a:cubicBezTo>
                <a:lnTo>
                  <a:pt x="1216" y="1419"/>
                </a:lnTo>
                <a:lnTo>
                  <a:pt x="1223" y="1406"/>
                </a:lnTo>
                <a:lnTo>
                  <a:pt x="1227" y="1389"/>
                </a:lnTo>
                <a:lnTo>
                  <a:pt x="1228" y="1371"/>
                </a:lnTo>
                <a:lnTo>
                  <a:pt x="1221" y="1352"/>
                </a:lnTo>
                <a:lnTo>
                  <a:pt x="1216" y="1346"/>
                </a:lnTo>
                <a:cubicBezTo>
                  <a:pt x="1216" y="1345"/>
                  <a:pt x="1215" y="1343"/>
                  <a:pt x="1215" y="1342"/>
                </a:cubicBezTo>
                <a:lnTo>
                  <a:pt x="1214" y="1333"/>
                </a:lnTo>
                <a:cubicBezTo>
                  <a:pt x="1214" y="1333"/>
                  <a:pt x="1214" y="1332"/>
                  <a:pt x="1215" y="1331"/>
                </a:cubicBezTo>
                <a:lnTo>
                  <a:pt x="1217" y="1322"/>
                </a:lnTo>
                <a:lnTo>
                  <a:pt x="1221" y="1310"/>
                </a:lnTo>
                <a:lnTo>
                  <a:pt x="1229" y="1296"/>
                </a:lnTo>
                <a:cubicBezTo>
                  <a:pt x="1229" y="1295"/>
                  <a:pt x="1230" y="1295"/>
                  <a:pt x="1231" y="1294"/>
                </a:cubicBezTo>
                <a:lnTo>
                  <a:pt x="1239" y="1287"/>
                </a:lnTo>
                <a:cubicBezTo>
                  <a:pt x="1240" y="1287"/>
                  <a:pt x="1241" y="1286"/>
                  <a:pt x="1242" y="1286"/>
                </a:cubicBezTo>
                <a:lnTo>
                  <a:pt x="1286" y="1273"/>
                </a:lnTo>
                <a:lnTo>
                  <a:pt x="1289" y="1272"/>
                </a:lnTo>
                <a:lnTo>
                  <a:pt x="1310" y="1235"/>
                </a:lnTo>
                <a:lnTo>
                  <a:pt x="1324" y="1203"/>
                </a:lnTo>
                <a:cubicBezTo>
                  <a:pt x="1325" y="1202"/>
                  <a:pt x="1325" y="1202"/>
                  <a:pt x="1325" y="1201"/>
                </a:cubicBezTo>
                <a:lnTo>
                  <a:pt x="1356" y="1166"/>
                </a:lnTo>
                <a:lnTo>
                  <a:pt x="1363" y="1151"/>
                </a:lnTo>
                <a:lnTo>
                  <a:pt x="1360" y="1138"/>
                </a:lnTo>
                <a:cubicBezTo>
                  <a:pt x="1360" y="1136"/>
                  <a:pt x="1360" y="1134"/>
                  <a:pt x="1361" y="1132"/>
                </a:cubicBezTo>
                <a:lnTo>
                  <a:pt x="1364" y="1126"/>
                </a:lnTo>
                <a:lnTo>
                  <a:pt x="1375" y="1110"/>
                </a:lnTo>
                <a:lnTo>
                  <a:pt x="1381" y="1094"/>
                </a:lnTo>
                <a:cubicBezTo>
                  <a:pt x="1381" y="1092"/>
                  <a:pt x="1382" y="1090"/>
                  <a:pt x="1384" y="1090"/>
                </a:cubicBezTo>
                <a:lnTo>
                  <a:pt x="1394" y="1083"/>
                </a:lnTo>
                <a:cubicBezTo>
                  <a:pt x="1395" y="1083"/>
                  <a:pt x="1396" y="1082"/>
                  <a:pt x="1397" y="1082"/>
                </a:cubicBezTo>
                <a:lnTo>
                  <a:pt x="1450" y="1073"/>
                </a:lnTo>
                <a:cubicBezTo>
                  <a:pt x="1451" y="1073"/>
                  <a:pt x="1453" y="1073"/>
                  <a:pt x="1454" y="1074"/>
                </a:cubicBezTo>
                <a:lnTo>
                  <a:pt x="1471" y="1079"/>
                </a:lnTo>
                <a:lnTo>
                  <a:pt x="1498" y="1071"/>
                </a:lnTo>
                <a:cubicBezTo>
                  <a:pt x="1499" y="1070"/>
                  <a:pt x="1501" y="1071"/>
                  <a:pt x="1503" y="1071"/>
                </a:cubicBezTo>
                <a:lnTo>
                  <a:pt x="1512" y="1074"/>
                </a:lnTo>
                <a:cubicBezTo>
                  <a:pt x="1513" y="1075"/>
                  <a:pt x="1514" y="1075"/>
                  <a:pt x="1514" y="1076"/>
                </a:cubicBezTo>
                <a:lnTo>
                  <a:pt x="1528" y="1086"/>
                </a:lnTo>
                <a:lnTo>
                  <a:pt x="1533" y="1084"/>
                </a:lnTo>
                <a:cubicBezTo>
                  <a:pt x="1534" y="1084"/>
                  <a:pt x="1536" y="1084"/>
                  <a:pt x="1536" y="1084"/>
                </a:cubicBezTo>
                <a:lnTo>
                  <a:pt x="1545" y="1085"/>
                </a:lnTo>
                <a:cubicBezTo>
                  <a:pt x="1546" y="1085"/>
                  <a:pt x="1548" y="1085"/>
                  <a:pt x="1549" y="1086"/>
                </a:cubicBezTo>
                <a:lnTo>
                  <a:pt x="1572" y="1103"/>
                </a:lnTo>
                <a:lnTo>
                  <a:pt x="1632" y="1080"/>
                </a:lnTo>
                <a:lnTo>
                  <a:pt x="1640" y="1070"/>
                </a:lnTo>
                <a:lnTo>
                  <a:pt x="1636" y="1065"/>
                </a:lnTo>
                <a:cubicBezTo>
                  <a:pt x="1633" y="1063"/>
                  <a:pt x="1632" y="1059"/>
                  <a:pt x="1634" y="1056"/>
                </a:cubicBezTo>
                <a:lnTo>
                  <a:pt x="1637" y="1048"/>
                </a:lnTo>
                <a:cubicBezTo>
                  <a:pt x="1638" y="1046"/>
                  <a:pt x="1639" y="1045"/>
                  <a:pt x="1641" y="1044"/>
                </a:cubicBezTo>
                <a:lnTo>
                  <a:pt x="1645" y="1042"/>
                </a:lnTo>
                <a:cubicBezTo>
                  <a:pt x="1646" y="1041"/>
                  <a:pt x="1647" y="1041"/>
                  <a:pt x="1648" y="1041"/>
                </a:cubicBezTo>
                <a:lnTo>
                  <a:pt x="1653" y="1040"/>
                </a:lnTo>
                <a:lnTo>
                  <a:pt x="1672" y="1015"/>
                </a:lnTo>
                <a:cubicBezTo>
                  <a:pt x="1673" y="1014"/>
                  <a:pt x="1674" y="1014"/>
                  <a:pt x="1675" y="1013"/>
                </a:cubicBezTo>
                <a:lnTo>
                  <a:pt x="1707" y="997"/>
                </a:lnTo>
                <a:lnTo>
                  <a:pt x="1709" y="985"/>
                </a:lnTo>
                <a:cubicBezTo>
                  <a:pt x="1709" y="984"/>
                  <a:pt x="1710" y="983"/>
                  <a:pt x="1710" y="982"/>
                </a:cubicBezTo>
                <a:lnTo>
                  <a:pt x="1723" y="963"/>
                </a:lnTo>
                <a:cubicBezTo>
                  <a:pt x="1724" y="961"/>
                  <a:pt x="1726" y="960"/>
                  <a:pt x="1727" y="960"/>
                </a:cubicBezTo>
                <a:lnTo>
                  <a:pt x="1743" y="954"/>
                </a:lnTo>
                <a:cubicBezTo>
                  <a:pt x="1745" y="954"/>
                  <a:pt x="1746" y="953"/>
                  <a:pt x="1748" y="954"/>
                </a:cubicBezTo>
                <a:lnTo>
                  <a:pt x="1784" y="962"/>
                </a:lnTo>
                <a:lnTo>
                  <a:pt x="1804" y="949"/>
                </a:lnTo>
                <a:cubicBezTo>
                  <a:pt x="1806" y="947"/>
                  <a:pt x="1809" y="947"/>
                  <a:pt x="1811" y="948"/>
                </a:cubicBezTo>
                <a:lnTo>
                  <a:pt x="1821" y="952"/>
                </a:lnTo>
                <a:cubicBezTo>
                  <a:pt x="1822" y="953"/>
                  <a:pt x="1823" y="954"/>
                  <a:pt x="1824" y="955"/>
                </a:cubicBezTo>
                <a:lnTo>
                  <a:pt x="1833" y="971"/>
                </a:lnTo>
                <a:lnTo>
                  <a:pt x="1851" y="1011"/>
                </a:lnTo>
                <a:lnTo>
                  <a:pt x="1907" y="1114"/>
                </a:lnTo>
                <a:lnTo>
                  <a:pt x="1912" y="1119"/>
                </a:lnTo>
                <a:lnTo>
                  <a:pt x="1969" y="1145"/>
                </a:lnTo>
                <a:cubicBezTo>
                  <a:pt x="1972" y="1146"/>
                  <a:pt x="1974" y="1149"/>
                  <a:pt x="1974" y="1152"/>
                </a:cubicBezTo>
                <a:lnTo>
                  <a:pt x="1974" y="1180"/>
                </a:lnTo>
                <a:lnTo>
                  <a:pt x="1980" y="1195"/>
                </a:lnTo>
                <a:lnTo>
                  <a:pt x="1989" y="1203"/>
                </a:lnTo>
                <a:lnTo>
                  <a:pt x="2000" y="1207"/>
                </a:lnTo>
                <a:lnTo>
                  <a:pt x="2200" y="1306"/>
                </a:lnTo>
                <a:cubicBezTo>
                  <a:pt x="2202" y="1307"/>
                  <a:pt x="2203" y="1308"/>
                  <a:pt x="2204" y="1310"/>
                </a:cubicBezTo>
                <a:lnTo>
                  <a:pt x="2209" y="1319"/>
                </a:lnTo>
                <a:lnTo>
                  <a:pt x="2227" y="1390"/>
                </a:lnTo>
                <a:lnTo>
                  <a:pt x="2270" y="1495"/>
                </a:lnTo>
                <a:cubicBezTo>
                  <a:pt x="2271" y="1497"/>
                  <a:pt x="2270" y="1500"/>
                  <a:pt x="2270" y="1502"/>
                </a:cubicBezTo>
                <a:lnTo>
                  <a:pt x="2234" y="1578"/>
                </a:lnTo>
                <a:lnTo>
                  <a:pt x="2122" y="1718"/>
                </a:lnTo>
                <a:lnTo>
                  <a:pt x="2119" y="1728"/>
                </a:lnTo>
                <a:lnTo>
                  <a:pt x="2116" y="1746"/>
                </a:lnTo>
                <a:lnTo>
                  <a:pt x="2111" y="1810"/>
                </a:lnTo>
                <a:lnTo>
                  <a:pt x="2111" y="1821"/>
                </a:lnTo>
                <a:lnTo>
                  <a:pt x="2114" y="1828"/>
                </a:lnTo>
                <a:lnTo>
                  <a:pt x="2143" y="1866"/>
                </a:lnTo>
                <a:cubicBezTo>
                  <a:pt x="2144" y="1865"/>
                  <a:pt x="2145" y="1864"/>
                  <a:pt x="2147" y="1864"/>
                </a:cubicBezTo>
                <a:lnTo>
                  <a:pt x="2157" y="1861"/>
                </a:lnTo>
                <a:cubicBezTo>
                  <a:pt x="2158" y="1861"/>
                  <a:pt x="2159" y="1861"/>
                  <a:pt x="2160" y="1861"/>
                </a:cubicBezTo>
                <a:lnTo>
                  <a:pt x="2174" y="1863"/>
                </a:lnTo>
                <a:lnTo>
                  <a:pt x="2188" y="1855"/>
                </a:lnTo>
                <a:lnTo>
                  <a:pt x="2203" y="1836"/>
                </a:lnTo>
                <a:lnTo>
                  <a:pt x="2217" y="1812"/>
                </a:lnTo>
                <a:lnTo>
                  <a:pt x="2223" y="1799"/>
                </a:lnTo>
                <a:lnTo>
                  <a:pt x="2226" y="1787"/>
                </a:lnTo>
                <a:lnTo>
                  <a:pt x="2234" y="1747"/>
                </a:lnTo>
                <a:lnTo>
                  <a:pt x="2242" y="1726"/>
                </a:lnTo>
                <a:lnTo>
                  <a:pt x="2242" y="1719"/>
                </a:lnTo>
                <a:lnTo>
                  <a:pt x="2242" y="1713"/>
                </a:lnTo>
                <a:lnTo>
                  <a:pt x="2243" y="1705"/>
                </a:lnTo>
                <a:lnTo>
                  <a:pt x="2246" y="1696"/>
                </a:lnTo>
                <a:lnTo>
                  <a:pt x="2251" y="1660"/>
                </a:lnTo>
                <a:cubicBezTo>
                  <a:pt x="2251" y="1659"/>
                  <a:pt x="2252" y="1658"/>
                  <a:pt x="2252" y="1657"/>
                </a:cubicBezTo>
                <a:lnTo>
                  <a:pt x="2265" y="1636"/>
                </a:lnTo>
                <a:cubicBezTo>
                  <a:pt x="2266" y="1635"/>
                  <a:pt x="2267" y="1634"/>
                  <a:pt x="2269" y="1633"/>
                </a:cubicBezTo>
                <a:lnTo>
                  <a:pt x="2286" y="1624"/>
                </a:lnTo>
                <a:cubicBezTo>
                  <a:pt x="2287" y="1624"/>
                  <a:pt x="2288" y="1624"/>
                  <a:pt x="2289" y="1624"/>
                </a:cubicBezTo>
                <a:lnTo>
                  <a:pt x="2340" y="1621"/>
                </a:lnTo>
                <a:lnTo>
                  <a:pt x="2355" y="1614"/>
                </a:lnTo>
                <a:lnTo>
                  <a:pt x="2374" y="1592"/>
                </a:lnTo>
                <a:lnTo>
                  <a:pt x="2383" y="1586"/>
                </a:lnTo>
                <a:cubicBezTo>
                  <a:pt x="2384" y="1585"/>
                  <a:pt x="2386" y="1584"/>
                  <a:pt x="2387" y="1584"/>
                </a:cubicBezTo>
                <a:lnTo>
                  <a:pt x="2431" y="1583"/>
                </a:lnTo>
                <a:lnTo>
                  <a:pt x="2443" y="1578"/>
                </a:lnTo>
                <a:lnTo>
                  <a:pt x="2447" y="1573"/>
                </a:lnTo>
                <a:lnTo>
                  <a:pt x="2457" y="1555"/>
                </a:lnTo>
                <a:lnTo>
                  <a:pt x="2495" y="1514"/>
                </a:lnTo>
                <a:lnTo>
                  <a:pt x="2498" y="1506"/>
                </a:lnTo>
                <a:lnTo>
                  <a:pt x="2500" y="1474"/>
                </a:lnTo>
                <a:lnTo>
                  <a:pt x="2503" y="1460"/>
                </a:lnTo>
                <a:cubicBezTo>
                  <a:pt x="2504" y="1459"/>
                  <a:pt x="2504" y="1459"/>
                  <a:pt x="2504" y="1458"/>
                </a:cubicBezTo>
                <a:lnTo>
                  <a:pt x="2507" y="1453"/>
                </a:lnTo>
                <a:cubicBezTo>
                  <a:pt x="2508" y="1452"/>
                  <a:pt x="2508" y="1451"/>
                  <a:pt x="2509" y="1450"/>
                </a:cubicBezTo>
                <a:lnTo>
                  <a:pt x="2517" y="1445"/>
                </a:lnTo>
                <a:lnTo>
                  <a:pt x="2522" y="1438"/>
                </a:lnTo>
                <a:lnTo>
                  <a:pt x="2525" y="1428"/>
                </a:lnTo>
                <a:lnTo>
                  <a:pt x="2527" y="1415"/>
                </a:lnTo>
                <a:lnTo>
                  <a:pt x="2526" y="1395"/>
                </a:lnTo>
                <a:lnTo>
                  <a:pt x="2524" y="1381"/>
                </a:lnTo>
                <a:lnTo>
                  <a:pt x="2522" y="1378"/>
                </a:lnTo>
                <a:lnTo>
                  <a:pt x="2506" y="1370"/>
                </a:lnTo>
                <a:cubicBezTo>
                  <a:pt x="2505" y="1370"/>
                  <a:pt x="2504" y="1369"/>
                  <a:pt x="2504" y="1368"/>
                </a:cubicBezTo>
                <a:lnTo>
                  <a:pt x="2497" y="1361"/>
                </a:lnTo>
                <a:cubicBezTo>
                  <a:pt x="2496" y="1360"/>
                  <a:pt x="2495" y="1359"/>
                  <a:pt x="2495" y="1358"/>
                </a:cubicBezTo>
                <a:lnTo>
                  <a:pt x="2493" y="1351"/>
                </a:lnTo>
                <a:cubicBezTo>
                  <a:pt x="2492" y="1348"/>
                  <a:pt x="2493" y="1344"/>
                  <a:pt x="2496" y="1342"/>
                </a:cubicBezTo>
                <a:lnTo>
                  <a:pt x="2503" y="1337"/>
                </a:lnTo>
                <a:cubicBezTo>
                  <a:pt x="2504" y="1337"/>
                  <a:pt x="2505" y="1336"/>
                  <a:pt x="2506" y="1336"/>
                </a:cubicBezTo>
                <a:lnTo>
                  <a:pt x="2520" y="1335"/>
                </a:lnTo>
                <a:cubicBezTo>
                  <a:pt x="2521" y="1335"/>
                  <a:pt x="2522" y="1335"/>
                  <a:pt x="2523" y="1335"/>
                </a:cubicBezTo>
                <a:lnTo>
                  <a:pt x="2537" y="1338"/>
                </a:lnTo>
                <a:cubicBezTo>
                  <a:pt x="2538" y="1339"/>
                  <a:pt x="2539" y="1339"/>
                  <a:pt x="2540" y="1340"/>
                </a:cubicBezTo>
                <a:lnTo>
                  <a:pt x="2559" y="1355"/>
                </a:lnTo>
                <a:lnTo>
                  <a:pt x="2618" y="1423"/>
                </a:lnTo>
                <a:lnTo>
                  <a:pt x="2624" y="1428"/>
                </a:lnTo>
                <a:lnTo>
                  <a:pt x="2696" y="1440"/>
                </a:lnTo>
                <a:lnTo>
                  <a:pt x="2722" y="1436"/>
                </a:lnTo>
                <a:lnTo>
                  <a:pt x="2733" y="1424"/>
                </a:lnTo>
                <a:lnTo>
                  <a:pt x="2741" y="1396"/>
                </a:lnTo>
                <a:lnTo>
                  <a:pt x="2742" y="1383"/>
                </a:lnTo>
                <a:lnTo>
                  <a:pt x="2741" y="1318"/>
                </a:lnTo>
                <a:lnTo>
                  <a:pt x="2734" y="1304"/>
                </a:lnTo>
                <a:lnTo>
                  <a:pt x="2728" y="1292"/>
                </a:lnTo>
                <a:cubicBezTo>
                  <a:pt x="2728" y="1291"/>
                  <a:pt x="2728" y="1290"/>
                  <a:pt x="2728" y="1290"/>
                </a:cubicBezTo>
                <a:lnTo>
                  <a:pt x="2727" y="1282"/>
                </a:lnTo>
                <a:lnTo>
                  <a:pt x="2727" y="1273"/>
                </a:lnTo>
                <a:lnTo>
                  <a:pt x="2725" y="1258"/>
                </a:lnTo>
                <a:lnTo>
                  <a:pt x="2723" y="1250"/>
                </a:lnTo>
                <a:lnTo>
                  <a:pt x="2716" y="1235"/>
                </a:lnTo>
                <a:cubicBezTo>
                  <a:pt x="2715" y="1234"/>
                  <a:pt x="2715" y="1233"/>
                  <a:pt x="2715" y="1232"/>
                </a:cubicBezTo>
                <a:lnTo>
                  <a:pt x="2715" y="1214"/>
                </a:lnTo>
                <a:lnTo>
                  <a:pt x="2712" y="1216"/>
                </a:lnTo>
                <a:cubicBezTo>
                  <a:pt x="2711" y="1217"/>
                  <a:pt x="2709" y="1218"/>
                  <a:pt x="2708" y="1218"/>
                </a:cubicBezTo>
                <a:lnTo>
                  <a:pt x="2700" y="1227"/>
                </a:lnTo>
                <a:lnTo>
                  <a:pt x="2694" y="1233"/>
                </a:lnTo>
                <a:cubicBezTo>
                  <a:pt x="2693" y="1233"/>
                  <a:pt x="2693" y="1234"/>
                  <a:pt x="2692" y="1234"/>
                </a:cubicBezTo>
                <a:lnTo>
                  <a:pt x="2687" y="1236"/>
                </a:lnTo>
                <a:cubicBezTo>
                  <a:pt x="2684" y="1237"/>
                  <a:pt x="2681" y="1236"/>
                  <a:pt x="2679" y="1234"/>
                </a:cubicBezTo>
                <a:lnTo>
                  <a:pt x="2675" y="1231"/>
                </a:lnTo>
                <a:cubicBezTo>
                  <a:pt x="2673" y="1229"/>
                  <a:pt x="2672" y="1228"/>
                  <a:pt x="2672" y="1226"/>
                </a:cubicBezTo>
                <a:lnTo>
                  <a:pt x="2671" y="1218"/>
                </a:lnTo>
                <a:cubicBezTo>
                  <a:pt x="2671" y="1217"/>
                  <a:pt x="2671" y="1216"/>
                  <a:pt x="2671" y="1215"/>
                </a:cubicBezTo>
                <a:lnTo>
                  <a:pt x="2673" y="1207"/>
                </a:lnTo>
                <a:cubicBezTo>
                  <a:pt x="2674" y="1205"/>
                  <a:pt x="2674" y="1204"/>
                  <a:pt x="2675" y="1203"/>
                </a:cubicBezTo>
                <a:lnTo>
                  <a:pt x="2674" y="1202"/>
                </a:lnTo>
                <a:lnTo>
                  <a:pt x="2614" y="1194"/>
                </a:lnTo>
                <a:lnTo>
                  <a:pt x="2611" y="1196"/>
                </a:lnTo>
                <a:lnTo>
                  <a:pt x="2613" y="1209"/>
                </a:lnTo>
                <a:cubicBezTo>
                  <a:pt x="2613" y="1210"/>
                  <a:pt x="2613" y="1211"/>
                  <a:pt x="2613" y="1213"/>
                </a:cubicBezTo>
                <a:lnTo>
                  <a:pt x="2611" y="1219"/>
                </a:lnTo>
                <a:lnTo>
                  <a:pt x="2612" y="1225"/>
                </a:lnTo>
                <a:lnTo>
                  <a:pt x="2614" y="1232"/>
                </a:lnTo>
                <a:lnTo>
                  <a:pt x="2615" y="1243"/>
                </a:lnTo>
                <a:lnTo>
                  <a:pt x="2615" y="1255"/>
                </a:lnTo>
                <a:lnTo>
                  <a:pt x="2614" y="1259"/>
                </a:lnTo>
                <a:cubicBezTo>
                  <a:pt x="2613" y="1261"/>
                  <a:pt x="2612" y="1262"/>
                  <a:pt x="2611" y="1263"/>
                </a:cubicBezTo>
                <a:lnTo>
                  <a:pt x="2609" y="1265"/>
                </a:lnTo>
                <a:lnTo>
                  <a:pt x="2609" y="1267"/>
                </a:lnTo>
                <a:lnTo>
                  <a:pt x="2611" y="1276"/>
                </a:lnTo>
                <a:lnTo>
                  <a:pt x="2610" y="1301"/>
                </a:lnTo>
                <a:lnTo>
                  <a:pt x="2608" y="1311"/>
                </a:lnTo>
                <a:cubicBezTo>
                  <a:pt x="2608" y="1313"/>
                  <a:pt x="2607" y="1315"/>
                  <a:pt x="2605" y="1316"/>
                </a:cubicBezTo>
                <a:lnTo>
                  <a:pt x="2601" y="1320"/>
                </a:lnTo>
                <a:cubicBezTo>
                  <a:pt x="2600" y="1321"/>
                  <a:pt x="2599" y="1321"/>
                  <a:pt x="2598" y="1321"/>
                </a:cubicBezTo>
                <a:lnTo>
                  <a:pt x="2577" y="1327"/>
                </a:lnTo>
                <a:cubicBezTo>
                  <a:pt x="2574" y="1328"/>
                  <a:pt x="2571" y="1327"/>
                  <a:pt x="2569" y="1326"/>
                </a:cubicBezTo>
                <a:lnTo>
                  <a:pt x="2562" y="1320"/>
                </a:lnTo>
                <a:cubicBezTo>
                  <a:pt x="2560" y="1318"/>
                  <a:pt x="2559" y="1314"/>
                  <a:pt x="2559" y="1312"/>
                </a:cubicBezTo>
                <a:cubicBezTo>
                  <a:pt x="2560" y="1309"/>
                  <a:pt x="2562" y="1307"/>
                  <a:pt x="2565" y="1306"/>
                </a:cubicBezTo>
                <a:lnTo>
                  <a:pt x="2577" y="1302"/>
                </a:lnTo>
                <a:lnTo>
                  <a:pt x="2582" y="1287"/>
                </a:lnTo>
                <a:lnTo>
                  <a:pt x="2583" y="1258"/>
                </a:lnTo>
                <a:lnTo>
                  <a:pt x="2583" y="1220"/>
                </a:lnTo>
                <a:cubicBezTo>
                  <a:pt x="2582" y="1220"/>
                  <a:pt x="2582" y="1219"/>
                  <a:pt x="2582" y="1219"/>
                </a:cubicBezTo>
                <a:lnTo>
                  <a:pt x="2579" y="1172"/>
                </a:lnTo>
                <a:lnTo>
                  <a:pt x="2576" y="1169"/>
                </a:lnTo>
                <a:lnTo>
                  <a:pt x="2559" y="1175"/>
                </a:lnTo>
                <a:cubicBezTo>
                  <a:pt x="2556" y="1176"/>
                  <a:pt x="2553" y="1176"/>
                  <a:pt x="2551" y="1175"/>
                </a:cubicBezTo>
                <a:lnTo>
                  <a:pt x="2542" y="1168"/>
                </a:lnTo>
                <a:cubicBezTo>
                  <a:pt x="2540" y="1167"/>
                  <a:pt x="2538" y="1164"/>
                  <a:pt x="2538" y="1162"/>
                </a:cubicBezTo>
                <a:cubicBezTo>
                  <a:pt x="2538" y="1159"/>
                  <a:pt x="2539" y="1157"/>
                  <a:pt x="2541" y="1155"/>
                </a:cubicBezTo>
                <a:lnTo>
                  <a:pt x="2554" y="1145"/>
                </a:lnTo>
                <a:lnTo>
                  <a:pt x="2555" y="1143"/>
                </a:lnTo>
                <a:lnTo>
                  <a:pt x="2551" y="1134"/>
                </a:lnTo>
                <a:lnTo>
                  <a:pt x="2541" y="1138"/>
                </a:lnTo>
                <a:cubicBezTo>
                  <a:pt x="2540" y="1139"/>
                  <a:pt x="2539" y="1139"/>
                  <a:pt x="2538" y="1139"/>
                </a:cubicBezTo>
                <a:lnTo>
                  <a:pt x="2523" y="1139"/>
                </a:lnTo>
                <a:lnTo>
                  <a:pt x="2523" y="1140"/>
                </a:lnTo>
                <a:lnTo>
                  <a:pt x="2523" y="1160"/>
                </a:lnTo>
                <a:lnTo>
                  <a:pt x="2523" y="1181"/>
                </a:lnTo>
                <a:lnTo>
                  <a:pt x="2521" y="1191"/>
                </a:lnTo>
                <a:lnTo>
                  <a:pt x="2524" y="1197"/>
                </a:lnTo>
                <a:lnTo>
                  <a:pt x="2530" y="1202"/>
                </a:lnTo>
                <a:lnTo>
                  <a:pt x="2535" y="1212"/>
                </a:lnTo>
                <a:cubicBezTo>
                  <a:pt x="2536" y="1213"/>
                  <a:pt x="2536" y="1215"/>
                  <a:pt x="2536" y="1216"/>
                </a:cubicBezTo>
                <a:lnTo>
                  <a:pt x="2535" y="1229"/>
                </a:lnTo>
                <a:cubicBezTo>
                  <a:pt x="2535" y="1230"/>
                  <a:pt x="2535" y="1232"/>
                  <a:pt x="2534" y="1233"/>
                </a:cubicBezTo>
                <a:lnTo>
                  <a:pt x="2528" y="1240"/>
                </a:lnTo>
                <a:cubicBezTo>
                  <a:pt x="2527" y="1242"/>
                  <a:pt x="2525" y="1243"/>
                  <a:pt x="2523" y="1243"/>
                </a:cubicBezTo>
                <a:lnTo>
                  <a:pt x="2508" y="1245"/>
                </a:lnTo>
                <a:lnTo>
                  <a:pt x="2509" y="1249"/>
                </a:lnTo>
                <a:lnTo>
                  <a:pt x="2521" y="1277"/>
                </a:lnTo>
                <a:lnTo>
                  <a:pt x="2526" y="1285"/>
                </a:lnTo>
                <a:lnTo>
                  <a:pt x="2529" y="1291"/>
                </a:lnTo>
                <a:cubicBezTo>
                  <a:pt x="2529" y="1293"/>
                  <a:pt x="2530" y="1294"/>
                  <a:pt x="2530" y="1295"/>
                </a:cubicBezTo>
                <a:lnTo>
                  <a:pt x="2529" y="1302"/>
                </a:lnTo>
                <a:cubicBezTo>
                  <a:pt x="2529" y="1305"/>
                  <a:pt x="2527" y="1308"/>
                  <a:pt x="2524" y="1309"/>
                </a:cubicBezTo>
                <a:lnTo>
                  <a:pt x="2520" y="1310"/>
                </a:lnTo>
                <a:cubicBezTo>
                  <a:pt x="2517" y="1311"/>
                  <a:pt x="2514" y="1311"/>
                  <a:pt x="2512" y="1309"/>
                </a:cubicBezTo>
                <a:lnTo>
                  <a:pt x="2493" y="1291"/>
                </a:lnTo>
                <a:cubicBezTo>
                  <a:pt x="2493" y="1290"/>
                  <a:pt x="2492" y="1289"/>
                  <a:pt x="2492" y="1288"/>
                </a:cubicBezTo>
                <a:lnTo>
                  <a:pt x="2488" y="1279"/>
                </a:lnTo>
                <a:lnTo>
                  <a:pt x="2484" y="1269"/>
                </a:lnTo>
                <a:lnTo>
                  <a:pt x="2479" y="1276"/>
                </a:lnTo>
                <a:cubicBezTo>
                  <a:pt x="2478" y="1277"/>
                  <a:pt x="2477" y="1277"/>
                  <a:pt x="2476" y="1278"/>
                </a:cubicBezTo>
                <a:lnTo>
                  <a:pt x="2462" y="1285"/>
                </a:lnTo>
                <a:lnTo>
                  <a:pt x="2456" y="1290"/>
                </a:lnTo>
                <a:lnTo>
                  <a:pt x="2453" y="1304"/>
                </a:lnTo>
                <a:cubicBezTo>
                  <a:pt x="2452" y="1307"/>
                  <a:pt x="2448" y="1310"/>
                  <a:pt x="2444" y="1309"/>
                </a:cubicBezTo>
                <a:cubicBezTo>
                  <a:pt x="2440" y="1309"/>
                  <a:pt x="2437" y="1306"/>
                  <a:pt x="2437" y="1302"/>
                </a:cubicBezTo>
                <a:lnTo>
                  <a:pt x="2436" y="1286"/>
                </a:lnTo>
                <a:cubicBezTo>
                  <a:pt x="2436" y="1284"/>
                  <a:pt x="2437" y="1283"/>
                  <a:pt x="2438" y="1281"/>
                </a:cubicBezTo>
                <a:lnTo>
                  <a:pt x="2443" y="1273"/>
                </a:lnTo>
                <a:cubicBezTo>
                  <a:pt x="2444" y="1272"/>
                  <a:pt x="2445" y="1271"/>
                  <a:pt x="2446" y="1270"/>
                </a:cubicBezTo>
                <a:lnTo>
                  <a:pt x="2458" y="1262"/>
                </a:lnTo>
                <a:lnTo>
                  <a:pt x="2462" y="1254"/>
                </a:lnTo>
                <a:lnTo>
                  <a:pt x="2469" y="1235"/>
                </a:lnTo>
                <a:lnTo>
                  <a:pt x="2467" y="1237"/>
                </a:lnTo>
                <a:lnTo>
                  <a:pt x="2441" y="1263"/>
                </a:lnTo>
                <a:cubicBezTo>
                  <a:pt x="2441" y="1264"/>
                  <a:pt x="2440" y="1264"/>
                  <a:pt x="2439" y="1265"/>
                </a:cubicBezTo>
                <a:lnTo>
                  <a:pt x="2437" y="1266"/>
                </a:lnTo>
                <a:cubicBezTo>
                  <a:pt x="2435" y="1267"/>
                  <a:pt x="2433" y="1267"/>
                  <a:pt x="2431" y="1266"/>
                </a:cubicBezTo>
                <a:lnTo>
                  <a:pt x="2408" y="1260"/>
                </a:lnTo>
                <a:lnTo>
                  <a:pt x="2378" y="1262"/>
                </a:lnTo>
                <a:lnTo>
                  <a:pt x="2370" y="1266"/>
                </a:lnTo>
                <a:lnTo>
                  <a:pt x="2337" y="1300"/>
                </a:lnTo>
                <a:lnTo>
                  <a:pt x="2329" y="1316"/>
                </a:lnTo>
                <a:lnTo>
                  <a:pt x="2323" y="1324"/>
                </a:lnTo>
                <a:cubicBezTo>
                  <a:pt x="2322" y="1324"/>
                  <a:pt x="2322" y="1325"/>
                  <a:pt x="2321" y="1325"/>
                </a:cubicBezTo>
                <a:lnTo>
                  <a:pt x="2310" y="1332"/>
                </a:lnTo>
                <a:cubicBezTo>
                  <a:pt x="2307" y="1334"/>
                  <a:pt x="2304" y="1333"/>
                  <a:pt x="2301" y="1331"/>
                </a:cubicBezTo>
                <a:cubicBezTo>
                  <a:pt x="2298" y="1329"/>
                  <a:pt x="2297" y="1325"/>
                  <a:pt x="2299" y="1322"/>
                </a:cubicBezTo>
                <a:lnTo>
                  <a:pt x="2304" y="1308"/>
                </a:lnTo>
                <a:lnTo>
                  <a:pt x="2313" y="1291"/>
                </a:lnTo>
                <a:lnTo>
                  <a:pt x="2312" y="1291"/>
                </a:lnTo>
                <a:cubicBezTo>
                  <a:pt x="2309" y="1291"/>
                  <a:pt x="2306" y="1288"/>
                  <a:pt x="2305" y="1285"/>
                </a:cubicBezTo>
                <a:cubicBezTo>
                  <a:pt x="2304" y="1281"/>
                  <a:pt x="2305" y="1278"/>
                  <a:pt x="2308" y="1276"/>
                </a:cubicBezTo>
                <a:lnTo>
                  <a:pt x="2315" y="1272"/>
                </a:lnTo>
                <a:cubicBezTo>
                  <a:pt x="2315" y="1272"/>
                  <a:pt x="2316" y="1272"/>
                  <a:pt x="2317" y="1271"/>
                </a:cubicBezTo>
                <a:lnTo>
                  <a:pt x="2328" y="1269"/>
                </a:lnTo>
                <a:lnTo>
                  <a:pt x="2331" y="1266"/>
                </a:lnTo>
                <a:lnTo>
                  <a:pt x="2334" y="1258"/>
                </a:lnTo>
                <a:lnTo>
                  <a:pt x="2337" y="1249"/>
                </a:lnTo>
                <a:lnTo>
                  <a:pt x="2341" y="1239"/>
                </a:lnTo>
                <a:cubicBezTo>
                  <a:pt x="2342" y="1237"/>
                  <a:pt x="2344" y="1236"/>
                  <a:pt x="2346" y="1235"/>
                </a:cubicBezTo>
                <a:lnTo>
                  <a:pt x="2347" y="1234"/>
                </a:lnTo>
                <a:lnTo>
                  <a:pt x="2348" y="1226"/>
                </a:lnTo>
                <a:cubicBezTo>
                  <a:pt x="2348" y="1224"/>
                  <a:pt x="2349" y="1223"/>
                  <a:pt x="2350" y="1222"/>
                </a:cubicBezTo>
                <a:lnTo>
                  <a:pt x="2365" y="1203"/>
                </a:lnTo>
                <a:lnTo>
                  <a:pt x="2376" y="1195"/>
                </a:lnTo>
                <a:lnTo>
                  <a:pt x="2381" y="1174"/>
                </a:lnTo>
                <a:cubicBezTo>
                  <a:pt x="2381" y="1173"/>
                  <a:pt x="2381" y="1172"/>
                  <a:pt x="2382" y="1172"/>
                </a:cubicBezTo>
                <a:lnTo>
                  <a:pt x="2386" y="1167"/>
                </a:lnTo>
                <a:lnTo>
                  <a:pt x="2377" y="1146"/>
                </a:lnTo>
                <a:cubicBezTo>
                  <a:pt x="2376" y="1145"/>
                  <a:pt x="2376" y="1143"/>
                  <a:pt x="2376" y="1142"/>
                </a:cubicBezTo>
                <a:lnTo>
                  <a:pt x="2378" y="1134"/>
                </a:lnTo>
                <a:lnTo>
                  <a:pt x="2373" y="1120"/>
                </a:lnTo>
                <a:cubicBezTo>
                  <a:pt x="2373" y="1118"/>
                  <a:pt x="2373" y="1117"/>
                  <a:pt x="2373" y="1116"/>
                </a:cubicBezTo>
                <a:lnTo>
                  <a:pt x="2375" y="1112"/>
                </a:lnTo>
                <a:lnTo>
                  <a:pt x="2366" y="1118"/>
                </a:lnTo>
                <a:cubicBezTo>
                  <a:pt x="2364" y="1120"/>
                  <a:pt x="2361" y="1120"/>
                  <a:pt x="2358" y="1119"/>
                </a:cubicBezTo>
                <a:lnTo>
                  <a:pt x="2351" y="1115"/>
                </a:lnTo>
                <a:lnTo>
                  <a:pt x="2347" y="1118"/>
                </a:lnTo>
                <a:cubicBezTo>
                  <a:pt x="2344" y="1120"/>
                  <a:pt x="2341" y="1120"/>
                  <a:pt x="2338" y="1118"/>
                </a:cubicBezTo>
                <a:lnTo>
                  <a:pt x="2334" y="1116"/>
                </a:lnTo>
                <a:cubicBezTo>
                  <a:pt x="2333" y="1115"/>
                  <a:pt x="2332" y="1115"/>
                  <a:pt x="2332" y="1114"/>
                </a:cubicBezTo>
                <a:lnTo>
                  <a:pt x="2324" y="1108"/>
                </a:lnTo>
                <a:lnTo>
                  <a:pt x="2324" y="1108"/>
                </a:lnTo>
                <a:lnTo>
                  <a:pt x="2321" y="1110"/>
                </a:lnTo>
                <a:lnTo>
                  <a:pt x="2308" y="1128"/>
                </a:lnTo>
                <a:lnTo>
                  <a:pt x="2298" y="1150"/>
                </a:lnTo>
                <a:cubicBezTo>
                  <a:pt x="2297" y="1151"/>
                  <a:pt x="2296" y="1152"/>
                  <a:pt x="2295" y="1153"/>
                </a:cubicBezTo>
                <a:lnTo>
                  <a:pt x="2288" y="1158"/>
                </a:lnTo>
                <a:cubicBezTo>
                  <a:pt x="2286" y="1159"/>
                  <a:pt x="2284" y="1159"/>
                  <a:pt x="2282" y="1159"/>
                </a:cubicBezTo>
                <a:lnTo>
                  <a:pt x="2267" y="1157"/>
                </a:lnTo>
                <a:cubicBezTo>
                  <a:pt x="2264" y="1156"/>
                  <a:pt x="2261" y="1154"/>
                  <a:pt x="2260" y="1150"/>
                </a:cubicBezTo>
                <a:cubicBezTo>
                  <a:pt x="2260" y="1147"/>
                  <a:pt x="2261" y="1144"/>
                  <a:pt x="2264" y="1142"/>
                </a:cubicBezTo>
                <a:lnTo>
                  <a:pt x="2273" y="1135"/>
                </a:lnTo>
                <a:lnTo>
                  <a:pt x="2276" y="1125"/>
                </a:lnTo>
                <a:lnTo>
                  <a:pt x="2278" y="1119"/>
                </a:lnTo>
                <a:lnTo>
                  <a:pt x="2285" y="1108"/>
                </a:lnTo>
                <a:cubicBezTo>
                  <a:pt x="2285" y="1107"/>
                  <a:pt x="2286" y="1106"/>
                  <a:pt x="2287" y="1105"/>
                </a:cubicBezTo>
                <a:lnTo>
                  <a:pt x="2302" y="1096"/>
                </a:lnTo>
                <a:lnTo>
                  <a:pt x="2313" y="1084"/>
                </a:lnTo>
                <a:lnTo>
                  <a:pt x="2329" y="1074"/>
                </a:lnTo>
                <a:lnTo>
                  <a:pt x="2350" y="1053"/>
                </a:lnTo>
                <a:lnTo>
                  <a:pt x="2273" y="1026"/>
                </a:lnTo>
                <a:cubicBezTo>
                  <a:pt x="2273" y="1026"/>
                  <a:pt x="2272" y="1026"/>
                  <a:pt x="2271" y="1025"/>
                </a:cubicBezTo>
                <a:lnTo>
                  <a:pt x="2260" y="1016"/>
                </a:lnTo>
                <a:lnTo>
                  <a:pt x="2206" y="1023"/>
                </a:lnTo>
                <a:cubicBezTo>
                  <a:pt x="2204" y="1023"/>
                  <a:pt x="2202" y="1022"/>
                  <a:pt x="2200" y="1021"/>
                </a:cubicBezTo>
                <a:lnTo>
                  <a:pt x="2191" y="1014"/>
                </a:lnTo>
                <a:cubicBezTo>
                  <a:pt x="2190" y="1013"/>
                  <a:pt x="2188" y="1011"/>
                  <a:pt x="2188" y="1008"/>
                </a:cubicBezTo>
                <a:cubicBezTo>
                  <a:pt x="2188" y="1006"/>
                  <a:pt x="2189" y="1004"/>
                  <a:pt x="2191" y="1002"/>
                </a:cubicBezTo>
                <a:lnTo>
                  <a:pt x="2204" y="991"/>
                </a:lnTo>
                <a:lnTo>
                  <a:pt x="2195" y="991"/>
                </a:lnTo>
                <a:cubicBezTo>
                  <a:pt x="2192" y="992"/>
                  <a:pt x="2190" y="990"/>
                  <a:pt x="2188" y="988"/>
                </a:cubicBezTo>
                <a:cubicBezTo>
                  <a:pt x="2186" y="986"/>
                  <a:pt x="2186" y="983"/>
                  <a:pt x="2187" y="980"/>
                </a:cubicBezTo>
                <a:lnTo>
                  <a:pt x="2188" y="980"/>
                </a:lnTo>
                <a:lnTo>
                  <a:pt x="2155" y="981"/>
                </a:lnTo>
                <a:cubicBezTo>
                  <a:pt x="2153" y="981"/>
                  <a:pt x="2151" y="980"/>
                  <a:pt x="2149" y="979"/>
                </a:cubicBezTo>
                <a:lnTo>
                  <a:pt x="2130" y="964"/>
                </a:lnTo>
                <a:lnTo>
                  <a:pt x="2073" y="954"/>
                </a:lnTo>
                <a:cubicBezTo>
                  <a:pt x="2070" y="953"/>
                  <a:pt x="2067" y="951"/>
                  <a:pt x="2066" y="948"/>
                </a:cubicBezTo>
                <a:cubicBezTo>
                  <a:pt x="2066" y="946"/>
                  <a:pt x="2066" y="944"/>
                  <a:pt x="2067" y="942"/>
                </a:cubicBezTo>
                <a:lnTo>
                  <a:pt x="2053" y="941"/>
                </a:lnTo>
                <a:cubicBezTo>
                  <a:pt x="2052" y="941"/>
                  <a:pt x="2050" y="940"/>
                  <a:pt x="2049" y="940"/>
                </a:cubicBezTo>
                <a:lnTo>
                  <a:pt x="2038" y="933"/>
                </a:lnTo>
                <a:cubicBezTo>
                  <a:pt x="2037" y="933"/>
                  <a:pt x="2036" y="931"/>
                  <a:pt x="2035" y="930"/>
                </a:cubicBezTo>
                <a:lnTo>
                  <a:pt x="2029" y="918"/>
                </a:lnTo>
                <a:cubicBezTo>
                  <a:pt x="2028" y="916"/>
                  <a:pt x="2028" y="913"/>
                  <a:pt x="2029" y="911"/>
                </a:cubicBezTo>
                <a:cubicBezTo>
                  <a:pt x="2030" y="908"/>
                  <a:pt x="2032" y="908"/>
                  <a:pt x="2034" y="907"/>
                </a:cubicBezTo>
                <a:lnTo>
                  <a:pt x="2043" y="904"/>
                </a:lnTo>
                <a:lnTo>
                  <a:pt x="2057" y="895"/>
                </a:lnTo>
                <a:lnTo>
                  <a:pt x="2067" y="884"/>
                </a:lnTo>
                <a:lnTo>
                  <a:pt x="2068" y="881"/>
                </a:lnTo>
                <a:lnTo>
                  <a:pt x="2033" y="885"/>
                </a:lnTo>
                <a:cubicBezTo>
                  <a:pt x="2030" y="886"/>
                  <a:pt x="2028" y="884"/>
                  <a:pt x="2026" y="882"/>
                </a:cubicBezTo>
                <a:cubicBezTo>
                  <a:pt x="2024" y="880"/>
                  <a:pt x="2024" y="877"/>
                  <a:pt x="2025" y="874"/>
                </a:cubicBezTo>
                <a:lnTo>
                  <a:pt x="2031" y="860"/>
                </a:lnTo>
                <a:cubicBezTo>
                  <a:pt x="2032" y="858"/>
                  <a:pt x="2033" y="857"/>
                  <a:pt x="2035" y="856"/>
                </a:cubicBezTo>
                <a:lnTo>
                  <a:pt x="2047" y="851"/>
                </a:lnTo>
                <a:cubicBezTo>
                  <a:pt x="2048" y="850"/>
                  <a:pt x="2050" y="850"/>
                  <a:pt x="2052" y="851"/>
                </a:cubicBezTo>
                <a:lnTo>
                  <a:pt x="2228" y="907"/>
                </a:lnTo>
                <a:cubicBezTo>
                  <a:pt x="2229" y="907"/>
                  <a:pt x="2229" y="907"/>
                  <a:pt x="2229" y="907"/>
                </a:cubicBezTo>
                <a:lnTo>
                  <a:pt x="2492" y="948"/>
                </a:lnTo>
                <a:lnTo>
                  <a:pt x="2492" y="946"/>
                </a:lnTo>
                <a:cubicBezTo>
                  <a:pt x="2493" y="944"/>
                  <a:pt x="2494" y="942"/>
                  <a:pt x="2495" y="940"/>
                </a:cubicBezTo>
                <a:lnTo>
                  <a:pt x="2503" y="934"/>
                </a:lnTo>
                <a:cubicBezTo>
                  <a:pt x="2504" y="933"/>
                  <a:pt x="2504" y="933"/>
                  <a:pt x="2505" y="932"/>
                </a:cubicBezTo>
                <a:lnTo>
                  <a:pt x="2557" y="910"/>
                </a:lnTo>
                <a:lnTo>
                  <a:pt x="2566" y="901"/>
                </a:lnTo>
                <a:lnTo>
                  <a:pt x="2572" y="887"/>
                </a:lnTo>
                <a:lnTo>
                  <a:pt x="2569" y="884"/>
                </a:lnTo>
                <a:cubicBezTo>
                  <a:pt x="2567" y="882"/>
                  <a:pt x="2566" y="880"/>
                  <a:pt x="2566" y="877"/>
                </a:cubicBezTo>
                <a:lnTo>
                  <a:pt x="2566" y="867"/>
                </a:lnTo>
                <a:cubicBezTo>
                  <a:pt x="2566" y="865"/>
                  <a:pt x="2566" y="864"/>
                  <a:pt x="2566" y="863"/>
                </a:cubicBezTo>
                <a:lnTo>
                  <a:pt x="2572" y="852"/>
                </a:lnTo>
                <a:cubicBezTo>
                  <a:pt x="2572" y="851"/>
                  <a:pt x="2572" y="851"/>
                  <a:pt x="2573" y="850"/>
                </a:cubicBezTo>
                <a:lnTo>
                  <a:pt x="2580" y="841"/>
                </a:lnTo>
                <a:cubicBezTo>
                  <a:pt x="2581" y="840"/>
                  <a:pt x="2583" y="839"/>
                  <a:pt x="2584" y="839"/>
                </a:cubicBezTo>
                <a:lnTo>
                  <a:pt x="2609" y="833"/>
                </a:lnTo>
                <a:lnTo>
                  <a:pt x="2614" y="825"/>
                </a:lnTo>
                <a:lnTo>
                  <a:pt x="2614" y="807"/>
                </a:lnTo>
                <a:cubicBezTo>
                  <a:pt x="2614" y="804"/>
                  <a:pt x="2615" y="802"/>
                  <a:pt x="2617" y="801"/>
                </a:cubicBezTo>
                <a:lnTo>
                  <a:pt x="2627" y="792"/>
                </a:lnTo>
                <a:cubicBezTo>
                  <a:pt x="2628" y="791"/>
                  <a:pt x="2630" y="790"/>
                  <a:pt x="2632" y="790"/>
                </a:cubicBezTo>
                <a:lnTo>
                  <a:pt x="2748" y="777"/>
                </a:lnTo>
                <a:lnTo>
                  <a:pt x="2780" y="758"/>
                </a:lnTo>
                <a:cubicBezTo>
                  <a:pt x="2781" y="757"/>
                  <a:pt x="2783" y="757"/>
                  <a:pt x="2784" y="757"/>
                </a:cubicBezTo>
                <a:lnTo>
                  <a:pt x="2785" y="757"/>
                </a:lnTo>
                <a:lnTo>
                  <a:pt x="2784" y="754"/>
                </a:lnTo>
                <a:lnTo>
                  <a:pt x="2780" y="74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6" name="Freeform 162">
            <a:extLst>
              <a:ext uri="{FF2B5EF4-FFF2-40B4-BE49-F238E27FC236}">
                <a16:creationId xmlns:a16="http://schemas.microsoft.com/office/drawing/2014/main" xmlns="" id="{30E8C1CC-6BCA-45B6-A972-E7FFF1FA5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698" y="2599265"/>
            <a:ext cx="72978" cy="46279"/>
          </a:xfrm>
          <a:custGeom>
            <a:avLst/>
            <a:gdLst>
              <a:gd name="T0" fmla="*/ 163 w 183"/>
              <a:gd name="T1" fmla="*/ 81 h 113"/>
              <a:gd name="T2" fmla="*/ 156 w 183"/>
              <a:gd name="T3" fmla="*/ 76 h 113"/>
              <a:gd name="T4" fmla="*/ 153 w 183"/>
              <a:gd name="T5" fmla="*/ 67 h 113"/>
              <a:gd name="T6" fmla="*/ 157 w 183"/>
              <a:gd name="T7" fmla="*/ 56 h 113"/>
              <a:gd name="T8" fmla="*/ 130 w 183"/>
              <a:gd name="T9" fmla="*/ 51 h 113"/>
              <a:gd name="T10" fmla="*/ 126 w 183"/>
              <a:gd name="T11" fmla="*/ 48 h 113"/>
              <a:gd name="T12" fmla="*/ 119 w 183"/>
              <a:gd name="T13" fmla="*/ 41 h 113"/>
              <a:gd name="T14" fmla="*/ 117 w 183"/>
              <a:gd name="T15" fmla="*/ 36 h 113"/>
              <a:gd name="T16" fmla="*/ 115 w 183"/>
              <a:gd name="T17" fmla="*/ 14 h 113"/>
              <a:gd name="T18" fmla="*/ 110 w 183"/>
              <a:gd name="T19" fmla="*/ 0 h 113"/>
              <a:gd name="T20" fmla="*/ 112 w 183"/>
              <a:gd name="T21" fmla="*/ 14 h 113"/>
              <a:gd name="T22" fmla="*/ 109 w 183"/>
              <a:gd name="T23" fmla="*/ 34 h 113"/>
              <a:gd name="T24" fmla="*/ 108 w 183"/>
              <a:gd name="T25" fmla="*/ 38 h 113"/>
              <a:gd name="T26" fmla="*/ 103 w 183"/>
              <a:gd name="T27" fmla="*/ 45 h 113"/>
              <a:gd name="T28" fmla="*/ 96 w 183"/>
              <a:gd name="T29" fmla="*/ 48 h 113"/>
              <a:gd name="T30" fmla="*/ 89 w 183"/>
              <a:gd name="T31" fmla="*/ 43 h 113"/>
              <a:gd name="T32" fmla="*/ 84 w 183"/>
              <a:gd name="T33" fmla="*/ 28 h 113"/>
              <a:gd name="T34" fmla="*/ 83 w 183"/>
              <a:gd name="T35" fmla="*/ 26 h 113"/>
              <a:gd name="T36" fmla="*/ 83 w 183"/>
              <a:gd name="T37" fmla="*/ 12 h 113"/>
              <a:gd name="T38" fmla="*/ 76 w 183"/>
              <a:gd name="T39" fmla="*/ 15 h 113"/>
              <a:gd name="T40" fmla="*/ 74 w 183"/>
              <a:gd name="T41" fmla="*/ 15 h 113"/>
              <a:gd name="T42" fmla="*/ 70 w 183"/>
              <a:gd name="T43" fmla="*/ 14 h 113"/>
              <a:gd name="T44" fmla="*/ 69 w 183"/>
              <a:gd name="T45" fmla="*/ 14 h 113"/>
              <a:gd name="T46" fmla="*/ 63 w 183"/>
              <a:gd name="T47" fmla="*/ 21 h 113"/>
              <a:gd name="T48" fmla="*/ 55 w 183"/>
              <a:gd name="T49" fmla="*/ 17 h 113"/>
              <a:gd name="T50" fmla="*/ 52 w 183"/>
              <a:gd name="T51" fmla="*/ 13 h 113"/>
              <a:gd name="T52" fmla="*/ 46 w 183"/>
              <a:gd name="T53" fmla="*/ 21 h 113"/>
              <a:gd name="T54" fmla="*/ 40 w 183"/>
              <a:gd name="T55" fmla="*/ 23 h 113"/>
              <a:gd name="T56" fmla="*/ 33 w 183"/>
              <a:gd name="T57" fmla="*/ 20 h 113"/>
              <a:gd name="T58" fmla="*/ 29 w 183"/>
              <a:gd name="T59" fmla="*/ 14 h 113"/>
              <a:gd name="T60" fmla="*/ 29 w 183"/>
              <a:gd name="T61" fmla="*/ 24 h 113"/>
              <a:gd name="T62" fmla="*/ 31 w 183"/>
              <a:gd name="T63" fmla="*/ 28 h 113"/>
              <a:gd name="T64" fmla="*/ 39 w 183"/>
              <a:gd name="T65" fmla="*/ 48 h 113"/>
              <a:gd name="T66" fmla="*/ 37 w 183"/>
              <a:gd name="T67" fmla="*/ 58 h 113"/>
              <a:gd name="T68" fmla="*/ 26 w 183"/>
              <a:gd name="T69" fmla="*/ 57 h 113"/>
              <a:gd name="T70" fmla="*/ 16 w 183"/>
              <a:gd name="T71" fmla="*/ 46 h 113"/>
              <a:gd name="T72" fmla="*/ 10 w 183"/>
              <a:gd name="T73" fmla="*/ 37 h 113"/>
              <a:gd name="T74" fmla="*/ 5 w 183"/>
              <a:gd name="T75" fmla="*/ 27 h 113"/>
              <a:gd name="T76" fmla="*/ 5 w 183"/>
              <a:gd name="T77" fmla="*/ 27 h 113"/>
              <a:gd name="T78" fmla="*/ 1 w 183"/>
              <a:gd name="T79" fmla="*/ 34 h 113"/>
              <a:gd name="T80" fmla="*/ 0 w 183"/>
              <a:gd name="T81" fmla="*/ 44 h 113"/>
              <a:gd name="T82" fmla="*/ 2 w 183"/>
              <a:gd name="T83" fmla="*/ 47 h 113"/>
              <a:gd name="T84" fmla="*/ 19 w 183"/>
              <a:gd name="T85" fmla="*/ 75 h 113"/>
              <a:gd name="T86" fmla="*/ 104 w 183"/>
              <a:gd name="T87" fmla="*/ 105 h 113"/>
              <a:gd name="T88" fmla="*/ 182 w 183"/>
              <a:gd name="T89" fmla="*/ 112 h 113"/>
              <a:gd name="T90" fmla="*/ 182 w 183"/>
              <a:gd name="T91" fmla="*/ 107 h 113"/>
              <a:gd name="T92" fmla="*/ 179 w 183"/>
              <a:gd name="T93" fmla="*/ 94 h 113"/>
              <a:gd name="T94" fmla="*/ 175 w 183"/>
              <a:gd name="T95" fmla="*/ 86 h 113"/>
              <a:gd name="T96" fmla="*/ 171 w 183"/>
              <a:gd name="T97" fmla="*/ 83 h 113"/>
              <a:gd name="T98" fmla="*/ 165 w 183"/>
              <a:gd name="T99" fmla="*/ 81 h 113"/>
              <a:gd name="T100" fmla="*/ 163 w 183"/>
              <a:gd name="T101" fmla="*/ 8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3" h="113">
                <a:moveTo>
                  <a:pt x="163" y="81"/>
                </a:moveTo>
                <a:lnTo>
                  <a:pt x="156" y="76"/>
                </a:lnTo>
                <a:cubicBezTo>
                  <a:pt x="153" y="75"/>
                  <a:pt x="152" y="71"/>
                  <a:pt x="153" y="67"/>
                </a:cubicBezTo>
                <a:lnTo>
                  <a:pt x="157" y="56"/>
                </a:lnTo>
                <a:lnTo>
                  <a:pt x="130" y="51"/>
                </a:lnTo>
                <a:cubicBezTo>
                  <a:pt x="128" y="51"/>
                  <a:pt x="127" y="50"/>
                  <a:pt x="126" y="48"/>
                </a:cubicBezTo>
                <a:lnTo>
                  <a:pt x="119" y="41"/>
                </a:lnTo>
                <a:cubicBezTo>
                  <a:pt x="118" y="39"/>
                  <a:pt x="117" y="38"/>
                  <a:pt x="117" y="36"/>
                </a:cubicBezTo>
                <a:lnTo>
                  <a:pt x="115" y="14"/>
                </a:lnTo>
                <a:lnTo>
                  <a:pt x="110" y="0"/>
                </a:lnTo>
                <a:lnTo>
                  <a:pt x="112" y="14"/>
                </a:lnTo>
                <a:lnTo>
                  <a:pt x="109" y="34"/>
                </a:lnTo>
                <a:cubicBezTo>
                  <a:pt x="109" y="35"/>
                  <a:pt x="109" y="37"/>
                  <a:pt x="108" y="38"/>
                </a:cubicBezTo>
                <a:lnTo>
                  <a:pt x="103" y="45"/>
                </a:lnTo>
                <a:cubicBezTo>
                  <a:pt x="102" y="47"/>
                  <a:pt x="99" y="48"/>
                  <a:pt x="96" y="48"/>
                </a:cubicBezTo>
                <a:cubicBezTo>
                  <a:pt x="93" y="48"/>
                  <a:pt x="90" y="46"/>
                  <a:pt x="89" y="43"/>
                </a:cubicBezTo>
                <a:lnTo>
                  <a:pt x="84" y="28"/>
                </a:lnTo>
                <a:cubicBezTo>
                  <a:pt x="83" y="28"/>
                  <a:pt x="83" y="27"/>
                  <a:pt x="83" y="26"/>
                </a:cubicBezTo>
                <a:lnTo>
                  <a:pt x="83" y="12"/>
                </a:lnTo>
                <a:cubicBezTo>
                  <a:pt x="81" y="14"/>
                  <a:pt x="79" y="15"/>
                  <a:pt x="76" y="15"/>
                </a:cubicBezTo>
                <a:lnTo>
                  <a:pt x="74" y="15"/>
                </a:lnTo>
                <a:cubicBezTo>
                  <a:pt x="72" y="15"/>
                  <a:pt x="71" y="15"/>
                  <a:pt x="70" y="14"/>
                </a:cubicBezTo>
                <a:lnTo>
                  <a:pt x="69" y="14"/>
                </a:lnTo>
                <a:cubicBezTo>
                  <a:pt x="69" y="18"/>
                  <a:pt x="66" y="20"/>
                  <a:pt x="63" y="21"/>
                </a:cubicBezTo>
                <a:cubicBezTo>
                  <a:pt x="60" y="21"/>
                  <a:pt x="56" y="20"/>
                  <a:pt x="55" y="17"/>
                </a:cubicBezTo>
                <a:lnTo>
                  <a:pt x="52" y="13"/>
                </a:lnTo>
                <a:lnTo>
                  <a:pt x="46" y="21"/>
                </a:lnTo>
                <a:cubicBezTo>
                  <a:pt x="44" y="22"/>
                  <a:pt x="42" y="24"/>
                  <a:pt x="40" y="23"/>
                </a:cubicBezTo>
                <a:cubicBezTo>
                  <a:pt x="37" y="23"/>
                  <a:pt x="35" y="22"/>
                  <a:pt x="33" y="20"/>
                </a:cubicBezTo>
                <a:lnTo>
                  <a:pt x="29" y="14"/>
                </a:lnTo>
                <a:lnTo>
                  <a:pt x="29" y="24"/>
                </a:lnTo>
                <a:lnTo>
                  <a:pt x="31" y="28"/>
                </a:lnTo>
                <a:lnTo>
                  <a:pt x="39" y="48"/>
                </a:lnTo>
                <a:cubicBezTo>
                  <a:pt x="41" y="51"/>
                  <a:pt x="40" y="56"/>
                  <a:pt x="37" y="58"/>
                </a:cubicBezTo>
                <a:cubicBezTo>
                  <a:pt x="33" y="60"/>
                  <a:pt x="29" y="59"/>
                  <a:pt x="26" y="57"/>
                </a:cubicBezTo>
                <a:lnTo>
                  <a:pt x="16" y="46"/>
                </a:lnTo>
                <a:lnTo>
                  <a:pt x="10" y="37"/>
                </a:lnTo>
                <a:lnTo>
                  <a:pt x="5" y="27"/>
                </a:lnTo>
                <a:lnTo>
                  <a:pt x="5" y="27"/>
                </a:lnTo>
                <a:lnTo>
                  <a:pt x="1" y="34"/>
                </a:lnTo>
                <a:lnTo>
                  <a:pt x="0" y="44"/>
                </a:lnTo>
                <a:lnTo>
                  <a:pt x="2" y="47"/>
                </a:lnTo>
                <a:lnTo>
                  <a:pt x="19" y="75"/>
                </a:lnTo>
                <a:lnTo>
                  <a:pt x="104" y="105"/>
                </a:lnTo>
                <a:lnTo>
                  <a:pt x="182" y="112"/>
                </a:lnTo>
                <a:lnTo>
                  <a:pt x="182" y="107"/>
                </a:lnTo>
                <a:lnTo>
                  <a:pt x="179" y="94"/>
                </a:lnTo>
                <a:lnTo>
                  <a:pt x="175" y="86"/>
                </a:lnTo>
                <a:lnTo>
                  <a:pt x="171" y="83"/>
                </a:lnTo>
                <a:lnTo>
                  <a:pt x="165" y="81"/>
                </a:lnTo>
                <a:cubicBezTo>
                  <a:pt x="164" y="81"/>
                  <a:pt x="163" y="81"/>
                  <a:pt x="163" y="8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7" name="Freeform 163">
            <a:extLst>
              <a:ext uri="{FF2B5EF4-FFF2-40B4-BE49-F238E27FC236}">
                <a16:creationId xmlns:a16="http://schemas.microsoft.com/office/drawing/2014/main" xmlns="" id="{3A425E1D-CE68-4E08-9478-8407E005E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176" y="2421269"/>
            <a:ext cx="12459" cy="26699"/>
          </a:xfrm>
          <a:custGeom>
            <a:avLst/>
            <a:gdLst>
              <a:gd name="T0" fmla="*/ 2 w 30"/>
              <a:gd name="T1" fmla="*/ 16 h 64"/>
              <a:gd name="T2" fmla="*/ 3 w 30"/>
              <a:gd name="T3" fmla="*/ 26 h 64"/>
              <a:gd name="T4" fmla="*/ 2 w 30"/>
              <a:gd name="T5" fmla="*/ 35 h 64"/>
              <a:gd name="T6" fmla="*/ 8 w 30"/>
              <a:gd name="T7" fmla="*/ 52 h 64"/>
              <a:gd name="T8" fmla="*/ 8 w 30"/>
              <a:gd name="T9" fmla="*/ 55 h 64"/>
              <a:gd name="T10" fmla="*/ 8 w 30"/>
              <a:gd name="T11" fmla="*/ 63 h 64"/>
              <a:gd name="T12" fmla="*/ 9 w 30"/>
              <a:gd name="T13" fmla="*/ 62 h 64"/>
              <a:gd name="T14" fmla="*/ 17 w 30"/>
              <a:gd name="T15" fmla="*/ 55 h 64"/>
              <a:gd name="T16" fmla="*/ 23 w 30"/>
              <a:gd name="T17" fmla="*/ 53 h 64"/>
              <a:gd name="T18" fmla="*/ 29 w 30"/>
              <a:gd name="T19" fmla="*/ 53 h 64"/>
              <a:gd name="T20" fmla="*/ 28 w 30"/>
              <a:gd name="T21" fmla="*/ 51 h 64"/>
              <a:gd name="T22" fmla="*/ 25 w 30"/>
              <a:gd name="T23" fmla="*/ 43 h 64"/>
              <a:gd name="T24" fmla="*/ 25 w 30"/>
              <a:gd name="T25" fmla="*/ 41 h 64"/>
              <a:gd name="T26" fmla="*/ 24 w 30"/>
              <a:gd name="T27" fmla="*/ 33 h 64"/>
              <a:gd name="T28" fmla="*/ 23 w 30"/>
              <a:gd name="T29" fmla="*/ 32 h 64"/>
              <a:gd name="T30" fmla="*/ 11 w 30"/>
              <a:gd name="T31" fmla="*/ 19 h 64"/>
              <a:gd name="T32" fmla="*/ 7 w 30"/>
              <a:gd name="T33" fmla="*/ 11 h 64"/>
              <a:gd name="T34" fmla="*/ 3 w 30"/>
              <a:gd name="T35" fmla="*/ 3 h 64"/>
              <a:gd name="T36" fmla="*/ 0 w 30"/>
              <a:gd name="T37" fmla="*/ 0 h 64"/>
              <a:gd name="T38" fmla="*/ 0 w 30"/>
              <a:gd name="T39" fmla="*/ 5 h 64"/>
              <a:gd name="T40" fmla="*/ 2 w 30"/>
              <a:gd name="T41" fmla="*/ 1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0" h="64">
                <a:moveTo>
                  <a:pt x="2" y="16"/>
                </a:moveTo>
                <a:lnTo>
                  <a:pt x="3" y="26"/>
                </a:lnTo>
                <a:lnTo>
                  <a:pt x="2" y="35"/>
                </a:lnTo>
                <a:lnTo>
                  <a:pt x="8" y="52"/>
                </a:lnTo>
                <a:cubicBezTo>
                  <a:pt x="8" y="53"/>
                  <a:pt x="8" y="54"/>
                  <a:pt x="8" y="55"/>
                </a:cubicBezTo>
                <a:lnTo>
                  <a:pt x="8" y="63"/>
                </a:lnTo>
                <a:lnTo>
                  <a:pt x="9" y="62"/>
                </a:lnTo>
                <a:lnTo>
                  <a:pt x="17" y="55"/>
                </a:lnTo>
                <a:cubicBezTo>
                  <a:pt x="18" y="54"/>
                  <a:pt x="20" y="53"/>
                  <a:pt x="23" y="53"/>
                </a:cubicBezTo>
                <a:lnTo>
                  <a:pt x="29" y="53"/>
                </a:lnTo>
                <a:cubicBezTo>
                  <a:pt x="28" y="53"/>
                  <a:pt x="28" y="52"/>
                  <a:pt x="28" y="51"/>
                </a:cubicBezTo>
                <a:lnTo>
                  <a:pt x="25" y="43"/>
                </a:lnTo>
                <a:cubicBezTo>
                  <a:pt x="25" y="43"/>
                  <a:pt x="25" y="42"/>
                  <a:pt x="25" y="41"/>
                </a:cubicBezTo>
                <a:lnTo>
                  <a:pt x="24" y="33"/>
                </a:lnTo>
                <a:cubicBezTo>
                  <a:pt x="24" y="32"/>
                  <a:pt x="23" y="32"/>
                  <a:pt x="23" y="32"/>
                </a:cubicBezTo>
                <a:lnTo>
                  <a:pt x="11" y="19"/>
                </a:lnTo>
                <a:lnTo>
                  <a:pt x="7" y="11"/>
                </a:lnTo>
                <a:lnTo>
                  <a:pt x="3" y="3"/>
                </a:lnTo>
                <a:lnTo>
                  <a:pt x="0" y="0"/>
                </a:lnTo>
                <a:lnTo>
                  <a:pt x="0" y="5"/>
                </a:lnTo>
                <a:lnTo>
                  <a:pt x="2" y="1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8" name="Freeform 164">
            <a:extLst>
              <a:ext uri="{FF2B5EF4-FFF2-40B4-BE49-F238E27FC236}">
                <a16:creationId xmlns:a16="http://schemas.microsoft.com/office/drawing/2014/main" xmlns="" id="{C773C564-006B-479C-B988-3413314DA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140" y="2752342"/>
            <a:ext cx="16019" cy="16019"/>
          </a:xfrm>
          <a:custGeom>
            <a:avLst/>
            <a:gdLst>
              <a:gd name="T0" fmla="*/ 29 w 38"/>
              <a:gd name="T1" fmla="*/ 3 h 41"/>
              <a:gd name="T2" fmla="*/ 26 w 38"/>
              <a:gd name="T3" fmla="*/ 2 h 41"/>
              <a:gd name="T4" fmla="*/ 20 w 38"/>
              <a:gd name="T5" fmla="*/ 0 h 41"/>
              <a:gd name="T6" fmla="*/ 16 w 38"/>
              <a:gd name="T7" fmla="*/ 0 h 41"/>
              <a:gd name="T8" fmla="*/ 11 w 38"/>
              <a:gd name="T9" fmla="*/ 2 h 41"/>
              <a:gd name="T10" fmla="*/ 8 w 38"/>
              <a:gd name="T11" fmla="*/ 3 h 41"/>
              <a:gd name="T12" fmla="*/ 3 w 38"/>
              <a:gd name="T13" fmla="*/ 8 h 41"/>
              <a:gd name="T14" fmla="*/ 0 w 38"/>
              <a:gd name="T15" fmla="*/ 15 h 41"/>
              <a:gd name="T16" fmla="*/ 1 w 38"/>
              <a:gd name="T17" fmla="*/ 24 h 41"/>
              <a:gd name="T18" fmla="*/ 4 w 38"/>
              <a:gd name="T19" fmla="*/ 31 h 41"/>
              <a:gd name="T20" fmla="*/ 7 w 38"/>
              <a:gd name="T21" fmla="*/ 35 h 41"/>
              <a:gd name="T22" fmla="*/ 9 w 38"/>
              <a:gd name="T23" fmla="*/ 37 h 41"/>
              <a:gd name="T24" fmla="*/ 12 w 38"/>
              <a:gd name="T25" fmla="*/ 39 h 41"/>
              <a:gd name="T26" fmla="*/ 16 w 38"/>
              <a:gd name="T27" fmla="*/ 40 h 41"/>
              <a:gd name="T28" fmla="*/ 22 w 38"/>
              <a:gd name="T29" fmla="*/ 38 h 41"/>
              <a:gd name="T30" fmla="*/ 28 w 38"/>
              <a:gd name="T31" fmla="*/ 34 h 41"/>
              <a:gd name="T32" fmla="*/ 30 w 38"/>
              <a:gd name="T33" fmla="*/ 32 h 41"/>
              <a:gd name="T34" fmla="*/ 33 w 38"/>
              <a:gd name="T35" fmla="*/ 28 h 41"/>
              <a:gd name="T36" fmla="*/ 35 w 38"/>
              <a:gd name="T37" fmla="*/ 24 h 41"/>
              <a:gd name="T38" fmla="*/ 37 w 38"/>
              <a:gd name="T39" fmla="*/ 16 h 41"/>
              <a:gd name="T40" fmla="*/ 34 w 38"/>
              <a:gd name="T41" fmla="*/ 8 h 41"/>
              <a:gd name="T42" fmla="*/ 29 w 38"/>
              <a:gd name="T43" fmla="*/ 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8" h="41">
                <a:moveTo>
                  <a:pt x="29" y="3"/>
                </a:moveTo>
                <a:cubicBezTo>
                  <a:pt x="28" y="3"/>
                  <a:pt x="27" y="2"/>
                  <a:pt x="26" y="2"/>
                </a:cubicBezTo>
                <a:lnTo>
                  <a:pt x="20" y="0"/>
                </a:lnTo>
                <a:cubicBezTo>
                  <a:pt x="19" y="0"/>
                  <a:pt x="18" y="0"/>
                  <a:pt x="16" y="0"/>
                </a:cubicBezTo>
                <a:lnTo>
                  <a:pt x="11" y="2"/>
                </a:lnTo>
                <a:cubicBezTo>
                  <a:pt x="10" y="2"/>
                  <a:pt x="9" y="3"/>
                  <a:pt x="8" y="3"/>
                </a:cubicBezTo>
                <a:lnTo>
                  <a:pt x="3" y="8"/>
                </a:lnTo>
                <a:cubicBezTo>
                  <a:pt x="1" y="9"/>
                  <a:pt x="0" y="12"/>
                  <a:pt x="0" y="15"/>
                </a:cubicBezTo>
                <a:lnTo>
                  <a:pt x="1" y="24"/>
                </a:lnTo>
                <a:lnTo>
                  <a:pt x="4" y="31"/>
                </a:lnTo>
                <a:lnTo>
                  <a:pt x="7" y="35"/>
                </a:lnTo>
                <a:cubicBezTo>
                  <a:pt x="7" y="35"/>
                  <a:pt x="8" y="36"/>
                  <a:pt x="9" y="37"/>
                </a:cubicBezTo>
                <a:lnTo>
                  <a:pt x="12" y="39"/>
                </a:lnTo>
                <a:cubicBezTo>
                  <a:pt x="13" y="40"/>
                  <a:pt x="15" y="40"/>
                  <a:pt x="16" y="40"/>
                </a:cubicBezTo>
                <a:cubicBezTo>
                  <a:pt x="18" y="40"/>
                  <a:pt x="20" y="39"/>
                  <a:pt x="22" y="38"/>
                </a:cubicBezTo>
                <a:lnTo>
                  <a:pt x="28" y="34"/>
                </a:lnTo>
                <a:cubicBezTo>
                  <a:pt x="29" y="33"/>
                  <a:pt x="29" y="32"/>
                  <a:pt x="30" y="32"/>
                </a:cubicBezTo>
                <a:lnTo>
                  <a:pt x="33" y="28"/>
                </a:lnTo>
                <a:cubicBezTo>
                  <a:pt x="34" y="27"/>
                  <a:pt x="34" y="26"/>
                  <a:pt x="35" y="24"/>
                </a:cubicBezTo>
                <a:lnTo>
                  <a:pt x="37" y="16"/>
                </a:lnTo>
                <a:cubicBezTo>
                  <a:pt x="37" y="13"/>
                  <a:pt x="36" y="10"/>
                  <a:pt x="34" y="8"/>
                </a:cubicBezTo>
                <a:lnTo>
                  <a:pt x="29" y="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39" name="Freeform 165">
            <a:extLst>
              <a:ext uri="{FF2B5EF4-FFF2-40B4-BE49-F238E27FC236}">
                <a16:creationId xmlns:a16="http://schemas.microsoft.com/office/drawing/2014/main" xmlns="" id="{E9838A4E-2B3E-4A20-868F-D9EF8DA06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1287" y="2641985"/>
            <a:ext cx="39159" cy="60519"/>
          </a:xfrm>
          <a:custGeom>
            <a:avLst/>
            <a:gdLst>
              <a:gd name="T0" fmla="*/ 88 w 96"/>
              <a:gd name="T1" fmla="*/ 48 h 150"/>
              <a:gd name="T2" fmla="*/ 89 w 96"/>
              <a:gd name="T3" fmla="*/ 29 h 150"/>
              <a:gd name="T4" fmla="*/ 88 w 96"/>
              <a:gd name="T5" fmla="*/ 26 h 150"/>
              <a:gd name="T6" fmla="*/ 82 w 96"/>
              <a:gd name="T7" fmla="*/ 10 h 150"/>
              <a:gd name="T8" fmla="*/ 80 w 96"/>
              <a:gd name="T9" fmla="*/ 7 h 150"/>
              <a:gd name="T10" fmla="*/ 78 w 96"/>
              <a:gd name="T11" fmla="*/ 5 h 150"/>
              <a:gd name="T12" fmla="*/ 76 w 96"/>
              <a:gd name="T13" fmla="*/ 2 h 150"/>
              <a:gd name="T14" fmla="*/ 70 w 96"/>
              <a:gd name="T15" fmla="*/ 0 h 150"/>
              <a:gd name="T16" fmla="*/ 66 w 96"/>
              <a:gd name="T17" fmla="*/ 1 h 150"/>
              <a:gd name="T18" fmla="*/ 62 w 96"/>
              <a:gd name="T19" fmla="*/ 2 h 150"/>
              <a:gd name="T20" fmla="*/ 59 w 96"/>
              <a:gd name="T21" fmla="*/ 2 h 150"/>
              <a:gd name="T22" fmla="*/ 54 w 96"/>
              <a:gd name="T23" fmla="*/ 7 h 150"/>
              <a:gd name="T24" fmla="*/ 51 w 96"/>
              <a:gd name="T25" fmla="*/ 14 h 150"/>
              <a:gd name="T26" fmla="*/ 51 w 96"/>
              <a:gd name="T27" fmla="*/ 15 h 150"/>
              <a:gd name="T28" fmla="*/ 42 w 96"/>
              <a:gd name="T29" fmla="*/ 15 h 150"/>
              <a:gd name="T30" fmla="*/ 37 w 96"/>
              <a:gd name="T31" fmla="*/ 16 h 150"/>
              <a:gd name="T32" fmla="*/ 33 w 96"/>
              <a:gd name="T33" fmla="*/ 19 h 150"/>
              <a:gd name="T34" fmla="*/ 30 w 96"/>
              <a:gd name="T35" fmla="*/ 24 h 150"/>
              <a:gd name="T36" fmla="*/ 29 w 96"/>
              <a:gd name="T37" fmla="*/ 28 h 150"/>
              <a:gd name="T38" fmla="*/ 30 w 96"/>
              <a:gd name="T39" fmla="*/ 34 h 150"/>
              <a:gd name="T40" fmla="*/ 37 w 96"/>
              <a:gd name="T41" fmla="*/ 42 h 150"/>
              <a:gd name="T42" fmla="*/ 37 w 96"/>
              <a:gd name="T43" fmla="*/ 42 h 150"/>
              <a:gd name="T44" fmla="*/ 36 w 96"/>
              <a:gd name="T45" fmla="*/ 44 h 150"/>
              <a:gd name="T46" fmla="*/ 37 w 96"/>
              <a:gd name="T47" fmla="*/ 48 h 150"/>
              <a:gd name="T48" fmla="*/ 39 w 96"/>
              <a:gd name="T49" fmla="*/ 54 h 150"/>
              <a:gd name="T50" fmla="*/ 40 w 96"/>
              <a:gd name="T51" fmla="*/ 57 h 150"/>
              <a:gd name="T52" fmla="*/ 42 w 96"/>
              <a:gd name="T53" fmla="*/ 59 h 150"/>
              <a:gd name="T54" fmla="*/ 41 w 96"/>
              <a:gd name="T55" fmla="*/ 59 h 150"/>
              <a:gd name="T56" fmla="*/ 38 w 96"/>
              <a:gd name="T57" fmla="*/ 61 h 150"/>
              <a:gd name="T58" fmla="*/ 33 w 96"/>
              <a:gd name="T59" fmla="*/ 68 h 150"/>
              <a:gd name="T60" fmla="*/ 32 w 96"/>
              <a:gd name="T61" fmla="*/ 73 h 150"/>
              <a:gd name="T62" fmla="*/ 32 w 96"/>
              <a:gd name="T63" fmla="*/ 79 h 150"/>
              <a:gd name="T64" fmla="*/ 28 w 96"/>
              <a:gd name="T65" fmla="*/ 79 h 150"/>
              <a:gd name="T66" fmla="*/ 22 w 96"/>
              <a:gd name="T67" fmla="*/ 80 h 150"/>
              <a:gd name="T68" fmla="*/ 19 w 96"/>
              <a:gd name="T69" fmla="*/ 81 h 150"/>
              <a:gd name="T70" fmla="*/ 6 w 96"/>
              <a:gd name="T71" fmla="*/ 91 h 150"/>
              <a:gd name="T72" fmla="*/ 3 w 96"/>
              <a:gd name="T73" fmla="*/ 95 h 150"/>
              <a:gd name="T74" fmla="*/ 1 w 96"/>
              <a:gd name="T75" fmla="*/ 101 h 150"/>
              <a:gd name="T76" fmla="*/ 2 w 96"/>
              <a:gd name="T77" fmla="*/ 108 h 150"/>
              <a:gd name="T78" fmla="*/ 6 w 96"/>
              <a:gd name="T79" fmla="*/ 114 h 150"/>
              <a:gd name="T80" fmla="*/ 8 w 96"/>
              <a:gd name="T81" fmla="*/ 116 h 150"/>
              <a:gd name="T82" fmla="*/ 14 w 96"/>
              <a:gd name="T83" fmla="*/ 119 h 150"/>
              <a:gd name="T84" fmla="*/ 36 w 96"/>
              <a:gd name="T85" fmla="*/ 141 h 150"/>
              <a:gd name="T86" fmla="*/ 38 w 96"/>
              <a:gd name="T87" fmla="*/ 142 h 150"/>
              <a:gd name="T88" fmla="*/ 50 w 96"/>
              <a:gd name="T89" fmla="*/ 148 h 150"/>
              <a:gd name="T90" fmla="*/ 53 w 96"/>
              <a:gd name="T91" fmla="*/ 149 h 150"/>
              <a:gd name="T92" fmla="*/ 56 w 96"/>
              <a:gd name="T93" fmla="*/ 148 h 150"/>
              <a:gd name="T94" fmla="*/ 66 w 96"/>
              <a:gd name="T95" fmla="*/ 144 h 150"/>
              <a:gd name="T96" fmla="*/ 69 w 96"/>
              <a:gd name="T97" fmla="*/ 142 h 150"/>
              <a:gd name="T98" fmla="*/ 85 w 96"/>
              <a:gd name="T99" fmla="*/ 124 h 150"/>
              <a:gd name="T100" fmla="*/ 87 w 96"/>
              <a:gd name="T101" fmla="*/ 120 h 150"/>
              <a:gd name="T102" fmla="*/ 88 w 96"/>
              <a:gd name="T103" fmla="*/ 116 h 150"/>
              <a:gd name="T104" fmla="*/ 88 w 96"/>
              <a:gd name="T105" fmla="*/ 113 h 150"/>
              <a:gd name="T106" fmla="*/ 87 w 96"/>
              <a:gd name="T107" fmla="*/ 104 h 150"/>
              <a:gd name="T108" fmla="*/ 94 w 96"/>
              <a:gd name="T109" fmla="*/ 87 h 150"/>
              <a:gd name="T110" fmla="*/ 95 w 96"/>
              <a:gd name="T111" fmla="*/ 84 h 150"/>
              <a:gd name="T112" fmla="*/ 95 w 96"/>
              <a:gd name="T113" fmla="*/ 71 h 150"/>
              <a:gd name="T114" fmla="*/ 94 w 96"/>
              <a:gd name="T115" fmla="*/ 63 h 150"/>
              <a:gd name="T116" fmla="*/ 88 w 96"/>
              <a:gd name="T117" fmla="*/ 4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6" h="150">
                <a:moveTo>
                  <a:pt x="88" y="48"/>
                </a:moveTo>
                <a:lnTo>
                  <a:pt x="89" y="29"/>
                </a:lnTo>
                <a:cubicBezTo>
                  <a:pt x="89" y="28"/>
                  <a:pt x="88" y="27"/>
                  <a:pt x="88" y="26"/>
                </a:cubicBezTo>
                <a:lnTo>
                  <a:pt x="82" y="10"/>
                </a:lnTo>
                <a:lnTo>
                  <a:pt x="80" y="7"/>
                </a:lnTo>
                <a:cubicBezTo>
                  <a:pt x="80" y="6"/>
                  <a:pt x="79" y="5"/>
                  <a:pt x="78" y="5"/>
                </a:cubicBezTo>
                <a:lnTo>
                  <a:pt x="76" y="2"/>
                </a:lnTo>
                <a:cubicBezTo>
                  <a:pt x="74" y="1"/>
                  <a:pt x="72" y="0"/>
                  <a:pt x="70" y="0"/>
                </a:cubicBezTo>
                <a:cubicBezTo>
                  <a:pt x="68" y="0"/>
                  <a:pt x="67" y="1"/>
                  <a:pt x="66" y="1"/>
                </a:cubicBezTo>
                <a:cubicBezTo>
                  <a:pt x="65" y="1"/>
                  <a:pt x="63" y="1"/>
                  <a:pt x="62" y="2"/>
                </a:cubicBezTo>
                <a:lnTo>
                  <a:pt x="59" y="2"/>
                </a:lnTo>
                <a:cubicBezTo>
                  <a:pt x="57" y="3"/>
                  <a:pt x="55" y="5"/>
                  <a:pt x="54" y="7"/>
                </a:cubicBezTo>
                <a:lnTo>
                  <a:pt x="51" y="14"/>
                </a:lnTo>
                <a:lnTo>
                  <a:pt x="51" y="15"/>
                </a:lnTo>
                <a:lnTo>
                  <a:pt x="42" y="15"/>
                </a:lnTo>
                <a:cubicBezTo>
                  <a:pt x="41" y="15"/>
                  <a:pt x="39" y="15"/>
                  <a:pt x="37" y="16"/>
                </a:cubicBezTo>
                <a:lnTo>
                  <a:pt x="33" y="19"/>
                </a:lnTo>
                <a:cubicBezTo>
                  <a:pt x="32" y="20"/>
                  <a:pt x="30" y="22"/>
                  <a:pt x="30" y="24"/>
                </a:cubicBezTo>
                <a:lnTo>
                  <a:pt x="29" y="28"/>
                </a:lnTo>
                <a:cubicBezTo>
                  <a:pt x="29" y="30"/>
                  <a:pt x="29" y="32"/>
                  <a:pt x="30" y="34"/>
                </a:cubicBezTo>
                <a:lnTo>
                  <a:pt x="37" y="42"/>
                </a:lnTo>
                <a:lnTo>
                  <a:pt x="37" y="42"/>
                </a:lnTo>
                <a:lnTo>
                  <a:pt x="36" y="44"/>
                </a:lnTo>
                <a:cubicBezTo>
                  <a:pt x="36" y="45"/>
                  <a:pt x="36" y="46"/>
                  <a:pt x="37" y="48"/>
                </a:cubicBezTo>
                <a:lnTo>
                  <a:pt x="39" y="54"/>
                </a:lnTo>
                <a:cubicBezTo>
                  <a:pt x="39" y="55"/>
                  <a:pt x="40" y="56"/>
                  <a:pt x="40" y="57"/>
                </a:cubicBezTo>
                <a:lnTo>
                  <a:pt x="42" y="59"/>
                </a:lnTo>
                <a:lnTo>
                  <a:pt x="41" y="59"/>
                </a:lnTo>
                <a:cubicBezTo>
                  <a:pt x="40" y="59"/>
                  <a:pt x="39" y="60"/>
                  <a:pt x="38" y="61"/>
                </a:cubicBezTo>
                <a:lnTo>
                  <a:pt x="33" y="68"/>
                </a:lnTo>
                <a:cubicBezTo>
                  <a:pt x="32" y="69"/>
                  <a:pt x="32" y="71"/>
                  <a:pt x="32" y="73"/>
                </a:cubicBezTo>
                <a:lnTo>
                  <a:pt x="32" y="79"/>
                </a:lnTo>
                <a:cubicBezTo>
                  <a:pt x="31" y="79"/>
                  <a:pt x="29" y="79"/>
                  <a:pt x="28" y="79"/>
                </a:cubicBezTo>
                <a:lnTo>
                  <a:pt x="22" y="80"/>
                </a:lnTo>
                <a:cubicBezTo>
                  <a:pt x="21" y="80"/>
                  <a:pt x="20" y="81"/>
                  <a:pt x="19" y="81"/>
                </a:cubicBezTo>
                <a:lnTo>
                  <a:pt x="6" y="91"/>
                </a:lnTo>
                <a:cubicBezTo>
                  <a:pt x="4" y="92"/>
                  <a:pt x="3" y="94"/>
                  <a:pt x="3" y="95"/>
                </a:cubicBezTo>
                <a:lnTo>
                  <a:pt x="1" y="101"/>
                </a:lnTo>
                <a:cubicBezTo>
                  <a:pt x="0" y="103"/>
                  <a:pt x="0" y="106"/>
                  <a:pt x="2" y="108"/>
                </a:cubicBezTo>
                <a:lnTo>
                  <a:pt x="6" y="114"/>
                </a:lnTo>
                <a:cubicBezTo>
                  <a:pt x="7" y="114"/>
                  <a:pt x="7" y="115"/>
                  <a:pt x="8" y="116"/>
                </a:cubicBezTo>
                <a:lnTo>
                  <a:pt x="14" y="119"/>
                </a:lnTo>
                <a:lnTo>
                  <a:pt x="36" y="141"/>
                </a:lnTo>
                <a:cubicBezTo>
                  <a:pt x="36" y="141"/>
                  <a:pt x="37" y="142"/>
                  <a:pt x="38" y="142"/>
                </a:cubicBezTo>
                <a:lnTo>
                  <a:pt x="50" y="148"/>
                </a:lnTo>
                <a:cubicBezTo>
                  <a:pt x="51" y="148"/>
                  <a:pt x="52" y="149"/>
                  <a:pt x="53" y="149"/>
                </a:cubicBezTo>
                <a:cubicBezTo>
                  <a:pt x="54" y="149"/>
                  <a:pt x="55" y="148"/>
                  <a:pt x="56" y="148"/>
                </a:cubicBezTo>
                <a:lnTo>
                  <a:pt x="66" y="144"/>
                </a:lnTo>
                <a:cubicBezTo>
                  <a:pt x="67" y="144"/>
                  <a:pt x="68" y="143"/>
                  <a:pt x="69" y="142"/>
                </a:cubicBezTo>
                <a:lnTo>
                  <a:pt x="85" y="124"/>
                </a:lnTo>
                <a:cubicBezTo>
                  <a:pt x="86" y="123"/>
                  <a:pt x="87" y="122"/>
                  <a:pt x="87" y="120"/>
                </a:cubicBezTo>
                <a:lnTo>
                  <a:pt x="88" y="116"/>
                </a:lnTo>
                <a:cubicBezTo>
                  <a:pt x="88" y="115"/>
                  <a:pt x="88" y="114"/>
                  <a:pt x="88" y="113"/>
                </a:cubicBezTo>
                <a:lnTo>
                  <a:pt x="87" y="104"/>
                </a:lnTo>
                <a:lnTo>
                  <a:pt x="94" y="87"/>
                </a:lnTo>
                <a:cubicBezTo>
                  <a:pt x="94" y="86"/>
                  <a:pt x="94" y="85"/>
                  <a:pt x="95" y="84"/>
                </a:cubicBezTo>
                <a:lnTo>
                  <a:pt x="95" y="71"/>
                </a:lnTo>
                <a:lnTo>
                  <a:pt x="94" y="63"/>
                </a:lnTo>
                <a:lnTo>
                  <a:pt x="88" y="4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0" name="Freeform 166">
            <a:extLst>
              <a:ext uri="{FF2B5EF4-FFF2-40B4-BE49-F238E27FC236}">
                <a16:creationId xmlns:a16="http://schemas.microsoft.com/office/drawing/2014/main" xmlns="" id="{921B7458-BCEC-4027-8AB3-31BC60B10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006" y="2677584"/>
            <a:ext cx="35599" cy="32039"/>
          </a:xfrm>
          <a:custGeom>
            <a:avLst/>
            <a:gdLst>
              <a:gd name="T0" fmla="*/ 80 w 90"/>
              <a:gd name="T1" fmla="*/ 40 h 79"/>
              <a:gd name="T2" fmla="*/ 48 w 90"/>
              <a:gd name="T3" fmla="*/ 9 h 79"/>
              <a:gd name="T4" fmla="*/ 46 w 90"/>
              <a:gd name="T5" fmla="*/ 7 h 79"/>
              <a:gd name="T6" fmla="*/ 34 w 90"/>
              <a:gd name="T7" fmla="*/ 1 h 79"/>
              <a:gd name="T8" fmla="*/ 26 w 90"/>
              <a:gd name="T9" fmla="*/ 1 h 79"/>
              <a:gd name="T10" fmla="*/ 14 w 90"/>
              <a:gd name="T11" fmla="*/ 8 h 79"/>
              <a:gd name="T12" fmla="*/ 11 w 90"/>
              <a:gd name="T13" fmla="*/ 11 h 79"/>
              <a:gd name="T14" fmla="*/ 3 w 90"/>
              <a:gd name="T15" fmla="*/ 24 h 79"/>
              <a:gd name="T16" fmla="*/ 2 w 90"/>
              <a:gd name="T17" fmla="*/ 27 h 79"/>
              <a:gd name="T18" fmla="*/ 0 w 90"/>
              <a:gd name="T19" fmla="*/ 38 h 79"/>
              <a:gd name="T20" fmla="*/ 0 w 90"/>
              <a:gd name="T21" fmla="*/ 41 h 79"/>
              <a:gd name="T22" fmla="*/ 3 w 90"/>
              <a:gd name="T23" fmla="*/ 50 h 79"/>
              <a:gd name="T24" fmla="*/ 5 w 90"/>
              <a:gd name="T25" fmla="*/ 53 h 79"/>
              <a:gd name="T26" fmla="*/ 9 w 90"/>
              <a:gd name="T27" fmla="*/ 58 h 79"/>
              <a:gd name="T28" fmla="*/ 12 w 90"/>
              <a:gd name="T29" fmla="*/ 60 h 79"/>
              <a:gd name="T30" fmla="*/ 53 w 90"/>
              <a:gd name="T31" fmla="*/ 77 h 79"/>
              <a:gd name="T32" fmla="*/ 55 w 90"/>
              <a:gd name="T33" fmla="*/ 78 h 79"/>
              <a:gd name="T34" fmla="*/ 70 w 90"/>
              <a:gd name="T35" fmla="*/ 78 h 79"/>
              <a:gd name="T36" fmla="*/ 70 w 90"/>
              <a:gd name="T37" fmla="*/ 78 h 79"/>
              <a:gd name="T38" fmla="*/ 73 w 90"/>
              <a:gd name="T39" fmla="*/ 78 h 79"/>
              <a:gd name="T40" fmla="*/ 76 w 90"/>
              <a:gd name="T41" fmla="*/ 77 h 79"/>
              <a:gd name="T42" fmla="*/ 80 w 90"/>
              <a:gd name="T43" fmla="*/ 75 h 79"/>
              <a:gd name="T44" fmla="*/ 85 w 90"/>
              <a:gd name="T45" fmla="*/ 69 h 79"/>
              <a:gd name="T46" fmla="*/ 88 w 90"/>
              <a:gd name="T47" fmla="*/ 64 h 79"/>
              <a:gd name="T48" fmla="*/ 89 w 90"/>
              <a:gd name="T49" fmla="*/ 55 h 79"/>
              <a:gd name="T50" fmla="*/ 87 w 90"/>
              <a:gd name="T51" fmla="*/ 49 h 79"/>
              <a:gd name="T52" fmla="*/ 80 w 90"/>
              <a:gd name="T53" fmla="*/ 4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0" h="79">
                <a:moveTo>
                  <a:pt x="80" y="40"/>
                </a:moveTo>
                <a:lnTo>
                  <a:pt x="48" y="9"/>
                </a:lnTo>
                <a:cubicBezTo>
                  <a:pt x="47" y="8"/>
                  <a:pt x="46" y="8"/>
                  <a:pt x="46" y="7"/>
                </a:cubicBezTo>
                <a:lnTo>
                  <a:pt x="34" y="1"/>
                </a:lnTo>
                <a:cubicBezTo>
                  <a:pt x="31" y="0"/>
                  <a:pt x="29" y="0"/>
                  <a:pt x="26" y="1"/>
                </a:cubicBezTo>
                <a:lnTo>
                  <a:pt x="14" y="8"/>
                </a:lnTo>
                <a:cubicBezTo>
                  <a:pt x="12" y="9"/>
                  <a:pt x="11" y="10"/>
                  <a:pt x="11" y="11"/>
                </a:cubicBezTo>
                <a:lnTo>
                  <a:pt x="3" y="24"/>
                </a:lnTo>
                <a:cubicBezTo>
                  <a:pt x="2" y="25"/>
                  <a:pt x="2" y="26"/>
                  <a:pt x="2" y="27"/>
                </a:cubicBezTo>
                <a:lnTo>
                  <a:pt x="0" y="38"/>
                </a:lnTo>
                <a:cubicBezTo>
                  <a:pt x="0" y="39"/>
                  <a:pt x="0" y="40"/>
                  <a:pt x="0" y="41"/>
                </a:cubicBezTo>
                <a:lnTo>
                  <a:pt x="3" y="50"/>
                </a:lnTo>
                <a:cubicBezTo>
                  <a:pt x="3" y="51"/>
                  <a:pt x="4" y="52"/>
                  <a:pt x="5" y="53"/>
                </a:cubicBezTo>
                <a:lnTo>
                  <a:pt x="9" y="58"/>
                </a:lnTo>
                <a:cubicBezTo>
                  <a:pt x="10" y="59"/>
                  <a:pt x="11" y="59"/>
                  <a:pt x="12" y="60"/>
                </a:cubicBezTo>
                <a:lnTo>
                  <a:pt x="53" y="77"/>
                </a:lnTo>
                <a:cubicBezTo>
                  <a:pt x="53" y="78"/>
                  <a:pt x="54" y="78"/>
                  <a:pt x="55" y="78"/>
                </a:cubicBezTo>
                <a:lnTo>
                  <a:pt x="70" y="78"/>
                </a:lnTo>
                <a:lnTo>
                  <a:pt x="70" y="78"/>
                </a:lnTo>
                <a:cubicBezTo>
                  <a:pt x="71" y="78"/>
                  <a:pt x="72" y="78"/>
                  <a:pt x="73" y="78"/>
                </a:cubicBezTo>
                <a:lnTo>
                  <a:pt x="76" y="77"/>
                </a:lnTo>
                <a:cubicBezTo>
                  <a:pt x="78" y="76"/>
                  <a:pt x="79" y="76"/>
                  <a:pt x="80" y="75"/>
                </a:cubicBezTo>
                <a:lnTo>
                  <a:pt x="85" y="69"/>
                </a:lnTo>
                <a:cubicBezTo>
                  <a:pt x="87" y="68"/>
                  <a:pt x="87" y="66"/>
                  <a:pt x="88" y="64"/>
                </a:cubicBezTo>
                <a:lnTo>
                  <a:pt x="89" y="55"/>
                </a:lnTo>
                <a:cubicBezTo>
                  <a:pt x="89" y="53"/>
                  <a:pt x="89" y="51"/>
                  <a:pt x="87" y="49"/>
                </a:cubicBezTo>
                <a:lnTo>
                  <a:pt x="80" y="40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1" name="Freeform 167">
            <a:extLst>
              <a:ext uri="{FF2B5EF4-FFF2-40B4-BE49-F238E27FC236}">
                <a16:creationId xmlns:a16="http://schemas.microsoft.com/office/drawing/2014/main" xmlns="" id="{43A8F9E3-0D7F-4D90-B084-443CAA1C3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425" y="2725642"/>
            <a:ext cx="19579" cy="12460"/>
          </a:xfrm>
          <a:custGeom>
            <a:avLst/>
            <a:gdLst>
              <a:gd name="T0" fmla="*/ 38 w 47"/>
              <a:gd name="T1" fmla="*/ 5 h 33"/>
              <a:gd name="T2" fmla="*/ 34 w 47"/>
              <a:gd name="T3" fmla="*/ 3 h 33"/>
              <a:gd name="T4" fmla="*/ 25 w 47"/>
              <a:gd name="T5" fmla="*/ 1 h 33"/>
              <a:gd name="T6" fmla="*/ 21 w 47"/>
              <a:gd name="T7" fmla="*/ 1 h 33"/>
              <a:gd name="T8" fmla="*/ 12 w 47"/>
              <a:gd name="T9" fmla="*/ 3 h 33"/>
              <a:gd name="T10" fmla="*/ 9 w 47"/>
              <a:gd name="T11" fmla="*/ 5 h 33"/>
              <a:gd name="T12" fmla="*/ 2 w 47"/>
              <a:gd name="T13" fmla="*/ 12 h 33"/>
              <a:gd name="T14" fmla="*/ 2 w 47"/>
              <a:gd name="T15" fmla="*/ 23 h 33"/>
              <a:gd name="T16" fmla="*/ 9 w 47"/>
              <a:gd name="T17" fmla="*/ 29 h 33"/>
              <a:gd name="T18" fmla="*/ 12 w 47"/>
              <a:gd name="T19" fmla="*/ 30 h 33"/>
              <a:gd name="T20" fmla="*/ 23 w 47"/>
              <a:gd name="T21" fmla="*/ 32 h 33"/>
              <a:gd name="T22" fmla="*/ 24 w 47"/>
              <a:gd name="T23" fmla="*/ 32 h 33"/>
              <a:gd name="T24" fmla="*/ 27 w 47"/>
              <a:gd name="T25" fmla="*/ 31 h 33"/>
              <a:gd name="T26" fmla="*/ 41 w 47"/>
              <a:gd name="T27" fmla="*/ 25 h 33"/>
              <a:gd name="T28" fmla="*/ 46 w 47"/>
              <a:gd name="T29" fmla="*/ 19 h 33"/>
              <a:gd name="T30" fmla="*/ 44 w 47"/>
              <a:gd name="T31" fmla="*/ 12 h 33"/>
              <a:gd name="T32" fmla="*/ 38 w 47"/>
              <a:gd name="T33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7" h="33">
                <a:moveTo>
                  <a:pt x="38" y="5"/>
                </a:moveTo>
                <a:cubicBezTo>
                  <a:pt x="37" y="4"/>
                  <a:pt x="35" y="3"/>
                  <a:pt x="34" y="3"/>
                </a:cubicBezTo>
                <a:lnTo>
                  <a:pt x="25" y="1"/>
                </a:lnTo>
                <a:cubicBezTo>
                  <a:pt x="24" y="0"/>
                  <a:pt x="22" y="0"/>
                  <a:pt x="21" y="1"/>
                </a:cubicBezTo>
                <a:lnTo>
                  <a:pt x="12" y="3"/>
                </a:lnTo>
                <a:cubicBezTo>
                  <a:pt x="11" y="3"/>
                  <a:pt x="10" y="4"/>
                  <a:pt x="9" y="5"/>
                </a:cubicBezTo>
                <a:lnTo>
                  <a:pt x="2" y="12"/>
                </a:lnTo>
                <a:cubicBezTo>
                  <a:pt x="0" y="15"/>
                  <a:pt x="0" y="20"/>
                  <a:pt x="2" y="23"/>
                </a:cubicBezTo>
                <a:lnTo>
                  <a:pt x="9" y="29"/>
                </a:lnTo>
                <a:cubicBezTo>
                  <a:pt x="10" y="29"/>
                  <a:pt x="11" y="30"/>
                  <a:pt x="12" y="30"/>
                </a:cubicBezTo>
                <a:lnTo>
                  <a:pt x="23" y="32"/>
                </a:lnTo>
                <a:cubicBezTo>
                  <a:pt x="23" y="32"/>
                  <a:pt x="23" y="32"/>
                  <a:pt x="24" y="32"/>
                </a:cubicBezTo>
                <a:cubicBezTo>
                  <a:pt x="25" y="32"/>
                  <a:pt x="26" y="32"/>
                  <a:pt x="27" y="31"/>
                </a:cubicBezTo>
                <a:lnTo>
                  <a:pt x="41" y="25"/>
                </a:lnTo>
                <a:cubicBezTo>
                  <a:pt x="43" y="24"/>
                  <a:pt x="45" y="22"/>
                  <a:pt x="46" y="19"/>
                </a:cubicBezTo>
                <a:cubicBezTo>
                  <a:pt x="46" y="17"/>
                  <a:pt x="46" y="14"/>
                  <a:pt x="44" y="12"/>
                </a:cubicBezTo>
                <a:lnTo>
                  <a:pt x="38" y="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2" name="Freeform 168">
            <a:extLst>
              <a:ext uri="{FF2B5EF4-FFF2-40B4-BE49-F238E27FC236}">
                <a16:creationId xmlns:a16="http://schemas.microsoft.com/office/drawing/2014/main" xmlns="" id="{ED410321-5384-4DB2-BD06-8079F886B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222" y="2713183"/>
            <a:ext cx="49839" cy="51618"/>
          </a:xfrm>
          <a:custGeom>
            <a:avLst/>
            <a:gdLst>
              <a:gd name="T0" fmla="*/ 111 w 122"/>
              <a:gd name="T1" fmla="*/ 48 h 130"/>
              <a:gd name="T2" fmla="*/ 71 w 122"/>
              <a:gd name="T3" fmla="*/ 54 h 130"/>
              <a:gd name="T4" fmla="*/ 68 w 122"/>
              <a:gd name="T5" fmla="*/ 52 h 130"/>
              <a:gd name="T6" fmla="*/ 69 w 122"/>
              <a:gd name="T7" fmla="*/ 52 h 130"/>
              <a:gd name="T8" fmla="*/ 89 w 122"/>
              <a:gd name="T9" fmla="*/ 48 h 130"/>
              <a:gd name="T10" fmla="*/ 94 w 122"/>
              <a:gd name="T11" fmla="*/ 45 h 130"/>
              <a:gd name="T12" fmla="*/ 102 w 122"/>
              <a:gd name="T13" fmla="*/ 35 h 130"/>
              <a:gd name="T14" fmla="*/ 104 w 122"/>
              <a:gd name="T15" fmla="*/ 30 h 130"/>
              <a:gd name="T16" fmla="*/ 102 w 122"/>
              <a:gd name="T17" fmla="*/ 10 h 130"/>
              <a:gd name="T18" fmla="*/ 97 w 122"/>
              <a:gd name="T19" fmla="*/ 3 h 130"/>
              <a:gd name="T20" fmla="*/ 90 w 122"/>
              <a:gd name="T21" fmla="*/ 1 h 130"/>
              <a:gd name="T22" fmla="*/ 82 w 122"/>
              <a:gd name="T23" fmla="*/ 3 h 130"/>
              <a:gd name="T24" fmla="*/ 72 w 122"/>
              <a:gd name="T25" fmla="*/ 16 h 130"/>
              <a:gd name="T26" fmla="*/ 64 w 122"/>
              <a:gd name="T27" fmla="*/ 32 h 130"/>
              <a:gd name="T28" fmla="*/ 61 w 122"/>
              <a:gd name="T29" fmla="*/ 40 h 130"/>
              <a:gd name="T30" fmla="*/ 53 w 122"/>
              <a:gd name="T31" fmla="*/ 28 h 130"/>
              <a:gd name="T32" fmla="*/ 51 w 122"/>
              <a:gd name="T33" fmla="*/ 25 h 130"/>
              <a:gd name="T34" fmla="*/ 43 w 122"/>
              <a:gd name="T35" fmla="*/ 19 h 130"/>
              <a:gd name="T36" fmla="*/ 38 w 122"/>
              <a:gd name="T37" fmla="*/ 18 h 130"/>
              <a:gd name="T38" fmla="*/ 27 w 122"/>
              <a:gd name="T39" fmla="*/ 19 h 130"/>
              <a:gd name="T40" fmla="*/ 23 w 122"/>
              <a:gd name="T41" fmla="*/ 20 h 130"/>
              <a:gd name="T42" fmla="*/ 16 w 122"/>
              <a:gd name="T43" fmla="*/ 25 h 130"/>
              <a:gd name="T44" fmla="*/ 13 w 122"/>
              <a:gd name="T45" fmla="*/ 28 h 130"/>
              <a:gd name="T46" fmla="*/ 7 w 122"/>
              <a:gd name="T47" fmla="*/ 41 h 130"/>
              <a:gd name="T48" fmla="*/ 0 w 122"/>
              <a:gd name="T49" fmla="*/ 63 h 130"/>
              <a:gd name="T50" fmla="*/ 0 w 122"/>
              <a:gd name="T51" fmla="*/ 66 h 130"/>
              <a:gd name="T52" fmla="*/ 0 w 122"/>
              <a:gd name="T53" fmla="*/ 77 h 130"/>
              <a:gd name="T54" fmla="*/ 1 w 122"/>
              <a:gd name="T55" fmla="*/ 79 h 130"/>
              <a:gd name="T56" fmla="*/ 5 w 122"/>
              <a:gd name="T57" fmla="*/ 94 h 130"/>
              <a:gd name="T58" fmla="*/ 14 w 122"/>
              <a:gd name="T59" fmla="*/ 115 h 130"/>
              <a:gd name="T60" fmla="*/ 17 w 122"/>
              <a:gd name="T61" fmla="*/ 118 h 130"/>
              <a:gd name="T62" fmla="*/ 28 w 122"/>
              <a:gd name="T63" fmla="*/ 128 h 130"/>
              <a:gd name="T64" fmla="*/ 33 w 122"/>
              <a:gd name="T65" fmla="*/ 129 h 130"/>
              <a:gd name="T66" fmla="*/ 33 w 122"/>
              <a:gd name="T67" fmla="*/ 129 h 130"/>
              <a:gd name="T68" fmla="*/ 48 w 122"/>
              <a:gd name="T69" fmla="*/ 129 h 130"/>
              <a:gd name="T70" fmla="*/ 52 w 122"/>
              <a:gd name="T71" fmla="*/ 128 h 130"/>
              <a:gd name="T72" fmla="*/ 67 w 122"/>
              <a:gd name="T73" fmla="*/ 120 h 130"/>
              <a:gd name="T74" fmla="*/ 70 w 122"/>
              <a:gd name="T75" fmla="*/ 118 h 130"/>
              <a:gd name="T76" fmla="*/ 80 w 122"/>
              <a:gd name="T77" fmla="*/ 104 h 130"/>
              <a:gd name="T78" fmla="*/ 82 w 122"/>
              <a:gd name="T79" fmla="*/ 100 h 130"/>
              <a:gd name="T80" fmla="*/ 83 w 122"/>
              <a:gd name="T81" fmla="*/ 87 h 130"/>
              <a:gd name="T82" fmla="*/ 117 w 122"/>
              <a:gd name="T83" fmla="*/ 63 h 130"/>
              <a:gd name="T84" fmla="*/ 119 w 122"/>
              <a:gd name="T85" fmla="*/ 53 h 130"/>
              <a:gd name="T86" fmla="*/ 111 w 122"/>
              <a:gd name="T87" fmla="*/ 48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22" h="130">
                <a:moveTo>
                  <a:pt x="111" y="48"/>
                </a:moveTo>
                <a:lnTo>
                  <a:pt x="71" y="54"/>
                </a:lnTo>
                <a:lnTo>
                  <a:pt x="68" y="52"/>
                </a:lnTo>
                <a:lnTo>
                  <a:pt x="69" y="52"/>
                </a:lnTo>
                <a:lnTo>
                  <a:pt x="89" y="48"/>
                </a:lnTo>
                <a:cubicBezTo>
                  <a:pt x="91" y="48"/>
                  <a:pt x="93" y="47"/>
                  <a:pt x="94" y="45"/>
                </a:cubicBezTo>
                <a:lnTo>
                  <a:pt x="102" y="35"/>
                </a:lnTo>
                <a:cubicBezTo>
                  <a:pt x="103" y="34"/>
                  <a:pt x="104" y="32"/>
                  <a:pt x="104" y="30"/>
                </a:cubicBezTo>
                <a:lnTo>
                  <a:pt x="102" y="10"/>
                </a:lnTo>
                <a:cubicBezTo>
                  <a:pt x="102" y="6"/>
                  <a:pt x="100" y="4"/>
                  <a:pt x="97" y="3"/>
                </a:cubicBezTo>
                <a:lnTo>
                  <a:pt x="90" y="1"/>
                </a:lnTo>
                <a:cubicBezTo>
                  <a:pt x="87" y="0"/>
                  <a:pt x="84" y="1"/>
                  <a:pt x="82" y="3"/>
                </a:cubicBezTo>
                <a:lnTo>
                  <a:pt x="72" y="16"/>
                </a:lnTo>
                <a:lnTo>
                  <a:pt x="64" y="32"/>
                </a:lnTo>
                <a:lnTo>
                  <a:pt x="61" y="40"/>
                </a:lnTo>
                <a:lnTo>
                  <a:pt x="53" y="28"/>
                </a:lnTo>
                <a:cubicBezTo>
                  <a:pt x="53" y="27"/>
                  <a:pt x="52" y="26"/>
                  <a:pt x="51" y="25"/>
                </a:cubicBezTo>
                <a:lnTo>
                  <a:pt x="43" y="19"/>
                </a:lnTo>
                <a:cubicBezTo>
                  <a:pt x="42" y="18"/>
                  <a:pt x="40" y="18"/>
                  <a:pt x="38" y="18"/>
                </a:cubicBezTo>
                <a:lnTo>
                  <a:pt x="27" y="19"/>
                </a:lnTo>
                <a:cubicBezTo>
                  <a:pt x="25" y="19"/>
                  <a:pt x="24" y="20"/>
                  <a:pt x="23" y="20"/>
                </a:cubicBezTo>
                <a:lnTo>
                  <a:pt x="16" y="25"/>
                </a:lnTo>
                <a:cubicBezTo>
                  <a:pt x="15" y="26"/>
                  <a:pt x="14" y="27"/>
                  <a:pt x="13" y="28"/>
                </a:cubicBezTo>
                <a:lnTo>
                  <a:pt x="7" y="41"/>
                </a:lnTo>
                <a:lnTo>
                  <a:pt x="0" y="63"/>
                </a:lnTo>
                <a:cubicBezTo>
                  <a:pt x="0" y="64"/>
                  <a:pt x="0" y="65"/>
                  <a:pt x="0" y="66"/>
                </a:cubicBezTo>
                <a:lnTo>
                  <a:pt x="0" y="77"/>
                </a:lnTo>
                <a:cubicBezTo>
                  <a:pt x="0" y="78"/>
                  <a:pt x="0" y="78"/>
                  <a:pt x="1" y="79"/>
                </a:cubicBezTo>
                <a:lnTo>
                  <a:pt x="5" y="94"/>
                </a:lnTo>
                <a:lnTo>
                  <a:pt x="14" y="115"/>
                </a:lnTo>
                <a:cubicBezTo>
                  <a:pt x="15" y="116"/>
                  <a:pt x="16" y="117"/>
                  <a:pt x="17" y="118"/>
                </a:cubicBezTo>
                <a:lnTo>
                  <a:pt x="28" y="128"/>
                </a:lnTo>
                <a:cubicBezTo>
                  <a:pt x="29" y="129"/>
                  <a:pt x="31" y="129"/>
                  <a:pt x="33" y="129"/>
                </a:cubicBezTo>
                <a:lnTo>
                  <a:pt x="33" y="129"/>
                </a:lnTo>
                <a:lnTo>
                  <a:pt x="48" y="129"/>
                </a:lnTo>
                <a:cubicBezTo>
                  <a:pt x="50" y="129"/>
                  <a:pt x="51" y="129"/>
                  <a:pt x="52" y="128"/>
                </a:cubicBezTo>
                <a:lnTo>
                  <a:pt x="67" y="120"/>
                </a:lnTo>
                <a:cubicBezTo>
                  <a:pt x="68" y="120"/>
                  <a:pt x="69" y="119"/>
                  <a:pt x="70" y="118"/>
                </a:cubicBezTo>
                <a:lnTo>
                  <a:pt x="80" y="104"/>
                </a:lnTo>
                <a:cubicBezTo>
                  <a:pt x="81" y="103"/>
                  <a:pt x="82" y="101"/>
                  <a:pt x="82" y="100"/>
                </a:cubicBezTo>
                <a:lnTo>
                  <a:pt x="83" y="87"/>
                </a:lnTo>
                <a:lnTo>
                  <a:pt x="117" y="63"/>
                </a:lnTo>
                <a:cubicBezTo>
                  <a:pt x="120" y="61"/>
                  <a:pt x="121" y="57"/>
                  <a:pt x="119" y="53"/>
                </a:cubicBezTo>
                <a:cubicBezTo>
                  <a:pt x="118" y="50"/>
                  <a:pt x="115" y="48"/>
                  <a:pt x="111" y="48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3" name="Freeform 169">
            <a:extLst>
              <a:ext uri="{FF2B5EF4-FFF2-40B4-BE49-F238E27FC236}">
                <a16:creationId xmlns:a16="http://schemas.microsoft.com/office/drawing/2014/main" xmlns="" id="{04478803-F028-4501-AF68-EE0B01187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925" y="2629524"/>
            <a:ext cx="83659" cy="90779"/>
          </a:xfrm>
          <a:custGeom>
            <a:avLst/>
            <a:gdLst>
              <a:gd name="T0" fmla="*/ 188 w 207"/>
              <a:gd name="T1" fmla="*/ 155 h 226"/>
              <a:gd name="T2" fmla="*/ 145 w 207"/>
              <a:gd name="T3" fmla="*/ 127 h 226"/>
              <a:gd name="T4" fmla="*/ 138 w 207"/>
              <a:gd name="T5" fmla="*/ 112 h 226"/>
              <a:gd name="T6" fmla="*/ 139 w 207"/>
              <a:gd name="T7" fmla="*/ 90 h 226"/>
              <a:gd name="T8" fmla="*/ 120 w 207"/>
              <a:gd name="T9" fmla="*/ 71 h 226"/>
              <a:gd name="T10" fmla="*/ 105 w 207"/>
              <a:gd name="T11" fmla="*/ 73 h 226"/>
              <a:gd name="T12" fmla="*/ 98 w 207"/>
              <a:gd name="T13" fmla="*/ 102 h 226"/>
              <a:gd name="T14" fmla="*/ 94 w 207"/>
              <a:gd name="T15" fmla="*/ 77 h 226"/>
              <a:gd name="T16" fmla="*/ 83 w 207"/>
              <a:gd name="T17" fmla="*/ 63 h 226"/>
              <a:gd name="T18" fmla="*/ 76 w 207"/>
              <a:gd name="T19" fmla="*/ 59 h 226"/>
              <a:gd name="T20" fmla="*/ 67 w 207"/>
              <a:gd name="T21" fmla="*/ 43 h 226"/>
              <a:gd name="T22" fmla="*/ 64 w 207"/>
              <a:gd name="T23" fmla="*/ 12 h 226"/>
              <a:gd name="T24" fmla="*/ 58 w 207"/>
              <a:gd name="T25" fmla="*/ 4 h 226"/>
              <a:gd name="T26" fmla="*/ 29 w 207"/>
              <a:gd name="T27" fmla="*/ 12 h 226"/>
              <a:gd name="T28" fmla="*/ 18 w 207"/>
              <a:gd name="T29" fmla="*/ 24 h 226"/>
              <a:gd name="T30" fmla="*/ 17 w 207"/>
              <a:gd name="T31" fmla="*/ 32 h 226"/>
              <a:gd name="T32" fmla="*/ 6 w 207"/>
              <a:gd name="T33" fmla="*/ 35 h 226"/>
              <a:gd name="T34" fmla="*/ 1 w 207"/>
              <a:gd name="T35" fmla="*/ 48 h 226"/>
              <a:gd name="T36" fmla="*/ 12 w 207"/>
              <a:gd name="T37" fmla="*/ 70 h 226"/>
              <a:gd name="T38" fmla="*/ 41 w 207"/>
              <a:gd name="T39" fmla="*/ 89 h 226"/>
              <a:gd name="T40" fmla="*/ 49 w 207"/>
              <a:gd name="T41" fmla="*/ 104 h 226"/>
              <a:gd name="T42" fmla="*/ 62 w 207"/>
              <a:gd name="T43" fmla="*/ 145 h 226"/>
              <a:gd name="T44" fmla="*/ 65 w 207"/>
              <a:gd name="T45" fmla="*/ 149 h 226"/>
              <a:gd name="T46" fmla="*/ 66 w 207"/>
              <a:gd name="T47" fmla="*/ 188 h 226"/>
              <a:gd name="T48" fmla="*/ 67 w 207"/>
              <a:gd name="T49" fmla="*/ 198 h 226"/>
              <a:gd name="T50" fmla="*/ 79 w 207"/>
              <a:gd name="T51" fmla="*/ 218 h 226"/>
              <a:gd name="T52" fmla="*/ 96 w 207"/>
              <a:gd name="T53" fmla="*/ 225 h 226"/>
              <a:gd name="T54" fmla="*/ 144 w 207"/>
              <a:gd name="T55" fmla="*/ 225 h 226"/>
              <a:gd name="T56" fmla="*/ 161 w 207"/>
              <a:gd name="T57" fmla="*/ 216 h 226"/>
              <a:gd name="T58" fmla="*/ 167 w 207"/>
              <a:gd name="T59" fmla="*/ 209 h 226"/>
              <a:gd name="T60" fmla="*/ 170 w 207"/>
              <a:gd name="T61" fmla="*/ 199 h 226"/>
              <a:gd name="T62" fmla="*/ 168 w 207"/>
              <a:gd name="T63" fmla="*/ 190 h 226"/>
              <a:gd name="T64" fmla="*/ 201 w 207"/>
              <a:gd name="T65" fmla="*/ 177 h 226"/>
              <a:gd name="T66" fmla="*/ 206 w 207"/>
              <a:gd name="T67" fmla="*/ 163 h 226"/>
              <a:gd name="T68" fmla="*/ 198 w 207"/>
              <a:gd name="T69" fmla="*/ 155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07" h="226">
                <a:moveTo>
                  <a:pt x="198" y="155"/>
                </a:moveTo>
                <a:lnTo>
                  <a:pt x="188" y="155"/>
                </a:lnTo>
                <a:lnTo>
                  <a:pt x="151" y="133"/>
                </a:lnTo>
                <a:lnTo>
                  <a:pt x="145" y="127"/>
                </a:lnTo>
                <a:lnTo>
                  <a:pt x="140" y="120"/>
                </a:lnTo>
                <a:lnTo>
                  <a:pt x="138" y="112"/>
                </a:lnTo>
                <a:lnTo>
                  <a:pt x="141" y="97"/>
                </a:lnTo>
                <a:cubicBezTo>
                  <a:pt x="141" y="94"/>
                  <a:pt x="141" y="91"/>
                  <a:pt x="139" y="90"/>
                </a:cubicBezTo>
                <a:lnTo>
                  <a:pt x="124" y="73"/>
                </a:lnTo>
                <a:cubicBezTo>
                  <a:pt x="123" y="72"/>
                  <a:pt x="121" y="71"/>
                  <a:pt x="120" y="71"/>
                </a:cubicBezTo>
                <a:lnTo>
                  <a:pt x="115" y="69"/>
                </a:lnTo>
                <a:cubicBezTo>
                  <a:pt x="111" y="68"/>
                  <a:pt x="106" y="70"/>
                  <a:pt x="105" y="73"/>
                </a:cubicBezTo>
                <a:lnTo>
                  <a:pt x="102" y="80"/>
                </a:lnTo>
                <a:lnTo>
                  <a:pt x="98" y="102"/>
                </a:lnTo>
                <a:lnTo>
                  <a:pt x="95" y="80"/>
                </a:lnTo>
                <a:cubicBezTo>
                  <a:pt x="94" y="79"/>
                  <a:pt x="94" y="78"/>
                  <a:pt x="94" y="77"/>
                </a:cubicBezTo>
                <a:lnTo>
                  <a:pt x="87" y="67"/>
                </a:lnTo>
                <a:cubicBezTo>
                  <a:pt x="86" y="65"/>
                  <a:pt x="85" y="64"/>
                  <a:pt x="83" y="63"/>
                </a:cubicBezTo>
                <a:lnTo>
                  <a:pt x="79" y="62"/>
                </a:lnTo>
                <a:lnTo>
                  <a:pt x="76" y="59"/>
                </a:lnTo>
                <a:lnTo>
                  <a:pt x="71" y="53"/>
                </a:lnTo>
                <a:lnTo>
                  <a:pt x="67" y="43"/>
                </a:lnTo>
                <a:lnTo>
                  <a:pt x="65" y="23"/>
                </a:lnTo>
                <a:lnTo>
                  <a:pt x="64" y="12"/>
                </a:lnTo>
                <a:cubicBezTo>
                  <a:pt x="63" y="11"/>
                  <a:pt x="63" y="9"/>
                  <a:pt x="62" y="8"/>
                </a:cubicBezTo>
                <a:lnTo>
                  <a:pt x="58" y="4"/>
                </a:lnTo>
                <a:cubicBezTo>
                  <a:pt x="56" y="1"/>
                  <a:pt x="52" y="0"/>
                  <a:pt x="48" y="2"/>
                </a:cubicBezTo>
                <a:lnTo>
                  <a:pt x="29" y="12"/>
                </a:lnTo>
                <a:cubicBezTo>
                  <a:pt x="28" y="12"/>
                  <a:pt x="27" y="13"/>
                  <a:pt x="27" y="14"/>
                </a:cubicBezTo>
                <a:lnTo>
                  <a:pt x="18" y="24"/>
                </a:lnTo>
                <a:cubicBezTo>
                  <a:pt x="17" y="25"/>
                  <a:pt x="16" y="27"/>
                  <a:pt x="17" y="30"/>
                </a:cubicBezTo>
                <a:lnTo>
                  <a:pt x="17" y="32"/>
                </a:lnTo>
                <a:lnTo>
                  <a:pt x="13" y="32"/>
                </a:lnTo>
                <a:cubicBezTo>
                  <a:pt x="10" y="31"/>
                  <a:pt x="7" y="33"/>
                  <a:pt x="6" y="35"/>
                </a:cubicBezTo>
                <a:lnTo>
                  <a:pt x="2" y="41"/>
                </a:lnTo>
                <a:cubicBezTo>
                  <a:pt x="1" y="43"/>
                  <a:pt x="0" y="46"/>
                  <a:pt x="1" y="48"/>
                </a:cubicBezTo>
                <a:lnTo>
                  <a:pt x="8" y="66"/>
                </a:lnTo>
                <a:cubicBezTo>
                  <a:pt x="9" y="67"/>
                  <a:pt x="10" y="69"/>
                  <a:pt x="12" y="70"/>
                </a:cubicBezTo>
                <a:lnTo>
                  <a:pt x="33" y="80"/>
                </a:lnTo>
                <a:lnTo>
                  <a:pt x="41" y="89"/>
                </a:lnTo>
                <a:lnTo>
                  <a:pt x="44" y="97"/>
                </a:lnTo>
                <a:lnTo>
                  <a:pt x="49" y="104"/>
                </a:lnTo>
                <a:lnTo>
                  <a:pt x="60" y="139"/>
                </a:lnTo>
                <a:lnTo>
                  <a:pt x="62" y="145"/>
                </a:lnTo>
                <a:cubicBezTo>
                  <a:pt x="63" y="146"/>
                  <a:pt x="63" y="147"/>
                  <a:pt x="64" y="147"/>
                </a:cubicBezTo>
                <a:lnTo>
                  <a:pt x="65" y="149"/>
                </a:lnTo>
                <a:lnTo>
                  <a:pt x="66" y="160"/>
                </a:lnTo>
                <a:lnTo>
                  <a:pt x="66" y="188"/>
                </a:lnTo>
                <a:lnTo>
                  <a:pt x="66" y="195"/>
                </a:lnTo>
                <a:cubicBezTo>
                  <a:pt x="66" y="196"/>
                  <a:pt x="66" y="197"/>
                  <a:pt x="67" y="198"/>
                </a:cubicBezTo>
                <a:lnTo>
                  <a:pt x="75" y="214"/>
                </a:lnTo>
                <a:cubicBezTo>
                  <a:pt x="76" y="216"/>
                  <a:pt x="77" y="217"/>
                  <a:pt x="79" y="218"/>
                </a:cubicBezTo>
                <a:lnTo>
                  <a:pt x="92" y="225"/>
                </a:lnTo>
                <a:cubicBezTo>
                  <a:pt x="93" y="225"/>
                  <a:pt x="94" y="225"/>
                  <a:pt x="96" y="225"/>
                </a:cubicBezTo>
                <a:lnTo>
                  <a:pt x="144" y="225"/>
                </a:lnTo>
                <a:lnTo>
                  <a:pt x="144" y="225"/>
                </a:lnTo>
                <a:cubicBezTo>
                  <a:pt x="146" y="225"/>
                  <a:pt x="148" y="225"/>
                  <a:pt x="149" y="224"/>
                </a:cubicBezTo>
                <a:lnTo>
                  <a:pt x="161" y="216"/>
                </a:lnTo>
                <a:cubicBezTo>
                  <a:pt x="162" y="215"/>
                  <a:pt x="162" y="215"/>
                  <a:pt x="163" y="214"/>
                </a:cubicBezTo>
                <a:lnTo>
                  <a:pt x="167" y="209"/>
                </a:lnTo>
                <a:cubicBezTo>
                  <a:pt x="168" y="208"/>
                  <a:pt x="168" y="207"/>
                  <a:pt x="168" y="206"/>
                </a:cubicBezTo>
                <a:lnTo>
                  <a:pt x="170" y="199"/>
                </a:lnTo>
                <a:cubicBezTo>
                  <a:pt x="171" y="197"/>
                  <a:pt x="170" y="195"/>
                  <a:pt x="170" y="193"/>
                </a:cubicBezTo>
                <a:lnTo>
                  <a:pt x="168" y="190"/>
                </a:lnTo>
                <a:lnTo>
                  <a:pt x="172" y="187"/>
                </a:lnTo>
                <a:lnTo>
                  <a:pt x="201" y="177"/>
                </a:lnTo>
                <a:cubicBezTo>
                  <a:pt x="204" y="176"/>
                  <a:pt x="206" y="173"/>
                  <a:pt x="206" y="170"/>
                </a:cubicBezTo>
                <a:lnTo>
                  <a:pt x="206" y="163"/>
                </a:lnTo>
                <a:cubicBezTo>
                  <a:pt x="206" y="161"/>
                  <a:pt x="206" y="158"/>
                  <a:pt x="204" y="157"/>
                </a:cubicBezTo>
                <a:cubicBezTo>
                  <a:pt x="203" y="155"/>
                  <a:pt x="200" y="156"/>
                  <a:pt x="198" y="155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4" name="Freeform 170">
            <a:extLst>
              <a:ext uri="{FF2B5EF4-FFF2-40B4-BE49-F238E27FC236}">
                <a16:creationId xmlns:a16="http://schemas.microsoft.com/office/drawing/2014/main" xmlns="" id="{C30246BB-706E-4FEC-8D1E-CF3189609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655" y="4747680"/>
            <a:ext cx="117478" cy="71199"/>
          </a:xfrm>
          <a:custGeom>
            <a:avLst/>
            <a:gdLst>
              <a:gd name="T0" fmla="*/ 276 w 293"/>
              <a:gd name="T1" fmla="*/ 65 h 176"/>
              <a:gd name="T2" fmla="*/ 275 w 293"/>
              <a:gd name="T3" fmla="*/ 61 h 176"/>
              <a:gd name="T4" fmla="*/ 264 w 293"/>
              <a:gd name="T5" fmla="*/ 45 h 176"/>
              <a:gd name="T6" fmla="*/ 283 w 293"/>
              <a:gd name="T7" fmla="*/ 35 h 176"/>
              <a:gd name="T8" fmla="*/ 289 w 293"/>
              <a:gd name="T9" fmla="*/ 26 h 176"/>
              <a:gd name="T10" fmla="*/ 289 w 293"/>
              <a:gd name="T11" fmla="*/ 16 h 176"/>
              <a:gd name="T12" fmla="*/ 278 w 293"/>
              <a:gd name="T13" fmla="*/ 7 h 176"/>
              <a:gd name="T14" fmla="*/ 272 w 293"/>
              <a:gd name="T15" fmla="*/ 7 h 176"/>
              <a:gd name="T16" fmla="*/ 268 w 293"/>
              <a:gd name="T17" fmla="*/ 3 h 176"/>
              <a:gd name="T18" fmla="*/ 257 w 293"/>
              <a:gd name="T19" fmla="*/ 0 h 176"/>
              <a:gd name="T20" fmla="*/ 247 w 293"/>
              <a:gd name="T21" fmla="*/ 0 h 176"/>
              <a:gd name="T22" fmla="*/ 241 w 293"/>
              <a:gd name="T23" fmla="*/ 2 h 176"/>
              <a:gd name="T24" fmla="*/ 236 w 293"/>
              <a:gd name="T25" fmla="*/ 8 h 176"/>
              <a:gd name="T26" fmla="*/ 234 w 293"/>
              <a:gd name="T27" fmla="*/ 15 h 176"/>
              <a:gd name="T28" fmla="*/ 231 w 293"/>
              <a:gd name="T29" fmla="*/ 24 h 176"/>
              <a:gd name="T30" fmla="*/ 226 w 293"/>
              <a:gd name="T31" fmla="*/ 30 h 176"/>
              <a:gd name="T32" fmla="*/ 226 w 293"/>
              <a:gd name="T33" fmla="*/ 28 h 176"/>
              <a:gd name="T34" fmla="*/ 229 w 293"/>
              <a:gd name="T35" fmla="*/ 15 h 176"/>
              <a:gd name="T36" fmla="*/ 221 w 293"/>
              <a:gd name="T37" fmla="*/ 4 h 176"/>
              <a:gd name="T38" fmla="*/ 212 w 293"/>
              <a:gd name="T39" fmla="*/ 4 h 176"/>
              <a:gd name="T40" fmla="*/ 194 w 293"/>
              <a:gd name="T41" fmla="*/ 9 h 176"/>
              <a:gd name="T42" fmla="*/ 186 w 293"/>
              <a:gd name="T43" fmla="*/ 11 h 176"/>
              <a:gd name="T44" fmla="*/ 181 w 293"/>
              <a:gd name="T45" fmla="*/ 17 h 176"/>
              <a:gd name="T46" fmla="*/ 165 w 293"/>
              <a:gd name="T47" fmla="*/ 15 h 176"/>
              <a:gd name="T48" fmla="*/ 113 w 293"/>
              <a:gd name="T49" fmla="*/ 35 h 176"/>
              <a:gd name="T50" fmla="*/ 100 w 293"/>
              <a:gd name="T51" fmla="*/ 33 h 176"/>
              <a:gd name="T52" fmla="*/ 90 w 293"/>
              <a:gd name="T53" fmla="*/ 37 h 176"/>
              <a:gd name="T54" fmla="*/ 82 w 293"/>
              <a:gd name="T55" fmla="*/ 49 h 176"/>
              <a:gd name="T56" fmla="*/ 96 w 293"/>
              <a:gd name="T57" fmla="*/ 65 h 176"/>
              <a:gd name="T58" fmla="*/ 53 w 293"/>
              <a:gd name="T59" fmla="*/ 69 h 176"/>
              <a:gd name="T60" fmla="*/ 44 w 293"/>
              <a:gd name="T61" fmla="*/ 74 h 176"/>
              <a:gd name="T62" fmla="*/ 8 w 293"/>
              <a:gd name="T63" fmla="*/ 116 h 176"/>
              <a:gd name="T64" fmla="*/ 0 w 293"/>
              <a:gd name="T65" fmla="*/ 141 h 176"/>
              <a:gd name="T66" fmla="*/ 1 w 293"/>
              <a:gd name="T67" fmla="*/ 150 h 176"/>
              <a:gd name="T68" fmla="*/ 4 w 293"/>
              <a:gd name="T69" fmla="*/ 158 h 176"/>
              <a:gd name="T70" fmla="*/ 10 w 293"/>
              <a:gd name="T71" fmla="*/ 164 h 176"/>
              <a:gd name="T72" fmla="*/ 18 w 293"/>
              <a:gd name="T73" fmla="*/ 166 h 176"/>
              <a:gd name="T74" fmla="*/ 26 w 293"/>
              <a:gd name="T75" fmla="*/ 162 h 176"/>
              <a:gd name="T76" fmla="*/ 37 w 293"/>
              <a:gd name="T77" fmla="*/ 171 h 176"/>
              <a:gd name="T78" fmla="*/ 46 w 293"/>
              <a:gd name="T79" fmla="*/ 175 h 176"/>
              <a:gd name="T80" fmla="*/ 69 w 293"/>
              <a:gd name="T81" fmla="*/ 175 h 176"/>
              <a:gd name="T82" fmla="*/ 79 w 293"/>
              <a:gd name="T83" fmla="*/ 173 h 176"/>
              <a:gd name="T84" fmla="*/ 102 w 293"/>
              <a:gd name="T85" fmla="*/ 155 h 176"/>
              <a:gd name="T86" fmla="*/ 130 w 293"/>
              <a:gd name="T87" fmla="*/ 148 h 176"/>
              <a:gd name="T88" fmla="*/ 187 w 293"/>
              <a:gd name="T89" fmla="*/ 137 h 176"/>
              <a:gd name="T90" fmla="*/ 266 w 293"/>
              <a:gd name="T91" fmla="*/ 104 h 176"/>
              <a:gd name="T92" fmla="*/ 279 w 293"/>
              <a:gd name="T93" fmla="*/ 88 h 176"/>
              <a:gd name="T94" fmla="*/ 292 w 293"/>
              <a:gd name="T95" fmla="*/ 77 h 176"/>
              <a:gd name="T96" fmla="*/ 284 w 293"/>
              <a:gd name="T97" fmla="*/ 65 h 176"/>
              <a:gd name="T98" fmla="*/ 249 w 293"/>
              <a:gd name="T99" fmla="*/ 24 h 176"/>
              <a:gd name="T100" fmla="*/ 250 w 293"/>
              <a:gd name="T101" fmla="*/ 17 h 176"/>
              <a:gd name="T102" fmla="*/ 259 w 293"/>
              <a:gd name="T103" fmla="*/ 17 h 176"/>
              <a:gd name="T104" fmla="*/ 266 w 293"/>
              <a:gd name="T105" fmla="*/ 24 h 176"/>
              <a:gd name="T106" fmla="*/ 260 w 293"/>
              <a:gd name="T107" fmla="*/ 29 h 176"/>
              <a:gd name="T108" fmla="*/ 246 w 293"/>
              <a:gd name="T109" fmla="*/ 3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93" h="176">
                <a:moveTo>
                  <a:pt x="284" y="65"/>
                </a:moveTo>
                <a:lnTo>
                  <a:pt x="276" y="65"/>
                </a:lnTo>
                <a:lnTo>
                  <a:pt x="276" y="64"/>
                </a:lnTo>
                <a:lnTo>
                  <a:pt x="275" y="61"/>
                </a:lnTo>
                <a:cubicBezTo>
                  <a:pt x="274" y="60"/>
                  <a:pt x="274" y="59"/>
                  <a:pt x="273" y="58"/>
                </a:cubicBezTo>
                <a:lnTo>
                  <a:pt x="264" y="45"/>
                </a:lnTo>
                <a:lnTo>
                  <a:pt x="274" y="38"/>
                </a:lnTo>
                <a:lnTo>
                  <a:pt x="283" y="35"/>
                </a:lnTo>
                <a:cubicBezTo>
                  <a:pt x="284" y="34"/>
                  <a:pt x="286" y="33"/>
                  <a:pt x="287" y="31"/>
                </a:cubicBezTo>
                <a:lnTo>
                  <a:pt x="289" y="26"/>
                </a:lnTo>
                <a:cubicBezTo>
                  <a:pt x="290" y="24"/>
                  <a:pt x="291" y="22"/>
                  <a:pt x="290" y="20"/>
                </a:cubicBezTo>
                <a:lnTo>
                  <a:pt x="289" y="16"/>
                </a:lnTo>
                <a:cubicBezTo>
                  <a:pt x="288" y="13"/>
                  <a:pt x="286" y="11"/>
                  <a:pt x="283" y="10"/>
                </a:cubicBezTo>
                <a:lnTo>
                  <a:pt x="278" y="7"/>
                </a:lnTo>
                <a:cubicBezTo>
                  <a:pt x="276" y="6"/>
                  <a:pt x="274" y="6"/>
                  <a:pt x="272" y="7"/>
                </a:cubicBezTo>
                <a:lnTo>
                  <a:pt x="272" y="7"/>
                </a:lnTo>
                <a:cubicBezTo>
                  <a:pt x="272" y="7"/>
                  <a:pt x="272" y="7"/>
                  <a:pt x="272" y="6"/>
                </a:cubicBezTo>
                <a:lnTo>
                  <a:pt x="268" y="3"/>
                </a:lnTo>
                <a:cubicBezTo>
                  <a:pt x="267" y="2"/>
                  <a:pt x="266" y="2"/>
                  <a:pt x="264" y="1"/>
                </a:cubicBezTo>
                <a:lnTo>
                  <a:pt x="257" y="0"/>
                </a:lnTo>
                <a:cubicBezTo>
                  <a:pt x="257" y="0"/>
                  <a:pt x="256" y="0"/>
                  <a:pt x="255" y="0"/>
                </a:cubicBezTo>
                <a:lnTo>
                  <a:pt x="247" y="0"/>
                </a:lnTo>
                <a:cubicBezTo>
                  <a:pt x="246" y="0"/>
                  <a:pt x="245" y="1"/>
                  <a:pt x="244" y="1"/>
                </a:cubicBezTo>
                <a:lnTo>
                  <a:pt x="241" y="2"/>
                </a:lnTo>
                <a:cubicBezTo>
                  <a:pt x="240" y="3"/>
                  <a:pt x="239" y="4"/>
                  <a:pt x="238" y="5"/>
                </a:cubicBezTo>
                <a:lnTo>
                  <a:pt x="236" y="8"/>
                </a:lnTo>
                <a:cubicBezTo>
                  <a:pt x="235" y="10"/>
                  <a:pt x="235" y="11"/>
                  <a:pt x="235" y="12"/>
                </a:cubicBezTo>
                <a:lnTo>
                  <a:pt x="234" y="15"/>
                </a:lnTo>
                <a:lnTo>
                  <a:pt x="232" y="21"/>
                </a:lnTo>
                <a:cubicBezTo>
                  <a:pt x="232" y="22"/>
                  <a:pt x="232" y="23"/>
                  <a:pt x="231" y="24"/>
                </a:cubicBezTo>
                <a:lnTo>
                  <a:pt x="230" y="25"/>
                </a:lnTo>
                <a:cubicBezTo>
                  <a:pt x="228" y="26"/>
                  <a:pt x="227" y="28"/>
                  <a:pt x="226" y="30"/>
                </a:cubicBezTo>
                <a:lnTo>
                  <a:pt x="225" y="29"/>
                </a:lnTo>
                <a:lnTo>
                  <a:pt x="226" y="28"/>
                </a:lnTo>
                <a:cubicBezTo>
                  <a:pt x="229" y="27"/>
                  <a:pt x="231" y="24"/>
                  <a:pt x="231" y="20"/>
                </a:cubicBezTo>
                <a:cubicBezTo>
                  <a:pt x="231" y="18"/>
                  <a:pt x="231" y="16"/>
                  <a:pt x="229" y="15"/>
                </a:cubicBezTo>
                <a:lnTo>
                  <a:pt x="226" y="8"/>
                </a:lnTo>
                <a:cubicBezTo>
                  <a:pt x="225" y="6"/>
                  <a:pt x="223" y="4"/>
                  <a:pt x="221" y="4"/>
                </a:cubicBezTo>
                <a:lnTo>
                  <a:pt x="216" y="3"/>
                </a:lnTo>
                <a:cubicBezTo>
                  <a:pt x="215" y="3"/>
                  <a:pt x="213" y="3"/>
                  <a:pt x="212" y="4"/>
                </a:cubicBezTo>
                <a:lnTo>
                  <a:pt x="203" y="8"/>
                </a:lnTo>
                <a:lnTo>
                  <a:pt x="194" y="9"/>
                </a:lnTo>
                <a:cubicBezTo>
                  <a:pt x="193" y="9"/>
                  <a:pt x="192" y="9"/>
                  <a:pt x="192" y="9"/>
                </a:cubicBezTo>
                <a:lnTo>
                  <a:pt x="186" y="11"/>
                </a:lnTo>
                <a:cubicBezTo>
                  <a:pt x="185" y="12"/>
                  <a:pt x="183" y="13"/>
                  <a:pt x="182" y="15"/>
                </a:cubicBezTo>
                <a:lnTo>
                  <a:pt x="181" y="17"/>
                </a:lnTo>
                <a:cubicBezTo>
                  <a:pt x="180" y="16"/>
                  <a:pt x="179" y="15"/>
                  <a:pt x="177" y="15"/>
                </a:cubicBezTo>
                <a:lnTo>
                  <a:pt x="165" y="15"/>
                </a:lnTo>
                <a:cubicBezTo>
                  <a:pt x="164" y="15"/>
                  <a:pt x="163" y="15"/>
                  <a:pt x="162" y="16"/>
                </a:cubicBezTo>
                <a:lnTo>
                  <a:pt x="113" y="35"/>
                </a:lnTo>
                <a:lnTo>
                  <a:pt x="103" y="33"/>
                </a:lnTo>
                <a:cubicBezTo>
                  <a:pt x="102" y="33"/>
                  <a:pt x="101" y="33"/>
                  <a:pt x="100" y="33"/>
                </a:cubicBezTo>
                <a:lnTo>
                  <a:pt x="94" y="35"/>
                </a:lnTo>
                <a:cubicBezTo>
                  <a:pt x="93" y="35"/>
                  <a:pt x="91" y="36"/>
                  <a:pt x="90" y="37"/>
                </a:cubicBezTo>
                <a:lnTo>
                  <a:pt x="84" y="44"/>
                </a:lnTo>
                <a:cubicBezTo>
                  <a:pt x="83" y="45"/>
                  <a:pt x="82" y="47"/>
                  <a:pt x="82" y="49"/>
                </a:cubicBezTo>
                <a:cubicBezTo>
                  <a:pt x="82" y="51"/>
                  <a:pt x="83" y="54"/>
                  <a:pt x="85" y="55"/>
                </a:cubicBezTo>
                <a:lnTo>
                  <a:pt x="96" y="65"/>
                </a:lnTo>
                <a:lnTo>
                  <a:pt x="55" y="69"/>
                </a:lnTo>
                <a:cubicBezTo>
                  <a:pt x="55" y="69"/>
                  <a:pt x="54" y="69"/>
                  <a:pt x="53" y="69"/>
                </a:cubicBezTo>
                <a:lnTo>
                  <a:pt x="46" y="72"/>
                </a:lnTo>
                <a:cubicBezTo>
                  <a:pt x="45" y="73"/>
                  <a:pt x="45" y="73"/>
                  <a:pt x="44" y="74"/>
                </a:cubicBezTo>
                <a:lnTo>
                  <a:pt x="13" y="106"/>
                </a:lnTo>
                <a:lnTo>
                  <a:pt x="8" y="116"/>
                </a:lnTo>
                <a:lnTo>
                  <a:pt x="3" y="127"/>
                </a:lnTo>
                <a:lnTo>
                  <a:pt x="0" y="141"/>
                </a:lnTo>
                <a:cubicBezTo>
                  <a:pt x="0" y="143"/>
                  <a:pt x="0" y="146"/>
                  <a:pt x="2" y="148"/>
                </a:cubicBezTo>
                <a:lnTo>
                  <a:pt x="1" y="150"/>
                </a:lnTo>
                <a:cubicBezTo>
                  <a:pt x="1" y="151"/>
                  <a:pt x="1" y="152"/>
                  <a:pt x="2" y="154"/>
                </a:cubicBezTo>
                <a:lnTo>
                  <a:pt x="4" y="158"/>
                </a:lnTo>
                <a:cubicBezTo>
                  <a:pt x="4" y="160"/>
                  <a:pt x="5" y="161"/>
                  <a:pt x="7" y="162"/>
                </a:cubicBezTo>
                <a:lnTo>
                  <a:pt x="10" y="164"/>
                </a:lnTo>
                <a:cubicBezTo>
                  <a:pt x="11" y="165"/>
                  <a:pt x="13" y="165"/>
                  <a:pt x="14" y="165"/>
                </a:cubicBezTo>
                <a:lnTo>
                  <a:pt x="18" y="166"/>
                </a:lnTo>
                <a:cubicBezTo>
                  <a:pt x="20" y="166"/>
                  <a:pt x="22" y="165"/>
                  <a:pt x="24" y="164"/>
                </a:cubicBezTo>
                <a:lnTo>
                  <a:pt x="26" y="162"/>
                </a:lnTo>
                <a:cubicBezTo>
                  <a:pt x="26" y="162"/>
                  <a:pt x="26" y="162"/>
                  <a:pt x="27" y="161"/>
                </a:cubicBezTo>
                <a:lnTo>
                  <a:pt x="37" y="171"/>
                </a:lnTo>
                <a:cubicBezTo>
                  <a:pt x="38" y="172"/>
                  <a:pt x="39" y="172"/>
                  <a:pt x="40" y="173"/>
                </a:cubicBezTo>
                <a:lnTo>
                  <a:pt x="46" y="175"/>
                </a:lnTo>
                <a:cubicBezTo>
                  <a:pt x="46" y="175"/>
                  <a:pt x="47" y="175"/>
                  <a:pt x="48" y="175"/>
                </a:cubicBezTo>
                <a:lnTo>
                  <a:pt x="69" y="175"/>
                </a:lnTo>
                <a:cubicBezTo>
                  <a:pt x="70" y="175"/>
                  <a:pt x="71" y="175"/>
                  <a:pt x="71" y="175"/>
                </a:cubicBezTo>
                <a:lnTo>
                  <a:pt x="79" y="173"/>
                </a:lnTo>
                <a:cubicBezTo>
                  <a:pt x="80" y="172"/>
                  <a:pt x="81" y="172"/>
                  <a:pt x="82" y="171"/>
                </a:cubicBezTo>
                <a:lnTo>
                  <a:pt x="102" y="155"/>
                </a:lnTo>
                <a:lnTo>
                  <a:pt x="128" y="149"/>
                </a:lnTo>
                <a:cubicBezTo>
                  <a:pt x="129" y="149"/>
                  <a:pt x="130" y="149"/>
                  <a:pt x="130" y="148"/>
                </a:cubicBezTo>
                <a:lnTo>
                  <a:pt x="146" y="139"/>
                </a:lnTo>
                <a:lnTo>
                  <a:pt x="187" y="137"/>
                </a:lnTo>
                <a:cubicBezTo>
                  <a:pt x="188" y="137"/>
                  <a:pt x="189" y="136"/>
                  <a:pt x="190" y="136"/>
                </a:cubicBezTo>
                <a:lnTo>
                  <a:pt x="266" y="104"/>
                </a:lnTo>
                <a:cubicBezTo>
                  <a:pt x="267" y="103"/>
                  <a:pt x="268" y="103"/>
                  <a:pt x="269" y="101"/>
                </a:cubicBezTo>
                <a:lnTo>
                  <a:pt x="279" y="88"/>
                </a:lnTo>
                <a:lnTo>
                  <a:pt x="288" y="84"/>
                </a:lnTo>
                <a:cubicBezTo>
                  <a:pt x="290" y="83"/>
                  <a:pt x="292" y="80"/>
                  <a:pt x="292" y="77"/>
                </a:cubicBezTo>
                <a:lnTo>
                  <a:pt x="292" y="73"/>
                </a:lnTo>
                <a:cubicBezTo>
                  <a:pt x="292" y="69"/>
                  <a:pt x="288" y="65"/>
                  <a:pt x="284" y="65"/>
                </a:cubicBezTo>
                <a:close/>
                <a:moveTo>
                  <a:pt x="247" y="28"/>
                </a:moveTo>
                <a:lnTo>
                  <a:pt x="249" y="24"/>
                </a:lnTo>
                <a:cubicBezTo>
                  <a:pt x="249" y="23"/>
                  <a:pt x="249" y="22"/>
                  <a:pt x="249" y="22"/>
                </a:cubicBezTo>
                <a:lnTo>
                  <a:pt x="250" y="17"/>
                </a:lnTo>
                <a:lnTo>
                  <a:pt x="255" y="16"/>
                </a:lnTo>
                <a:lnTo>
                  <a:pt x="259" y="17"/>
                </a:lnTo>
                <a:cubicBezTo>
                  <a:pt x="259" y="18"/>
                  <a:pt x="261" y="21"/>
                  <a:pt x="262" y="22"/>
                </a:cubicBezTo>
                <a:cubicBezTo>
                  <a:pt x="263" y="23"/>
                  <a:pt x="265" y="24"/>
                  <a:pt x="266" y="24"/>
                </a:cubicBezTo>
                <a:cubicBezTo>
                  <a:pt x="266" y="24"/>
                  <a:pt x="266" y="24"/>
                  <a:pt x="266" y="25"/>
                </a:cubicBezTo>
                <a:lnTo>
                  <a:pt x="260" y="29"/>
                </a:lnTo>
                <a:lnTo>
                  <a:pt x="252" y="33"/>
                </a:lnTo>
                <a:lnTo>
                  <a:pt x="246" y="32"/>
                </a:lnTo>
                <a:cubicBezTo>
                  <a:pt x="247" y="31"/>
                  <a:pt x="247" y="30"/>
                  <a:pt x="247" y="2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5" name="Freeform 171">
            <a:extLst>
              <a:ext uri="{FF2B5EF4-FFF2-40B4-BE49-F238E27FC236}">
                <a16:creationId xmlns:a16="http://schemas.microsoft.com/office/drawing/2014/main" xmlns="" id="{F52E3E68-5552-46DA-9BC2-55D3E9F2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655" y="4703181"/>
            <a:ext cx="74758" cy="49839"/>
          </a:xfrm>
          <a:custGeom>
            <a:avLst/>
            <a:gdLst>
              <a:gd name="T0" fmla="*/ 11 w 187"/>
              <a:gd name="T1" fmla="*/ 114 h 122"/>
              <a:gd name="T2" fmla="*/ 17 w 187"/>
              <a:gd name="T3" fmla="*/ 117 h 122"/>
              <a:gd name="T4" fmla="*/ 21 w 187"/>
              <a:gd name="T5" fmla="*/ 118 h 122"/>
              <a:gd name="T6" fmla="*/ 27 w 187"/>
              <a:gd name="T7" fmla="*/ 118 h 122"/>
              <a:gd name="T8" fmla="*/ 30 w 187"/>
              <a:gd name="T9" fmla="*/ 118 h 122"/>
              <a:gd name="T10" fmla="*/ 39 w 187"/>
              <a:gd name="T11" fmla="*/ 115 h 122"/>
              <a:gd name="T12" fmla="*/ 54 w 187"/>
              <a:gd name="T13" fmla="*/ 108 h 122"/>
              <a:gd name="T14" fmla="*/ 57 w 187"/>
              <a:gd name="T15" fmla="*/ 107 h 122"/>
              <a:gd name="T16" fmla="*/ 57 w 187"/>
              <a:gd name="T17" fmla="*/ 108 h 122"/>
              <a:gd name="T18" fmla="*/ 60 w 187"/>
              <a:gd name="T19" fmla="*/ 114 h 122"/>
              <a:gd name="T20" fmla="*/ 66 w 187"/>
              <a:gd name="T21" fmla="*/ 119 h 122"/>
              <a:gd name="T22" fmla="*/ 71 w 187"/>
              <a:gd name="T23" fmla="*/ 121 h 122"/>
              <a:gd name="T24" fmla="*/ 74 w 187"/>
              <a:gd name="T25" fmla="*/ 120 h 122"/>
              <a:gd name="T26" fmla="*/ 94 w 187"/>
              <a:gd name="T27" fmla="*/ 112 h 122"/>
              <a:gd name="T28" fmla="*/ 154 w 187"/>
              <a:gd name="T29" fmla="*/ 105 h 122"/>
              <a:gd name="T30" fmla="*/ 156 w 187"/>
              <a:gd name="T31" fmla="*/ 104 h 122"/>
              <a:gd name="T32" fmla="*/ 171 w 187"/>
              <a:gd name="T33" fmla="*/ 97 h 122"/>
              <a:gd name="T34" fmla="*/ 174 w 187"/>
              <a:gd name="T35" fmla="*/ 94 h 122"/>
              <a:gd name="T36" fmla="*/ 185 w 187"/>
              <a:gd name="T37" fmla="*/ 79 h 122"/>
              <a:gd name="T38" fmla="*/ 186 w 187"/>
              <a:gd name="T39" fmla="*/ 75 h 122"/>
              <a:gd name="T40" fmla="*/ 186 w 187"/>
              <a:gd name="T41" fmla="*/ 63 h 122"/>
              <a:gd name="T42" fmla="*/ 183 w 187"/>
              <a:gd name="T43" fmla="*/ 52 h 122"/>
              <a:gd name="T44" fmla="*/ 181 w 187"/>
              <a:gd name="T45" fmla="*/ 30 h 122"/>
              <a:gd name="T46" fmla="*/ 180 w 187"/>
              <a:gd name="T47" fmla="*/ 23 h 122"/>
              <a:gd name="T48" fmla="*/ 177 w 187"/>
              <a:gd name="T49" fmla="*/ 19 h 122"/>
              <a:gd name="T50" fmla="*/ 179 w 187"/>
              <a:gd name="T51" fmla="*/ 11 h 122"/>
              <a:gd name="T52" fmla="*/ 178 w 187"/>
              <a:gd name="T53" fmla="*/ 3 h 122"/>
              <a:gd name="T54" fmla="*/ 169 w 187"/>
              <a:gd name="T55" fmla="*/ 1 h 122"/>
              <a:gd name="T56" fmla="*/ 164 w 187"/>
              <a:gd name="T57" fmla="*/ 3 h 122"/>
              <a:gd name="T58" fmla="*/ 161 w 187"/>
              <a:gd name="T59" fmla="*/ 4 h 122"/>
              <a:gd name="T60" fmla="*/ 157 w 187"/>
              <a:gd name="T61" fmla="*/ 8 h 122"/>
              <a:gd name="T62" fmla="*/ 157 w 187"/>
              <a:gd name="T63" fmla="*/ 7 h 122"/>
              <a:gd name="T64" fmla="*/ 151 w 187"/>
              <a:gd name="T65" fmla="*/ 5 h 122"/>
              <a:gd name="T66" fmla="*/ 145 w 187"/>
              <a:gd name="T67" fmla="*/ 7 h 122"/>
              <a:gd name="T68" fmla="*/ 128 w 187"/>
              <a:gd name="T69" fmla="*/ 28 h 122"/>
              <a:gd name="T70" fmla="*/ 126 w 187"/>
              <a:gd name="T71" fmla="*/ 31 h 122"/>
              <a:gd name="T72" fmla="*/ 124 w 187"/>
              <a:gd name="T73" fmla="*/ 39 h 122"/>
              <a:gd name="T74" fmla="*/ 124 w 187"/>
              <a:gd name="T75" fmla="*/ 43 h 122"/>
              <a:gd name="T76" fmla="*/ 81 w 187"/>
              <a:gd name="T77" fmla="*/ 67 h 122"/>
              <a:gd name="T78" fmla="*/ 25 w 187"/>
              <a:gd name="T79" fmla="*/ 79 h 122"/>
              <a:gd name="T80" fmla="*/ 22 w 187"/>
              <a:gd name="T81" fmla="*/ 80 h 122"/>
              <a:gd name="T82" fmla="*/ 4 w 187"/>
              <a:gd name="T83" fmla="*/ 92 h 122"/>
              <a:gd name="T84" fmla="*/ 0 w 187"/>
              <a:gd name="T85" fmla="*/ 98 h 122"/>
              <a:gd name="T86" fmla="*/ 2 w 187"/>
              <a:gd name="T87" fmla="*/ 104 h 122"/>
              <a:gd name="T88" fmla="*/ 8 w 187"/>
              <a:gd name="T89" fmla="*/ 112 h 122"/>
              <a:gd name="T90" fmla="*/ 11 w 187"/>
              <a:gd name="T91" fmla="*/ 114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7" h="122">
                <a:moveTo>
                  <a:pt x="11" y="114"/>
                </a:moveTo>
                <a:lnTo>
                  <a:pt x="17" y="117"/>
                </a:lnTo>
                <a:cubicBezTo>
                  <a:pt x="18" y="118"/>
                  <a:pt x="19" y="118"/>
                  <a:pt x="21" y="118"/>
                </a:cubicBezTo>
                <a:lnTo>
                  <a:pt x="27" y="118"/>
                </a:lnTo>
                <a:cubicBezTo>
                  <a:pt x="28" y="118"/>
                  <a:pt x="29" y="118"/>
                  <a:pt x="30" y="118"/>
                </a:cubicBezTo>
                <a:lnTo>
                  <a:pt x="39" y="115"/>
                </a:lnTo>
                <a:lnTo>
                  <a:pt x="54" y="108"/>
                </a:lnTo>
                <a:lnTo>
                  <a:pt x="57" y="107"/>
                </a:lnTo>
                <a:cubicBezTo>
                  <a:pt x="57" y="108"/>
                  <a:pt x="57" y="108"/>
                  <a:pt x="57" y="108"/>
                </a:cubicBezTo>
                <a:cubicBezTo>
                  <a:pt x="56" y="110"/>
                  <a:pt x="58" y="113"/>
                  <a:pt x="60" y="114"/>
                </a:cubicBezTo>
                <a:lnTo>
                  <a:pt x="66" y="119"/>
                </a:lnTo>
                <a:cubicBezTo>
                  <a:pt x="67" y="121"/>
                  <a:pt x="69" y="121"/>
                  <a:pt x="71" y="121"/>
                </a:cubicBezTo>
                <a:cubicBezTo>
                  <a:pt x="72" y="121"/>
                  <a:pt x="73" y="121"/>
                  <a:pt x="74" y="120"/>
                </a:cubicBezTo>
                <a:lnTo>
                  <a:pt x="94" y="112"/>
                </a:lnTo>
                <a:lnTo>
                  <a:pt x="154" y="105"/>
                </a:lnTo>
                <a:cubicBezTo>
                  <a:pt x="155" y="105"/>
                  <a:pt x="156" y="104"/>
                  <a:pt x="156" y="104"/>
                </a:cubicBezTo>
                <a:lnTo>
                  <a:pt x="171" y="97"/>
                </a:lnTo>
                <a:cubicBezTo>
                  <a:pt x="173" y="96"/>
                  <a:pt x="174" y="95"/>
                  <a:pt x="174" y="94"/>
                </a:cubicBezTo>
                <a:lnTo>
                  <a:pt x="185" y="79"/>
                </a:lnTo>
                <a:cubicBezTo>
                  <a:pt x="186" y="78"/>
                  <a:pt x="186" y="76"/>
                  <a:pt x="186" y="75"/>
                </a:cubicBezTo>
                <a:lnTo>
                  <a:pt x="186" y="63"/>
                </a:lnTo>
                <a:lnTo>
                  <a:pt x="183" y="52"/>
                </a:lnTo>
                <a:lnTo>
                  <a:pt x="181" y="30"/>
                </a:lnTo>
                <a:lnTo>
                  <a:pt x="180" y="23"/>
                </a:lnTo>
                <a:cubicBezTo>
                  <a:pt x="179" y="21"/>
                  <a:pt x="178" y="20"/>
                  <a:pt x="177" y="19"/>
                </a:cubicBezTo>
                <a:lnTo>
                  <a:pt x="179" y="11"/>
                </a:lnTo>
                <a:cubicBezTo>
                  <a:pt x="181" y="8"/>
                  <a:pt x="180" y="5"/>
                  <a:pt x="178" y="3"/>
                </a:cubicBezTo>
                <a:cubicBezTo>
                  <a:pt x="175" y="0"/>
                  <a:pt x="172" y="0"/>
                  <a:pt x="169" y="1"/>
                </a:cubicBezTo>
                <a:lnTo>
                  <a:pt x="164" y="3"/>
                </a:lnTo>
                <a:cubicBezTo>
                  <a:pt x="163" y="3"/>
                  <a:pt x="162" y="4"/>
                  <a:pt x="161" y="4"/>
                </a:cubicBezTo>
                <a:lnTo>
                  <a:pt x="157" y="8"/>
                </a:lnTo>
                <a:lnTo>
                  <a:pt x="157" y="7"/>
                </a:lnTo>
                <a:cubicBezTo>
                  <a:pt x="155" y="5"/>
                  <a:pt x="153" y="5"/>
                  <a:pt x="151" y="5"/>
                </a:cubicBezTo>
                <a:cubicBezTo>
                  <a:pt x="148" y="5"/>
                  <a:pt x="146" y="6"/>
                  <a:pt x="145" y="7"/>
                </a:cubicBezTo>
                <a:lnTo>
                  <a:pt x="128" y="28"/>
                </a:lnTo>
                <a:cubicBezTo>
                  <a:pt x="127" y="29"/>
                  <a:pt x="127" y="30"/>
                  <a:pt x="126" y="31"/>
                </a:cubicBezTo>
                <a:lnTo>
                  <a:pt x="124" y="39"/>
                </a:lnTo>
                <a:cubicBezTo>
                  <a:pt x="124" y="41"/>
                  <a:pt x="124" y="42"/>
                  <a:pt x="124" y="43"/>
                </a:cubicBezTo>
                <a:lnTo>
                  <a:pt x="81" y="67"/>
                </a:lnTo>
                <a:lnTo>
                  <a:pt x="25" y="79"/>
                </a:lnTo>
                <a:cubicBezTo>
                  <a:pt x="24" y="80"/>
                  <a:pt x="23" y="80"/>
                  <a:pt x="22" y="80"/>
                </a:cubicBezTo>
                <a:lnTo>
                  <a:pt x="4" y="92"/>
                </a:lnTo>
                <a:cubicBezTo>
                  <a:pt x="2" y="93"/>
                  <a:pt x="0" y="95"/>
                  <a:pt x="0" y="98"/>
                </a:cubicBezTo>
                <a:cubicBezTo>
                  <a:pt x="0" y="100"/>
                  <a:pt x="0" y="102"/>
                  <a:pt x="2" y="104"/>
                </a:cubicBezTo>
                <a:lnTo>
                  <a:pt x="8" y="112"/>
                </a:lnTo>
                <a:cubicBezTo>
                  <a:pt x="9" y="113"/>
                  <a:pt x="10" y="113"/>
                  <a:pt x="11" y="114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6" name="Freeform 172">
            <a:extLst>
              <a:ext uri="{FF2B5EF4-FFF2-40B4-BE49-F238E27FC236}">
                <a16:creationId xmlns:a16="http://schemas.microsoft.com/office/drawing/2014/main" xmlns="" id="{9F3AB014-C0E3-41F5-9F16-3B177C69A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927" y="4329389"/>
            <a:ext cx="39159" cy="30259"/>
          </a:xfrm>
          <a:custGeom>
            <a:avLst/>
            <a:gdLst>
              <a:gd name="T0" fmla="*/ 88 w 97"/>
              <a:gd name="T1" fmla="*/ 1 h 74"/>
              <a:gd name="T2" fmla="*/ 84 w 97"/>
              <a:gd name="T3" fmla="*/ 0 h 74"/>
              <a:gd name="T4" fmla="*/ 79 w 97"/>
              <a:gd name="T5" fmla="*/ 1 h 74"/>
              <a:gd name="T6" fmla="*/ 72 w 97"/>
              <a:gd name="T7" fmla="*/ 5 h 74"/>
              <a:gd name="T8" fmla="*/ 71 w 97"/>
              <a:gd name="T9" fmla="*/ 6 h 74"/>
              <a:gd name="T10" fmla="*/ 70 w 97"/>
              <a:gd name="T11" fmla="*/ 5 h 74"/>
              <a:gd name="T12" fmla="*/ 64 w 97"/>
              <a:gd name="T13" fmla="*/ 2 h 74"/>
              <a:gd name="T14" fmla="*/ 61 w 97"/>
              <a:gd name="T15" fmla="*/ 1 h 74"/>
              <a:gd name="T16" fmla="*/ 52 w 97"/>
              <a:gd name="T17" fmla="*/ 1 h 74"/>
              <a:gd name="T18" fmla="*/ 50 w 97"/>
              <a:gd name="T19" fmla="*/ 1 h 74"/>
              <a:gd name="T20" fmla="*/ 25 w 97"/>
              <a:gd name="T21" fmla="*/ 7 h 74"/>
              <a:gd name="T22" fmla="*/ 21 w 97"/>
              <a:gd name="T23" fmla="*/ 9 h 74"/>
              <a:gd name="T24" fmla="*/ 17 w 97"/>
              <a:gd name="T25" fmla="*/ 14 h 74"/>
              <a:gd name="T26" fmla="*/ 16 w 97"/>
              <a:gd name="T27" fmla="*/ 15 h 74"/>
              <a:gd name="T28" fmla="*/ 13 w 97"/>
              <a:gd name="T29" fmla="*/ 20 h 74"/>
              <a:gd name="T30" fmla="*/ 10 w 97"/>
              <a:gd name="T31" fmla="*/ 22 h 74"/>
              <a:gd name="T32" fmla="*/ 8 w 97"/>
              <a:gd name="T33" fmla="*/ 24 h 74"/>
              <a:gd name="T34" fmla="*/ 5 w 97"/>
              <a:gd name="T35" fmla="*/ 29 h 74"/>
              <a:gd name="T36" fmla="*/ 4 w 97"/>
              <a:gd name="T37" fmla="*/ 32 h 74"/>
              <a:gd name="T38" fmla="*/ 2 w 97"/>
              <a:gd name="T39" fmla="*/ 46 h 74"/>
              <a:gd name="T40" fmla="*/ 2 w 97"/>
              <a:gd name="T41" fmla="*/ 47 h 74"/>
              <a:gd name="T42" fmla="*/ 0 w 97"/>
              <a:gd name="T43" fmla="*/ 52 h 74"/>
              <a:gd name="T44" fmla="*/ 0 w 97"/>
              <a:gd name="T45" fmla="*/ 55 h 74"/>
              <a:gd name="T46" fmla="*/ 3 w 97"/>
              <a:gd name="T47" fmla="*/ 62 h 74"/>
              <a:gd name="T48" fmla="*/ 16 w 97"/>
              <a:gd name="T49" fmla="*/ 71 h 74"/>
              <a:gd name="T50" fmla="*/ 20 w 97"/>
              <a:gd name="T51" fmla="*/ 72 h 74"/>
              <a:gd name="T52" fmla="*/ 21 w 97"/>
              <a:gd name="T53" fmla="*/ 72 h 74"/>
              <a:gd name="T54" fmla="*/ 27 w 97"/>
              <a:gd name="T55" fmla="*/ 72 h 74"/>
              <a:gd name="T56" fmla="*/ 31 w 97"/>
              <a:gd name="T57" fmla="*/ 71 h 74"/>
              <a:gd name="T58" fmla="*/ 38 w 97"/>
              <a:gd name="T59" fmla="*/ 67 h 74"/>
              <a:gd name="T60" fmla="*/ 40 w 97"/>
              <a:gd name="T61" fmla="*/ 66 h 74"/>
              <a:gd name="T62" fmla="*/ 41 w 97"/>
              <a:gd name="T63" fmla="*/ 64 h 74"/>
              <a:gd name="T64" fmla="*/ 42 w 97"/>
              <a:gd name="T65" fmla="*/ 66 h 74"/>
              <a:gd name="T66" fmla="*/ 44 w 97"/>
              <a:gd name="T67" fmla="*/ 69 h 74"/>
              <a:gd name="T68" fmla="*/ 54 w 97"/>
              <a:gd name="T69" fmla="*/ 71 h 74"/>
              <a:gd name="T70" fmla="*/ 58 w 97"/>
              <a:gd name="T71" fmla="*/ 70 h 74"/>
              <a:gd name="T72" fmla="*/ 60 w 97"/>
              <a:gd name="T73" fmla="*/ 68 h 74"/>
              <a:gd name="T74" fmla="*/ 69 w 97"/>
              <a:gd name="T75" fmla="*/ 58 h 74"/>
              <a:gd name="T76" fmla="*/ 71 w 97"/>
              <a:gd name="T77" fmla="*/ 54 h 74"/>
              <a:gd name="T78" fmla="*/ 72 w 97"/>
              <a:gd name="T79" fmla="*/ 49 h 74"/>
              <a:gd name="T80" fmla="*/ 70 w 97"/>
              <a:gd name="T81" fmla="*/ 43 h 74"/>
              <a:gd name="T82" fmla="*/ 70 w 97"/>
              <a:gd name="T83" fmla="*/ 43 h 74"/>
              <a:gd name="T84" fmla="*/ 72 w 97"/>
              <a:gd name="T85" fmla="*/ 42 h 74"/>
              <a:gd name="T86" fmla="*/ 89 w 97"/>
              <a:gd name="T87" fmla="*/ 27 h 74"/>
              <a:gd name="T88" fmla="*/ 91 w 97"/>
              <a:gd name="T89" fmla="*/ 25 h 74"/>
              <a:gd name="T90" fmla="*/ 94 w 97"/>
              <a:gd name="T91" fmla="*/ 19 h 74"/>
              <a:gd name="T92" fmla="*/ 96 w 97"/>
              <a:gd name="T93" fmla="*/ 15 h 74"/>
              <a:gd name="T94" fmla="*/ 95 w 97"/>
              <a:gd name="T95" fmla="*/ 9 h 74"/>
              <a:gd name="T96" fmla="*/ 88 w 97"/>
              <a:gd name="T97" fmla="*/ 1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7" h="74">
                <a:moveTo>
                  <a:pt x="88" y="1"/>
                </a:moveTo>
                <a:lnTo>
                  <a:pt x="84" y="0"/>
                </a:lnTo>
                <a:cubicBezTo>
                  <a:pt x="82" y="0"/>
                  <a:pt x="81" y="0"/>
                  <a:pt x="79" y="1"/>
                </a:cubicBezTo>
                <a:lnTo>
                  <a:pt x="72" y="5"/>
                </a:lnTo>
                <a:lnTo>
                  <a:pt x="71" y="6"/>
                </a:lnTo>
                <a:cubicBezTo>
                  <a:pt x="70" y="5"/>
                  <a:pt x="70" y="5"/>
                  <a:pt x="70" y="5"/>
                </a:cubicBezTo>
                <a:lnTo>
                  <a:pt x="64" y="2"/>
                </a:lnTo>
                <a:cubicBezTo>
                  <a:pt x="63" y="1"/>
                  <a:pt x="62" y="1"/>
                  <a:pt x="61" y="1"/>
                </a:cubicBezTo>
                <a:lnTo>
                  <a:pt x="52" y="1"/>
                </a:lnTo>
                <a:cubicBezTo>
                  <a:pt x="51" y="1"/>
                  <a:pt x="51" y="1"/>
                  <a:pt x="50" y="1"/>
                </a:cubicBezTo>
                <a:lnTo>
                  <a:pt x="25" y="7"/>
                </a:lnTo>
                <a:cubicBezTo>
                  <a:pt x="24" y="8"/>
                  <a:pt x="22" y="8"/>
                  <a:pt x="21" y="9"/>
                </a:cubicBezTo>
                <a:lnTo>
                  <a:pt x="17" y="14"/>
                </a:lnTo>
                <a:cubicBezTo>
                  <a:pt x="16" y="14"/>
                  <a:pt x="16" y="15"/>
                  <a:pt x="16" y="15"/>
                </a:cubicBezTo>
                <a:lnTo>
                  <a:pt x="13" y="20"/>
                </a:lnTo>
                <a:lnTo>
                  <a:pt x="10" y="22"/>
                </a:lnTo>
                <a:cubicBezTo>
                  <a:pt x="9" y="23"/>
                  <a:pt x="9" y="23"/>
                  <a:pt x="8" y="24"/>
                </a:cubicBezTo>
                <a:lnTo>
                  <a:pt x="5" y="29"/>
                </a:lnTo>
                <a:cubicBezTo>
                  <a:pt x="4" y="30"/>
                  <a:pt x="4" y="31"/>
                  <a:pt x="4" y="32"/>
                </a:cubicBezTo>
                <a:lnTo>
                  <a:pt x="2" y="46"/>
                </a:lnTo>
                <a:lnTo>
                  <a:pt x="2" y="47"/>
                </a:lnTo>
                <a:cubicBezTo>
                  <a:pt x="1" y="48"/>
                  <a:pt x="0" y="50"/>
                  <a:pt x="0" y="52"/>
                </a:cubicBezTo>
                <a:lnTo>
                  <a:pt x="0" y="55"/>
                </a:lnTo>
                <a:cubicBezTo>
                  <a:pt x="0" y="58"/>
                  <a:pt x="1" y="60"/>
                  <a:pt x="3" y="62"/>
                </a:cubicBezTo>
                <a:lnTo>
                  <a:pt x="16" y="71"/>
                </a:lnTo>
                <a:cubicBezTo>
                  <a:pt x="17" y="72"/>
                  <a:pt x="19" y="72"/>
                  <a:pt x="20" y="72"/>
                </a:cubicBezTo>
                <a:lnTo>
                  <a:pt x="21" y="72"/>
                </a:lnTo>
                <a:lnTo>
                  <a:pt x="27" y="72"/>
                </a:lnTo>
                <a:cubicBezTo>
                  <a:pt x="29" y="72"/>
                  <a:pt x="30" y="72"/>
                  <a:pt x="31" y="71"/>
                </a:cubicBezTo>
                <a:lnTo>
                  <a:pt x="38" y="67"/>
                </a:lnTo>
                <a:cubicBezTo>
                  <a:pt x="39" y="67"/>
                  <a:pt x="39" y="66"/>
                  <a:pt x="40" y="66"/>
                </a:cubicBezTo>
                <a:lnTo>
                  <a:pt x="41" y="64"/>
                </a:lnTo>
                <a:cubicBezTo>
                  <a:pt x="42" y="65"/>
                  <a:pt x="42" y="66"/>
                  <a:pt x="42" y="66"/>
                </a:cubicBezTo>
                <a:lnTo>
                  <a:pt x="44" y="69"/>
                </a:lnTo>
                <a:cubicBezTo>
                  <a:pt x="46" y="72"/>
                  <a:pt x="51" y="73"/>
                  <a:pt x="54" y="71"/>
                </a:cubicBezTo>
                <a:lnTo>
                  <a:pt x="58" y="70"/>
                </a:lnTo>
                <a:cubicBezTo>
                  <a:pt x="59" y="69"/>
                  <a:pt x="59" y="69"/>
                  <a:pt x="60" y="68"/>
                </a:cubicBezTo>
                <a:lnTo>
                  <a:pt x="69" y="58"/>
                </a:lnTo>
                <a:cubicBezTo>
                  <a:pt x="70" y="57"/>
                  <a:pt x="71" y="56"/>
                  <a:pt x="71" y="54"/>
                </a:cubicBezTo>
                <a:lnTo>
                  <a:pt x="72" y="49"/>
                </a:lnTo>
                <a:cubicBezTo>
                  <a:pt x="72" y="47"/>
                  <a:pt x="72" y="44"/>
                  <a:pt x="70" y="43"/>
                </a:cubicBezTo>
                <a:lnTo>
                  <a:pt x="70" y="43"/>
                </a:lnTo>
                <a:cubicBezTo>
                  <a:pt x="71" y="42"/>
                  <a:pt x="72" y="42"/>
                  <a:pt x="72" y="42"/>
                </a:cubicBezTo>
                <a:lnTo>
                  <a:pt x="89" y="27"/>
                </a:lnTo>
                <a:cubicBezTo>
                  <a:pt x="90" y="26"/>
                  <a:pt x="90" y="26"/>
                  <a:pt x="91" y="25"/>
                </a:cubicBezTo>
                <a:lnTo>
                  <a:pt x="94" y="19"/>
                </a:lnTo>
                <a:cubicBezTo>
                  <a:pt x="95" y="18"/>
                  <a:pt x="96" y="16"/>
                  <a:pt x="96" y="15"/>
                </a:cubicBezTo>
                <a:lnTo>
                  <a:pt x="95" y="9"/>
                </a:lnTo>
                <a:cubicBezTo>
                  <a:pt x="95" y="5"/>
                  <a:pt x="92" y="1"/>
                  <a:pt x="88" y="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7" name="Freeform 173">
            <a:extLst>
              <a:ext uri="{FF2B5EF4-FFF2-40B4-BE49-F238E27FC236}">
                <a16:creationId xmlns:a16="http://schemas.microsoft.com/office/drawing/2014/main" xmlns="" id="{DF604E38-FAB4-40EA-9BD8-377440559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343" y="3923558"/>
            <a:ext cx="26700" cy="39159"/>
          </a:xfrm>
          <a:custGeom>
            <a:avLst/>
            <a:gdLst>
              <a:gd name="T0" fmla="*/ 65 w 68"/>
              <a:gd name="T1" fmla="*/ 6 h 97"/>
              <a:gd name="T2" fmla="*/ 58 w 68"/>
              <a:gd name="T3" fmla="*/ 0 h 97"/>
              <a:gd name="T4" fmla="*/ 52 w 68"/>
              <a:gd name="T5" fmla="*/ 0 h 97"/>
              <a:gd name="T6" fmla="*/ 48 w 68"/>
              <a:gd name="T7" fmla="*/ 1 h 97"/>
              <a:gd name="T8" fmla="*/ 44 w 68"/>
              <a:gd name="T9" fmla="*/ 2 h 97"/>
              <a:gd name="T10" fmla="*/ 42 w 68"/>
              <a:gd name="T11" fmla="*/ 4 h 97"/>
              <a:gd name="T12" fmla="*/ 38 w 68"/>
              <a:gd name="T13" fmla="*/ 3 h 97"/>
              <a:gd name="T14" fmla="*/ 35 w 68"/>
              <a:gd name="T15" fmla="*/ 3 h 97"/>
              <a:gd name="T16" fmla="*/ 32 w 68"/>
              <a:gd name="T17" fmla="*/ 3 h 97"/>
              <a:gd name="T18" fmla="*/ 14 w 68"/>
              <a:gd name="T19" fmla="*/ 10 h 97"/>
              <a:gd name="T20" fmla="*/ 11 w 68"/>
              <a:gd name="T21" fmla="*/ 12 h 97"/>
              <a:gd name="T22" fmla="*/ 8 w 68"/>
              <a:gd name="T23" fmla="*/ 16 h 97"/>
              <a:gd name="T24" fmla="*/ 5 w 68"/>
              <a:gd name="T25" fmla="*/ 22 h 97"/>
              <a:gd name="T26" fmla="*/ 6 w 68"/>
              <a:gd name="T27" fmla="*/ 26 h 97"/>
              <a:gd name="T28" fmla="*/ 9 w 68"/>
              <a:gd name="T29" fmla="*/ 32 h 97"/>
              <a:gd name="T30" fmla="*/ 15 w 68"/>
              <a:gd name="T31" fmla="*/ 47 h 97"/>
              <a:gd name="T32" fmla="*/ 14 w 68"/>
              <a:gd name="T33" fmla="*/ 50 h 97"/>
              <a:gd name="T34" fmla="*/ 7 w 68"/>
              <a:gd name="T35" fmla="*/ 56 h 97"/>
              <a:gd name="T36" fmla="*/ 5 w 68"/>
              <a:gd name="T37" fmla="*/ 57 h 97"/>
              <a:gd name="T38" fmla="*/ 2 w 68"/>
              <a:gd name="T39" fmla="*/ 61 h 97"/>
              <a:gd name="T40" fmla="*/ 0 w 68"/>
              <a:gd name="T41" fmla="*/ 67 h 97"/>
              <a:gd name="T42" fmla="*/ 4 w 68"/>
              <a:gd name="T43" fmla="*/ 73 h 97"/>
              <a:gd name="T44" fmla="*/ 8 w 68"/>
              <a:gd name="T45" fmla="*/ 75 h 97"/>
              <a:gd name="T46" fmla="*/ 11 w 68"/>
              <a:gd name="T47" fmla="*/ 78 h 97"/>
              <a:gd name="T48" fmla="*/ 12 w 68"/>
              <a:gd name="T49" fmla="*/ 80 h 97"/>
              <a:gd name="T50" fmla="*/ 14 w 68"/>
              <a:gd name="T51" fmla="*/ 82 h 97"/>
              <a:gd name="T52" fmla="*/ 20 w 68"/>
              <a:gd name="T53" fmla="*/ 84 h 97"/>
              <a:gd name="T54" fmla="*/ 26 w 68"/>
              <a:gd name="T55" fmla="*/ 91 h 97"/>
              <a:gd name="T56" fmla="*/ 28 w 68"/>
              <a:gd name="T57" fmla="*/ 93 h 97"/>
              <a:gd name="T58" fmla="*/ 35 w 68"/>
              <a:gd name="T59" fmla="*/ 96 h 97"/>
              <a:gd name="T60" fmla="*/ 38 w 68"/>
              <a:gd name="T61" fmla="*/ 96 h 97"/>
              <a:gd name="T62" fmla="*/ 44 w 68"/>
              <a:gd name="T63" fmla="*/ 95 h 97"/>
              <a:gd name="T64" fmla="*/ 46 w 68"/>
              <a:gd name="T65" fmla="*/ 86 h 97"/>
              <a:gd name="T66" fmla="*/ 42 w 68"/>
              <a:gd name="T67" fmla="*/ 71 h 97"/>
              <a:gd name="T68" fmla="*/ 41 w 68"/>
              <a:gd name="T69" fmla="*/ 67 h 97"/>
              <a:gd name="T70" fmla="*/ 43 w 68"/>
              <a:gd name="T71" fmla="*/ 68 h 97"/>
              <a:gd name="T72" fmla="*/ 50 w 68"/>
              <a:gd name="T73" fmla="*/ 70 h 97"/>
              <a:gd name="T74" fmla="*/ 55 w 68"/>
              <a:gd name="T75" fmla="*/ 66 h 97"/>
              <a:gd name="T76" fmla="*/ 57 w 68"/>
              <a:gd name="T77" fmla="*/ 62 h 97"/>
              <a:gd name="T78" fmla="*/ 58 w 68"/>
              <a:gd name="T79" fmla="*/ 60 h 97"/>
              <a:gd name="T80" fmla="*/ 62 w 68"/>
              <a:gd name="T81" fmla="*/ 48 h 97"/>
              <a:gd name="T82" fmla="*/ 63 w 68"/>
              <a:gd name="T83" fmla="*/ 30 h 97"/>
              <a:gd name="T84" fmla="*/ 67 w 68"/>
              <a:gd name="T85" fmla="*/ 15 h 97"/>
              <a:gd name="T86" fmla="*/ 67 w 68"/>
              <a:gd name="T87" fmla="*/ 10 h 97"/>
              <a:gd name="T88" fmla="*/ 65 w 68"/>
              <a:gd name="T89" fmla="*/ 6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8" h="97">
                <a:moveTo>
                  <a:pt x="65" y="6"/>
                </a:moveTo>
                <a:cubicBezTo>
                  <a:pt x="64" y="3"/>
                  <a:pt x="61" y="1"/>
                  <a:pt x="58" y="0"/>
                </a:cubicBezTo>
                <a:lnTo>
                  <a:pt x="52" y="0"/>
                </a:lnTo>
                <a:cubicBezTo>
                  <a:pt x="50" y="0"/>
                  <a:pt x="49" y="0"/>
                  <a:pt x="48" y="1"/>
                </a:cubicBezTo>
                <a:lnTo>
                  <a:pt x="44" y="2"/>
                </a:lnTo>
                <a:cubicBezTo>
                  <a:pt x="43" y="3"/>
                  <a:pt x="42" y="3"/>
                  <a:pt x="42" y="4"/>
                </a:cubicBezTo>
                <a:cubicBezTo>
                  <a:pt x="41" y="3"/>
                  <a:pt x="40" y="3"/>
                  <a:pt x="38" y="3"/>
                </a:cubicBezTo>
                <a:lnTo>
                  <a:pt x="35" y="3"/>
                </a:lnTo>
                <a:cubicBezTo>
                  <a:pt x="34" y="2"/>
                  <a:pt x="33" y="3"/>
                  <a:pt x="32" y="3"/>
                </a:cubicBezTo>
                <a:lnTo>
                  <a:pt x="14" y="10"/>
                </a:lnTo>
                <a:cubicBezTo>
                  <a:pt x="13" y="11"/>
                  <a:pt x="12" y="11"/>
                  <a:pt x="11" y="12"/>
                </a:cubicBezTo>
                <a:lnTo>
                  <a:pt x="8" y="16"/>
                </a:lnTo>
                <a:cubicBezTo>
                  <a:pt x="6" y="17"/>
                  <a:pt x="5" y="20"/>
                  <a:pt x="5" y="22"/>
                </a:cubicBezTo>
                <a:lnTo>
                  <a:pt x="6" y="26"/>
                </a:lnTo>
                <a:cubicBezTo>
                  <a:pt x="6" y="29"/>
                  <a:pt x="7" y="31"/>
                  <a:pt x="9" y="32"/>
                </a:cubicBezTo>
                <a:lnTo>
                  <a:pt x="15" y="47"/>
                </a:lnTo>
                <a:lnTo>
                  <a:pt x="14" y="50"/>
                </a:lnTo>
                <a:lnTo>
                  <a:pt x="7" y="56"/>
                </a:lnTo>
                <a:cubicBezTo>
                  <a:pt x="6" y="56"/>
                  <a:pt x="5" y="56"/>
                  <a:pt x="5" y="57"/>
                </a:cubicBezTo>
                <a:lnTo>
                  <a:pt x="2" y="61"/>
                </a:lnTo>
                <a:cubicBezTo>
                  <a:pt x="1" y="62"/>
                  <a:pt x="0" y="64"/>
                  <a:pt x="0" y="67"/>
                </a:cubicBezTo>
                <a:cubicBezTo>
                  <a:pt x="1" y="69"/>
                  <a:pt x="2" y="71"/>
                  <a:pt x="4" y="73"/>
                </a:cubicBezTo>
                <a:lnTo>
                  <a:pt x="8" y="75"/>
                </a:lnTo>
                <a:lnTo>
                  <a:pt x="11" y="78"/>
                </a:lnTo>
                <a:cubicBezTo>
                  <a:pt x="11" y="79"/>
                  <a:pt x="11" y="80"/>
                  <a:pt x="12" y="80"/>
                </a:cubicBezTo>
                <a:lnTo>
                  <a:pt x="14" y="82"/>
                </a:lnTo>
                <a:cubicBezTo>
                  <a:pt x="16" y="84"/>
                  <a:pt x="18" y="85"/>
                  <a:pt x="20" y="84"/>
                </a:cubicBezTo>
                <a:lnTo>
                  <a:pt x="26" y="91"/>
                </a:lnTo>
                <a:cubicBezTo>
                  <a:pt x="26" y="91"/>
                  <a:pt x="27" y="92"/>
                  <a:pt x="28" y="93"/>
                </a:cubicBezTo>
                <a:lnTo>
                  <a:pt x="35" y="96"/>
                </a:lnTo>
                <a:cubicBezTo>
                  <a:pt x="36" y="96"/>
                  <a:pt x="37" y="96"/>
                  <a:pt x="38" y="96"/>
                </a:cubicBezTo>
                <a:cubicBezTo>
                  <a:pt x="40" y="96"/>
                  <a:pt x="42" y="96"/>
                  <a:pt x="44" y="95"/>
                </a:cubicBezTo>
                <a:cubicBezTo>
                  <a:pt x="46" y="93"/>
                  <a:pt x="47" y="89"/>
                  <a:pt x="46" y="86"/>
                </a:cubicBezTo>
                <a:lnTo>
                  <a:pt x="42" y="71"/>
                </a:lnTo>
                <a:lnTo>
                  <a:pt x="41" y="67"/>
                </a:lnTo>
                <a:lnTo>
                  <a:pt x="43" y="68"/>
                </a:lnTo>
                <a:cubicBezTo>
                  <a:pt x="45" y="70"/>
                  <a:pt x="47" y="70"/>
                  <a:pt x="50" y="70"/>
                </a:cubicBezTo>
                <a:cubicBezTo>
                  <a:pt x="52" y="70"/>
                  <a:pt x="54" y="68"/>
                  <a:pt x="55" y="66"/>
                </a:cubicBezTo>
                <a:lnTo>
                  <a:pt x="57" y="62"/>
                </a:lnTo>
                <a:cubicBezTo>
                  <a:pt x="58" y="62"/>
                  <a:pt x="58" y="61"/>
                  <a:pt x="58" y="60"/>
                </a:cubicBezTo>
                <a:lnTo>
                  <a:pt x="62" y="48"/>
                </a:lnTo>
                <a:lnTo>
                  <a:pt x="63" y="30"/>
                </a:lnTo>
                <a:lnTo>
                  <a:pt x="67" y="15"/>
                </a:lnTo>
                <a:cubicBezTo>
                  <a:pt x="67" y="14"/>
                  <a:pt x="67" y="12"/>
                  <a:pt x="67" y="10"/>
                </a:cubicBezTo>
                <a:lnTo>
                  <a:pt x="65" y="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8" name="Freeform 174">
            <a:extLst>
              <a:ext uri="{FF2B5EF4-FFF2-40B4-BE49-F238E27FC236}">
                <a16:creationId xmlns:a16="http://schemas.microsoft.com/office/drawing/2014/main" xmlns="" id="{7B06AD08-4F24-4985-8FAD-D64D1C921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884" y="3968056"/>
            <a:ext cx="30259" cy="37380"/>
          </a:xfrm>
          <a:custGeom>
            <a:avLst/>
            <a:gdLst>
              <a:gd name="T0" fmla="*/ 70 w 75"/>
              <a:gd name="T1" fmla="*/ 26 h 91"/>
              <a:gd name="T2" fmla="*/ 66 w 75"/>
              <a:gd name="T3" fmla="*/ 20 h 91"/>
              <a:gd name="T4" fmla="*/ 62 w 75"/>
              <a:gd name="T5" fmla="*/ 16 h 91"/>
              <a:gd name="T6" fmla="*/ 60 w 75"/>
              <a:gd name="T7" fmla="*/ 16 h 91"/>
              <a:gd name="T8" fmla="*/ 58 w 75"/>
              <a:gd name="T9" fmla="*/ 15 h 91"/>
              <a:gd name="T10" fmla="*/ 54 w 75"/>
              <a:gd name="T11" fmla="*/ 15 h 91"/>
              <a:gd name="T12" fmla="*/ 53 w 75"/>
              <a:gd name="T13" fmla="*/ 14 h 91"/>
              <a:gd name="T14" fmla="*/ 48 w 75"/>
              <a:gd name="T15" fmla="*/ 11 h 91"/>
              <a:gd name="T16" fmla="*/ 46 w 75"/>
              <a:gd name="T17" fmla="*/ 6 h 91"/>
              <a:gd name="T18" fmla="*/ 35 w 75"/>
              <a:gd name="T19" fmla="*/ 1 h 91"/>
              <a:gd name="T20" fmla="*/ 29 w 75"/>
              <a:gd name="T21" fmla="*/ 10 h 91"/>
              <a:gd name="T22" fmla="*/ 29 w 75"/>
              <a:gd name="T23" fmla="*/ 13 h 91"/>
              <a:gd name="T24" fmla="*/ 29 w 75"/>
              <a:gd name="T25" fmla="*/ 16 h 91"/>
              <a:gd name="T26" fmla="*/ 20 w 75"/>
              <a:gd name="T27" fmla="*/ 29 h 91"/>
              <a:gd name="T28" fmla="*/ 13 w 75"/>
              <a:gd name="T29" fmla="*/ 35 h 91"/>
              <a:gd name="T30" fmla="*/ 5 w 75"/>
              <a:gd name="T31" fmla="*/ 45 h 91"/>
              <a:gd name="T32" fmla="*/ 2 w 75"/>
              <a:gd name="T33" fmla="*/ 53 h 91"/>
              <a:gd name="T34" fmla="*/ 0 w 75"/>
              <a:gd name="T35" fmla="*/ 59 h 91"/>
              <a:gd name="T36" fmla="*/ 3 w 75"/>
              <a:gd name="T37" fmla="*/ 67 h 91"/>
              <a:gd name="T38" fmla="*/ 4 w 75"/>
              <a:gd name="T39" fmla="*/ 68 h 91"/>
              <a:gd name="T40" fmla="*/ 12 w 75"/>
              <a:gd name="T41" fmla="*/ 70 h 91"/>
              <a:gd name="T42" fmla="*/ 15 w 75"/>
              <a:gd name="T43" fmla="*/ 69 h 91"/>
              <a:gd name="T44" fmla="*/ 19 w 75"/>
              <a:gd name="T45" fmla="*/ 80 h 91"/>
              <a:gd name="T46" fmla="*/ 24 w 75"/>
              <a:gd name="T47" fmla="*/ 85 h 91"/>
              <a:gd name="T48" fmla="*/ 32 w 75"/>
              <a:gd name="T49" fmla="*/ 88 h 91"/>
              <a:gd name="T50" fmla="*/ 39 w 75"/>
              <a:gd name="T51" fmla="*/ 87 h 91"/>
              <a:gd name="T52" fmla="*/ 40 w 75"/>
              <a:gd name="T53" fmla="*/ 87 h 91"/>
              <a:gd name="T54" fmla="*/ 47 w 75"/>
              <a:gd name="T55" fmla="*/ 90 h 91"/>
              <a:gd name="T56" fmla="*/ 53 w 75"/>
              <a:gd name="T57" fmla="*/ 87 h 91"/>
              <a:gd name="T58" fmla="*/ 60 w 75"/>
              <a:gd name="T59" fmla="*/ 78 h 91"/>
              <a:gd name="T60" fmla="*/ 63 w 75"/>
              <a:gd name="T61" fmla="*/ 73 h 91"/>
              <a:gd name="T62" fmla="*/ 69 w 75"/>
              <a:gd name="T63" fmla="*/ 67 h 91"/>
              <a:gd name="T64" fmla="*/ 71 w 75"/>
              <a:gd name="T65" fmla="*/ 63 h 91"/>
              <a:gd name="T66" fmla="*/ 73 w 75"/>
              <a:gd name="T67" fmla="*/ 52 h 91"/>
              <a:gd name="T68" fmla="*/ 74 w 75"/>
              <a:gd name="T69" fmla="*/ 50 h 91"/>
              <a:gd name="T70" fmla="*/ 72 w 75"/>
              <a:gd name="T71" fmla="*/ 33 h 91"/>
              <a:gd name="T72" fmla="*/ 70 w 75"/>
              <a:gd name="T73" fmla="*/ 2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5" h="91">
                <a:moveTo>
                  <a:pt x="70" y="26"/>
                </a:moveTo>
                <a:lnTo>
                  <a:pt x="66" y="20"/>
                </a:lnTo>
                <a:cubicBezTo>
                  <a:pt x="65" y="18"/>
                  <a:pt x="64" y="17"/>
                  <a:pt x="62" y="16"/>
                </a:cubicBezTo>
                <a:lnTo>
                  <a:pt x="60" y="16"/>
                </a:lnTo>
                <a:cubicBezTo>
                  <a:pt x="59" y="15"/>
                  <a:pt x="58" y="15"/>
                  <a:pt x="58" y="15"/>
                </a:cubicBezTo>
                <a:lnTo>
                  <a:pt x="54" y="15"/>
                </a:lnTo>
                <a:lnTo>
                  <a:pt x="53" y="14"/>
                </a:lnTo>
                <a:cubicBezTo>
                  <a:pt x="52" y="12"/>
                  <a:pt x="50" y="11"/>
                  <a:pt x="48" y="11"/>
                </a:cubicBezTo>
                <a:lnTo>
                  <a:pt x="46" y="6"/>
                </a:lnTo>
                <a:cubicBezTo>
                  <a:pt x="45" y="2"/>
                  <a:pt x="39" y="0"/>
                  <a:pt x="35" y="1"/>
                </a:cubicBezTo>
                <a:cubicBezTo>
                  <a:pt x="31" y="2"/>
                  <a:pt x="29" y="6"/>
                  <a:pt x="29" y="10"/>
                </a:cubicBezTo>
                <a:lnTo>
                  <a:pt x="29" y="13"/>
                </a:lnTo>
                <a:lnTo>
                  <a:pt x="29" y="16"/>
                </a:lnTo>
                <a:lnTo>
                  <a:pt x="20" y="29"/>
                </a:lnTo>
                <a:lnTo>
                  <a:pt x="13" y="35"/>
                </a:lnTo>
                <a:lnTo>
                  <a:pt x="5" y="45"/>
                </a:lnTo>
                <a:lnTo>
                  <a:pt x="2" y="53"/>
                </a:lnTo>
                <a:lnTo>
                  <a:pt x="0" y="59"/>
                </a:lnTo>
                <a:cubicBezTo>
                  <a:pt x="0" y="62"/>
                  <a:pt x="1" y="65"/>
                  <a:pt x="3" y="67"/>
                </a:cubicBezTo>
                <a:lnTo>
                  <a:pt x="4" y="68"/>
                </a:lnTo>
                <a:cubicBezTo>
                  <a:pt x="6" y="70"/>
                  <a:pt x="9" y="71"/>
                  <a:pt x="12" y="70"/>
                </a:cubicBezTo>
                <a:lnTo>
                  <a:pt x="15" y="69"/>
                </a:lnTo>
                <a:lnTo>
                  <a:pt x="19" y="80"/>
                </a:lnTo>
                <a:cubicBezTo>
                  <a:pt x="20" y="82"/>
                  <a:pt x="22" y="84"/>
                  <a:pt x="24" y="85"/>
                </a:cubicBezTo>
                <a:lnTo>
                  <a:pt x="32" y="88"/>
                </a:lnTo>
                <a:cubicBezTo>
                  <a:pt x="34" y="89"/>
                  <a:pt x="37" y="89"/>
                  <a:pt x="39" y="87"/>
                </a:cubicBezTo>
                <a:lnTo>
                  <a:pt x="40" y="87"/>
                </a:lnTo>
                <a:cubicBezTo>
                  <a:pt x="42" y="89"/>
                  <a:pt x="44" y="89"/>
                  <a:pt x="47" y="90"/>
                </a:cubicBezTo>
                <a:cubicBezTo>
                  <a:pt x="49" y="90"/>
                  <a:pt x="51" y="89"/>
                  <a:pt x="53" y="87"/>
                </a:cubicBezTo>
                <a:lnTo>
                  <a:pt x="60" y="78"/>
                </a:lnTo>
                <a:lnTo>
                  <a:pt x="63" y="73"/>
                </a:lnTo>
                <a:lnTo>
                  <a:pt x="69" y="67"/>
                </a:lnTo>
                <a:cubicBezTo>
                  <a:pt x="70" y="66"/>
                  <a:pt x="71" y="64"/>
                  <a:pt x="71" y="63"/>
                </a:cubicBezTo>
                <a:lnTo>
                  <a:pt x="73" y="52"/>
                </a:lnTo>
                <a:cubicBezTo>
                  <a:pt x="74" y="52"/>
                  <a:pt x="74" y="51"/>
                  <a:pt x="74" y="50"/>
                </a:cubicBezTo>
                <a:lnTo>
                  <a:pt x="72" y="33"/>
                </a:lnTo>
                <a:lnTo>
                  <a:pt x="70" y="26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49" name="Freeform 175">
            <a:extLst>
              <a:ext uri="{FF2B5EF4-FFF2-40B4-BE49-F238E27FC236}">
                <a16:creationId xmlns:a16="http://schemas.microsoft.com/office/drawing/2014/main" xmlns="" id="{38B38AB3-D6FF-443F-9E04-0A8B98CC4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339" y="3612064"/>
            <a:ext cx="30260" cy="28479"/>
          </a:xfrm>
          <a:custGeom>
            <a:avLst/>
            <a:gdLst>
              <a:gd name="T0" fmla="*/ 71 w 77"/>
              <a:gd name="T1" fmla="*/ 15 h 71"/>
              <a:gd name="T2" fmla="*/ 70 w 77"/>
              <a:gd name="T3" fmla="*/ 11 h 71"/>
              <a:gd name="T4" fmla="*/ 68 w 77"/>
              <a:gd name="T5" fmla="*/ 7 h 71"/>
              <a:gd name="T6" fmla="*/ 65 w 77"/>
              <a:gd name="T7" fmla="*/ 3 h 71"/>
              <a:gd name="T8" fmla="*/ 59 w 77"/>
              <a:gd name="T9" fmla="*/ 0 h 71"/>
              <a:gd name="T10" fmla="*/ 53 w 77"/>
              <a:gd name="T11" fmla="*/ 0 h 71"/>
              <a:gd name="T12" fmla="*/ 48 w 77"/>
              <a:gd name="T13" fmla="*/ 2 h 71"/>
              <a:gd name="T14" fmla="*/ 29 w 77"/>
              <a:gd name="T15" fmla="*/ 17 h 71"/>
              <a:gd name="T16" fmla="*/ 28 w 77"/>
              <a:gd name="T17" fmla="*/ 18 h 71"/>
              <a:gd name="T18" fmla="*/ 17 w 77"/>
              <a:gd name="T19" fmla="*/ 31 h 71"/>
              <a:gd name="T20" fmla="*/ 15 w 77"/>
              <a:gd name="T21" fmla="*/ 36 h 71"/>
              <a:gd name="T22" fmla="*/ 15 w 77"/>
              <a:gd name="T23" fmla="*/ 37 h 71"/>
              <a:gd name="T24" fmla="*/ 8 w 77"/>
              <a:gd name="T25" fmla="*/ 41 h 71"/>
              <a:gd name="T26" fmla="*/ 7 w 77"/>
              <a:gd name="T27" fmla="*/ 44 h 71"/>
              <a:gd name="T28" fmla="*/ 6 w 77"/>
              <a:gd name="T29" fmla="*/ 46 h 71"/>
              <a:gd name="T30" fmla="*/ 5 w 77"/>
              <a:gd name="T31" fmla="*/ 47 h 71"/>
              <a:gd name="T32" fmla="*/ 1 w 77"/>
              <a:gd name="T33" fmla="*/ 53 h 71"/>
              <a:gd name="T34" fmla="*/ 1 w 77"/>
              <a:gd name="T35" fmla="*/ 58 h 71"/>
              <a:gd name="T36" fmla="*/ 4 w 77"/>
              <a:gd name="T37" fmla="*/ 66 h 71"/>
              <a:gd name="T38" fmla="*/ 8 w 77"/>
              <a:gd name="T39" fmla="*/ 69 h 71"/>
              <a:gd name="T40" fmla="*/ 12 w 77"/>
              <a:gd name="T41" fmla="*/ 70 h 71"/>
              <a:gd name="T42" fmla="*/ 17 w 77"/>
              <a:gd name="T43" fmla="*/ 70 h 71"/>
              <a:gd name="T44" fmla="*/ 18 w 77"/>
              <a:gd name="T45" fmla="*/ 70 h 71"/>
              <a:gd name="T46" fmla="*/ 21 w 77"/>
              <a:gd name="T47" fmla="*/ 70 h 71"/>
              <a:gd name="T48" fmla="*/ 26 w 77"/>
              <a:gd name="T49" fmla="*/ 67 h 71"/>
              <a:gd name="T50" fmla="*/ 28 w 77"/>
              <a:gd name="T51" fmla="*/ 66 h 71"/>
              <a:gd name="T52" fmla="*/ 54 w 77"/>
              <a:gd name="T53" fmla="*/ 56 h 71"/>
              <a:gd name="T54" fmla="*/ 56 w 77"/>
              <a:gd name="T55" fmla="*/ 55 h 71"/>
              <a:gd name="T56" fmla="*/ 64 w 77"/>
              <a:gd name="T57" fmla="*/ 49 h 71"/>
              <a:gd name="T58" fmla="*/ 66 w 77"/>
              <a:gd name="T59" fmla="*/ 46 h 71"/>
              <a:gd name="T60" fmla="*/ 73 w 77"/>
              <a:gd name="T61" fmla="*/ 35 h 71"/>
              <a:gd name="T62" fmla="*/ 73 w 77"/>
              <a:gd name="T63" fmla="*/ 33 h 71"/>
              <a:gd name="T64" fmla="*/ 75 w 77"/>
              <a:gd name="T65" fmla="*/ 25 h 71"/>
              <a:gd name="T66" fmla="*/ 72 w 77"/>
              <a:gd name="T67" fmla="*/ 16 h 71"/>
              <a:gd name="T68" fmla="*/ 71 w 77"/>
              <a:gd name="T69" fmla="*/ 15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7" h="71">
                <a:moveTo>
                  <a:pt x="71" y="15"/>
                </a:moveTo>
                <a:lnTo>
                  <a:pt x="70" y="11"/>
                </a:lnTo>
                <a:cubicBezTo>
                  <a:pt x="70" y="9"/>
                  <a:pt x="69" y="8"/>
                  <a:pt x="68" y="7"/>
                </a:cubicBezTo>
                <a:lnTo>
                  <a:pt x="65" y="3"/>
                </a:lnTo>
                <a:cubicBezTo>
                  <a:pt x="63" y="1"/>
                  <a:pt x="61" y="1"/>
                  <a:pt x="59" y="0"/>
                </a:cubicBezTo>
                <a:lnTo>
                  <a:pt x="53" y="0"/>
                </a:lnTo>
                <a:cubicBezTo>
                  <a:pt x="51" y="1"/>
                  <a:pt x="50" y="1"/>
                  <a:pt x="48" y="2"/>
                </a:cubicBezTo>
                <a:lnTo>
                  <a:pt x="29" y="17"/>
                </a:lnTo>
                <a:cubicBezTo>
                  <a:pt x="29" y="17"/>
                  <a:pt x="28" y="17"/>
                  <a:pt x="28" y="18"/>
                </a:cubicBezTo>
                <a:lnTo>
                  <a:pt x="17" y="31"/>
                </a:lnTo>
                <a:lnTo>
                  <a:pt x="15" y="36"/>
                </a:lnTo>
                <a:lnTo>
                  <a:pt x="15" y="37"/>
                </a:lnTo>
                <a:cubicBezTo>
                  <a:pt x="12" y="37"/>
                  <a:pt x="9" y="39"/>
                  <a:pt x="8" y="41"/>
                </a:cubicBezTo>
                <a:lnTo>
                  <a:pt x="7" y="44"/>
                </a:lnTo>
                <a:cubicBezTo>
                  <a:pt x="7" y="45"/>
                  <a:pt x="6" y="45"/>
                  <a:pt x="6" y="46"/>
                </a:cubicBezTo>
                <a:lnTo>
                  <a:pt x="5" y="47"/>
                </a:lnTo>
                <a:cubicBezTo>
                  <a:pt x="3" y="49"/>
                  <a:pt x="2" y="51"/>
                  <a:pt x="1" y="53"/>
                </a:cubicBezTo>
                <a:lnTo>
                  <a:pt x="1" y="58"/>
                </a:lnTo>
                <a:cubicBezTo>
                  <a:pt x="0" y="61"/>
                  <a:pt x="1" y="64"/>
                  <a:pt x="4" y="66"/>
                </a:cubicBezTo>
                <a:lnTo>
                  <a:pt x="8" y="69"/>
                </a:lnTo>
                <a:cubicBezTo>
                  <a:pt x="9" y="70"/>
                  <a:pt x="10" y="70"/>
                  <a:pt x="12" y="70"/>
                </a:cubicBezTo>
                <a:lnTo>
                  <a:pt x="17" y="70"/>
                </a:lnTo>
                <a:cubicBezTo>
                  <a:pt x="17" y="70"/>
                  <a:pt x="17" y="70"/>
                  <a:pt x="18" y="70"/>
                </a:cubicBezTo>
                <a:cubicBezTo>
                  <a:pt x="19" y="70"/>
                  <a:pt x="20" y="70"/>
                  <a:pt x="21" y="70"/>
                </a:cubicBezTo>
                <a:lnTo>
                  <a:pt x="26" y="67"/>
                </a:lnTo>
                <a:cubicBezTo>
                  <a:pt x="27" y="67"/>
                  <a:pt x="28" y="67"/>
                  <a:pt x="28" y="66"/>
                </a:cubicBezTo>
                <a:lnTo>
                  <a:pt x="54" y="56"/>
                </a:lnTo>
                <a:cubicBezTo>
                  <a:pt x="55" y="56"/>
                  <a:pt x="56" y="56"/>
                  <a:pt x="56" y="55"/>
                </a:cubicBezTo>
                <a:lnTo>
                  <a:pt x="64" y="49"/>
                </a:lnTo>
                <a:cubicBezTo>
                  <a:pt x="65" y="48"/>
                  <a:pt x="66" y="47"/>
                  <a:pt x="66" y="46"/>
                </a:cubicBezTo>
                <a:lnTo>
                  <a:pt x="73" y="35"/>
                </a:lnTo>
                <a:cubicBezTo>
                  <a:pt x="73" y="34"/>
                  <a:pt x="73" y="33"/>
                  <a:pt x="73" y="33"/>
                </a:cubicBezTo>
                <a:lnTo>
                  <a:pt x="75" y="25"/>
                </a:lnTo>
                <a:cubicBezTo>
                  <a:pt x="76" y="21"/>
                  <a:pt x="75" y="18"/>
                  <a:pt x="72" y="16"/>
                </a:cubicBezTo>
                <a:lnTo>
                  <a:pt x="71" y="15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0" name="Freeform 176">
            <a:extLst>
              <a:ext uri="{FF2B5EF4-FFF2-40B4-BE49-F238E27FC236}">
                <a16:creationId xmlns:a16="http://schemas.microsoft.com/office/drawing/2014/main" xmlns="" id="{9B30DA97-F1E1-4897-8B55-BBFF02ABF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045" y="3996536"/>
            <a:ext cx="51618" cy="69419"/>
          </a:xfrm>
          <a:custGeom>
            <a:avLst/>
            <a:gdLst>
              <a:gd name="T0" fmla="*/ 119 w 129"/>
              <a:gd name="T1" fmla="*/ 83 h 174"/>
              <a:gd name="T2" fmla="*/ 115 w 129"/>
              <a:gd name="T3" fmla="*/ 82 h 174"/>
              <a:gd name="T4" fmla="*/ 109 w 129"/>
              <a:gd name="T5" fmla="*/ 69 h 174"/>
              <a:gd name="T6" fmla="*/ 112 w 129"/>
              <a:gd name="T7" fmla="*/ 63 h 174"/>
              <a:gd name="T8" fmla="*/ 114 w 129"/>
              <a:gd name="T9" fmla="*/ 48 h 174"/>
              <a:gd name="T10" fmla="*/ 109 w 129"/>
              <a:gd name="T11" fmla="*/ 20 h 174"/>
              <a:gd name="T12" fmla="*/ 104 w 129"/>
              <a:gd name="T13" fmla="*/ 10 h 174"/>
              <a:gd name="T14" fmla="*/ 96 w 129"/>
              <a:gd name="T15" fmla="*/ 3 h 174"/>
              <a:gd name="T16" fmla="*/ 86 w 129"/>
              <a:gd name="T17" fmla="*/ 2 h 174"/>
              <a:gd name="T18" fmla="*/ 78 w 129"/>
              <a:gd name="T19" fmla="*/ 18 h 174"/>
              <a:gd name="T20" fmla="*/ 74 w 129"/>
              <a:gd name="T21" fmla="*/ 20 h 174"/>
              <a:gd name="T22" fmla="*/ 42 w 129"/>
              <a:gd name="T23" fmla="*/ 46 h 174"/>
              <a:gd name="T24" fmla="*/ 47 w 129"/>
              <a:gd name="T25" fmla="*/ 58 h 174"/>
              <a:gd name="T26" fmla="*/ 64 w 129"/>
              <a:gd name="T27" fmla="*/ 52 h 174"/>
              <a:gd name="T28" fmla="*/ 80 w 129"/>
              <a:gd name="T29" fmla="*/ 54 h 174"/>
              <a:gd name="T30" fmla="*/ 75 w 129"/>
              <a:gd name="T31" fmla="*/ 63 h 174"/>
              <a:gd name="T32" fmla="*/ 60 w 129"/>
              <a:gd name="T33" fmla="*/ 72 h 174"/>
              <a:gd name="T34" fmla="*/ 57 w 129"/>
              <a:gd name="T35" fmla="*/ 85 h 174"/>
              <a:gd name="T36" fmla="*/ 40 w 129"/>
              <a:gd name="T37" fmla="*/ 90 h 174"/>
              <a:gd name="T38" fmla="*/ 33 w 129"/>
              <a:gd name="T39" fmla="*/ 93 h 174"/>
              <a:gd name="T40" fmla="*/ 22 w 129"/>
              <a:gd name="T41" fmla="*/ 105 h 174"/>
              <a:gd name="T42" fmla="*/ 15 w 129"/>
              <a:gd name="T43" fmla="*/ 114 h 174"/>
              <a:gd name="T44" fmla="*/ 18 w 129"/>
              <a:gd name="T45" fmla="*/ 125 h 174"/>
              <a:gd name="T46" fmla="*/ 30 w 129"/>
              <a:gd name="T47" fmla="*/ 126 h 174"/>
              <a:gd name="T48" fmla="*/ 20 w 129"/>
              <a:gd name="T49" fmla="*/ 134 h 174"/>
              <a:gd name="T50" fmla="*/ 14 w 129"/>
              <a:gd name="T51" fmla="*/ 140 h 174"/>
              <a:gd name="T52" fmla="*/ 2 w 129"/>
              <a:gd name="T53" fmla="*/ 171 h 174"/>
              <a:gd name="T54" fmla="*/ 12 w 129"/>
              <a:gd name="T55" fmla="*/ 172 h 174"/>
              <a:gd name="T56" fmla="*/ 87 w 129"/>
              <a:gd name="T57" fmla="*/ 137 h 174"/>
              <a:gd name="T58" fmla="*/ 105 w 129"/>
              <a:gd name="T59" fmla="*/ 118 h 174"/>
              <a:gd name="T60" fmla="*/ 121 w 129"/>
              <a:gd name="T61" fmla="*/ 114 h 174"/>
              <a:gd name="T62" fmla="*/ 125 w 129"/>
              <a:gd name="T63" fmla="*/ 108 h 174"/>
              <a:gd name="T64" fmla="*/ 127 w 129"/>
              <a:gd name="T65" fmla="*/ 95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9" h="174">
                <a:moveTo>
                  <a:pt x="124" y="88"/>
                </a:moveTo>
                <a:cubicBezTo>
                  <a:pt x="123" y="85"/>
                  <a:pt x="121" y="84"/>
                  <a:pt x="119" y="83"/>
                </a:cubicBezTo>
                <a:lnTo>
                  <a:pt x="115" y="82"/>
                </a:lnTo>
                <a:lnTo>
                  <a:pt x="115" y="82"/>
                </a:lnTo>
                <a:cubicBezTo>
                  <a:pt x="117" y="80"/>
                  <a:pt x="118" y="77"/>
                  <a:pt x="116" y="74"/>
                </a:cubicBezTo>
                <a:cubicBezTo>
                  <a:pt x="115" y="71"/>
                  <a:pt x="112" y="69"/>
                  <a:pt x="109" y="69"/>
                </a:cubicBezTo>
                <a:lnTo>
                  <a:pt x="106" y="69"/>
                </a:lnTo>
                <a:lnTo>
                  <a:pt x="112" y="63"/>
                </a:lnTo>
                <a:cubicBezTo>
                  <a:pt x="113" y="62"/>
                  <a:pt x="114" y="60"/>
                  <a:pt x="114" y="58"/>
                </a:cubicBezTo>
                <a:lnTo>
                  <a:pt x="114" y="48"/>
                </a:lnTo>
                <a:cubicBezTo>
                  <a:pt x="114" y="48"/>
                  <a:pt x="114" y="47"/>
                  <a:pt x="114" y="46"/>
                </a:cubicBezTo>
                <a:lnTo>
                  <a:pt x="109" y="20"/>
                </a:lnTo>
                <a:cubicBezTo>
                  <a:pt x="109" y="19"/>
                  <a:pt x="108" y="18"/>
                  <a:pt x="108" y="17"/>
                </a:cubicBezTo>
                <a:lnTo>
                  <a:pt x="104" y="10"/>
                </a:lnTo>
                <a:cubicBezTo>
                  <a:pt x="103" y="10"/>
                  <a:pt x="103" y="9"/>
                  <a:pt x="102" y="9"/>
                </a:cubicBezTo>
                <a:lnTo>
                  <a:pt x="96" y="3"/>
                </a:lnTo>
                <a:cubicBezTo>
                  <a:pt x="94" y="1"/>
                  <a:pt x="92" y="0"/>
                  <a:pt x="89" y="1"/>
                </a:cubicBezTo>
                <a:lnTo>
                  <a:pt x="86" y="2"/>
                </a:lnTo>
                <a:cubicBezTo>
                  <a:pt x="83" y="2"/>
                  <a:pt x="80" y="5"/>
                  <a:pt x="80" y="8"/>
                </a:cubicBezTo>
                <a:lnTo>
                  <a:pt x="78" y="18"/>
                </a:lnTo>
                <a:lnTo>
                  <a:pt x="77" y="19"/>
                </a:lnTo>
                <a:cubicBezTo>
                  <a:pt x="76" y="19"/>
                  <a:pt x="75" y="19"/>
                  <a:pt x="74" y="20"/>
                </a:cubicBezTo>
                <a:lnTo>
                  <a:pt x="46" y="39"/>
                </a:lnTo>
                <a:cubicBezTo>
                  <a:pt x="44" y="41"/>
                  <a:pt x="42" y="43"/>
                  <a:pt x="42" y="46"/>
                </a:cubicBezTo>
                <a:lnTo>
                  <a:pt x="42" y="51"/>
                </a:lnTo>
                <a:cubicBezTo>
                  <a:pt x="42" y="54"/>
                  <a:pt x="44" y="56"/>
                  <a:pt x="47" y="58"/>
                </a:cubicBezTo>
                <a:cubicBezTo>
                  <a:pt x="49" y="59"/>
                  <a:pt x="52" y="59"/>
                  <a:pt x="55" y="58"/>
                </a:cubicBezTo>
                <a:lnTo>
                  <a:pt x="64" y="52"/>
                </a:lnTo>
                <a:lnTo>
                  <a:pt x="72" y="52"/>
                </a:lnTo>
                <a:lnTo>
                  <a:pt x="80" y="54"/>
                </a:lnTo>
                <a:lnTo>
                  <a:pt x="82" y="56"/>
                </a:lnTo>
                <a:lnTo>
                  <a:pt x="75" y="63"/>
                </a:lnTo>
                <a:lnTo>
                  <a:pt x="65" y="67"/>
                </a:lnTo>
                <a:cubicBezTo>
                  <a:pt x="63" y="68"/>
                  <a:pt x="61" y="70"/>
                  <a:pt x="60" y="72"/>
                </a:cubicBezTo>
                <a:lnTo>
                  <a:pt x="58" y="80"/>
                </a:lnTo>
                <a:lnTo>
                  <a:pt x="57" y="85"/>
                </a:lnTo>
                <a:lnTo>
                  <a:pt x="57" y="87"/>
                </a:lnTo>
                <a:lnTo>
                  <a:pt x="40" y="90"/>
                </a:lnTo>
                <a:cubicBezTo>
                  <a:pt x="39" y="90"/>
                  <a:pt x="38" y="91"/>
                  <a:pt x="37" y="91"/>
                </a:cubicBezTo>
                <a:lnTo>
                  <a:pt x="33" y="93"/>
                </a:lnTo>
                <a:cubicBezTo>
                  <a:pt x="32" y="94"/>
                  <a:pt x="31" y="94"/>
                  <a:pt x="31" y="95"/>
                </a:cubicBezTo>
                <a:lnTo>
                  <a:pt x="22" y="105"/>
                </a:lnTo>
                <a:lnTo>
                  <a:pt x="19" y="107"/>
                </a:lnTo>
                <a:cubicBezTo>
                  <a:pt x="17" y="108"/>
                  <a:pt x="15" y="111"/>
                  <a:pt x="15" y="114"/>
                </a:cubicBezTo>
                <a:lnTo>
                  <a:pt x="15" y="119"/>
                </a:lnTo>
                <a:cubicBezTo>
                  <a:pt x="15" y="122"/>
                  <a:pt x="16" y="123"/>
                  <a:pt x="18" y="125"/>
                </a:cubicBezTo>
                <a:cubicBezTo>
                  <a:pt x="21" y="126"/>
                  <a:pt x="22" y="128"/>
                  <a:pt x="24" y="127"/>
                </a:cubicBezTo>
                <a:lnTo>
                  <a:pt x="30" y="126"/>
                </a:lnTo>
                <a:lnTo>
                  <a:pt x="28" y="129"/>
                </a:lnTo>
                <a:lnTo>
                  <a:pt x="20" y="134"/>
                </a:lnTo>
                <a:lnTo>
                  <a:pt x="16" y="139"/>
                </a:lnTo>
                <a:cubicBezTo>
                  <a:pt x="15" y="139"/>
                  <a:pt x="14" y="140"/>
                  <a:pt x="14" y="140"/>
                </a:cubicBezTo>
                <a:lnTo>
                  <a:pt x="2" y="161"/>
                </a:lnTo>
                <a:cubicBezTo>
                  <a:pt x="0" y="164"/>
                  <a:pt x="0" y="168"/>
                  <a:pt x="2" y="171"/>
                </a:cubicBezTo>
                <a:cubicBezTo>
                  <a:pt x="4" y="172"/>
                  <a:pt x="6" y="173"/>
                  <a:pt x="8" y="173"/>
                </a:cubicBezTo>
                <a:cubicBezTo>
                  <a:pt x="10" y="173"/>
                  <a:pt x="11" y="173"/>
                  <a:pt x="12" y="172"/>
                </a:cubicBezTo>
                <a:lnTo>
                  <a:pt x="85" y="138"/>
                </a:lnTo>
                <a:cubicBezTo>
                  <a:pt x="86" y="138"/>
                  <a:pt x="87" y="137"/>
                  <a:pt x="87" y="137"/>
                </a:cubicBezTo>
                <a:lnTo>
                  <a:pt x="101" y="124"/>
                </a:lnTo>
                <a:lnTo>
                  <a:pt x="105" y="118"/>
                </a:lnTo>
                <a:lnTo>
                  <a:pt x="116" y="116"/>
                </a:lnTo>
                <a:cubicBezTo>
                  <a:pt x="117" y="116"/>
                  <a:pt x="119" y="115"/>
                  <a:pt x="121" y="114"/>
                </a:cubicBezTo>
                <a:lnTo>
                  <a:pt x="123" y="111"/>
                </a:lnTo>
                <a:cubicBezTo>
                  <a:pt x="124" y="110"/>
                  <a:pt x="125" y="109"/>
                  <a:pt x="125" y="108"/>
                </a:cubicBezTo>
                <a:lnTo>
                  <a:pt x="128" y="100"/>
                </a:lnTo>
                <a:cubicBezTo>
                  <a:pt x="128" y="98"/>
                  <a:pt x="128" y="96"/>
                  <a:pt x="127" y="95"/>
                </a:cubicBezTo>
                <a:lnTo>
                  <a:pt x="124" y="8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1" name="Freeform 177">
            <a:extLst>
              <a:ext uri="{FF2B5EF4-FFF2-40B4-BE49-F238E27FC236}">
                <a16:creationId xmlns:a16="http://schemas.microsoft.com/office/drawing/2014/main" xmlns="" id="{F50A61F0-BEC7-49A7-BA9B-0F05013EE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185" y="4153172"/>
            <a:ext cx="37380" cy="42719"/>
          </a:xfrm>
          <a:custGeom>
            <a:avLst/>
            <a:gdLst>
              <a:gd name="T0" fmla="*/ 89 w 93"/>
              <a:gd name="T1" fmla="*/ 13 h 106"/>
              <a:gd name="T2" fmla="*/ 81 w 93"/>
              <a:gd name="T3" fmla="*/ 7 h 106"/>
              <a:gd name="T4" fmla="*/ 76 w 93"/>
              <a:gd name="T5" fmla="*/ 7 h 106"/>
              <a:gd name="T6" fmla="*/ 73 w 93"/>
              <a:gd name="T7" fmla="*/ 8 h 106"/>
              <a:gd name="T8" fmla="*/ 71 w 93"/>
              <a:gd name="T9" fmla="*/ 9 h 106"/>
              <a:gd name="T10" fmla="*/ 65 w 93"/>
              <a:gd name="T11" fmla="*/ 3 h 106"/>
              <a:gd name="T12" fmla="*/ 58 w 93"/>
              <a:gd name="T13" fmla="*/ 1 h 106"/>
              <a:gd name="T14" fmla="*/ 47 w 93"/>
              <a:gd name="T15" fmla="*/ 3 h 106"/>
              <a:gd name="T16" fmla="*/ 45 w 93"/>
              <a:gd name="T17" fmla="*/ 3 h 106"/>
              <a:gd name="T18" fmla="*/ 25 w 93"/>
              <a:gd name="T19" fmla="*/ 13 h 106"/>
              <a:gd name="T20" fmla="*/ 21 w 93"/>
              <a:gd name="T21" fmla="*/ 16 h 106"/>
              <a:gd name="T22" fmla="*/ 16 w 93"/>
              <a:gd name="T23" fmla="*/ 25 h 106"/>
              <a:gd name="T24" fmla="*/ 8 w 93"/>
              <a:gd name="T25" fmla="*/ 42 h 106"/>
              <a:gd name="T26" fmla="*/ 2 w 93"/>
              <a:gd name="T27" fmla="*/ 62 h 106"/>
              <a:gd name="T28" fmla="*/ 0 w 93"/>
              <a:gd name="T29" fmla="*/ 75 h 106"/>
              <a:gd name="T30" fmla="*/ 2 w 93"/>
              <a:gd name="T31" fmla="*/ 81 h 106"/>
              <a:gd name="T32" fmla="*/ 8 w 93"/>
              <a:gd name="T33" fmla="*/ 89 h 106"/>
              <a:gd name="T34" fmla="*/ 16 w 93"/>
              <a:gd name="T35" fmla="*/ 92 h 106"/>
              <a:gd name="T36" fmla="*/ 28 w 93"/>
              <a:gd name="T37" fmla="*/ 89 h 106"/>
              <a:gd name="T38" fmla="*/ 29 w 93"/>
              <a:gd name="T39" fmla="*/ 91 h 106"/>
              <a:gd name="T40" fmla="*/ 32 w 93"/>
              <a:gd name="T41" fmla="*/ 96 h 106"/>
              <a:gd name="T42" fmla="*/ 40 w 93"/>
              <a:gd name="T43" fmla="*/ 99 h 106"/>
              <a:gd name="T44" fmla="*/ 43 w 93"/>
              <a:gd name="T45" fmla="*/ 98 h 106"/>
              <a:gd name="T46" fmla="*/ 45 w 93"/>
              <a:gd name="T47" fmla="*/ 98 h 106"/>
              <a:gd name="T48" fmla="*/ 46 w 93"/>
              <a:gd name="T49" fmla="*/ 100 h 106"/>
              <a:gd name="T50" fmla="*/ 53 w 93"/>
              <a:gd name="T51" fmla="*/ 105 h 106"/>
              <a:gd name="T52" fmla="*/ 56 w 93"/>
              <a:gd name="T53" fmla="*/ 105 h 106"/>
              <a:gd name="T54" fmla="*/ 56 w 93"/>
              <a:gd name="T55" fmla="*/ 105 h 106"/>
              <a:gd name="T56" fmla="*/ 63 w 93"/>
              <a:gd name="T57" fmla="*/ 101 h 106"/>
              <a:gd name="T58" fmla="*/ 76 w 93"/>
              <a:gd name="T59" fmla="*/ 77 h 106"/>
              <a:gd name="T60" fmla="*/ 80 w 93"/>
              <a:gd name="T61" fmla="*/ 70 h 106"/>
              <a:gd name="T62" fmla="*/ 81 w 93"/>
              <a:gd name="T63" fmla="*/ 68 h 106"/>
              <a:gd name="T64" fmla="*/ 82 w 93"/>
              <a:gd name="T65" fmla="*/ 60 h 106"/>
              <a:gd name="T66" fmla="*/ 83 w 93"/>
              <a:gd name="T67" fmla="*/ 57 h 106"/>
              <a:gd name="T68" fmla="*/ 81 w 93"/>
              <a:gd name="T69" fmla="*/ 50 h 106"/>
              <a:gd name="T70" fmla="*/ 79 w 93"/>
              <a:gd name="T71" fmla="*/ 45 h 106"/>
              <a:gd name="T72" fmla="*/ 82 w 93"/>
              <a:gd name="T73" fmla="*/ 43 h 106"/>
              <a:gd name="T74" fmla="*/ 84 w 93"/>
              <a:gd name="T75" fmla="*/ 41 h 106"/>
              <a:gd name="T76" fmla="*/ 88 w 93"/>
              <a:gd name="T77" fmla="*/ 37 h 106"/>
              <a:gd name="T78" fmla="*/ 90 w 93"/>
              <a:gd name="T79" fmla="*/ 33 h 106"/>
              <a:gd name="T80" fmla="*/ 91 w 93"/>
              <a:gd name="T81" fmla="*/ 24 h 106"/>
              <a:gd name="T82" fmla="*/ 91 w 93"/>
              <a:gd name="T83" fmla="*/ 21 h 106"/>
              <a:gd name="T84" fmla="*/ 89 w 93"/>
              <a:gd name="T85" fmla="*/ 1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3" h="106">
                <a:moveTo>
                  <a:pt x="89" y="13"/>
                </a:moveTo>
                <a:cubicBezTo>
                  <a:pt x="88" y="9"/>
                  <a:pt x="85" y="6"/>
                  <a:pt x="81" y="7"/>
                </a:cubicBezTo>
                <a:lnTo>
                  <a:pt x="76" y="7"/>
                </a:lnTo>
                <a:cubicBezTo>
                  <a:pt x="75" y="7"/>
                  <a:pt x="74" y="7"/>
                  <a:pt x="73" y="8"/>
                </a:cubicBezTo>
                <a:lnTo>
                  <a:pt x="71" y="9"/>
                </a:lnTo>
                <a:lnTo>
                  <a:pt x="65" y="3"/>
                </a:lnTo>
                <a:cubicBezTo>
                  <a:pt x="63" y="1"/>
                  <a:pt x="61" y="0"/>
                  <a:pt x="58" y="1"/>
                </a:cubicBezTo>
                <a:lnTo>
                  <a:pt x="47" y="3"/>
                </a:lnTo>
                <a:cubicBezTo>
                  <a:pt x="46" y="3"/>
                  <a:pt x="46" y="3"/>
                  <a:pt x="45" y="3"/>
                </a:cubicBezTo>
                <a:lnTo>
                  <a:pt x="25" y="13"/>
                </a:lnTo>
                <a:cubicBezTo>
                  <a:pt x="23" y="14"/>
                  <a:pt x="22" y="15"/>
                  <a:pt x="21" y="16"/>
                </a:cubicBezTo>
                <a:lnTo>
                  <a:pt x="16" y="25"/>
                </a:lnTo>
                <a:lnTo>
                  <a:pt x="8" y="42"/>
                </a:lnTo>
                <a:lnTo>
                  <a:pt x="2" y="62"/>
                </a:lnTo>
                <a:lnTo>
                  <a:pt x="0" y="75"/>
                </a:lnTo>
                <a:cubicBezTo>
                  <a:pt x="0" y="77"/>
                  <a:pt x="0" y="80"/>
                  <a:pt x="2" y="81"/>
                </a:cubicBezTo>
                <a:lnTo>
                  <a:pt x="8" y="89"/>
                </a:lnTo>
                <a:cubicBezTo>
                  <a:pt x="10" y="92"/>
                  <a:pt x="13" y="93"/>
                  <a:pt x="16" y="92"/>
                </a:cubicBezTo>
                <a:lnTo>
                  <a:pt x="28" y="89"/>
                </a:lnTo>
                <a:cubicBezTo>
                  <a:pt x="28" y="90"/>
                  <a:pt x="29" y="91"/>
                  <a:pt x="29" y="91"/>
                </a:cubicBezTo>
                <a:lnTo>
                  <a:pt x="32" y="96"/>
                </a:lnTo>
                <a:cubicBezTo>
                  <a:pt x="34" y="98"/>
                  <a:pt x="37" y="99"/>
                  <a:pt x="40" y="99"/>
                </a:cubicBezTo>
                <a:lnTo>
                  <a:pt x="43" y="98"/>
                </a:lnTo>
                <a:cubicBezTo>
                  <a:pt x="44" y="98"/>
                  <a:pt x="44" y="98"/>
                  <a:pt x="45" y="98"/>
                </a:cubicBezTo>
                <a:lnTo>
                  <a:pt x="46" y="100"/>
                </a:lnTo>
                <a:cubicBezTo>
                  <a:pt x="47" y="103"/>
                  <a:pt x="50" y="105"/>
                  <a:pt x="53" y="105"/>
                </a:cubicBezTo>
                <a:lnTo>
                  <a:pt x="56" y="105"/>
                </a:lnTo>
                <a:lnTo>
                  <a:pt x="56" y="105"/>
                </a:lnTo>
                <a:cubicBezTo>
                  <a:pt x="59" y="105"/>
                  <a:pt x="62" y="104"/>
                  <a:pt x="63" y="101"/>
                </a:cubicBezTo>
                <a:lnTo>
                  <a:pt x="76" y="77"/>
                </a:lnTo>
                <a:lnTo>
                  <a:pt x="80" y="70"/>
                </a:lnTo>
                <a:cubicBezTo>
                  <a:pt x="81" y="70"/>
                  <a:pt x="81" y="69"/>
                  <a:pt x="81" y="68"/>
                </a:cubicBezTo>
                <a:lnTo>
                  <a:pt x="82" y="60"/>
                </a:lnTo>
                <a:cubicBezTo>
                  <a:pt x="83" y="59"/>
                  <a:pt x="83" y="58"/>
                  <a:pt x="83" y="57"/>
                </a:cubicBezTo>
                <a:lnTo>
                  <a:pt x="81" y="50"/>
                </a:lnTo>
                <a:lnTo>
                  <a:pt x="79" y="45"/>
                </a:lnTo>
                <a:lnTo>
                  <a:pt x="82" y="43"/>
                </a:lnTo>
                <a:cubicBezTo>
                  <a:pt x="83" y="43"/>
                  <a:pt x="83" y="42"/>
                  <a:pt x="84" y="41"/>
                </a:cubicBezTo>
                <a:lnTo>
                  <a:pt x="88" y="37"/>
                </a:lnTo>
                <a:cubicBezTo>
                  <a:pt x="89" y="36"/>
                  <a:pt x="89" y="34"/>
                  <a:pt x="90" y="33"/>
                </a:cubicBezTo>
                <a:lnTo>
                  <a:pt x="91" y="24"/>
                </a:lnTo>
                <a:cubicBezTo>
                  <a:pt x="92" y="23"/>
                  <a:pt x="92" y="22"/>
                  <a:pt x="91" y="21"/>
                </a:cubicBezTo>
                <a:lnTo>
                  <a:pt x="89" y="13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2" name="Freeform 178">
            <a:extLst>
              <a:ext uri="{FF2B5EF4-FFF2-40B4-BE49-F238E27FC236}">
                <a16:creationId xmlns:a16="http://schemas.microsoft.com/office/drawing/2014/main" xmlns="" id="{EB530C02-171F-447B-8764-4408E984B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6" y="4799299"/>
            <a:ext cx="56959" cy="51618"/>
          </a:xfrm>
          <a:custGeom>
            <a:avLst/>
            <a:gdLst>
              <a:gd name="T0" fmla="*/ 123 w 143"/>
              <a:gd name="T1" fmla="*/ 36 h 126"/>
              <a:gd name="T2" fmla="*/ 113 w 143"/>
              <a:gd name="T3" fmla="*/ 8 h 126"/>
              <a:gd name="T4" fmla="*/ 99 w 143"/>
              <a:gd name="T5" fmla="*/ 0 h 126"/>
              <a:gd name="T6" fmla="*/ 75 w 143"/>
              <a:gd name="T7" fmla="*/ 1 h 126"/>
              <a:gd name="T8" fmla="*/ 64 w 143"/>
              <a:gd name="T9" fmla="*/ 9 h 126"/>
              <a:gd name="T10" fmla="*/ 44 w 143"/>
              <a:gd name="T11" fmla="*/ 29 h 126"/>
              <a:gd name="T12" fmla="*/ 24 w 143"/>
              <a:gd name="T13" fmla="*/ 31 h 126"/>
              <a:gd name="T14" fmla="*/ 14 w 143"/>
              <a:gd name="T15" fmla="*/ 37 h 126"/>
              <a:gd name="T16" fmla="*/ 3 w 143"/>
              <a:gd name="T17" fmla="*/ 55 h 126"/>
              <a:gd name="T18" fmla="*/ 4 w 143"/>
              <a:gd name="T19" fmla="*/ 70 h 126"/>
              <a:gd name="T20" fmla="*/ 12 w 143"/>
              <a:gd name="T21" fmla="*/ 83 h 126"/>
              <a:gd name="T22" fmla="*/ 45 w 143"/>
              <a:gd name="T23" fmla="*/ 93 h 126"/>
              <a:gd name="T24" fmla="*/ 46 w 143"/>
              <a:gd name="T25" fmla="*/ 104 h 126"/>
              <a:gd name="T26" fmla="*/ 53 w 143"/>
              <a:gd name="T27" fmla="*/ 110 h 126"/>
              <a:gd name="T28" fmla="*/ 62 w 143"/>
              <a:gd name="T29" fmla="*/ 118 h 126"/>
              <a:gd name="T30" fmla="*/ 71 w 143"/>
              <a:gd name="T31" fmla="*/ 125 h 126"/>
              <a:gd name="T32" fmla="*/ 81 w 143"/>
              <a:gd name="T33" fmla="*/ 122 h 126"/>
              <a:gd name="T34" fmla="*/ 104 w 143"/>
              <a:gd name="T35" fmla="*/ 115 h 126"/>
              <a:gd name="T36" fmla="*/ 111 w 143"/>
              <a:gd name="T37" fmla="*/ 111 h 126"/>
              <a:gd name="T38" fmla="*/ 114 w 143"/>
              <a:gd name="T39" fmla="*/ 104 h 126"/>
              <a:gd name="T40" fmla="*/ 125 w 143"/>
              <a:gd name="T41" fmla="*/ 99 h 126"/>
              <a:gd name="T42" fmla="*/ 131 w 143"/>
              <a:gd name="T43" fmla="*/ 89 h 126"/>
              <a:gd name="T44" fmla="*/ 141 w 143"/>
              <a:gd name="T45" fmla="*/ 63 h 126"/>
              <a:gd name="T46" fmla="*/ 136 w 143"/>
              <a:gd name="T47" fmla="*/ 48 h 126"/>
              <a:gd name="T48" fmla="*/ 114 w 143"/>
              <a:gd name="T49" fmla="*/ 87 h 126"/>
              <a:gd name="T50" fmla="*/ 101 w 143"/>
              <a:gd name="T51" fmla="*/ 93 h 126"/>
              <a:gd name="T52" fmla="*/ 99 w 143"/>
              <a:gd name="T53" fmla="*/ 99 h 126"/>
              <a:gd name="T54" fmla="*/ 86 w 143"/>
              <a:gd name="T55" fmla="*/ 100 h 126"/>
              <a:gd name="T56" fmla="*/ 81 w 143"/>
              <a:gd name="T57" fmla="*/ 91 h 126"/>
              <a:gd name="T58" fmla="*/ 68 w 143"/>
              <a:gd name="T59" fmla="*/ 83 h 126"/>
              <a:gd name="T60" fmla="*/ 20 w 143"/>
              <a:gd name="T61" fmla="*/ 68 h 126"/>
              <a:gd name="T62" fmla="*/ 20 w 143"/>
              <a:gd name="T63" fmla="*/ 52 h 126"/>
              <a:gd name="T64" fmla="*/ 47 w 143"/>
              <a:gd name="T65" fmla="*/ 45 h 126"/>
              <a:gd name="T66" fmla="*/ 58 w 143"/>
              <a:gd name="T67" fmla="*/ 40 h 126"/>
              <a:gd name="T68" fmla="*/ 75 w 143"/>
              <a:gd name="T69" fmla="*/ 20 h 126"/>
              <a:gd name="T70" fmla="*/ 97 w 143"/>
              <a:gd name="T71" fmla="*/ 16 h 126"/>
              <a:gd name="T72" fmla="*/ 108 w 143"/>
              <a:gd name="T73" fmla="*/ 43 h 126"/>
              <a:gd name="T74" fmla="*/ 123 w 143"/>
              <a:gd name="T75" fmla="*/ 59 h 126"/>
              <a:gd name="T76" fmla="*/ 117 w 143"/>
              <a:gd name="T77" fmla="*/ 82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3" h="126">
                <a:moveTo>
                  <a:pt x="136" y="48"/>
                </a:moveTo>
                <a:lnTo>
                  <a:pt x="123" y="36"/>
                </a:lnTo>
                <a:lnTo>
                  <a:pt x="116" y="12"/>
                </a:lnTo>
                <a:cubicBezTo>
                  <a:pt x="116" y="10"/>
                  <a:pt x="114" y="9"/>
                  <a:pt x="113" y="8"/>
                </a:cubicBezTo>
                <a:lnTo>
                  <a:pt x="104" y="1"/>
                </a:lnTo>
                <a:cubicBezTo>
                  <a:pt x="102" y="0"/>
                  <a:pt x="100" y="0"/>
                  <a:pt x="99" y="0"/>
                </a:cubicBezTo>
                <a:lnTo>
                  <a:pt x="79" y="0"/>
                </a:lnTo>
                <a:cubicBezTo>
                  <a:pt x="77" y="0"/>
                  <a:pt x="76" y="1"/>
                  <a:pt x="75" y="1"/>
                </a:cubicBezTo>
                <a:lnTo>
                  <a:pt x="66" y="7"/>
                </a:lnTo>
                <a:cubicBezTo>
                  <a:pt x="65" y="7"/>
                  <a:pt x="64" y="8"/>
                  <a:pt x="64" y="9"/>
                </a:cubicBezTo>
                <a:lnTo>
                  <a:pt x="49" y="26"/>
                </a:lnTo>
                <a:lnTo>
                  <a:pt x="44" y="29"/>
                </a:lnTo>
                <a:lnTo>
                  <a:pt x="27" y="31"/>
                </a:lnTo>
                <a:cubicBezTo>
                  <a:pt x="26" y="31"/>
                  <a:pt x="25" y="31"/>
                  <a:pt x="24" y="31"/>
                </a:cubicBezTo>
                <a:lnTo>
                  <a:pt x="15" y="35"/>
                </a:lnTo>
                <a:cubicBezTo>
                  <a:pt x="15" y="36"/>
                  <a:pt x="14" y="36"/>
                  <a:pt x="14" y="37"/>
                </a:cubicBezTo>
                <a:lnTo>
                  <a:pt x="4" y="45"/>
                </a:lnTo>
                <a:cubicBezTo>
                  <a:pt x="1" y="47"/>
                  <a:pt x="0" y="52"/>
                  <a:pt x="3" y="55"/>
                </a:cubicBezTo>
                <a:lnTo>
                  <a:pt x="5" y="58"/>
                </a:lnTo>
                <a:lnTo>
                  <a:pt x="4" y="70"/>
                </a:lnTo>
                <a:cubicBezTo>
                  <a:pt x="4" y="72"/>
                  <a:pt x="4" y="74"/>
                  <a:pt x="6" y="75"/>
                </a:cubicBezTo>
                <a:lnTo>
                  <a:pt x="12" y="83"/>
                </a:lnTo>
                <a:cubicBezTo>
                  <a:pt x="13" y="84"/>
                  <a:pt x="14" y="85"/>
                  <a:pt x="16" y="86"/>
                </a:cubicBezTo>
                <a:lnTo>
                  <a:pt x="45" y="93"/>
                </a:lnTo>
                <a:cubicBezTo>
                  <a:pt x="44" y="94"/>
                  <a:pt x="43" y="95"/>
                  <a:pt x="43" y="97"/>
                </a:cubicBezTo>
                <a:cubicBezTo>
                  <a:pt x="43" y="99"/>
                  <a:pt x="44" y="102"/>
                  <a:pt x="46" y="104"/>
                </a:cubicBezTo>
                <a:lnTo>
                  <a:pt x="51" y="109"/>
                </a:lnTo>
                <a:cubicBezTo>
                  <a:pt x="52" y="110"/>
                  <a:pt x="53" y="110"/>
                  <a:pt x="53" y="110"/>
                </a:cubicBezTo>
                <a:lnTo>
                  <a:pt x="62" y="115"/>
                </a:lnTo>
                <a:lnTo>
                  <a:pt x="62" y="118"/>
                </a:lnTo>
                <a:cubicBezTo>
                  <a:pt x="63" y="122"/>
                  <a:pt x="66" y="125"/>
                  <a:pt x="70" y="125"/>
                </a:cubicBezTo>
                <a:lnTo>
                  <a:pt x="71" y="125"/>
                </a:lnTo>
                <a:lnTo>
                  <a:pt x="76" y="124"/>
                </a:lnTo>
                <a:cubicBezTo>
                  <a:pt x="78" y="124"/>
                  <a:pt x="79" y="124"/>
                  <a:pt x="81" y="122"/>
                </a:cubicBezTo>
                <a:lnTo>
                  <a:pt x="88" y="116"/>
                </a:lnTo>
                <a:lnTo>
                  <a:pt x="104" y="115"/>
                </a:lnTo>
                <a:cubicBezTo>
                  <a:pt x="106" y="115"/>
                  <a:pt x="108" y="114"/>
                  <a:pt x="110" y="113"/>
                </a:cubicBezTo>
                <a:lnTo>
                  <a:pt x="111" y="111"/>
                </a:lnTo>
                <a:cubicBezTo>
                  <a:pt x="112" y="110"/>
                  <a:pt x="113" y="109"/>
                  <a:pt x="113" y="107"/>
                </a:cubicBezTo>
                <a:lnTo>
                  <a:pt x="114" y="104"/>
                </a:lnTo>
                <a:lnTo>
                  <a:pt x="121" y="101"/>
                </a:lnTo>
                <a:lnTo>
                  <a:pt x="125" y="99"/>
                </a:lnTo>
                <a:cubicBezTo>
                  <a:pt x="125" y="98"/>
                  <a:pt x="126" y="97"/>
                  <a:pt x="127" y="96"/>
                </a:cubicBezTo>
                <a:lnTo>
                  <a:pt x="131" y="89"/>
                </a:lnTo>
                <a:lnTo>
                  <a:pt x="141" y="68"/>
                </a:lnTo>
                <a:cubicBezTo>
                  <a:pt x="141" y="67"/>
                  <a:pt x="142" y="65"/>
                  <a:pt x="141" y="63"/>
                </a:cubicBezTo>
                <a:lnTo>
                  <a:pt x="138" y="52"/>
                </a:lnTo>
                <a:cubicBezTo>
                  <a:pt x="138" y="51"/>
                  <a:pt x="137" y="49"/>
                  <a:pt x="136" y="48"/>
                </a:cubicBezTo>
                <a:close/>
                <a:moveTo>
                  <a:pt x="117" y="82"/>
                </a:moveTo>
                <a:lnTo>
                  <a:pt x="114" y="87"/>
                </a:lnTo>
                <a:lnTo>
                  <a:pt x="105" y="91"/>
                </a:lnTo>
                <a:cubicBezTo>
                  <a:pt x="104" y="91"/>
                  <a:pt x="102" y="92"/>
                  <a:pt x="101" y="93"/>
                </a:cubicBezTo>
                <a:lnTo>
                  <a:pt x="100" y="96"/>
                </a:lnTo>
                <a:cubicBezTo>
                  <a:pt x="99" y="97"/>
                  <a:pt x="99" y="98"/>
                  <a:pt x="99" y="99"/>
                </a:cubicBezTo>
                <a:lnTo>
                  <a:pt x="89" y="99"/>
                </a:lnTo>
                <a:cubicBezTo>
                  <a:pt x="88" y="99"/>
                  <a:pt x="87" y="99"/>
                  <a:pt x="86" y="100"/>
                </a:cubicBezTo>
                <a:lnTo>
                  <a:pt x="84" y="101"/>
                </a:lnTo>
                <a:cubicBezTo>
                  <a:pt x="85" y="97"/>
                  <a:pt x="84" y="94"/>
                  <a:pt x="81" y="91"/>
                </a:cubicBezTo>
                <a:lnTo>
                  <a:pt x="71" y="84"/>
                </a:lnTo>
                <a:cubicBezTo>
                  <a:pt x="70" y="83"/>
                  <a:pt x="69" y="83"/>
                  <a:pt x="68" y="83"/>
                </a:cubicBezTo>
                <a:lnTo>
                  <a:pt x="23" y="71"/>
                </a:lnTo>
                <a:lnTo>
                  <a:pt x="20" y="68"/>
                </a:lnTo>
                <a:lnTo>
                  <a:pt x="21" y="57"/>
                </a:lnTo>
                <a:cubicBezTo>
                  <a:pt x="21" y="55"/>
                  <a:pt x="21" y="53"/>
                  <a:pt x="20" y="52"/>
                </a:cubicBezTo>
                <a:lnTo>
                  <a:pt x="30" y="47"/>
                </a:lnTo>
                <a:lnTo>
                  <a:pt x="47" y="45"/>
                </a:lnTo>
                <a:cubicBezTo>
                  <a:pt x="48" y="45"/>
                  <a:pt x="49" y="45"/>
                  <a:pt x="50" y="44"/>
                </a:cubicBezTo>
                <a:lnTo>
                  <a:pt x="58" y="40"/>
                </a:lnTo>
                <a:cubicBezTo>
                  <a:pt x="59" y="39"/>
                  <a:pt x="59" y="39"/>
                  <a:pt x="60" y="38"/>
                </a:cubicBezTo>
                <a:lnTo>
                  <a:pt x="75" y="20"/>
                </a:lnTo>
                <a:lnTo>
                  <a:pt x="81" y="16"/>
                </a:lnTo>
                <a:lnTo>
                  <a:pt x="97" y="16"/>
                </a:lnTo>
                <a:lnTo>
                  <a:pt x="101" y="19"/>
                </a:lnTo>
                <a:lnTo>
                  <a:pt x="108" y="43"/>
                </a:lnTo>
                <a:cubicBezTo>
                  <a:pt x="108" y="44"/>
                  <a:pt x="109" y="46"/>
                  <a:pt x="110" y="47"/>
                </a:cubicBezTo>
                <a:lnTo>
                  <a:pt x="123" y="59"/>
                </a:lnTo>
                <a:lnTo>
                  <a:pt x="125" y="65"/>
                </a:lnTo>
                <a:lnTo>
                  <a:pt x="117" y="8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3" name="Freeform 179">
            <a:extLst>
              <a:ext uri="{FF2B5EF4-FFF2-40B4-BE49-F238E27FC236}">
                <a16:creationId xmlns:a16="http://schemas.microsoft.com/office/drawing/2014/main" xmlns="" id="{760BEE20-92A4-47B6-A8BA-0B8DF229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032" y="2323371"/>
            <a:ext cx="35599" cy="39159"/>
          </a:xfrm>
          <a:custGeom>
            <a:avLst/>
            <a:gdLst>
              <a:gd name="T0" fmla="*/ 85 w 86"/>
              <a:gd name="T1" fmla="*/ 21 h 97"/>
              <a:gd name="T2" fmla="*/ 85 w 86"/>
              <a:gd name="T3" fmla="*/ 17 h 97"/>
              <a:gd name="T4" fmla="*/ 82 w 86"/>
              <a:gd name="T5" fmla="*/ 11 h 97"/>
              <a:gd name="T6" fmla="*/ 76 w 86"/>
              <a:gd name="T7" fmla="*/ 9 h 97"/>
              <a:gd name="T8" fmla="*/ 70 w 86"/>
              <a:gd name="T9" fmla="*/ 10 h 97"/>
              <a:gd name="T10" fmla="*/ 68 w 86"/>
              <a:gd name="T11" fmla="*/ 11 h 97"/>
              <a:gd name="T12" fmla="*/ 63 w 86"/>
              <a:gd name="T13" fmla="*/ 13 h 97"/>
              <a:gd name="T14" fmla="*/ 62 w 86"/>
              <a:gd name="T15" fmla="*/ 11 h 97"/>
              <a:gd name="T16" fmla="*/ 59 w 86"/>
              <a:gd name="T17" fmla="*/ 6 h 97"/>
              <a:gd name="T18" fmla="*/ 53 w 86"/>
              <a:gd name="T19" fmla="*/ 2 h 97"/>
              <a:gd name="T20" fmla="*/ 48 w 86"/>
              <a:gd name="T21" fmla="*/ 1 h 97"/>
              <a:gd name="T22" fmla="*/ 38 w 86"/>
              <a:gd name="T23" fmla="*/ 2 h 97"/>
              <a:gd name="T24" fmla="*/ 31 w 86"/>
              <a:gd name="T25" fmla="*/ 9 h 97"/>
              <a:gd name="T26" fmla="*/ 30 w 86"/>
              <a:gd name="T27" fmla="*/ 18 h 97"/>
              <a:gd name="T28" fmla="*/ 30 w 86"/>
              <a:gd name="T29" fmla="*/ 21 h 97"/>
              <a:gd name="T30" fmla="*/ 29 w 86"/>
              <a:gd name="T31" fmla="*/ 21 h 97"/>
              <a:gd name="T32" fmla="*/ 22 w 86"/>
              <a:gd name="T33" fmla="*/ 21 h 97"/>
              <a:gd name="T34" fmla="*/ 14 w 86"/>
              <a:gd name="T35" fmla="*/ 27 h 97"/>
              <a:gd name="T36" fmla="*/ 12 w 86"/>
              <a:gd name="T37" fmla="*/ 29 h 97"/>
              <a:gd name="T38" fmla="*/ 3 w 86"/>
              <a:gd name="T39" fmla="*/ 42 h 97"/>
              <a:gd name="T40" fmla="*/ 2 w 86"/>
              <a:gd name="T41" fmla="*/ 45 h 97"/>
              <a:gd name="T42" fmla="*/ 1 w 86"/>
              <a:gd name="T43" fmla="*/ 57 h 97"/>
              <a:gd name="T44" fmla="*/ 2 w 86"/>
              <a:gd name="T45" fmla="*/ 63 h 97"/>
              <a:gd name="T46" fmla="*/ 8 w 86"/>
              <a:gd name="T47" fmla="*/ 70 h 97"/>
              <a:gd name="T48" fmla="*/ 11 w 86"/>
              <a:gd name="T49" fmla="*/ 73 h 97"/>
              <a:gd name="T50" fmla="*/ 22 w 86"/>
              <a:gd name="T51" fmla="*/ 78 h 97"/>
              <a:gd name="T52" fmla="*/ 31 w 86"/>
              <a:gd name="T53" fmla="*/ 88 h 97"/>
              <a:gd name="T54" fmla="*/ 36 w 86"/>
              <a:gd name="T55" fmla="*/ 92 h 97"/>
              <a:gd name="T56" fmla="*/ 41 w 86"/>
              <a:gd name="T57" fmla="*/ 94 h 97"/>
              <a:gd name="T58" fmla="*/ 51 w 86"/>
              <a:gd name="T59" fmla="*/ 96 h 97"/>
              <a:gd name="T60" fmla="*/ 52 w 86"/>
              <a:gd name="T61" fmla="*/ 96 h 97"/>
              <a:gd name="T62" fmla="*/ 54 w 86"/>
              <a:gd name="T63" fmla="*/ 95 h 97"/>
              <a:gd name="T64" fmla="*/ 58 w 86"/>
              <a:gd name="T65" fmla="*/ 95 h 97"/>
              <a:gd name="T66" fmla="*/ 64 w 86"/>
              <a:gd name="T67" fmla="*/ 89 h 97"/>
              <a:gd name="T68" fmla="*/ 70 w 86"/>
              <a:gd name="T69" fmla="*/ 69 h 97"/>
              <a:gd name="T70" fmla="*/ 70 w 86"/>
              <a:gd name="T71" fmla="*/ 67 h 97"/>
              <a:gd name="T72" fmla="*/ 70 w 86"/>
              <a:gd name="T73" fmla="*/ 61 h 97"/>
              <a:gd name="T74" fmla="*/ 69 w 86"/>
              <a:gd name="T75" fmla="*/ 57 h 97"/>
              <a:gd name="T76" fmla="*/ 68 w 86"/>
              <a:gd name="T77" fmla="*/ 55 h 97"/>
              <a:gd name="T78" fmla="*/ 68 w 86"/>
              <a:gd name="T79" fmla="*/ 53 h 97"/>
              <a:gd name="T80" fmla="*/ 75 w 86"/>
              <a:gd name="T81" fmla="*/ 49 h 97"/>
              <a:gd name="T82" fmla="*/ 78 w 86"/>
              <a:gd name="T83" fmla="*/ 47 h 97"/>
              <a:gd name="T84" fmla="*/ 80 w 86"/>
              <a:gd name="T85" fmla="*/ 44 h 97"/>
              <a:gd name="T86" fmla="*/ 82 w 86"/>
              <a:gd name="T87" fmla="*/ 38 h 97"/>
              <a:gd name="T88" fmla="*/ 79 w 86"/>
              <a:gd name="T89" fmla="*/ 33 h 97"/>
              <a:gd name="T90" fmla="*/ 83 w 86"/>
              <a:gd name="T91" fmla="*/ 26 h 97"/>
              <a:gd name="T92" fmla="*/ 85 w 86"/>
              <a:gd name="T93" fmla="*/ 21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97">
                <a:moveTo>
                  <a:pt x="85" y="21"/>
                </a:moveTo>
                <a:lnTo>
                  <a:pt x="85" y="17"/>
                </a:lnTo>
                <a:cubicBezTo>
                  <a:pt x="85" y="15"/>
                  <a:pt x="84" y="13"/>
                  <a:pt x="82" y="11"/>
                </a:cubicBezTo>
                <a:cubicBezTo>
                  <a:pt x="80" y="10"/>
                  <a:pt x="78" y="9"/>
                  <a:pt x="76" y="9"/>
                </a:cubicBezTo>
                <a:lnTo>
                  <a:pt x="70" y="10"/>
                </a:lnTo>
                <a:cubicBezTo>
                  <a:pt x="69" y="10"/>
                  <a:pt x="68" y="10"/>
                  <a:pt x="68" y="11"/>
                </a:cubicBezTo>
                <a:lnTo>
                  <a:pt x="63" y="13"/>
                </a:lnTo>
                <a:lnTo>
                  <a:pt x="62" y="11"/>
                </a:lnTo>
                <a:cubicBezTo>
                  <a:pt x="62" y="9"/>
                  <a:pt x="61" y="7"/>
                  <a:pt x="59" y="6"/>
                </a:cubicBezTo>
                <a:lnTo>
                  <a:pt x="53" y="2"/>
                </a:lnTo>
                <a:cubicBezTo>
                  <a:pt x="52" y="1"/>
                  <a:pt x="50" y="0"/>
                  <a:pt x="48" y="1"/>
                </a:cubicBezTo>
                <a:lnTo>
                  <a:pt x="38" y="2"/>
                </a:lnTo>
                <a:cubicBezTo>
                  <a:pt x="34" y="2"/>
                  <a:pt x="31" y="5"/>
                  <a:pt x="31" y="9"/>
                </a:cubicBezTo>
                <a:lnTo>
                  <a:pt x="30" y="18"/>
                </a:lnTo>
                <a:cubicBezTo>
                  <a:pt x="30" y="19"/>
                  <a:pt x="30" y="20"/>
                  <a:pt x="30" y="21"/>
                </a:cubicBezTo>
                <a:lnTo>
                  <a:pt x="29" y="21"/>
                </a:lnTo>
                <a:cubicBezTo>
                  <a:pt x="27" y="20"/>
                  <a:pt x="24" y="20"/>
                  <a:pt x="22" y="21"/>
                </a:cubicBezTo>
                <a:lnTo>
                  <a:pt x="14" y="27"/>
                </a:lnTo>
                <a:cubicBezTo>
                  <a:pt x="13" y="27"/>
                  <a:pt x="12" y="28"/>
                  <a:pt x="12" y="29"/>
                </a:cubicBezTo>
                <a:lnTo>
                  <a:pt x="3" y="42"/>
                </a:lnTo>
                <a:cubicBezTo>
                  <a:pt x="3" y="43"/>
                  <a:pt x="2" y="44"/>
                  <a:pt x="2" y="45"/>
                </a:cubicBezTo>
                <a:lnTo>
                  <a:pt x="1" y="57"/>
                </a:lnTo>
                <a:cubicBezTo>
                  <a:pt x="0" y="59"/>
                  <a:pt x="1" y="61"/>
                  <a:pt x="2" y="63"/>
                </a:cubicBezTo>
                <a:lnTo>
                  <a:pt x="8" y="70"/>
                </a:lnTo>
                <a:cubicBezTo>
                  <a:pt x="9" y="71"/>
                  <a:pt x="10" y="72"/>
                  <a:pt x="11" y="73"/>
                </a:cubicBezTo>
                <a:lnTo>
                  <a:pt x="22" y="78"/>
                </a:lnTo>
                <a:lnTo>
                  <a:pt x="31" y="88"/>
                </a:lnTo>
                <a:lnTo>
                  <a:pt x="36" y="92"/>
                </a:lnTo>
                <a:cubicBezTo>
                  <a:pt x="38" y="94"/>
                  <a:pt x="39" y="94"/>
                  <a:pt x="41" y="94"/>
                </a:cubicBezTo>
                <a:lnTo>
                  <a:pt x="51" y="96"/>
                </a:lnTo>
                <a:cubicBezTo>
                  <a:pt x="52" y="96"/>
                  <a:pt x="52" y="96"/>
                  <a:pt x="52" y="96"/>
                </a:cubicBezTo>
                <a:cubicBezTo>
                  <a:pt x="53" y="96"/>
                  <a:pt x="53" y="96"/>
                  <a:pt x="54" y="95"/>
                </a:cubicBezTo>
                <a:lnTo>
                  <a:pt x="58" y="95"/>
                </a:lnTo>
                <a:cubicBezTo>
                  <a:pt x="61" y="94"/>
                  <a:pt x="63" y="92"/>
                  <a:pt x="64" y="89"/>
                </a:cubicBezTo>
                <a:lnTo>
                  <a:pt x="70" y="69"/>
                </a:lnTo>
                <a:cubicBezTo>
                  <a:pt x="70" y="69"/>
                  <a:pt x="70" y="68"/>
                  <a:pt x="70" y="67"/>
                </a:cubicBezTo>
                <a:lnTo>
                  <a:pt x="70" y="61"/>
                </a:lnTo>
                <a:cubicBezTo>
                  <a:pt x="70" y="60"/>
                  <a:pt x="70" y="58"/>
                  <a:pt x="69" y="57"/>
                </a:cubicBezTo>
                <a:lnTo>
                  <a:pt x="68" y="55"/>
                </a:lnTo>
                <a:lnTo>
                  <a:pt x="68" y="53"/>
                </a:lnTo>
                <a:lnTo>
                  <a:pt x="75" y="49"/>
                </a:lnTo>
                <a:cubicBezTo>
                  <a:pt x="76" y="48"/>
                  <a:pt x="77" y="47"/>
                  <a:pt x="78" y="47"/>
                </a:cubicBezTo>
                <a:lnTo>
                  <a:pt x="80" y="44"/>
                </a:lnTo>
                <a:cubicBezTo>
                  <a:pt x="81" y="42"/>
                  <a:pt x="82" y="40"/>
                  <a:pt x="82" y="38"/>
                </a:cubicBezTo>
                <a:cubicBezTo>
                  <a:pt x="81" y="36"/>
                  <a:pt x="80" y="34"/>
                  <a:pt x="79" y="33"/>
                </a:cubicBezTo>
                <a:lnTo>
                  <a:pt x="83" y="26"/>
                </a:lnTo>
                <a:cubicBezTo>
                  <a:pt x="85" y="25"/>
                  <a:pt x="85" y="23"/>
                  <a:pt x="85" y="21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4" name="Freeform 180">
            <a:extLst>
              <a:ext uri="{FF2B5EF4-FFF2-40B4-BE49-F238E27FC236}">
                <a16:creationId xmlns:a16="http://schemas.microsoft.com/office/drawing/2014/main" xmlns="" id="{A99E1FFB-84BF-4B68-8CB5-A62BF5433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254" y="2353631"/>
            <a:ext cx="51618" cy="49839"/>
          </a:xfrm>
          <a:custGeom>
            <a:avLst/>
            <a:gdLst>
              <a:gd name="T0" fmla="*/ 123 w 129"/>
              <a:gd name="T1" fmla="*/ 70 h 125"/>
              <a:gd name="T2" fmla="*/ 114 w 129"/>
              <a:gd name="T3" fmla="*/ 61 h 125"/>
              <a:gd name="T4" fmla="*/ 108 w 129"/>
              <a:gd name="T5" fmla="*/ 59 h 125"/>
              <a:gd name="T6" fmla="*/ 78 w 129"/>
              <a:gd name="T7" fmla="*/ 62 h 125"/>
              <a:gd name="T8" fmla="*/ 76 w 129"/>
              <a:gd name="T9" fmla="*/ 53 h 125"/>
              <a:gd name="T10" fmla="*/ 79 w 129"/>
              <a:gd name="T11" fmla="*/ 50 h 125"/>
              <a:gd name="T12" fmla="*/ 100 w 129"/>
              <a:gd name="T13" fmla="*/ 53 h 125"/>
              <a:gd name="T14" fmla="*/ 106 w 129"/>
              <a:gd name="T15" fmla="*/ 52 h 125"/>
              <a:gd name="T16" fmla="*/ 117 w 129"/>
              <a:gd name="T17" fmla="*/ 45 h 125"/>
              <a:gd name="T18" fmla="*/ 121 w 129"/>
              <a:gd name="T19" fmla="*/ 39 h 125"/>
              <a:gd name="T20" fmla="*/ 117 w 129"/>
              <a:gd name="T21" fmla="*/ 32 h 125"/>
              <a:gd name="T22" fmla="*/ 106 w 129"/>
              <a:gd name="T23" fmla="*/ 24 h 125"/>
              <a:gd name="T24" fmla="*/ 101 w 129"/>
              <a:gd name="T25" fmla="*/ 23 h 125"/>
              <a:gd name="T26" fmla="*/ 80 w 129"/>
              <a:gd name="T27" fmla="*/ 25 h 125"/>
              <a:gd name="T28" fmla="*/ 76 w 129"/>
              <a:gd name="T29" fmla="*/ 22 h 125"/>
              <a:gd name="T30" fmla="*/ 78 w 129"/>
              <a:gd name="T31" fmla="*/ 15 h 125"/>
              <a:gd name="T32" fmla="*/ 77 w 129"/>
              <a:gd name="T33" fmla="*/ 8 h 125"/>
              <a:gd name="T34" fmla="*/ 72 w 129"/>
              <a:gd name="T35" fmla="*/ 5 h 125"/>
              <a:gd name="T36" fmla="*/ 32 w 129"/>
              <a:gd name="T37" fmla="*/ 1 h 125"/>
              <a:gd name="T38" fmla="*/ 26 w 129"/>
              <a:gd name="T39" fmla="*/ 3 h 125"/>
              <a:gd name="T40" fmla="*/ 15 w 129"/>
              <a:gd name="T41" fmla="*/ 13 h 125"/>
              <a:gd name="T42" fmla="*/ 12 w 129"/>
              <a:gd name="T43" fmla="*/ 20 h 125"/>
              <a:gd name="T44" fmla="*/ 15 w 129"/>
              <a:gd name="T45" fmla="*/ 25 h 125"/>
              <a:gd name="T46" fmla="*/ 11 w 129"/>
              <a:gd name="T47" fmla="*/ 25 h 125"/>
              <a:gd name="T48" fmla="*/ 4 w 129"/>
              <a:gd name="T49" fmla="*/ 30 h 125"/>
              <a:gd name="T50" fmla="*/ 1 w 129"/>
              <a:gd name="T51" fmla="*/ 36 h 125"/>
              <a:gd name="T52" fmla="*/ 2 w 129"/>
              <a:gd name="T53" fmla="*/ 43 h 125"/>
              <a:gd name="T54" fmla="*/ 9 w 129"/>
              <a:gd name="T55" fmla="*/ 56 h 125"/>
              <a:gd name="T56" fmla="*/ 12 w 129"/>
              <a:gd name="T57" fmla="*/ 59 h 125"/>
              <a:gd name="T58" fmla="*/ 21 w 129"/>
              <a:gd name="T59" fmla="*/ 63 h 125"/>
              <a:gd name="T60" fmla="*/ 20 w 129"/>
              <a:gd name="T61" fmla="*/ 63 h 125"/>
              <a:gd name="T62" fmla="*/ 11 w 129"/>
              <a:gd name="T63" fmla="*/ 71 h 125"/>
              <a:gd name="T64" fmla="*/ 8 w 129"/>
              <a:gd name="T65" fmla="*/ 78 h 125"/>
              <a:gd name="T66" fmla="*/ 12 w 129"/>
              <a:gd name="T67" fmla="*/ 84 h 125"/>
              <a:gd name="T68" fmla="*/ 33 w 129"/>
              <a:gd name="T69" fmla="*/ 96 h 125"/>
              <a:gd name="T70" fmla="*/ 38 w 129"/>
              <a:gd name="T71" fmla="*/ 110 h 125"/>
              <a:gd name="T72" fmla="*/ 40 w 129"/>
              <a:gd name="T73" fmla="*/ 114 h 125"/>
              <a:gd name="T74" fmla="*/ 45 w 129"/>
              <a:gd name="T75" fmla="*/ 119 h 125"/>
              <a:gd name="T76" fmla="*/ 48 w 129"/>
              <a:gd name="T77" fmla="*/ 121 h 125"/>
              <a:gd name="T78" fmla="*/ 54 w 129"/>
              <a:gd name="T79" fmla="*/ 124 h 125"/>
              <a:gd name="T80" fmla="*/ 57 w 129"/>
              <a:gd name="T81" fmla="*/ 124 h 125"/>
              <a:gd name="T82" fmla="*/ 57 w 129"/>
              <a:gd name="T83" fmla="*/ 124 h 125"/>
              <a:gd name="T84" fmla="*/ 68 w 129"/>
              <a:gd name="T85" fmla="*/ 124 h 125"/>
              <a:gd name="T86" fmla="*/ 75 w 129"/>
              <a:gd name="T87" fmla="*/ 120 h 125"/>
              <a:gd name="T88" fmla="*/ 79 w 129"/>
              <a:gd name="T89" fmla="*/ 112 h 125"/>
              <a:gd name="T90" fmla="*/ 81 w 129"/>
              <a:gd name="T91" fmla="*/ 106 h 125"/>
              <a:gd name="T92" fmla="*/ 83 w 129"/>
              <a:gd name="T93" fmla="*/ 107 h 125"/>
              <a:gd name="T94" fmla="*/ 85 w 129"/>
              <a:gd name="T95" fmla="*/ 109 h 125"/>
              <a:gd name="T96" fmla="*/ 90 w 129"/>
              <a:gd name="T97" fmla="*/ 111 h 125"/>
              <a:gd name="T98" fmla="*/ 99 w 129"/>
              <a:gd name="T99" fmla="*/ 108 h 125"/>
              <a:gd name="T100" fmla="*/ 104 w 129"/>
              <a:gd name="T101" fmla="*/ 101 h 125"/>
              <a:gd name="T102" fmla="*/ 106 w 129"/>
              <a:gd name="T103" fmla="*/ 99 h 125"/>
              <a:gd name="T104" fmla="*/ 106 w 129"/>
              <a:gd name="T105" fmla="*/ 98 h 125"/>
              <a:gd name="T106" fmla="*/ 111 w 129"/>
              <a:gd name="T107" fmla="*/ 96 h 125"/>
              <a:gd name="T108" fmla="*/ 115 w 129"/>
              <a:gd name="T109" fmla="*/ 91 h 125"/>
              <a:gd name="T110" fmla="*/ 117 w 129"/>
              <a:gd name="T111" fmla="*/ 86 h 125"/>
              <a:gd name="T112" fmla="*/ 117 w 129"/>
              <a:gd name="T113" fmla="*/ 85 h 125"/>
              <a:gd name="T114" fmla="*/ 119 w 129"/>
              <a:gd name="T115" fmla="*/ 85 h 125"/>
              <a:gd name="T116" fmla="*/ 119 w 129"/>
              <a:gd name="T117" fmla="*/ 85 h 125"/>
              <a:gd name="T118" fmla="*/ 127 w 129"/>
              <a:gd name="T119" fmla="*/ 77 h 125"/>
              <a:gd name="T120" fmla="*/ 123 w 129"/>
              <a:gd name="T121" fmla="*/ 70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9" h="125">
                <a:moveTo>
                  <a:pt x="123" y="70"/>
                </a:moveTo>
                <a:lnTo>
                  <a:pt x="114" y="61"/>
                </a:lnTo>
                <a:cubicBezTo>
                  <a:pt x="112" y="59"/>
                  <a:pt x="110" y="58"/>
                  <a:pt x="108" y="59"/>
                </a:cubicBezTo>
                <a:lnTo>
                  <a:pt x="78" y="62"/>
                </a:lnTo>
                <a:lnTo>
                  <a:pt x="76" y="53"/>
                </a:lnTo>
                <a:lnTo>
                  <a:pt x="79" y="50"/>
                </a:lnTo>
                <a:lnTo>
                  <a:pt x="100" y="53"/>
                </a:lnTo>
                <a:cubicBezTo>
                  <a:pt x="102" y="54"/>
                  <a:pt x="104" y="53"/>
                  <a:pt x="106" y="52"/>
                </a:cubicBezTo>
                <a:lnTo>
                  <a:pt x="117" y="45"/>
                </a:lnTo>
                <a:cubicBezTo>
                  <a:pt x="119" y="44"/>
                  <a:pt x="121" y="41"/>
                  <a:pt x="121" y="39"/>
                </a:cubicBezTo>
                <a:cubicBezTo>
                  <a:pt x="121" y="36"/>
                  <a:pt x="120" y="33"/>
                  <a:pt x="117" y="32"/>
                </a:cubicBezTo>
                <a:lnTo>
                  <a:pt x="106" y="24"/>
                </a:lnTo>
                <a:cubicBezTo>
                  <a:pt x="104" y="23"/>
                  <a:pt x="102" y="23"/>
                  <a:pt x="101" y="23"/>
                </a:cubicBezTo>
                <a:lnTo>
                  <a:pt x="80" y="25"/>
                </a:lnTo>
                <a:lnTo>
                  <a:pt x="76" y="22"/>
                </a:lnTo>
                <a:lnTo>
                  <a:pt x="78" y="15"/>
                </a:lnTo>
                <a:cubicBezTo>
                  <a:pt x="79" y="13"/>
                  <a:pt x="79" y="10"/>
                  <a:pt x="77" y="8"/>
                </a:cubicBezTo>
                <a:cubicBezTo>
                  <a:pt x="76" y="6"/>
                  <a:pt x="74" y="5"/>
                  <a:pt x="72" y="5"/>
                </a:cubicBezTo>
                <a:lnTo>
                  <a:pt x="32" y="1"/>
                </a:lnTo>
                <a:cubicBezTo>
                  <a:pt x="30" y="0"/>
                  <a:pt x="28" y="1"/>
                  <a:pt x="26" y="3"/>
                </a:cubicBezTo>
                <a:lnTo>
                  <a:pt x="15" y="13"/>
                </a:lnTo>
                <a:cubicBezTo>
                  <a:pt x="13" y="15"/>
                  <a:pt x="12" y="17"/>
                  <a:pt x="12" y="20"/>
                </a:cubicBezTo>
                <a:cubicBezTo>
                  <a:pt x="12" y="22"/>
                  <a:pt x="13" y="24"/>
                  <a:pt x="15" y="25"/>
                </a:cubicBezTo>
                <a:lnTo>
                  <a:pt x="11" y="25"/>
                </a:lnTo>
                <a:cubicBezTo>
                  <a:pt x="8" y="26"/>
                  <a:pt x="6" y="27"/>
                  <a:pt x="4" y="30"/>
                </a:cubicBezTo>
                <a:lnTo>
                  <a:pt x="1" y="36"/>
                </a:lnTo>
                <a:cubicBezTo>
                  <a:pt x="0" y="38"/>
                  <a:pt x="0" y="41"/>
                  <a:pt x="2" y="43"/>
                </a:cubicBezTo>
                <a:lnTo>
                  <a:pt x="9" y="56"/>
                </a:lnTo>
                <a:cubicBezTo>
                  <a:pt x="10" y="57"/>
                  <a:pt x="11" y="58"/>
                  <a:pt x="12" y="59"/>
                </a:cubicBezTo>
                <a:lnTo>
                  <a:pt x="21" y="63"/>
                </a:lnTo>
                <a:lnTo>
                  <a:pt x="20" y="63"/>
                </a:lnTo>
                <a:lnTo>
                  <a:pt x="11" y="71"/>
                </a:lnTo>
                <a:cubicBezTo>
                  <a:pt x="9" y="73"/>
                  <a:pt x="8" y="75"/>
                  <a:pt x="8" y="78"/>
                </a:cubicBezTo>
                <a:cubicBezTo>
                  <a:pt x="8" y="81"/>
                  <a:pt x="10" y="83"/>
                  <a:pt x="12" y="84"/>
                </a:cubicBezTo>
                <a:lnTo>
                  <a:pt x="33" y="96"/>
                </a:lnTo>
                <a:lnTo>
                  <a:pt x="38" y="110"/>
                </a:lnTo>
                <a:cubicBezTo>
                  <a:pt x="38" y="112"/>
                  <a:pt x="39" y="113"/>
                  <a:pt x="40" y="114"/>
                </a:cubicBezTo>
                <a:lnTo>
                  <a:pt x="45" y="119"/>
                </a:lnTo>
                <a:cubicBezTo>
                  <a:pt x="46" y="120"/>
                  <a:pt x="47" y="121"/>
                  <a:pt x="48" y="121"/>
                </a:cubicBezTo>
                <a:lnTo>
                  <a:pt x="54" y="124"/>
                </a:lnTo>
                <a:cubicBezTo>
                  <a:pt x="55" y="124"/>
                  <a:pt x="56" y="124"/>
                  <a:pt x="57" y="124"/>
                </a:cubicBezTo>
                <a:lnTo>
                  <a:pt x="57" y="124"/>
                </a:lnTo>
                <a:lnTo>
                  <a:pt x="68" y="124"/>
                </a:lnTo>
                <a:cubicBezTo>
                  <a:pt x="71" y="124"/>
                  <a:pt x="74" y="122"/>
                  <a:pt x="75" y="120"/>
                </a:cubicBezTo>
                <a:lnTo>
                  <a:pt x="79" y="112"/>
                </a:lnTo>
                <a:lnTo>
                  <a:pt x="81" y="106"/>
                </a:lnTo>
                <a:lnTo>
                  <a:pt x="83" y="107"/>
                </a:lnTo>
                <a:cubicBezTo>
                  <a:pt x="83" y="108"/>
                  <a:pt x="84" y="108"/>
                  <a:pt x="85" y="109"/>
                </a:cubicBezTo>
                <a:lnTo>
                  <a:pt x="90" y="111"/>
                </a:lnTo>
                <a:cubicBezTo>
                  <a:pt x="93" y="112"/>
                  <a:pt x="97" y="111"/>
                  <a:pt x="99" y="108"/>
                </a:cubicBezTo>
                <a:lnTo>
                  <a:pt x="104" y="101"/>
                </a:lnTo>
                <a:cubicBezTo>
                  <a:pt x="105" y="100"/>
                  <a:pt x="106" y="100"/>
                  <a:pt x="106" y="99"/>
                </a:cubicBezTo>
                <a:lnTo>
                  <a:pt x="106" y="98"/>
                </a:lnTo>
                <a:cubicBezTo>
                  <a:pt x="108" y="98"/>
                  <a:pt x="110" y="97"/>
                  <a:pt x="111" y="96"/>
                </a:cubicBezTo>
                <a:lnTo>
                  <a:pt x="115" y="91"/>
                </a:lnTo>
                <a:cubicBezTo>
                  <a:pt x="116" y="90"/>
                  <a:pt x="117" y="88"/>
                  <a:pt x="117" y="86"/>
                </a:cubicBezTo>
                <a:lnTo>
                  <a:pt x="117" y="85"/>
                </a:lnTo>
                <a:lnTo>
                  <a:pt x="119" y="85"/>
                </a:lnTo>
                <a:lnTo>
                  <a:pt x="119" y="85"/>
                </a:lnTo>
                <a:cubicBezTo>
                  <a:pt x="124" y="85"/>
                  <a:pt x="127" y="82"/>
                  <a:pt x="127" y="77"/>
                </a:cubicBezTo>
                <a:cubicBezTo>
                  <a:pt x="128" y="74"/>
                  <a:pt x="126" y="72"/>
                  <a:pt x="123" y="70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5" name="Freeform 181">
            <a:extLst>
              <a:ext uri="{FF2B5EF4-FFF2-40B4-BE49-F238E27FC236}">
                <a16:creationId xmlns:a16="http://schemas.microsoft.com/office/drawing/2014/main" xmlns="" id="{E19E7099-6C87-4AE6-9D54-F5E565DEB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876" y="5436526"/>
            <a:ext cx="382693" cy="414731"/>
          </a:xfrm>
          <a:custGeom>
            <a:avLst/>
            <a:gdLst>
              <a:gd name="T0" fmla="*/ 923 w 946"/>
              <a:gd name="T1" fmla="*/ 892 h 1026"/>
              <a:gd name="T2" fmla="*/ 904 w 946"/>
              <a:gd name="T3" fmla="*/ 818 h 1026"/>
              <a:gd name="T4" fmla="*/ 881 w 946"/>
              <a:gd name="T5" fmla="*/ 812 h 1026"/>
              <a:gd name="T6" fmla="*/ 862 w 946"/>
              <a:gd name="T7" fmla="*/ 779 h 1026"/>
              <a:gd name="T8" fmla="*/ 871 w 946"/>
              <a:gd name="T9" fmla="*/ 700 h 1026"/>
              <a:gd name="T10" fmla="*/ 911 w 946"/>
              <a:gd name="T11" fmla="*/ 650 h 1026"/>
              <a:gd name="T12" fmla="*/ 929 w 946"/>
              <a:gd name="T13" fmla="*/ 581 h 1026"/>
              <a:gd name="T14" fmla="*/ 829 w 946"/>
              <a:gd name="T15" fmla="*/ 458 h 1026"/>
              <a:gd name="T16" fmla="*/ 800 w 946"/>
              <a:gd name="T17" fmla="*/ 344 h 1026"/>
              <a:gd name="T18" fmla="*/ 753 w 946"/>
              <a:gd name="T19" fmla="*/ 288 h 1026"/>
              <a:gd name="T20" fmla="*/ 750 w 946"/>
              <a:gd name="T21" fmla="*/ 310 h 1026"/>
              <a:gd name="T22" fmla="*/ 715 w 946"/>
              <a:gd name="T23" fmla="*/ 327 h 1026"/>
              <a:gd name="T24" fmla="*/ 719 w 946"/>
              <a:gd name="T25" fmla="*/ 387 h 1026"/>
              <a:gd name="T26" fmla="*/ 654 w 946"/>
              <a:gd name="T27" fmla="*/ 377 h 1026"/>
              <a:gd name="T28" fmla="*/ 633 w 946"/>
              <a:gd name="T29" fmla="*/ 346 h 1026"/>
              <a:gd name="T30" fmla="*/ 574 w 946"/>
              <a:gd name="T31" fmla="*/ 326 h 1026"/>
              <a:gd name="T32" fmla="*/ 548 w 946"/>
              <a:gd name="T33" fmla="*/ 220 h 1026"/>
              <a:gd name="T34" fmla="*/ 442 w 946"/>
              <a:gd name="T35" fmla="*/ 146 h 1026"/>
              <a:gd name="T36" fmla="*/ 337 w 946"/>
              <a:gd name="T37" fmla="*/ 93 h 1026"/>
              <a:gd name="T38" fmla="*/ 286 w 946"/>
              <a:gd name="T39" fmla="*/ 47 h 1026"/>
              <a:gd name="T40" fmla="*/ 216 w 946"/>
              <a:gd name="T41" fmla="*/ 50 h 1026"/>
              <a:gd name="T42" fmla="*/ 199 w 946"/>
              <a:gd name="T43" fmla="*/ 71 h 1026"/>
              <a:gd name="T44" fmla="*/ 147 w 946"/>
              <a:gd name="T45" fmla="*/ 120 h 1026"/>
              <a:gd name="T46" fmla="*/ 84 w 946"/>
              <a:gd name="T47" fmla="*/ 143 h 1026"/>
              <a:gd name="T48" fmla="*/ 56 w 946"/>
              <a:gd name="T49" fmla="*/ 209 h 1026"/>
              <a:gd name="T50" fmla="*/ 35 w 946"/>
              <a:gd name="T51" fmla="*/ 217 h 1026"/>
              <a:gd name="T52" fmla="*/ 28 w 946"/>
              <a:gd name="T53" fmla="*/ 273 h 1026"/>
              <a:gd name="T54" fmla="*/ 58 w 946"/>
              <a:gd name="T55" fmla="*/ 371 h 1026"/>
              <a:gd name="T56" fmla="*/ 36 w 946"/>
              <a:gd name="T57" fmla="*/ 523 h 1026"/>
              <a:gd name="T58" fmla="*/ 59 w 946"/>
              <a:gd name="T59" fmla="*/ 589 h 1026"/>
              <a:gd name="T60" fmla="*/ 202 w 946"/>
              <a:gd name="T61" fmla="*/ 559 h 1026"/>
              <a:gd name="T62" fmla="*/ 276 w 946"/>
              <a:gd name="T63" fmla="*/ 570 h 1026"/>
              <a:gd name="T64" fmla="*/ 441 w 946"/>
              <a:gd name="T65" fmla="*/ 605 h 1026"/>
              <a:gd name="T66" fmla="*/ 468 w 946"/>
              <a:gd name="T67" fmla="*/ 682 h 1026"/>
              <a:gd name="T68" fmla="*/ 519 w 946"/>
              <a:gd name="T69" fmla="*/ 723 h 1026"/>
              <a:gd name="T70" fmla="*/ 528 w 946"/>
              <a:gd name="T71" fmla="*/ 762 h 1026"/>
              <a:gd name="T72" fmla="*/ 571 w 946"/>
              <a:gd name="T73" fmla="*/ 800 h 1026"/>
              <a:gd name="T74" fmla="*/ 573 w 946"/>
              <a:gd name="T75" fmla="*/ 851 h 1026"/>
              <a:gd name="T76" fmla="*/ 607 w 946"/>
              <a:gd name="T77" fmla="*/ 934 h 1026"/>
              <a:gd name="T78" fmla="*/ 618 w 946"/>
              <a:gd name="T79" fmla="*/ 962 h 1026"/>
              <a:gd name="T80" fmla="*/ 629 w 946"/>
              <a:gd name="T81" fmla="*/ 978 h 1026"/>
              <a:gd name="T82" fmla="*/ 657 w 946"/>
              <a:gd name="T83" fmla="*/ 1015 h 1026"/>
              <a:gd name="T84" fmla="*/ 687 w 946"/>
              <a:gd name="T85" fmla="*/ 1001 h 1026"/>
              <a:gd name="T86" fmla="*/ 774 w 946"/>
              <a:gd name="T87" fmla="*/ 989 h 1026"/>
              <a:gd name="T88" fmla="*/ 733 w 946"/>
              <a:gd name="T89" fmla="*/ 927 h 1026"/>
              <a:gd name="T90" fmla="*/ 768 w 946"/>
              <a:gd name="T91" fmla="*/ 876 h 1026"/>
              <a:gd name="T92" fmla="*/ 797 w 946"/>
              <a:gd name="T93" fmla="*/ 872 h 1026"/>
              <a:gd name="T94" fmla="*/ 830 w 946"/>
              <a:gd name="T95" fmla="*/ 866 h 1026"/>
              <a:gd name="T96" fmla="*/ 845 w 946"/>
              <a:gd name="T97" fmla="*/ 840 h 1026"/>
              <a:gd name="T98" fmla="*/ 871 w 946"/>
              <a:gd name="T99" fmla="*/ 858 h 1026"/>
              <a:gd name="T100" fmla="*/ 894 w 946"/>
              <a:gd name="T101" fmla="*/ 879 h 1026"/>
              <a:gd name="T102" fmla="*/ 901 w 946"/>
              <a:gd name="T103" fmla="*/ 971 h 1026"/>
              <a:gd name="T104" fmla="*/ 944 w 946"/>
              <a:gd name="T105" fmla="*/ 928 h 10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946" h="1026">
                <a:moveTo>
                  <a:pt x="940" y="908"/>
                </a:moveTo>
                <a:lnTo>
                  <a:pt x="936" y="900"/>
                </a:lnTo>
                <a:lnTo>
                  <a:pt x="932" y="897"/>
                </a:lnTo>
                <a:lnTo>
                  <a:pt x="926" y="895"/>
                </a:lnTo>
                <a:cubicBezTo>
                  <a:pt x="925" y="894"/>
                  <a:pt x="924" y="893"/>
                  <a:pt x="923" y="892"/>
                </a:cubicBezTo>
                <a:lnTo>
                  <a:pt x="916" y="884"/>
                </a:lnTo>
                <a:lnTo>
                  <a:pt x="910" y="870"/>
                </a:lnTo>
                <a:lnTo>
                  <a:pt x="906" y="855"/>
                </a:lnTo>
                <a:lnTo>
                  <a:pt x="905" y="838"/>
                </a:lnTo>
                <a:lnTo>
                  <a:pt x="904" y="818"/>
                </a:lnTo>
                <a:lnTo>
                  <a:pt x="904" y="817"/>
                </a:lnTo>
                <a:lnTo>
                  <a:pt x="898" y="818"/>
                </a:lnTo>
                <a:cubicBezTo>
                  <a:pt x="898" y="818"/>
                  <a:pt x="897" y="818"/>
                  <a:pt x="896" y="817"/>
                </a:cubicBezTo>
                <a:lnTo>
                  <a:pt x="884" y="814"/>
                </a:lnTo>
                <a:cubicBezTo>
                  <a:pt x="882" y="813"/>
                  <a:pt x="881" y="813"/>
                  <a:pt x="881" y="812"/>
                </a:cubicBezTo>
                <a:lnTo>
                  <a:pt x="869" y="802"/>
                </a:lnTo>
                <a:cubicBezTo>
                  <a:pt x="868" y="801"/>
                  <a:pt x="867" y="800"/>
                  <a:pt x="867" y="799"/>
                </a:cubicBezTo>
                <a:lnTo>
                  <a:pt x="863" y="791"/>
                </a:lnTo>
                <a:cubicBezTo>
                  <a:pt x="863" y="790"/>
                  <a:pt x="863" y="789"/>
                  <a:pt x="863" y="788"/>
                </a:cubicBezTo>
                <a:lnTo>
                  <a:pt x="862" y="779"/>
                </a:lnTo>
                <a:lnTo>
                  <a:pt x="863" y="761"/>
                </a:lnTo>
                <a:lnTo>
                  <a:pt x="868" y="743"/>
                </a:lnTo>
                <a:lnTo>
                  <a:pt x="872" y="726"/>
                </a:lnTo>
                <a:lnTo>
                  <a:pt x="870" y="704"/>
                </a:lnTo>
                <a:cubicBezTo>
                  <a:pt x="870" y="703"/>
                  <a:pt x="870" y="702"/>
                  <a:pt x="871" y="700"/>
                </a:cubicBezTo>
                <a:lnTo>
                  <a:pt x="873" y="694"/>
                </a:lnTo>
                <a:lnTo>
                  <a:pt x="891" y="664"/>
                </a:lnTo>
                <a:cubicBezTo>
                  <a:pt x="892" y="663"/>
                  <a:pt x="893" y="662"/>
                  <a:pt x="894" y="661"/>
                </a:cubicBezTo>
                <a:lnTo>
                  <a:pt x="909" y="651"/>
                </a:lnTo>
                <a:cubicBezTo>
                  <a:pt x="910" y="651"/>
                  <a:pt x="911" y="651"/>
                  <a:pt x="911" y="650"/>
                </a:cubicBezTo>
                <a:lnTo>
                  <a:pt x="923" y="647"/>
                </a:lnTo>
                <a:lnTo>
                  <a:pt x="927" y="642"/>
                </a:lnTo>
                <a:lnTo>
                  <a:pt x="932" y="633"/>
                </a:lnTo>
                <a:lnTo>
                  <a:pt x="945" y="596"/>
                </a:lnTo>
                <a:lnTo>
                  <a:pt x="929" y="581"/>
                </a:lnTo>
                <a:lnTo>
                  <a:pt x="881" y="549"/>
                </a:lnTo>
                <a:lnTo>
                  <a:pt x="874" y="542"/>
                </a:lnTo>
                <a:lnTo>
                  <a:pt x="859" y="520"/>
                </a:lnTo>
                <a:lnTo>
                  <a:pt x="850" y="505"/>
                </a:lnTo>
                <a:lnTo>
                  <a:pt x="829" y="458"/>
                </a:lnTo>
                <a:lnTo>
                  <a:pt x="825" y="446"/>
                </a:lnTo>
                <a:lnTo>
                  <a:pt x="822" y="434"/>
                </a:lnTo>
                <a:lnTo>
                  <a:pt x="811" y="375"/>
                </a:lnTo>
                <a:lnTo>
                  <a:pt x="807" y="361"/>
                </a:lnTo>
                <a:lnTo>
                  <a:pt x="800" y="344"/>
                </a:lnTo>
                <a:lnTo>
                  <a:pt x="789" y="322"/>
                </a:lnTo>
                <a:lnTo>
                  <a:pt x="784" y="307"/>
                </a:lnTo>
                <a:lnTo>
                  <a:pt x="780" y="300"/>
                </a:lnTo>
                <a:lnTo>
                  <a:pt x="772" y="289"/>
                </a:lnTo>
                <a:lnTo>
                  <a:pt x="753" y="288"/>
                </a:lnTo>
                <a:lnTo>
                  <a:pt x="755" y="292"/>
                </a:lnTo>
                <a:cubicBezTo>
                  <a:pt x="755" y="293"/>
                  <a:pt x="755" y="294"/>
                  <a:pt x="755" y="295"/>
                </a:cubicBezTo>
                <a:lnTo>
                  <a:pt x="755" y="301"/>
                </a:lnTo>
                <a:cubicBezTo>
                  <a:pt x="755" y="302"/>
                  <a:pt x="754" y="303"/>
                  <a:pt x="754" y="304"/>
                </a:cubicBezTo>
                <a:lnTo>
                  <a:pt x="750" y="310"/>
                </a:lnTo>
                <a:cubicBezTo>
                  <a:pt x="750" y="311"/>
                  <a:pt x="749" y="312"/>
                  <a:pt x="748" y="313"/>
                </a:cubicBezTo>
                <a:lnTo>
                  <a:pt x="745" y="315"/>
                </a:lnTo>
                <a:cubicBezTo>
                  <a:pt x="744" y="315"/>
                  <a:pt x="743" y="316"/>
                  <a:pt x="743" y="316"/>
                </a:cubicBezTo>
                <a:lnTo>
                  <a:pt x="719" y="323"/>
                </a:lnTo>
                <a:lnTo>
                  <a:pt x="715" y="327"/>
                </a:lnTo>
                <a:lnTo>
                  <a:pt x="712" y="332"/>
                </a:lnTo>
                <a:lnTo>
                  <a:pt x="711" y="339"/>
                </a:lnTo>
                <a:lnTo>
                  <a:pt x="712" y="349"/>
                </a:lnTo>
                <a:lnTo>
                  <a:pt x="718" y="376"/>
                </a:lnTo>
                <a:lnTo>
                  <a:pt x="719" y="387"/>
                </a:lnTo>
                <a:cubicBezTo>
                  <a:pt x="720" y="390"/>
                  <a:pt x="719" y="392"/>
                  <a:pt x="717" y="394"/>
                </a:cubicBezTo>
                <a:cubicBezTo>
                  <a:pt x="715" y="396"/>
                  <a:pt x="712" y="396"/>
                  <a:pt x="710" y="396"/>
                </a:cubicBezTo>
                <a:lnTo>
                  <a:pt x="685" y="391"/>
                </a:lnTo>
                <a:cubicBezTo>
                  <a:pt x="684" y="391"/>
                  <a:pt x="683" y="391"/>
                  <a:pt x="683" y="390"/>
                </a:cubicBezTo>
                <a:lnTo>
                  <a:pt x="654" y="377"/>
                </a:lnTo>
                <a:cubicBezTo>
                  <a:pt x="653" y="376"/>
                  <a:pt x="653" y="376"/>
                  <a:pt x="652" y="375"/>
                </a:cubicBezTo>
                <a:lnTo>
                  <a:pt x="646" y="368"/>
                </a:lnTo>
                <a:cubicBezTo>
                  <a:pt x="645" y="367"/>
                  <a:pt x="645" y="366"/>
                  <a:pt x="645" y="366"/>
                </a:cubicBezTo>
                <a:lnTo>
                  <a:pt x="637" y="347"/>
                </a:lnTo>
                <a:lnTo>
                  <a:pt x="633" y="346"/>
                </a:lnTo>
                <a:lnTo>
                  <a:pt x="602" y="344"/>
                </a:lnTo>
                <a:lnTo>
                  <a:pt x="590" y="340"/>
                </a:lnTo>
                <a:cubicBezTo>
                  <a:pt x="589" y="340"/>
                  <a:pt x="588" y="340"/>
                  <a:pt x="588" y="339"/>
                </a:cubicBezTo>
                <a:lnTo>
                  <a:pt x="577" y="332"/>
                </a:lnTo>
                <a:cubicBezTo>
                  <a:pt x="575" y="331"/>
                  <a:pt x="574" y="329"/>
                  <a:pt x="574" y="326"/>
                </a:cubicBezTo>
                <a:lnTo>
                  <a:pt x="573" y="299"/>
                </a:lnTo>
                <a:lnTo>
                  <a:pt x="570" y="290"/>
                </a:lnTo>
                <a:lnTo>
                  <a:pt x="547" y="248"/>
                </a:lnTo>
                <a:cubicBezTo>
                  <a:pt x="546" y="247"/>
                  <a:pt x="546" y="245"/>
                  <a:pt x="546" y="244"/>
                </a:cubicBezTo>
                <a:lnTo>
                  <a:pt x="548" y="220"/>
                </a:lnTo>
                <a:lnTo>
                  <a:pt x="547" y="215"/>
                </a:lnTo>
                <a:lnTo>
                  <a:pt x="545" y="211"/>
                </a:lnTo>
                <a:lnTo>
                  <a:pt x="538" y="204"/>
                </a:lnTo>
                <a:lnTo>
                  <a:pt x="519" y="196"/>
                </a:lnTo>
                <a:lnTo>
                  <a:pt x="442" y="146"/>
                </a:lnTo>
                <a:lnTo>
                  <a:pt x="419" y="126"/>
                </a:lnTo>
                <a:lnTo>
                  <a:pt x="374" y="115"/>
                </a:lnTo>
                <a:lnTo>
                  <a:pt x="349" y="103"/>
                </a:lnTo>
                <a:cubicBezTo>
                  <a:pt x="348" y="103"/>
                  <a:pt x="347" y="103"/>
                  <a:pt x="347" y="102"/>
                </a:cubicBezTo>
                <a:lnTo>
                  <a:pt x="337" y="93"/>
                </a:lnTo>
                <a:cubicBezTo>
                  <a:pt x="336" y="92"/>
                  <a:pt x="336" y="91"/>
                  <a:pt x="335" y="89"/>
                </a:cubicBezTo>
                <a:lnTo>
                  <a:pt x="332" y="77"/>
                </a:lnTo>
                <a:lnTo>
                  <a:pt x="329" y="67"/>
                </a:lnTo>
                <a:lnTo>
                  <a:pt x="319" y="60"/>
                </a:lnTo>
                <a:lnTo>
                  <a:pt x="286" y="47"/>
                </a:lnTo>
                <a:lnTo>
                  <a:pt x="263" y="33"/>
                </a:lnTo>
                <a:lnTo>
                  <a:pt x="247" y="18"/>
                </a:lnTo>
                <a:lnTo>
                  <a:pt x="233" y="0"/>
                </a:lnTo>
                <a:lnTo>
                  <a:pt x="217" y="21"/>
                </a:lnTo>
                <a:lnTo>
                  <a:pt x="216" y="50"/>
                </a:lnTo>
                <a:cubicBezTo>
                  <a:pt x="216" y="52"/>
                  <a:pt x="215" y="54"/>
                  <a:pt x="214" y="55"/>
                </a:cubicBezTo>
                <a:lnTo>
                  <a:pt x="208" y="61"/>
                </a:lnTo>
                <a:lnTo>
                  <a:pt x="204" y="67"/>
                </a:lnTo>
                <a:cubicBezTo>
                  <a:pt x="203" y="67"/>
                  <a:pt x="203" y="68"/>
                  <a:pt x="202" y="68"/>
                </a:cubicBezTo>
                <a:lnTo>
                  <a:pt x="199" y="71"/>
                </a:lnTo>
                <a:lnTo>
                  <a:pt x="192" y="78"/>
                </a:lnTo>
                <a:lnTo>
                  <a:pt x="179" y="98"/>
                </a:lnTo>
                <a:lnTo>
                  <a:pt x="166" y="112"/>
                </a:lnTo>
                <a:cubicBezTo>
                  <a:pt x="165" y="113"/>
                  <a:pt x="164" y="114"/>
                  <a:pt x="163" y="114"/>
                </a:cubicBezTo>
                <a:lnTo>
                  <a:pt x="147" y="120"/>
                </a:lnTo>
                <a:cubicBezTo>
                  <a:pt x="145" y="121"/>
                  <a:pt x="144" y="121"/>
                  <a:pt x="142" y="121"/>
                </a:cubicBezTo>
                <a:lnTo>
                  <a:pt x="131" y="119"/>
                </a:lnTo>
                <a:lnTo>
                  <a:pt x="125" y="116"/>
                </a:lnTo>
                <a:lnTo>
                  <a:pt x="113" y="116"/>
                </a:lnTo>
                <a:lnTo>
                  <a:pt x="84" y="143"/>
                </a:lnTo>
                <a:lnTo>
                  <a:pt x="74" y="157"/>
                </a:lnTo>
                <a:lnTo>
                  <a:pt x="60" y="192"/>
                </a:lnTo>
                <a:lnTo>
                  <a:pt x="59" y="199"/>
                </a:lnTo>
                <a:lnTo>
                  <a:pt x="57" y="206"/>
                </a:lnTo>
                <a:cubicBezTo>
                  <a:pt x="57" y="207"/>
                  <a:pt x="57" y="208"/>
                  <a:pt x="56" y="209"/>
                </a:cubicBezTo>
                <a:lnTo>
                  <a:pt x="53" y="212"/>
                </a:lnTo>
                <a:cubicBezTo>
                  <a:pt x="52" y="213"/>
                  <a:pt x="51" y="214"/>
                  <a:pt x="49" y="215"/>
                </a:cubicBezTo>
                <a:lnTo>
                  <a:pt x="44" y="217"/>
                </a:lnTo>
                <a:cubicBezTo>
                  <a:pt x="43" y="217"/>
                  <a:pt x="42" y="217"/>
                  <a:pt x="41" y="217"/>
                </a:cubicBezTo>
                <a:lnTo>
                  <a:pt x="35" y="217"/>
                </a:lnTo>
                <a:lnTo>
                  <a:pt x="25" y="224"/>
                </a:lnTo>
                <a:lnTo>
                  <a:pt x="0" y="251"/>
                </a:lnTo>
                <a:lnTo>
                  <a:pt x="20" y="264"/>
                </a:lnTo>
                <a:lnTo>
                  <a:pt x="21" y="265"/>
                </a:lnTo>
                <a:lnTo>
                  <a:pt x="28" y="273"/>
                </a:lnTo>
                <a:cubicBezTo>
                  <a:pt x="29" y="274"/>
                  <a:pt x="29" y="275"/>
                  <a:pt x="30" y="276"/>
                </a:cubicBezTo>
                <a:lnTo>
                  <a:pt x="35" y="291"/>
                </a:lnTo>
                <a:lnTo>
                  <a:pt x="38" y="303"/>
                </a:lnTo>
                <a:lnTo>
                  <a:pt x="54" y="346"/>
                </a:lnTo>
                <a:lnTo>
                  <a:pt x="58" y="371"/>
                </a:lnTo>
                <a:lnTo>
                  <a:pt x="53" y="434"/>
                </a:lnTo>
                <a:lnTo>
                  <a:pt x="55" y="473"/>
                </a:lnTo>
                <a:lnTo>
                  <a:pt x="54" y="484"/>
                </a:lnTo>
                <a:lnTo>
                  <a:pt x="51" y="495"/>
                </a:lnTo>
                <a:lnTo>
                  <a:pt x="36" y="523"/>
                </a:lnTo>
                <a:lnTo>
                  <a:pt x="19" y="574"/>
                </a:lnTo>
                <a:lnTo>
                  <a:pt x="2" y="603"/>
                </a:lnTo>
                <a:lnTo>
                  <a:pt x="30" y="591"/>
                </a:lnTo>
                <a:cubicBezTo>
                  <a:pt x="31" y="591"/>
                  <a:pt x="32" y="591"/>
                  <a:pt x="32" y="591"/>
                </a:cubicBezTo>
                <a:lnTo>
                  <a:pt x="59" y="589"/>
                </a:lnTo>
                <a:cubicBezTo>
                  <a:pt x="60" y="590"/>
                  <a:pt x="61" y="590"/>
                  <a:pt x="62" y="590"/>
                </a:cubicBezTo>
                <a:lnTo>
                  <a:pt x="94" y="601"/>
                </a:lnTo>
                <a:lnTo>
                  <a:pt x="111" y="595"/>
                </a:lnTo>
                <a:lnTo>
                  <a:pt x="198" y="559"/>
                </a:lnTo>
                <a:cubicBezTo>
                  <a:pt x="199" y="559"/>
                  <a:pt x="201" y="558"/>
                  <a:pt x="202" y="559"/>
                </a:cubicBezTo>
                <a:lnTo>
                  <a:pt x="217" y="561"/>
                </a:lnTo>
                <a:lnTo>
                  <a:pt x="233" y="560"/>
                </a:lnTo>
                <a:lnTo>
                  <a:pt x="266" y="565"/>
                </a:lnTo>
                <a:cubicBezTo>
                  <a:pt x="267" y="565"/>
                  <a:pt x="267" y="566"/>
                  <a:pt x="268" y="566"/>
                </a:cubicBezTo>
                <a:lnTo>
                  <a:pt x="276" y="570"/>
                </a:lnTo>
                <a:lnTo>
                  <a:pt x="397" y="576"/>
                </a:lnTo>
                <a:cubicBezTo>
                  <a:pt x="398" y="576"/>
                  <a:pt x="399" y="576"/>
                  <a:pt x="400" y="576"/>
                </a:cubicBezTo>
                <a:lnTo>
                  <a:pt x="411" y="582"/>
                </a:lnTo>
                <a:lnTo>
                  <a:pt x="436" y="600"/>
                </a:lnTo>
                <a:lnTo>
                  <a:pt x="441" y="605"/>
                </a:lnTo>
                <a:lnTo>
                  <a:pt x="450" y="620"/>
                </a:lnTo>
                <a:cubicBezTo>
                  <a:pt x="451" y="621"/>
                  <a:pt x="451" y="622"/>
                  <a:pt x="451" y="623"/>
                </a:cubicBezTo>
                <a:lnTo>
                  <a:pt x="458" y="659"/>
                </a:lnTo>
                <a:lnTo>
                  <a:pt x="462" y="675"/>
                </a:lnTo>
                <a:lnTo>
                  <a:pt x="468" y="682"/>
                </a:lnTo>
                <a:lnTo>
                  <a:pt x="495" y="696"/>
                </a:lnTo>
                <a:lnTo>
                  <a:pt x="503" y="702"/>
                </a:lnTo>
                <a:lnTo>
                  <a:pt x="514" y="714"/>
                </a:lnTo>
                <a:lnTo>
                  <a:pt x="518" y="720"/>
                </a:lnTo>
                <a:cubicBezTo>
                  <a:pt x="519" y="721"/>
                  <a:pt x="519" y="722"/>
                  <a:pt x="519" y="723"/>
                </a:cubicBezTo>
                <a:lnTo>
                  <a:pt x="520" y="727"/>
                </a:lnTo>
                <a:cubicBezTo>
                  <a:pt x="520" y="728"/>
                  <a:pt x="520" y="730"/>
                  <a:pt x="519" y="732"/>
                </a:cubicBezTo>
                <a:lnTo>
                  <a:pt x="522" y="734"/>
                </a:lnTo>
                <a:cubicBezTo>
                  <a:pt x="524" y="735"/>
                  <a:pt x="525" y="737"/>
                  <a:pt x="526" y="740"/>
                </a:cubicBezTo>
                <a:lnTo>
                  <a:pt x="528" y="762"/>
                </a:lnTo>
                <a:lnTo>
                  <a:pt x="527" y="776"/>
                </a:lnTo>
                <a:lnTo>
                  <a:pt x="540" y="783"/>
                </a:lnTo>
                <a:lnTo>
                  <a:pt x="553" y="787"/>
                </a:lnTo>
                <a:cubicBezTo>
                  <a:pt x="553" y="787"/>
                  <a:pt x="554" y="787"/>
                  <a:pt x="555" y="788"/>
                </a:cubicBezTo>
                <a:lnTo>
                  <a:pt x="571" y="800"/>
                </a:lnTo>
                <a:cubicBezTo>
                  <a:pt x="573" y="802"/>
                  <a:pt x="575" y="804"/>
                  <a:pt x="574" y="807"/>
                </a:cubicBezTo>
                <a:lnTo>
                  <a:pt x="574" y="817"/>
                </a:lnTo>
                <a:lnTo>
                  <a:pt x="571" y="829"/>
                </a:lnTo>
                <a:lnTo>
                  <a:pt x="571" y="840"/>
                </a:lnTo>
                <a:lnTo>
                  <a:pt x="573" y="851"/>
                </a:lnTo>
                <a:lnTo>
                  <a:pt x="586" y="864"/>
                </a:lnTo>
                <a:cubicBezTo>
                  <a:pt x="587" y="865"/>
                  <a:pt x="587" y="866"/>
                  <a:pt x="588" y="867"/>
                </a:cubicBezTo>
                <a:lnTo>
                  <a:pt x="593" y="879"/>
                </a:lnTo>
                <a:lnTo>
                  <a:pt x="600" y="900"/>
                </a:lnTo>
                <a:lnTo>
                  <a:pt x="607" y="934"/>
                </a:lnTo>
                <a:lnTo>
                  <a:pt x="610" y="944"/>
                </a:lnTo>
                <a:lnTo>
                  <a:pt x="616" y="950"/>
                </a:lnTo>
                <a:cubicBezTo>
                  <a:pt x="617" y="951"/>
                  <a:pt x="618" y="953"/>
                  <a:pt x="618" y="954"/>
                </a:cubicBezTo>
                <a:lnTo>
                  <a:pt x="619" y="958"/>
                </a:lnTo>
                <a:cubicBezTo>
                  <a:pt x="619" y="959"/>
                  <a:pt x="619" y="961"/>
                  <a:pt x="618" y="962"/>
                </a:cubicBezTo>
                <a:lnTo>
                  <a:pt x="616" y="967"/>
                </a:lnTo>
                <a:lnTo>
                  <a:pt x="611" y="976"/>
                </a:lnTo>
                <a:lnTo>
                  <a:pt x="611" y="977"/>
                </a:lnTo>
                <a:lnTo>
                  <a:pt x="624" y="976"/>
                </a:lnTo>
                <a:cubicBezTo>
                  <a:pt x="626" y="976"/>
                  <a:pt x="628" y="977"/>
                  <a:pt x="629" y="978"/>
                </a:cubicBezTo>
                <a:lnTo>
                  <a:pt x="637" y="985"/>
                </a:lnTo>
                <a:cubicBezTo>
                  <a:pt x="638" y="985"/>
                  <a:pt x="639" y="986"/>
                  <a:pt x="639" y="986"/>
                </a:cubicBezTo>
                <a:lnTo>
                  <a:pt x="646" y="998"/>
                </a:lnTo>
                <a:lnTo>
                  <a:pt x="654" y="1009"/>
                </a:lnTo>
                <a:lnTo>
                  <a:pt x="657" y="1015"/>
                </a:lnTo>
                <a:lnTo>
                  <a:pt x="669" y="1022"/>
                </a:lnTo>
                <a:lnTo>
                  <a:pt x="687" y="1025"/>
                </a:lnTo>
                <a:lnTo>
                  <a:pt x="686" y="1008"/>
                </a:lnTo>
                <a:cubicBezTo>
                  <a:pt x="686" y="1007"/>
                  <a:pt x="686" y="1006"/>
                  <a:pt x="686" y="1006"/>
                </a:cubicBezTo>
                <a:lnTo>
                  <a:pt x="687" y="1001"/>
                </a:lnTo>
                <a:cubicBezTo>
                  <a:pt x="687" y="1001"/>
                  <a:pt x="687" y="1000"/>
                  <a:pt x="688" y="999"/>
                </a:cubicBezTo>
                <a:lnTo>
                  <a:pt x="690" y="995"/>
                </a:lnTo>
                <a:cubicBezTo>
                  <a:pt x="691" y="992"/>
                  <a:pt x="694" y="990"/>
                  <a:pt x="697" y="990"/>
                </a:cubicBezTo>
                <a:lnTo>
                  <a:pt x="769" y="990"/>
                </a:lnTo>
                <a:lnTo>
                  <a:pt x="774" y="989"/>
                </a:lnTo>
                <a:lnTo>
                  <a:pt x="764" y="967"/>
                </a:lnTo>
                <a:lnTo>
                  <a:pt x="753" y="953"/>
                </a:lnTo>
                <a:lnTo>
                  <a:pt x="740" y="939"/>
                </a:lnTo>
                <a:lnTo>
                  <a:pt x="736" y="932"/>
                </a:lnTo>
                <a:lnTo>
                  <a:pt x="733" y="927"/>
                </a:lnTo>
                <a:cubicBezTo>
                  <a:pt x="733" y="926"/>
                  <a:pt x="733" y="925"/>
                  <a:pt x="733" y="924"/>
                </a:cubicBezTo>
                <a:lnTo>
                  <a:pt x="733" y="915"/>
                </a:lnTo>
                <a:cubicBezTo>
                  <a:pt x="734" y="914"/>
                  <a:pt x="734" y="912"/>
                  <a:pt x="735" y="911"/>
                </a:cubicBezTo>
                <a:lnTo>
                  <a:pt x="741" y="902"/>
                </a:lnTo>
                <a:lnTo>
                  <a:pt x="768" y="876"/>
                </a:lnTo>
                <a:cubicBezTo>
                  <a:pt x="770" y="874"/>
                  <a:pt x="772" y="873"/>
                  <a:pt x="775" y="873"/>
                </a:cubicBezTo>
                <a:lnTo>
                  <a:pt x="781" y="874"/>
                </a:lnTo>
                <a:cubicBezTo>
                  <a:pt x="783" y="875"/>
                  <a:pt x="785" y="876"/>
                  <a:pt x="787" y="879"/>
                </a:cubicBezTo>
                <a:lnTo>
                  <a:pt x="788" y="880"/>
                </a:lnTo>
                <a:lnTo>
                  <a:pt x="797" y="872"/>
                </a:lnTo>
                <a:cubicBezTo>
                  <a:pt x="798" y="871"/>
                  <a:pt x="799" y="870"/>
                  <a:pt x="801" y="870"/>
                </a:cubicBezTo>
                <a:lnTo>
                  <a:pt x="812" y="867"/>
                </a:lnTo>
                <a:cubicBezTo>
                  <a:pt x="813" y="867"/>
                  <a:pt x="814" y="867"/>
                  <a:pt x="815" y="867"/>
                </a:cubicBezTo>
                <a:lnTo>
                  <a:pt x="831" y="868"/>
                </a:lnTo>
                <a:lnTo>
                  <a:pt x="830" y="866"/>
                </a:lnTo>
                <a:lnTo>
                  <a:pt x="828" y="864"/>
                </a:lnTo>
                <a:cubicBezTo>
                  <a:pt x="824" y="862"/>
                  <a:pt x="823" y="858"/>
                  <a:pt x="825" y="854"/>
                </a:cubicBezTo>
                <a:lnTo>
                  <a:pt x="829" y="845"/>
                </a:lnTo>
                <a:cubicBezTo>
                  <a:pt x="831" y="842"/>
                  <a:pt x="833" y="841"/>
                  <a:pt x="836" y="840"/>
                </a:cubicBezTo>
                <a:lnTo>
                  <a:pt x="845" y="840"/>
                </a:lnTo>
                <a:cubicBezTo>
                  <a:pt x="846" y="840"/>
                  <a:pt x="848" y="840"/>
                  <a:pt x="849" y="841"/>
                </a:cubicBezTo>
                <a:lnTo>
                  <a:pt x="858" y="845"/>
                </a:lnTo>
                <a:cubicBezTo>
                  <a:pt x="859" y="846"/>
                  <a:pt x="860" y="846"/>
                  <a:pt x="860" y="847"/>
                </a:cubicBezTo>
                <a:lnTo>
                  <a:pt x="869" y="858"/>
                </a:lnTo>
                <a:lnTo>
                  <a:pt x="871" y="858"/>
                </a:lnTo>
                <a:lnTo>
                  <a:pt x="873" y="857"/>
                </a:lnTo>
                <a:cubicBezTo>
                  <a:pt x="875" y="857"/>
                  <a:pt x="877" y="858"/>
                  <a:pt x="879" y="859"/>
                </a:cubicBezTo>
                <a:lnTo>
                  <a:pt x="882" y="862"/>
                </a:lnTo>
                <a:cubicBezTo>
                  <a:pt x="883" y="862"/>
                  <a:pt x="883" y="863"/>
                  <a:pt x="884" y="863"/>
                </a:cubicBezTo>
                <a:lnTo>
                  <a:pt x="894" y="879"/>
                </a:lnTo>
                <a:lnTo>
                  <a:pt x="898" y="894"/>
                </a:lnTo>
                <a:lnTo>
                  <a:pt x="899" y="907"/>
                </a:lnTo>
                <a:lnTo>
                  <a:pt x="903" y="933"/>
                </a:lnTo>
                <a:lnTo>
                  <a:pt x="901" y="961"/>
                </a:lnTo>
                <a:lnTo>
                  <a:pt x="901" y="971"/>
                </a:lnTo>
                <a:lnTo>
                  <a:pt x="903" y="975"/>
                </a:lnTo>
                <a:lnTo>
                  <a:pt x="910" y="976"/>
                </a:lnTo>
                <a:lnTo>
                  <a:pt x="924" y="966"/>
                </a:lnTo>
                <a:lnTo>
                  <a:pt x="938" y="947"/>
                </a:lnTo>
                <a:lnTo>
                  <a:pt x="944" y="928"/>
                </a:lnTo>
                <a:lnTo>
                  <a:pt x="943" y="920"/>
                </a:lnTo>
                <a:lnTo>
                  <a:pt x="940" y="908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6" name="Freeform 182">
            <a:extLst>
              <a:ext uri="{FF2B5EF4-FFF2-40B4-BE49-F238E27FC236}">
                <a16:creationId xmlns:a16="http://schemas.microsoft.com/office/drawing/2014/main" xmlns="" id="{99F81D38-1F3F-47CD-BD0A-37187D553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219" y="5794298"/>
            <a:ext cx="309713" cy="350653"/>
          </a:xfrm>
          <a:custGeom>
            <a:avLst/>
            <a:gdLst>
              <a:gd name="T0" fmla="*/ 719 w 769"/>
              <a:gd name="T1" fmla="*/ 515 h 870"/>
              <a:gd name="T2" fmla="*/ 664 w 769"/>
              <a:gd name="T3" fmla="*/ 417 h 870"/>
              <a:gd name="T4" fmla="*/ 614 w 769"/>
              <a:gd name="T5" fmla="*/ 428 h 870"/>
              <a:gd name="T6" fmla="*/ 612 w 769"/>
              <a:gd name="T7" fmla="*/ 478 h 870"/>
              <a:gd name="T8" fmla="*/ 605 w 769"/>
              <a:gd name="T9" fmla="*/ 495 h 870"/>
              <a:gd name="T10" fmla="*/ 577 w 769"/>
              <a:gd name="T11" fmla="*/ 493 h 870"/>
              <a:gd name="T12" fmla="*/ 513 w 769"/>
              <a:gd name="T13" fmla="*/ 461 h 870"/>
              <a:gd name="T14" fmla="*/ 482 w 769"/>
              <a:gd name="T15" fmla="*/ 452 h 870"/>
              <a:gd name="T16" fmla="*/ 436 w 769"/>
              <a:gd name="T17" fmla="*/ 432 h 870"/>
              <a:gd name="T18" fmla="*/ 400 w 769"/>
              <a:gd name="T19" fmla="*/ 428 h 870"/>
              <a:gd name="T20" fmla="*/ 344 w 769"/>
              <a:gd name="T21" fmla="*/ 413 h 870"/>
              <a:gd name="T22" fmla="*/ 283 w 769"/>
              <a:gd name="T23" fmla="*/ 322 h 870"/>
              <a:gd name="T24" fmla="*/ 277 w 769"/>
              <a:gd name="T25" fmla="*/ 276 h 870"/>
              <a:gd name="T26" fmla="*/ 243 w 769"/>
              <a:gd name="T27" fmla="*/ 198 h 870"/>
              <a:gd name="T28" fmla="*/ 220 w 769"/>
              <a:gd name="T29" fmla="*/ 166 h 870"/>
              <a:gd name="T30" fmla="*/ 211 w 769"/>
              <a:gd name="T31" fmla="*/ 137 h 870"/>
              <a:gd name="T32" fmla="*/ 230 w 769"/>
              <a:gd name="T33" fmla="*/ 105 h 870"/>
              <a:gd name="T34" fmla="*/ 201 w 769"/>
              <a:gd name="T35" fmla="*/ 65 h 870"/>
              <a:gd name="T36" fmla="*/ 200 w 769"/>
              <a:gd name="T37" fmla="*/ 38 h 870"/>
              <a:gd name="T38" fmla="*/ 174 w 769"/>
              <a:gd name="T39" fmla="*/ 6 h 870"/>
              <a:gd name="T40" fmla="*/ 151 w 769"/>
              <a:gd name="T41" fmla="*/ 15 h 870"/>
              <a:gd name="T42" fmla="*/ 122 w 769"/>
              <a:gd name="T43" fmla="*/ 0 h 870"/>
              <a:gd name="T44" fmla="*/ 100 w 769"/>
              <a:gd name="T45" fmla="*/ 3 h 870"/>
              <a:gd name="T46" fmla="*/ 52 w 769"/>
              <a:gd name="T47" fmla="*/ 48 h 870"/>
              <a:gd name="T48" fmla="*/ 61 w 769"/>
              <a:gd name="T49" fmla="*/ 105 h 870"/>
              <a:gd name="T50" fmla="*/ 27 w 769"/>
              <a:gd name="T51" fmla="*/ 138 h 870"/>
              <a:gd name="T52" fmla="*/ 13 w 769"/>
              <a:gd name="T53" fmla="*/ 167 h 870"/>
              <a:gd name="T54" fmla="*/ 4 w 769"/>
              <a:gd name="T55" fmla="*/ 275 h 870"/>
              <a:gd name="T56" fmla="*/ 112 w 769"/>
              <a:gd name="T57" fmla="*/ 296 h 870"/>
              <a:gd name="T58" fmla="*/ 105 w 769"/>
              <a:gd name="T59" fmla="*/ 321 h 870"/>
              <a:gd name="T60" fmla="*/ 106 w 769"/>
              <a:gd name="T61" fmla="*/ 388 h 870"/>
              <a:gd name="T62" fmla="*/ 108 w 769"/>
              <a:gd name="T63" fmla="*/ 437 h 870"/>
              <a:gd name="T64" fmla="*/ 86 w 769"/>
              <a:gd name="T65" fmla="*/ 494 h 870"/>
              <a:gd name="T66" fmla="*/ 176 w 769"/>
              <a:gd name="T67" fmla="*/ 466 h 870"/>
              <a:gd name="T68" fmla="*/ 238 w 769"/>
              <a:gd name="T69" fmla="*/ 474 h 870"/>
              <a:gd name="T70" fmla="*/ 263 w 769"/>
              <a:gd name="T71" fmla="*/ 559 h 870"/>
              <a:gd name="T72" fmla="*/ 248 w 769"/>
              <a:gd name="T73" fmla="*/ 588 h 870"/>
              <a:gd name="T74" fmla="*/ 240 w 769"/>
              <a:gd name="T75" fmla="*/ 624 h 870"/>
              <a:gd name="T76" fmla="*/ 245 w 769"/>
              <a:gd name="T77" fmla="*/ 653 h 870"/>
              <a:gd name="T78" fmla="*/ 234 w 769"/>
              <a:gd name="T79" fmla="*/ 709 h 870"/>
              <a:gd name="T80" fmla="*/ 270 w 769"/>
              <a:gd name="T81" fmla="*/ 703 h 870"/>
              <a:gd name="T82" fmla="*/ 304 w 769"/>
              <a:gd name="T83" fmla="*/ 722 h 870"/>
              <a:gd name="T84" fmla="*/ 330 w 769"/>
              <a:gd name="T85" fmla="*/ 749 h 870"/>
              <a:gd name="T86" fmla="*/ 351 w 769"/>
              <a:gd name="T87" fmla="*/ 782 h 870"/>
              <a:gd name="T88" fmla="*/ 393 w 769"/>
              <a:gd name="T89" fmla="*/ 786 h 870"/>
              <a:gd name="T90" fmla="*/ 424 w 769"/>
              <a:gd name="T91" fmla="*/ 819 h 870"/>
              <a:gd name="T92" fmla="*/ 428 w 769"/>
              <a:gd name="T93" fmla="*/ 869 h 870"/>
              <a:gd name="T94" fmla="*/ 472 w 769"/>
              <a:gd name="T95" fmla="*/ 841 h 870"/>
              <a:gd name="T96" fmla="*/ 500 w 769"/>
              <a:gd name="T97" fmla="*/ 833 h 870"/>
              <a:gd name="T98" fmla="*/ 518 w 769"/>
              <a:gd name="T99" fmla="*/ 807 h 870"/>
              <a:gd name="T100" fmla="*/ 551 w 769"/>
              <a:gd name="T101" fmla="*/ 775 h 870"/>
              <a:gd name="T102" fmla="*/ 575 w 769"/>
              <a:gd name="T103" fmla="*/ 755 h 870"/>
              <a:gd name="T104" fmla="*/ 611 w 769"/>
              <a:gd name="T105" fmla="*/ 716 h 870"/>
              <a:gd name="T106" fmla="*/ 640 w 769"/>
              <a:gd name="T107" fmla="*/ 657 h 870"/>
              <a:gd name="T108" fmla="*/ 641 w 769"/>
              <a:gd name="T109" fmla="*/ 631 h 870"/>
              <a:gd name="T110" fmla="*/ 663 w 769"/>
              <a:gd name="T111" fmla="*/ 636 h 870"/>
              <a:gd name="T112" fmla="*/ 712 w 769"/>
              <a:gd name="T113" fmla="*/ 599 h 870"/>
              <a:gd name="T114" fmla="*/ 693 w 769"/>
              <a:gd name="T115" fmla="*/ 582 h 870"/>
              <a:gd name="T116" fmla="*/ 675 w 769"/>
              <a:gd name="T117" fmla="*/ 562 h 870"/>
              <a:gd name="T118" fmla="*/ 740 w 769"/>
              <a:gd name="T119" fmla="*/ 557 h 870"/>
              <a:gd name="T120" fmla="*/ 741 w 769"/>
              <a:gd name="T121" fmla="*/ 527 h 8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9" h="870">
                <a:moveTo>
                  <a:pt x="733" y="527"/>
                </a:moveTo>
                <a:cubicBezTo>
                  <a:pt x="732" y="528"/>
                  <a:pt x="731" y="527"/>
                  <a:pt x="729" y="526"/>
                </a:cubicBezTo>
                <a:lnTo>
                  <a:pt x="726" y="524"/>
                </a:lnTo>
                <a:cubicBezTo>
                  <a:pt x="725" y="524"/>
                  <a:pt x="724" y="523"/>
                  <a:pt x="723" y="522"/>
                </a:cubicBezTo>
                <a:lnTo>
                  <a:pt x="721" y="520"/>
                </a:lnTo>
                <a:cubicBezTo>
                  <a:pt x="720" y="519"/>
                  <a:pt x="719" y="517"/>
                  <a:pt x="719" y="515"/>
                </a:cubicBezTo>
                <a:lnTo>
                  <a:pt x="718" y="487"/>
                </a:lnTo>
                <a:lnTo>
                  <a:pt x="715" y="479"/>
                </a:lnTo>
                <a:lnTo>
                  <a:pt x="706" y="467"/>
                </a:lnTo>
                <a:lnTo>
                  <a:pt x="668" y="429"/>
                </a:lnTo>
                <a:cubicBezTo>
                  <a:pt x="667" y="428"/>
                  <a:pt x="666" y="426"/>
                  <a:pt x="666" y="425"/>
                </a:cubicBezTo>
                <a:lnTo>
                  <a:pt x="664" y="417"/>
                </a:lnTo>
                <a:lnTo>
                  <a:pt x="661" y="411"/>
                </a:lnTo>
                <a:cubicBezTo>
                  <a:pt x="660" y="410"/>
                  <a:pt x="660" y="409"/>
                  <a:pt x="660" y="408"/>
                </a:cubicBezTo>
                <a:lnTo>
                  <a:pt x="634" y="410"/>
                </a:lnTo>
                <a:lnTo>
                  <a:pt x="619" y="412"/>
                </a:lnTo>
                <a:lnTo>
                  <a:pt x="617" y="415"/>
                </a:lnTo>
                <a:lnTo>
                  <a:pt x="614" y="428"/>
                </a:lnTo>
                <a:lnTo>
                  <a:pt x="620" y="446"/>
                </a:lnTo>
                <a:cubicBezTo>
                  <a:pt x="621" y="447"/>
                  <a:pt x="621" y="448"/>
                  <a:pt x="621" y="449"/>
                </a:cubicBezTo>
                <a:lnTo>
                  <a:pt x="620" y="452"/>
                </a:lnTo>
                <a:cubicBezTo>
                  <a:pt x="620" y="453"/>
                  <a:pt x="620" y="454"/>
                  <a:pt x="619" y="455"/>
                </a:cubicBezTo>
                <a:lnTo>
                  <a:pt x="612" y="473"/>
                </a:lnTo>
                <a:lnTo>
                  <a:pt x="612" y="478"/>
                </a:lnTo>
                <a:cubicBezTo>
                  <a:pt x="612" y="478"/>
                  <a:pt x="613" y="479"/>
                  <a:pt x="612" y="480"/>
                </a:cubicBezTo>
                <a:lnTo>
                  <a:pt x="612" y="483"/>
                </a:lnTo>
                <a:cubicBezTo>
                  <a:pt x="612" y="484"/>
                  <a:pt x="612" y="485"/>
                  <a:pt x="612" y="486"/>
                </a:cubicBezTo>
                <a:lnTo>
                  <a:pt x="610" y="489"/>
                </a:lnTo>
                <a:cubicBezTo>
                  <a:pt x="610" y="490"/>
                  <a:pt x="609" y="491"/>
                  <a:pt x="608" y="492"/>
                </a:cubicBezTo>
                <a:lnTo>
                  <a:pt x="605" y="495"/>
                </a:lnTo>
                <a:lnTo>
                  <a:pt x="604" y="496"/>
                </a:lnTo>
                <a:lnTo>
                  <a:pt x="601" y="497"/>
                </a:lnTo>
                <a:cubicBezTo>
                  <a:pt x="600" y="498"/>
                  <a:pt x="599" y="498"/>
                  <a:pt x="598" y="498"/>
                </a:cubicBezTo>
                <a:lnTo>
                  <a:pt x="591" y="499"/>
                </a:lnTo>
                <a:cubicBezTo>
                  <a:pt x="590" y="500"/>
                  <a:pt x="588" y="499"/>
                  <a:pt x="586" y="498"/>
                </a:cubicBezTo>
                <a:lnTo>
                  <a:pt x="577" y="493"/>
                </a:lnTo>
                <a:lnTo>
                  <a:pt x="561" y="478"/>
                </a:lnTo>
                <a:lnTo>
                  <a:pt x="537" y="451"/>
                </a:lnTo>
                <a:lnTo>
                  <a:pt x="533" y="449"/>
                </a:lnTo>
                <a:lnTo>
                  <a:pt x="528" y="450"/>
                </a:lnTo>
                <a:lnTo>
                  <a:pt x="522" y="453"/>
                </a:lnTo>
                <a:lnTo>
                  <a:pt x="513" y="461"/>
                </a:lnTo>
                <a:cubicBezTo>
                  <a:pt x="512" y="462"/>
                  <a:pt x="511" y="463"/>
                  <a:pt x="509" y="463"/>
                </a:cubicBezTo>
                <a:lnTo>
                  <a:pt x="504" y="464"/>
                </a:lnTo>
                <a:cubicBezTo>
                  <a:pt x="502" y="464"/>
                  <a:pt x="501" y="464"/>
                  <a:pt x="500" y="463"/>
                </a:cubicBezTo>
                <a:lnTo>
                  <a:pt x="493" y="461"/>
                </a:lnTo>
                <a:cubicBezTo>
                  <a:pt x="492" y="461"/>
                  <a:pt x="492" y="460"/>
                  <a:pt x="491" y="460"/>
                </a:cubicBezTo>
                <a:lnTo>
                  <a:pt x="482" y="452"/>
                </a:lnTo>
                <a:cubicBezTo>
                  <a:pt x="481" y="452"/>
                  <a:pt x="481" y="451"/>
                  <a:pt x="480" y="451"/>
                </a:cubicBezTo>
                <a:lnTo>
                  <a:pt x="476" y="445"/>
                </a:lnTo>
                <a:lnTo>
                  <a:pt x="470" y="437"/>
                </a:lnTo>
                <a:lnTo>
                  <a:pt x="461" y="440"/>
                </a:lnTo>
                <a:cubicBezTo>
                  <a:pt x="460" y="441"/>
                  <a:pt x="457" y="441"/>
                  <a:pt x="456" y="440"/>
                </a:cubicBezTo>
                <a:lnTo>
                  <a:pt x="436" y="432"/>
                </a:lnTo>
                <a:lnTo>
                  <a:pt x="408" y="414"/>
                </a:lnTo>
                <a:lnTo>
                  <a:pt x="408" y="414"/>
                </a:lnTo>
                <a:cubicBezTo>
                  <a:pt x="408" y="415"/>
                  <a:pt x="408" y="415"/>
                  <a:pt x="408" y="416"/>
                </a:cubicBezTo>
                <a:cubicBezTo>
                  <a:pt x="408" y="418"/>
                  <a:pt x="407" y="421"/>
                  <a:pt x="406" y="423"/>
                </a:cubicBezTo>
                <a:lnTo>
                  <a:pt x="404" y="425"/>
                </a:lnTo>
                <a:cubicBezTo>
                  <a:pt x="403" y="426"/>
                  <a:pt x="402" y="427"/>
                  <a:pt x="400" y="428"/>
                </a:cubicBezTo>
                <a:lnTo>
                  <a:pt x="395" y="429"/>
                </a:lnTo>
                <a:lnTo>
                  <a:pt x="385" y="429"/>
                </a:lnTo>
                <a:cubicBezTo>
                  <a:pt x="384" y="429"/>
                  <a:pt x="383" y="429"/>
                  <a:pt x="383" y="429"/>
                </a:cubicBezTo>
                <a:lnTo>
                  <a:pt x="365" y="424"/>
                </a:lnTo>
                <a:cubicBezTo>
                  <a:pt x="364" y="424"/>
                  <a:pt x="363" y="424"/>
                  <a:pt x="363" y="424"/>
                </a:cubicBezTo>
                <a:lnTo>
                  <a:pt x="344" y="413"/>
                </a:lnTo>
                <a:cubicBezTo>
                  <a:pt x="343" y="412"/>
                  <a:pt x="342" y="412"/>
                  <a:pt x="342" y="411"/>
                </a:cubicBezTo>
                <a:cubicBezTo>
                  <a:pt x="341" y="410"/>
                  <a:pt x="340" y="409"/>
                  <a:pt x="340" y="408"/>
                </a:cubicBezTo>
                <a:lnTo>
                  <a:pt x="302" y="338"/>
                </a:lnTo>
                <a:lnTo>
                  <a:pt x="294" y="331"/>
                </a:lnTo>
                <a:lnTo>
                  <a:pt x="285" y="324"/>
                </a:lnTo>
                <a:cubicBezTo>
                  <a:pt x="284" y="324"/>
                  <a:pt x="284" y="323"/>
                  <a:pt x="283" y="322"/>
                </a:cubicBezTo>
                <a:lnTo>
                  <a:pt x="279" y="317"/>
                </a:lnTo>
                <a:cubicBezTo>
                  <a:pt x="279" y="316"/>
                  <a:pt x="279" y="315"/>
                  <a:pt x="279" y="315"/>
                </a:cubicBezTo>
                <a:lnTo>
                  <a:pt x="276" y="306"/>
                </a:lnTo>
                <a:lnTo>
                  <a:pt x="275" y="290"/>
                </a:lnTo>
                <a:lnTo>
                  <a:pt x="276" y="278"/>
                </a:lnTo>
                <a:cubicBezTo>
                  <a:pt x="276" y="277"/>
                  <a:pt x="277" y="277"/>
                  <a:pt x="277" y="276"/>
                </a:cubicBezTo>
                <a:lnTo>
                  <a:pt x="284" y="264"/>
                </a:lnTo>
                <a:lnTo>
                  <a:pt x="284" y="261"/>
                </a:lnTo>
                <a:lnTo>
                  <a:pt x="281" y="253"/>
                </a:lnTo>
                <a:lnTo>
                  <a:pt x="265" y="219"/>
                </a:lnTo>
                <a:lnTo>
                  <a:pt x="248" y="199"/>
                </a:lnTo>
                <a:lnTo>
                  <a:pt x="243" y="198"/>
                </a:lnTo>
                <a:cubicBezTo>
                  <a:pt x="242" y="198"/>
                  <a:pt x="240" y="197"/>
                  <a:pt x="239" y="197"/>
                </a:cubicBezTo>
                <a:lnTo>
                  <a:pt x="236" y="194"/>
                </a:lnTo>
                <a:cubicBezTo>
                  <a:pt x="235" y="193"/>
                  <a:pt x="235" y="193"/>
                  <a:pt x="234" y="192"/>
                </a:cubicBezTo>
                <a:lnTo>
                  <a:pt x="230" y="187"/>
                </a:lnTo>
                <a:lnTo>
                  <a:pt x="229" y="186"/>
                </a:lnTo>
                <a:lnTo>
                  <a:pt x="220" y="166"/>
                </a:lnTo>
                <a:lnTo>
                  <a:pt x="205" y="155"/>
                </a:lnTo>
                <a:cubicBezTo>
                  <a:pt x="203" y="153"/>
                  <a:pt x="203" y="150"/>
                  <a:pt x="203" y="147"/>
                </a:cubicBezTo>
                <a:lnTo>
                  <a:pt x="204" y="145"/>
                </a:lnTo>
                <a:cubicBezTo>
                  <a:pt x="204" y="144"/>
                  <a:pt x="205" y="142"/>
                  <a:pt x="206" y="141"/>
                </a:cubicBezTo>
                <a:lnTo>
                  <a:pt x="209" y="139"/>
                </a:lnTo>
                <a:cubicBezTo>
                  <a:pt x="209" y="138"/>
                  <a:pt x="210" y="137"/>
                  <a:pt x="211" y="137"/>
                </a:cubicBezTo>
                <a:lnTo>
                  <a:pt x="219" y="134"/>
                </a:lnTo>
                <a:lnTo>
                  <a:pt x="223" y="130"/>
                </a:lnTo>
                <a:lnTo>
                  <a:pt x="226" y="126"/>
                </a:lnTo>
                <a:lnTo>
                  <a:pt x="231" y="114"/>
                </a:lnTo>
                <a:lnTo>
                  <a:pt x="231" y="110"/>
                </a:lnTo>
                <a:lnTo>
                  <a:pt x="230" y="105"/>
                </a:lnTo>
                <a:lnTo>
                  <a:pt x="225" y="96"/>
                </a:lnTo>
                <a:lnTo>
                  <a:pt x="214" y="90"/>
                </a:lnTo>
                <a:lnTo>
                  <a:pt x="209" y="86"/>
                </a:lnTo>
                <a:cubicBezTo>
                  <a:pt x="208" y="86"/>
                  <a:pt x="207" y="85"/>
                  <a:pt x="207" y="84"/>
                </a:cubicBezTo>
                <a:lnTo>
                  <a:pt x="205" y="79"/>
                </a:lnTo>
                <a:lnTo>
                  <a:pt x="201" y="65"/>
                </a:lnTo>
                <a:lnTo>
                  <a:pt x="200" y="56"/>
                </a:lnTo>
                <a:lnTo>
                  <a:pt x="200" y="51"/>
                </a:lnTo>
                <a:cubicBezTo>
                  <a:pt x="200" y="50"/>
                  <a:pt x="201" y="48"/>
                  <a:pt x="201" y="47"/>
                </a:cubicBezTo>
                <a:lnTo>
                  <a:pt x="205" y="41"/>
                </a:lnTo>
                <a:lnTo>
                  <a:pt x="203" y="40"/>
                </a:lnTo>
                <a:cubicBezTo>
                  <a:pt x="202" y="39"/>
                  <a:pt x="201" y="39"/>
                  <a:pt x="200" y="38"/>
                </a:cubicBezTo>
                <a:lnTo>
                  <a:pt x="197" y="35"/>
                </a:lnTo>
                <a:cubicBezTo>
                  <a:pt x="196" y="35"/>
                  <a:pt x="196" y="34"/>
                  <a:pt x="196" y="33"/>
                </a:cubicBezTo>
                <a:lnTo>
                  <a:pt x="191" y="25"/>
                </a:lnTo>
                <a:lnTo>
                  <a:pt x="184" y="10"/>
                </a:lnTo>
                <a:lnTo>
                  <a:pt x="179" y="5"/>
                </a:lnTo>
                <a:lnTo>
                  <a:pt x="174" y="6"/>
                </a:lnTo>
                <a:cubicBezTo>
                  <a:pt x="174" y="7"/>
                  <a:pt x="173" y="9"/>
                  <a:pt x="173" y="10"/>
                </a:cubicBezTo>
                <a:lnTo>
                  <a:pt x="171" y="12"/>
                </a:lnTo>
                <a:cubicBezTo>
                  <a:pt x="170" y="14"/>
                  <a:pt x="169" y="15"/>
                  <a:pt x="167" y="16"/>
                </a:cubicBezTo>
                <a:lnTo>
                  <a:pt x="164" y="17"/>
                </a:lnTo>
                <a:cubicBezTo>
                  <a:pt x="162" y="17"/>
                  <a:pt x="161" y="17"/>
                  <a:pt x="159" y="17"/>
                </a:cubicBezTo>
                <a:lnTo>
                  <a:pt x="151" y="15"/>
                </a:lnTo>
                <a:lnTo>
                  <a:pt x="145" y="12"/>
                </a:lnTo>
                <a:cubicBezTo>
                  <a:pt x="145" y="12"/>
                  <a:pt x="144" y="11"/>
                  <a:pt x="143" y="11"/>
                </a:cubicBezTo>
                <a:lnTo>
                  <a:pt x="139" y="7"/>
                </a:lnTo>
                <a:lnTo>
                  <a:pt x="131" y="6"/>
                </a:lnTo>
                <a:cubicBezTo>
                  <a:pt x="129" y="6"/>
                  <a:pt x="126" y="5"/>
                  <a:pt x="125" y="3"/>
                </a:cubicBezTo>
                <a:lnTo>
                  <a:pt x="122" y="0"/>
                </a:lnTo>
                <a:lnTo>
                  <a:pt x="114" y="3"/>
                </a:lnTo>
                <a:cubicBezTo>
                  <a:pt x="113" y="4"/>
                  <a:pt x="112" y="4"/>
                  <a:pt x="112" y="4"/>
                </a:cubicBezTo>
                <a:lnTo>
                  <a:pt x="109" y="4"/>
                </a:lnTo>
                <a:lnTo>
                  <a:pt x="105" y="4"/>
                </a:lnTo>
                <a:cubicBezTo>
                  <a:pt x="103" y="4"/>
                  <a:pt x="102" y="4"/>
                  <a:pt x="101" y="3"/>
                </a:cubicBezTo>
                <a:lnTo>
                  <a:pt x="100" y="3"/>
                </a:lnTo>
                <a:lnTo>
                  <a:pt x="96" y="3"/>
                </a:lnTo>
                <a:lnTo>
                  <a:pt x="89" y="8"/>
                </a:lnTo>
                <a:lnTo>
                  <a:pt x="81" y="20"/>
                </a:lnTo>
                <a:lnTo>
                  <a:pt x="72" y="31"/>
                </a:lnTo>
                <a:lnTo>
                  <a:pt x="53" y="45"/>
                </a:lnTo>
                <a:lnTo>
                  <a:pt x="52" y="48"/>
                </a:lnTo>
                <a:lnTo>
                  <a:pt x="53" y="63"/>
                </a:lnTo>
                <a:lnTo>
                  <a:pt x="52" y="79"/>
                </a:lnTo>
                <a:lnTo>
                  <a:pt x="52" y="86"/>
                </a:lnTo>
                <a:lnTo>
                  <a:pt x="59" y="99"/>
                </a:lnTo>
                <a:lnTo>
                  <a:pt x="60" y="101"/>
                </a:lnTo>
                <a:cubicBezTo>
                  <a:pt x="61" y="102"/>
                  <a:pt x="61" y="104"/>
                  <a:pt x="61" y="105"/>
                </a:cubicBezTo>
                <a:cubicBezTo>
                  <a:pt x="62" y="106"/>
                  <a:pt x="61" y="109"/>
                  <a:pt x="61" y="110"/>
                </a:cubicBezTo>
                <a:lnTo>
                  <a:pt x="55" y="119"/>
                </a:lnTo>
                <a:lnTo>
                  <a:pt x="43" y="130"/>
                </a:lnTo>
                <a:lnTo>
                  <a:pt x="35" y="135"/>
                </a:lnTo>
                <a:lnTo>
                  <a:pt x="27" y="138"/>
                </a:lnTo>
                <a:lnTo>
                  <a:pt x="27" y="138"/>
                </a:lnTo>
                <a:cubicBezTo>
                  <a:pt x="27" y="139"/>
                  <a:pt x="27" y="140"/>
                  <a:pt x="27" y="141"/>
                </a:cubicBezTo>
                <a:lnTo>
                  <a:pt x="26" y="144"/>
                </a:lnTo>
                <a:cubicBezTo>
                  <a:pt x="26" y="145"/>
                  <a:pt x="25" y="146"/>
                  <a:pt x="25" y="147"/>
                </a:cubicBezTo>
                <a:lnTo>
                  <a:pt x="23" y="149"/>
                </a:lnTo>
                <a:lnTo>
                  <a:pt x="16" y="158"/>
                </a:lnTo>
                <a:lnTo>
                  <a:pt x="13" y="167"/>
                </a:lnTo>
                <a:lnTo>
                  <a:pt x="12" y="183"/>
                </a:lnTo>
                <a:cubicBezTo>
                  <a:pt x="12" y="184"/>
                  <a:pt x="12" y="185"/>
                  <a:pt x="11" y="186"/>
                </a:cubicBezTo>
                <a:lnTo>
                  <a:pt x="0" y="213"/>
                </a:lnTo>
                <a:lnTo>
                  <a:pt x="0" y="219"/>
                </a:lnTo>
                <a:lnTo>
                  <a:pt x="4" y="248"/>
                </a:lnTo>
                <a:lnTo>
                  <a:pt x="4" y="275"/>
                </a:lnTo>
                <a:lnTo>
                  <a:pt x="7" y="277"/>
                </a:lnTo>
                <a:lnTo>
                  <a:pt x="30" y="273"/>
                </a:lnTo>
                <a:lnTo>
                  <a:pt x="56" y="275"/>
                </a:lnTo>
                <a:cubicBezTo>
                  <a:pt x="57" y="275"/>
                  <a:pt x="58" y="275"/>
                  <a:pt x="58" y="275"/>
                </a:cubicBezTo>
                <a:lnTo>
                  <a:pt x="108" y="293"/>
                </a:lnTo>
                <a:cubicBezTo>
                  <a:pt x="110" y="294"/>
                  <a:pt x="111" y="295"/>
                  <a:pt x="112" y="296"/>
                </a:cubicBezTo>
                <a:lnTo>
                  <a:pt x="113" y="299"/>
                </a:lnTo>
                <a:cubicBezTo>
                  <a:pt x="113" y="300"/>
                  <a:pt x="114" y="302"/>
                  <a:pt x="113" y="303"/>
                </a:cubicBezTo>
                <a:lnTo>
                  <a:pt x="113" y="306"/>
                </a:lnTo>
                <a:cubicBezTo>
                  <a:pt x="113" y="308"/>
                  <a:pt x="112" y="309"/>
                  <a:pt x="111" y="311"/>
                </a:cubicBezTo>
                <a:lnTo>
                  <a:pt x="107" y="316"/>
                </a:lnTo>
                <a:lnTo>
                  <a:pt x="105" y="321"/>
                </a:lnTo>
                <a:lnTo>
                  <a:pt x="104" y="332"/>
                </a:lnTo>
                <a:lnTo>
                  <a:pt x="102" y="349"/>
                </a:lnTo>
                <a:lnTo>
                  <a:pt x="102" y="358"/>
                </a:lnTo>
                <a:lnTo>
                  <a:pt x="107" y="380"/>
                </a:lnTo>
                <a:cubicBezTo>
                  <a:pt x="107" y="381"/>
                  <a:pt x="107" y="382"/>
                  <a:pt x="107" y="383"/>
                </a:cubicBezTo>
                <a:lnTo>
                  <a:pt x="106" y="388"/>
                </a:lnTo>
                <a:cubicBezTo>
                  <a:pt x="105" y="389"/>
                  <a:pt x="105" y="391"/>
                  <a:pt x="104" y="392"/>
                </a:cubicBezTo>
                <a:lnTo>
                  <a:pt x="100" y="396"/>
                </a:lnTo>
                <a:cubicBezTo>
                  <a:pt x="99" y="397"/>
                  <a:pt x="97" y="398"/>
                  <a:pt x="96" y="398"/>
                </a:cubicBezTo>
                <a:lnTo>
                  <a:pt x="108" y="427"/>
                </a:lnTo>
                <a:cubicBezTo>
                  <a:pt x="108" y="428"/>
                  <a:pt x="108" y="429"/>
                  <a:pt x="108" y="430"/>
                </a:cubicBezTo>
                <a:lnTo>
                  <a:pt x="108" y="437"/>
                </a:lnTo>
                <a:cubicBezTo>
                  <a:pt x="108" y="438"/>
                  <a:pt x="107" y="439"/>
                  <a:pt x="107" y="440"/>
                </a:cubicBezTo>
                <a:lnTo>
                  <a:pt x="103" y="449"/>
                </a:lnTo>
                <a:lnTo>
                  <a:pt x="80" y="481"/>
                </a:lnTo>
                <a:lnTo>
                  <a:pt x="77" y="489"/>
                </a:lnTo>
                <a:lnTo>
                  <a:pt x="78" y="491"/>
                </a:lnTo>
                <a:lnTo>
                  <a:pt x="86" y="494"/>
                </a:lnTo>
                <a:lnTo>
                  <a:pt x="97" y="496"/>
                </a:lnTo>
                <a:cubicBezTo>
                  <a:pt x="98" y="494"/>
                  <a:pt x="98" y="493"/>
                  <a:pt x="99" y="492"/>
                </a:cubicBezTo>
                <a:lnTo>
                  <a:pt x="104" y="487"/>
                </a:lnTo>
                <a:cubicBezTo>
                  <a:pt x="106" y="486"/>
                  <a:pt x="107" y="485"/>
                  <a:pt x="109" y="484"/>
                </a:cubicBezTo>
                <a:lnTo>
                  <a:pt x="155" y="476"/>
                </a:lnTo>
                <a:lnTo>
                  <a:pt x="176" y="466"/>
                </a:lnTo>
                <a:cubicBezTo>
                  <a:pt x="177" y="466"/>
                  <a:pt x="178" y="466"/>
                  <a:pt x="179" y="466"/>
                </a:cubicBezTo>
                <a:lnTo>
                  <a:pt x="215" y="466"/>
                </a:lnTo>
                <a:lnTo>
                  <a:pt x="229" y="469"/>
                </a:lnTo>
                <a:cubicBezTo>
                  <a:pt x="230" y="469"/>
                  <a:pt x="231" y="469"/>
                  <a:pt x="232" y="469"/>
                </a:cubicBezTo>
                <a:lnTo>
                  <a:pt x="236" y="472"/>
                </a:lnTo>
                <a:cubicBezTo>
                  <a:pt x="237" y="472"/>
                  <a:pt x="238" y="473"/>
                  <a:pt x="238" y="474"/>
                </a:cubicBezTo>
                <a:lnTo>
                  <a:pt x="241" y="478"/>
                </a:lnTo>
                <a:lnTo>
                  <a:pt x="248" y="497"/>
                </a:lnTo>
                <a:lnTo>
                  <a:pt x="265" y="529"/>
                </a:lnTo>
                <a:cubicBezTo>
                  <a:pt x="265" y="530"/>
                  <a:pt x="266" y="531"/>
                  <a:pt x="266" y="532"/>
                </a:cubicBezTo>
                <a:lnTo>
                  <a:pt x="266" y="544"/>
                </a:lnTo>
                <a:lnTo>
                  <a:pt x="263" y="559"/>
                </a:lnTo>
                <a:lnTo>
                  <a:pt x="259" y="574"/>
                </a:lnTo>
                <a:cubicBezTo>
                  <a:pt x="259" y="574"/>
                  <a:pt x="258" y="575"/>
                  <a:pt x="258" y="576"/>
                </a:cubicBezTo>
                <a:lnTo>
                  <a:pt x="254" y="582"/>
                </a:lnTo>
                <a:cubicBezTo>
                  <a:pt x="254" y="583"/>
                  <a:pt x="253" y="584"/>
                  <a:pt x="253" y="584"/>
                </a:cubicBezTo>
                <a:lnTo>
                  <a:pt x="250" y="587"/>
                </a:lnTo>
                <a:cubicBezTo>
                  <a:pt x="249" y="587"/>
                  <a:pt x="249" y="588"/>
                  <a:pt x="248" y="588"/>
                </a:cubicBezTo>
                <a:lnTo>
                  <a:pt x="243" y="591"/>
                </a:lnTo>
                <a:cubicBezTo>
                  <a:pt x="243" y="592"/>
                  <a:pt x="242" y="592"/>
                  <a:pt x="241" y="592"/>
                </a:cubicBezTo>
                <a:lnTo>
                  <a:pt x="237" y="594"/>
                </a:lnTo>
                <a:lnTo>
                  <a:pt x="236" y="599"/>
                </a:lnTo>
                <a:lnTo>
                  <a:pt x="237" y="616"/>
                </a:lnTo>
                <a:lnTo>
                  <a:pt x="240" y="624"/>
                </a:lnTo>
                <a:lnTo>
                  <a:pt x="246" y="635"/>
                </a:lnTo>
                <a:cubicBezTo>
                  <a:pt x="246" y="636"/>
                  <a:pt x="247" y="637"/>
                  <a:pt x="247" y="638"/>
                </a:cubicBezTo>
                <a:lnTo>
                  <a:pt x="247" y="643"/>
                </a:lnTo>
                <a:cubicBezTo>
                  <a:pt x="247" y="643"/>
                  <a:pt x="247" y="644"/>
                  <a:pt x="247" y="645"/>
                </a:cubicBezTo>
                <a:lnTo>
                  <a:pt x="246" y="650"/>
                </a:lnTo>
                <a:cubicBezTo>
                  <a:pt x="246" y="651"/>
                  <a:pt x="246" y="652"/>
                  <a:pt x="245" y="653"/>
                </a:cubicBezTo>
                <a:lnTo>
                  <a:pt x="238" y="664"/>
                </a:lnTo>
                <a:cubicBezTo>
                  <a:pt x="238" y="664"/>
                  <a:pt x="237" y="665"/>
                  <a:pt x="236" y="665"/>
                </a:cubicBezTo>
                <a:lnTo>
                  <a:pt x="226" y="672"/>
                </a:lnTo>
                <a:lnTo>
                  <a:pt x="225" y="675"/>
                </a:lnTo>
                <a:lnTo>
                  <a:pt x="231" y="698"/>
                </a:lnTo>
                <a:lnTo>
                  <a:pt x="234" y="709"/>
                </a:lnTo>
                <a:lnTo>
                  <a:pt x="236" y="711"/>
                </a:lnTo>
                <a:lnTo>
                  <a:pt x="240" y="713"/>
                </a:lnTo>
                <a:lnTo>
                  <a:pt x="256" y="713"/>
                </a:lnTo>
                <a:lnTo>
                  <a:pt x="263" y="706"/>
                </a:lnTo>
                <a:cubicBezTo>
                  <a:pt x="264" y="705"/>
                  <a:pt x="265" y="704"/>
                  <a:pt x="267" y="704"/>
                </a:cubicBezTo>
                <a:lnTo>
                  <a:pt x="270" y="703"/>
                </a:lnTo>
                <a:cubicBezTo>
                  <a:pt x="271" y="703"/>
                  <a:pt x="272" y="703"/>
                  <a:pt x="274" y="703"/>
                </a:cubicBezTo>
                <a:lnTo>
                  <a:pt x="286" y="706"/>
                </a:lnTo>
                <a:cubicBezTo>
                  <a:pt x="287" y="706"/>
                  <a:pt x="288" y="707"/>
                  <a:pt x="289" y="707"/>
                </a:cubicBezTo>
                <a:lnTo>
                  <a:pt x="297" y="713"/>
                </a:lnTo>
                <a:cubicBezTo>
                  <a:pt x="298" y="714"/>
                  <a:pt x="298" y="714"/>
                  <a:pt x="299" y="715"/>
                </a:cubicBezTo>
                <a:lnTo>
                  <a:pt x="304" y="722"/>
                </a:lnTo>
                <a:cubicBezTo>
                  <a:pt x="304" y="723"/>
                  <a:pt x="304" y="724"/>
                  <a:pt x="304" y="724"/>
                </a:cubicBezTo>
                <a:lnTo>
                  <a:pt x="306" y="730"/>
                </a:lnTo>
                <a:cubicBezTo>
                  <a:pt x="306" y="731"/>
                  <a:pt x="306" y="731"/>
                  <a:pt x="306" y="732"/>
                </a:cubicBezTo>
                <a:lnTo>
                  <a:pt x="307" y="738"/>
                </a:lnTo>
                <a:lnTo>
                  <a:pt x="308" y="739"/>
                </a:lnTo>
                <a:lnTo>
                  <a:pt x="330" y="749"/>
                </a:lnTo>
                <a:cubicBezTo>
                  <a:pt x="331" y="750"/>
                  <a:pt x="331" y="750"/>
                  <a:pt x="332" y="751"/>
                </a:cubicBezTo>
                <a:lnTo>
                  <a:pt x="340" y="758"/>
                </a:lnTo>
                <a:cubicBezTo>
                  <a:pt x="341" y="759"/>
                  <a:pt x="342" y="759"/>
                  <a:pt x="342" y="760"/>
                </a:cubicBezTo>
                <a:lnTo>
                  <a:pt x="347" y="768"/>
                </a:lnTo>
                <a:cubicBezTo>
                  <a:pt x="348" y="768"/>
                  <a:pt x="348" y="769"/>
                  <a:pt x="348" y="770"/>
                </a:cubicBezTo>
                <a:lnTo>
                  <a:pt x="351" y="782"/>
                </a:lnTo>
                <a:lnTo>
                  <a:pt x="352" y="780"/>
                </a:lnTo>
                <a:cubicBezTo>
                  <a:pt x="353" y="779"/>
                  <a:pt x="354" y="777"/>
                  <a:pt x="356" y="777"/>
                </a:cubicBezTo>
                <a:lnTo>
                  <a:pt x="364" y="773"/>
                </a:lnTo>
                <a:cubicBezTo>
                  <a:pt x="366" y="772"/>
                  <a:pt x="368" y="772"/>
                  <a:pt x="370" y="773"/>
                </a:cubicBezTo>
                <a:lnTo>
                  <a:pt x="388" y="779"/>
                </a:lnTo>
                <a:cubicBezTo>
                  <a:pt x="390" y="780"/>
                  <a:pt x="392" y="783"/>
                  <a:pt x="393" y="786"/>
                </a:cubicBezTo>
                <a:lnTo>
                  <a:pt x="395" y="797"/>
                </a:lnTo>
                <a:lnTo>
                  <a:pt x="397" y="802"/>
                </a:lnTo>
                <a:cubicBezTo>
                  <a:pt x="397" y="803"/>
                  <a:pt x="397" y="804"/>
                  <a:pt x="397" y="805"/>
                </a:cubicBezTo>
                <a:lnTo>
                  <a:pt x="397" y="807"/>
                </a:lnTo>
                <a:cubicBezTo>
                  <a:pt x="397" y="809"/>
                  <a:pt x="397" y="810"/>
                  <a:pt x="397" y="811"/>
                </a:cubicBezTo>
                <a:lnTo>
                  <a:pt x="424" y="819"/>
                </a:lnTo>
                <a:cubicBezTo>
                  <a:pt x="426" y="819"/>
                  <a:pt x="428" y="821"/>
                  <a:pt x="429" y="824"/>
                </a:cubicBezTo>
                <a:lnTo>
                  <a:pt x="435" y="845"/>
                </a:lnTo>
                <a:lnTo>
                  <a:pt x="435" y="851"/>
                </a:lnTo>
                <a:lnTo>
                  <a:pt x="434" y="859"/>
                </a:lnTo>
                <a:cubicBezTo>
                  <a:pt x="434" y="860"/>
                  <a:pt x="433" y="861"/>
                  <a:pt x="433" y="862"/>
                </a:cubicBezTo>
                <a:lnTo>
                  <a:pt x="428" y="869"/>
                </a:lnTo>
                <a:lnTo>
                  <a:pt x="433" y="867"/>
                </a:lnTo>
                <a:lnTo>
                  <a:pt x="443" y="864"/>
                </a:lnTo>
                <a:lnTo>
                  <a:pt x="461" y="846"/>
                </a:lnTo>
                <a:cubicBezTo>
                  <a:pt x="462" y="844"/>
                  <a:pt x="464" y="844"/>
                  <a:pt x="466" y="844"/>
                </a:cubicBezTo>
                <a:lnTo>
                  <a:pt x="473" y="845"/>
                </a:lnTo>
                <a:lnTo>
                  <a:pt x="472" y="841"/>
                </a:lnTo>
                <a:cubicBezTo>
                  <a:pt x="471" y="839"/>
                  <a:pt x="472" y="837"/>
                  <a:pt x="473" y="835"/>
                </a:cubicBezTo>
                <a:lnTo>
                  <a:pt x="476" y="831"/>
                </a:lnTo>
                <a:cubicBezTo>
                  <a:pt x="478" y="829"/>
                  <a:pt x="481" y="828"/>
                  <a:pt x="484" y="828"/>
                </a:cubicBezTo>
                <a:lnTo>
                  <a:pt x="489" y="829"/>
                </a:lnTo>
                <a:cubicBezTo>
                  <a:pt x="491" y="830"/>
                  <a:pt x="493" y="831"/>
                  <a:pt x="494" y="833"/>
                </a:cubicBezTo>
                <a:cubicBezTo>
                  <a:pt x="496" y="833"/>
                  <a:pt x="498" y="833"/>
                  <a:pt x="500" y="833"/>
                </a:cubicBezTo>
                <a:lnTo>
                  <a:pt x="507" y="836"/>
                </a:lnTo>
                <a:lnTo>
                  <a:pt x="505" y="833"/>
                </a:lnTo>
                <a:cubicBezTo>
                  <a:pt x="504" y="831"/>
                  <a:pt x="504" y="829"/>
                  <a:pt x="505" y="827"/>
                </a:cubicBezTo>
                <a:lnTo>
                  <a:pt x="507" y="821"/>
                </a:lnTo>
                <a:cubicBezTo>
                  <a:pt x="507" y="820"/>
                  <a:pt x="508" y="819"/>
                  <a:pt x="508" y="818"/>
                </a:cubicBezTo>
                <a:lnTo>
                  <a:pt x="518" y="807"/>
                </a:lnTo>
                <a:lnTo>
                  <a:pt x="528" y="788"/>
                </a:lnTo>
                <a:cubicBezTo>
                  <a:pt x="529" y="786"/>
                  <a:pt x="531" y="784"/>
                  <a:pt x="534" y="784"/>
                </a:cubicBezTo>
                <a:cubicBezTo>
                  <a:pt x="537" y="784"/>
                  <a:pt x="539" y="785"/>
                  <a:pt x="541" y="787"/>
                </a:cubicBezTo>
                <a:lnTo>
                  <a:pt x="542" y="789"/>
                </a:lnTo>
                <a:lnTo>
                  <a:pt x="547" y="778"/>
                </a:lnTo>
                <a:cubicBezTo>
                  <a:pt x="548" y="777"/>
                  <a:pt x="549" y="776"/>
                  <a:pt x="551" y="775"/>
                </a:cubicBezTo>
                <a:lnTo>
                  <a:pt x="554" y="774"/>
                </a:lnTo>
                <a:lnTo>
                  <a:pt x="564" y="771"/>
                </a:lnTo>
                <a:lnTo>
                  <a:pt x="567" y="768"/>
                </a:lnTo>
                <a:lnTo>
                  <a:pt x="569" y="764"/>
                </a:lnTo>
                <a:cubicBezTo>
                  <a:pt x="569" y="763"/>
                  <a:pt x="569" y="762"/>
                  <a:pt x="570" y="761"/>
                </a:cubicBezTo>
                <a:lnTo>
                  <a:pt x="575" y="755"/>
                </a:lnTo>
                <a:lnTo>
                  <a:pt x="577" y="750"/>
                </a:lnTo>
                <a:lnTo>
                  <a:pt x="582" y="741"/>
                </a:lnTo>
                <a:cubicBezTo>
                  <a:pt x="582" y="740"/>
                  <a:pt x="583" y="739"/>
                  <a:pt x="585" y="738"/>
                </a:cubicBezTo>
                <a:lnTo>
                  <a:pt x="596" y="731"/>
                </a:lnTo>
                <a:lnTo>
                  <a:pt x="605" y="724"/>
                </a:lnTo>
                <a:lnTo>
                  <a:pt x="611" y="716"/>
                </a:lnTo>
                <a:lnTo>
                  <a:pt x="636" y="690"/>
                </a:lnTo>
                <a:lnTo>
                  <a:pt x="639" y="684"/>
                </a:lnTo>
                <a:lnTo>
                  <a:pt x="641" y="673"/>
                </a:lnTo>
                <a:lnTo>
                  <a:pt x="640" y="662"/>
                </a:lnTo>
                <a:lnTo>
                  <a:pt x="640" y="657"/>
                </a:lnTo>
                <a:lnTo>
                  <a:pt x="640" y="657"/>
                </a:lnTo>
                <a:lnTo>
                  <a:pt x="634" y="651"/>
                </a:lnTo>
                <a:cubicBezTo>
                  <a:pt x="633" y="650"/>
                  <a:pt x="632" y="649"/>
                  <a:pt x="631" y="648"/>
                </a:cubicBezTo>
                <a:lnTo>
                  <a:pt x="630" y="642"/>
                </a:lnTo>
                <a:cubicBezTo>
                  <a:pt x="629" y="639"/>
                  <a:pt x="629" y="637"/>
                  <a:pt x="631" y="635"/>
                </a:cubicBezTo>
                <a:cubicBezTo>
                  <a:pt x="632" y="633"/>
                  <a:pt x="635" y="632"/>
                  <a:pt x="637" y="631"/>
                </a:cubicBezTo>
                <a:lnTo>
                  <a:pt x="641" y="631"/>
                </a:lnTo>
                <a:cubicBezTo>
                  <a:pt x="642" y="631"/>
                  <a:pt x="644" y="632"/>
                  <a:pt x="645" y="632"/>
                </a:cubicBezTo>
                <a:lnTo>
                  <a:pt x="652" y="636"/>
                </a:lnTo>
                <a:cubicBezTo>
                  <a:pt x="653" y="637"/>
                  <a:pt x="654" y="637"/>
                  <a:pt x="654" y="638"/>
                </a:cubicBezTo>
                <a:lnTo>
                  <a:pt x="655" y="638"/>
                </a:lnTo>
                <a:lnTo>
                  <a:pt x="655" y="638"/>
                </a:lnTo>
                <a:cubicBezTo>
                  <a:pt x="657" y="636"/>
                  <a:pt x="660" y="635"/>
                  <a:pt x="663" y="636"/>
                </a:cubicBezTo>
                <a:lnTo>
                  <a:pt x="673" y="638"/>
                </a:lnTo>
                <a:lnTo>
                  <a:pt x="687" y="628"/>
                </a:lnTo>
                <a:lnTo>
                  <a:pt x="705" y="612"/>
                </a:lnTo>
                <a:lnTo>
                  <a:pt x="716" y="601"/>
                </a:lnTo>
                <a:lnTo>
                  <a:pt x="715" y="600"/>
                </a:lnTo>
                <a:lnTo>
                  <a:pt x="712" y="599"/>
                </a:lnTo>
                <a:lnTo>
                  <a:pt x="693" y="602"/>
                </a:lnTo>
                <a:lnTo>
                  <a:pt x="682" y="603"/>
                </a:lnTo>
                <a:cubicBezTo>
                  <a:pt x="679" y="603"/>
                  <a:pt x="675" y="600"/>
                  <a:pt x="674" y="596"/>
                </a:cubicBezTo>
                <a:cubicBezTo>
                  <a:pt x="674" y="592"/>
                  <a:pt x="676" y="588"/>
                  <a:pt x="679" y="587"/>
                </a:cubicBezTo>
                <a:lnTo>
                  <a:pt x="690" y="583"/>
                </a:lnTo>
                <a:cubicBezTo>
                  <a:pt x="691" y="582"/>
                  <a:pt x="692" y="582"/>
                  <a:pt x="693" y="582"/>
                </a:cubicBezTo>
                <a:lnTo>
                  <a:pt x="693" y="582"/>
                </a:lnTo>
                <a:lnTo>
                  <a:pt x="681" y="578"/>
                </a:lnTo>
                <a:cubicBezTo>
                  <a:pt x="679" y="577"/>
                  <a:pt x="678" y="576"/>
                  <a:pt x="677" y="575"/>
                </a:cubicBezTo>
                <a:lnTo>
                  <a:pt x="675" y="573"/>
                </a:lnTo>
                <a:cubicBezTo>
                  <a:pt x="674" y="571"/>
                  <a:pt x="674" y="569"/>
                  <a:pt x="674" y="566"/>
                </a:cubicBezTo>
                <a:lnTo>
                  <a:pt x="675" y="562"/>
                </a:lnTo>
                <a:cubicBezTo>
                  <a:pt x="676" y="561"/>
                  <a:pt x="676" y="561"/>
                  <a:pt x="676" y="560"/>
                </a:cubicBezTo>
                <a:lnTo>
                  <a:pt x="679" y="556"/>
                </a:lnTo>
                <a:cubicBezTo>
                  <a:pt x="680" y="555"/>
                  <a:pt x="680" y="554"/>
                  <a:pt x="681" y="553"/>
                </a:cubicBezTo>
                <a:lnTo>
                  <a:pt x="684" y="552"/>
                </a:lnTo>
                <a:cubicBezTo>
                  <a:pt x="686" y="550"/>
                  <a:pt x="688" y="550"/>
                  <a:pt x="690" y="550"/>
                </a:cubicBezTo>
                <a:lnTo>
                  <a:pt x="740" y="557"/>
                </a:lnTo>
                <a:lnTo>
                  <a:pt x="755" y="554"/>
                </a:lnTo>
                <a:lnTo>
                  <a:pt x="762" y="549"/>
                </a:lnTo>
                <a:lnTo>
                  <a:pt x="764" y="543"/>
                </a:lnTo>
                <a:cubicBezTo>
                  <a:pt x="765" y="542"/>
                  <a:pt x="765" y="541"/>
                  <a:pt x="766" y="541"/>
                </a:cubicBezTo>
                <a:lnTo>
                  <a:pt x="768" y="537"/>
                </a:lnTo>
                <a:lnTo>
                  <a:pt x="741" y="527"/>
                </a:lnTo>
                <a:lnTo>
                  <a:pt x="733" y="527"/>
                </a:ln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7" name="Freeform 183">
            <a:extLst>
              <a:ext uri="{FF2B5EF4-FFF2-40B4-BE49-F238E27FC236}">
                <a16:creationId xmlns:a16="http://schemas.microsoft.com/office/drawing/2014/main" xmlns="" id="{4ECD7C11-97A0-47A4-8A42-147888BA6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315" y="6148511"/>
            <a:ext cx="3560" cy="5339"/>
          </a:xfrm>
          <a:custGeom>
            <a:avLst/>
            <a:gdLst>
              <a:gd name="T0" fmla="*/ 2 w 10"/>
              <a:gd name="T1" fmla="*/ 3 h 15"/>
              <a:gd name="T2" fmla="*/ 2 w 10"/>
              <a:gd name="T3" fmla="*/ 0 h 15"/>
              <a:gd name="T4" fmla="*/ 0 w 10"/>
              <a:gd name="T5" fmla="*/ 5 h 15"/>
              <a:gd name="T6" fmla="*/ 6 w 10"/>
              <a:gd name="T7" fmla="*/ 14 h 15"/>
              <a:gd name="T8" fmla="*/ 9 w 10"/>
              <a:gd name="T9" fmla="*/ 9 h 15"/>
              <a:gd name="T10" fmla="*/ 2 w 10"/>
              <a:gd name="T11" fmla="*/ 3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" h="15">
                <a:moveTo>
                  <a:pt x="2" y="3"/>
                </a:moveTo>
                <a:cubicBezTo>
                  <a:pt x="2" y="2"/>
                  <a:pt x="2" y="1"/>
                  <a:pt x="2" y="0"/>
                </a:cubicBezTo>
                <a:lnTo>
                  <a:pt x="0" y="5"/>
                </a:lnTo>
                <a:lnTo>
                  <a:pt x="6" y="14"/>
                </a:lnTo>
                <a:lnTo>
                  <a:pt x="9" y="9"/>
                </a:lnTo>
                <a:cubicBezTo>
                  <a:pt x="5" y="9"/>
                  <a:pt x="3" y="6"/>
                  <a:pt x="2" y="3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58" name="Freeform 184">
            <a:extLst>
              <a:ext uri="{FF2B5EF4-FFF2-40B4-BE49-F238E27FC236}">
                <a16:creationId xmlns:a16="http://schemas.microsoft.com/office/drawing/2014/main" xmlns="" id="{C1BD8C6C-D287-45C8-9E4A-A4FA4C9FB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788" y="5564683"/>
            <a:ext cx="156637" cy="272334"/>
          </a:xfrm>
          <a:custGeom>
            <a:avLst/>
            <a:gdLst>
              <a:gd name="T0" fmla="*/ 382 w 386"/>
              <a:gd name="T1" fmla="*/ 434 h 675"/>
              <a:gd name="T2" fmla="*/ 374 w 386"/>
              <a:gd name="T3" fmla="*/ 374 h 675"/>
              <a:gd name="T4" fmla="*/ 378 w 386"/>
              <a:gd name="T5" fmla="*/ 343 h 675"/>
              <a:gd name="T6" fmla="*/ 347 w 386"/>
              <a:gd name="T7" fmla="*/ 305 h 675"/>
              <a:gd name="T8" fmla="*/ 300 w 386"/>
              <a:gd name="T9" fmla="*/ 265 h 675"/>
              <a:gd name="T10" fmla="*/ 300 w 386"/>
              <a:gd name="T11" fmla="*/ 215 h 675"/>
              <a:gd name="T12" fmla="*/ 253 w 386"/>
              <a:gd name="T13" fmla="*/ 149 h 675"/>
              <a:gd name="T14" fmla="*/ 228 w 386"/>
              <a:gd name="T15" fmla="*/ 90 h 675"/>
              <a:gd name="T16" fmla="*/ 197 w 386"/>
              <a:gd name="T17" fmla="*/ 61 h 675"/>
              <a:gd name="T18" fmla="*/ 192 w 386"/>
              <a:gd name="T19" fmla="*/ 55 h 675"/>
              <a:gd name="T20" fmla="*/ 189 w 386"/>
              <a:gd name="T21" fmla="*/ 36 h 675"/>
              <a:gd name="T22" fmla="*/ 176 w 386"/>
              <a:gd name="T23" fmla="*/ 0 h 675"/>
              <a:gd name="T24" fmla="*/ 171 w 386"/>
              <a:gd name="T25" fmla="*/ 26 h 675"/>
              <a:gd name="T26" fmla="*/ 167 w 386"/>
              <a:gd name="T27" fmla="*/ 41 h 675"/>
              <a:gd name="T28" fmla="*/ 159 w 386"/>
              <a:gd name="T29" fmla="*/ 49 h 675"/>
              <a:gd name="T30" fmla="*/ 62 w 386"/>
              <a:gd name="T31" fmla="*/ 69 h 675"/>
              <a:gd name="T32" fmla="*/ 47 w 386"/>
              <a:gd name="T33" fmla="*/ 55 h 675"/>
              <a:gd name="T34" fmla="*/ 70 w 386"/>
              <a:gd name="T35" fmla="*/ 94 h 675"/>
              <a:gd name="T36" fmla="*/ 89 w 386"/>
              <a:gd name="T37" fmla="*/ 107 h 675"/>
              <a:gd name="T38" fmla="*/ 111 w 386"/>
              <a:gd name="T39" fmla="*/ 150 h 675"/>
              <a:gd name="T40" fmla="*/ 108 w 386"/>
              <a:gd name="T41" fmla="*/ 163 h 675"/>
              <a:gd name="T42" fmla="*/ 66 w 386"/>
              <a:gd name="T43" fmla="*/ 240 h 675"/>
              <a:gd name="T44" fmla="*/ 55 w 386"/>
              <a:gd name="T45" fmla="*/ 278 h 675"/>
              <a:gd name="T46" fmla="*/ 58 w 386"/>
              <a:gd name="T47" fmla="*/ 282 h 675"/>
              <a:gd name="T48" fmla="*/ 91 w 386"/>
              <a:gd name="T49" fmla="*/ 343 h 675"/>
              <a:gd name="T50" fmla="*/ 115 w 386"/>
              <a:gd name="T51" fmla="*/ 384 h 675"/>
              <a:gd name="T52" fmla="*/ 114 w 386"/>
              <a:gd name="T53" fmla="*/ 458 h 675"/>
              <a:gd name="T54" fmla="*/ 104 w 386"/>
              <a:gd name="T55" fmla="*/ 476 h 675"/>
              <a:gd name="T56" fmla="*/ 59 w 386"/>
              <a:gd name="T57" fmla="*/ 477 h 675"/>
              <a:gd name="T58" fmla="*/ 49 w 386"/>
              <a:gd name="T59" fmla="*/ 533 h 675"/>
              <a:gd name="T60" fmla="*/ 27 w 386"/>
              <a:gd name="T61" fmla="*/ 510 h 675"/>
              <a:gd name="T62" fmla="*/ 16 w 386"/>
              <a:gd name="T63" fmla="*/ 478 h 675"/>
              <a:gd name="T64" fmla="*/ 1 w 386"/>
              <a:gd name="T65" fmla="*/ 527 h 675"/>
              <a:gd name="T66" fmla="*/ 9 w 386"/>
              <a:gd name="T67" fmla="*/ 549 h 675"/>
              <a:gd name="T68" fmla="*/ 18 w 386"/>
              <a:gd name="T69" fmla="*/ 577 h 675"/>
              <a:gd name="T70" fmla="*/ 29 w 386"/>
              <a:gd name="T71" fmla="*/ 616 h 675"/>
              <a:gd name="T72" fmla="*/ 26 w 386"/>
              <a:gd name="T73" fmla="*/ 647 h 675"/>
              <a:gd name="T74" fmla="*/ 36 w 386"/>
              <a:gd name="T75" fmla="*/ 671 h 675"/>
              <a:gd name="T76" fmla="*/ 54 w 386"/>
              <a:gd name="T77" fmla="*/ 652 h 675"/>
              <a:gd name="T78" fmla="*/ 73 w 386"/>
              <a:gd name="T79" fmla="*/ 615 h 675"/>
              <a:gd name="T80" fmla="*/ 87 w 386"/>
              <a:gd name="T81" fmla="*/ 596 h 675"/>
              <a:gd name="T82" fmla="*/ 97 w 386"/>
              <a:gd name="T83" fmla="*/ 576 h 675"/>
              <a:gd name="T84" fmla="*/ 114 w 386"/>
              <a:gd name="T85" fmla="*/ 541 h 675"/>
              <a:gd name="T86" fmla="*/ 134 w 386"/>
              <a:gd name="T87" fmla="*/ 532 h 675"/>
              <a:gd name="T88" fmla="*/ 198 w 386"/>
              <a:gd name="T89" fmla="*/ 538 h 675"/>
              <a:gd name="T90" fmla="*/ 198 w 386"/>
              <a:gd name="T91" fmla="*/ 511 h 675"/>
              <a:gd name="T92" fmla="*/ 215 w 386"/>
              <a:gd name="T93" fmla="*/ 494 h 675"/>
              <a:gd name="T94" fmla="*/ 243 w 386"/>
              <a:gd name="T95" fmla="*/ 513 h 675"/>
              <a:gd name="T96" fmla="*/ 261 w 386"/>
              <a:gd name="T97" fmla="*/ 546 h 675"/>
              <a:gd name="T98" fmla="*/ 275 w 386"/>
              <a:gd name="T99" fmla="*/ 553 h 675"/>
              <a:gd name="T100" fmla="*/ 288 w 386"/>
              <a:gd name="T101" fmla="*/ 573 h 675"/>
              <a:gd name="T102" fmla="*/ 288 w 386"/>
              <a:gd name="T103" fmla="*/ 586 h 675"/>
              <a:gd name="T104" fmla="*/ 321 w 386"/>
              <a:gd name="T105" fmla="*/ 545 h 675"/>
              <a:gd name="T106" fmla="*/ 337 w 386"/>
              <a:gd name="T107" fmla="*/ 524 h 675"/>
              <a:gd name="T108" fmla="*/ 339 w 386"/>
              <a:gd name="T109" fmla="*/ 513 h 675"/>
              <a:gd name="T110" fmla="*/ 351 w 386"/>
              <a:gd name="T111" fmla="*/ 497 h 675"/>
              <a:gd name="T112" fmla="*/ 372 w 386"/>
              <a:gd name="T113" fmla="*/ 485 h 675"/>
              <a:gd name="T114" fmla="*/ 382 w 386"/>
              <a:gd name="T115" fmla="*/ 482 h 675"/>
              <a:gd name="T116" fmla="*/ 380 w 386"/>
              <a:gd name="T117" fmla="*/ 449 h 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86" h="675">
                <a:moveTo>
                  <a:pt x="382" y="444"/>
                </a:moveTo>
                <a:lnTo>
                  <a:pt x="385" y="441"/>
                </a:lnTo>
                <a:lnTo>
                  <a:pt x="382" y="434"/>
                </a:lnTo>
                <a:lnTo>
                  <a:pt x="380" y="426"/>
                </a:lnTo>
                <a:lnTo>
                  <a:pt x="377" y="413"/>
                </a:lnTo>
                <a:lnTo>
                  <a:pt x="374" y="374"/>
                </a:lnTo>
                <a:lnTo>
                  <a:pt x="375" y="365"/>
                </a:lnTo>
                <a:lnTo>
                  <a:pt x="378" y="356"/>
                </a:lnTo>
                <a:lnTo>
                  <a:pt x="378" y="343"/>
                </a:lnTo>
                <a:lnTo>
                  <a:pt x="378" y="338"/>
                </a:lnTo>
                <a:lnTo>
                  <a:pt x="373" y="335"/>
                </a:lnTo>
                <a:lnTo>
                  <a:pt x="347" y="305"/>
                </a:lnTo>
                <a:lnTo>
                  <a:pt x="313" y="280"/>
                </a:lnTo>
                <a:lnTo>
                  <a:pt x="304" y="271"/>
                </a:lnTo>
                <a:lnTo>
                  <a:pt x="300" y="265"/>
                </a:lnTo>
                <a:lnTo>
                  <a:pt x="297" y="257"/>
                </a:lnTo>
                <a:lnTo>
                  <a:pt x="296" y="242"/>
                </a:lnTo>
                <a:lnTo>
                  <a:pt x="300" y="215"/>
                </a:lnTo>
                <a:lnTo>
                  <a:pt x="298" y="203"/>
                </a:lnTo>
                <a:lnTo>
                  <a:pt x="278" y="182"/>
                </a:lnTo>
                <a:lnTo>
                  <a:pt x="253" y="149"/>
                </a:lnTo>
                <a:lnTo>
                  <a:pt x="240" y="121"/>
                </a:lnTo>
                <a:lnTo>
                  <a:pt x="236" y="107"/>
                </a:lnTo>
                <a:lnTo>
                  <a:pt x="228" y="90"/>
                </a:lnTo>
                <a:lnTo>
                  <a:pt x="215" y="72"/>
                </a:lnTo>
                <a:lnTo>
                  <a:pt x="210" y="68"/>
                </a:lnTo>
                <a:lnTo>
                  <a:pt x="197" y="61"/>
                </a:lnTo>
                <a:cubicBezTo>
                  <a:pt x="196" y="60"/>
                  <a:pt x="196" y="60"/>
                  <a:pt x="195" y="59"/>
                </a:cubicBezTo>
                <a:lnTo>
                  <a:pt x="193" y="57"/>
                </a:lnTo>
                <a:cubicBezTo>
                  <a:pt x="193" y="56"/>
                  <a:pt x="192" y="56"/>
                  <a:pt x="192" y="55"/>
                </a:cubicBezTo>
                <a:lnTo>
                  <a:pt x="190" y="50"/>
                </a:lnTo>
                <a:cubicBezTo>
                  <a:pt x="190" y="49"/>
                  <a:pt x="190" y="48"/>
                  <a:pt x="190" y="47"/>
                </a:cubicBezTo>
                <a:lnTo>
                  <a:pt x="189" y="36"/>
                </a:lnTo>
                <a:lnTo>
                  <a:pt x="185" y="20"/>
                </a:lnTo>
                <a:lnTo>
                  <a:pt x="180" y="11"/>
                </a:lnTo>
                <a:lnTo>
                  <a:pt x="176" y="0"/>
                </a:lnTo>
                <a:lnTo>
                  <a:pt x="171" y="7"/>
                </a:lnTo>
                <a:lnTo>
                  <a:pt x="170" y="10"/>
                </a:lnTo>
                <a:lnTo>
                  <a:pt x="171" y="26"/>
                </a:lnTo>
                <a:lnTo>
                  <a:pt x="169" y="36"/>
                </a:lnTo>
                <a:cubicBezTo>
                  <a:pt x="169" y="36"/>
                  <a:pt x="169" y="37"/>
                  <a:pt x="169" y="38"/>
                </a:cubicBezTo>
                <a:lnTo>
                  <a:pt x="167" y="41"/>
                </a:lnTo>
                <a:cubicBezTo>
                  <a:pt x="167" y="42"/>
                  <a:pt x="166" y="43"/>
                  <a:pt x="165" y="44"/>
                </a:cubicBezTo>
                <a:lnTo>
                  <a:pt x="161" y="48"/>
                </a:lnTo>
                <a:cubicBezTo>
                  <a:pt x="161" y="48"/>
                  <a:pt x="160" y="49"/>
                  <a:pt x="159" y="49"/>
                </a:cubicBezTo>
                <a:lnTo>
                  <a:pt x="88" y="75"/>
                </a:lnTo>
                <a:cubicBezTo>
                  <a:pt x="86" y="76"/>
                  <a:pt x="84" y="76"/>
                  <a:pt x="83" y="76"/>
                </a:cubicBezTo>
                <a:lnTo>
                  <a:pt x="62" y="69"/>
                </a:lnTo>
                <a:cubicBezTo>
                  <a:pt x="62" y="69"/>
                  <a:pt x="61" y="68"/>
                  <a:pt x="60" y="68"/>
                </a:cubicBezTo>
                <a:lnTo>
                  <a:pt x="58" y="66"/>
                </a:lnTo>
                <a:lnTo>
                  <a:pt x="47" y="55"/>
                </a:lnTo>
                <a:lnTo>
                  <a:pt x="43" y="74"/>
                </a:lnTo>
                <a:lnTo>
                  <a:pt x="38" y="89"/>
                </a:lnTo>
                <a:lnTo>
                  <a:pt x="70" y="94"/>
                </a:lnTo>
                <a:lnTo>
                  <a:pt x="78" y="96"/>
                </a:lnTo>
                <a:cubicBezTo>
                  <a:pt x="79" y="97"/>
                  <a:pt x="80" y="97"/>
                  <a:pt x="81" y="98"/>
                </a:cubicBezTo>
                <a:lnTo>
                  <a:pt x="89" y="107"/>
                </a:lnTo>
                <a:lnTo>
                  <a:pt x="109" y="136"/>
                </a:lnTo>
                <a:cubicBezTo>
                  <a:pt x="110" y="137"/>
                  <a:pt x="111" y="138"/>
                  <a:pt x="111" y="140"/>
                </a:cubicBezTo>
                <a:lnTo>
                  <a:pt x="111" y="150"/>
                </a:lnTo>
                <a:cubicBezTo>
                  <a:pt x="111" y="151"/>
                  <a:pt x="111" y="152"/>
                  <a:pt x="111" y="152"/>
                </a:cubicBezTo>
                <a:lnTo>
                  <a:pt x="111" y="156"/>
                </a:lnTo>
                <a:lnTo>
                  <a:pt x="108" y="163"/>
                </a:lnTo>
                <a:lnTo>
                  <a:pt x="78" y="211"/>
                </a:lnTo>
                <a:lnTo>
                  <a:pt x="73" y="221"/>
                </a:lnTo>
                <a:lnTo>
                  <a:pt x="66" y="240"/>
                </a:lnTo>
                <a:lnTo>
                  <a:pt x="60" y="270"/>
                </a:lnTo>
                <a:cubicBezTo>
                  <a:pt x="60" y="270"/>
                  <a:pt x="59" y="271"/>
                  <a:pt x="59" y="272"/>
                </a:cubicBezTo>
                <a:lnTo>
                  <a:pt x="55" y="278"/>
                </a:lnTo>
                <a:cubicBezTo>
                  <a:pt x="54" y="278"/>
                  <a:pt x="54" y="278"/>
                  <a:pt x="54" y="279"/>
                </a:cubicBezTo>
                <a:lnTo>
                  <a:pt x="56" y="281"/>
                </a:lnTo>
                <a:cubicBezTo>
                  <a:pt x="57" y="281"/>
                  <a:pt x="57" y="282"/>
                  <a:pt x="58" y="282"/>
                </a:cubicBezTo>
                <a:lnTo>
                  <a:pt x="62" y="288"/>
                </a:lnTo>
                <a:lnTo>
                  <a:pt x="69" y="304"/>
                </a:lnTo>
                <a:lnTo>
                  <a:pt x="91" y="343"/>
                </a:lnTo>
                <a:lnTo>
                  <a:pt x="112" y="371"/>
                </a:lnTo>
                <a:cubicBezTo>
                  <a:pt x="112" y="372"/>
                  <a:pt x="113" y="373"/>
                  <a:pt x="113" y="374"/>
                </a:cubicBezTo>
                <a:lnTo>
                  <a:pt x="115" y="384"/>
                </a:lnTo>
                <a:lnTo>
                  <a:pt x="115" y="449"/>
                </a:lnTo>
                <a:lnTo>
                  <a:pt x="115" y="455"/>
                </a:lnTo>
                <a:cubicBezTo>
                  <a:pt x="115" y="456"/>
                  <a:pt x="114" y="457"/>
                  <a:pt x="114" y="458"/>
                </a:cubicBezTo>
                <a:lnTo>
                  <a:pt x="109" y="469"/>
                </a:lnTo>
                <a:lnTo>
                  <a:pt x="106" y="474"/>
                </a:lnTo>
                <a:cubicBezTo>
                  <a:pt x="105" y="475"/>
                  <a:pt x="105" y="476"/>
                  <a:pt x="104" y="476"/>
                </a:cubicBezTo>
                <a:lnTo>
                  <a:pt x="93" y="482"/>
                </a:lnTo>
                <a:cubicBezTo>
                  <a:pt x="92" y="483"/>
                  <a:pt x="90" y="484"/>
                  <a:pt x="88" y="483"/>
                </a:cubicBezTo>
                <a:lnTo>
                  <a:pt x="59" y="477"/>
                </a:lnTo>
                <a:lnTo>
                  <a:pt x="58" y="487"/>
                </a:lnTo>
                <a:lnTo>
                  <a:pt x="52" y="511"/>
                </a:lnTo>
                <a:lnTo>
                  <a:pt x="49" y="533"/>
                </a:lnTo>
                <a:cubicBezTo>
                  <a:pt x="48" y="537"/>
                  <a:pt x="45" y="540"/>
                  <a:pt x="41" y="540"/>
                </a:cubicBezTo>
                <a:cubicBezTo>
                  <a:pt x="38" y="540"/>
                  <a:pt x="34" y="538"/>
                  <a:pt x="33" y="534"/>
                </a:cubicBezTo>
                <a:lnTo>
                  <a:pt x="27" y="510"/>
                </a:lnTo>
                <a:lnTo>
                  <a:pt x="21" y="479"/>
                </a:lnTo>
                <a:lnTo>
                  <a:pt x="19" y="474"/>
                </a:lnTo>
                <a:lnTo>
                  <a:pt x="16" y="478"/>
                </a:lnTo>
                <a:lnTo>
                  <a:pt x="13" y="488"/>
                </a:lnTo>
                <a:lnTo>
                  <a:pt x="5" y="517"/>
                </a:lnTo>
                <a:lnTo>
                  <a:pt x="1" y="527"/>
                </a:lnTo>
                <a:lnTo>
                  <a:pt x="0" y="538"/>
                </a:lnTo>
                <a:lnTo>
                  <a:pt x="4" y="551"/>
                </a:lnTo>
                <a:cubicBezTo>
                  <a:pt x="5" y="550"/>
                  <a:pt x="7" y="549"/>
                  <a:pt x="9" y="549"/>
                </a:cubicBezTo>
                <a:cubicBezTo>
                  <a:pt x="10" y="549"/>
                  <a:pt x="10" y="549"/>
                  <a:pt x="11" y="549"/>
                </a:cubicBezTo>
                <a:cubicBezTo>
                  <a:pt x="14" y="550"/>
                  <a:pt x="17" y="553"/>
                  <a:pt x="17" y="557"/>
                </a:cubicBezTo>
                <a:lnTo>
                  <a:pt x="18" y="577"/>
                </a:lnTo>
                <a:lnTo>
                  <a:pt x="20" y="592"/>
                </a:lnTo>
                <a:lnTo>
                  <a:pt x="24" y="604"/>
                </a:lnTo>
                <a:lnTo>
                  <a:pt x="29" y="616"/>
                </a:lnTo>
                <a:cubicBezTo>
                  <a:pt x="30" y="618"/>
                  <a:pt x="30" y="619"/>
                  <a:pt x="30" y="621"/>
                </a:cubicBezTo>
                <a:lnTo>
                  <a:pt x="27" y="634"/>
                </a:lnTo>
                <a:lnTo>
                  <a:pt x="26" y="647"/>
                </a:lnTo>
                <a:lnTo>
                  <a:pt x="28" y="660"/>
                </a:lnTo>
                <a:lnTo>
                  <a:pt x="33" y="674"/>
                </a:lnTo>
                <a:lnTo>
                  <a:pt x="36" y="671"/>
                </a:lnTo>
                <a:cubicBezTo>
                  <a:pt x="38" y="669"/>
                  <a:pt x="40" y="668"/>
                  <a:pt x="42" y="668"/>
                </a:cubicBezTo>
                <a:lnTo>
                  <a:pt x="49" y="661"/>
                </a:lnTo>
                <a:lnTo>
                  <a:pt x="54" y="652"/>
                </a:lnTo>
                <a:lnTo>
                  <a:pt x="56" y="646"/>
                </a:lnTo>
                <a:lnTo>
                  <a:pt x="65" y="625"/>
                </a:lnTo>
                <a:lnTo>
                  <a:pt x="73" y="615"/>
                </a:lnTo>
                <a:lnTo>
                  <a:pt x="77" y="607"/>
                </a:lnTo>
                <a:cubicBezTo>
                  <a:pt x="77" y="606"/>
                  <a:pt x="77" y="606"/>
                  <a:pt x="78" y="605"/>
                </a:cubicBezTo>
                <a:lnTo>
                  <a:pt x="87" y="596"/>
                </a:lnTo>
                <a:lnTo>
                  <a:pt x="89" y="585"/>
                </a:lnTo>
                <a:cubicBezTo>
                  <a:pt x="90" y="584"/>
                  <a:pt x="90" y="583"/>
                  <a:pt x="91" y="582"/>
                </a:cubicBezTo>
                <a:lnTo>
                  <a:pt x="97" y="576"/>
                </a:lnTo>
                <a:lnTo>
                  <a:pt x="106" y="569"/>
                </a:lnTo>
                <a:lnTo>
                  <a:pt x="109" y="563"/>
                </a:lnTo>
                <a:lnTo>
                  <a:pt x="114" y="541"/>
                </a:lnTo>
                <a:cubicBezTo>
                  <a:pt x="115" y="538"/>
                  <a:pt x="117" y="537"/>
                  <a:pt x="119" y="536"/>
                </a:cubicBezTo>
                <a:lnTo>
                  <a:pt x="130" y="532"/>
                </a:lnTo>
                <a:cubicBezTo>
                  <a:pt x="132" y="532"/>
                  <a:pt x="133" y="532"/>
                  <a:pt x="134" y="532"/>
                </a:cubicBezTo>
                <a:lnTo>
                  <a:pt x="155" y="537"/>
                </a:lnTo>
                <a:lnTo>
                  <a:pt x="191" y="540"/>
                </a:lnTo>
                <a:lnTo>
                  <a:pt x="198" y="538"/>
                </a:lnTo>
                <a:lnTo>
                  <a:pt x="199" y="532"/>
                </a:lnTo>
                <a:lnTo>
                  <a:pt x="198" y="513"/>
                </a:lnTo>
                <a:cubicBezTo>
                  <a:pt x="198" y="513"/>
                  <a:pt x="198" y="512"/>
                  <a:pt x="198" y="511"/>
                </a:cubicBezTo>
                <a:lnTo>
                  <a:pt x="201" y="501"/>
                </a:lnTo>
                <a:cubicBezTo>
                  <a:pt x="202" y="497"/>
                  <a:pt x="205" y="495"/>
                  <a:pt x="208" y="495"/>
                </a:cubicBezTo>
                <a:lnTo>
                  <a:pt x="215" y="494"/>
                </a:lnTo>
                <a:cubicBezTo>
                  <a:pt x="217" y="494"/>
                  <a:pt x="219" y="494"/>
                  <a:pt x="220" y="495"/>
                </a:cubicBezTo>
                <a:lnTo>
                  <a:pt x="240" y="509"/>
                </a:lnTo>
                <a:cubicBezTo>
                  <a:pt x="242" y="510"/>
                  <a:pt x="243" y="511"/>
                  <a:pt x="243" y="513"/>
                </a:cubicBezTo>
                <a:lnTo>
                  <a:pt x="249" y="531"/>
                </a:lnTo>
                <a:lnTo>
                  <a:pt x="256" y="542"/>
                </a:lnTo>
                <a:lnTo>
                  <a:pt x="261" y="546"/>
                </a:lnTo>
                <a:lnTo>
                  <a:pt x="270" y="550"/>
                </a:lnTo>
                <a:cubicBezTo>
                  <a:pt x="270" y="550"/>
                  <a:pt x="271" y="550"/>
                  <a:pt x="272" y="551"/>
                </a:cubicBezTo>
                <a:lnTo>
                  <a:pt x="275" y="553"/>
                </a:lnTo>
                <a:lnTo>
                  <a:pt x="280" y="558"/>
                </a:lnTo>
                <a:lnTo>
                  <a:pt x="288" y="571"/>
                </a:lnTo>
                <a:cubicBezTo>
                  <a:pt x="288" y="571"/>
                  <a:pt x="288" y="572"/>
                  <a:pt x="288" y="573"/>
                </a:cubicBezTo>
                <a:lnTo>
                  <a:pt x="289" y="578"/>
                </a:lnTo>
                <a:lnTo>
                  <a:pt x="289" y="584"/>
                </a:lnTo>
                <a:cubicBezTo>
                  <a:pt x="289" y="585"/>
                  <a:pt x="289" y="586"/>
                  <a:pt x="288" y="586"/>
                </a:cubicBezTo>
                <a:lnTo>
                  <a:pt x="309" y="562"/>
                </a:lnTo>
                <a:lnTo>
                  <a:pt x="316" y="549"/>
                </a:lnTo>
                <a:cubicBezTo>
                  <a:pt x="317" y="547"/>
                  <a:pt x="319" y="545"/>
                  <a:pt x="321" y="545"/>
                </a:cubicBezTo>
                <a:lnTo>
                  <a:pt x="331" y="542"/>
                </a:lnTo>
                <a:lnTo>
                  <a:pt x="336" y="532"/>
                </a:lnTo>
                <a:lnTo>
                  <a:pt x="337" y="524"/>
                </a:lnTo>
                <a:lnTo>
                  <a:pt x="337" y="520"/>
                </a:lnTo>
                <a:cubicBezTo>
                  <a:pt x="337" y="519"/>
                  <a:pt x="337" y="518"/>
                  <a:pt x="337" y="517"/>
                </a:cubicBezTo>
                <a:lnTo>
                  <a:pt x="339" y="513"/>
                </a:lnTo>
                <a:cubicBezTo>
                  <a:pt x="339" y="512"/>
                  <a:pt x="339" y="511"/>
                  <a:pt x="340" y="510"/>
                </a:cubicBezTo>
                <a:lnTo>
                  <a:pt x="343" y="505"/>
                </a:lnTo>
                <a:lnTo>
                  <a:pt x="351" y="497"/>
                </a:lnTo>
                <a:cubicBezTo>
                  <a:pt x="352" y="496"/>
                  <a:pt x="352" y="496"/>
                  <a:pt x="353" y="495"/>
                </a:cubicBezTo>
                <a:lnTo>
                  <a:pt x="369" y="486"/>
                </a:lnTo>
                <a:cubicBezTo>
                  <a:pt x="370" y="486"/>
                  <a:pt x="371" y="486"/>
                  <a:pt x="372" y="485"/>
                </a:cubicBezTo>
                <a:lnTo>
                  <a:pt x="383" y="484"/>
                </a:lnTo>
                <a:lnTo>
                  <a:pt x="383" y="484"/>
                </a:lnTo>
                <a:cubicBezTo>
                  <a:pt x="382" y="484"/>
                  <a:pt x="382" y="483"/>
                  <a:pt x="382" y="482"/>
                </a:cubicBezTo>
                <a:lnTo>
                  <a:pt x="378" y="474"/>
                </a:lnTo>
                <a:cubicBezTo>
                  <a:pt x="378" y="473"/>
                  <a:pt x="377" y="471"/>
                  <a:pt x="378" y="470"/>
                </a:cubicBezTo>
                <a:lnTo>
                  <a:pt x="380" y="449"/>
                </a:lnTo>
                <a:cubicBezTo>
                  <a:pt x="380" y="447"/>
                  <a:pt x="381" y="445"/>
                  <a:pt x="382" y="444"/>
                </a:cubicBezTo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268" name="Freeform 9">
            <a:extLst>
              <a:ext uri="{FF2B5EF4-FFF2-40B4-BE49-F238E27FC236}">
                <a16:creationId xmlns:a16="http://schemas.microsoft.com/office/drawing/2014/main" xmlns="" id="{86DB6981-ED9D-4840-AB82-4C729859E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363" y="2474683"/>
            <a:ext cx="343421" cy="638149"/>
          </a:xfrm>
          <a:custGeom>
            <a:avLst/>
            <a:gdLst>
              <a:gd name="T0" fmla="*/ 202 w 591"/>
              <a:gd name="T1" fmla="*/ 0 h 1096"/>
              <a:gd name="T2" fmla="*/ 181 w 591"/>
              <a:gd name="T3" fmla="*/ 0 h 1096"/>
              <a:gd name="T4" fmla="*/ 170 w 591"/>
              <a:gd name="T5" fmla="*/ 1 h 1096"/>
              <a:gd name="T6" fmla="*/ 154 w 591"/>
              <a:gd name="T7" fmla="*/ 4 h 1096"/>
              <a:gd name="T8" fmla="*/ 154 w 591"/>
              <a:gd name="T9" fmla="*/ 4 h 1096"/>
              <a:gd name="T10" fmla="*/ 71 w 591"/>
              <a:gd name="T11" fmla="*/ 76 h 1096"/>
              <a:gd name="T12" fmla="*/ 0 w 591"/>
              <a:gd name="T13" fmla="*/ 340 h 1096"/>
              <a:gd name="T14" fmla="*/ 7 w 591"/>
              <a:gd name="T15" fmla="*/ 451 h 1096"/>
              <a:gd name="T16" fmla="*/ 59 w 591"/>
              <a:gd name="T17" fmla="*/ 497 h 1096"/>
              <a:gd name="T18" fmla="*/ 65 w 591"/>
              <a:gd name="T19" fmla="*/ 496 h 1096"/>
              <a:gd name="T20" fmla="*/ 111 w 591"/>
              <a:gd name="T21" fmla="*/ 438 h 1096"/>
              <a:gd name="T22" fmla="*/ 104 w 591"/>
              <a:gd name="T23" fmla="*/ 340 h 1096"/>
              <a:gd name="T24" fmla="*/ 141 w 591"/>
              <a:gd name="T25" fmla="*/ 160 h 1096"/>
              <a:gd name="T26" fmla="*/ 193 w 591"/>
              <a:gd name="T27" fmla="*/ 381 h 1096"/>
              <a:gd name="T28" fmla="*/ 191 w 591"/>
              <a:gd name="T29" fmla="*/ 390 h 1096"/>
              <a:gd name="T30" fmla="*/ 86 w 591"/>
              <a:gd name="T31" fmla="*/ 1003 h 1096"/>
              <a:gd name="T32" fmla="*/ 150 w 591"/>
              <a:gd name="T33" fmla="*/ 1094 h 1096"/>
              <a:gd name="T34" fmla="*/ 163 w 591"/>
              <a:gd name="T35" fmla="*/ 1095 h 1096"/>
              <a:gd name="T36" fmla="*/ 240 w 591"/>
              <a:gd name="T37" fmla="*/ 1030 h 1096"/>
              <a:gd name="T38" fmla="*/ 330 w 591"/>
              <a:gd name="T39" fmla="*/ 503 h 1096"/>
              <a:gd name="T40" fmla="*/ 338 w 591"/>
              <a:gd name="T41" fmla="*/ 503 h 1096"/>
              <a:gd name="T42" fmla="*/ 428 w 591"/>
              <a:gd name="T43" fmla="*/ 1030 h 1096"/>
              <a:gd name="T44" fmla="*/ 505 w 591"/>
              <a:gd name="T45" fmla="*/ 1095 h 1096"/>
              <a:gd name="T46" fmla="*/ 519 w 591"/>
              <a:gd name="T47" fmla="*/ 1094 h 1096"/>
              <a:gd name="T48" fmla="*/ 583 w 591"/>
              <a:gd name="T49" fmla="*/ 1003 h 1096"/>
              <a:gd name="T50" fmla="*/ 478 w 591"/>
              <a:gd name="T51" fmla="*/ 390 h 1096"/>
              <a:gd name="T52" fmla="*/ 476 w 591"/>
              <a:gd name="T53" fmla="*/ 381 h 1096"/>
              <a:gd name="T54" fmla="*/ 476 w 591"/>
              <a:gd name="T55" fmla="*/ 380 h 1096"/>
              <a:gd name="T56" fmla="*/ 202 w 591"/>
              <a:gd name="T57" fmla="*/ 0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1" h="1096">
                <a:moveTo>
                  <a:pt x="202" y="0"/>
                </a:moveTo>
                <a:lnTo>
                  <a:pt x="181" y="0"/>
                </a:lnTo>
                <a:cubicBezTo>
                  <a:pt x="177" y="0"/>
                  <a:pt x="174" y="0"/>
                  <a:pt x="170" y="1"/>
                </a:cubicBezTo>
                <a:cubicBezTo>
                  <a:pt x="165" y="1"/>
                  <a:pt x="159" y="2"/>
                  <a:pt x="154" y="4"/>
                </a:cubicBezTo>
                <a:lnTo>
                  <a:pt x="154" y="4"/>
                </a:lnTo>
                <a:cubicBezTo>
                  <a:pt x="147" y="7"/>
                  <a:pt x="108" y="25"/>
                  <a:pt x="71" y="76"/>
                </a:cubicBezTo>
                <a:cubicBezTo>
                  <a:pt x="33" y="128"/>
                  <a:pt x="0" y="212"/>
                  <a:pt x="0" y="340"/>
                </a:cubicBezTo>
                <a:cubicBezTo>
                  <a:pt x="0" y="374"/>
                  <a:pt x="2" y="411"/>
                  <a:pt x="7" y="451"/>
                </a:cubicBezTo>
                <a:cubicBezTo>
                  <a:pt x="11" y="477"/>
                  <a:pt x="33" y="497"/>
                  <a:pt x="59" y="497"/>
                </a:cubicBezTo>
                <a:cubicBezTo>
                  <a:pt x="61" y="497"/>
                  <a:pt x="63" y="497"/>
                  <a:pt x="65" y="496"/>
                </a:cubicBezTo>
                <a:cubicBezTo>
                  <a:pt x="94" y="493"/>
                  <a:pt x="114" y="467"/>
                  <a:pt x="111" y="438"/>
                </a:cubicBezTo>
                <a:cubicBezTo>
                  <a:pt x="106" y="402"/>
                  <a:pt x="104" y="370"/>
                  <a:pt x="104" y="340"/>
                </a:cubicBezTo>
                <a:cubicBezTo>
                  <a:pt x="105" y="252"/>
                  <a:pt x="122" y="196"/>
                  <a:pt x="141" y="160"/>
                </a:cubicBezTo>
                <a:lnTo>
                  <a:pt x="193" y="381"/>
                </a:lnTo>
                <a:cubicBezTo>
                  <a:pt x="192" y="384"/>
                  <a:pt x="191" y="387"/>
                  <a:pt x="191" y="390"/>
                </a:cubicBezTo>
                <a:lnTo>
                  <a:pt x="86" y="1003"/>
                </a:lnTo>
                <a:cubicBezTo>
                  <a:pt x="79" y="1046"/>
                  <a:pt x="107" y="1086"/>
                  <a:pt x="150" y="1094"/>
                </a:cubicBezTo>
                <a:cubicBezTo>
                  <a:pt x="154" y="1094"/>
                  <a:pt x="159" y="1095"/>
                  <a:pt x="163" y="1095"/>
                </a:cubicBezTo>
                <a:cubicBezTo>
                  <a:pt x="201" y="1095"/>
                  <a:pt x="234" y="1068"/>
                  <a:pt x="240" y="1030"/>
                </a:cubicBezTo>
                <a:lnTo>
                  <a:pt x="330" y="503"/>
                </a:lnTo>
                <a:lnTo>
                  <a:pt x="338" y="503"/>
                </a:lnTo>
                <a:lnTo>
                  <a:pt x="428" y="1030"/>
                </a:lnTo>
                <a:cubicBezTo>
                  <a:pt x="435" y="1068"/>
                  <a:pt x="468" y="1095"/>
                  <a:pt x="505" y="1095"/>
                </a:cubicBezTo>
                <a:cubicBezTo>
                  <a:pt x="510" y="1095"/>
                  <a:pt x="514" y="1094"/>
                  <a:pt x="519" y="1094"/>
                </a:cubicBezTo>
                <a:cubicBezTo>
                  <a:pt x="561" y="1086"/>
                  <a:pt x="590" y="1046"/>
                  <a:pt x="583" y="1003"/>
                </a:cubicBezTo>
                <a:lnTo>
                  <a:pt x="478" y="390"/>
                </a:lnTo>
                <a:cubicBezTo>
                  <a:pt x="477" y="387"/>
                  <a:pt x="477" y="384"/>
                  <a:pt x="476" y="381"/>
                </a:cubicBezTo>
                <a:lnTo>
                  <a:pt x="476" y="380"/>
                </a:lnTo>
                <a:lnTo>
                  <a:pt x="202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" name="Freeform 10">
            <a:extLst>
              <a:ext uri="{FF2B5EF4-FFF2-40B4-BE49-F238E27FC236}">
                <a16:creationId xmlns:a16="http://schemas.microsoft.com/office/drawing/2014/main" xmlns="" id="{27F7C251-0E4E-4A3B-AB9D-D6B0F7F5B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129" y="2333726"/>
            <a:ext cx="192213" cy="133268"/>
          </a:xfrm>
          <a:custGeom>
            <a:avLst/>
            <a:gdLst>
              <a:gd name="T0" fmla="*/ 271 w 330"/>
              <a:gd name="T1" fmla="*/ 0 h 229"/>
              <a:gd name="T2" fmla="*/ 16 w 330"/>
              <a:gd name="T3" fmla="*/ 0 h 229"/>
              <a:gd name="T4" fmla="*/ 16 w 330"/>
              <a:gd name="T5" fmla="*/ 55 h 229"/>
              <a:gd name="T6" fmla="*/ 114 w 330"/>
              <a:gd name="T7" fmla="*/ 211 h 229"/>
              <a:gd name="T8" fmla="*/ 270 w 330"/>
              <a:gd name="T9" fmla="*/ 114 h 229"/>
              <a:gd name="T10" fmla="*/ 271 w 330"/>
              <a:gd name="T11" fmla="*/ 56 h 229"/>
              <a:gd name="T12" fmla="*/ 329 w 330"/>
              <a:gd name="T13" fmla="*/ 56 h 229"/>
              <a:gd name="T14" fmla="*/ 271 w 330"/>
              <a:gd name="T15" fmla="*/ 0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0" h="229">
                <a:moveTo>
                  <a:pt x="271" y="0"/>
                </a:moveTo>
                <a:lnTo>
                  <a:pt x="16" y="0"/>
                </a:lnTo>
                <a:lnTo>
                  <a:pt x="16" y="55"/>
                </a:lnTo>
                <a:cubicBezTo>
                  <a:pt x="0" y="125"/>
                  <a:pt x="44" y="195"/>
                  <a:pt x="114" y="211"/>
                </a:cubicBezTo>
                <a:cubicBezTo>
                  <a:pt x="184" y="228"/>
                  <a:pt x="254" y="184"/>
                  <a:pt x="270" y="114"/>
                </a:cubicBezTo>
                <a:cubicBezTo>
                  <a:pt x="275" y="94"/>
                  <a:pt x="275" y="75"/>
                  <a:pt x="271" y="56"/>
                </a:cubicBezTo>
                <a:lnTo>
                  <a:pt x="329" y="56"/>
                </a:lnTo>
                <a:lnTo>
                  <a:pt x="271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0" name="Freeform 11">
            <a:extLst>
              <a:ext uri="{FF2B5EF4-FFF2-40B4-BE49-F238E27FC236}">
                <a16:creationId xmlns:a16="http://schemas.microsoft.com/office/drawing/2014/main" xmlns="" id="{5CB89EE7-03AF-4930-8684-CEF8EFFF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816" y="2285032"/>
            <a:ext cx="174274" cy="43568"/>
          </a:xfrm>
          <a:custGeom>
            <a:avLst/>
            <a:gdLst>
              <a:gd name="T0" fmla="*/ 254 w 299"/>
              <a:gd name="T1" fmla="*/ 73 h 74"/>
              <a:gd name="T2" fmla="*/ 298 w 299"/>
              <a:gd name="T3" fmla="*/ 0 h 74"/>
              <a:gd name="T4" fmla="*/ 0 w 299"/>
              <a:gd name="T5" fmla="*/ 30 h 74"/>
              <a:gd name="T6" fmla="*/ 0 w 299"/>
              <a:gd name="T7" fmla="*/ 73 h 74"/>
              <a:gd name="T8" fmla="*/ 254 w 299"/>
              <a:gd name="T9" fmla="*/ 73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4">
                <a:moveTo>
                  <a:pt x="254" y="73"/>
                </a:moveTo>
                <a:lnTo>
                  <a:pt x="298" y="0"/>
                </a:lnTo>
                <a:lnTo>
                  <a:pt x="0" y="30"/>
                </a:lnTo>
                <a:lnTo>
                  <a:pt x="0" y="73"/>
                </a:lnTo>
                <a:lnTo>
                  <a:pt x="254" y="7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1" name="Freeform 12">
            <a:extLst>
              <a:ext uri="{FF2B5EF4-FFF2-40B4-BE49-F238E27FC236}">
                <a16:creationId xmlns:a16="http://schemas.microsoft.com/office/drawing/2014/main" xmlns="" id="{B8399145-9FB4-4A40-AA20-4EBD621A5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883" y="2474683"/>
            <a:ext cx="266536" cy="215279"/>
          </a:xfrm>
          <a:custGeom>
            <a:avLst/>
            <a:gdLst>
              <a:gd name="T0" fmla="*/ 432 w 460"/>
              <a:gd name="T1" fmla="*/ 231 h 371"/>
              <a:gd name="T2" fmla="*/ 426 w 460"/>
              <a:gd name="T3" fmla="*/ 227 h 371"/>
              <a:gd name="T4" fmla="*/ 328 w 460"/>
              <a:gd name="T5" fmla="*/ 101 h 371"/>
              <a:gd name="T6" fmla="*/ 302 w 460"/>
              <a:gd name="T7" fmla="*/ 52 h 371"/>
              <a:gd name="T8" fmla="*/ 301 w 460"/>
              <a:gd name="T9" fmla="*/ 50 h 371"/>
              <a:gd name="T10" fmla="*/ 289 w 460"/>
              <a:gd name="T11" fmla="*/ 25 h 371"/>
              <a:gd name="T12" fmla="*/ 261 w 460"/>
              <a:gd name="T13" fmla="*/ 3 h 371"/>
              <a:gd name="T14" fmla="*/ 243 w 460"/>
              <a:gd name="T15" fmla="*/ 0 h 371"/>
              <a:gd name="T16" fmla="*/ 0 w 460"/>
              <a:gd name="T17" fmla="*/ 0 h 371"/>
              <a:gd name="T18" fmla="*/ 242 w 460"/>
              <a:gd name="T19" fmla="*/ 335 h 371"/>
              <a:gd name="T20" fmla="*/ 272 w 460"/>
              <a:gd name="T21" fmla="*/ 207 h 371"/>
              <a:gd name="T22" fmla="*/ 357 w 460"/>
              <a:gd name="T23" fmla="*/ 305 h 371"/>
              <a:gd name="T24" fmla="*/ 459 w 460"/>
              <a:gd name="T25" fmla="*/ 370 h 371"/>
              <a:gd name="T26" fmla="*/ 429 w 460"/>
              <a:gd name="T27" fmla="*/ 263 h 371"/>
              <a:gd name="T28" fmla="*/ 432 w 460"/>
              <a:gd name="T29" fmla="*/ 231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0" h="371">
                <a:moveTo>
                  <a:pt x="432" y="231"/>
                </a:moveTo>
                <a:cubicBezTo>
                  <a:pt x="430" y="230"/>
                  <a:pt x="428" y="228"/>
                  <a:pt x="426" y="227"/>
                </a:cubicBezTo>
                <a:cubicBezTo>
                  <a:pt x="385" y="190"/>
                  <a:pt x="351" y="141"/>
                  <a:pt x="328" y="101"/>
                </a:cubicBezTo>
                <a:cubicBezTo>
                  <a:pt x="316" y="81"/>
                  <a:pt x="308" y="64"/>
                  <a:pt x="302" y="52"/>
                </a:cubicBezTo>
                <a:cubicBezTo>
                  <a:pt x="302" y="51"/>
                  <a:pt x="301" y="51"/>
                  <a:pt x="301" y="50"/>
                </a:cubicBezTo>
                <a:cubicBezTo>
                  <a:pt x="299" y="41"/>
                  <a:pt x="295" y="32"/>
                  <a:pt x="289" y="25"/>
                </a:cubicBezTo>
                <a:cubicBezTo>
                  <a:pt x="283" y="14"/>
                  <a:pt x="273" y="7"/>
                  <a:pt x="261" y="3"/>
                </a:cubicBezTo>
                <a:cubicBezTo>
                  <a:pt x="255" y="1"/>
                  <a:pt x="249" y="0"/>
                  <a:pt x="243" y="0"/>
                </a:cubicBezTo>
                <a:lnTo>
                  <a:pt x="0" y="0"/>
                </a:lnTo>
                <a:lnTo>
                  <a:pt x="242" y="335"/>
                </a:lnTo>
                <a:lnTo>
                  <a:pt x="272" y="207"/>
                </a:lnTo>
                <a:cubicBezTo>
                  <a:pt x="295" y="240"/>
                  <a:pt x="323" y="274"/>
                  <a:pt x="357" y="305"/>
                </a:cubicBezTo>
                <a:cubicBezTo>
                  <a:pt x="386" y="331"/>
                  <a:pt x="420" y="354"/>
                  <a:pt x="459" y="370"/>
                </a:cubicBezTo>
                <a:cubicBezTo>
                  <a:pt x="439" y="335"/>
                  <a:pt x="429" y="299"/>
                  <a:pt x="429" y="263"/>
                </a:cubicBezTo>
                <a:cubicBezTo>
                  <a:pt x="429" y="253"/>
                  <a:pt x="430" y="242"/>
                  <a:pt x="432" y="231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2" name="Freeform 13">
            <a:extLst>
              <a:ext uri="{FF2B5EF4-FFF2-40B4-BE49-F238E27FC236}">
                <a16:creationId xmlns:a16="http://schemas.microsoft.com/office/drawing/2014/main" xmlns="" id="{E99E553B-554F-438C-AF71-81748692F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675" y="2748907"/>
            <a:ext cx="181961" cy="363924"/>
          </a:xfrm>
          <a:custGeom>
            <a:avLst/>
            <a:gdLst>
              <a:gd name="T0" fmla="*/ 300 w 315"/>
              <a:gd name="T1" fmla="*/ 32 h 625"/>
              <a:gd name="T2" fmla="*/ 287 w 315"/>
              <a:gd name="T3" fmla="*/ 53 h 625"/>
              <a:gd name="T4" fmla="*/ 283 w 315"/>
              <a:gd name="T5" fmla="*/ 53 h 625"/>
              <a:gd name="T6" fmla="*/ 266 w 315"/>
              <a:gd name="T7" fmla="*/ 39 h 625"/>
              <a:gd name="T8" fmla="*/ 266 w 315"/>
              <a:gd name="T9" fmla="*/ 38 h 625"/>
              <a:gd name="T10" fmla="*/ 264 w 315"/>
              <a:gd name="T11" fmla="*/ 39 h 625"/>
              <a:gd name="T12" fmla="*/ 230 w 315"/>
              <a:gd name="T13" fmla="*/ 50 h 625"/>
              <a:gd name="T14" fmla="*/ 219 w 315"/>
              <a:gd name="T15" fmla="*/ 48 h 625"/>
              <a:gd name="T16" fmla="*/ 157 w 315"/>
              <a:gd name="T17" fmla="*/ 70 h 625"/>
              <a:gd name="T18" fmla="*/ 157 w 315"/>
              <a:gd name="T19" fmla="*/ 70 h 625"/>
              <a:gd name="T20" fmla="*/ 96 w 315"/>
              <a:gd name="T21" fmla="*/ 48 h 625"/>
              <a:gd name="T22" fmla="*/ 84 w 315"/>
              <a:gd name="T23" fmla="*/ 50 h 625"/>
              <a:gd name="T24" fmla="*/ 51 w 315"/>
              <a:gd name="T25" fmla="*/ 39 h 625"/>
              <a:gd name="T26" fmla="*/ 49 w 315"/>
              <a:gd name="T27" fmla="*/ 38 h 625"/>
              <a:gd name="T28" fmla="*/ 48 w 315"/>
              <a:gd name="T29" fmla="*/ 39 h 625"/>
              <a:gd name="T30" fmla="*/ 31 w 315"/>
              <a:gd name="T31" fmla="*/ 53 h 625"/>
              <a:gd name="T32" fmla="*/ 28 w 315"/>
              <a:gd name="T33" fmla="*/ 53 h 625"/>
              <a:gd name="T34" fmla="*/ 14 w 315"/>
              <a:gd name="T35" fmla="*/ 32 h 625"/>
              <a:gd name="T36" fmla="*/ 19 w 315"/>
              <a:gd name="T37" fmla="*/ 15 h 625"/>
              <a:gd name="T38" fmla="*/ 0 w 315"/>
              <a:gd name="T39" fmla="*/ 0 h 625"/>
              <a:gd name="T40" fmla="*/ 0 w 315"/>
              <a:gd name="T41" fmla="*/ 35 h 625"/>
              <a:gd name="T42" fmla="*/ 0 w 315"/>
              <a:gd name="T43" fmla="*/ 553 h 625"/>
              <a:gd name="T44" fmla="*/ 72 w 315"/>
              <a:gd name="T45" fmla="*/ 624 h 625"/>
              <a:gd name="T46" fmla="*/ 144 w 315"/>
              <a:gd name="T47" fmla="*/ 553 h 625"/>
              <a:gd name="T48" fmla="*/ 144 w 315"/>
              <a:gd name="T49" fmla="*/ 81 h 625"/>
              <a:gd name="T50" fmla="*/ 157 w 315"/>
              <a:gd name="T51" fmla="*/ 82 h 625"/>
              <a:gd name="T52" fmla="*/ 158 w 315"/>
              <a:gd name="T53" fmla="*/ 82 h 625"/>
              <a:gd name="T54" fmla="*/ 171 w 315"/>
              <a:gd name="T55" fmla="*/ 81 h 625"/>
              <a:gd name="T56" fmla="*/ 171 w 315"/>
              <a:gd name="T57" fmla="*/ 553 h 625"/>
              <a:gd name="T58" fmla="*/ 242 w 315"/>
              <a:gd name="T59" fmla="*/ 624 h 625"/>
              <a:gd name="T60" fmla="*/ 314 w 315"/>
              <a:gd name="T61" fmla="*/ 553 h 625"/>
              <a:gd name="T62" fmla="*/ 314 w 315"/>
              <a:gd name="T63" fmla="*/ 35 h 625"/>
              <a:gd name="T64" fmla="*/ 314 w 315"/>
              <a:gd name="T65" fmla="*/ 0 h 625"/>
              <a:gd name="T66" fmla="*/ 296 w 315"/>
              <a:gd name="T67" fmla="*/ 15 h 625"/>
              <a:gd name="T68" fmla="*/ 300 w 315"/>
              <a:gd name="T69" fmla="*/ 32 h 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15" h="625">
                <a:moveTo>
                  <a:pt x="300" y="32"/>
                </a:moveTo>
                <a:cubicBezTo>
                  <a:pt x="302" y="41"/>
                  <a:pt x="296" y="51"/>
                  <a:pt x="287" y="53"/>
                </a:cubicBezTo>
                <a:cubicBezTo>
                  <a:pt x="286" y="53"/>
                  <a:pt x="284" y="53"/>
                  <a:pt x="283" y="53"/>
                </a:cubicBezTo>
                <a:cubicBezTo>
                  <a:pt x="275" y="53"/>
                  <a:pt x="268" y="47"/>
                  <a:pt x="266" y="39"/>
                </a:cubicBezTo>
                <a:lnTo>
                  <a:pt x="266" y="38"/>
                </a:lnTo>
                <a:cubicBezTo>
                  <a:pt x="265" y="38"/>
                  <a:pt x="264" y="39"/>
                  <a:pt x="264" y="39"/>
                </a:cubicBezTo>
                <a:cubicBezTo>
                  <a:pt x="254" y="46"/>
                  <a:pt x="242" y="50"/>
                  <a:pt x="230" y="50"/>
                </a:cubicBezTo>
                <a:cubicBezTo>
                  <a:pt x="226" y="50"/>
                  <a:pt x="223" y="49"/>
                  <a:pt x="219" y="48"/>
                </a:cubicBezTo>
                <a:cubicBezTo>
                  <a:pt x="204" y="61"/>
                  <a:pt x="184" y="70"/>
                  <a:pt x="157" y="70"/>
                </a:cubicBezTo>
                <a:lnTo>
                  <a:pt x="157" y="70"/>
                </a:lnTo>
                <a:cubicBezTo>
                  <a:pt x="130" y="70"/>
                  <a:pt x="110" y="61"/>
                  <a:pt x="96" y="48"/>
                </a:cubicBezTo>
                <a:cubicBezTo>
                  <a:pt x="92" y="49"/>
                  <a:pt x="88" y="50"/>
                  <a:pt x="84" y="50"/>
                </a:cubicBezTo>
                <a:cubicBezTo>
                  <a:pt x="72" y="50"/>
                  <a:pt x="61" y="46"/>
                  <a:pt x="51" y="39"/>
                </a:cubicBezTo>
                <a:cubicBezTo>
                  <a:pt x="50" y="39"/>
                  <a:pt x="49" y="38"/>
                  <a:pt x="49" y="38"/>
                </a:cubicBezTo>
                <a:cubicBezTo>
                  <a:pt x="48" y="38"/>
                  <a:pt x="48" y="39"/>
                  <a:pt x="48" y="39"/>
                </a:cubicBezTo>
                <a:cubicBezTo>
                  <a:pt x="46" y="47"/>
                  <a:pt x="39" y="53"/>
                  <a:pt x="31" y="53"/>
                </a:cubicBezTo>
                <a:cubicBezTo>
                  <a:pt x="30" y="53"/>
                  <a:pt x="29" y="53"/>
                  <a:pt x="28" y="53"/>
                </a:cubicBezTo>
                <a:cubicBezTo>
                  <a:pt x="18" y="51"/>
                  <a:pt x="12" y="41"/>
                  <a:pt x="14" y="32"/>
                </a:cubicBezTo>
                <a:cubicBezTo>
                  <a:pt x="15" y="26"/>
                  <a:pt x="17" y="21"/>
                  <a:pt x="19" y="15"/>
                </a:cubicBezTo>
                <a:cubicBezTo>
                  <a:pt x="12" y="10"/>
                  <a:pt x="6" y="5"/>
                  <a:pt x="0" y="0"/>
                </a:cubicBezTo>
                <a:lnTo>
                  <a:pt x="0" y="35"/>
                </a:lnTo>
                <a:lnTo>
                  <a:pt x="0" y="553"/>
                </a:lnTo>
                <a:cubicBezTo>
                  <a:pt x="0" y="592"/>
                  <a:pt x="33" y="624"/>
                  <a:pt x="72" y="624"/>
                </a:cubicBezTo>
                <a:cubicBezTo>
                  <a:pt x="112" y="624"/>
                  <a:pt x="144" y="592"/>
                  <a:pt x="144" y="553"/>
                </a:cubicBezTo>
                <a:lnTo>
                  <a:pt x="144" y="81"/>
                </a:lnTo>
                <a:cubicBezTo>
                  <a:pt x="148" y="82"/>
                  <a:pt x="152" y="82"/>
                  <a:pt x="157" y="82"/>
                </a:cubicBezTo>
                <a:lnTo>
                  <a:pt x="158" y="82"/>
                </a:lnTo>
                <a:cubicBezTo>
                  <a:pt x="162" y="82"/>
                  <a:pt x="166" y="82"/>
                  <a:pt x="171" y="81"/>
                </a:cubicBezTo>
                <a:lnTo>
                  <a:pt x="171" y="553"/>
                </a:lnTo>
                <a:cubicBezTo>
                  <a:pt x="171" y="592"/>
                  <a:pt x="203" y="624"/>
                  <a:pt x="242" y="624"/>
                </a:cubicBezTo>
                <a:cubicBezTo>
                  <a:pt x="282" y="624"/>
                  <a:pt x="314" y="592"/>
                  <a:pt x="314" y="553"/>
                </a:cubicBezTo>
                <a:lnTo>
                  <a:pt x="314" y="35"/>
                </a:lnTo>
                <a:lnTo>
                  <a:pt x="314" y="0"/>
                </a:lnTo>
                <a:cubicBezTo>
                  <a:pt x="308" y="5"/>
                  <a:pt x="302" y="10"/>
                  <a:pt x="296" y="15"/>
                </a:cubicBezTo>
                <a:cubicBezTo>
                  <a:pt x="297" y="21"/>
                  <a:pt x="299" y="26"/>
                  <a:pt x="300" y="3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3" name="Freeform 14">
            <a:extLst>
              <a:ext uri="{FF2B5EF4-FFF2-40B4-BE49-F238E27FC236}">
                <a16:creationId xmlns:a16="http://schemas.microsoft.com/office/drawing/2014/main" xmlns="" id="{E9689506-1905-416A-A067-706162658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190" y="2715591"/>
            <a:ext cx="48693" cy="53819"/>
          </a:xfrm>
          <a:custGeom>
            <a:avLst/>
            <a:gdLst>
              <a:gd name="T0" fmla="*/ 37 w 85"/>
              <a:gd name="T1" fmla="*/ 0 h 94"/>
              <a:gd name="T2" fmla="*/ 26 w 85"/>
              <a:gd name="T3" fmla="*/ 9 h 94"/>
              <a:gd name="T4" fmla="*/ 14 w 85"/>
              <a:gd name="T5" fmla="*/ 73 h 94"/>
              <a:gd name="T6" fmla="*/ 52 w 85"/>
              <a:gd name="T7" fmla="*/ 93 h 94"/>
              <a:gd name="T8" fmla="*/ 79 w 85"/>
              <a:gd name="T9" fmla="*/ 85 h 94"/>
              <a:gd name="T10" fmla="*/ 84 w 85"/>
              <a:gd name="T11" fmla="*/ 81 h 94"/>
              <a:gd name="T12" fmla="*/ 37 w 85"/>
              <a:gd name="T13" fmla="*/ 0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5" h="94">
                <a:moveTo>
                  <a:pt x="37" y="0"/>
                </a:moveTo>
                <a:cubicBezTo>
                  <a:pt x="33" y="3"/>
                  <a:pt x="29" y="6"/>
                  <a:pt x="26" y="9"/>
                </a:cubicBezTo>
                <a:cubicBezTo>
                  <a:pt x="5" y="23"/>
                  <a:pt x="0" y="52"/>
                  <a:pt x="14" y="73"/>
                </a:cubicBezTo>
                <a:cubicBezTo>
                  <a:pt x="23" y="86"/>
                  <a:pt x="38" y="93"/>
                  <a:pt x="52" y="93"/>
                </a:cubicBezTo>
                <a:cubicBezTo>
                  <a:pt x="61" y="93"/>
                  <a:pt x="71" y="90"/>
                  <a:pt x="79" y="85"/>
                </a:cubicBezTo>
                <a:cubicBezTo>
                  <a:pt x="81" y="83"/>
                  <a:pt x="83" y="82"/>
                  <a:pt x="84" y="81"/>
                </a:cubicBezTo>
                <a:cubicBezTo>
                  <a:pt x="74" y="48"/>
                  <a:pt x="51" y="17"/>
                  <a:pt x="37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4" name="Freeform 15">
            <a:extLst>
              <a:ext uri="{FF2B5EF4-FFF2-40B4-BE49-F238E27FC236}">
                <a16:creationId xmlns:a16="http://schemas.microsoft.com/office/drawing/2014/main" xmlns="" id="{68BC1907-65BE-49F3-A163-96865ABD0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168" y="2513125"/>
            <a:ext cx="307542" cy="269100"/>
          </a:xfrm>
          <a:custGeom>
            <a:avLst/>
            <a:gdLst>
              <a:gd name="T0" fmla="*/ 22 w 529"/>
              <a:gd name="T1" fmla="*/ 112 h 465"/>
              <a:gd name="T2" fmla="*/ 0 w 529"/>
              <a:gd name="T3" fmla="*/ 197 h 465"/>
              <a:gd name="T4" fmla="*/ 39 w 529"/>
              <a:gd name="T5" fmla="*/ 315 h 465"/>
              <a:gd name="T6" fmla="*/ 130 w 529"/>
              <a:gd name="T7" fmla="*/ 409 h 465"/>
              <a:gd name="T8" fmla="*/ 179 w 529"/>
              <a:gd name="T9" fmla="*/ 329 h 465"/>
              <a:gd name="T10" fmla="*/ 116 w 529"/>
              <a:gd name="T11" fmla="*/ 263 h 465"/>
              <a:gd name="T12" fmla="*/ 93 w 529"/>
              <a:gd name="T13" fmla="*/ 197 h 465"/>
              <a:gd name="T14" fmla="*/ 104 w 529"/>
              <a:gd name="T15" fmla="*/ 155 h 465"/>
              <a:gd name="T16" fmla="*/ 120 w 529"/>
              <a:gd name="T17" fmla="*/ 132 h 465"/>
              <a:gd name="T18" fmla="*/ 114 w 529"/>
              <a:gd name="T19" fmla="*/ 161 h 465"/>
              <a:gd name="T20" fmla="*/ 107 w 529"/>
              <a:gd name="T21" fmla="*/ 178 h 465"/>
              <a:gd name="T22" fmla="*/ 107 w 529"/>
              <a:gd name="T23" fmla="*/ 217 h 465"/>
              <a:gd name="T24" fmla="*/ 126 w 529"/>
              <a:gd name="T25" fmla="*/ 256 h 465"/>
              <a:gd name="T26" fmla="*/ 186 w 529"/>
              <a:gd name="T27" fmla="*/ 320 h 465"/>
              <a:gd name="T28" fmla="*/ 192 w 529"/>
              <a:gd name="T29" fmla="*/ 314 h 465"/>
              <a:gd name="T30" fmla="*/ 192 w 529"/>
              <a:gd name="T31" fmla="*/ 314 h 465"/>
              <a:gd name="T32" fmla="*/ 217 w 529"/>
              <a:gd name="T33" fmla="*/ 314 h 465"/>
              <a:gd name="T34" fmla="*/ 217 w 529"/>
              <a:gd name="T35" fmla="*/ 338 h 465"/>
              <a:gd name="T36" fmla="*/ 215 w 529"/>
              <a:gd name="T37" fmla="*/ 341 h 465"/>
              <a:gd name="T38" fmla="*/ 214 w 529"/>
              <a:gd name="T39" fmla="*/ 342 h 465"/>
              <a:gd name="T40" fmla="*/ 224 w 529"/>
              <a:gd name="T41" fmla="*/ 349 h 465"/>
              <a:gd name="T42" fmla="*/ 238 w 529"/>
              <a:gd name="T43" fmla="*/ 430 h 465"/>
              <a:gd name="T44" fmla="*/ 216 w 529"/>
              <a:gd name="T45" fmla="*/ 449 h 465"/>
              <a:gd name="T46" fmla="*/ 264 w 529"/>
              <a:gd name="T47" fmla="*/ 464 h 465"/>
              <a:gd name="T48" fmla="*/ 313 w 529"/>
              <a:gd name="T49" fmla="*/ 449 h 465"/>
              <a:gd name="T50" fmla="*/ 290 w 529"/>
              <a:gd name="T51" fmla="*/ 430 h 465"/>
              <a:gd name="T52" fmla="*/ 304 w 529"/>
              <a:gd name="T53" fmla="*/ 349 h 465"/>
              <a:gd name="T54" fmla="*/ 314 w 529"/>
              <a:gd name="T55" fmla="*/ 342 h 465"/>
              <a:gd name="T56" fmla="*/ 313 w 529"/>
              <a:gd name="T57" fmla="*/ 341 h 465"/>
              <a:gd name="T58" fmla="*/ 311 w 529"/>
              <a:gd name="T59" fmla="*/ 338 h 465"/>
              <a:gd name="T60" fmla="*/ 311 w 529"/>
              <a:gd name="T61" fmla="*/ 338 h 465"/>
              <a:gd name="T62" fmla="*/ 311 w 529"/>
              <a:gd name="T63" fmla="*/ 314 h 465"/>
              <a:gd name="T64" fmla="*/ 336 w 529"/>
              <a:gd name="T65" fmla="*/ 314 h 465"/>
              <a:gd name="T66" fmla="*/ 342 w 529"/>
              <a:gd name="T67" fmla="*/ 320 h 465"/>
              <a:gd name="T68" fmla="*/ 402 w 529"/>
              <a:gd name="T69" fmla="*/ 256 h 465"/>
              <a:gd name="T70" fmla="*/ 421 w 529"/>
              <a:gd name="T71" fmla="*/ 217 h 465"/>
              <a:gd name="T72" fmla="*/ 421 w 529"/>
              <a:gd name="T73" fmla="*/ 178 h 465"/>
              <a:gd name="T74" fmla="*/ 414 w 529"/>
              <a:gd name="T75" fmla="*/ 161 h 465"/>
              <a:gd name="T76" fmla="*/ 408 w 529"/>
              <a:gd name="T77" fmla="*/ 132 h 465"/>
              <a:gd name="T78" fmla="*/ 424 w 529"/>
              <a:gd name="T79" fmla="*/ 155 h 465"/>
              <a:gd name="T80" fmla="*/ 435 w 529"/>
              <a:gd name="T81" fmla="*/ 197 h 465"/>
              <a:gd name="T82" fmla="*/ 412 w 529"/>
              <a:gd name="T83" fmla="*/ 263 h 465"/>
              <a:gd name="T84" fmla="*/ 350 w 529"/>
              <a:gd name="T85" fmla="*/ 329 h 465"/>
              <a:gd name="T86" fmla="*/ 398 w 529"/>
              <a:gd name="T87" fmla="*/ 409 h 465"/>
              <a:gd name="T88" fmla="*/ 489 w 529"/>
              <a:gd name="T89" fmla="*/ 315 h 465"/>
              <a:gd name="T90" fmla="*/ 528 w 529"/>
              <a:gd name="T91" fmla="*/ 197 h 465"/>
              <a:gd name="T92" fmla="*/ 506 w 529"/>
              <a:gd name="T93" fmla="*/ 112 h 465"/>
              <a:gd name="T94" fmla="*/ 462 w 529"/>
              <a:gd name="T95" fmla="*/ 53 h 465"/>
              <a:gd name="T96" fmla="*/ 402 w 529"/>
              <a:gd name="T97" fmla="*/ 7 h 465"/>
              <a:gd name="T98" fmla="*/ 399 w 529"/>
              <a:gd name="T99" fmla="*/ 5 h 465"/>
              <a:gd name="T100" fmla="*/ 399 w 529"/>
              <a:gd name="T101" fmla="*/ 5 h 465"/>
              <a:gd name="T102" fmla="*/ 398 w 529"/>
              <a:gd name="T103" fmla="*/ 5 h 465"/>
              <a:gd name="T104" fmla="*/ 383 w 529"/>
              <a:gd name="T105" fmla="*/ 0 h 465"/>
              <a:gd name="T106" fmla="*/ 296 w 529"/>
              <a:gd name="T107" fmla="*/ 61 h 465"/>
              <a:gd name="T108" fmla="*/ 264 w 529"/>
              <a:gd name="T109" fmla="*/ 65 h 465"/>
              <a:gd name="T110" fmla="*/ 145 w 529"/>
              <a:gd name="T111" fmla="*/ 0 h 465"/>
              <a:gd name="T112" fmla="*/ 130 w 529"/>
              <a:gd name="T113" fmla="*/ 5 h 465"/>
              <a:gd name="T114" fmla="*/ 129 w 529"/>
              <a:gd name="T115" fmla="*/ 6 h 465"/>
              <a:gd name="T116" fmla="*/ 129 w 529"/>
              <a:gd name="T117" fmla="*/ 5 h 465"/>
              <a:gd name="T118" fmla="*/ 127 w 529"/>
              <a:gd name="T119" fmla="*/ 7 h 465"/>
              <a:gd name="T120" fmla="*/ 66 w 529"/>
              <a:gd name="T121" fmla="*/ 53 h 465"/>
              <a:gd name="T122" fmla="*/ 22 w 529"/>
              <a:gd name="T123" fmla="*/ 112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29" h="465">
                <a:moveTo>
                  <a:pt x="22" y="112"/>
                </a:moveTo>
                <a:cubicBezTo>
                  <a:pt x="10" y="136"/>
                  <a:pt x="0" y="165"/>
                  <a:pt x="0" y="197"/>
                </a:cubicBezTo>
                <a:cubicBezTo>
                  <a:pt x="0" y="235"/>
                  <a:pt x="13" y="275"/>
                  <a:pt x="39" y="315"/>
                </a:cubicBezTo>
                <a:cubicBezTo>
                  <a:pt x="60" y="346"/>
                  <a:pt x="90" y="377"/>
                  <a:pt x="130" y="409"/>
                </a:cubicBezTo>
                <a:cubicBezTo>
                  <a:pt x="143" y="374"/>
                  <a:pt x="165" y="346"/>
                  <a:pt x="179" y="329"/>
                </a:cubicBezTo>
                <a:cubicBezTo>
                  <a:pt x="149" y="305"/>
                  <a:pt x="129" y="282"/>
                  <a:pt x="116" y="263"/>
                </a:cubicBezTo>
                <a:cubicBezTo>
                  <a:pt x="98" y="236"/>
                  <a:pt x="93" y="215"/>
                  <a:pt x="93" y="197"/>
                </a:cubicBezTo>
                <a:cubicBezTo>
                  <a:pt x="93" y="182"/>
                  <a:pt x="97" y="169"/>
                  <a:pt x="104" y="155"/>
                </a:cubicBezTo>
                <a:cubicBezTo>
                  <a:pt x="108" y="147"/>
                  <a:pt x="114" y="139"/>
                  <a:pt x="120" y="132"/>
                </a:cubicBezTo>
                <a:cubicBezTo>
                  <a:pt x="118" y="146"/>
                  <a:pt x="116" y="157"/>
                  <a:pt x="114" y="161"/>
                </a:cubicBezTo>
                <a:cubicBezTo>
                  <a:pt x="111" y="167"/>
                  <a:pt x="109" y="173"/>
                  <a:pt x="107" y="178"/>
                </a:cubicBezTo>
                <a:lnTo>
                  <a:pt x="107" y="217"/>
                </a:lnTo>
                <a:cubicBezTo>
                  <a:pt x="111" y="229"/>
                  <a:pt x="117" y="242"/>
                  <a:pt x="126" y="256"/>
                </a:cubicBezTo>
                <a:cubicBezTo>
                  <a:pt x="140" y="277"/>
                  <a:pt x="160" y="298"/>
                  <a:pt x="186" y="320"/>
                </a:cubicBezTo>
                <a:cubicBezTo>
                  <a:pt x="190" y="316"/>
                  <a:pt x="192" y="314"/>
                  <a:pt x="192" y="314"/>
                </a:cubicBezTo>
                <a:lnTo>
                  <a:pt x="192" y="314"/>
                </a:lnTo>
                <a:cubicBezTo>
                  <a:pt x="199" y="307"/>
                  <a:pt x="210" y="307"/>
                  <a:pt x="217" y="314"/>
                </a:cubicBezTo>
                <a:cubicBezTo>
                  <a:pt x="224" y="321"/>
                  <a:pt x="224" y="332"/>
                  <a:pt x="217" y="338"/>
                </a:cubicBezTo>
                <a:cubicBezTo>
                  <a:pt x="217" y="338"/>
                  <a:pt x="216" y="339"/>
                  <a:pt x="215" y="341"/>
                </a:cubicBezTo>
                <a:cubicBezTo>
                  <a:pt x="215" y="341"/>
                  <a:pt x="214" y="341"/>
                  <a:pt x="214" y="342"/>
                </a:cubicBezTo>
                <a:cubicBezTo>
                  <a:pt x="217" y="344"/>
                  <a:pt x="221" y="347"/>
                  <a:pt x="224" y="349"/>
                </a:cubicBezTo>
                <a:cubicBezTo>
                  <a:pt x="251" y="368"/>
                  <a:pt x="257" y="404"/>
                  <a:pt x="238" y="430"/>
                </a:cubicBezTo>
                <a:cubicBezTo>
                  <a:pt x="233" y="438"/>
                  <a:pt x="225" y="445"/>
                  <a:pt x="216" y="449"/>
                </a:cubicBezTo>
                <a:cubicBezTo>
                  <a:pt x="227" y="458"/>
                  <a:pt x="243" y="464"/>
                  <a:pt x="264" y="464"/>
                </a:cubicBezTo>
                <a:cubicBezTo>
                  <a:pt x="285" y="464"/>
                  <a:pt x="301" y="458"/>
                  <a:pt x="313" y="449"/>
                </a:cubicBezTo>
                <a:cubicBezTo>
                  <a:pt x="304" y="445"/>
                  <a:pt x="296" y="438"/>
                  <a:pt x="290" y="430"/>
                </a:cubicBezTo>
                <a:cubicBezTo>
                  <a:pt x="272" y="404"/>
                  <a:pt x="278" y="368"/>
                  <a:pt x="304" y="349"/>
                </a:cubicBezTo>
                <a:cubicBezTo>
                  <a:pt x="308" y="347"/>
                  <a:pt x="311" y="344"/>
                  <a:pt x="314" y="342"/>
                </a:cubicBezTo>
                <a:cubicBezTo>
                  <a:pt x="314" y="341"/>
                  <a:pt x="314" y="341"/>
                  <a:pt x="313" y="341"/>
                </a:cubicBezTo>
                <a:cubicBezTo>
                  <a:pt x="312" y="339"/>
                  <a:pt x="311" y="338"/>
                  <a:pt x="311" y="338"/>
                </a:cubicBezTo>
                <a:lnTo>
                  <a:pt x="311" y="338"/>
                </a:lnTo>
                <a:cubicBezTo>
                  <a:pt x="304" y="332"/>
                  <a:pt x="304" y="321"/>
                  <a:pt x="311" y="314"/>
                </a:cubicBezTo>
                <a:cubicBezTo>
                  <a:pt x="318" y="307"/>
                  <a:pt x="329" y="307"/>
                  <a:pt x="336" y="314"/>
                </a:cubicBezTo>
                <a:cubicBezTo>
                  <a:pt x="336" y="314"/>
                  <a:pt x="338" y="316"/>
                  <a:pt x="342" y="320"/>
                </a:cubicBezTo>
                <a:cubicBezTo>
                  <a:pt x="368" y="298"/>
                  <a:pt x="389" y="277"/>
                  <a:pt x="402" y="256"/>
                </a:cubicBezTo>
                <a:cubicBezTo>
                  <a:pt x="412" y="242"/>
                  <a:pt x="418" y="229"/>
                  <a:pt x="421" y="217"/>
                </a:cubicBezTo>
                <a:lnTo>
                  <a:pt x="421" y="178"/>
                </a:lnTo>
                <a:cubicBezTo>
                  <a:pt x="419" y="172"/>
                  <a:pt x="417" y="167"/>
                  <a:pt x="414" y="161"/>
                </a:cubicBezTo>
                <a:cubicBezTo>
                  <a:pt x="412" y="157"/>
                  <a:pt x="410" y="146"/>
                  <a:pt x="408" y="132"/>
                </a:cubicBezTo>
                <a:cubicBezTo>
                  <a:pt x="414" y="139"/>
                  <a:pt x="420" y="147"/>
                  <a:pt x="424" y="155"/>
                </a:cubicBezTo>
                <a:cubicBezTo>
                  <a:pt x="431" y="169"/>
                  <a:pt x="435" y="182"/>
                  <a:pt x="435" y="197"/>
                </a:cubicBezTo>
                <a:cubicBezTo>
                  <a:pt x="435" y="215"/>
                  <a:pt x="430" y="236"/>
                  <a:pt x="412" y="263"/>
                </a:cubicBezTo>
                <a:cubicBezTo>
                  <a:pt x="399" y="282"/>
                  <a:pt x="379" y="305"/>
                  <a:pt x="350" y="329"/>
                </a:cubicBezTo>
                <a:cubicBezTo>
                  <a:pt x="363" y="346"/>
                  <a:pt x="385" y="374"/>
                  <a:pt x="398" y="409"/>
                </a:cubicBezTo>
                <a:cubicBezTo>
                  <a:pt x="438" y="377"/>
                  <a:pt x="468" y="346"/>
                  <a:pt x="489" y="315"/>
                </a:cubicBezTo>
                <a:cubicBezTo>
                  <a:pt x="516" y="275"/>
                  <a:pt x="528" y="235"/>
                  <a:pt x="528" y="197"/>
                </a:cubicBezTo>
                <a:cubicBezTo>
                  <a:pt x="528" y="165"/>
                  <a:pt x="519" y="136"/>
                  <a:pt x="506" y="112"/>
                </a:cubicBezTo>
                <a:cubicBezTo>
                  <a:pt x="494" y="88"/>
                  <a:pt x="477" y="69"/>
                  <a:pt x="462" y="53"/>
                </a:cubicBezTo>
                <a:cubicBezTo>
                  <a:pt x="435" y="27"/>
                  <a:pt x="410" y="12"/>
                  <a:pt x="402" y="7"/>
                </a:cubicBezTo>
                <a:cubicBezTo>
                  <a:pt x="400" y="6"/>
                  <a:pt x="399" y="6"/>
                  <a:pt x="399" y="5"/>
                </a:cubicBezTo>
                <a:lnTo>
                  <a:pt x="399" y="5"/>
                </a:lnTo>
                <a:cubicBezTo>
                  <a:pt x="399" y="5"/>
                  <a:pt x="399" y="5"/>
                  <a:pt x="398" y="5"/>
                </a:cubicBezTo>
                <a:cubicBezTo>
                  <a:pt x="394" y="3"/>
                  <a:pt x="389" y="1"/>
                  <a:pt x="383" y="0"/>
                </a:cubicBezTo>
                <a:cubicBezTo>
                  <a:pt x="363" y="31"/>
                  <a:pt x="332" y="53"/>
                  <a:pt x="296" y="61"/>
                </a:cubicBezTo>
                <a:cubicBezTo>
                  <a:pt x="286" y="63"/>
                  <a:pt x="275" y="65"/>
                  <a:pt x="264" y="65"/>
                </a:cubicBezTo>
                <a:cubicBezTo>
                  <a:pt x="215" y="65"/>
                  <a:pt x="170" y="40"/>
                  <a:pt x="145" y="0"/>
                </a:cubicBezTo>
                <a:cubicBezTo>
                  <a:pt x="140" y="1"/>
                  <a:pt x="135" y="3"/>
                  <a:pt x="130" y="5"/>
                </a:cubicBezTo>
                <a:cubicBezTo>
                  <a:pt x="130" y="5"/>
                  <a:pt x="130" y="5"/>
                  <a:pt x="129" y="6"/>
                </a:cubicBezTo>
                <a:lnTo>
                  <a:pt x="129" y="5"/>
                </a:lnTo>
                <a:cubicBezTo>
                  <a:pt x="129" y="6"/>
                  <a:pt x="128" y="6"/>
                  <a:pt x="127" y="7"/>
                </a:cubicBezTo>
                <a:cubicBezTo>
                  <a:pt x="119" y="12"/>
                  <a:pt x="93" y="27"/>
                  <a:pt x="66" y="53"/>
                </a:cubicBezTo>
                <a:cubicBezTo>
                  <a:pt x="51" y="69"/>
                  <a:pt x="35" y="88"/>
                  <a:pt x="22" y="112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5" name="Freeform 16">
            <a:extLst>
              <a:ext uri="{FF2B5EF4-FFF2-40B4-BE49-F238E27FC236}">
                <a16:creationId xmlns:a16="http://schemas.microsoft.com/office/drawing/2014/main" xmlns="" id="{EAC9B29A-B5F7-43E0-93E5-20E851A70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430" y="2715591"/>
            <a:ext cx="51256" cy="53819"/>
          </a:xfrm>
          <a:custGeom>
            <a:avLst/>
            <a:gdLst>
              <a:gd name="T0" fmla="*/ 70 w 86"/>
              <a:gd name="T1" fmla="*/ 73 h 94"/>
              <a:gd name="T2" fmla="*/ 59 w 86"/>
              <a:gd name="T3" fmla="*/ 9 h 94"/>
              <a:gd name="T4" fmla="*/ 47 w 86"/>
              <a:gd name="T5" fmla="*/ 0 h 94"/>
              <a:gd name="T6" fmla="*/ 31 w 86"/>
              <a:gd name="T7" fmla="*/ 21 h 94"/>
              <a:gd name="T8" fmla="*/ 0 w 86"/>
              <a:gd name="T9" fmla="*/ 81 h 94"/>
              <a:gd name="T10" fmla="*/ 5 w 86"/>
              <a:gd name="T11" fmla="*/ 85 h 94"/>
              <a:gd name="T12" fmla="*/ 32 w 86"/>
              <a:gd name="T13" fmla="*/ 93 h 94"/>
              <a:gd name="T14" fmla="*/ 70 w 86"/>
              <a:gd name="T15" fmla="*/ 73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6" h="94">
                <a:moveTo>
                  <a:pt x="70" y="73"/>
                </a:moveTo>
                <a:cubicBezTo>
                  <a:pt x="85" y="52"/>
                  <a:pt x="80" y="23"/>
                  <a:pt x="59" y="9"/>
                </a:cubicBezTo>
                <a:cubicBezTo>
                  <a:pt x="55" y="6"/>
                  <a:pt x="51" y="3"/>
                  <a:pt x="47" y="0"/>
                </a:cubicBezTo>
                <a:cubicBezTo>
                  <a:pt x="43" y="6"/>
                  <a:pt x="37" y="13"/>
                  <a:pt x="31" y="21"/>
                </a:cubicBezTo>
                <a:cubicBezTo>
                  <a:pt x="20" y="37"/>
                  <a:pt x="7" y="59"/>
                  <a:pt x="0" y="81"/>
                </a:cubicBezTo>
                <a:cubicBezTo>
                  <a:pt x="2" y="82"/>
                  <a:pt x="4" y="83"/>
                  <a:pt x="5" y="85"/>
                </a:cubicBezTo>
                <a:cubicBezTo>
                  <a:pt x="14" y="90"/>
                  <a:pt x="23" y="93"/>
                  <a:pt x="32" y="93"/>
                </a:cubicBezTo>
                <a:cubicBezTo>
                  <a:pt x="47" y="93"/>
                  <a:pt x="61" y="86"/>
                  <a:pt x="70" y="73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" name="Freeform 17">
            <a:extLst>
              <a:ext uri="{FF2B5EF4-FFF2-40B4-BE49-F238E27FC236}">
                <a16:creationId xmlns:a16="http://schemas.microsoft.com/office/drawing/2014/main" xmlns="" id="{C520B3BD-EE69-4162-AC88-6A88AF108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54" y="2392672"/>
            <a:ext cx="151207" cy="151207"/>
          </a:xfrm>
          <a:custGeom>
            <a:avLst/>
            <a:gdLst>
              <a:gd name="T0" fmla="*/ 260 w 261"/>
              <a:gd name="T1" fmla="*/ 131 h 262"/>
              <a:gd name="T2" fmla="*/ 243 w 261"/>
              <a:gd name="T3" fmla="*/ 196 h 262"/>
              <a:gd name="T4" fmla="*/ 195 w 261"/>
              <a:gd name="T5" fmla="*/ 244 h 262"/>
              <a:gd name="T6" fmla="*/ 130 w 261"/>
              <a:gd name="T7" fmla="*/ 261 h 262"/>
              <a:gd name="T8" fmla="*/ 65 w 261"/>
              <a:gd name="T9" fmla="*/ 244 h 262"/>
              <a:gd name="T10" fmla="*/ 17 w 261"/>
              <a:gd name="T11" fmla="*/ 196 h 262"/>
              <a:gd name="T12" fmla="*/ 0 w 261"/>
              <a:gd name="T13" fmla="*/ 131 h 262"/>
              <a:gd name="T14" fmla="*/ 17 w 261"/>
              <a:gd name="T15" fmla="*/ 66 h 262"/>
              <a:gd name="T16" fmla="*/ 65 w 261"/>
              <a:gd name="T17" fmla="*/ 18 h 262"/>
              <a:gd name="T18" fmla="*/ 130 w 261"/>
              <a:gd name="T19" fmla="*/ 0 h 262"/>
              <a:gd name="T20" fmla="*/ 195 w 261"/>
              <a:gd name="T21" fmla="*/ 18 h 262"/>
              <a:gd name="T22" fmla="*/ 243 w 261"/>
              <a:gd name="T23" fmla="*/ 66 h 262"/>
              <a:gd name="T24" fmla="*/ 260 w 261"/>
              <a:gd name="T25" fmla="*/ 131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1" h="262">
                <a:moveTo>
                  <a:pt x="260" y="131"/>
                </a:moveTo>
                <a:cubicBezTo>
                  <a:pt x="260" y="155"/>
                  <a:pt x="255" y="175"/>
                  <a:pt x="243" y="196"/>
                </a:cubicBezTo>
                <a:cubicBezTo>
                  <a:pt x="231" y="217"/>
                  <a:pt x="216" y="232"/>
                  <a:pt x="195" y="244"/>
                </a:cubicBezTo>
                <a:cubicBezTo>
                  <a:pt x="174" y="256"/>
                  <a:pt x="154" y="261"/>
                  <a:pt x="130" y="261"/>
                </a:cubicBezTo>
                <a:cubicBezTo>
                  <a:pt x="106" y="261"/>
                  <a:pt x="86" y="256"/>
                  <a:pt x="65" y="244"/>
                </a:cubicBezTo>
                <a:cubicBezTo>
                  <a:pt x="44" y="232"/>
                  <a:pt x="29" y="217"/>
                  <a:pt x="17" y="196"/>
                </a:cubicBezTo>
                <a:cubicBezTo>
                  <a:pt x="5" y="175"/>
                  <a:pt x="0" y="155"/>
                  <a:pt x="0" y="131"/>
                </a:cubicBezTo>
                <a:cubicBezTo>
                  <a:pt x="0" y="107"/>
                  <a:pt x="5" y="87"/>
                  <a:pt x="17" y="66"/>
                </a:cubicBezTo>
                <a:cubicBezTo>
                  <a:pt x="29" y="46"/>
                  <a:pt x="44" y="30"/>
                  <a:pt x="65" y="18"/>
                </a:cubicBezTo>
                <a:cubicBezTo>
                  <a:pt x="86" y="6"/>
                  <a:pt x="106" y="0"/>
                  <a:pt x="130" y="0"/>
                </a:cubicBezTo>
                <a:cubicBezTo>
                  <a:pt x="154" y="0"/>
                  <a:pt x="174" y="6"/>
                  <a:pt x="195" y="18"/>
                </a:cubicBezTo>
                <a:cubicBezTo>
                  <a:pt x="216" y="30"/>
                  <a:pt x="231" y="46"/>
                  <a:pt x="243" y="66"/>
                </a:cubicBezTo>
                <a:cubicBezTo>
                  <a:pt x="255" y="87"/>
                  <a:pt x="260" y="107"/>
                  <a:pt x="260" y="13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" name="Freeform 18">
            <a:extLst>
              <a:ext uri="{FF2B5EF4-FFF2-40B4-BE49-F238E27FC236}">
                <a16:creationId xmlns:a16="http://schemas.microsoft.com/office/drawing/2014/main" xmlns="" id="{F076662E-134F-47F3-A9C6-4F74FCD29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502" y="2477245"/>
            <a:ext cx="279349" cy="220404"/>
          </a:xfrm>
          <a:custGeom>
            <a:avLst/>
            <a:gdLst>
              <a:gd name="T0" fmla="*/ 217 w 479"/>
              <a:gd name="T1" fmla="*/ 4 h 379"/>
              <a:gd name="T2" fmla="*/ 189 w 479"/>
              <a:gd name="T3" fmla="*/ 26 h 379"/>
              <a:gd name="T4" fmla="*/ 177 w 479"/>
              <a:gd name="T5" fmla="*/ 51 h 379"/>
              <a:gd name="T6" fmla="*/ 120 w 479"/>
              <a:gd name="T7" fmla="*/ 149 h 379"/>
              <a:gd name="T8" fmla="*/ 14 w 479"/>
              <a:gd name="T9" fmla="*/ 256 h 379"/>
              <a:gd name="T10" fmla="*/ 15 w 479"/>
              <a:gd name="T11" fmla="*/ 282 h 379"/>
              <a:gd name="T12" fmla="*/ 0 w 479"/>
              <a:gd name="T13" fmla="*/ 378 h 379"/>
              <a:gd name="T14" fmla="*/ 121 w 479"/>
              <a:gd name="T15" fmla="*/ 305 h 379"/>
              <a:gd name="T16" fmla="*/ 206 w 479"/>
              <a:gd name="T17" fmla="*/ 208 h 379"/>
              <a:gd name="T18" fmla="*/ 236 w 479"/>
              <a:gd name="T19" fmla="*/ 336 h 379"/>
              <a:gd name="T20" fmla="*/ 478 w 479"/>
              <a:gd name="T21" fmla="*/ 0 h 379"/>
              <a:gd name="T22" fmla="*/ 236 w 479"/>
              <a:gd name="T23" fmla="*/ 0 h 379"/>
              <a:gd name="T24" fmla="*/ 217 w 479"/>
              <a:gd name="T25" fmla="*/ 4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9" h="379">
                <a:moveTo>
                  <a:pt x="217" y="4"/>
                </a:moveTo>
                <a:cubicBezTo>
                  <a:pt x="205" y="7"/>
                  <a:pt x="195" y="15"/>
                  <a:pt x="189" y="26"/>
                </a:cubicBezTo>
                <a:cubicBezTo>
                  <a:pt x="183" y="33"/>
                  <a:pt x="179" y="42"/>
                  <a:pt x="177" y="51"/>
                </a:cubicBezTo>
                <a:cubicBezTo>
                  <a:pt x="167" y="72"/>
                  <a:pt x="148" y="110"/>
                  <a:pt x="120" y="149"/>
                </a:cubicBezTo>
                <a:cubicBezTo>
                  <a:pt x="92" y="190"/>
                  <a:pt x="55" y="230"/>
                  <a:pt x="14" y="256"/>
                </a:cubicBezTo>
                <a:cubicBezTo>
                  <a:pt x="15" y="265"/>
                  <a:pt x="15" y="274"/>
                  <a:pt x="15" y="282"/>
                </a:cubicBezTo>
                <a:cubicBezTo>
                  <a:pt x="15" y="316"/>
                  <a:pt x="10" y="348"/>
                  <a:pt x="0" y="378"/>
                </a:cubicBezTo>
                <a:cubicBezTo>
                  <a:pt x="47" y="362"/>
                  <a:pt x="87" y="336"/>
                  <a:pt x="121" y="305"/>
                </a:cubicBezTo>
                <a:cubicBezTo>
                  <a:pt x="155" y="275"/>
                  <a:pt x="183" y="241"/>
                  <a:pt x="206" y="208"/>
                </a:cubicBezTo>
                <a:lnTo>
                  <a:pt x="236" y="336"/>
                </a:lnTo>
                <a:lnTo>
                  <a:pt x="478" y="0"/>
                </a:lnTo>
                <a:lnTo>
                  <a:pt x="236" y="0"/>
                </a:lnTo>
                <a:cubicBezTo>
                  <a:pt x="229" y="0"/>
                  <a:pt x="223" y="2"/>
                  <a:pt x="217" y="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" name="Freeform 19">
            <a:extLst>
              <a:ext uri="{FF2B5EF4-FFF2-40B4-BE49-F238E27FC236}">
                <a16:creationId xmlns:a16="http://schemas.microsoft.com/office/drawing/2014/main" xmlns="" id="{EF732602-BFA5-4229-BE8C-58D8B127D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393" y="2336290"/>
            <a:ext cx="192213" cy="133268"/>
          </a:xfrm>
          <a:custGeom>
            <a:avLst/>
            <a:gdLst>
              <a:gd name="T0" fmla="*/ 58 w 330"/>
              <a:gd name="T1" fmla="*/ 0 h 229"/>
              <a:gd name="T2" fmla="*/ 0 w 330"/>
              <a:gd name="T3" fmla="*/ 56 h 229"/>
              <a:gd name="T4" fmla="*/ 58 w 330"/>
              <a:gd name="T5" fmla="*/ 56 h 229"/>
              <a:gd name="T6" fmla="*/ 59 w 330"/>
              <a:gd name="T7" fmla="*/ 114 h 229"/>
              <a:gd name="T8" fmla="*/ 215 w 330"/>
              <a:gd name="T9" fmla="*/ 211 h 229"/>
              <a:gd name="T10" fmla="*/ 313 w 330"/>
              <a:gd name="T11" fmla="*/ 55 h 229"/>
              <a:gd name="T12" fmla="*/ 313 w 330"/>
              <a:gd name="T13" fmla="*/ 0 h 229"/>
              <a:gd name="T14" fmla="*/ 58 w 330"/>
              <a:gd name="T15" fmla="*/ 0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0" h="229">
                <a:moveTo>
                  <a:pt x="58" y="0"/>
                </a:moveTo>
                <a:lnTo>
                  <a:pt x="0" y="56"/>
                </a:lnTo>
                <a:lnTo>
                  <a:pt x="58" y="56"/>
                </a:lnTo>
                <a:cubicBezTo>
                  <a:pt x="54" y="75"/>
                  <a:pt x="54" y="94"/>
                  <a:pt x="59" y="114"/>
                </a:cubicBezTo>
                <a:cubicBezTo>
                  <a:pt x="75" y="184"/>
                  <a:pt x="145" y="228"/>
                  <a:pt x="215" y="211"/>
                </a:cubicBezTo>
                <a:cubicBezTo>
                  <a:pt x="285" y="195"/>
                  <a:pt x="329" y="125"/>
                  <a:pt x="313" y="55"/>
                </a:cubicBezTo>
                <a:lnTo>
                  <a:pt x="313" y="0"/>
                </a:lnTo>
                <a:lnTo>
                  <a:pt x="58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" name="Freeform 20">
            <a:extLst>
              <a:ext uri="{FF2B5EF4-FFF2-40B4-BE49-F238E27FC236}">
                <a16:creationId xmlns:a16="http://schemas.microsoft.com/office/drawing/2014/main" xmlns="" id="{7C2338E7-B9EA-416E-BDB0-12BC1FBC8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44" y="2287594"/>
            <a:ext cx="174274" cy="43569"/>
          </a:xfrm>
          <a:custGeom>
            <a:avLst/>
            <a:gdLst>
              <a:gd name="T0" fmla="*/ 298 w 299"/>
              <a:gd name="T1" fmla="*/ 73 h 74"/>
              <a:gd name="T2" fmla="*/ 298 w 299"/>
              <a:gd name="T3" fmla="*/ 30 h 74"/>
              <a:gd name="T4" fmla="*/ 0 w 299"/>
              <a:gd name="T5" fmla="*/ 0 h 74"/>
              <a:gd name="T6" fmla="*/ 45 w 299"/>
              <a:gd name="T7" fmla="*/ 73 h 74"/>
              <a:gd name="T8" fmla="*/ 298 w 299"/>
              <a:gd name="T9" fmla="*/ 73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9" h="74">
                <a:moveTo>
                  <a:pt x="298" y="73"/>
                </a:moveTo>
                <a:lnTo>
                  <a:pt x="298" y="30"/>
                </a:lnTo>
                <a:lnTo>
                  <a:pt x="0" y="0"/>
                </a:lnTo>
                <a:lnTo>
                  <a:pt x="45" y="73"/>
                </a:lnTo>
                <a:lnTo>
                  <a:pt x="298" y="73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" name="Freeform 21">
            <a:extLst>
              <a:ext uri="{FF2B5EF4-FFF2-40B4-BE49-F238E27FC236}">
                <a16:creationId xmlns:a16="http://schemas.microsoft.com/office/drawing/2014/main" xmlns="" id="{200A794E-2E56-4823-923C-7E8B2508C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388" y="2477245"/>
            <a:ext cx="343421" cy="638150"/>
          </a:xfrm>
          <a:custGeom>
            <a:avLst/>
            <a:gdLst>
              <a:gd name="T0" fmla="*/ 436 w 591"/>
              <a:gd name="T1" fmla="*/ 5 h 1097"/>
              <a:gd name="T2" fmla="*/ 420 w 591"/>
              <a:gd name="T3" fmla="*/ 2 h 1097"/>
              <a:gd name="T4" fmla="*/ 409 w 591"/>
              <a:gd name="T5" fmla="*/ 0 h 1097"/>
              <a:gd name="T6" fmla="*/ 388 w 591"/>
              <a:gd name="T7" fmla="*/ 0 h 1097"/>
              <a:gd name="T8" fmla="*/ 114 w 591"/>
              <a:gd name="T9" fmla="*/ 381 h 1097"/>
              <a:gd name="T10" fmla="*/ 114 w 591"/>
              <a:gd name="T11" fmla="*/ 382 h 1097"/>
              <a:gd name="T12" fmla="*/ 112 w 591"/>
              <a:gd name="T13" fmla="*/ 391 h 1097"/>
              <a:gd name="T14" fmla="*/ 7 w 591"/>
              <a:gd name="T15" fmla="*/ 1004 h 1097"/>
              <a:gd name="T16" fmla="*/ 71 w 591"/>
              <a:gd name="T17" fmla="*/ 1095 h 1097"/>
              <a:gd name="T18" fmla="*/ 85 w 591"/>
              <a:gd name="T19" fmla="*/ 1096 h 1097"/>
              <a:gd name="T20" fmla="*/ 162 w 591"/>
              <a:gd name="T21" fmla="*/ 1031 h 1097"/>
              <a:gd name="T22" fmla="*/ 252 w 591"/>
              <a:gd name="T23" fmla="*/ 504 h 1097"/>
              <a:gd name="T24" fmla="*/ 260 w 591"/>
              <a:gd name="T25" fmla="*/ 504 h 1097"/>
              <a:gd name="T26" fmla="*/ 350 w 591"/>
              <a:gd name="T27" fmla="*/ 1031 h 1097"/>
              <a:gd name="T28" fmla="*/ 427 w 591"/>
              <a:gd name="T29" fmla="*/ 1096 h 1097"/>
              <a:gd name="T30" fmla="*/ 440 w 591"/>
              <a:gd name="T31" fmla="*/ 1095 h 1097"/>
              <a:gd name="T32" fmla="*/ 504 w 591"/>
              <a:gd name="T33" fmla="*/ 1004 h 1097"/>
              <a:gd name="T34" fmla="*/ 399 w 591"/>
              <a:gd name="T35" fmla="*/ 391 h 1097"/>
              <a:gd name="T36" fmla="*/ 397 w 591"/>
              <a:gd name="T37" fmla="*/ 382 h 1097"/>
              <a:gd name="T38" fmla="*/ 449 w 591"/>
              <a:gd name="T39" fmla="*/ 161 h 1097"/>
              <a:gd name="T40" fmla="*/ 486 w 591"/>
              <a:gd name="T41" fmla="*/ 341 h 1097"/>
              <a:gd name="T42" fmla="*/ 479 w 591"/>
              <a:gd name="T43" fmla="*/ 439 h 1097"/>
              <a:gd name="T44" fmla="*/ 525 w 591"/>
              <a:gd name="T45" fmla="*/ 497 h 1097"/>
              <a:gd name="T46" fmla="*/ 531 w 591"/>
              <a:gd name="T47" fmla="*/ 498 h 1097"/>
              <a:gd name="T48" fmla="*/ 583 w 591"/>
              <a:gd name="T49" fmla="*/ 452 h 1097"/>
              <a:gd name="T50" fmla="*/ 590 w 591"/>
              <a:gd name="T51" fmla="*/ 341 h 1097"/>
              <a:gd name="T52" fmla="*/ 519 w 591"/>
              <a:gd name="T53" fmla="*/ 77 h 1097"/>
              <a:gd name="T54" fmla="*/ 436 w 591"/>
              <a:gd name="T55" fmla="*/ 5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91" h="1097">
                <a:moveTo>
                  <a:pt x="436" y="5"/>
                </a:moveTo>
                <a:cubicBezTo>
                  <a:pt x="431" y="3"/>
                  <a:pt x="425" y="2"/>
                  <a:pt x="420" y="2"/>
                </a:cubicBezTo>
                <a:cubicBezTo>
                  <a:pt x="416" y="1"/>
                  <a:pt x="413" y="0"/>
                  <a:pt x="409" y="0"/>
                </a:cubicBezTo>
                <a:lnTo>
                  <a:pt x="388" y="0"/>
                </a:lnTo>
                <a:lnTo>
                  <a:pt x="114" y="381"/>
                </a:lnTo>
                <a:lnTo>
                  <a:pt x="114" y="382"/>
                </a:lnTo>
                <a:cubicBezTo>
                  <a:pt x="113" y="385"/>
                  <a:pt x="113" y="388"/>
                  <a:pt x="112" y="391"/>
                </a:cubicBezTo>
                <a:lnTo>
                  <a:pt x="7" y="1004"/>
                </a:lnTo>
                <a:cubicBezTo>
                  <a:pt x="0" y="1047"/>
                  <a:pt x="29" y="1087"/>
                  <a:pt x="71" y="1095"/>
                </a:cubicBezTo>
                <a:cubicBezTo>
                  <a:pt x="76" y="1095"/>
                  <a:pt x="80" y="1096"/>
                  <a:pt x="85" y="1096"/>
                </a:cubicBezTo>
                <a:cubicBezTo>
                  <a:pt x="122" y="1096"/>
                  <a:pt x="155" y="1069"/>
                  <a:pt x="162" y="1031"/>
                </a:cubicBezTo>
                <a:lnTo>
                  <a:pt x="252" y="504"/>
                </a:lnTo>
                <a:lnTo>
                  <a:pt x="260" y="504"/>
                </a:lnTo>
                <a:lnTo>
                  <a:pt x="350" y="1031"/>
                </a:lnTo>
                <a:cubicBezTo>
                  <a:pt x="356" y="1069"/>
                  <a:pt x="389" y="1096"/>
                  <a:pt x="427" y="1096"/>
                </a:cubicBezTo>
                <a:cubicBezTo>
                  <a:pt x="431" y="1096"/>
                  <a:pt x="436" y="1095"/>
                  <a:pt x="440" y="1095"/>
                </a:cubicBezTo>
                <a:cubicBezTo>
                  <a:pt x="483" y="1087"/>
                  <a:pt x="511" y="1047"/>
                  <a:pt x="504" y="1004"/>
                </a:cubicBezTo>
                <a:lnTo>
                  <a:pt x="399" y="391"/>
                </a:lnTo>
                <a:cubicBezTo>
                  <a:pt x="399" y="388"/>
                  <a:pt x="398" y="385"/>
                  <a:pt x="397" y="382"/>
                </a:cubicBezTo>
                <a:lnTo>
                  <a:pt x="449" y="161"/>
                </a:lnTo>
                <a:cubicBezTo>
                  <a:pt x="468" y="196"/>
                  <a:pt x="486" y="252"/>
                  <a:pt x="486" y="341"/>
                </a:cubicBezTo>
                <a:cubicBezTo>
                  <a:pt x="486" y="370"/>
                  <a:pt x="484" y="403"/>
                  <a:pt x="479" y="439"/>
                </a:cubicBezTo>
                <a:cubicBezTo>
                  <a:pt x="476" y="468"/>
                  <a:pt x="496" y="494"/>
                  <a:pt x="525" y="497"/>
                </a:cubicBezTo>
                <a:cubicBezTo>
                  <a:pt x="527" y="497"/>
                  <a:pt x="529" y="498"/>
                  <a:pt x="531" y="498"/>
                </a:cubicBezTo>
                <a:cubicBezTo>
                  <a:pt x="557" y="498"/>
                  <a:pt x="580" y="478"/>
                  <a:pt x="583" y="452"/>
                </a:cubicBezTo>
                <a:cubicBezTo>
                  <a:pt x="588" y="412"/>
                  <a:pt x="590" y="375"/>
                  <a:pt x="590" y="341"/>
                </a:cubicBezTo>
                <a:cubicBezTo>
                  <a:pt x="590" y="213"/>
                  <a:pt x="557" y="129"/>
                  <a:pt x="519" y="77"/>
                </a:cubicBezTo>
                <a:cubicBezTo>
                  <a:pt x="482" y="25"/>
                  <a:pt x="443" y="8"/>
                  <a:pt x="436" y="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" name="Freeform 22">
            <a:extLst>
              <a:ext uri="{FF2B5EF4-FFF2-40B4-BE49-F238E27FC236}">
                <a16:creationId xmlns:a16="http://schemas.microsoft.com/office/drawing/2014/main" xmlns="" id="{5BA67273-9C48-499A-988D-A609EAAED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611" y="2830918"/>
            <a:ext cx="76885" cy="276788"/>
          </a:xfrm>
          <a:custGeom>
            <a:avLst/>
            <a:gdLst>
              <a:gd name="T0" fmla="*/ 132 w 133"/>
              <a:gd name="T1" fmla="*/ 0 h 478"/>
              <a:gd name="T2" fmla="*/ 0 w 133"/>
              <a:gd name="T3" fmla="*/ 31 h 478"/>
              <a:gd name="T4" fmla="*/ 0 w 133"/>
              <a:gd name="T5" fmla="*/ 419 h 478"/>
              <a:gd name="T6" fmla="*/ 58 w 133"/>
              <a:gd name="T7" fmla="*/ 477 h 478"/>
              <a:gd name="T8" fmla="*/ 116 w 133"/>
              <a:gd name="T9" fmla="*/ 419 h 478"/>
              <a:gd name="T10" fmla="*/ 116 w 133"/>
              <a:gd name="T11" fmla="*/ 153 h 478"/>
              <a:gd name="T12" fmla="*/ 116 w 133"/>
              <a:gd name="T13" fmla="*/ 110 h 478"/>
              <a:gd name="T14" fmla="*/ 132 w 133"/>
              <a:gd name="T15" fmla="*/ 0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" h="478">
                <a:moveTo>
                  <a:pt x="132" y="0"/>
                </a:moveTo>
                <a:lnTo>
                  <a:pt x="0" y="31"/>
                </a:lnTo>
                <a:lnTo>
                  <a:pt x="0" y="419"/>
                </a:lnTo>
                <a:cubicBezTo>
                  <a:pt x="0" y="451"/>
                  <a:pt x="26" y="477"/>
                  <a:pt x="58" y="477"/>
                </a:cubicBezTo>
                <a:cubicBezTo>
                  <a:pt x="90" y="477"/>
                  <a:pt x="116" y="451"/>
                  <a:pt x="116" y="419"/>
                </a:cubicBezTo>
                <a:lnTo>
                  <a:pt x="116" y="153"/>
                </a:lnTo>
                <a:lnTo>
                  <a:pt x="116" y="110"/>
                </a:lnTo>
                <a:cubicBezTo>
                  <a:pt x="117" y="58"/>
                  <a:pt x="125" y="31"/>
                  <a:pt x="132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" name="Freeform 23">
            <a:extLst>
              <a:ext uri="{FF2B5EF4-FFF2-40B4-BE49-F238E27FC236}">
                <a16:creationId xmlns:a16="http://schemas.microsoft.com/office/drawing/2014/main" xmlns="" id="{49ED1CB8-3F62-4B4E-BDC6-70DB6F32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1475" y="2830918"/>
            <a:ext cx="76885" cy="276788"/>
          </a:xfrm>
          <a:custGeom>
            <a:avLst/>
            <a:gdLst>
              <a:gd name="T0" fmla="*/ 0 w 133"/>
              <a:gd name="T1" fmla="*/ 0 h 478"/>
              <a:gd name="T2" fmla="*/ 16 w 133"/>
              <a:gd name="T3" fmla="*/ 110 h 478"/>
              <a:gd name="T4" fmla="*/ 16 w 133"/>
              <a:gd name="T5" fmla="*/ 153 h 478"/>
              <a:gd name="T6" fmla="*/ 16 w 133"/>
              <a:gd name="T7" fmla="*/ 419 h 478"/>
              <a:gd name="T8" fmla="*/ 74 w 133"/>
              <a:gd name="T9" fmla="*/ 477 h 478"/>
              <a:gd name="T10" fmla="*/ 132 w 133"/>
              <a:gd name="T11" fmla="*/ 419 h 478"/>
              <a:gd name="T12" fmla="*/ 132 w 133"/>
              <a:gd name="T13" fmla="*/ 31 h 478"/>
              <a:gd name="T14" fmla="*/ 0 w 133"/>
              <a:gd name="T15" fmla="*/ 0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3" h="478">
                <a:moveTo>
                  <a:pt x="0" y="0"/>
                </a:moveTo>
                <a:cubicBezTo>
                  <a:pt x="7" y="31"/>
                  <a:pt x="15" y="58"/>
                  <a:pt x="16" y="110"/>
                </a:cubicBezTo>
                <a:lnTo>
                  <a:pt x="16" y="153"/>
                </a:lnTo>
                <a:lnTo>
                  <a:pt x="16" y="419"/>
                </a:lnTo>
                <a:cubicBezTo>
                  <a:pt x="16" y="451"/>
                  <a:pt x="42" y="477"/>
                  <a:pt x="74" y="477"/>
                </a:cubicBezTo>
                <a:cubicBezTo>
                  <a:pt x="106" y="477"/>
                  <a:pt x="132" y="451"/>
                  <a:pt x="132" y="419"/>
                </a:cubicBezTo>
                <a:lnTo>
                  <a:pt x="132" y="31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" name="Freeform 24">
            <a:extLst>
              <a:ext uri="{FF2B5EF4-FFF2-40B4-BE49-F238E27FC236}">
                <a16:creationId xmlns:a16="http://schemas.microsoft.com/office/drawing/2014/main" xmlns="" id="{3C00C773-637B-4E4F-BCFB-B6F85F6E6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469" y="2523377"/>
            <a:ext cx="248595" cy="317793"/>
          </a:xfrm>
          <a:custGeom>
            <a:avLst/>
            <a:gdLst>
              <a:gd name="T0" fmla="*/ 341 w 429"/>
              <a:gd name="T1" fmla="*/ 442 h 548"/>
              <a:gd name="T2" fmla="*/ 324 w 429"/>
              <a:gd name="T3" fmla="*/ 463 h 548"/>
              <a:gd name="T4" fmla="*/ 307 w 429"/>
              <a:gd name="T5" fmla="*/ 448 h 548"/>
              <a:gd name="T6" fmla="*/ 276 w 429"/>
              <a:gd name="T7" fmla="*/ 459 h 548"/>
              <a:gd name="T8" fmla="*/ 238 w 429"/>
              <a:gd name="T9" fmla="*/ 438 h 548"/>
              <a:gd name="T10" fmla="*/ 260 w 429"/>
              <a:gd name="T11" fmla="*/ 367 h 548"/>
              <a:gd name="T12" fmla="*/ 255 w 429"/>
              <a:gd name="T13" fmla="*/ 361 h 548"/>
              <a:gd name="T14" fmla="*/ 280 w 429"/>
              <a:gd name="T15" fmla="*/ 336 h 548"/>
              <a:gd name="T16" fmla="*/ 321 w 429"/>
              <a:gd name="T17" fmla="*/ 299 h 548"/>
              <a:gd name="T18" fmla="*/ 310 w 429"/>
              <a:gd name="T19" fmla="*/ 254 h 548"/>
              <a:gd name="T20" fmla="*/ 291 w 429"/>
              <a:gd name="T21" fmla="*/ 195 h 548"/>
              <a:gd name="T22" fmla="*/ 285 w 429"/>
              <a:gd name="T23" fmla="*/ 184 h 548"/>
              <a:gd name="T24" fmla="*/ 353 w 429"/>
              <a:gd name="T25" fmla="*/ 153 h 548"/>
              <a:gd name="T26" fmla="*/ 358 w 429"/>
              <a:gd name="T27" fmla="*/ 199 h 548"/>
              <a:gd name="T28" fmla="*/ 294 w 429"/>
              <a:gd name="T29" fmla="*/ 353 h 548"/>
              <a:gd name="T30" fmla="*/ 428 w 429"/>
              <a:gd name="T31" fmla="*/ 199 h 548"/>
              <a:gd name="T32" fmla="*/ 405 w 429"/>
              <a:gd name="T33" fmla="*/ 86 h 548"/>
              <a:gd name="T34" fmla="*/ 367 w 429"/>
              <a:gd name="T35" fmla="*/ 31 h 548"/>
              <a:gd name="T36" fmla="*/ 214 w 429"/>
              <a:gd name="T37" fmla="*/ 39 h 548"/>
              <a:gd name="T38" fmla="*/ 119 w 429"/>
              <a:gd name="T39" fmla="*/ 0 h 548"/>
              <a:gd name="T40" fmla="*/ 46 w 429"/>
              <a:gd name="T41" fmla="*/ 47 h 548"/>
              <a:gd name="T42" fmla="*/ 13 w 429"/>
              <a:gd name="T43" fmla="*/ 112 h 548"/>
              <a:gd name="T44" fmla="*/ 96 w 429"/>
              <a:gd name="T45" fmla="*/ 413 h 548"/>
              <a:gd name="T46" fmla="*/ 91 w 429"/>
              <a:gd name="T47" fmla="*/ 295 h 548"/>
              <a:gd name="T48" fmla="*/ 76 w 429"/>
              <a:gd name="T49" fmla="*/ 148 h 548"/>
              <a:gd name="T50" fmla="*/ 192 w 429"/>
              <a:gd name="T51" fmla="*/ 157 h 548"/>
              <a:gd name="T52" fmla="*/ 111 w 429"/>
              <a:gd name="T53" fmla="*/ 193 h 548"/>
              <a:gd name="T54" fmla="*/ 118 w 429"/>
              <a:gd name="T55" fmla="*/ 255 h 548"/>
              <a:gd name="T56" fmla="*/ 141 w 429"/>
              <a:gd name="T57" fmla="*/ 344 h 548"/>
              <a:gd name="T58" fmla="*/ 148 w 429"/>
              <a:gd name="T59" fmla="*/ 336 h 548"/>
              <a:gd name="T60" fmla="*/ 172 w 429"/>
              <a:gd name="T61" fmla="*/ 361 h 548"/>
              <a:gd name="T62" fmla="*/ 167 w 429"/>
              <a:gd name="T63" fmla="*/ 367 h 548"/>
              <a:gd name="T64" fmla="*/ 190 w 429"/>
              <a:gd name="T65" fmla="*/ 438 h 548"/>
              <a:gd name="T66" fmla="*/ 151 w 429"/>
              <a:gd name="T67" fmla="*/ 459 h 548"/>
              <a:gd name="T68" fmla="*/ 121 w 429"/>
              <a:gd name="T69" fmla="*/ 448 h 548"/>
              <a:gd name="T70" fmla="*/ 104 w 429"/>
              <a:gd name="T71" fmla="*/ 463 h 548"/>
              <a:gd name="T72" fmla="*/ 87 w 429"/>
              <a:gd name="T73" fmla="*/ 442 h 548"/>
              <a:gd name="T74" fmla="*/ 58 w 429"/>
              <a:gd name="T75" fmla="*/ 390 h 548"/>
              <a:gd name="T76" fmla="*/ 1 w 429"/>
              <a:gd name="T77" fmla="*/ 497 h 548"/>
              <a:gd name="T78" fmla="*/ 214 w 429"/>
              <a:gd name="T79" fmla="*/ 547 h 548"/>
              <a:gd name="T80" fmla="*/ 427 w 429"/>
              <a:gd name="T81" fmla="*/ 497 h 548"/>
              <a:gd name="T82" fmla="*/ 370 w 429"/>
              <a:gd name="T83" fmla="*/ 390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29" h="548">
                <a:moveTo>
                  <a:pt x="336" y="425"/>
                </a:moveTo>
                <a:cubicBezTo>
                  <a:pt x="338" y="430"/>
                  <a:pt x="340" y="436"/>
                  <a:pt x="341" y="442"/>
                </a:cubicBezTo>
                <a:cubicBezTo>
                  <a:pt x="343" y="451"/>
                  <a:pt x="337" y="460"/>
                  <a:pt x="327" y="462"/>
                </a:cubicBezTo>
                <a:cubicBezTo>
                  <a:pt x="326" y="463"/>
                  <a:pt x="325" y="463"/>
                  <a:pt x="324" y="463"/>
                </a:cubicBezTo>
                <a:cubicBezTo>
                  <a:pt x="316" y="463"/>
                  <a:pt x="309" y="457"/>
                  <a:pt x="307" y="449"/>
                </a:cubicBezTo>
                <a:cubicBezTo>
                  <a:pt x="307" y="448"/>
                  <a:pt x="307" y="448"/>
                  <a:pt x="307" y="448"/>
                </a:cubicBezTo>
                <a:cubicBezTo>
                  <a:pt x="305" y="449"/>
                  <a:pt x="304" y="450"/>
                  <a:pt x="302" y="450"/>
                </a:cubicBezTo>
                <a:cubicBezTo>
                  <a:pt x="295" y="456"/>
                  <a:pt x="286" y="459"/>
                  <a:pt x="276" y="459"/>
                </a:cubicBezTo>
                <a:lnTo>
                  <a:pt x="276" y="459"/>
                </a:lnTo>
                <a:cubicBezTo>
                  <a:pt x="261" y="459"/>
                  <a:pt x="247" y="451"/>
                  <a:pt x="238" y="438"/>
                </a:cubicBezTo>
                <a:cubicBezTo>
                  <a:pt x="224" y="417"/>
                  <a:pt x="229" y="388"/>
                  <a:pt x="250" y="374"/>
                </a:cubicBezTo>
                <a:cubicBezTo>
                  <a:pt x="254" y="371"/>
                  <a:pt x="257" y="369"/>
                  <a:pt x="260" y="367"/>
                </a:cubicBezTo>
                <a:cubicBezTo>
                  <a:pt x="259" y="365"/>
                  <a:pt x="258" y="364"/>
                  <a:pt x="257" y="363"/>
                </a:cubicBezTo>
                <a:cubicBezTo>
                  <a:pt x="256" y="361"/>
                  <a:pt x="255" y="361"/>
                  <a:pt x="255" y="361"/>
                </a:cubicBezTo>
                <a:cubicBezTo>
                  <a:pt x="249" y="354"/>
                  <a:pt x="249" y="343"/>
                  <a:pt x="255" y="336"/>
                </a:cubicBezTo>
                <a:cubicBezTo>
                  <a:pt x="262" y="330"/>
                  <a:pt x="273" y="330"/>
                  <a:pt x="280" y="336"/>
                </a:cubicBezTo>
                <a:cubicBezTo>
                  <a:pt x="280" y="337"/>
                  <a:pt x="283" y="339"/>
                  <a:pt x="287" y="344"/>
                </a:cubicBezTo>
                <a:cubicBezTo>
                  <a:pt x="301" y="330"/>
                  <a:pt x="312" y="315"/>
                  <a:pt x="321" y="299"/>
                </a:cubicBezTo>
                <a:cubicBezTo>
                  <a:pt x="316" y="286"/>
                  <a:pt x="311" y="272"/>
                  <a:pt x="310" y="255"/>
                </a:cubicBezTo>
                <a:cubicBezTo>
                  <a:pt x="310" y="254"/>
                  <a:pt x="310" y="254"/>
                  <a:pt x="310" y="254"/>
                </a:cubicBezTo>
                <a:cubicBezTo>
                  <a:pt x="309" y="236"/>
                  <a:pt x="312" y="213"/>
                  <a:pt x="317" y="190"/>
                </a:cubicBezTo>
                <a:cubicBezTo>
                  <a:pt x="309" y="194"/>
                  <a:pt x="300" y="195"/>
                  <a:pt x="291" y="195"/>
                </a:cubicBezTo>
                <a:cubicBezTo>
                  <a:pt x="264" y="195"/>
                  <a:pt x="241" y="180"/>
                  <a:pt x="230" y="157"/>
                </a:cubicBezTo>
                <a:cubicBezTo>
                  <a:pt x="243" y="173"/>
                  <a:pt x="262" y="184"/>
                  <a:pt x="285" y="184"/>
                </a:cubicBezTo>
                <a:cubicBezTo>
                  <a:pt x="314" y="184"/>
                  <a:pt x="340" y="165"/>
                  <a:pt x="350" y="139"/>
                </a:cubicBezTo>
                <a:cubicBezTo>
                  <a:pt x="351" y="144"/>
                  <a:pt x="352" y="149"/>
                  <a:pt x="353" y="153"/>
                </a:cubicBezTo>
                <a:cubicBezTo>
                  <a:pt x="353" y="154"/>
                  <a:pt x="354" y="154"/>
                  <a:pt x="354" y="155"/>
                </a:cubicBezTo>
                <a:cubicBezTo>
                  <a:pt x="356" y="169"/>
                  <a:pt x="358" y="184"/>
                  <a:pt x="358" y="199"/>
                </a:cubicBezTo>
                <a:cubicBezTo>
                  <a:pt x="358" y="230"/>
                  <a:pt x="352" y="263"/>
                  <a:pt x="336" y="295"/>
                </a:cubicBezTo>
                <a:cubicBezTo>
                  <a:pt x="327" y="315"/>
                  <a:pt x="313" y="334"/>
                  <a:pt x="294" y="353"/>
                </a:cubicBezTo>
                <a:cubicBezTo>
                  <a:pt x="306" y="366"/>
                  <a:pt x="321" y="388"/>
                  <a:pt x="332" y="413"/>
                </a:cubicBezTo>
                <a:cubicBezTo>
                  <a:pt x="402" y="350"/>
                  <a:pt x="428" y="269"/>
                  <a:pt x="428" y="199"/>
                </a:cubicBezTo>
                <a:cubicBezTo>
                  <a:pt x="428" y="168"/>
                  <a:pt x="423" y="138"/>
                  <a:pt x="415" y="112"/>
                </a:cubicBezTo>
                <a:cubicBezTo>
                  <a:pt x="412" y="103"/>
                  <a:pt x="408" y="94"/>
                  <a:pt x="405" y="86"/>
                </a:cubicBezTo>
                <a:cubicBezTo>
                  <a:pt x="398" y="71"/>
                  <a:pt x="391" y="58"/>
                  <a:pt x="382" y="47"/>
                </a:cubicBezTo>
                <a:cubicBezTo>
                  <a:pt x="377" y="41"/>
                  <a:pt x="373" y="36"/>
                  <a:pt x="367" y="31"/>
                </a:cubicBezTo>
                <a:cubicBezTo>
                  <a:pt x="358" y="23"/>
                  <a:pt x="339" y="10"/>
                  <a:pt x="309" y="0"/>
                </a:cubicBezTo>
                <a:cubicBezTo>
                  <a:pt x="285" y="24"/>
                  <a:pt x="251" y="39"/>
                  <a:pt x="214" y="39"/>
                </a:cubicBezTo>
                <a:cubicBezTo>
                  <a:pt x="204" y="39"/>
                  <a:pt x="194" y="38"/>
                  <a:pt x="184" y="36"/>
                </a:cubicBezTo>
                <a:cubicBezTo>
                  <a:pt x="159" y="30"/>
                  <a:pt x="137" y="18"/>
                  <a:pt x="119" y="0"/>
                </a:cubicBezTo>
                <a:cubicBezTo>
                  <a:pt x="89" y="10"/>
                  <a:pt x="70" y="23"/>
                  <a:pt x="61" y="31"/>
                </a:cubicBezTo>
                <a:cubicBezTo>
                  <a:pt x="55" y="36"/>
                  <a:pt x="50" y="41"/>
                  <a:pt x="46" y="47"/>
                </a:cubicBezTo>
                <a:cubicBezTo>
                  <a:pt x="37" y="58"/>
                  <a:pt x="30" y="71"/>
                  <a:pt x="23" y="86"/>
                </a:cubicBezTo>
                <a:cubicBezTo>
                  <a:pt x="20" y="94"/>
                  <a:pt x="16" y="103"/>
                  <a:pt x="13" y="112"/>
                </a:cubicBezTo>
                <a:cubicBezTo>
                  <a:pt x="5" y="138"/>
                  <a:pt x="0" y="168"/>
                  <a:pt x="0" y="199"/>
                </a:cubicBezTo>
                <a:cubicBezTo>
                  <a:pt x="0" y="269"/>
                  <a:pt x="25" y="350"/>
                  <a:pt x="96" y="413"/>
                </a:cubicBezTo>
                <a:cubicBezTo>
                  <a:pt x="107" y="388"/>
                  <a:pt x="122" y="366"/>
                  <a:pt x="133" y="353"/>
                </a:cubicBezTo>
                <a:cubicBezTo>
                  <a:pt x="115" y="334"/>
                  <a:pt x="101" y="315"/>
                  <a:pt x="91" y="295"/>
                </a:cubicBezTo>
                <a:cubicBezTo>
                  <a:pt x="76" y="263"/>
                  <a:pt x="70" y="230"/>
                  <a:pt x="70" y="200"/>
                </a:cubicBezTo>
                <a:cubicBezTo>
                  <a:pt x="70" y="181"/>
                  <a:pt x="72" y="164"/>
                  <a:pt x="76" y="148"/>
                </a:cubicBezTo>
                <a:cubicBezTo>
                  <a:pt x="88" y="169"/>
                  <a:pt x="110" y="184"/>
                  <a:pt x="136" y="184"/>
                </a:cubicBezTo>
                <a:cubicBezTo>
                  <a:pt x="159" y="184"/>
                  <a:pt x="179" y="173"/>
                  <a:pt x="192" y="157"/>
                </a:cubicBezTo>
                <a:cubicBezTo>
                  <a:pt x="181" y="180"/>
                  <a:pt x="158" y="196"/>
                  <a:pt x="131" y="196"/>
                </a:cubicBezTo>
                <a:cubicBezTo>
                  <a:pt x="124" y="196"/>
                  <a:pt x="117" y="194"/>
                  <a:pt x="111" y="193"/>
                </a:cubicBezTo>
                <a:cubicBezTo>
                  <a:pt x="116" y="215"/>
                  <a:pt x="119" y="236"/>
                  <a:pt x="118" y="254"/>
                </a:cubicBezTo>
                <a:cubicBezTo>
                  <a:pt x="118" y="254"/>
                  <a:pt x="118" y="254"/>
                  <a:pt x="118" y="255"/>
                </a:cubicBezTo>
                <a:cubicBezTo>
                  <a:pt x="117" y="272"/>
                  <a:pt x="112" y="286"/>
                  <a:pt x="107" y="299"/>
                </a:cubicBezTo>
                <a:cubicBezTo>
                  <a:pt x="116" y="315"/>
                  <a:pt x="127" y="330"/>
                  <a:pt x="141" y="344"/>
                </a:cubicBezTo>
                <a:cubicBezTo>
                  <a:pt x="145" y="339"/>
                  <a:pt x="148" y="337"/>
                  <a:pt x="148" y="336"/>
                </a:cubicBezTo>
                <a:lnTo>
                  <a:pt x="148" y="336"/>
                </a:lnTo>
                <a:cubicBezTo>
                  <a:pt x="155" y="330"/>
                  <a:pt x="166" y="330"/>
                  <a:pt x="172" y="336"/>
                </a:cubicBezTo>
                <a:cubicBezTo>
                  <a:pt x="179" y="343"/>
                  <a:pt x="179" y="354"/>
                  <a:pt x="172" y="361"/>
                </a:cubicBezTo>
                <a:cubicBezTo>
                  <a:pt x="172" y="361"/>
                  <a:pt x="172" y="362"/>
                  <a:pt x="171" y="363"/>
                </a:cubicBezTo>
                <a:cubicBezTo>
                  <a:pt x="170" y="364"/>
                  <a:pt x="169" y="365"/>
                  <a:pt x="167" y="367"/>
                </a:cubicBezTo>
                <a:cubicBezTo>
                  <a:pt x="171" y="369"/>
                  <a:pt x="174" y="372"/>
                  <a:pt x="178" y="374"/>
                </a:cubicBezTo>
                <a:cubicBezTo>
                  <a:pt x="199" y="388"/>
                  <a:pt x="204" y="417"/>
                  <a:pt x="190" y="438"/>
                </a:cubicBezTo>
                <a:cubicBezTo>
                  <a:pt x="181" y="451"/>
                  <a:pt x="167" y="459"/>
                  <a:pt x="151" y="459"/>
                </a:cubicBezTo>
                <a:lnTo>
                  <a:pt x="151" y="459"/>
                </a:lnTo>
                <a:cubicBezTo>
                  <a:pt x="142" y="459"/>
                  <a:pt x="133" y="456"/>
                  <a:pt x="125" y="450"/>
                </a:cubicBezTo>
                <a:cubicBezTo>
                  <a:pt x="124" y="450"/>
                  <a:pt x="123" y="449"/>
                  <a:pt x="121" y="448"/>
                </a:cubicBezTo>
                <a:cubicBezTo>
                  <a:pt x="121" y="448"/>
                  <a:pt x="121" y="448"/>
                  <a:pt x="121" y="449"/>
                </a:cubicBezTo>
                <a:cubicBezTo>
                  <a:pt x="119" y="457"/>
                  <a:pt x="112" y="463"/>
                  <a:pt x="104" y="463"/>
                </a:cubicBezTo>
                <a:cubicBezTo>
                  <a:pt x="103" y="463"/>
                  <a:pt x="102" y="462"/>
                  <a:pt x="100" y="462"/>
                </a:cubicBezTo>
                <a:cubicBezTo>
                  <a:pt x="91" y="460"/>
                  <a:pt x="85" y="451"/>
                  <a:pt x="87" y="442"/>
                </a:cubicBezTo>
                <a:cubicBezTo>
                  <a:pt x="88" y="436"/>
                  <a:pt x="90" y="430"/>
                  <a:pt x="92" y="425"/>
                </a:cubicBezTo>
                <a:cubicBezTo>
                  <a:pt x="80" y="414"/>
                  <a:pt x="68" y="402"/>
                  <a:pt x="58" y="390"/>
                </a:cubicBezTo>
                <a:lnTo>
                  <a:pt x="51" y="403"/>
                </a:lnTo>
                <a:lnTo>
                  <a:pt x="1" y="497"/>
                </a:lnTo>
                <a:lnTo>
                  <a:pt x="8" y="499"/>
                </a:lnTo>
                <a:lnTo>
                  <a:pt x="214" y="547"/>
                </a:lnTo>
                <a:lnTo>
                  <a:pt x="420" y="499"/>
                </a:lnTo>
                <a:lnTo>
                  <a:pt x="427" y="497"/>
                </a:lnTo>
                <a:lnTo>
                  <a:pt x="377" y="403"/>
                </a:lnTo>
                <a:lnTo>
                  <a:pt x="370" y="390"/>
                </a:lnTo>
                <a:cubicBezTo>
                  <a:pt x="359" y="402"/>
                  <a:pt x="348" y="414"/>
                  <a:pt x="336" y="42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" name="Freeform 25">
            <a:extLst>
              <a:ext uri="{FF2B5EF4-FFF2-40B4-BE49-F238E27FC236}">
                <a16:creationId xmlns:a16="http://schemas.microsoft.com/office/drawing/2014/main" xmlns="" id="{9B24AE28-57C6-43CD-8E48-2B3FFE4E6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288" y="2400359"/>
            <a:ext cx="140958" cy="140958"/>
          </a:xfrm>
          <a:custGeom>
            <a:avLst/>
            <a:gdLst>
              <a:gd name="T0" fmla="*/ 243 w 244"/>
              <a:gd name="T1" fmla="*/ 121 h 244"/>
              <a:gd name="T2" fmla="*/ 227 w 244"/>
              <a:gd name="T3" fmla="*/ 182 h 244"/>
              <a:gd name="T4" fmla="*/ 183 w 244"/>
              <a:gd name="T5" fmla="*/ 227 h 244"/>
              <a:gd name="T6" fmla="*/ 122 w 244"/>
              <a:gd name="T7" fmla="*/ 243 h 244"/>
              <a:gd name="T8" fmla="*/ 61 w 244"/>
              <a:gd name="T9" fmla="*/ 227 h 244"/>
              <a:gd name="T10" fmla="*/ 16 w 244"/>
              <a:gd name="T11" fmla="*/ 182 h 244"/>
              <a:gd name="T12" fmla="*/ 0 w 244"/>
              <a:gd name="T13" fmla="*/ 121 h 244"/>
              <a:gd name="T14" fmla="*/ 16 w 244"/>
              <a:gd name="T15" fmla="*/ 60 h 244"/>
              <a:gd name="T16" fmla="*/ 61 w 244"/>
              <a:gd name="T17" fmla="*/ 16 h 244"/>
              <a:gd name="T18" fmla="*/ 122 w 244"/>
              <a:gd name="T19" fmla="*/ 0 h 244"/>
              <a:gd name="T20" fmla="*/ 183 w 244"/>
              <a:gd name="T21" fmla="*/ 16 h 244"/>
              <a:gd name="T22" fmla="*/ 227 w 244"/>
              <a:gd name="T23" fmla="*/ 60 h 244"/>
              <a:gd name="T24" fmla="*/ 243 w 244"/>
              <a:gd name="T25" fmla="*/ 121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4" h="244">
                <a:moveTo>
                  <a:pt x="243" y="121"/>
                </a:moveTo>
                <a:cubicBezTo>
                  <a:pt x="243" y="144"/>
                  <a:pt x="238" y="163"/>
                  <a:pt x="227" y="182"/>
                </a:cubicBezTo>
                <a:cubicBezTo>
                  <a:pt x="216" y="201"/>
                  <a:pt x="203" y="216"/>
                  <a:pt x="183" y="227"/>
                </a:cubicBezTo>
                <a:cubicBezTo>
                  <a:pt x="164" y="239"/>
                  <a:pt x="145" y="243"/>
                  <a:pt x="122" y="243"/>
                </a:cubicBezTo>
                <a:cubicBezTo>
                  <a:pt x="100" y="243"/>
                  <a:pt x="80" y="239"/>
                  <a:pt x="61" y="227"/>
                </a:cubicBezTo>
                <a:cubicBezTo>
                  <a:pt x="42" y="216"/>
                  <a:pt x="28" y="201"/>
                  <a:pt x="16" y="182"/>
                </a:cubicBezTo>
                <a:cubicBezTo>
                  <a:pt x="5" y="163"/>
                  <a:pt x="0" y="144"/>
                  <a:pt x="0" y="121"/>
                </a:cubicBezTo>
                <a:cubicBezTo>
                  <a:pt x="0" y="99"/>
                  <a:pt x="5" y="80"/>
                  <a:pt x="16" y="60"/>
                </a:cubicBezTo>
                <a:cubicBezTo>
                  <a:pt x="28" y="41"/>
                  <a:pt x="42" y="27"/>
                  <a:pt x="61" y="16"/>
                </a:cubicBezTo>
                <a:cubicBezTo>
                  <a:pt x="80" y="5"/>
                  <a:pt x="99" y="0"/>
                  <a:pt x="122" y="0"/>
                </a:cubicBezTo>
                <a:cubicBezTo>
                  <a:pt x="144" y="0"/>
                  <a:pt x="164" y="5"/>
                  <a:pt x="183" y="16"/>
                </a:cubicBezTo>
                <a:cubicBezTo>
                  <a:pt x="203" y="27"/>
                  <a:pt x="216" y="41"/>
                  <a:pt x="227" y="60"/>
                </a:cubicBezTo>
                <a:cubicBezTo>
                  <a:pt x="238" y="80"/>
                  <a:pt x="243" y="99"/>
                  <a:pt x="243" y="12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" name="Freeform 26">
            <a:extLst>
              <a:ext uri="{FF2B5EF4-FFF2-40B4-BE49-F238E27FC236}">
                <a16:creationId xmlns:a16="http://schemas.microsoft.com/office/drawing/2014/main" xmlns="" id="{07D85E4F-7191-4A35-BD3E-C196C7299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229" y="2741220"/>
            <a:ext cx="38442" cy="43568"/>
          </a:xfrm>
          <a:custGeom>
            <a:avLst/>
            <a:gdLst>
              <a:gd name="T0" fmla="*/ 0 w 67"/>
              <a:gd name="T1" fmla="*/ 61 h 73"/>
              <a:gd name="T2" fmla="*/ 7 w 67"/>
              <a:gd name="T3" fmla="*/ 66 h 73"/>
              <a:gd name="T4" fmla="*/ 26 w 67"/>
              <a:gd name="T5" fmla="*/ 72 h 73"/>
              <a:gd name="T6" fmla="*/ 55 w 67"/>
              <a:gd name="T7" fmla="*/ 57 h 73"/>
              <a:gd name="T8" fmla="*/ 46 w 67"/>
              <a:gd name="T9" fmla="*/ 8 h 73"/>
              <a:gd name="T10" fmla="*/ 35 w 67"/>
              <a:gd name="T11" fmla="*/ 0 h 73"/>
              <a:gd name="T12" fmla="*/ 25 w 67"/>
              <a:gd name="T13" fmla="*/ 13 h 73"/>
              <a:gd name="T14" fmla="*/ 0 w 67"/>
              <a:gd name="T15" fmla="*/ 61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7" h="73">
                <a:moveTo>
                  <a:pt x="0" y="61"/>
                </a:moveTo>
                <a:cubicBezTo>
                  <a:pt x="2" y="63"/>
                  <a:pt x="4" y="64"/>
                  <a:pt x="7" y="66"/>
                </a:cubicBezTo>
                <a:cubicBezTo>
                  <a:pt x="13" y="70"/>
                  <a:pt x="20" y="72"/>
                  <a:pt x="26" y="72"/>
                </a:cubicBezTo>
                <a:cubicBezTo>
                  <a:pt x="37" y="72"/>
                  <a:pt x="48" y="67"/>
                  <a:pt x="55" y="57"/>
                </a:cubicBezTo>
                <a:cubicBezTo>
                  <a:pt x="66" y="41"/>
                  <a:pt x="62" y="19"/>
                  <a:pt x="46" y="8"/>
                </a:cubicBezTo>
                <a:cubicBezTo>
                  <a:pt x="42" y="6"/>
                  <a:pt x="38" y="3"/>
                  <a:pt x="35" y="0"/>
                </a:cubicBezTo>
                <a:cubicBezTo>
                  <a:pt x="32" y="4"/>
                  <a:pt x="29" y="8"/>
                  <a:pt x="25" y="13"/>
                </a:cubicBezTo>
                <a:cubicBezTo>
                  <a:pt x="16" y="26"/>
                  <a:pt x="6" y="43"/>
                  <a:pt x="0" y="6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" name="Freeform 27">
            <a:extLst>
              <a:ext uri="{FF2B5EF4-FFF2-40B4-BE49-F238E27FC236}">
                <a16:creationId xmlns:a16="http://schemas.microsoft.com/office/drawing/2014/main" xmlns="" id="{C149FF09-0220-475C-9CE9-8DCF65DC8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8863" y="2741220"/>
            <a:ext cx="38442" cy="43568"/>
          </a:xfrm>
          <a:custGeom>
            <a:avLst/>
            <a:gdLst>
              <a:gd name="T0" fmla="*/ 31 w 67"/>
              <a:gd name="T1" fmla="*/ 0 h 73"/>
              <a:gd name="T2" fmla="*/ 20 w 67"/>
              <a:gd name="T3" fmla="*/ 8 h 73"/>
              <a:gd name="T4" fmla="*/ 11 w 67"/>
              <a:gd name="T5" fmla="*/ 57 h 73"/>
              <a:gd name="T6" fmla="*/ 39 w 67"/>
              <a:gd name="T7" fmla="*/ 72 h 73"/>
              <a:gd name="T8" fmla="*/ 59 w 67"/>
              <a:gd name="T9" fmla="*/ 66 h 73"/>
              <a:gd name="T10" fmla="*/ 66 w 67"/>
              <a:gd name="T11" fmla="*/ 61 h 73"/>
              <a:gd name="T12" fmla="*/ 31 w 67"/>
              <a:gd name="T13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7" h="73">
                <a:moveTo>
                  <a:pt x="31" y="0"/>
                </a:moveTo>
                <a:cubicBezTo>
                  <a:pt x="27" y="3"/>
                  <a:pt x="24" y="6"/>
                  <a:pt x="20" y="8"/>
                </a:cubicBezTo>
                <a:cubicBezTo>
                  <a:pt x="4" y="19"/>
                  <a:pt x="0" y="41"/>
                  <a:pt x="11" y="57"/>
                </a:cubicBezTo>
                <a:cubicBezTo>
                  <a:pt x="17" y="67"/>
                  <a:pt x="28" y="72"/>
                  <a:pt x="39" y="72"/>
                </a:cubicBezTo>
                <a:cubicBezTo>
                  <a:pt x="46" y="72"/>
                  <a:pt x="53" y="70"/>
                  <a:pt x="59" y="66"/>
                </a:cubicBezTo>
                <a:cubicBezTo>
                  <a:pt x="61" y="64"/>
                  <a:pt x="64" y="63"/>
                  <a:pt x="66" y="61"/>
                </a:cubicBezTo>
                <a:cubicBezTo>
                  <a:pt x="58" y="37"/>
                  <a:pt x="42" y="14"/>
                  <a:pt x="31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xmlns="" id="{C7BE2C3B-84A3-404C-89CB-344BB7282F01}"/>
              </a:ext>
            </a:extLst>
          </p:cNvPr>
          <p:cNvSpPr txBox="1"/>
          <p:nvPr/>
        </p:nvSpPr>
        <p:spPr>
          <a:xfrm>
            <a:off x="6759274" y="2546325"/>
            <a:ext cx="9168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+ $155k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xmlns="" id="{86CBA37B-7750-4FCA-AAF5-22B37DBB0B4C}"/>
              </a:ext>
            </a:extLst>
          </p:cNvPr>
          <p:cNvSpPr txBox="1"/>
          <p:nvPr/>
        </p:nvSpPr>
        <p:spPr>
          <a:xfrm>
            <a:off x="8019872" y="2315108"/>
            <a:ext cx="33308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310" name="7 CuadroTexto">
            <a:extLst>
              <a:ext uri="{FF2B5EF4-FFF2-40B4-BE49-F238E27FC236}">
                <a16:creationId xmlns:a16="http://schemas.microsoft.com/office/drawing/2014/main" xmlns="" id="{1DE47D66-7359-4705-929A-BEE046EF01BF}"/>
              </a:ext>
            </a:extLst>
          </p:cNvPr>
          <p:cNvSpPr txBox="1"/>
          <p:nvPr/>
        </p:nvSpPr>
        <p:spPr>
          <a:xfrm>
            <a:off x="8019872" y="2561201"/>
            <a:ext cx="3330805" cy="524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Credibly pontificate highly efficient manufactured products and enabled data. Efficiently unleash</a:t>
            </a:r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xmlns="" id="{783224CD-9991-4C34-AE9C-72EA10B715D7}"/>
              </a:ext>
            </a:extLst>
          </p:cNvPr>
          <p:cNvGrpSpPr/>
          <p:nvPr/>
        </p:nvGrpSpPr>
        <p:grpSpPr>
          <a:xfrm>
            <a:off x="5814241" y="3898200"/>
            <a:ext cx="622771" cy="868807"/>
            <a:chOff x="835092" y="5489559"/>
            <a:chExt cx="461545" cy="643886"/>
          </a:xfrm>
        </p:grpSpPr>
        <p:sp>
          <p:nvSpPr>
            <p:cNvPr id="290" name="Freeform 29">
              <a:extLst>
                <a:ext uri="{FF2B5EF4-FFF2-40B4-BE49-F238E27FC236}">
                  <a16:creationId xmlns:a16="http://schemas.microsoft.com/office/drawing/2014/main" xmlns="" id="{7BD40560-DB2C-4BB6-B34E-CBF535145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92" y="5489559"/>
              <a:ext cx="461545" cy="643886"/>
            </a:xfrm>
            <a:custGeom>
              <a:avLst/>
              <a:gdLst>
                <a:gd name="T0" fmla="*/ 1071 w 1072"/>
                <a:gd name="T1" fmla="*/ 618 h 1493"/>
                <a:gd name="T2" fmla="*/ 952 w 1072"/>
                <a:gd name="T3" fmla="*/ 481 h 1493"/>
                <a:gd name="T4" fmla="*/ 1028 w 1072"/>
                <a:gd name="T5" fmla="*/ 316 h 1493"/>
                <a:gd name="T6" fmla="*/ 854 w 1072"/>
                <a:gd name="T7" fmla="*/ 265 h 1493"/>
                <a:gd name="T8" fmla="*/ 828 w 1072"/>
                <a:gd name="T9" fmla="*/ 85 h 1493"/>
                <a:gd name="T10" fmla="*/ 654 w 1072"/>
                <a:gd name="T11" fmla="*/ 137 h 1493"/>
                <a:gd name="T12" fmla="*/ 535 w 1072"/>
                <a:gd name="T13" fmla="*/ 0 h 1493"/>
                <a:gd name="T14" fmla="*/ 417 w 1072"/>
                <a:gd name="T15" fmla="*/ 137 h 1493"/>
                <a:gd name="T16" fmla="*/ 243 w 1072"/>
                <a:gd name="T17" fmla="*/ 86 h 1493"/>
                <a:gd name="T18" fmla="*/ 217 w 1072"/>
                <a:gd name="T19" fmla="*/ 265 h 1493"/>
                <a:gd name="T20" fmla="*/ 43 w 1072"/>
                <a:gd name="T21" fmla="*/ 316 h 1493"/>
                <a:gd name="T22" fmla="*/ 118 w 1072"/>
                <a:gd name="T23" fmla="*/ 481 h 1493"/>
                <a:gd name="T24" fmla="*/ 0 w 1072"/>
                <a:gd name="T25" fmla="*/ 618 h 1493"/>
                <a:gd name="T26" fmla="*/ 152 w 1072"/>
                <a:gd name="T27" fmla="*/ 716 h 1493"/>
                <a:gd name="T28" fmla="*/ 126 w 1072"/>
                <a:gd name="T29" fmla="*/ 895 h 1493"/>
                <a:gd name="T30" fmla="*/ 251 w 1072"/>
                <a:gd name="T31" fmla="*/ 895 h 1493"/>
                <a:gd name="T32" fmla="*/ 251 w 1072"/>
                <a:gd name="T33" fmla="*/ 1492 h 1493"/>
                <a:gd name="T34" fmla="*/ 538 w 1072"/>
                <a:gd name="T35" fmla="*/ 1273 h 1493"/>
                <a:gd name="T36" fmla="*/ 819 w 1072"/>
                <a:gd name="T37" fmla="*/ 1492 h 1493"/>
                <a:gd name="T38" fmla="*/ 819 w 1072"/>
                <a:gd name="T39" fmla="*/ 895 h 1493"/>
                <a:gd name="T40" fmla="*/ 944 w 1072"/>
                <a:gd name="T41" fmla="*/ 895 h 1493"/>
                <a:gd name="T42" fmla="*/ 918 w 1072"/>
                <a:gd name="T43" fmla="*/ 716 h 1493"/>
                <a:gd name="T44" fmla="*/ 1071 w 1072"/>
                <a:gd name="T45" fmla="*/ 618 h 1493"/>
                <a:gd name="T46" fmla="*/ 707 w 1072"/>
                <a:gd name="T47" fmla="*/ 808 h 1493"/>
                <a:gd name="T48" fmla="*/ 651 w 1072"/>
                <a:gd name="T49" fmla="*/ 932 h 1493"/>
                <a:gd name="T50" fmla="*/ 535 w 1072"/>
                <a:gd name="T51" fmla="*/ 858 h 1493"/>
                <a:gd name="T52" fmla="*/ 420 w 1072"/>
                <a:gd name="T53" fmla="*/ 932 h 1493"/>
                <a:gd name="T54" fmla="*/ 363 w 1072"/>
                <a:gd name="T55" fmla="*/ 808 h 1493"/>
                <a:gd name="T56" fmla="*/ 226 w 1072"/>
                <a:gd name="T57" fmla="*/ 808 h 1493"/>
                <a:gd name="T58" fmla="*/ 246 w 1072"/>
                <a:gd name="T59" fmla="*/ 672 h 1493"/>
                <a:gd name="T60" fmla="*/ 131 w 1072"/>
                <a:gd name="T61" fmla="*/ 598 h 1493"/>
                <a:gd name="T62" fmla="*/ 220 w 1072"/>
                <a:gd name="T63" fmla="*/ 494 h 1493"/>
                <a:gd name="T64" fmla="*/ 163 w 1072"/>
                <a:gd name="T65" fmla="*/ 370 h 1493"/>
                <a:gd name="T66" fmla="*/ 295 w 1072"/>
                <a:gd name="T67" fmla="*/ 331 h 1493"/>
                <a:gd name="T68" fmla="*/ 314 w 1072"/>
                <a:gd name="T69" fmla="*/ 196 h 1493"/>
                <a:gd name="T70" fmla="*/ 446 w 1072"/>
                <a:gd name="T71" fmla="*/ 234 h 1493"/>
                <a:gd name="T72" fmla="*/ 535 w 1072"/>
                <a:gd name="T73" fmla="*/ 131 h 1493"/>
                <a:gd name="T74" fmla="*/ 625 w 1072"/>
                <a:gd name="T75" fmla="*/ 234 h 1493"/>
                <a:gd name="T76" fmla="*/ 756 w 1072"/>
                <a:gd name="T77" fmla="*/ 196 h 1493"/>
                <a:gd name="T78" fmla="*/ 776 w 1072"/>
                <a:gd name="T79" fmla="*/ 331 h 1493"/>
                <a:gd name="T80" fmla="*/ 907 w 1072"/>
                <a:gd name="T81" fmla="*/ 370 h 1493"/>
                <a:gd name="T82" fmla="*/ 850 w 1072"/>
                <a:gd name="T83" fmla="*/ 494 h 1493"/>
                <a:gd name="T84" fmla="*/ 940 w 1072"/>
                <a:gd name="T85" fmla="*/ 598 h 1493"/>
                <a:gd name="T86" fmla="*/ 825 w 1072"/>
                <a:gd name="T87" fmla="*/ 672 h 1493"/>
                <a:gd name="T88" fmla="*/ 844 w 1072"/>
                <a:gd name="T89" fmla="*/ 808 h 1493"/>
                <a:gd name="T90" fmla="*/ 707 w 1072"/>
                <a:gd name="T91" fmla="*/ 808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72" h="1493">
                  <a:moveTo>
                    <a:pt x="1071" y="618"/>
                  </a:moveTo>
                  <a:lnTo>
                    <a:pt x="952" y="481"/>
                  </a:lnTo>
                  <a:lnTo>
                    <a:pt x="1028" y="316"/>
                  </a:lnTo>
                  <a:lnTo>
                    <a:pt x="854" y="265"/>
                  </a:lnTo>
                  <a:lnTo>
                    <a:pt x="828" y="85"/>
                  </a:lnTo>
                  <a:lnTo>
                    <a:pt x="654" y="137"/>
                  </a:lnTo>
                  <a:lnTo>
                    <a:pt x="535" y="0"/>
                  </a:lnTo>
                  <a:lnTo>
                    <a:pt x="417" y="137"/>
                  </a:lnTo>
                  <a:lnTo>
                    <a:pt x="243" y="86"/>
                  </a:lnTo>
                  <a:lnTo>
                    <a:pt x="217" y="265"/>
                  </a:lnTo>
                  <a:lnTo>
                    <a:pt x="43" y="316"/>
                  </a:lnTo>
                  <a:lnTo>
                    <a:pt x="118" y="481"/>
                  </a:lnTo>
                  <a:lnTo>
                    <a:pt x="0" y="618"/>
                  </a:lnTo>
                  <a:lnTo>
                    <a:pt x="152" y="716"/>
                  </a:lnTo>
                  <a:lnTo>
                    <a:pt x="126" y="895"/>
                  </a:lnTo>
                  <a:lnTo>
                    <a:pt x="251" y="895"/>
                  </a:lnTo>
                  <a:lnTo>
                    <a:pt x="251" y="1492"/>
                  </a:lnTo>
                  <a:lnTo>
                    <a:pt x="538" y="1273"/>
                  </a:lnTo>
                  <a:lnTo>
                    <a:pt x="819" y="1492"/>
                  </a:lnTo>
                  <a:lnTo>
                    <a:pt x="819" y="895"/>
                  </a:lnTo>
                  <a:lnTo>
                    <a:pt x="944" y="895"/>
                  </a:lnTo>
                  <a:lnTo>
                    <a:pt x="918" y="716"/>
                  </a:lnTo>
                  <a:lnTo>
                    <a:pt x="1071" y="618"/>
                  </a:lnTo>
                  <a:close/>
                  <a:moveTo>
                    <a:pt x="707" y="808"/>
                  </a:moveTo>
                  <a:lnTo>
                    <a:pt x="651" y="932"/>
                  </a:lnTo>
                  <a:lnTo>
                    <a:pt x="535" y="858"/>
                  </a:lnTo>
                  <a:lnTo>
                    <a:pt x="420" y="932"/>
                  </a:lnTo>
                  <a:lnTo>
                    <a:pt x="363" y="808"/>
                  </a:lnTo>
                  <a:lnTo>
                    <a:pt x="226" y="808"/>
                  </a:lnTo>
                  <a:lnTo>
                    <a:pt x="246" y="672"/>
                  </a:lnTo>
                  <a:lnTo>
                    <a:pt x="131" y="598"/>
                  </a:lnTo>
                  <a:lnTo>
                    <a:pt x="220" y="494"/>
                  </a:lnTo>
                  <a:lnTo>
                    <a:pt x="163" y="370"/>
                  </a:lnTo>
                  <a:lnTo>
                    <a:pt x="295" y="331"/>
                  </a:lnTo>
                  <a:lnTo>
                    <a:pt x="314" y="196"/>
                  </a:lnTo>
                  <a:lnTo>
                    <a:pt x="446" y="234"/>
                  </a:lnTo>
                  <a:lnTo>
                    <a:pt x="535" y="131"/>
                  </a:lnTo>
                  <a:lnTo>
                    <a:pt x="625" y="234"/>
                  </a:lnTo>
                  <a:lnTo>
                    <a:pt x="756" y="196"/>
                  </a:lnTo>
                  <a:lnTo>
                    <a:pt x="776" y="331"/>
                  </a:lnTo>
                  <a:lnTo>
                    <a:pt x="907" y="370"/>
                  </a:lnTo>
                  <a:lnTo>
                    <a:pt x="850" y="494"/>
                  </a:lnTo>
                  <a:lnTo>
                    <a:pt x="940" y="598"/>
                  </a:lnTo>
                  <a:lnTo>
                    <a:pt x="825" y="672"/>
                  </a:lnTo>
                  <a:lnTo>
                    <a:pt x="844" y="808"/>
                  </a:lnTo>
                  <a:lnTo>
                    <a:pt x="707" y="8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Freeform 30">
              <a:extLst>
                <a:ext uri="{FF2B5EF4-FFF2-40B4-BE49-F238E27FC236}">
                  <a16:creationId xmlns:a16="http://schemas.microsoft.com/office/drawing/2014/main" xmlns="" id="{7E983B97-3965-4F9C-A7C5-9E56C214A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073" y="5546540"/>
              <a:ext cx="349483" cy="345685"/>
            </a:xfrm>
            <a:custGeom>
              <a:avLst/>
              <a:gdLst>
                <a:gd name="T0" fmla="*/ 694 w 810"/>
                <a:gd name="T1" fmla="*/ 541 h 802"/>
                <a:gd name="T2" fmla="*/ 713 w 810"/>
                <a:gd name="T3" fmla="*/ 677 h 802"/>
                <a:gd name="T4" fmla="*/ 576 w 810"/>
                <a:gd name="T5" fmla="*/ 677 h 802"/>
                <a:gd name="T6" fmla="*/ 520 w 810"/>
                <a:gd name="T7" fmla="*/ 801 h 802"/>
                <a:gd name="T8" fmla="*/ 404 w 810"/>
                <a:gd name="T9" fmla="*/ 727 h 802"/>
                <a:gd name="T10" fmla="*/ 289 w 810"/>
                <a:gd name="T11" fmla="*/ 801 h 802"/>
                <a:gd name="T12" fmla="*/ 232 w 810"/>
                <a:gd name="T13" fmla="*/ 677 h 802"/>
                <a:gd name="T14" fmla="*/ 95 w 810"/>
                <a:gd name="T15" fmla="*/ 677 h 802"/>
                <a:gd name="T16" fmla="*/ 115 w 810"/>
                <a:gd name="T17" fmla="*/ 541 h 802"/>
                <a:gd name="T18" fmla="*/ 0 w 810"/>
                <a:gd name="T19" fmla="*/ 467 h 802"/>
                <a:gd name="T20" fmla="*/ 89 w 810"/>
                <a:gd name="T21" fmla="*/ 363 h 802"/>
                <a:gd name="T22" fmla="*/ 32 w 810"/>
                <a:gd name="T23" fmla="*/ 239 h 802"/>
                <a:gd name="T24" fmla="*/ 164 w 810"/>
                <a:gd name="T25" fmla="*/ 200 h 802"/>
                <a:gd name="T26" fmla="*/ 183 w 810"/>
                <a:gd name="T27" fmla="*/ 65 h 802"/>
                <a:gd name="T28" fmla="*/ 315 w 810"/>
                <a:gd name="T29" fmla="*/ 103 h 802"/>
                <a:gd name="T30" fmla="*/ 404 w 810"/>
                <a:gd name="T31" fmla="*/ 0 h 802"/>
                <a:gd name="T32" fmla="*/ 494 w 810"/>
                <a:gd name="T33" fmla="*/ 103 h 802"/>
                <a:gd name="T34" fmla="*/ 625 w 810"/>
                <a:gd name="T35" fmla="*/ 65 h 802"/>
                <a:gd name="T36" fmla="*/ 645 w 810"/>
                <a:gd name="T37" fmla="*/ 200 h 802"/>
                <a:gd name="T38" fmla="*/ 776 w 810"/>
                <a:gd name="T39" fmla="*/ 239 h 802"/>
                <a:gd name="T40" fmla="*/ 719 w 810"/>
                <a:gd name="T41" fmla="*/ 363 h 802"/>
                <a:gd name="T42" fmla="*/ 809 w 810"/>
                <a:gd name="T43" fmla="*/ 467 h 802"/>
                <a:gd name="T44" fmla="*/ 694 w 810"/>
                <a:gd name="T45" fmla="*/ 54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10" h="802">
                  <a:moveTo>
                    <a:pt x="694" y="541"/>
                  </a:moveTo>
                  <a:lnTo>
                    <a:pt x="713" y="677"/>
                  </a:lnTo>
                  <a:lnTo>
                    <a:pt x="576" y="677"/>
                  </a:lnTo>
                  <a:lnTo>
                    <a:pt x="520" y="801"/>
                  </a:lnTo>
                  <a:lnTo>
                    <a:pt x="404" y="727"/>
                  </a:lnTo>
                  <a:lnTo>
                    <a:pt x="289" y="801"/>
                  </a:lnTo>
                  <a:lnTo>
                    <a:pt x="232" y="677"/>
                  </a:lnTo>
                  <a:lnTo>
                    <a:pt x="95" y="677"/>
                  </a:lnTo>
                  <a:lnTo>
                    <a:pt x="115" y="541"/>
                  </a:lnTo>
                  <a:lnTo>
                    <a:pt x="0" y="467"/>
                  </a:lnTo>
                  <a:lnTo>
                    <a:pt x="89" y="363"/>
                  </a:lnTo>
                  <a:lnTo>
                    <a:pt x="32" y="239"/>
                  </a:lnTo>
                  <a:lnTo>
                    <a:pt x="164" y="200"/>
                  </a:lnTo>
                  <a:lnTo>
                    <a:pt x="183" y="65"/>
                  </a:lnTo>
                  <a:lnTo>
                    <a:pt x="315" y="103"/>
                  </a:lnTo>
                  <a:lnTo>
                    <a:pt x="404" y="0"/>
                  </a:lnTo>
                  <a:lnTo>
                    <a:pt x="494" y="103"/>
                  </a:lnTo>
                  <a:lnTo>
                    <a:pt x="625" y="65"/>
                  </a:lnTo>
                  <a:lnTo>
                    <a:pt x="645" y="200"/>
                  </a:lnTo>
                  <a:lnTo>
                    <a:pt x="776" y="239"/>
                  </a:lnTo>
                  <a:lnTo>
                    <a:pt x="719" y="363"/>
                  </a:lnTo>
                  <a:lnTo>
                    <a:pt x="809" y="467"/>
                  </a:lnTo>
                  <a:lnTo>
                    <a:pt x="694" y="54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9" name="Freeform 31">
            <a:extLst>
              <a:ext uri="{FF2B5EF4-FFF2-40B4-BE49-F238E27FC236}">
                <a16:creationId xmlns:a16="http://schemas.microsoft.com/office/drawing/2014/main" xmlns="" id="{B463458E-6D88-4F13-90B0-B1544DD85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272" y="3621412"/>
            <a:ext cx="1114839" cy="1045642"/>
          </a:xfrm>
          <a:custGeom>
            <a:avLst/>
            <a:gdLst>
              <a:gd name="T0" fmla="*/ 1919 w 1920"/>
              <a:gd name="T1" fmla="*/ 201 h 1798"/>
              <a:gd name="T2" fmla="*/ 1870 w 1920"/>
              <a:gd name="T3" fmla="*/ 367 h 1798"/>
              <a:gd name="T4" fmla="*/ 1855 w 1920"/>
              <a:gd name="T5" fmla="*/ 557 h 1798"/>
              <a:gd name="T6" fmla="*/ 1725 w 1920"/>
              <a:gd name="T7" fmla="*/ 407 h 1798"/>
              <a:gd name="T8" fmla="*/ 1591 w 1920"/>
              <a:gd name="T9" fmla="*/ 562 h 1798"/>
              <a:gd name="T10" fmla="*/ 1394 w 1920"/>
              <a:gd name="T11" fmla="*/ 504 h 1798"/>
              <a:gd name="T12" fmla="*/ 1365 w 1920"/>
              <a:gd name="T13" fmla="*/ 707 h 1798"/>
              <a:gd name="T14" fmla="*/ 1167 w 1920"/>
              <a:gd name="T15" fmla="*/ 765 h 1798"/>
              <a:gd name="T16" fmla="*/ 1253 w 1920"/>
              <a:gd name="T17" fmla="*/ 952 h 1798"/>
              <a:gd name="T18" fmla="*/ 1119 w 1920"/>
              <a:gd name="T19" fmla="*/ 1107 h 1798"/>
              <a:gd name="T20" fmla="*/ 1291 w 1920"/>
              <a:gd name="T21" fmla="*/ 1218 h 1798"/>
              <a:gd name="T22" fmla="*/ 1262 w 1920"/>
              <a:gd name="T23" fmla="*/ 1421 h 1798"/>
              <a:gd name="T24" fmla="*/ 1394 w 1920"/>
              <a:gd name="T25" fmla="*/ 1421 h 1798"/>
              <a:gd name="T26" fmla="*/ 1394 w 1920"/>
              <a:gd name="T27" fmla="*/ 1672 h 1798"/>
              <a:gd name="T28" fmla="*/ 1082 w 1920"/>
              <a:gd name="T29" fmla="*/ 1797 h 1798"/>
              <a:gd name="T30" fmla="*/ 270 w 1920"/>
              <a:gd name="T31" fmla="*/ 799 h 1798"/>
              <a:gd name="T32" fmla="*/ 295 w 1920"/>
              <a:gd name="T33" fmla="*/ 367 h 1798"/>
              <a:gd name="T34" fmla="*/ 246 w 1920"/>
              <a:gd name="T35" fmla="*/ 201 h 1798"/>
              <a:gd name="T36" fmla="*/ 366 w 1920"/>
              <a:gd name="T37" fmla="*/ 0 h 1798"/>
              <a:gd name="T38" fmla="*/ 1082 w 1920"/>
              <a:gd name="T39" fmla="*/ 7 h 1798"/>
              <a:gd name="T40" fmla="*/ 1799 w 1920"/>
              <a:gd name="T41" fmla="*/ 0 h 1798"/>
              <a:gd name="T42" fmla="*/ 1919 w 1920"/>
              <a:gd name="T43" fmla="*/ 201 h 1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20" h="1798">
                <a:moveTo>
                  <a:pt x="1919" y="201"/>
                </a:moveTo>
                <a:cubicBezTo>
                  <a:pt x="1894" y="256"/>
                  <a:pt x="1878" y="318"/>
                  <a:pt x="1870" y="367"/>
                </a:cubicBezTo>
                <a:cubicBezTo>
                  <a:pt x="1858" y="429"/>
                  <a:pt x="1853" y="493"/>
                  <a:pt x="1855" y="557"/>
                </a:cubicBezTo>
                <a:lnTo>
                  <a:pt x="1725" y="407"/>
                </a:lnTo>
                <a:lnTo>
                  <a:pt x="1591" y="562"/>
                </a:lnTo>
                <a:lnTo>
                  <a:pt x="1394" y="504"/>
                </a:lnTo>
                <a:lnTo>
                  <a:pt x="1365" y="707"/>
                </a:lnTo>
                <a:lnTo>
                  <a:pt x="1167" y="765"/>
                </a:lnTo>
                <a:lnTo>
                  <a:pt x="1253" y="952"/>
                </a:lnTo>
                <a:lnTo>
                  <a:pt x="1119" y="1107"/>
                </a:lnTo>
                <a:lnTo>
                  <a:pt x="1291" y="1218"/>
                </a:lnTo>
                <a:lnTo>
                  <a:pt x="1262" y="1421"/>
                </a:lnTo>
                <a:lnTo>
                  <a:pt x="1394" y="1421"/>
                </a:lnTo>
                <a:lnTo>
                  <a:pt x="1394" y="1672"/>
                </a:lnTo>
                <a:cubicBezTo>
                  <a:pt x="1289" y="1703"/>
                  <a:pt x="1181" y="1741"/>
                  <a:pt x="1082" y="1797"/>
                </a:cubicBezTo>
                <a:cubicBezTo>
                  <a:pt x="612" y="1525"/>
                  <a:pt x="0" y="1684"/>
                  <a:pt x="270" y="799"/>
                </a:cubicBezTo>
                <a:cubicBezTo>
                  <a:pt x="313" y="660"/>
                  <a:pt x="322" y="510"/>
                  <a:pt x="295" y="367"/>
                </a:cubicBezTo>
                <a:cubicBezTo>
                  <a:pt x="287" y="319"/>
                  <a:pt x="270" y="256"/>
                  <a:pt x="246" y="201"/>
                </a:cubicBezTo>
                <a:cubicBezTo>
                  <a:pt x="286" y="134"/>
                  <a:pt x="326" y="67"/>
                  <a:pt x="366" y="0"/>
                </a:cubicBezTo>
                <a:cubicBezTo>
                  <a:pt x="588" y="103"/>
                  <a:pt x="876" y="130"/>
                  <a:pt x="1082" y="7"/>
                </a:cubicBezTo>
                <a:cubicBezTo>
                  <a:pt x="1289" y="130"/>
                  <a:pt x="1577" y="103"/>
                  <a:pt x="1799" y="0"/>
                </a:cubicBezTo>
                <a:cubicBezTo>
                  <a:pt x="1839" y="67"/>
                  <a:pt x="1879" y="134"/>
                  <a:pt x="1919" y="201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xmlns="" id="{FC03D512-1275-44F2-8171-CDF2756D6787}"/>
              </a:ext>
            </a:extLst>
          </p:cNvPr>
          <p:cNvSpPr txBox="1"/>
          <p:nvPr/>
        </p:nvSpPr>
        <p:spPr>
          <a:xfrm>
            <a:off x="6759274" y="4040321"/>
            <a:ext cx="9168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+ $255k</a:t>
            </a:r>
          </a:p>
        </p:txBody>
      </p:sp>
      <p:grpSp>
        <p:nvGrpSpPr>
          <p:cNvPr id="312" name="Group 311">
            <a:extLst>
              <a:ext uri="{FF2B5EF4-FFF2-40B4-BE49-F238E27FC236}">
                <a16:creationId xmlns:a16="http://schemas.microsoft.com/office/drawing/2014/main" xmlns="" id="{C39E6912-A238-4B44-ACAB-42E09AD669CE}"/>
              </a:ext>
            </a:extLst>
          </p:cNvPr>
          <p:cNvGrpSpPr/>
          <p:nvPr/>
        </p:nvGrpSpPr>
        <p:grpSpPr>
          <a:xfrm>
            <a:off x="8019872" y="3809104"/>
            <a:ext cx="3330805" cy="770211"/>
            <a:chOff x="7856628" y="1030358"/>
            <a:chExt cx="3868012" cy="770211"/>
          </a:xfrm>
        </p:grpSpPr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xmlns="" id="{E28F431F-FDCA-4270-9B88-9FD96F1C856A}"/>
                </a:ext>
              </a:extLst>
            </p:cNvPr>
            <p:cNvSpPr txBox="1"/>
            <p:nvPr/>
          </p:nvSpPr>
          <p:spPr>
            <a:xfrm>
              <a:off x="7856628" y="1030358"/>
              <a:ext cx="38680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Real World. Real Law</a:t>
              </a:r>
            </a:p>
          </p:txBody>
        </p:sp>
        <p:sp>
          <p:nvSpPr>
            <p:cNvPr id="314" name="7 CuadroTexto">
              <a:extLst>
                <a:ext uri="{FF2B5EF4-FFF2-40B4-BE49-F238E27FC236}">
                  <a16:creationId xmlns:a16="http://schemas.microsoft.com/office/drawing/2014/main" xmlns="" id="{A8BF02FC-2DCE-43AB-88F5-79B342998597}"/>
                </a:ext>
              </a:extLst>
            </p:cNvPr>
            <p:cNvSpPr txBox="1"/>
            <p:nvPr/>
          </p:nvSpPr>
          <p:spPr>
            <a:xfrm>
              <a:off x="7856628" y="1276451"/>
              <a:ext cx="38680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Credibly pontificate highly efficient manufactured products and enabled data. Efficiently unleash</a:t>
              </a:r>
            </a:p>
          </p:txBody>
        </p:sp>
      </p:grpSp>
      <p:sp>
        <p:nvSpPr>
          <p:cNvPr id="293" name="Freeform 33">
            <a:extLst>
              <a:ext uri="{FF2B5EF4-FFF2-40B4-BE49-F238E27FC236}">
                <a16:creationId xmlns:a16="http://schemas.microsoft.com/office/drawing/2014/main" xmlns="" id="{9F2CA913-21CD-488F-A61C-BFB5C67E6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198" y="5437047"/>
            <a:ext cx="694533" cy="912374"/>
          </a:xfrm>
          <a:custGeom>
            <a:avLst/>
            <a:gdLst>
              <a:gd name="T0" fmla="*/ 1164 w 1193"/>
              <a:gd name="T1" fmla="*/ 49 h 1572"/>
              <a:gd name="T2" fmla="*/ 1043 w 1193"/>
              <a:gd name="T3" fmla="*/ 26 h 1572"/>
              <a:gd name="T4" fmla="*/ 762 w 1193"/>
              <a:gd name="T5" fmla="*/ 222 h 1572"/>
              <a:gd name="T6" fmla="*/ 646 w 1193"/>
              <a:gd name="T7" fmla="*/ 258 h 1572"/>
              <a:gd name="T8" fmla="*/ 548 w 1193"/>
              <a:gd name="T9" fmla="*/ 258 h 1572"/>
              <a:gd name="T10" fmla="*/ 432 w 1193"/>
              <a:gd name="T11" fmla="*/ 222 h 1572"/>
              <a:gd name="T12" fmla="*/ 149 w 1193"/>
              <a:gd name="T13" fmla="*/ 29 h 1572"/>
              <a:gd name="T14" fmla="*/ 28 w 1193"/>
              <a:gd name="T15" fmla="*/ 52 h 1572"/>
              <a:gd name="T16" fmla="*/ 51 w 1193"/>
              <a:gd name="T17" fmla="*/ 173 h 1572"/>
              <a:gd name="T18" fmla="*/ 332 w 1193"/>
              <a:gd name="T19" fmla="*/ 369 h 1572"/>
              <a:gd name="T20" fmla="*/ 381 w 1193"/>
              <a:gd name="T21" fmla="*/ 397 h 1572"/>
              <a:gd name="T22" fmla="*/ 381 w 1193"/>
              <a:gd name="T23" fmla="*/ 1483 h 1572"/>
              <a:gd name="T24" fmla="*/ 468 w 1193"/>
              <a:gd name="T25" fmla="*/ 1571 h 1572"/>
              <a:gd name="T26" fmla="*/ 556 w 1193"/>
              <a:gd name="T27" fmla="*/ 1483 h 1572"/>
              <a:gd name="T28" fmla="*/ 556 w 1193"/>
              <a:gd name="T29" fmla="*/ 904 h 1572"/>
              <a:gd name="T30" fmla="*/ 641 w 1193"/>
              <a:gd name="T31" fmla="*/ 904 h 1572"/>
              <a:gd name="T32" fmla="*/ 641 w 1193"/>
              <a:gd name="T33" fmla="*/ 1483 h 1572"/>
              <a:gd name="T34" fmla="*/ 729 w 1193"/>
              <a:gd name="T35" fmla="*/ 1571 h 1572"/>
              <a:gd name="T36" fmla="*/ 816 w 1193"/>
              <a:gd name="T37" fmla="*/ 1483 h 1572"/>
              <a:gd name="T38" fmla="*/ 816 w 1193"/>
              <a:gd name="T39" fmla="*/ 394 h 1572"/>
              <a:gd name="T40" fmla="*/ 865 w 1193"/>
              <a:gd name="T41" fmla="*/ 366 h 1572"/>
              <a:gd name="T42" fmla="*/ 1140 w 1193"/>
              <a:gd name="T43" fmla="*/ 173 h 1572"/>
              <a:gd name="T44" fmla="*/ 1164 w 1193"/>
              <a:gd name="T45" fmla="*/ 49 h 1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93" h="1572">
                <a:moveTo>
                  <a:pt x="1164" y="49"/>
                </a:moveTo>
                <a:cubicBezTo>
                  <a:pt x="1135" y="11"/>
                  <a:pt x="1081" y="0"/>
                  <a:pt x="1043" y="26"/>
                </a:cubicBezTo>
                <a:lnTo>
                  <a:pt x="762" y="222"/>
                </a:lnTo>
                <a:cubicBezTo>
                  <a:pt x="729" y="245"/>
                  <a:pt x="687" y="258"/>
                  <a:pt x="646" y="258"/>
                </a:cubicBezTo>
                <a:lnTo>
                  <a:pt x="548" y="258"/>
                </a:lnTo>
                <a:cubicBezTo>
                  <a:pt x="507" y="258"/>
                  <a:pt x="466" y="245"/>
                  <a:pt x="432" y="222"/>
                </a:cubicBezTo>
                <a:lnTo>
                  <a:pt x="149" y="29"/>
                </a:lnTo>
                <a:cubicBezTo>
                  <a:pt x="111" y="0"/>
                  <a:pt x="54" y="11"/>
                  <a:pt x="28" y="52"/>
                </a:cubicBezTo>
                <a:cubicBezTo>
                  <a:pt x="0" y="90"/>
                  <a:pt x="10" y="147"/>
                  <a:pt x="51" y="173"/>
                </a:cubicBezTo>
                <a:lnTo>
                  <a:pt x="332" y="369"/>
                </a:lnTo>
                <a:cubicBezTo>
                  <a:pt x="347" y="379"/>
                  <a:pt x="363" y="389"/>
                  <a:pt x="381" y="397"/>
                </a:cubicBezTo>
                <a:lnTo>
                  <a:pt x="381" y="1483"/>
                </a:lnTo>
                <a:cubicBezTo>
                  <a:pt x="381" y="1532"/>
                  <a:pt x="419" y="1571"/>
                  <a:pt x="468" y="1571"/>
                </a:cubicBezTo>
                <a:cubicBezTo>
                  <a:pt x="516" y="1571"/>
                  <a:pt x="556" y="1532"/>
                  <a:pt x="556" y="1483"/>
                </a:cubicBezTo>
                <a:lnTo>
                  <a:pt x="556" y="904"/>
                </a:lnTo>
                <a:lnTo>
                  <a:pt x="641" y="904"/>
                </a:lnTo>
                <a:lnTo>
                  <a:pt x="641" y="1483"/>
                </a:lnTo>
                <a:cubicBezTo>
                  <a:pt x="641" y="1532"/>
                  <a:pt x="680" y="1571"/>
                  <a:pt x="729" y="1571"/>
                </a:cubicBezTo>
                <a:cubicBezTo>
                  <a:pt x="777" y="1571"/>
                  <a:pt x="816" y="1532"/>
                  <a:pt x="816" y="1483"/>
                </a:cubicBezTo>
                <a:lnTo>
                  <a:pt x="816" y="394"/>
                </a:lnTo>
                <a:cubicBezTo>
                  <a:pt x="832" y="387"/>
                  <a:pt x="850" y="376"/>
                  <a:pt x="865" y="366"/>
                </a:cubicBezTo>
                <a:lnTo>
                  <a:pt x="1140" y="173"/>
                </a:lnTo>
                <a:cubicBezTo>
                  <a:pt x="1182" y="145"/>
                  <a:pt x="1192" y="90"/>
                  <a:pt x="1164" y="49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" name="Freeform 34">
            <a:extLst>
              <a:ext uri="{FF2B5EF4-FFF2-40B4-BE49-F238E27FC236}">
                <a16:creationId xmlns:a16="http://schemas.microsoft.com/office/drawing/2014/main" xmlns="" id="{91632A99-37E1-4B78-9534-1551ABCC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54" y="5316592"/>
            <a:ext cx="228094" cy="228094"/>
          </a:xfrm>
          <a:custGeom>
            <a:avLst/>
            <a:gdLst>
              <a:gd name="T0" fmla="*/ 391 w 392"/>
              <a:gd name="T1" fmla="*/ 196 h 392"/>
              <a:gd name="T2" fmla="*/ 365 w 392"/>
              <a:gd name="T3" fmla="*/ 293 h 392"/>
              <a:gd name="T4" fmla="*/ 294 w 392"/>
              <a:gd name="T5" fmla="*/ 365 h 392"/>
              <a:gd name="T6" fmla="*/ 196 w 392"/>
              <a:gd name="T7" fmla="*/ 391 h 392"/>
              <a:gd name="T8" fmla="*/ 98 w 392"/>
              <a:gd name="T9" fmla="*/ 365 h 392"/>
              <a:gd name="T10" fmla="*/ 26 w 392"/>
              <a:gd name="T11" fmla="*/ 293 h 392"/>
              <a:gd name="T12" fmla="*/ 0 w 392"/>
              <a:gd name="T13" fmla="*/ 196 h 392"/>
              <a:gd name="T14" fmla="*/ 26 w 392"/>
              <a:gd name="T15" fmla="*/ 98 h 392"/>
              <a:gd name="T16" fmla="*/ 98 w 392"/>
              <a:gd name="T17" fmla="*/ 26 h 392"/>
              <a:gd name="T18" fmla="*/ 196 w 392"/>
              <a:gd name="T19" fmla="*/ 0 h 392"/>
              <a:gd name="T20" fmla="*/ 294 w 392"/>
              <a:gd name="T21" fmla="*/ 26 h 392"/>
              <a:gd name="T22" fmla="*/ 365 w 392"/>
              <a:gd name="T23" fmla="*/ 98 h 392"/>
              <a:gd name="T24" fmla="*/ 391 w 392"/>
              <a:gd name="T25" fmla="*/ 196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2" h="392">
                <a:moveTo>
                  <a:pt x="391" y="196"/>
                </a:moveTo>
                <a:cubicBezTo>
                  <a:pt x="391" y="232"/>
                  <a:pt x="383" y="262"/>
                  <a:pt x="365" y="293"/>
                </a:cubicBezTo>
                <a:cubicBezTo>
                  <a:pt x="347" y="325"/>
                  <a:pt x="325" y="347"/>
                  <a:pt x="294" y="365"/>
                </a:cubicBezTo>
                <a:cubicBezTo>
                  <a:pt x="262" y="383"/>
                  <a:pt x="232" y="391"/>
                  <a:pt x="196" y="391"/>
                </a:cubicBezTo>
                <a:cubicBezTo>
                  <a:pt x="160" y="391"/>
                  <a:pt x="129" y="383"/>
                  <a:pt x="98" y="365"/>
                </a:cubicBezTo>
                <a:cubicBezTo>
                  <a:pt x="67" y="347"/>
                  <a:pt x="44" y="325"/>
                  <a:pt x="26" y="293"/>
                </a:cubicBezTo>
                <a:cubicBezTo>
                  <a:pt x="8" y="262"/>
                  <a:pt x="0" y="232"/>
                  <a:pt x="0" y="196"/>
                </a:cubicBezTo>
                <a:cubicBezTo>
                  <a:pt x="0" y="160"/>
                  <a:pt x="8" y="129"/>
                  <a:pt x="26" y="98"/>
                </a:cubicBezTo>
                <a:cubicBezTo>
                  <a:pt x="44" y="67"/>
                  <a:pt x="67" y="44"/>
                  <a:pt x="98" y="26"/>
                </a:cubicBezTo>
                <a:cubicBezTo>
                  <a:pt x="129" y="8"/>
                  <a:pt x="160" y="0"/>
                  <a:pt x="196" y="0"/>
                </a:cubicBezTo>
                <a:cubicBezTo>
                  <a:pt x="232" y="0"/>
                  <a:pt x="262" y="8"/>
                  <a:pt x="294" y="26"/>
                </a:cubicBezTo>
                <a:cubicBezTo>
                  <a:pt x="325" y="44"/>
                  <a:pt x="347" y="67"/>
                  <a:pt x="365" y="98"/>
                </a:cubicBezTo>
                <a:cubicBezTo>
                  <a:pt x="383" y="129"/>
                  <a:pt x="391" y="160"/>
                  <a:pt x="391" y="196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5" name="Freeform 35">
            <a:extLst>
              <a:ext uri="{FF2B5EF4-FFF2-40B4-BE49-F238E27FC236}">
                <a16:creationId xmlns:a16="http://schemas.microsoft.com/office/drawing/2014/main" xmlns="" id="{35B4BED1-0C06-4BDD-9838-DB38588B4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536" y="5575441"/>
            <a:ext cx="768855" cy="776542"/>
          </a:xfrm>
          <a:custGeom>
            <a:avLst/>
            <a:gdLst>
              <a:gd name="T0" fmla="*/ 1298 w 1324"/>
              <a:gd name="T1" fmla="*/ 123 h 1337"/>
              <a:gd name="T2" fmla="*/ 1280 w 1324"/>
              <a:gd name="T3" fmla="*/ 123 h 1337"/>
              <a:gd name="T4" fmla="*/ 1050 w 1324"/>
              <a:gd name="T5" fmla="*/ 126 h 1337"/>
              <a:gd name="T6" fmla="*/ 1025 w 1324"/>
              <a:gd name="T7" fmla="*/ 118 h 1337"/>
              <a:gd name="T8" fmla="*/ 1009 w 1324"/>
              <a:gd name="T9" fmla="*/ 126 h 1337"/>
              <a:gd name="T10" fmla="*/ 994 w 1324"/>
              <a:gd name="T11" fmla="*/ 134 h 1337"/>
              <a:gd name="T12" fmla="*/ 981 w 1324"/>
              <a:gd name="T13" fmla="*/ 198 h 1337"/>
              <a:gd name="T14" fmla="*/ 883 w 1324"/>
              <a:gd name="T15" fmla="*/ 224 h 1337"/>
              <a:gd name="T16" fmla="*/ 584 w 1324"/>
              <a:gd name="T17" fmla="*/ 0 h 1337"/>
              <a:gd name="T18" fmla="*/ 250 w 1324"/>
              <a:gd name="T19" fmla="*/ 92 h 1337"/>
              <a:gd name="T20" fmla="*/ 18 w 1324"/>
              <a:gd name="T21" fmla="*/ 525 h 1337"/>
              <a:gd name="T22" fmla="*/ 165 w 1324"/>
              <a:gd name="T23" fmla="*/ 528 h 1337"/>
              <a:gd name="T24" fmla="*/ 283 w 1324"/>
              <a:gd name="T25" fmla="*/ 1238 h 1337"/>
              <a:gd name="T26" fmla="*/ 461 w 1324"/>
              <a:gd name="T27" fmla="*/ 1241 h 1337"/>
              <a:gd name="T28" fmla="*/ 479 w 1324"/>
              <a:gd name="T29" fmla="*/ 664 h 1337"/>
              <a:gd name="T30" fmla="*/ 546 w 1324"/>
              <a:gd name="T31" fmla="*/ 682 h 1337"/>
              <a:gd name="T32" fmla="*/ 620 w 1324"/>
              <a:gd name="T33" fmla="*/ 1328 h 1337"/>
              <a:gd name="T34" fmla="*/ 723 w 1324"/>
              <a:gd name="T35" fmla="*/ 304 h 1337"/>
              <a:gd name="T36" fmla="*/ 850 w 1324"/>
              <a:gd name="T37" fmla="*/ 399 h 1337"/>
              <a:gd name="T38" fmla="*/ 1148 w 1324"/>
              <a:gd name="T39" fmla="*/ 296 h 1337"/>
              <a:gd name="T40" fmla="*/ 1161 w 1324"/>
              <a:gd name="T41" fmla="*/ 255 h 1337"/>
              <a:gd name="T42" fmla="*/ 1205 w 1324"/>
              <a:gd name="T43" fmla="*/ 198 h 1337"/>
              <a:gd name="T44" fmla="*/ 1316 w 1324"/>
              <a:gd name="T45" fmla="*/ 188 h 1337"/>
              <a:gd name="T46" fmla="*/ 1318 w 1324"/>
              <a:gd name="T47" fmla="*/ 172 h 1337"/>
              <a:gd name="T48" fmla="*/ 1323 w 1324"/>
              <a:gd name="T49" fmla="*/ 170 h 1337"/>
              <a:gd name="T50" fmla="*/ 1321 w 1324"/>
              <a:gd name="T51" fmla="*/ 131 h 1337"/>
              <a:gd name="T52" fmla="*/ 657 w 1324"/>
              <a:gd name="T53" fmla="*/ 193 h 1337"/>
              <a:gd name="T54" fmla="*/ 592 w 1324"/>
              <a:gd name="T55" fmla="*/ 296 h 1337"/>
              <a:gd name="T56" fmla="*/ 528 w 1324"/>
              <a:gd name="T57" fmla="*/ 193 h 1337"/>
              <a:gd name="T58" fmla="*/ 538 w 1324"/>
              <a:gd name="T59" fmla="*/ 165 h 1337"/>
              <a:gd name="T60" fmla="*/ 584 w 1324"/>
              <a:gd name="T61" fmla="*/ 141 h 1337"/>
              <a:gd name="T62" fmla="*/ 600 w 1324"/>
              <a:gd name="T63" fmla="*/ 141 h 1337"/>
              <a:gd name="T64" fmla="*/ 646 w 1324"/>
              <a:gd name="T65" fmla="*/ 165 h 1337"/>
              <a:gd name="T66" fmla="*/ 657 w 1324"/>
              <a:gd name="T67" fmla="*/ 193 h 1337"/>
              <a:gd name="T68" fmla="*/ 1153 w 1324"/>
              <a:gd name="T69" fmla="*/ 239 h 1337"/>
              <a:gd name="T70" fmla="*/ 1097 w 1324"/>
              <a:gd name="T71" fmla="*/ 237 h 1337"/>
              <a:gd name="T72" fmla="*/ 1117 w 1324"/>
              <a:gd name="T73" fmla="*/ 198 h 1337"/>
              <a:gd name="T74" fmla="*/ 1138 w 1324"/>
              <a:gd name="T75" fmla="*/ 231 h 1337"/>
              <a:gd name="T76" fmla="*/ 1179 w 1324"/>
              <a:gd name="T77" fmla="*/ 198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24" h="1337">
                <a:moveTo>
                  <a:pt x="1300" y="126"/>
                </a:moveTo>
                <a:cubicBezTo>
                  <a:pt x="1298" y="126"/>
                  <a:pt x="1298" y="126"/>
                  <a:pt x="1298" y="123"/>
                </a:cubicBezTo>
                <a:cubicBezTo>
                  <a:pt x="1295" y="118"/>
                  <a:pt x="1285" y="118"/>
                  <a:pt x="1285" y="118"/>
                </a:cubicBezTo>
                <a:lnTo>
                  <a:pt x="1280" y="123"/>
                </a:lnTo>
                <a:cubicBezTo>
                  <a:pt x="1277" y="126"/>
                  <a:pt x="1274" y="126"/>
                  <a:pt x="1272" y="126"/>
                </a:cubicBezTo>
                <a:lnTo>
                  <a:pt x="1050" y="126"/>
                </a:lnTo>
                <a:cubicBezTo>
                  <a:pt x="1048" y="126"/>
                  <a:pt x="1048" y="126"/>
                  <a:pt x="1045" y="126"/>
                </a:cubicBezTo>
                <a:lnTo>
                  <a:pt x="1025" y="118"/>
                </a:lnTo>
                <a:cubicBezTo>
                  <a:pt x="1020" y="116"/>
                  <a:pt x="1012" y="118"/>
                  <a:pt x="1009" y="123"/>
                </a:cubicBezTo>
                <a:lnTo>
                  <a:pt x="1009" y="126"/>
                </a:lnTo>
                <a:lnTo>
                  <a:pt x="1004" y="126"/>
                </a:lnTo>
                <a:cubicBezTo>
                  <a:pt x="999" y="126"/>
                  <a:pt x="996" y="129"/>
                  <a:pt x="994" y="134"/>
                </a:cubicBezTo>
                <a:cubicBezTo>
                  <a:pt x="991" y="147"/>
                  <a:pt x="986" y="170"/>
                  <a:pt x="978" y="177"/>
                </a:cubicBezTo>
                <a:cubicBezTo>
                  <a:pt x="968" y="188"/>
                  <a:pt x="971" y="193"/>
                  <a:pt x="981" y="198"/>
                </a:cubicBezTo>
                <a:cubicBezTo>
                  <a:pt x="991" y="201"/>
                  <a:pt x="1012" y="195"/>
                  <a:pt x="1004" y="224"/>
                </a:cubicBezTo>
                <a:lnTo>
                  <a:pt x="883" y="224"/>
                </a:lnTo>
                <a:lnTo>
                  <a:pt x="744" y="69"/>
                </a:lnTo>
                <a:cubicBezTo>
                  <a:pt x="703" y="26"/>
                  <a:pt x="646" y="0"/>
                  <a:pt x="584" y="0"/>
                </a:cubicBezTo>
                <a:lnTo>
                  <a:pt x="427" y="0"/>
                </a:lnTo>
                <a:cubicBezTo>
                  <a:pt x="358" y="0"/>
                  <a:pt x="291" y="33"/>
                  <a:pt x="250" y="92"/>
                </a:cubicBezTo>
                <a:lnTo>
                  <a:pt x="23" y="425"/>
                </a:lnTo>
                <a:cubicBezTo>
                  <a:pt x="3" y="455"/>
                  <a:pt x="0" y="497"/>
                  <a:pt x="18" y="525"/>
                </a:cubicBezTo>
                <a:cubicBezTo>
                  <a:pt x="36" y="553"/>
                  <a:pt x="64" y="566"/>
                  <a:pt x="93" y="566"/>
                </a:cubicBezTo>
                <a:cubicBezTo>
                  <a:pt x="121" y="566"/>
                  <a:pt x="149" y="553"/>
                  <a:pt x="165" y="528"/>
                </a:cubicBezTo>
                <a:lnTo>
                  <a:pt x="283" y="355"/>
                </a:lnTo>
                <a:lnTo>
                  <a:pt x="283" y="1238"/>
                </a:lnTo>
                <a:cubicBezTo>
                  <a:pt x="283" y="1282"/>
                  <a:pt x="314" y="1323"/>
                  <a:pt x="358" y="1328"/>
                </a:cubicBezTo>
                <a:cubicBezTo>
                  <a:pt x="412" y="1336"/>
                  <a:pt x="461" y="1295"/>
                  <a:pt x="461" y="1241"/>
                </a:cubicBezTo>
                <a:lnTo>
                  <a:pt x="461" y="682"/>
                </a:lnTo>
                <a:cubicBezTo>
                  <a:pt x="461" y="672"/>
                  <a:pt x="469" y="664"/>
                  <a:pt x="479" y="664"/>
                </a:cubicBezTo>
                <a:lnTo>
                  <a:pt x="528" y="664"/>
                </a:lnTo>
                <a:cubicBezTo>
                  <a:pt x="538" y="664"/>
                  <a:pt x="546" y="672"/>
                  <a:pt x="546" y="682"/>
                </a:cubicBezTo>
                <a:lnTo>
                  <a:pt x="546" y="1238"/>
                </a:lnTo>
                <a:cubicBezTo>
                  <a:pt x="546" y="1282"/>
                  <a:pt x="577" y="1323"/>
                  <a:pt x="620" y="1328"/>
                </a:cubicBezTo>
                <a:cubicBezTo>
                  <a:pt x="675" y="1336"/>
                  <a:pt x="723" y="1295"/>
                  <a:pt x="723" y="1241"/>
                </a:cubicBezTo>
                <a:lnTo>
                  <a:pt x="723" y="304"/>
                </a:lnTo>
                <a:lnTo>
                  <a:pt x="785" y="371"/>
                </a:lnTo>
                <a:cubicBezTo>
                  <a:pt x="801" y="389"/>
                  <a:pt x="826" y="399"/>
                  <a:pt x="850" y="399"/>
                </a:cubicBezTo>
                <a:lnTo>
                  <a:pt x="1061" y="399"/>
                </a:lnTo>
                <a:cubicBezTo>
                  <a:pt x="1115" y="399"/>
                  <a:pt x="1156" y="350"/>
                  <a:pt x="1148" y="296"/>
                </a:cubicBezTo>
                <a:cubicBezTo>
                  <a:pt x="1146" y="280"/>
                  <a:pt x="1138" y="268"/>
                  <a:pt x="1130" y="255"/>
                </a:cubicBezTo>
                <a:lnTo>
                  <a:pt x="1161" y="255"/>
                </a:lnTo>
                <a:cubicBezTo>
                  <a:pt x="1174" y="255"/>
                  <a:pt x="1184" y="247"/>
                  <a:pt x="1189" y="237"/>
                </a:cubicBezTo>
                <a:lnTo>
                  <a:pt x="1205" y="198"/>
                </a:lnTo>
                <a:lnTo>
                  <a:pt x="1305" y="198"/>
                </a:lnTo>
                <a:cubicBezTo>
                  <a:pt x="1310" y="198"/>
                  <a:pt x="1316" y="193"/>
                  <a:pt x="1316" y="188"/>
                </a:cubicBezTo>
                <a:lnTo>
                  <a:pt x="1316" y="175"/>
                </a:lnTo>
                <a:cubicBezTo>
                  <a:pt x="1316" y="172"/>
                  <a:pt x="1318" y="172"/>
                  <a:pt x="1318" y="172"/>
                </a:cubicBezTo>
                <a:lnTo>
                  <a:pt x="1321" y="172"/>
                </a:lnTo>
                <a:cubicBezTo>
                  <a:pt x="1323" y="172"/>
                  <a:pt x="1323" y="170"/>
                  <a:pt x="1323" y="170"/>
                </a:cubicBezTo>
                <a:lnTo>
                  <a:pt x="1323" y="134"/>
                </a:lnTo>
                <a:cubicBezTo>
                  <a:pt x="1323" y="131"/>
                  <a:pt x="1321" y="131"/>
                  <a:pt x="1321" y="131"/>
                </a:cubicBezTo>
                <a:lnTo>
                  <a:pt x="1300" y="126"/>
                </a:lnTo>
                <a:close/>
                <a:moveTo>
                  <a:pt x="657" y="193"/>
                </a:moveTo>
                <a:cubicBezTo>
                  <a:pt x="657" y="234"/>
                  <a:pt x="633" y="273"/>
                  <a:pt x="597" y="293"/>
                </a:cubicBezTo>
                <a:cubicBezTo>
                  <a:pt x="595" y="293"/>
                  <a:pt x="595" y="296"/>
                  <a:pt x="592" y="296"/>
                </a:cubicBezTo>
                <a:cubicBezTo>
                  <a:pt x="590" y="296"/>
                  <a:pt x="590" y="296"/>
                  <a:pt x="587" y="293"/>
                </a:cubicBezTo>
                <a:cubicBezTo>
                  <a:pt x="551" y="273"/>
                  <a:pt x="528" y="234"/>
                  <a:pt x="528" y="193"/>
                </a:cubicBezTo>
                <a:lnTo>
                  <a:pt x="528" y="175"/>
                </a:lnTo>
                <a:cubicBezTo>
                  <a:pt x="528" y="170"/>
                  <a:pt x="533" y="165"/>
                  <a:pt x="538" y="165"/>
                </a:cubicBezTo>
                <a:cubicBezTo>
                  <a:pt x="554" y="162"/>
                  <a:pt x="572" y="157"/>
                  <a:pt x="582" y="144"/>
                </a:cubicBezTo>
                <a:lnTo>
                  <a:pt x="584" y="141"/>
                </a:lnTo>
                <a:cubicBezTo>
                  <a:pt x="587" y="139"/>
                  <a:pt x="590" y="139"/>
                  <a:pt x="592" y="139"/>
                </a:cubicBezTo>
                <a:cubicBezTo>
                  <a:pt x="595" y="139"/>
                  <a:pt x="597" y="139"/>
                  <a:pt x="600" y="141"/>
                </a:cubicBezTo>
                <a:lnTo>
                  <a:pt x="602" y="144"/>
                </a:lnTo>
                <a:cubicBezTo>
                  <a:pt x="615" y="157"/>
                  <a:pt x="631" y="162"/>
                  <a:pt x="646" y="165"/>
                </a:cubicBezTo>
                <a:cubicBezTo>
                  <a:pt x="651" y="165"/>
                  <a:pt x="657" y="170"/>
                  <a:pt x="657" y="175"/>
                </a:cubicBezTo>
                <a:lnTo>
                  <a:pt x="657" y="193"/>
                </a:lnTo>
                <a:close/>
                <a:moveTo>
                  <a:pt x="1166" y="231"/>
                </a:moveTo>
                <a:cubicBezTo>
                  <a:pt x="1164" y="237"/>
                  <a:pt x="1159" y="239"/>
                  <a:pt x="1153" y="239"/>
                </a:cubicBezTo>
                <a:lnTo>
                  <a:pt x="1102" y="239"/>
                </a:lnTo>
                <a:cubicBezTo>
                  <a:pt x="1099" y="239"/>
                  <a:pt x="1099" y="237"/>
                  <a:pt x="1097" y="237"/>
                </a:cubicBezTo>
                <a:lnTo>
                  <a:pt x="1107" y="206"/>
                </a:lnTo>
                <a:cubicBezTo>
                  <a:pt x="1110" y="201"/>
                  <a:pt x="1112" y="198"/>
                  <a:pt x="1117" y="198"/>
                </a:cubicBezTo>
                <a:lnTo>
                  <a:pt x="1120" y="198"/>
                </a:lnTo>
                <a:cubicBezTo>
                  <a:pt x="1125" y="211"/>
                  <a:pt x="1130" y="226"/>
                  <a:pt x="1138" y="231"/>
                </a:cubicBezTo>
                <a:cubicBezTo>
                  <a:pt x="1153" y="231"/>
                  <a:pt x="1133" y="219"/>
                  <a:pt x="1138" y="198"/>
                </a:cubicBezTo>
                <a:lnTo>
                  <a:pt x="1179" y="198"/>
                </a:lnTo>
                <a:lnTo>
                  <a:pt x="1166" y="23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" name="Freeform 36">
            <a:extLst>
              <a:ext uri="{FF2B5EF4-FFF2-40B4-BE49-F238E27FC236}">
                <a16:creationId xmlns:a16="http://schemas.microsoft.com/office/drawing/2014/main" xmlns="" id="{5BC1ED45-66BF-419F-A4DB-983AEBBF8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684" y="5273025"/>
            <a:ext cx="274225" cy="69196"/>
          </a:xfrm>
          <a:custGeom>
            <a:avLst/>
            <a:gdLst>
              <a:gd name="T0" fmla="*/ 412 w 470"/>
              <a:gd name="T1" fmla="*/ 118 h 119"/>
              <a:gd name="T2" fmla="*/ 451 w 470"/>
              <a:gd name="T3" fmla="*/ 61 h 119"/>
              <a:gd name="T4" fmla="*/ 414 w 470"/>
              <a:gd name="T5" fmla="*/ 5 h 119"/>
              <a:gd name="T6" fmla="*/ 21 w 470"/>
              <a:gd name="T7" fmla="*/ 56 h 119"/>
              <a:gd name="T8" fmla="*/ 3 w 470"/>
              <a:gd name="T9" fmla="*/ 79 h 119"/>
              <a:gd name="T10" fmla="*/ 8 w 470"/>
              <a:gd name="T11" fmla="*/ 118 h 119"/>
              <a:gd name="T12" fmla="*/ 412 w 470"/>
              <a:gd name="T13" fmla="*/ 11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70" h="119">
                <a:moveTo>
                  <a:pt x="412" y="118"/>
                </a:moveTo>
                <a:lnTo>
                  <a:pt x="451" y="61"/>
                </a:lnTo>
                <a:cubicBezTo>
                  <a:pt x="469" y="36"/>
                  <a:pt x="445" y="0"/>
                  <a:pt x="414" y="5"/>
                </a:cubicBezTo>
                <a:lnTo>
                  <a:pt x="21" y="56"/>
                </a:lnTo>
                <a:cubicBezTo>
                  <a:pt x="8" y="59"/>
                  <a:pt x="0" y="69"/>
                  <a:pt x="3" y="79"/>
                </a:cubicBezTo>
                <a:lnTo>
                  <a:pt x="8" y="118"/>
                </a:lnTo>
                <a:lnTo>
                  <a:pt x="412" y="118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" name="Freeform 37">
            <a:extLst>
              <a:ext uri="{FF2B5EF4-FFF2-40B4-BE49-F238E27FC236}">
                <a16:creationId xmlns:a16="http://schemas.microsoft.com/office/drawing/2014/main" xmlns="" id="{F2733E6F-1D97-419D-B3B5-191D56BC0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372" y="5365287"/>
            <a:ext cx="276788" cy="181961"/>
          </a:xfrm>
          <a:custGeom>
            <a:avLst/>
            <a:gdLst>
              <a:gd name="T0" fmla="*/ 8 w 477"/>
              <a:gd name="T1" fmla="*/ 67 h 312"/>
              <a:gd name="T2" fmla="*/ 0 w 477"/>
              <a:gd name="T3" fmla="*/ 116 h 312"/>
              <a:gd name="T4" fmla="*/ 195 w 477"/>
              <a:gd name="T5" fmla="*/ 311 h 312"/>
              <a:gd name="T6" fmla="*/ 391 w 477"/>
              <a:gd name="T7" fmla="*/ 116 h 312"/>
              <a:gd name="T8" fmla="*/ 386 w 477"/>
              <a:gd name="T9" fmla="*/ 74 h 312"/>
              <a:gd name="T10" fmla="*/ 456 w 477"/>
              <a:gd name="T11" fmla="*/ 74 h 312"/>
              <a:gd name="T12" fmla="*/ 466 w 477"/>
              <a:gd name="T13" fmla="*/ 49 h 312"/>
              <a:gd name="T14" fmla="*/ 404 w 477"/>
              <a:gd name="T15" fmla="*/ 0 h 312"/>
              <a:gd name="T16" fmla="*/ 0 w 477"/>
              <a:gd name="T17" fmla="*/ 0 h 312"/>
              <a:gd name="T18" fmla="*/ 8 w 477"/>
              <a:gd name="T19" fmla="*/ 67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7" h="312">
                <a:moveTo>
                  <a:pt x="8" y="67"/>
                </a:moveTo>
                <a:cubicBezTo>
                  <a:pt x="2" y="82"/>
                  <a:pt x="0" y="98"/>
                  <a:pt x="0" y="116"/>
                </a:cubicBezTo>
                <a:cubicBezTo>
                  <a:pt x="0" y="224"/>
                  <a:pt x="86" y="311"/>
                  <a:pt x="195" y="311"/>
                </a:cubicBezTo>
                <a:cubicBezTo>
                  <a:pt x="303" y="311"/>
                  <a:pt x="391" y="224"/>
                  <a:pt x="391" y="116"/>
                </a:cubicBezTo>
                <a:cubicBezTo>
                  <a:pt x="391" y="103"/>
                  <a:pt x="389" y="87"/>
                  <a:pt x="386" y="74"/>
                </a:cubicBezTo>
                <a:lnTo>
                  <a:pt x="456" y="74"/>
                </a:lnTo>
                <a:cubicBezTo>
                  <a:pt x="468" y="74"/>
                  <a:pt x="476" y="56"/>
                  <a:pt x="466" y="49"/>
                </a:cubicBezTo>
                <a:lnTo>
                  <a:pt x="404" y="0"/>
                </a:lnTo>
                <a:lnTo>
                  <a:pt x="0" y="0"/>
                </a:lnTo>
                <a:lnTo>
                  <a:pt x="8" y="67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xmlns="" id="{CC40FA7F-02D7-4296-847E-1EF83CB13559}"/>
              </a:ext>
            </a:extLst>
          </p:cNvPr>
          <p:cNvSpPr txBox="1"/>
          <p:nvPr/>
        </p:nvSpPr>
        <p:spPr>
          <a:xfrm>
            <a:off x="6759274" y="5658616"/>
            <a:ext cx="9168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+ $355k</a:t>
            </a:r>
          </a:p>
        </p:txBody>
      </p:sp>
      <p:grpSp>
        <p:nvGrpSpPr>
          <p:cNvPr id="316" name="Group 315">
            <a:extLst>
              <a:ext uri="{FF2B5EF4-FFF2-40B4-BE49-F238E27FC236}">
                <a16:creationId xmlns:a16="http://schemas.microsoft.com/office/drawing/2014/main" xmlns="" id="{2BCFC611-0CBF-40B4-BF6E-AD346B541060}"/>
              </a:ext>
            </a:extLst>
          </p:cNvPr>
          <p:cNvGrpSpPr/>
          <p:nvPr/>
        </p:nvGrpSpPr>
        <p:grpSpPr>
          <a:xfrm>
            <a:off x="8019872" y="5427399"/>
            <a:ext cx="3330805" cy="770211"/>
            <a:chOff x="7856628" y="1030358"/>
            <a:chExt cx="3868012" cy="770211"/>
          </a:xfrm>
        </p:grpSpPr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xmlns="" id="{71A1C91B-9C23-4AA3-B627-2B171DB0DC31}"/>
                </a:ext>
              </a:extLst>
            </p:cNvPr>
            <p:cNvSpPr txBox="1"/>
            <p:nvPr/>
          </p:nvSpPr>
          <p:spPr>
            <a:xfrm>
              <a:off x="7856628" y="1030358"/>
              <a:ext cx="38680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Your Lawn's Beautician</a:t>
              </a:r>
            </a:p>
          </p:txBody>
        </p:sp>
        <p:sp>
          <p:nvSpPr>
            <p:cNvPr id="318" name="7 CuadroTexto">
              <a:extLst>
                <a:ext uri="{FF2B5EF4-FFF2-40B4-BE49-F238E27FC236}">
                  <a16:creationId xmlns:a16="http://schemas.microsoft.com/office/drawing/2014/main" xmlns="" id="{22B1D658-8091-4B2A-93C3-F6197544FFEF}"/>
                </a:ext>
              </a:extLst>
            </p:cNvPr>
            <p:cNvSpPr txBox="1"/>
            <p:nvPr/>
          </p:nvSpPr>
          <p:spPr>
            <a:xfrm>
              <a:off x="7856628" y="1276451"/>
              <a:ext cx="38680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Credibly pontificate highly efficient manufactured products and enabled data. Efficiently unleash</a:t>
              </a:r>
            </a:p>
          </p:txBody>
        </p:sp>
      </p:grp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xmlns="" id="{A07B0F3B-58FD-4AB3-A12C-DBCD07E0BD8E}"/>
              </a:ext>
            </a:extLst>
          </p:cNvPr>
          <p:cNvCxnSpPr>
            <a:cxnSpLocks/>
          </p:cNvCxnSpPr>
          <p:nvPr/>
        </p:nvCxnSpPr>
        <p:spPr>
          <a:xfrm>
            <a:off x="5122272" y="3368403"/>
            <a:ext cx="6053328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xmlns="" id="{F7D6B55F-7CC7-4F12-B05C-794101F2D437}"/>
              </a:ext>
            </a:extLst>
          </p:cNvPr>
          <p:cNvCxnSpPr>
            <a:cxnSpLocks/>
          </p:cNvCxnSpPr>
          <p:nvPr/>
        </p:nvCxnSpPr>
        <p:spPr>
          <a:xfrm>
            <a:off x="5122272" y="5020016"/>
            <a:ext cx="6053328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036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A757B892-D87F-4DD4-94AE-FC7E6218556F}"/>
              </a:ext>
            </a:extLst>
          </p:cNvPr>
          <p:cNvSpPr txBox="1"/>
          <p:nvPr/>
        </p:nvSpPr>
        <p:spPr>
          <a:xfrm>
            <a:off x="3725811" y="633099"/>
            <a:ext cx="4927587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Lawyers in the best sense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xmlns="" id="{6ED44D0C-DB08-4A81-B753-2F9D605FCEB2}"/>
              </a:ext>
            </a:extLst>
          </p:cNvPr>
          <p:cNvSpPr/>
          <p:nvPr/>
        </p:nvSpPr>
        <p:spPr>
          <a:xfrm>
            <a:off x="8269305" y="3475422"/>
            <a:ext cx="944774" cy="9447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173DC7FA-00A7-440D-8A34-839C8EF1178A}"/>
              </a:ext>
            </a:extLst>
          </p:cNvPr>
          <p:cNvSpPr txBox="1"/>
          <p:nvPr/>
        </p:nvSpPr>
        <p:spPr>
          <a:xfrm>
            <a:off x="9478864" y="3549861"/>
            <a:ext cx="21095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Law, Less Ordinary</a:t>
            </a:r>
          </a:p>
        </p:txBody>
      </p:sp>
      <p:sp>
        <p:nvSpPr>
          <p:cNvPr id="76" name="7 CuadroTexto">
            <a:extLst>
              <a:ext uri="{FF2B5EF4-FFF2-40B4-BE49-F238E27FC236}">
                <a16:creationId xmlns:a16="http://schemas.microsoft.com/office/drawing/2014/main" xmlns="" id="{8BA31402-31C4-4F0E-857A-9BCEF48D8AD6}"/>
              </a:ext>
            </a:extLst>
          </p:cNvPr>
          <p:cNvSpPr txBox="1"/>
          <p:nvPr/>
        </p:nvSpPr>
        <p:spPr>
          <a:xfrm>
            <a:off x="9478863" y="3827692"/>
            <a:ext cx="2109512" cy="524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unknown printer took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120" name="Freeform 88">
            <a:extLst>
              <a:ext uri="{FF2B5EF4-FFF2-40B4-BE49-F238E27FC236}">
                <a16:creationId xmlns:a16="http://schemas.microsoft.com/office/drawing/2014/main" xmlns="" id="{E68B11CD-D7D6-4AE1-A739-44E68FEB3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142" y="3738259"/>
            <a:ext cx="419100" cy="419100"/>
          </a:xfrm>
          <a:custGeom>
            <a:avLst/>
            <a:gdLst>
              <a:gd name="T0" fmla="*/ 757 w 1165"/>
              <a:gd name="T1" fmla="*/ 582 h 1165"/>
              <a:gd name="T2" fmla="*/ 582 w 1165"/>
              <a:gd name="T3" fmla="*/ 757 h 1165"/>
              <a:gd name="T4" fmla="*/ 407 w 1165"/>
              <a:gd name="T5" fmla="*/ 582 h 1165"/>
              <a:gd name="T6" fmla="*/ 582 w 1165"/>
              <a:gd name="T7" fmla="*/ 408 h 1165"/>
              <a:gd name="T8" fmla="*/ 757 w 1165"/>
              <a:gd name="T9" fmla="*/ 582 h 1165"/>
              <a:gd name="T10" fmla="*/ 582 w 1165"/>
              <a:gd name="T11" fmla="*/ 1050 h 1165"/>
              <a:gd name="T12" fmla="*/ 1049 w 1165"/>
              <a:gd name="T13" fmla="*/ 582 h 1165"/>
              <a:gd name="T14" fmla="*/ 582 w 1165"/>
              <a:gd name="T15" fmla="*/ 115 h 1165"/>
              <a:gd name="T16" fmla="*/ 114 w 1165"/>
              <a:gd name="T17" fmla="*/ 582 h 1165"/>
              <a:gd name="T18" fmla="*/ 582 w 1165"/>
              <a:gd name="T19" fmla="*/ 1050 h 1165"/>
              <a:gd name="T20" fmla="*/ 582 w 1165"/>
              <a:gd name="T21" fmla="*/ 0 h 1165"/>
              <a:gd name="T22" fmla="*/ 1164 w 1165"/>
              <a:gd name="T23" fmla="*/ 582 h 1165"/>
              <a:gd name="T24" fmla="*/ 582 w 1165"/>
              <a:gd name="T25" fmla="*/ 1164 h 1165"/>
              <a:gd name="T26" fmla="*/ 0 w 1165"/>
              <a:gd name="T27" fmla="*/ 582 h 1165"/>
              <a:gd name="T28" fmla="*/ 582 w 1165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5">
                <a:moveTo>
                  <a:pt x="757" y="582"/>
                </a:moveTo>
                <a:cubicBezTo>
                  <a:pt x="757" y="678"/>
                  <a:pt x="678" y="757"/>
                  <a:pt x="582" y="757"/>
                </a:cubicBezTo>
                <a:cubicBezTo>
                  <a:pt x="487" y="757"/>
                  <a:pt x="407" y="677"/>
                  <a:pt x="407" y="582"/>
                </a:cubicBezTo>
                <a:cubicBezTo>
                  <a:pt x="407" y="486"/>
                  <a:pt x="487" y="408"/>
                  <a:pt x="582" y="408"/>
                </a:cubicBezTo>
                <a:cubicBezTo>
                  <a:pt x="678" y="408"/>
                  <a:pt x="757" y="487"/>
                  <a:pt x="757" y="582"/>
                </a:cubicBezTo>
                <a:close/>
                <a:moveTo>
                  <a:pt x="582" y="1050"/>
                </a:moveTo>
                <a:cubicBezTo>
                  <a:pt x="838" y="1050"/>
                  <a:pt x="1049" y="838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6" y="115"/>
                  <a:pt x="114" y="325"/>
                  <a:pt x="114" y="582"/>
                </a:cubicBezTo>
                <a:cubicBezTo>
                  <a:pt x="114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1">
            <a:extLst>
              <a:ext uri="{FF2B5EF4-FFF2-40B4-BE49-F238E27FC236}">
                <a16:creationId xmlns:a16="http://schemas.microsoft.com/office/drawing/2014/main" xmlns="" id="{7E4541CD-A648-4DFC-9DCF-4605029FE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531" y="3894668"/>
            <a:ext cx="845820" cy="103815"/>
          </a:xfrm>
          <a:custGeom>
            <a:avLst/>
            <a:gdLst>
              <a:gd name="T0" fmla="*/ 342 w 684"/>
              <a:gd name="T1" fmla="*/ 217 h 218"/>
              <a:gd name="T2" fmla="*/ 0 w 684"/>
              <a:gd name="T3" fmla="*/ 217 h 218"/>
              <a:gd name="T4" fmla="*/ 0 w 684"/>
              <a:gd name="T5" fmla="*/ 0 h 218"/>
              <a:gd name="T6" fmla="*/ 683 w 684"/>
              <a:gd name="T7" fmla="*/ 0 h 218"/>
              <a:gd name="T8" fmla="*/ 683 w 684"/>
              <a:gd name="T9" fmla="*/ 217 h 218"/>
              <a:gd name="T10" fmla="*/ 342 w 684"/>
              <a:gd name="T11" fmla="*/ 217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4" h="218">
                <a:moveTo>
                  <a:pt x="342" y="217"/>
                </a:moveTo>
                <a:lnTo>
                  <a:pt x="0" y="217"/>
                </a:lnTo>
                <a:lnTo>
                  <a:pt x="0" y="0"/>
                </a:lnTo>
                <a:lnTo>
                  <a:pt x="683" y="0"/>
                </a:lnTo>
                <a:lnTo>
                  <a:pt x="683" y="217"/>
                </a:lnTo>
                <a:lnTo>
                  <a:pt x="342" y="217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Freeform 2">
            <a:extLst>
              <a:ext uri="{FF2B5EF4-FFF2-40B4-BE49-F238E27FC236}">
                <a16:creationId xmlns:a16="http://schemas.microsoft.com/office/drawing/2014/main" xmlns="" id="{9326E380-52F6-4A05-A904-04F37C72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591" y="5702767"/>
            <a:ext cx="423764" cy="103815"/>
          </a:xfrm>
          <a:custGeom>
            <a:avLst/>
            <a:gdLst>
              <a:gd name="T0" fmla="*/ 342 w 684"/>
              <a:gd name="T1" fmla="*/ 217 h 218"/>
              <a:gd name="T2" fmla="*/ 0 w 684"/>
              <a:gd name="T3" fmla="*/ 217 h 218"/>
              <a:gd name="T4" fmla="*/ 0 w 684"/>
              <a:gd name="T5" fmla="*/ 0 h 218"/>
              <a:gd name="T6" fmla="*/ 683 w 684"/>
              <a:gd name="T7" fmla="*/ 0 h 218"/>
              <a:gd name="T8" fmla="*/ 683 w 684"/>
              <a:gd name="T9" fmla="*/ 217 h 218"/>
              <a:gd name="T10" fmla="*/ 342 w 684"/>
              <a:gd name="T11" fmla="*/ 217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4" h="218">
                <a:moveTo>
                  <a:pt x="342" y="217"/>
                </a:moveTo>
                <a:lnTo>
                  <a:pt x="0" y="217"/>
                </a:lnTo>
                <a:lnTo>
                  <a:pt x="0" y="0"/>
                </a:lnTo>
                <a:lnTo>
                  <a:pt x="683" y="0"/>
                </a:lnTo>
                <a:lnTo>
                  <a:pt x="683" y="217"/>
                </a:lnTo>
                <a:lnTo>
                  <a:pt x="342" y="217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Freeform 3">
            <a:extLst>
              <a:ext uri="{FF2B5EF4-FFF2-40B4-BE49-F238E27FC236}">
                <a16:creationId xmlns:a16="http://schemas.microsoft.com/office/drawing/2014/main" xmlns="" id="{FD0CE6C3-06ED-4590-9275-B257AFEF5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591" y="2088267"/>
            <a:ext cx="405597" cy="103815"/>
          </a:xfrm>
          <a:custGeom>
            <a:avLst/>
            <a:gdLst>
              <a:gd name="T0" fmla="*/ 342 w 684"/>
              <a:gd name="T1" fmla="*/ 216 h 217"/>
              <a:gd name="T2" fmla="*/ 0 w 684"/>
              <a:gd name="T3" fmla="*/ 216 h 217"/>
              <a:gd name="T4" fmla="*/ 0 w 684"/>
              <a:gd name="T5" fmla="*/ 0 h 217"/>
              <a:gd name="T6" fmla="*/ 683 w 684"/>
              <a:gd name="T7" fmla="*/ 0 h 217"/>
              <a:gd name="T8" fmla="*/ 683 w 684"/>
              <a:gd name="T9" fmla="*/ 216 h 217"/>
              <a:gd name="T10" fmla="*/ 342 w 684"/>
              <a:gd name="T11" fmla="*/ 216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4" h="217">
                <a:moveTo>
                  <a:pt x="342" y="216"/>
                </a:moveTo>
                <a:lnTo>
                  <a:pt x="0" y="216"/>
                </a:lnTo>
                <a:lnTo>
                  <a:pt x="0" y="0"/>
                </a:lnTo>
                <a:lnTo>
                  <a:pt x="683" y="0"/>
                </a:lnTo>
                <a:lnTo>
                  <a:pt x="683" y="216"/>
                </a:lnTo>
                <a:lnTo>
                  <a:pt x="342" y="216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Freeform 4">
            <a:extLst>
              <a:ext uri="{FF2B5EF4-FFF2-40B4-BE49-F238E27FC236}">
                <a16:creationId xmlns:a16="http://schemas.microsoft.com/office/drawing/2014/main" xmlns="" id="{375F25D5-91CA-45DA-8BAC-BDC7F2F28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9031" y="1823431"/>
            <a:ext cx="631373" cy="631371"/>
          </a:xfrm>
          <a:custGeom>
            <a:avLst/>
            <a:gdLst>
              <a:gd name="T0" fmla="*/ 1312 w 1313"/>
              <a:gd name="T1" fmla="*/ 656 h 1313"/>
              <a:gd name="T2" fmla="*/ 1224 w 1313"/>
              <a:gd name="T3" fmla="*/ 984 h 1313"/>
              <a:gd name="T4" fmla="*/ 984 w 1313"/>
              <a:gd name="T5" fmla="*/ 1224 h 1313"/>
              <a:gd name="T6" fmla="*/ 656 w 1313"/>
              <a:gd name="T7" fmla="*/ 1312 h 1313"/>
              <a:gd name="T8" fmla="*/ 328 w 1313"/>
              <a:gd name="T9" fmla="*/ 1224 h 1313"/>
              <a:gd name="T10" fmla="*/ 88 w 1313"/>
              <a:gd name="T11" fmla="*/ 984 h 1313"/>
              <a:gd name="T12" fmla="*/ 0 w 1313"/>
              <a:gd name="T13" fmla="*/ 656 h 1313"/>
              <a:gd name="T14" fmla="*/ 88 w 1313"/>
              <a:gd name="T15" fmla="*/ 328 h 1313"/>
              <a:gd name="T16" fmla="*/ 328 w 1313"/>
              <a:gd name="T17" fmla="*/ 88 h 1313"/>
              <a:gd name="T18" fmla="*/ 656 w 1313"/>
              <a:gd name="T19" fmla="*/ 0 h 1313"/>
              <a:gd name="T20" fmla="*/ 984 w 1313"/>
              <a:gd name="T21" fmla="*/ 88 h 1313"/>
              <a:gd name="T22" fmla="*/ 1224 w 1313"/>
              <a:gd name="T23" fmla="*/ 328 h 1313"/>
              <a:gd name="T24" fmla="*/ 1312 w 1313"/>
              <a:gd name="T25" fmla="*/ 656 h 1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13" h="1313">
                <a:moveTo>
                  <a:pt x="1312" y="656"/>
                </a:moveTo>
                <a:cubicBezTo>
                  <a:pt x="1312" y="777"/>
                  <a:pt x="1284" y="879"/>
                  <a:pt x="1224" y="984"/>
                </a:cubicBezTo>
                <a:cubicBezTo>
                  <a:pt x="1163" y="1088"/>
                  <a:pt x="1088" y="1163"/>
                  <a:pt x="984" y="1224"/>
                </a:cubicBezTo>
                <a:cubicBezTo>
                  <a:pt x="879" y="1284"/>
                  <a:pt x="776" y="1312"/>
                  <a:pt x="656" y="1312"/>
                </a:cubicBezTo>
                <a:cubicBezTo>
                  <a:pt x="535" y="1312"/>
                  <a:pt x="432" y="1284"/>
                  <a:pt x="328" y="1224"/>
                </a:cubicBezTo>
                <a:cubicBezTo>
                  <a:pt x="223" y="1163"/>
                  <a:pt x="148" y="1088"/>
                  <a:pt x="88" y="984"/>
                </a:cubicBezTo>
                <a:cubicBezTo>
                  <a:pt x="27" y="879"/>
                  <a:pt x="0" y="777"/>
                  <a:pt x="0" y="656"/>
                </a:cubicBezTo>
                <a:cubicBezTo>
                  <a:pt x="0" y="535"/>
                  <a:pt x="27" y="432"/>
                  <a:pt x="88" y="328"/>
                </a:cubicBezTo>
                <a:cubicBezTo>
                  <a:pt x="148" y="223"/>
                  <a:pt x="223" y="148"/>
                  <a:pt x="328" y="88"/>
                </a:cubicBezTo>
                <a:cubicBezTo>
                  <a:pt x="432" y="28"/>
                  <a:pt x="535" y="0"/>
                  <a:pt x="656" y="0"/>
                </a:cubicBezTo>
                <a:cubicBezTo>
                  <a:pt x="776" y="0"/>
                  <a:pt x="879" y="28"/>
                  <a:pt x="984" y="88"/>
                </a:cubicBezTo>
                <a:cubicBezTo>
                  <a:pt x="1088" y="148"/>
                  <a:pt x="1163" y="223"/>
                  <a:pt x="1224" y="328"/>
                </a:cubicBezTo>
                <a:cubicBezTo>
                  <a:pt x="1284" y="432"/>
                  <a:pt x="1312" y="535"/>
                  <a:pt x="1312" y="65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xmlns="" id="{A4C9E8DC-4905-4C88-8519-EE6A0ED3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9031" y="5440048"/>
            <a:ext cx="631373" cy="631371"/>
          </a:xfrm>
          <a:custGeom>
            <a:avLst/>
            <a:gdLst>
              <a:gd name="T0" fmla="*/ 1312 w 1313"/>
              <a:gd name="T1" fmla="*/ 656 h 1313"/>
              <a:gd name="T2" fmla="*/ 1224 w 1313"/>
              <a:gd name="T3" fmla="*/ 984 h 1313"/>
              <a:gd name="T4" fmla="*/ 984 w 1313"/>
              <a:gd name="T5" fmla="*/ 1224 h 1313"/>
              <a:gd name="T6" fmla="*/ 656 w 1313"/>
              <a:gd name="T7" fmla="*/ 1312 h 1313"/>
              <a:gd name="T8" fmla="*/ 328 w 1313"/>
              <a:gd name="T9" fmla="*/ 1224 h 1313"/>
              <a:gd name="T10" fmla="*/ 88 w 1313"/>
              <a:gd name="T11" fmla="*/ 984 h 1313"/>
              <a:gd name="T12" fmla="*/ 0 w 1313"/>
              <a:gd name="T13" fmla="*/ 656 h 1313"/>
              <a:gd name="T14" fmla="*/ 88 w 1313"/>
              <a:gd name="T15" fmla="*/ 328 h 1313"/>
              <a:gd name="T16" fmla="*/ 328 w 1313"/>
              <a:gd name="T17" fmla="*/ 88 h 1313"/>
              <a:gd name="T18" fmla="*/ 656 w 1313"/>
              <a:gd name="T19" fmla="*/ 0 h 1313"/>
              <a:gd name="T20" fmla="*/ 984 w 1313"/>
              <a:gd name="T21" fmla="*/ 88 h 1313"/>
              <a:gd name="T22" fmla="*/ 1224 w 1313"/>
              <a:gd name="T23" fmla="*/ 328 h 1313"/>
              <a:gd name="T24" fmla="*/ 1312 w 1313"/>
              <a:gd name="T25" fmla="*/ 656 h 1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13" h="1313">
                <a:moveTo>
                  <a:pt x="1312" y="656"/>
                </a:moveTo>
                <a:cubicBezTo>
                  <a:pt x="1312" y="777"/>
                  <a:pt x="1284" y="880"/>
                  <a:pt x="1224" y="984"/>
                </a:cubicBezTo>
                <a:cubicBezTo>
                  <a:pt x="1163" y="1089"/>
                  <a:pt x="1088" y="1164"/>
                  <a:pt x="984" y="1224"/>
                </a:cubicBezTo>
                <a:cubicBezTo>
                  <a:pt x="879" y="1285"/>
                  <a:pt x="776" y="1312"/>
                  <a:pt x="656" y="1312"/>
                </a:cubicBezTo>
                <a:cubicBezTo>
                  <a:pt x="535" y="1312"/>
                  <a:pt x="432" y="1285"/>
                  <a:pt x="328" y="1224"/>
                </a:cubicBezTo>
                <a:cubicBezTo>
                  <a:pt x="223" y="1164"/>
                  <a:pt x="148" y="1089"/>
                  <a:pt x="88" y="984"/>
                </a:cubicBezTo>
                <a:cubicBezTo>
                  <a:pt x="27" y="880"/>
                  <a:pt x="0" y="777"/>
                  <a:pt x="0" y="656"/>
                </a:cubicBezTo>
                <a:cubicBezTo>
                  <a:pt x="0" y="535"/>
                  <a:pt x="27" y="433"/>
                  <a:pt x="88" y="328"/>
                </a:cubicBezTo>
                <a:cubicBezTo>
                  <a:pt x="148" y="224"/>
                  <a:pt x="223" y="149"/>
                  <a:pt x="328" y="88"/>
                </a:cubicBezTo>
                <a:cubicBezTo>
                  <a:pt x="432" y="28"/>
                  <a:pt x="535" y="0"/>
                  <a:pt x="656" y="0"/>
                </a:cubicBezTo>
                <a:cubicBezTo>
                  <a:pt x="776" y="0"/>
                  <a:pt x="879" y="28"/>
                  <a:pt x="984" y="88"/>
                </a:cubicBezTo>
                <a:cubicBezTo>
                  <a:pt x="1088" y="149"/>
                  <a:pt x="1163" y="224"/>
                  <a:pt x="1224" y="328"/>
                </a:cubicBezTo>
                <a:cubicBezTo>
                  <a:pt x="1284" y="433"/>
                  <a:pt x="1312" y="535"/>
                  <a:pt x="1312" y="65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xmlns="" id="{0AE03619-9831-4F70-82AA-DC0875D39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51" y="2088267"/>
            <a:ext cx="454042" cy="103815"/>
          </a:xfrm>
          <a:custGeom>
            <a:avLst/>
            <a:gdLst>
              <a:gd name="T0" fmla="*/ 342 w 685"/>
              <a:gd name="T1" fmla="*/ 216 h 217"/>
              <a:gd name="T2" fmla="*/ 0 w 685"/>
              <a:gd name="T3" fmla="*/ 216 h 217"/>
              <a:gd name="T4" fmla="*/ 0 w 685"/>
              <a:gd name="T5" fmla="*/ 0 h 217"/>
              <a:gd name="T6" fmla="*/ 684 w 685"/>
              <a:gd name="T7" fmla="*/ 0 h 217"/>
              <a:gd name="T8" fmla="*/ 684 w 685"/>
              <a:gd name="T9" fmla="*/ 216 h 217"/>
              <a:gd name="T10" fmla="*/ 342 w 685"/>
              <a:gd name="T11" fmla="*/ 216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5" h="217">
                <a:moveTo>
                  <a:pt x="342" y="216"/>
                </a:moveTo>
                <a:lnTo>
                  <a:pt x="0" y="216"/>
                </a:lnTo>
                <a:lnTo>
                  <a:pt x="0" y="0"/>
                </a:lnTo>
                <a:lnTo>
                  <a:pt x="684" y="0"/>
                </a:lnTo>
                <a:lnTo>
                  <a:pt x="684" y="216"/>
                </a:lnTo>
                <a:lnTo>
                  <a:pt x="342" y="216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xmlns="" id="{97A3CDF3-BA84-4496-9B9F-3C2C4E3E6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721" y="5702767"/>
            <a:ext cx="427572" cy="103815"/>
          </a:xfrm>
          <a:custGeom>
            <a:avLst/>
            <a:gdLst>
              <a:gd name="T0" fmla="*/ 342 w 685"/>
              <a:gd name="T1" fmla="*/ 217 h 218"/>
              <a:gd name="T2" fmla="*/ 0 w 685"/>
              <a:gd name="T3" fmla="*/ 217 h 218"/>
              <a:gd name="T4" fmla="*/ 0 w 685"/>
              <a:gd name="T5" fmla="*/ 0 h 218"/>
              <a:gd name="T6" fmla="*/ 684 w 685"/>
              <a:gd name="T7" fmla="*/ 0 h 218"/>
              <a:gd name="T8" fmla="*/ 684 w 685"/>
              <a:gd name="T9" fmla="*/ 217 h 218"/>
              <a:gd name="T10" fmla="*/ 342 w 685"/>
              <a:gd name="T11" fmla="*/ 217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5" h="218">
                <a:moveTo>
                  <a:pt x="342" y="217"/>
                </a:moveTo>
                <a:lnTo>
                  <a:pt x="0" y="217"/>
                </a:lnTo>
                <a:lnTo>
                  <a:pt x="0" y="0"/>
                </a:lnTo>
                <a:lnTo>
                  <a:pt x="684" y="0"/>
                </a:lnTo>
                <a:lnTo>
                  <a:pt x="684" y="217"/>
                </a:lnTo>
                <a:lnTo>
                  <a:pt x="342" y="217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Freeform 9">
            <a:extLst>
              <a:ext uri="{FF2B5EF4-FFF2-40B4-BE49-F238E27FC236}">
                <a16:creationId xmlns:a16="http://schemas.microsoft.com/office/drawing/2014/main" xmlns="" id="{09CE79FA-2064-4B64-A728-F0CE896EC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345" y="3895303"/>
            <a:ext cx="887435" cy="103815"/>
          </a:xfrm>
          <a:custGeom>
            <a:avLst/>
            <a:gdLst>
              <a:gd name="T0" fmla="*/ 342 w 685"/>
              <a:gd name="T1" fmla="*/ 217 h 218"/>
              <a:gd name="T2" fmla="*/ 0 w 685"/>
              <a:gd name="T3" fmla="*/ 217 h 218"/>
              <a:gd name="T4" fmla="*/ 0 w 685"/>
              <a:gd name="T5" fmla="*/ 0 h 218"/>
              <a:gd name="T6" fmla="*/ 684 w 685"/>
              <a:gd name="T7" fmla="*/ 0 h 218"/>
              <a:gd name="T8" fmla="*/ 684 w 685"/>
              <a:gd name="T9" fmla="*/ 217 h 218"/>
              <a:gd name="T10" fmla="*/ 342 w 685"/>
              <a:gd name="T11" fmla="*/ 217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5" h="218">
                <a:moveTo>
                  <a:pt x="342" y="217"/>
                </a:moveTo>
                <a:lnTo>
                  <a:pt x="0" y="217"/>
                </a:lnTo>
                <a:lnTo>
                  <a:pt x="0" y="0"/>
                </a:lnTo>
                <a:lnTo>
                  <a:pt x="684" y="0"/>
                </a:lnTo>
                <a:lnTo>
                  <a:pt x="684" y="217"/>
                </a:lnTo>
                <a:lnTo>
                  <a:pt x="342" y="217"/>
                </a:lnTo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Freeform 10">
            <a:extLst>
              <a:ext uri="{FF2B5EF4-FFF2-40B4-BE49-F238E27FC236}">
                <a16:creationId xmlns:a16="http://schemas.microsoft.com/office/drawing/2014/main" xmlns="" id="{13B6ED2C-5457-4905-9E56-E311C9AB8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653" y="2088267"/>
            <a:ext cx="2832701" cy="3720432"/>
          </a:xfrm>
          <a:custGeom>
            <a:avLst/>
            <a:gdLst>
              <a:gd name="T0" fmla="*/ 5896 w 5897"/>
              <a:gd name="T1" fmla="*/ 216 h 7742"/>
              <a:gd name="T2" fmla="*/ 5896 w 5897"/>
              <a:gd name="T3" fmla="*/ 0 h 7742"/>
              <a:gd name="T4" fmla="*/ 4916 w 5897"/>
              <a:gd name="T5" fmla="*/ 0 h 7742"/>
              <a:gd name="T6" fmla="*/ 4833 w 5897"/>
              <a:gd name="T7" fmla="*/ 38 h 7742"/>
              <a:gd name="T8" fmla="*/ 3904 w 5897"/>
              <a:gd name="T9" fmla="*/ 1136 h 7742"/>
              <a:gd name="T10" fmla="*/ 2948 w 5897"/>
              <a:gd name="T11" fmla="*/ 973 h 7742"/>
              <a:gd name="T12" fmla="*/ 1992 w 5897"/>
              <a:gd name="T13" fmla="*/ 1136 h 7742"/>
              <a:gd name="T14" fmla="*/ 1063 w 5897"/>
              <a:gd name="T15" fmla="*/ 38 h 7742"/>
              <a:gd name="T16" fmla="*/ 980 w 5897"/>
              <a:gd name="T17" fmla="*/ 0 h 7742"/>
              <a:gd name="T18" fmla="*/ 0 w 5897"/>
              <a:gd name="T19" fmla="*/ 0 h 7742"/>
              <a:gd name="T20" fmla="*/ 0 w 5897"/>
              <a:gd name="T21" fmla="*/ 216 h 7742"/>
              <a:gd name="T22" fmla="*/ 930 w 5897"/>
              <a:gd name="T23" fmla="*/ 216 h 7742"/>
              <a:gd name="T24" fmla="*/ 1780 w 5897"/>
              <a:gd name="T25" fmla="*/ 1221 h 7742"/>
              <a:gd name="T26" fmla="*/ 64 w 5897"/>
              <a:gd name="T27" fmla="*/ 3760 h 7742"/>
              <a:gd name="T28" fmla="*/ 0 w 5897"/>
              <a:gd name="T29" fmla="*/ 3760 h 7742"/>
              <a:gd name="T30" fmla="*/ 0 w 5897"/>
              <a:gd name="T31" fmla="*/ 3977 h 7742"/>
              <a:gd name="T32" fmla="*/ 64 w 5897"/>
              <a:gd name="T33" fmla="*/ 3977 h 7742"/>
              <a:gd name="T34" fmla="*/ 1811 w 5897"/>
              <a:gd name="T35" fmla="*/ 6511 h 7742"/>
              <a:gd name="T36" fmla="*/ 953 w 5897"/>
              <a:gd name="T37" fmla="*/ 7524 h 7742"/>
              <a:gd name="T38" fmla="*/ 0 w 5897"/>
              <a:gd name="T39" fmla="*/ 7524 h 7742"/>
              <a:gd name="T40" fmla="*/ 0 w 5897"/>
              <a:gd name="T41" fmla="*/ 7741 h 7742"/>
              <a:gd name="T42" fmla="*/ 1003 w 5897"/>
              <a:gd name="T43" fmla="*/ 7741 h 7742"/>
              <a:gd name="T44" fmla="*/ 1086 w 5897"/>
              <a:gd name="T45" fmla="*/ 7703 h 7742"/>
              <a:gd name="T46" fmla="*/ 2025 w 5897"/>
              <a:gd name="T47" fmla="*/ 6593 h 7742"/>
              <a:gd name="T48" fmla="*/ 2948 w 5897"/>
              <a:gd name="T49" fmla="*/ 6745 h 7742"/>
              <a:gd name="T50" fmla="*/ 3871 w 5897"/>
              <a:gd name="T51" fmla="*/ 6593 h 7742"/>
              <a:gd name="T52" fmla="*/ 4810 w 5897"/>
              <a:gd name="T53" fmla="*/ 7703 h 7742"/>
              <a:gd name="T54" fmla="*/ 4893 w 5897"/>
              <a:gd name="T55" fmla="*/ 7741 h 7742"/>
              <a:gd name="T56" fmla="*/ 5896 w 5897"/>
              <a:gd name="T57" fmla="*/ 7741 h 7742"/>
              <a:gd name="T58" fmla="*/ 5896 w 5897"/>
              <a:gd name="T59" fmla="*/ 7524 h 7742"/>
              <a:gd name="T60" fmla="*/ 4943 w 5897"/>
              <a:gd name="T61" fmla="*/ 7524 h 7742"/>
              <a:gd name="T62" fmla="*/ 4085 w 5897"/>
              <a:gd name="T63" fmla="*/ 6511 h 7742"/>
              <a:gd name="T64" fmla="*/ 5832 w 5897"/>
              <a:gd name="T65" fmla="*/ 3977 h 7742"/>
              <a:gd name="T66" fmla="*/ 5896 w 5897"/>
              <a:gd name="T67" fmla="*/ 3977 h 7742"/>
              <a:gd name="T68" fmla="*/ 5896 w 5897"/>
              <a:gd name="T69" fmla="*/ 3760 h 7742"/>
              <a:gd name="T70" fmla="*/ 5832 w 5897"/>
              <a:gd name="T71" fmla="*/ 3760 h 7742"/>
              <a:gd name="T72" fmla="*/ 4116 w 5897"/>
              <a:gd name="T73" fmla="*/ 1221 h 7742"/>
              <a:gd name="T74" fmla="*/ 4966 w 5897"/>
              <a:gd name="T75" fmla="*/ 216 h 7742"/>
              <a:gd name="T76" fmla="*/ 5896 w 5897"/>
              <a:gd name="T77" fmla="*/ 216 h 7742"/>
              <a:gd name="T78" fmla="*/ 5618 w 5897"/>
              <a:gd name="T79" fmla="*/ 3860 h 7742"/>
              <a:gd name="T80" fmla="*/ 2948 w 5897"/>
              <a:gd name="T81" fmla="*/ 6528 h 7742"/>
              <a:gd name="T82" fmla="*/ 2948 w 5897"/>
              <a:gd name="T83" fmla="*/ 6528 h 7742"/>
              <a:gd name="T84" fmla="*/ 278 w 5897"/>
              <a:gd name="T85" fmla="*/ 3860 h 7742"/>
              <a:gd name="T86" fmla="*/ 2948 w 5897"/>
              <a:gd name="T87" fmla="*/ 1190 h 7742"/>
              <a:gd name="T88" fmla="*/ 2948 w 5897"/>
              <a:gd name="T89" fmla="*/ 1190 h 7742"/>
              <a:gd name="T90" fmla="*/ 5618 w 5897"/>
              <a:gd name="T91" fmla="*/ 3860 h 7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897" h="7742">
                <a:moveTo>
                  <a:pt x="5896" y="216"/>
                </a:moveTo>
                <a:lnTo>
                  <a:pt x="5896" y="0"/>
                </a:lnTo>
                <a:lnTo>
                  <a:pt x="4916" y="0"/>
                </a:lnTo>
                <a:cubicBezTo>
                  <a:pt x="4884" y="0"/>
                  <a:pt x="4853" y="14"/>
                  <a:pt x="4833" y="38"/>
                </a:cubicBezTo>
                <a:lnTo>
                  <a:pt x="3904" y="1136"/>
                </a:lnTo>
                <a:cubicBezTo>
                  <a:pt x="3604" y="1031"/>
                  <a:pt x="3283" y="973"/>
                  <a:pt x="2948" y="973"/>
                </a:cubicBezTo>
                <a:cubicBezTo>
                  <a:pt x="2613" y="973"/>
                  <a:pt x="2291" y="1031"/>
                  <a:pt x="1992" y="1136"/>
                </a:cubicBezTo>
                <a:lnTo>
                  <a:pt x="1063" y="38"/>
                </a:lnTo>
                <a:cubicBezTo>
                  <a:pt x="1042" y="14"/>
                  <a:pt x="1012" y="0"/>
                  <a:pt x="980" y="0"/>
                </a:cubicBezTo>
                <a:lnTo>
                  <a:pt x="0" y="0"/>
                </a:lnTo>
                <a:lnTo>
                  <a:pt x="0" y="216"/>
                </a:lnTo>
                <a:lnTo>
                  <a:pt x="930" y="216"/>
                </a:lnTo>
                <a:lnTo>
                  <a:pt x="1780" y="1221"/>
                </a:lnTo>
                <a:cubicBezTo>
                  <a:pt x="797" y="1657"/>
                  <a:pt x="102" y="2627"/>
                  <a:pt x="64" y="3760"/>
                </a:cubicBezTo>
                <a:lnTo>
                  <a:pt x="0" y="3760"/>
                </a:lnTo>
                <a:lnTo>
                  <a:pt x="0" y="3977"/>
                </a:lnTo>
                <a:lnTo>
                  <a:pt x="64" y="3977"/>
                </a:lnTo>
                <a:cubicBezTo>
                  <a:pt x="110" y="5114"/>
                  <a:pt x="817" y="6083"/>
                  <a:pt x="1811" y="6511"/>
                </a:cubicBezTo>
                <a:lnTo>
                  <a:pt x="953" y="7524"/>
                </a:lnTo>
                <a:lnTo>
                  <a:pt x="0" y="7524"/>
                </a:lnTo>
                <a:lnTo>
                  <a:pt x="0" y="7741"/>
                </a:lnTo>
                <a:lnTo>
                  <a:pt x="1003" y="7741"/>
                </a:lnTo>
                <a:cubicBezTo>
                  <a:pt x="1035" y="7741"/>
                  <a:pt x="1065" y="7727"/>
                  <a:pt x="1086" y="7703"/>
                </a:cubicBezTo>
                <a:lnTo>
                  <a:pt x="2025" y="6593"/>
                </a:lnTo>
                <a:cubicBezTo>
                  <a:pt x="2315" y="6691"/>
                  <a:pt x="2625" y="6745"/>
                  <a:pt x="2948" y="6745"/>
                </a:cubicBezTo>
                <a:cubicBezTo>
                  <a:pt x="3271" y="6745"/>
                  <a:pt x="3581" y="6691"/>
                  <a:pt x="3871" y="6593"/>
                </a:cubicBezTo>
                <a:lnTo>
                  <a:pt x="4810" y="7703"/>
                </a:lnTo>
                <a:cubicBezTo>
                  <a:pt x="4831" y="7727"/>
                  <a:pt x="4861" y="7741"/>
                  <a:pt x="4893" y="7741"/>
                </a:cubicBezTo>
                <a:lnTo>
                  <a:pt x="5896" y="7741"/>
                </a:lnTo>
                <a:lnTo>
                  <a:pt x="5896" y="7524"/>
                </a:lnTo>
                <a:lnTo>
                  <a:pt x="4943" y="7524"/>
                </a:lnTo>
                <a:lnTo>
                  <a:pt x="4085" y="6511"/>
                </a:lnTo>
                <a:cubicBezTo>
                  <a:pt x="5079" y="6083"/>
                  <a:pt x="5786" y="5114"/>
                  <a:pt x="5832" y="3977"/>
                </a:cubicBezTo>
                <a:lnTo>
                  <a:pt x="5896" y="3977"/>
                </a:lnTo>
                <a:lnTo>
                  <a:pt x="5896" y="3760"/>
                </a:lnTo>
                <a:lnTo>
                  <a:pt x="5832" y="3760"/>
                </a:lnTo>
                <a:cubicBezTo>
                  <a:pt x="5794" y="2627"/>
                  <a:pt x="5099" y="1657"/>
                  <a:pt x="4116" y="1221"/>
                </a:cubicBezTo>
                <a:lnTo>
                  <a:pt x="4966" y="216"/>
                </a:lnTo>
                <a:lnTo>
                  <a:pt x="5896" y="216"/>
                </a:lnTo>
                <a:close/>
                <a:moveTo>
                  <a:pt x="5618" y="3860"/>
                </a:moveTo>
                <a:cubicBezTo>
                  <a:pt x="5618" y="5331"/>
                  <a:pt x="4420" y="6528"/>
                  <a:pt x="2948" y="6528"/>
                </a:cubicBezTo>
                <a:lnTo>
                  <a:pt x="2948" y="6528"/>
                </a:lnTo>
                <a:cubicBezTo>
                  <a:pt x="1475" y="6528"/>
                  <a:pt x="278" y="5331"/>
                  <a:pt x="278" y="3860"/>
                </a:cubicBezTo>
                <a:cubicBezTo>
                  <a:pt x="278" y="2388"/>
                  <a:pt x="1475" y="1190"/>
                  <a:pt x="2948" y="1190"/>
                </a:cubicBezTo>
                <a:lnTo>
                  <a:pt x="2948" y="1190"/>
                </a:lnTo>
                <a:cubicBezTo>
                  <a:pt x="4420" y="1190"/>
                  <a:pt x="5618" y="2388"/>
                  <a:pt x="5618" y="38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Freeform 11">
            <a:extLst>
              <a:ext uri="{FF2B5EF4-FFF2-40B4-BE49-F238E27FC236}">
                <a16:creationId xmlns:a16="http://schemas.microsoft.com/office/drawing/2014/main" xmlns="" id="{5B209B4C-1FE7-4C2E-96E0-502CC3C4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486" y="3321350"/>
            <a:ext cx="1122910" cy="1072061"/>
          </a:xfrm>
          <a:custGeom>
            <a:avLst/>
            <a:gdLst>
              <a:gd name="T0" fmla="*/ 2295 w 2337"/>
              <a:gd name="T1" fmla="*/ 950 h 2230"/>
              <a:gd name="T2" fmla="*/ 1799 w 2337"/>
              <a:gd name="T3" fmla="*/ 1421 h 2230"/>
              <a:gd name="T4" fmla="*/ 1923 w 2337"/>
              <a:gd name="T5" fmla="*/ 2094 h 2230"/>
              <a:gd name="T6" fmla="*/ 1880 w 2337"/>
              <a:gd name="T7" fmla="*/ 2201 h 2230"/>
              <a:gd name="T8" fmla="*/ 1765 w 2337"/>
              <a:gd name="T9" fmla="*/ 2209 h 2230"/>
              <a:gd name="T10" fmla="*/ 1168 w 2337"/>
              <a:gd name="T11" fmla="*/ 1885 h 2230"/>
              <a:gd name="T12" fmla="*/ 571 w 2337"/>
              <a:gd name="T13" fmla="*/ 2209 h 2230"/>
              <a:gd name="T14" fmla="*/ 456 w 2337"/>
              <a:gd name="T15" fmla="*/ 2201 h 2230"/>
              <a:gd name="T16" fmla="*/ 413 w 2337"/>
              <a:gd name="T17" fmla="*/ 2094 h 2230"/>
              <a:gd name="T18" fmla="*/ 537 w 2337"/>
              <a:gd name="T19" fmla="*/ 1421 h 2230"/>
              <a:gd name="T20" fmla="*/ 41 w 2337"/>
              <a:gd name="T21" fmla="*/ 950 h 2230"/>
              <a:gd name="T22" fmla="*/ 13 w 2337"/>
              <a:gd name="T23" fmla="*/ 838 h 2230"/>
              <a:gd name="T24" fmla="*/ 102 w 2337"/>
              <a:gd name="T25" fmla="*/ 764 h 2230"/>
              <a:gd name="T26" fmla="*/ 780 w 2337"/>
              <a:gd name="T27" fmla="*/ 673 h 2230"/>
              <a:gd name="T28" fmla="*/ 1075 w 2337"/>
              <a:gd name="T29" fmla="*/ 56 h 2230"/>
              <a:gd name="T30" fmla="*/ 1168 w 2337"/>
              <a:gd name="T31" fmla="*/ 0 h 2230"/>
              <a:gd name="T32" fmla="*/ 1261 w 2337"/>
              <a:gd name="T33" fmla="*/ 56 h 2230"/>
              <a:gd name="T34" fmla="*/ 1556 w 2337"/>
              <a:gd name="T35" fmla="*/ 673 h 2230"/>
              <a:gd name="T36" fmla="*/ 2234 w 2337"/>
              <a:gd name="T37" fmla="*/ 764 h 2230"/>
              <a:gd name="T38" fmla="*/ 2323 w 2337"/>
              <a:gd name="T39" fmla="*/ 838 h 2230"/>
              <a:gd name="T40" fmla="*/ 2295 w 2337"/>
              <a:gd name="T41" fmla="*/ 950 h 2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337" h="2230">
                <a:moveTo>
                  <a:pt x="2295" y="950"/>
                </a:moveTo>
                <a:lnTo>
                  <a:pt x="1799" y="1421"/>
                </a:lnTo>
                <a:lnTo>
                  <a:pt x="1923" y="2094"/>
                </a:lnTo>
                <a:cubicBezTo>
                  <a:pt x="1931" y="2135"/>
                  <a:pt x="1914" y="2177"/>
                  <a:pt x="1880" y="2201"/>
                </a:cubicBezTo>
                <a:cubicBezTo>
                  <a:pt x="1847" y="2226"/>
                  <a:pt x="1801" y="2229"/>
                  <a:pt x="1765" y="2209"/>
                </a:cubicBezTo>
                <a:lnTo>
                  <a:pt x="1168" y="1885"/>
                </a:lnTo>
                <a:lnTo>
                  <a:pt x="571" y="2209"/>
                </a:lnTo>
                <a:cubicBezTo>
                  <a:pt x="534" y="2229"/>
                  <a:pt x="489" y="2226"/>
                  <a:pt x="456" y="2201"/>
                </a:cubicBezTo>
                <a:cubicBezTo>
                  <a:pt x="422" y="2177"/>
                  <a:pt x="405" y="2135"/>
                  <a:pt x="413" y="2094"/>
                </a:cubicBezTo>
                <a:lnTo>
                  <a:pt x="537" y="1421"/>
                </a:lnTo>
                <a:lnTo>
                  <a:pt x="41" y="950"/>
                </a:lnTo>
                <a:cubicBezTo>
                  <a:pt x="10" y="921"/>
                  <a:pt x="0" y="877"/>
                  <a:pt x="13" y="838"/>
                </a:cubicBezTo>
                <a:cubicBezTo>
                  <a:pt x="25" y="798"/>
                  <a:pt x="60" y="769"/>
                  <a:pt x="102" y="764"/>
                </a:cubicBezTo>
                <a:lnTo>
                  <a:pt x="780" y="673"/>
                </a:lnTo>
                <a:lnTo>
                  <a:pt x="1075" y="56"/>
                </a:lnTo>
                <a:cubicBezTo>
                  <a:pt x="1092" y="20"/>
                  <a:pt x="1130" y="1"/>
                  <a:pt x="1168" y="0"/>
                </a:cubicBezTo>
                <a:cubicBezTo>
                  <a:pt x="1206" y="1"/>
                  <a:pt x="1244" y="20"/>
                  <a:pt x="1261" y="56"/>
                </a:cubicBezTo>
                <a:lnTo>
                  <a:pt x="1556" y="673"/>
                </a:lnTo>
                <a:lnTo>
                  <a:pt x="2234" y="764"/>
                </a:lnTo>
                <a:cubicBezTo>
                  <a:pt x="2276" y="769"/>
                  <a:pt x="2310" y="798"/>
                  <a:pt x="2323" y="838"/>
                </a:cubicBezTo>
                <a:cubicBezTo>
                  <a:pt x="2336" y="877"/>
                  <a:pt x="2325" y="921"/>
                  <a:pt x="2295" y="95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Freeform 12">
            <a:extLst>
              <a:ext uri="{FF2B5EF4-FFF2-40B4-BE49-F238E27FC236}">
                <a16:creationId xmlns:a16="http://schemas.microsoft.com/office/drawing/2014/main" xmlns="" id="{347B4269-9108-47A4-98CC-B6A621150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731" y="3028970"/>
            <a:ext cx="1794536" cy="1983101"/>
          </a:xfrm>
          <a:custGeom>
            <a:avLst/>
            <a:gdLst>
              <a:gd name="T0" fmla="*/ 3646 w 3737"/>
              <a:gd name="T1" fmla="*/ 695 h 4127"/>
              <a:gd name="T2" fmla="*/ 3559 w 3737"/>
              <a:gd name="T3" fmla="*/ 587 h 4127"/>
              <a:gd name="T4" fmla="*/ 3203 w 3737"/>
              <a:gd name="T5" fmla="*/ 536 h 4127"/>
              <a:gd name="T6" fmla="*/ 2774 w 3737"/>
              <a:gd name="T7" fmla="*/ 5 h 4127"/>
              <a:gd name="T8" fmla="*/ 2742 w 3737"/>
              <a:gd name="T9" fmla="*/ 0 h 4127"/>
              <a:gd name="T10" fmla="*/ 972 w 3737"/>
              <a:gd name="T11" fmla="*/ 2 h 4127"/>
              <a:gd name="T12" fmla="*/ 886 w 3737"/>
              <a:gd name="T13" fmla="*/ 108 h 4127"/>
              <a:gd name="T14" fmla="*/ 198 w 3737"/>
              <a:gd name="T15" fmla="*/ 585 h 4127"/>
              <a:gd name="T16" fmla="*/ 121 w 3737"/>
              <a:gd name="T17" fmla="*/ 618 h 4127"/>
              <a:gd name="T18" fmla="*/ 88 w 3737"/>
              <a:gd name="T19" fmla="*/ 737 h 4127"/>
              <a:gd name="T20" fmla="*/ 1841 w 3737"/>
              <a:gd name="T21" fmla="*/ 4120 h 4127"/>
              <a:gd name="T22" fmla="*/ 1895 w 3737"/>
              <a:gd name="T23" fmla="*/ 4120 h 4127"/>
              <a:gd name="T24" fmla="*/ 3648 w 3737"/>
              <a:gd name="T25" fmla="*/ 737 h 4127"/>
              <a:gd name="T26" fmla="*/ 2436 w 3737"/>
              <a:gd name="T27" fmla="*/ 3506 h 4127"/>
              <a:gd name="T28" fmla="*/ 2204 w 3737"/>
              <a:gd name="T29" fmla="*/ 3688 h 4127"/>
              <a:gd name="T30" fmla="*/ 2010 w 3737"/>
              <a:gd name="T31" fmla="*/ 3813 h 4127"/>
              <a:gd name="T32" fmla="*/ 1868 w 3737"/>
              <a:gd name="T33" fmla="*/ 3892 h 4127"/>
              <a:gd name="T34" fmla="*/ 1725 w 3737"/>
              <a:gd name="T35" fmla="*/ 3813 h 4127"/>
              <a:gd name="T36" fmla="*/ 1532 w 3737"/>
              <a:gd name="T37" fmla="*/ 3688 h 4127"/>
              <a:gd name="T38" fmla="*/ 1300 w 3737"/>
              <a:gd name="T39" fmla="*/ 3506 h 4127"/>
              <a:gd name="T40" fmla="*/ 301 w 3737"/>
              <a:gd name="T41" fmla="*/ 798 h 4127"/>
              <a:gd name="T42" fmla="*/ 982 w 3737"/>
              <a:gd name="T43" fmla="*/ 460 h 4127"/>
              <a:gd name="T44" fmla="*/ 1010 w 3737"/>
              <a:gd name="T45" fmla="*/ 414 h 4127"/>
              <a:gd name="T46" fmla="*/ 1034 w 3737"/>
              <a:gd name="T47" fmla="*/ 368 h 4127"/>
              <a:gd name="T48" fmla="*/ 1071 w 3737"/>
              <a:gd name="T49" fmla="*/ 272 h 4127"/>
              <a:gd name="T50" fmla="*/ 1087 w 3737"/>
              <a:gd name="T51" fmla="*/ 216 h 4127"/>
              <a:gd name="T52" fmla="*/ 2659 w 3737"/>
              <a:gd name="T53" fmla="*/ 253 h 4127"/>
              <a:gd name="T54" fmla="*/ 2692 w 3737"/>
              <a:gd name="T55" fmla="*/ 346 h 4127"/>
              <a:gd name="T56" fmla="*/ 2713 w 3737"/>
              <a:gd name="T57" fmla="*/ 391 h 4127"/>
              <a:gd name="T58" fmla="*/ 2739 w 3737"/>
              <a:gd name="T59" fmla="*/ 437 h 4127"/>
              <a:gd name="T60" fmla="*/ 2838 w 3737"/>
              <a:gd name="T61" fmla="*/ 562 h 4127"/>
              <a:gd name="T62" fmla="*/ 2502 w 3737"/>
              <a:gd name="T63" fmla="*/ 3446 h 4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737" h="4127">
                <a:moveTo>
                  <a:pt x="3648" y="737"/>
                </a:moveTo>
                <a:cubicBezTo>
                  <a:pt x="3647" y="717"/>
                  <a:pt x="3646" y="703"/>
                  <a:pt x="3646" y="695"/>
                </a:cubicBezTo>
                <a:cubicBezTo>
                  <a:pt x="3646" y="667"/>
                  <a:pt x="3635" y="638"/>
                  <a:pt x="3614" y="618"/>
                </a:cubicBezTo>
                <a:cubicBezTo>
                  <a:pt x="3599" y="602"/>
                  <a:pt x="3580" y="592"/>
                  <a:pt x="3559" y="587"/>
                </a:cubicBezTo>
                <a:cubicBezTo>
                  <a:pt x="3552" y="586"/>
                  <a:pt x="3545" y="585"/>
                  <a:pt x="3538" y="585"/>
                </a:cubicBezTo>
                <a:cubicBezTo>
                  <a:pt x="3401" y="585"/>
                  <a:pt x="3291" y="566"/>
                  <a:pt x="3203" y="536"/>
                </a:cubicBezTo>
                <a:cubicBezTo>
                  <a:pt x="2858" y="417"/>
                  <a:pt x="2850" y="123"/>
                  <a:pt x="2850" y="108"/>
                </a:cubicBezTo>
                <a:cubicBezTo>
                  <a:pt x="2850" y="59"/>
                  <a:pt x="2818" y="19"/>
                  <a:pt x="2774" y="5"/>
                </a:cubicBezTo>
                <a:cubicBezTo>
                  <a:pt x="2771" y="4"/>
                  <a:pt x="2767" y="2"/>
                  <a:pt x="2764" y="2"/>
                </a:cubicBezTo>
                <a:cubicBezTo>
                  <a:pt x="2757" y="0"/>
                  <a:pt x="2749" y="0"/>
                  <a:pt x="2742" y="0"/>
                </a:cubicBezTo>
                <a:lnTo>
                  <a:pt x="994" y="0"/>
                </a:lnTo>
                <a:cubicBezTo>
                  <a:pt x="986" y="0"/>
                  <a:pt x="979" y="1"/>
                  <a:pt x="972" y="2"/>
                </a:cubicBezTo>
                <a:cubicBezTo>
                  <a:pt x="969" y="3"/>
                  <a:pt x="965" y="4"/>
                  <a:pt x="962" y="5"/>
                </a:cubicBezTo>
                <a:cubicBezTo>
                  <a:pt x="918" y="19"/>
                  <a:pt x="886" y="59"/>
                  <a:pt x="886" y="108"/>
                </a:cubicBezTo>
                <a:cubicBezTo>
                  <a:pt x="885" y="123"/>
                  <a:pt x="878" y="417"/>
                  <a:pt x="533" y="536"/>
                </a:cubicBezTo>
                <a:cubicBezTo>
                  <a:pt x="445" y="566"/>
                  <a:pt x="335" y="585"/>
                  <a:pt x="198" y="585"/>
                </a:cubicBezTo>
                <a:cubicBezTo>
                  <a:pt x="191" y="585"/>
                  <a:pt x="184" y="586"/>
                  <a:pt x="176" y="587"/>
                </a:cubicBezTo>
                <a:cubicBezTo>
                  <a:pt x="156" y="592"/>
                  <a:pt x="136" y="602"/>
                  <a:pt x="121" y="618"/>
                </a:cubicBezTo>
                <a:cubicBezTo>
                  <a:pt x="101" y="638"/>
                  <a:pt x="90" y="667"/>
                  <a:pt x="90" y="695"/>
                </a:cubicBezTo>
                <a:cubicBezTo>
                  <a:pt x="90" y="703"/>
                  <a:pt x="89" y="717"/>
                  <a:pt x="88" y="737"/>
                </a:cubicBezTo>
                <a:cubicBezTo>
                  <a:pt x="0" y="2299"/>
                  <a:pt x="635" y="3529"/>
                  <a:pt x="1829" y="4115"/>
                </a:cubicBezTo>
                <a:cubicBezTo>
                  <a:pt x="1833" y="4117"/>
                  <a:pt x="1837" y="4119"/>
                  <a:pt x="1841" y="4120"/>
                </a:cubicBezTo>
                <a:cubicBezTo>
                  <a:pt x="1850" y="4123"/>
                  <a:pt x="1859" y="4125"/>
                  <a:pt x="1868" y="4126"/>
                </a:cubicBezTo>
                <a:cubicBezTo>
                  <a:pt x="1877" y="4125"/>
                  <a:pt x="1886" y="4123"/>
                  <a:pt x="1895" y="4120"/>
                </a:cubicBezTo>
                <a:cubicBezTo>
                  <a:pt x="1899" y="4119"/>
                  <a:pt x="1903" y="4117"/>
                  <a:pt x="1906" y="4115"/>
                </a:cubicBezTo>
                <a:cubicBezTo>
                  <a:pt x="3101" y="3529"/>
                  <a:pt x="3736" y="2299"/>
                  <a:pt x="3648" y="737"/>
                </a:cubicBezTo>
                <a:close/>
                <a:moveTo>
                  <a:pt x="2502" y="3446"/>
                </a:moveTo>
                <a:cubicBezTo>
                  <a:pt x="2480" y="3467"/>
                  <a:pt x="2458" y="3487"/>
                  <a:pt x="2436" y="3506"/>
                </a:cubicBezTo>
                <a:cubicBezTo>
                  <a:pt x="2403" y="3535"/>
                  <a:pt x="2369" y="3563"/>
                  <a:pt x="2336" y="3589"/>
                </a:cubicBezTo>
                <a:cubicBezTo>
                  <a:pt x="2291" y="3624"/>
                  <a:pt x="2247" y="3657"/>
                  <a:pt x="2204" y="3688"/>
                </a:cubicBezTo>
                <a:cubicBezTo>
                  <a:pt x="2182" y="3704"/>
                  <a:pt x="2160" y="3719"/>
                  <a:pt x="2138" y="3733"/>
                </a:cubicBezTo>
                <a:cubicBezTo>
                  <a:pt x="2095" y="3762"/>
                  <a:pt x="2052" y="3788"/>
                  <a:pt x="2010" y="3813"/>
                </a:cubicBezTo>
                <a:cubicBezTo>
                  <a:pt x="1979" y="3832"/>
                  <a:pt x="1948" y="3849"/>
                  <a:pt x="1918" y="3865"/>
                </a:cubicBezTo>
                <a:cubicBezTo>
                  <a:pt x="1901" y="3875"/>
                  <a:pt x="1884" y="3884"/>
                  <a:pt x="1868" y="3892"/>
                </a:cubicBezTo>
                <a:cubicBezTo>
                  <a:pt x="1851" y="3884"/>
                  <a:pt x="1835" y="3875"/>
                  <a:pt x="1818" y="3865"/>
                </a:cubicBezTo>
                <a:cubicBezTo>
                  <a:pt x="1787" y="3849"/>
                  <a:pt x="1757" y="3832"/>
                  <a:pt x="1725" y="3813"/>
                </a:cubicBezTo>
                <a:cubicBezTo>
                  <a:pt x="1684" y="3788"/>
                  <a:pt x="1641" y="3762"/>
                  <a:pt x="1598" y="3733"/>
                </a:cubicBezTo>
                <a:cubicBezTo>
                  <a:pt x="1576" y="3719"/>
                  <a:pt x="1554" y="3704"/>
                  <a:pt x="1532" y="3688"/>
                </a:cubicBezTo>
                <a:cubicBezTo>
                  <a:pt x="1488" y="3657"/>
                  <a:pt x="1444" y="3624"/>
                  <a:pt x="1400" y="3589"/>
                </a:cubicBezTo>
                <a:cubicBezTo>
                  <a:pt x="1367" y="3563"/>
                  <a:pt x="1333" y="3535"/>
                  <a:pt x="1300" y="3506"/>
                </a:cubicBezTo>
                <a:cubicBezTo>
                  <a:pt x="1278" y="3487"/>
                  <a:pt x="1256" y="3467"/>
                  <a:pt x="1234" y="3446"/>
                </a:cubicBezTo>
                <a:cubicBezTo>
                  <a:pt x="717" y="2964"/>
                  <a:pt x="238" y="2151"/>
                  <a:pt x="301" y="798"/>
                </a:cubicBezTo>
                <a:cubicBezTo>
                  <a:pt x="594" y="779"/>
                  <a:pt x="780" y="680"/>
                  <a:pt x="897" y="562"/>
                </a:cubicBezTo>
                <a:cubicBezTo>
                  <a:pt x="931" y="529"/>
                  <a:pt x="958" y="494"/>
                  <a:pt x="982" y="460"/>
                </a:cubicBezTo>
                <a:cubicBezTo>
                  <a:pt x="987" y="452"/>
                  <a:pt x="992" y="444"/>
                  <a:pt x="997" y="437"/>
                </a:cubicBezTo>
                <a:cubicBezTo>
                  <a:pt x="1001" y="429"/>
                  <a:pt x="1006" y="421"/>
                  <a:pt x="1010" y="414"/>
                </a:cubicBezTo>
                <a:cubicBezTo>
                  <a:pt x="1014" y="406"/>
                  <a:pt x="1019" y="398"/>
                  <a:pt x="1023" y="391"/>
                </a:cubicBezTo>
                <a:cubicBezTo>
                  <a:pt x="1026" y="383"/>
                  <a:pt x="1030" y="376"/>
                  <a:pt x="1034" y="368"/>
                </a:cubicBezTo>
                <a:cubicBezTo>
                  <a:pt x="1037" y="361"/>
                  <a:pt x="1041" y="353"/>
                  <a:pt x="1044" y="346"/>
                </a:cubicBezTo>
                <a:cubicBezTo>
                  <a:pt x="1055" y="321"/>
                  <a:pt x="1064" y="296"/>
                  <a:pt x="1071" y="272"/>
                </a:cubicBezTo>
                <a:cubicBezTo>
                  <a:pt x="1073" y="266"/>
                  <a:pt x="1075" y="259"/>
                  <a:pt x="1077" y="253"/>
                </a:cubicBezTo>
                <a:cubicBezTo>
                  <a:pt x="1081" y="240"/>
                  <a:pt x="1084" y="228"/>
                  <a:pt x="1087" y="216"/>
                </a:cubicBezTo>
                <a:lnTo>
                  <a:pt x="2649" y="216"/>
                </a:lnTo>
                <a:cubicBezTo>
                  <a:pt x="2652" y="228"/>
                  <a:pt x="2655" y="240"/>
                  <a:pt x="2659" y="253"/>
                </a:cubicBezTo>
                <a:cubicBezTo>
                  <a:pt x="2660" y="259"/>
                  <a:pt x="2662" y="266"/>
                  <a:pt x="2664" y="272"/>
                </a:cubicBezTo>
                <a:cubicBezTo>
                  <a:pt x="2672" y="296"/>
                  <a:pt x="2681" y="321"/>
                  <a:pt x="2692" y="346"/>
                </a:cubicBezTo>
                <a:cubicBezTo>
                  <a:pt x="2695" y="353"/>
                  <a:pt x="2699" y="361"/>
                  <a:pt x="2702" y="368"/>
                </a:cubicBezTo>
                <a:cubicBezTo>
                  <a:pt x="2706" y="376"/>
                  <a:pt x="2709" y="383"/>
                  <a:pt x="2713" y="391"/>
                </a:cubicBezTo>
                <a:cubicBezTo>
                  <a:pt x="2717" y="398"/>
                  <a:pt x="2721" y="406"/>
                  <a:pt x="2726" y="414"/>
                </a:cubicBezTo>
                <a:cubicBezTo>
                  <a:pt x="2730" y="421"/>
                  <a:pt x="2735" y="429"/>
                  <a:pt x="2739" y="437"/>
                </a:cubicBezTo>
                <a:cubicBezTo>
                  <a:pt x="2744" y="444"/>
                  <a:pt x="2749" y="452"/>
                  <a:pt x="2754" y="460"/>
                </a:cubicBezTo>
                <a:cubicBezTo>
                  <a:pt x="2777" y="494"/>
                  <a:pt x="2805" y="529"/>
                  <a:pt x="2838" y="562"/>
                </a:cubicBezTo>
                <a:cubicBezTo>
                  <a:pt x="2956" y="680"/>
                  <a:pt x="3142" y="779"/>
                  <a:pt x="3434" y="798"/>
                </a:cubicBezTo>
                <a:cubicBezTo>
                  <a:pt x="3498" y="2151"/>
                  <a:pt x="3019" y="2964"/>
                  <a:pt x="2502" y="3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Freeform 13">
            <a:extLst>
              <a:ext uri="{FF2B5EF4-FFF2-40B4-BE49-F238E27FC236}">
                <a16:creationId xmlns:a16="http://schemas.microsoft.com/office/drawing/2014/main" xmlns="" id="{B18A41F0-30ED-43FA-9BAE-07113F572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1598" y="1823431"/>
            <a:ext cx="631373" cy="631371"/>
          </a:xfrm>
          <a:custGeom>
            <a:avLst/>
            <a:gdLst>
              <a:gd name="T0" fmla="*/ 1311 w 1312"/>
              <a:gd name="T1" fmla="*/ 656 h 1313"/>
              <a:gd name="T2" fmla="*/ 1223 w 1312"/>
              <a:gd name="T3" fmla="*/ 984 h 1313"/>
              <a:gd name="T4" fmla="*/ 983 w 1312"/>
              <a:gd name="T5" fmla="*/ 1224 h 1313"/>
              <a:gd name="T6" fmla="*/ 655 w 1312"/>
              <a:gd name="T7" fmla="*/ 1312 h 1313"/>
              <a:gd name="T8" fmla="*/ 327 w 1312"/>
              <a:gd name="T9" fmla="*/ 1224 h 1313"/>
              <a:gd name="T10" fmla="*/ 88 w 1312"/>
              <a:gd name="T11" fmla="*/ 984 h 1313"/>
              <a:gd name="T12" fmla="*/ 0 w 1312"/>
              <a:gd name="T13" fmla="*/ 656 h 1313"/>
              <a:gd name="T14" fmla="*/ 88 w 1312"/>
              <a:gd name="T15" fmla="*/ 328 h 1313"/>
              <a:gd name="T16" fmla="*/ 327 w 1312"/>
              <a:gd name="T17" fmla="*/ 88 h 1313"/>
              <a:gd name="T18" fmla="*/ 655 w 1312"/>
              <a:gd name="T19" fmla="*/ 0 h 1313"/>
              <a:gd name="T20" fmla="*/ 983 w 1312"/>
              <a:gd name="T21" fmla="*/ 88 h 1313"/>
              <a:gd name="T22" fmla="*/ 1223 w 1312"/>
              <a:gd name="T23" fmla="*/ 328 h 1313"/>
              <a:gd name="T24" fmla="*/ 1311 w 1312"/>
              <a:gd name="T25" fmla="*/ 656 h 1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12" h="1313">
                <a:moveTo>
                  <a:pt x="1311" y="656"/>
                </a:moveTo>
                <a:cubicBezTo>
                  <a:pt x="1311" y="777"/>
                  <a:pt x="1284" y="879"/>
                  <a:pt x="1223" y="984"/>
                </a:cubicBezTo>
                <a:cubicBezTo>
                  <a:pt x="1163" y="1088"/>
                  <a:pt x="1088" y="1163"/>
                  <a:pt x="983" y="1224"/>
                </a:cubicBezTo>
                <a:cubicBezTo>
                  <a:pt x="879" y="1284"/>
                  <a:pt x="776" y="1312"/>
                  <a:pt x="655" y="1312"/>
                </a:cubicBezTo>
                <a:cubicBezTo>
                  <a:pt x="534" y="1312"/>
                  <a:pt x="432" y="1284"/>
                  <a:pt x="327" y="1224"/>
                </a:cubicBezTo>
                <a:cubicBezTo>
                  <a:pt x="223" y="1163"/>
                  <a:pt x="148" y="1088"/>
                  <a:pt x="88" y="984"/>
                </a:cubicBezTo>
                <a:cubicBezTo>
                  <a:pt x="27" y="879"/>
                  <a:pt x="0" y="777"/>
                  <a:pt x="0" y="656"/>
                </a:cubicBezTo>
                <a:cubicBezTo>
                  <a:pt x="0" y="535"/>
                  <a:pt x="27" y="432"/>
                  <a:pt x="88" y="328"/>
                </a:cubicBezTo>
                <a:cubicBezTo>
                  <a:pt x="148" y="223"/>
                  <a:pt x="223" y="148"/>
                  <a:pt x="327" y="88"/>
                </a:cubicBezTo>
                <a:cubicBezTo>
                  <a:pt x="432" y="28"/>
                  <a:pt x="534" y="0"/>
                  <a:pt x="655" y="0"/>
                </a:cubicBezTo>
                <a:cubicBezTo>
                  <a:pt x="776" y="0"/>
                  <a:pt x="879" y="28"/>
                  <a:pt x="983" y="88"/>
                </a:cubicBezTo>
                <a:cubicBezTo>
                  <a:pt x="1088" y="148"/>
                  <a:pt x="1163" y="223"/>
                  <a:pt x="1223" y="328"/>
                </a:cubicBezTo>
                <a:cubicBezTo>
                  <a:pt x="1284" y="432"/>
                  <a:pt x="1311" y="535"/>
                  <a:pt x="1311" y="65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Freeform 15">
            <a:extLst>
              <a:ext uri="{FF2B5EF4-FFF2-40B4-BE49-F238E27FC236}">
                <a16:creationId xmlns:a16="http://schemas.microsoft.com/office/drawing/2014/main" xmlns="" id="{9003B5B9-F496-4A3E-8A0D-E58BA834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1598" y="5440048"/>
            <a:ext cx="631373" cy="631371"/>
          </a:xfrm>
          <a:custGeom>
            <a:avLst/>
            <a:gdLst>
              <a:gd name="T0" fmla="*/ 1311 w 1312"/>
              <a:gd name="T1" fmla="*/ 656 h 1313"/>
              <a:gd name="T2" fmla="*/ 1223 w 1312"/>
              <a:gd name="T3" fmla="*/ 984 h 1313"/>
              <a:gd name="T4" fmla="*/ 983 w 1312"/>
              <a:gd name="T5" fmla="*/ 1224 h 1313"/>
              <a:gd name="T6" fmla="*/ 655 w 1312"/>
              <a:gd name="T7" fmla="*/ 1312 h 1313"/>
              <a:gd name="T8" fmla="*/ 327 w 1312"/>
              <a:gd name="T9" fmla="*/ 1224 h 1313"/>
              <a:gd name="T10" fmla="*/ 88 w 1312"/>
              <a:gd name="T11" fmla="*/ 984 h 1313"/>
              <a:gd name="T12" fmla="*/ 0 w 1312"/>
              <a:gd name="T13" fmla="*/ 656 h 1313"/>
              <a:gd name="T14" fmla="*/ 88 w 1312"/>
              <a:gd name="T15" fmla="*/ 328 h 1313"/>
              <a:gd name="T16" fmla="*/ 327 w 1312"/>
              <a:gd name="T17" fmla="*/ 88 h 1313"/>
              <a:gd name="T18" fmla="*/ 655 w 1312"/>
              <a:gd name="T19" fmla="*/ 0 h 1313"/>
              <a:gd name="T20" fmla="*/ 983 w 1312"/>
              <a:gd name="T21" fmla="*/ 88 h 1313"/>
              <a:gd name="T22" fmla="*/ 1223 w 1312"/>
              <a:gd name="T23" fmla="*/ 328 h 1313"/>
              <a:gd name="T24" fmla="*/ 1311 w 1312"/>
              <a:gd name="T25" fmla="*/ 656 h 1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12" h="1313">
                <a:moveTo>
                  <a:pt x="1311" y="656"/>
                </a:moveTo>
                <a:cubicBezTo>
                  <a:pt x="1311" y="777"/>
                  <a:pt x="1284" y="880"/>
                  <a:pt x="1223" y="984"/>
                </a:cubicBezTo>
                <a:cubicBezTo>
                  <a:pt x="1163" y="1089"/>
                  <a:pt x="1088" y="1164"/>
                  <a:pt x="983" y="1224"/>
                </a:cubicBezTo>
                <a:cubicBezTo>
                  <a:pt x="879" y="1285"/>
                  <a:pt x="776" y="1312"/>
                  <a:pt x="655" y="1312"/>
                </a:cubicBezTo>
                <a:cubicBezTo>
                  <a:pt x="534" y="1312"/>
                  <a:pt x="432" y="1285"/>
                  <a:pt x="327" y="1224"/>
                </a:cubicBezTo>
                <a:cubicBezTo>
                  <a:pt x="223" y="1164"/>
                  <a:pt x="148" y="1089"/>
                  <a:pt x="88" y="984"/>
                </a:cubicBezTo>
                <a:cubicBezTo>
                  <a:pt x="27" y="880"/>
                  <a:pt x="0" y="777"/>
                  <a:pt x="0" y="656"/>
                </a:cubicBezTo>
                <a:cubicBezTo>
                  <a:pt x="0" y="535"/>
                  <a:pt x="27" y="433"/>
                  <a:pt x="88" y="328"/>
                </a:cubicBezTo>
                <a:cubicBezTo>
                  <a:pt x="148" y="224"/>
                  <a:pt x="223" y="149"/>
                  <a:pt x="327" y="88"/>
                </a:cubicBezTo>
                <a:cubicBezTo>
                  <a:pt x="432" y="28"/>
                  <a:pt x="534" y="0"/>
                  <a:pt x="655" y="0"/>
                </a:cubicBezTo>
                <a:cubicBezTo>
                  <a:pt x="776" y="0"/>
                  <a:pt x="879" y="28"/>
                  <a:pt x="983" y="88"/>
                </a:cubicBezTo>
                <a:cubicBezTo>
                  <a:pt x="1088" y="149"/>
                  <a:pt x="1163" y="224"/>
                  <a:pt x="1223" y="328"/>
                </a:cubicBezTo>
                <a:cubicBezTo>
                  <a:pt x="1284" y="433"/>
                  <a:pt x="1311" y="535"/>
                  <a:pt x="1311" y="65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xmlns="" id="{EAF5F81D-9D04-4E1F-84CA-9AE5090EA261}"/>
              </a:ext>
            </a:extLst>
          </p:cNvPr>
          <p:cNvSpPr/>
          <p:nvPr/>
        </p:nvSpPr>
        <p:spPr>
          <a:xfrm>
            <a:off x="3400267" y="1670660"/>
            <a:ext cx="944774" cy="9447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xmlns="" id="{3F9609C6-DC66-4C95-94A7-6825DB613E47}"/>
              </a:ext>
            </a:extLst>
          </p:cNvPr>
          <p:cNvSpPr/>
          <p:nvPr/>
        </p:nvSpPr>
        <p:spPr>
          <a:xfrm>
            <a:off x="2973481" y="3475422"/>
            <a:ext cx="944774" cy="9447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F342D931-D13C-4B8F-872F-E85B2F65330F}"/>
              </a:ext>
            </a:extLst>
          </p:cNvPr>
          <p:cNvGrpSpPr/>
          <p:nvPr/>
        </p:nvGrpSpPr>
        <p:grpSpPr>
          <a:xfrm>
            <a:off x="1035331" y="1733178"/>
            <a:ext cx="2109513" cy="801949"/>
            <a:chOff x="1035331" y="2050611"/>
            <a:chExt cx="2109513" cy="80194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8EE8D97A-A31C-41FE-9B16-981F9C433FB0}"/>
                </a:ext>
              </a:extLst>
            </p:cNvPr>
            <p:cNvSpPr txBox="1"/>
            <p:nvPr/>
          </p:nvSpPr>
          <p:spPr>
            <a:xfrm>
              <a:off x="1035332" y="2050611"/>
              <a:ext cx="21095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Your Lawn's Beautician</a:t>
              </a:r>
            </a:p>
          </p:txBody>
        </p:sp>
        <p:sp>
          <p:nvSpPr>
            <p:cNvPr id="112" name="7 CuadroTexto">
              <a:extLst>
                <a:ext uri="{FF2B5EF4-FFF2-40B4-BE49-F238E27FC236}">
                  <a16:creationId xmlns:a16="http://schemas.microsoft.com/office/drawing/2014/main" xmlns="" id="{5E8A252C-2916-4D05-878F-69FBC543C038}"/>
                </a:ext>
              </a:extLst>
            </p:cNvPr>
            <p:cNvSpPr txBox="1"/>
            <p:nvPr/>
          </p:nvSpPr>
          <p:spPr>
            <a:xfrm>
              <a:off x="1035331" y="2328442"/>
              <a:ext cx="21095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A4A1FE38-EEC5-4401-8FFA-C1A67CDC7304}"/>
              </a:ext>
            </a:extLst>
          </p:cNvPr>
          <p:cNvSpPr txBox="1"/>
          <p:nvPr/>
        </p:nvSpPr>
        <p:spPr>
          <a:xfrm>
            <a:off x="603625" y="3549861"/>
            <a:ext cx="21095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115" name="7 CuadroTexto">
            <a:extLst>
              <a:ext uri="{FF2B5EF4-FFF2-40B4-BE49-F238E27FC236}">
                <a16:creationId xmlns:a16="http://schemas.microsoft.com/office/drawing/2014/main" xmlns="" id="{835CFE79-1513-493A-B002-12E42AA64BF4}"/>
              </a:ext>
            </a:extLst>
          </p:cNvPr>
          <p:cNvSpPr txBox="1"/>
          <p:nvPr/>
        </p:nvSpPr>
        <p:spPr>
          <a:xfrm>
            <a:off x="603624" y="3827692"/>
            <a:ext cx="2109512" cy="524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unknown printer took</a:t>
            </a:r>
            <a:endParaRPr lang="en-US" sz="1200" dirty="0">
              <a:solidFill>
                <a:schemeClr val="tx2">
                  <a:lumMod val="50000"/>
                  <a:lumOff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75A04978-670F-4A08-96AD-EE4B5901118C}"/>
              </a:ext>
            </a:extLst>
          </p:cNvPr>
          <p:cNvGrpSpPr/>
          <p:nvPr/>
        </p:nvGrpSpPr>
        <p:grpSpPr>
          <a:xfrm>
            <a:off x="7841034" y="1659737"/>
            <a:ext cx="3319071" cy="944774"/>
            <a:chOff x="7841034" y="1935532"/>
            <a:chExt cx="3319071" cy="94477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xmlns="" id="{1822D839-D59A-426A-9245-869D15B3D40D}"/>
                </a:ext>
              </a:extLst>
            </p:cNvPr>
            <p:cNvSpPr/>
            <p:nvPr/>
          </p:nvSpPr>
          <p:spPr>
            <a:xfrm>
              <a:off x="7841034" y="1935532"/>
              <a:ext cx="944774" cy="9447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DED933B-18B5-47D1-9914-F9F5978C33CD}"/>
                </a:ext>
              </a:extLst>
            </p:cNvPr>
            <p:cNvSpPr txBox="1"/>
            <p:nvPr/>
          </p:nvSpPr>
          <p:spPr>
            <a:xfrm>
              <a:off x="9050593" y="1998050"/>
              <a:ext cx="21095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For A Worry-free Lawn</a:t>
              </a:r>
            </a:p>
          </p:txBody>
        </p:sp>
        <p:sp>
          <p:nvSpPr>
            <p:cNvPr id="37" name="7 CuadroTexto">
              <a:extLst>
                <a:ext uri="{FF2B5EF4-FFF2-40B4-BE49-F238E27FC236}">
                  <a16:creationId xmlns:a16="http://schemas.microsoft.com/office/drawing/2014/main" xmlns="" id="{CCA4E80A-1190-42E6-8568-550143B5C16D}"/>
                </a:ext>
              </a:extLst>
            </p:cNvPr>
            <p:cNvSpPr txBox="1"/>
            <p:nvPr/>
          </p:nvSpPr>
          <p:spPr>
            <a:xfrm>
              <a:off x="9050592" y="2275881"/>
              <a:ext cx="21095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endParaRPr>
            </a:p>
          </p:txBody>
        </p:sp>
        <p:sp>
          <p:nvSpPr>
            <p:cNvPr id="116" name="Freeform 78">
              <a:extLst>
                <a:ext uri="{FF2B5EF4-FFF2-40B4-BE49-F238E27FC236}">
                  <a16:creationId xmlns:a16="http://schemas.microsoft.com/office/drawing/2014/main" xmlns="" id="{D54FA25B-2E81-409F-B6AC-7C3C5DE63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578" y="2181701"/>
              <a:ext cx="293687" cy="452437"/>
            </a:xfrm>
            <a:custGeom>
              <a:avLst/>
              <a:gdLst>
                <a:gd name="T0" fmla="*/ 582 w 815"/>
                <a:gd name="T1" fmla="*/ 440 h 1258"/>
                <a:gd name="T2" fmla="*/ 639 w 815"/>
                <a:gd name="T3" fmla="*/ 383 h 1258"/>
                <a:gd name="T4" fmla="*/ 582 w 815"/>
                <a:gd name="T5" fmla="*/ 323 h 1258"/>
                <a:gd name="T6" fmla="*/ 524 w 815"/>
                <a:gd name="T7" fmla="*/ 383 h 1258"/>
                <a:gd name="T8" fmla="*/ 582 w 815"/>
                <a:gd name="T9" fmla="*/ 440 h 1258"/>
                <a:gd name="T10" fmla="*/ 232 w 815"/>
                <a:gd name="T11" fmla="*/ 440 h 1258"/>
                <a:gd name="T12" fmla="*/ 289 w 815"/>
                <a:gd name="T13" fmla="*/ 383 h 1258"/>
                <a:gd name="T14" fmla="*/ 232 w 815"/>
                <a:gd name="T15" fmla="*/ 323 h 1258"/>
                <a:gd name="T16" fmla="*/ 175 w 815"/>
                <a:gd name="T17" fmla="*/ 383 h 1258"/>
                <a:gd name="T18" fmla="*/ 232 w 815"/>
                <a:gd name="T19" fmla="*/ 440 h 1258"/>
                <a:gd name="T20" fmla="*/ 647 w 815"/>
                <a:gd name="T21" fmla="*/ 170 h 1258"/>
                <a:gd name="T22" fmla="*/ 814 w 815"/>
                <a:gd name="T23" fmla="*/ 498 h 1258"/>
                <a:gd name="T24" fmla="*/ 814 w 815"/>
                <a:gd name="T25" fmla="*/ 558 h 1258"/>
                <a:gd name="T26" fmla="*/ 0 w 815"/>
                <a:gd name="T27" fmla="*/ 558 h 1258"/>
                <a:gd name="T28" fmla="*/ 0 w 815"/>
                <a:gd name="T29" fmla="*/ 498 h 1258"/>
                <a:gd name="T30" fmla="*/ 166 w 815"/>
                <a:gd name="T31" fmla="*/ 170 h 1258"/>
                <a:gd name="T32" fmla="*/ 43 w 815"/>
                <a:gd name="T33" fmla="*/ 47 h 1258"/>
                <a:gd name="T34" fmla="*/ 93 w 815"/>
                <a:gd name="T35" fmla="*/ 0 h 1258"/>
                <a:gd name="T36" fmla="*/ 227 w 815"/>
                <a:gd name="T37" fmla="*/ 134 h 1258"/>
                <a:gd name="T38" fmla="*/ 407 w 815"/>
                <a:gd name="T39" fmla="*/ 90 h 1258"/>
                <a:gd name="T40" fmla="*/ 587 w 815"/>
                <a:gd name="T41" fmla="*/ 134 h 1258"/>
                <a:gd name="T42" fmla="*/ 721 w 815"/>
                <a:gd name="T43" fmla="*/ 0 h 1258"/>
                <a:gd name="T44" fmla="*/ 770 w 815"/>
                <a:gd name="T45" fmla="*/ 47 h 1258"/>
                <a:gd name="T46" fmla="*/ 647 w 815"/>
                <a:gd name="T47" fmla="*/ 170 h 1258"/>
                <a:gd name="T48" fmla="*/ 0 w 815"/>
                <a:gd name="T49" fmla="*/ 847 h 1258"/>
                <a:gd name="T50" fmla="*/ 0 w 815"/>
                <a:gd name="T51" fmla="*/ 615 h 1258"/>
                <a:gd name="T52" fmla="*/ 814 w 815"/>
                <a:gd name="T53" fmla="*/ 615 h 1258"/>
                <a:gd name="T54" fmla="*/ 814 w 815"/>
                <a:gd name="T55" fmla="*/ 847 h 1258"/>
                <a:gd name="T56" fmla="*/ 407 w 815"/>
                <a:gd name="T57" fmla="*/ 1257 h 1258"/>
                <a:gd name="T58" fmla="*/ 0 w 815"/>
                <a:gd name="T59" fmla="*/ 847 h 1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15" h="1258">
                  <a:moveTo>
                    <a:pt x="582" y="440"/>
                  </a:moveTo>
                  <a:cubicBezTo>
                    <a:pt x="615" y="440"/>
                    <a:pt x="639" y="416"/>
                    <a:pt x="639" y="383"/>
                  </a:cubicBezTo>
                  <a:cubicBezTo>
                    <a:pt x="639" y="350"/>
                    <a:pt x="615" y="323"/>
                    <a:pt x="582" y="323"/>
                  </a:cubicBezTo>
                  <a:cubicBezTo>
                    <a:pt x="549" y="323"/>
                    <a:pt x="524" y="350"/>
                    <a:pt x="524" y="383"/>
                  </a:cubicBezTo>
                  <a:cubicBezTo>
                    <a:pt x="524" y="416"/>
                    <a:pt x="549" y="440"/>
                    <a:pt x="582" y="440"/>
                  </a:cubicBezTo>
                  <a:close/>
                  <a:moveTo>
                    <a:pt x="232" y="440"/>
                  </a:moveTo>
                  <a:cubicBezTo>
                    <a:pt x="265" y="440"/>
                    <a:pt x="289" y="416"/>
                    <a:pt x="289" y="383"/>
                  </a:cubicBezTo>
                  <a:cubicBezTo>
                    <a:pt x="289" y="350"/>
                    <a:pt x="265" y="323"/>
                    <a:pt x="232" y="323"/>
                  </a:cubicBezTo>
                  <a:cubicBezTo>
                    <a:pt x="199" y="323"/>
                    <a:pt x="175" y="350"/>
                    <a:pt x="175" y="383"/>
                  </a:cubicBezTo>
                  <a:cubicBezTo>
                    <a:pt x="175" y="416"/>
                    <a:pt x="199" y="440"/>
                    <a:pt x="232" y="440"/>
                  </a:cubicBezTo>
                  <a:close/>
                  <a:moveTo>
                    <a:pt x="647" y="170"/>
                  </a:moveTo>
                  <a:cubicBezTo>
                    <a:pt x="748" y="244"/>
                    <a:pt x="814" y="364"/>
                    <a:pt x="814" y="498"/>
                  </a:cubicBezTo>
                  <a:lnTo>
                    <a:pt x="814" y="558"/>
                  </a:lnTo>
                  <a:lnTo>
                    <a:pt x="0" y="558"/>
                  </a:lnTo>
                  <a:lnTo>
                    <a:pt x="0" y="498"/>
                  </a:lnTo>
                  <a:cubicBezTo>
                    <a:pt x="0" y="364"/>
                    <a:pt x="65" y="244"/>
                    <a:pt x="166" y="170"/>
                  </a:cubicBezTo>
                  <a:lnTo>
                    <a:pt x="43" y="47"/>
                  </a:lnTo>
                  <a:lnTo>
                    <a:pt x="93" y="0"/>
                  </a:lnTo>
                  <a:lnTo>
                    <a:pt x="227" y="134"/>
                  </a:lnTo>
                  <a:cubicBezTo>
                    <a:pt x="281" y="107"/>
                    <a:pt x="341" y="90"/>
                    <a:pt x="407" y="90"/>
                  </a:cubicBezTo>
                  <a:cubicBezTo>
                    <a:pt x="472" y="90"/>
                    <a:pt x="533" y="107"/>
                    <a:pt x="587" y="134"/>
                  </a:cubicBezTo>
                  <a:lnTo>
                    <a:pt x="721" y="0"/>
                  </a:lnTo>
                  <a:lnTo>
                    <a:pt x="770" y="47"/>
                  </a:lnTo>
                  <a:lnTo>
                    <a:pt x="647" y="170"/>
                  </a:lnTo>
                  <a:close/>
                  <a:moveTo>
                    <a:pt x="0" y="847"/>
                  </a:moveTo>
                  <a:lnTo>
                    <a:pt x="0" y="615"/>
                  </a:lnTo>
                  <a:lnTo>
                    <a:pt x="814" y="615"/>
                  </a:lnTo>
                  <a:lnTo>
                    <a:pt x="814" y="847"/>
                  </a:lnTo>
                  <a:cubicBezTo>
                    <a:pt x="814" y="1074"/>
                    <a:pt x="634" y="1257"/>
                    <a:pt x="407" y="1257"/>
                  </a:cubicBezTo>
                  <a:cubicBezTo>
                    <a:pt x="180" y="1257"/>
                    <a:pt x="0" y="1074"/>
                    <a:pt x="0" y="847"/>
                  </a:cubicBezTo>
                  <a:close/>
                </a:path>
              </a:pathLst>
            </a:cu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7551F99-28CB-4A1E-873B-2B3304130392}"/>
              </a:ext>
            </a:extLst>
          </p:cNvPr>
          <p:cNvGrpSpPr/>
          <p:nvPr/>
        </p:nvGrpSpPr>
        <p:grpSpPr>
          <a:xfrm>
            <a:off x="1035331" y="5271308"/>
            <a:ext cx="3309710" cy="944774"/>
            <a:chOff x="1035331" y="4976882"/>
            <a:chExt cx="3309710" cy="94477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61C7C729-D7CC-4292-9C78-659ECBFEBC68}"/>
                </a:ext>
              </a:extLst>
            </p:cNvPr>
            <p:cNvSpPr txBox="1"/>
            <p:nvPr/>
          </p:nvSpPr>
          <p:spPr>
            <a:xfrm>
              <a:off x="1035332" y="5051320"/>
              <a:ext cx="21095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Lawyers. Just Different</a:t>
              </a:r>
            </a:p>
          </p:txBody>
        </p:sp>
        <p:sp>
          <p:nvSpPr>
            <p:cNvPr id="39" name="7 CuadroTexto">
              <a:extLst>
                <a:ext uri="{FF2B5EF4-FFF2-40B4-BE49-F238E27FC236}">
                  <a16:creationId xmlns:a16="http://schemas.microsoft.com/office/drawing/2014/main" xmlns="" id="{BAE2D1D8-28F2-47BC-BF96-E0DBE6EA0C80}"/>
                </a:ext>
              </a:extLst>
            </p:cNvPr>
            <p:cNvSpPr txBox="1"/>
            <p:nvPr/>
          </p:nvSpPr>
          <p:spPr>
            <a:xfrm>
              <a:off x="1035331" y="5329151"/>
              <a:ext cx="21095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xmlns="" id="{26D1D213-E9D4-4715-A2EE-6B44C12E1F2A}"/>
                </a:ext>
              </a:extLst>
            </p:cNvPr>
            <p:cNvSpPr/>
            <p:nvPr/>
          </p:nvSpPr>
          <p:spPr>
            <a:xfrm>
              <a:off x="3400267" y="4976882"/>
              <a:ext cx="944774" cy="9447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xmlns="" id="{1E414971-FE6B-4584-AE98-4F87D1005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742" y="5260357"/>
              <a:ext cx="377825" cy="377825"/>
            </a:xfrm>
            <a:custGeom>
              <a:avLst/>
              <a:gdLst>
                <a:gd name="T0" fmla="*/ 175 w 1050"/>
                <a:gd name="T1" fmla="*/ 817 h 1050"/>
                <a:gd name="T2" fmla="*/ 175 w 1050"/>
                <a:gd name="T3" fmla="*/ 875 h 1050"/>
                <a:gd name="T4" fmla="*/ 874 w 1050"/>
                <a:gd name="T5" fmla="*/ 875 h 1050"/>
                <a:gd name="T6" fmla="*/ 874 w 1050"/>
                <a:gd name="T7" fmla="*/ 817 h 1050"/>
                <a:gd name="T8" fmla="*/ 524 w 1050"/>
                <a:gd name="T9" fmla="*/ 637 h 1050"/>
                <a:gd name="T10" fmla="*/ 175 w 1050"/>
                <a:gd name="T11" fmla="*/ 817 h 1050"/>
                <a:gd name="T12" fmla="*/ 699 w 1050"/>
                <a:gd name="T13" fmla="*/ 350 h 1050"/>
                <a:gd name="T14" fmla="*/ 524 w 1050"/>
                <a:gd name="T15" fmla="*/ 175 h 1050"/>
                <a:gd name="T16" fmla="*/ 350 w 1050"/>
                <a:gd name="T17" fmla="*/ 350 h 1050"/>
                <a:gd name="T18" fmla="*/ 524 w 1050"/>
                <a:gd name="T19" fmla="*/ 525 h 1050"/>
                <a:gd name="T20" fmla="*/ 699 w 1050"/>
                <a:gd name="T21" fmla="*/ 350 h 1050"/>
                <a:gd name="T22" fmla="*/ 0 w 1050"/>
                <a:gd name="T23" fmla="*/ 118 h 1050"/>
                <a:gd name="T24" fmla="*/ 117 w 1050"/>
                <a:gd name="T25" fmla="*/ 0 h 1050"/>
                <a:gd name="T26" fmla="*/ 932 w 1050"/>
                <a:gd name="T27" fmla="*/ 0 h 1050"/>
                <a:gd name="T28" fmla="*/ 1049 w 1050"/>
                <a:gd name="T29" fmla="*/ 118 h 1050"/>
                <a:gd name="T30" fmla="*/ 1049 w 1050"/>
                <a:gd name="T31" fmla="*/ 932 h 1050"/>
                <a:gd name="T32" fmla="*/ 932 w 1050"/>
                <a:gd name="T33" fmla="*/ 1049 h 1050"/>
                <a:gd name="T34" fmla="*/ 117 w 1050"/>
                <a:gd name="T35" fmla="*/ 1049 h 1050"/>
                <a:gd name="T36" fmla="*/ 0 w 1050"/>
                <a:gd name="T37" fmla="*/ 932 h 1050"/>
                <a:gd name="T38" fmla="*/ 0 w 1050"/>
                <a:gd name="T39" fmla="*/ 118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0" h="1050">
                  <a:moveTo>
                    <a:pt x="175" y="817"/>
                  </a:moveTo>
                  <a:lnTo>
                    <a:pt x="175" y="875"/>
                  </a:lnTo>
                  <a:lnTo>
                    <a:pt x="874" y="875"/>
                  </a:lnTo>
                  <a:lnTo>
                    <a:pt x="874" y="817"/>
                  </a:lnTo>
                  <a:cubicBezTo>
                    <a:pt x="874" y="700"/>
                    <a:pt x="642" y="637"/>
                    <a:pt x="524" y="637"/>
                  </a:cubicBezTo>
                  <a:cubicBezTo>
                    <a:pt x="407" y="637"/>
                    <a:pt x="175" y="700"/>
                    <a:pt x="175" y="817"/>
                  </a:cubicBezTo>
                  <a:close/>
                  <a:moveTo>
                    <a:pt x="699" y="350"/>
                  </a:moveTo>
                  <a:cubicBezTo>
                    <a:pt x="699" y="254"/>
                    <a:pt x="619" y="175"/>
                    <a:pt x="524" y="175"/>
                  </a:cubicBezTo>
                  <a:cubicBezTo>
                    <a:pt x="428" y="175"/>
                    <a:pt x="350" y="254"/>
                    <a:pt x="350" y="350"/>
                  </a:cubicBezTo>
                  <a:cubicBezTo>
                    <a:pt x="350" y="446"/>
                    <a:pt x="428" y="525"/>
                    <a:pt x="524" y="525"/>
                  </a:cubicBezTo>
                  <a:cubicBezTo>
                    <a:pt x="619" y="525"/>
                    <a:pt x="699" y="446"/>
                    <a:pt x="699" y="350"/>
                  </a:cubicBezTo>
                  <a:close/>
                  <a:moveTo>
                    <a:pt x="0" y="118"/>
                  </a:moveTo>
                  <a:cubicBezTo>
                    <a:pt x="0" y="55"/>
                    <a:pt x="52" y="0"/>
                    <a:pt x="117" y="0"/>
                  </a:cubicBezTo>
                  <a:lnTo>
                    <a:pt x="932" y="0"/>
                  </a:lnTo>
                  <a:cubicBezTo>
                    <a:pt x="994" y="0"/>
                    <a:pt x="1049" y="55"/>
                    <a:pt x="1049" y="118"/>
                  </a:cubicBezTo>
                  <a:lnTo>
                    <a:pt x="1049" y="932"/>
                  </a:lnTo>
                  <a:cubicBezTo>
                    <a:pt x="1049" y="995"/>
                    <a:pt x="994" y="1049"/>
                    <a:pt x="932" y="1049"/>
                  </a:cubicBezTo>
                  <a:lnTo>
                    <a:pt x="117" y="1049"/>
                  </a:lnTo>
                  <a:cubicBezTo>
                    <a:pt x="52" y="1049"/>
                    <a:pt x="0" y="995"/>
                    <a:pt x="0" y="932"/>
                  </a:cubicBezTo>
                  <a:lnTo>
                    <a:pt x="0" y="118"/>
                  </a:lnTo>
                  <a:close/>
                </a:path>
              </a:pathLst>
            </a:cu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118" name="Freeform 81">
            <a:extLst>
              <a:ext uri="{FF2B5EF4-FFF2-40B4-BE49-F238E27FC236}">
                <a16:creationId xmlns:a16="http://schemas.microsoft.com/office/drawing/2014/main" xmlns="" id="{77E90339-9289-4C9A-88E2-3257BEC3D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637" y="3727147"/>
            <a:ext cx="398463" cy="441325"/>
          </a:xfrm>
          <a:custGeom>
            <a:avLst/>
            <a:gdLst>
              <a:gd name="T0" fmla="*/ 552 w 1107"/>
              <a:gd name="T1" fmla="*/ 0 h 1225"/>
              <a:gd name="T2" fmla="*/ 1106 w 1107"/>
              <a:gd name="T3" fmla="*/ 292 h 1225"/>
              <a:gd name="T4" fmla="*/ 1106 w 1107"/>
              <a:gd name="T5" fmla="*/ 410 h 1225"/>
              <a:gd name="T6" fmla="*/ 0 w 1107"/>
              <a:gd name="T7" fmla="*/ 410 h 1225"/>
              <a:gd name="T8" fmla="*/ 0 w 1107"/>
              <a:gd name="T9" fmla="*/ 292 h 1225"/>
              <a:gd name="T10" fmla="*/ 552 w 1107"/>
              <a:gd name="T11" fmla="*/ 0 h 1225"/>
              <a:gd name="T12" fmla="*/ 989 w 1107"/>
              <a:gd name="T13" fmla="*/ 524 h 1225"/>
              <a:gd name="T14" fmla="*/ 989 w 1107"/>
              <a:gd name="T15" fmla="*/ 934 h 1225"/>
              <a:gd name="T16" fmla="*/ 814 w 1107"/>
              <a:gd name="T17" fmla="*/ 934 h 1225"/>
              <a:gd name="T18" fmla="*/ 814 w 1107"/>
              <a:gd name="T19" fmla="*/ 524 h 1225"/>
              <a:gd name="T20" fmla="*/ 989 w 1107"/>
              <a:gd name="T21" fmla="*/ 524 h 1225"/>
              <a:gd name="T22" fmla="*/ 0 w 1107"/>
              <a:gd name="T23" fmla="*/ 1224 h 1225"/>
              <a:gd name="T24" fmla="*/ 0 w 1107"/>
              <a:gd name="T25" fmla="*/ 1049 h 1225"/>
              <a:gd name="T26" fmla="*/ 1106 w 1107"/>
              <a:gd name="T27" fmla="*/ 1049 h 1225"/>
              <a:gd name="T28" fmla="*/ 1106 w 1107"/>
              <a:gd name="T29" fmla="*/ 1224 h 1225"/>
              <a:gd name="T30" fmla="*/ 0 w 1107"/>
              <a:gd name="T31" fmla="*/ 1224 h 1225"/>
              <a:gd name="T32" fmla="*/ 464 w 1107"/>
              <a:gd name="T33" fmla="*/ 524 h 1225"/>
              <a:gd name="T34" fmla="*/ 639 w 1107"/>
              <a:gd name="T35" fmla="*/ 524 h 1225"/>
              <a:gd name="T36" fmla="*/ 639 w 1107"/>
              <a:gd name="T37" fmla="*/ 934 h 1225"/>
              <a:gd name="T38" fmla="*/ 464 w 1107"/>
              <a:gd name="T39" fmla="*/ 934 h 1225"/>
              <a:gd name="T40" fmla="*/ 464 w 1107"/>
              <a:gd name="T41" fmla="*/ 524 h 1225"/>
              <a:gd name="T42" fmla="*/ 114 w 1107"/>
              <a:gd name="T43" fmla="*/ 524 h 1225"/>
              <a:gd name="T44" fmla="*/ 289 w 1107"/>
              <a:gd name="T45" fmla="*/ 524 h 1225"/>
              <a:gd name="T46" fmla="*/ 289 w 1107"/>
              <a:gd name="T47" fmla="*/ 934 h 1225"/>
              <a:gd name="T48" fmla="*/ 114 w 1107"/>
              <a:gd name="T49" fmla="*/ 934 h 1225"/>
              <a:gd name="T50" fmla="*/ 114 w 1107"/>
              <a:gd name="T51" fmla="*/ 5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07" h="1225">
                <a:moveTo>
                  <a:pt x="552" y="0"/>
                </a:moveTo>
                <a:lnTo>
                  <a:pt x="1106" y="292"/>
                </a:lnTo>
                <a:lnTo>
                  <a:pt x="1106" y="410"/>
                </a:lnTo>
                <a:lnTo>
                  <a:pt x="0" y="410"/>
                </a:lnTo>
                <a:lnTo>
                  <a:pt x="0" y="292"/>
                </a:lnTo>
                <a:lnTo>
                  <a:pt x="552" y="0"/>
                </a:lnTo>
                <a:close/>
                <a:moveTo>
                  <a:pt x="989" y="524"/>
                </a:moveTo>
                <a:lnTo>
                  <a:pt x="989" y="934"/>
                </a:lnTo>
                <a:lnTo>
                  <a:pt x="814" y="934"/>
                </a:lnTo>
                <a:lnTo>
                  <a:pt x="814" y="524"/>
                </a:lnTo>
                <a:lnTo>
                  <a:pt x="989" y="524"/>
                </a:lnTo>
                <a:close/>
                <a:moveTo>
                  <a:pt x="0" y="1224"/>
                </a:moveTo>
                <a:lnTo>
                  <a:pt x="0" y="1049"/>
                </a:lnTo>
                <a:lnTo>
                  <a:pt x="1106" y="1049"/>
                </a:lnTo>
                <a:lnTo>
                  <a:pt x="1106" y="1224"/>
                </a:lnTo>
                <a:lnTo>
                  <a:pt x="0" y="1224"/>
                </a:lnTo>
                <a:close/>
                <a:moveTo>
                  <a:pt x="464" y="524"/>
                </a:moveTo>
                <a:lnTo>
                  <a:pt x="639" y="524"/>
                </a:lnTo>
                <a:lnTo>
                  <a:pt x="639" y="934"/>
                </a:lnTo>
                <a:lnTo>
                  <a:pt x="464" y="934"/>
                </a:lnTo>
                <a:lnTo>
                  <a:pt x="464" y="524"/>
                </a:lnTo>
                <a:close/>
                <a:moveTo>
                  <a:pt x="114" y="524"/>
                </a:moveTo>
                <a:lnTo>
                  <a:pt x="289" y="524"/>
                </a:lnTo>
                <a:lnTo>
                  <a:pt x="289" y="934"/>
                </a:lnTo>
                <a:lnTo>
                  <a:pt x="114" y="934"/>
                </a:lnTo>
                <a:lnTo>
                  <a:pt x="114" y="5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9" name="Freeform 83">
            <a:extLst>
              <a:ext uri="{FF2B5EF4-FFF2-40B4-BE49-F238E27FC236}">
                <a16:creationId xmlns:a16="http://schemas.microsoft.com/office/drawing/2014/main" xmlns="" id="{052C0065-CC0B-4B17-9B86-C7CDC8951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11" y="1933497"/>
            <a:ext cx="293687" cy="419100"/>
          </a:xfrm>
          <a:custGeom>
            <a:avLst/>
            <a:gdLst>
              <a:gd name="T0" fmla="*/ 457 w 816"/>
              <a:gd name="T1" fmla="*/ 932 h 1165"/>
              <a:gd name="T2" fmla="*/ 577 w 816"/>
              <a:gd name="T3" fmla="*/ 932 h 1165"/>
              <a:gd name="T4" fmla="*/ 290 w 816"/>
              <a:gd name="T5" fmla="*/ 1164 h 1165"/>
              <a:gd name="T6" fmla="*/ 0 w 816"/>
              <a:gd name="T7" fmla="*/ 874 h 1165"/>
              <a:gd name="T8" fmla="*/ 233 w 816"/>
              <a:gd name="T9" fmla="*/ 587 h 1165"/>
              <a:gd name="T10" fmla="*/ 233 w 816"/>
              <a:gd name="T11" fmla="*/ 708 h 1165"/>
              <a:gd name="T12" fmla="*/ 115 w 816"/>
              <a:gd name="T13" fmla="*/ 874 h 1165"/>
              <a:gd name="T14" fmla="*/ 290 w 816"/>
              <a:gd name="T15" fmla="*/ 1049 h 1165"/>
              <a:gd name="T16" fmla="*/ 457 w 816"/>
              <a:gd name="T17" fmla="*/ 932 h 1165"/>
              <a:gd name="T18" fmla="*/ 465 w 816"/>
              <a:gd name="T19" fmla="*/ 306 h 1165"/>
              <a:gd name="T20" fmla="*/ 468 w 816"/>
              <a:gd name="T21" fmla="*/ 306 h 1165"/>
              <a:gd name="T22" fmla="*/ 468 w 816"/>
              <a:gd name="T23" fmla="*/ 309 h 1165"/>
              <a:gd name="T24" fmla="*/ 503 w 816"/>
              <a:gd name="T25" fmla="*/ 333 h 1165"/>
              <a:gd name="T26" fmla="*/ 580 w 816"/>
              <a:gd name="T27" fmla="*/ 418 h 1165"/>
              <a:gd name="T28" fmla="*/ 815 w 816"/>
              <a:gd name="T29" fmla="*/ 524 h 1165"/>
              <a:gd name="T30" fmla="*/ 815 w 816"/>
              <a:gd name="T31" fmla="*/ 639 h 1165"/>
              <a:gd name="T32" fmla="*/ 525 w 816"/>
              <a:gd name="T33" fmla="*/ 527 h 1165"/>
              <a:gd name="T34" fmla="*/ 525 w 816"/>
              <a:gd name="T35" fmla="*/ 727 h 1165"/>
              <a:gd name="T36" fmla="*/ 700 w 816"/>
              <a:gd name="T37" fmla="*/ 727 h 1165"/>
              <a:gd name="T38" fmla="*/ 815 w 816"/>
              <a:gd name="T39" fmla="*/ 844 h 1165"/>
              <a:gd name="T40" fmla="*/ 815 w 816"/>
              <a:gd name="T41" fmla="*/ 1164 h 1165"/>
              <a:gd name="T42" fmla="*/ 700 w 816"/>
              <a:gd name="T43" fmla="*/ 1164 h 1165"/>
              <a:gd name="T44" fmla="*/ 700 w 816"/>
              <a:gd name="T45" fmla="*/ 874 h 1165"/>
              <a:gd name="T46" fmla="*/ 408 w 816"/>
              <a:gd name="T47" fmla="*/ 874 h 1165"/>
              <a:gd name="T48" fmla="*/ 290 w 816"/>
              <a:gd name="T49" fmla="*/ 757 h 1165"/>
              <a:gd name="T50" fmla="*/ 290 w 816"/>
              <a:gd name="T51" fmla="*/ 412 h 1165"/>
              <a:gd name="T52" fmla="*/ 290 w 816"/>
              <a:gd name="T53" fmla="*/ 412 h 1165"/>
              <a:gd name="T54" fmla="*/ 465 w 816"/>
              <a:gd name="T55" fmla="*/ 306 h 1165"/>
              <a:gd name="T56" fmla="*/ 290 w 816"/>
              <a:gd name="T57" fmla="*/ 115 h 1165"/>
              <a:gd name="T58" fmla="*/ 408 w 816"/>
              <a:gd name="T59" fmla="*/ 0 h 1165"/>
              <a:gd name="T60" fmla="*/ 525 w 816"/>
              <a:gd name="T61" fmla="*/ 115 h 1165"/>
              <a:gd name="T62" fmla="*/ 408 w 816"/>
              <a:gd name="T63" fmla="*/ 232 h 1165"/>
              <a:gd name="T64" fmla="*/ 290 w 816"/>
              <a:gd name="T65" fmla="*/ 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816" h="1165">
                <a:moveTo>
                  <a:pt x="457" y="932"/>
                </a:moveTo>
                <a:lnTo>
                  <a:pt x="577" y="932"/>
                </a:lnTo>
                <a:cubicBezTo>
                  <a:pt x="550" y="1065"/>
                  <a:pt x="432" y="1164"/>
                  <a:pt x="290" y="1164"/>
                </a:cubicBezTo>
                <a:cubicBezTo>
                  <a:pt x="129" y="1164"/>
                  <a:pt x="0" y="1035"/>
                  <a:pt x="0" y="874"/>
                </a:cubicBezTo>
                <a:cubicBezTo>
                  <a:pt x="0" y="732"/>
                  <a:pt x="99" y="615"/>
                  <a:pt x="233" y="587"/>
                </a:cubicBezTo>
                <a:lnTo>
                  <a:pt x="233" y="708"/>
                </a:lnTo>
                <a:cubicBezTo>
                  <a:pt x="164" y="732"/>
                  <a:pt x="115" y="798"/>
                  <a:pt x="115" y="874"/>
                </a:cubicBezTo>
                <a:cubicBezTo>
                  <a:pt x="115" y="970"/>
                  <a:pt x="194" y="1049"/>
                  <a:pt x="290" y="1049"/>
                </a:cubicBezTo>
                <a:cubicBezTo>
                  <a:pt x="366" y="1049"/>
                  <a:pt x="432" y="1000"/>
                  <a:pt x="457" y="932"/>
                </a:cubicBezTo>
                <a:close/>
                <a:moveTo>
                  <a:pt x="465" y="306"/>
                </a:moveTo>
                <a:lnTo>
                  <a:pt x="468" y="306"/>
                </a:lnTo>
                <a:lnTo>
                  <a:pt x="468" y="309"/>
                </a:lnTo>
                <a:cubicBezTo>
                  <a:pt x="481" y="314"/>
                  <a:pt x="492" y="322"/>
                  <a:pt x="503" y="333"/>
                </a:cubicBezTo>
                <a:lnTo>
                  <a:pt x="580" y="418"/>
                </a:lnTo>
                <a:cubicBezTo>
                  <a:pt x="637" y="481"/>
                  <a:pt x="725" y="524"/>
                  <a:pt x="815" y="524"/>
                </a:cubicBezTo>
                <a:lnTo>
                  <a:pt x="815" y="639"/>
                </a:lnTo>
                <a:cubicBezTo>
                  <a:pt x="714" y="639"/>
                  <a:pt x="602" y="590"/>
                  <a:pt x="525" y="527"/>
                </a:cubicBezTo>
                <a:lnTo>
                  <a:pt x="525" y="727"/>
                </a:lnTo>
                <a:lnTo>
                  <a:pt x="700" y="727"/>
                </a:lnTo>
                <a:cubicBezTo>
                  <a:pt x="763" y="727"/>
                  <a:pt x="815" y="781"/>
                  <a:pt x="815" y="844"/>
                </a:cubicBezTo>
                <a:lnTo>
                  <a:pt x="815" y="1164"/>
                </a:lnTo>
                <a:lnTo>
                  <a:pt x="700" y="1164"/>
                </a:lnTo>
                <a:lnTo>
                  <a:pt x="700" y="874"/>
                </a:lnTo>
                <a:lnTo>
                  <a:pt x="408" y="874"/>
                </a:lnTo>
                <a:cubicBezTo>
                  <a:pt x="345" y="874"/>
                  <a:pt x="290" y="820"/>
                  <a:pt x="290" y="757"/>
                </a:cubicBezTo>
                <a:lnTo>
                  <a:pt x="290" y="412"/>
                </a:lnTo>
                <a:lnTo>
                  <a:pt x="290" y="412"/>
                </a:lnTo>
                <a:cubicBezTo>
                  <a:pt x="290" y="330"/>
                  <a:pt x="381" y="258"/>
                  <a:pt x="465" y="306"/>
                </a:cubicBezTo>
                <a:close/>
                <a:moveTo>
                  <a:pt x="290" y="115"/>
                </a:moveTo>
                <a:cubicBezTo>
                  <a:pt x="290" y="49"/>
                  <a:pt x="342" y="0"/>
                  <a:pt x="408" y="0"/>
                </a:cubicBezTo>
                <a:cubicBezTo>
                  <a:pt x="473" y="0"/>
                  <a:pt x="525" y="49"/>
                  <a:pt x="525" y="115"/>
                </a:cubicBezTo>
                <a:cubicBezTo>
                  <a:pt x="525" y="180"/>
                  <a:pt x="473" y="232"/>
                  <a:pt x="408" y="232"/>
                </a:cubicBezTo>
                <a:cubicBezTo>
                  <a:pt x="342" y="232"/>
                  <a:pt x="290" y="180"/>
                  <a:pt x="290" y="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C935A35-81C2-409B-B2A3-00575FA92810}"/>
              </a:ext>
            </a:extLst>
          </p:cNvPr>
          <p:cNvGrpSpPr/>
          <p:nvPr/>
        </p:nvGrpSpPr>
        <p:grpSpPr>
          <a:xfrm>
            <a:off x="7841034" y="5271310"/>
            <a:ext cx="3319071" cy="944774"/>
            <a:chOff x="7841034" y="4976882"/>
            <a:chExt cx="3319071" cy="944774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8005C786-9459-4A13-843F-540E6AD63BA6}"/>
                </a:ext>
              </a:extLst>
            </p:cNvPr>
            <p:cNvSpPr txBox="1"/>
            <p:nvPr/>
          </p:nvSpPr>
          <p:spPr>
            <a:xfrm>
              <a:off x="9050593" y="5051321"/>
              <a:ext cx="21095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Your Lawn Knows</a:t>
              </a:r>
            </a:p>
          </p:txBody>
        </p:sp>
        <p:sp>
          <p:nvSpPr>
            <p:cNvPr id="105" name="7 CuadroTexto">
              <a:extLst>
                <a:ext uri="{FF2B5EF4-FFF2-40B4-BE49-F238E27FC236}">
                  <a16:creationId xmlns:a16="http://schemas.microsoft.com/office/drawing/2014/main" xmlns="" id="{92DFE397-2978-4447-A203-0E2E6885DB61}"/>
                </a:ext>
              </a:extLst>
            </p:cNvPr>
            <p:cNvSpPr txBox="1"/>
            <p:nvPr/>
          </p:nvSpPr>
          <p:spPr>
            <a:xfrm>
              <a:off x="9050592" y="5329152"/>
              <a:ext cx="2109512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</a:t>
              </a:r>
              <a:endParaRPr lang="en-US" sz="1200" dirty="0">
                <a:solidFill>
                  <a:schemeClr val="tx2">
                    <a:lumMod val="50000"/>
                    <a:lumOff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xmlns="" id="{5D865E49-6111-447A-8A7C-8BD6BA6B2F97}"/>
                </a:ext>
              </a:extLst>
            </p:cNvPr>
            <p:cNvSpPr/>
            <p:nvPr/>
          </p:nvSpPr>
          <p:spPr>
            <a:xfrm>
              <a:off x="7841034" y="4976882"/>
              <a:ext cx="944774" cy="9447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21" name="Freeform 123">
              <a:extLst>
                <a:ext uri="{FF2B5EF4-FFF2-40B4-BE49-F238E27FC236}">
                  <a16:creationId xmlns:a16="http://schemas.microsoft.com/office/drawing/2014/main" xmlns="" id="{B214261A-7C75-4AFC-9029-AE89A5B41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3871" y="5239719"/>
              <a:ext cx="419100" cy="419100"/>
            </a:xfrm>
            <a:custGeom>
              <a:avLst/>
              <a:gdLst>
                <a:gd name="T0" fmla="*/ 582 w 1165"/>
                <a:gd name="T1" fmla="*/ 700 h 1165"/>
                <a:gd name="T2" fmla="*/ 814 w 1165"/>
                <a:gd name="T3" fmla="*/ 465 h 1165"/>
                <a:gd name="T4" fmla="*/ 350 w 1165"/>
                <a:gd name="T5" fmla="*/ 465 h 1165"/>
                <a:gd name="T6" fmla="*/ 582 w 1165"/>
                <a:gd name="T7" fmla="*/ 700 h 1165"/>
                <a:gd name="T8" fmla="*/ 582 w 1165"/>
                <a:gd name="T9" fmla="*/ 0 h 1165"/>
                <a:gd name="T10" fmla="*/ 1164 w 1165"/>
                <a:gd name="T11" fmla="*/ 582 h 1165"/>
                <a:gd name="T12" fmla="*/ 582 w 1165"/>
                <a:gd name="T13" fmla="*/ 1164 h 1165"/>
                <a:gd name="T14" fmla="*/ 0 w 1165"/>
                <a:gd name="T15" fmla="*/ 582 h 1165"/>
                <a:gd name="T16" fmla="*/ 582 w 1165"/>
                <a:gd name="T17" fmla="*/ 0 h 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5" h="1165">
                  <a:moveTo>
                    <a:pt x="582" y="700"/>
                  </a:moveTo>
                  <a:lnTo>
                    <a:pt x="814" y="465"/>
                  </a:lnTo>
                  <a:lnTo>
                    <a:pt x="350" y="465"/>
                  </a:lnTo>
                  <a:lnTo>
                    <a:pt x="582" y="700"/>
                  </a:lnTo>
                  <a:close/>
                  <a:moveTo>
                    <a:pt x="582" y="0"/>
                  </a:moveTo>
                  <a:cubicBezTo>
                    <a:pt x="904" y="0"/>
                    <a:pt x="1164" y="260"/>
                    <a:pt x="1164" y="582"/>
                  </a:cubicBezTo>
                  <a:cubicBezTo>
                    <a:pt x="1164" y="905"/>
                    <a:pt x="905" y="1164"/>
                    <a:pt x="582" y="1164"/>
                  </a:cubicBezTo>
                  <a:cubicBezTo>
                    <a:pt x="260" y="1164"/>
                    <a:pt x="0" y="905"/>
                    <a:pt x="0" y="582"/>
                  </a:cubicBezTo>
                  <a:cubicBezTo>
                    <a:pt x="0" y="260"/>
                    <a:pt x="259" y="0"/>
                    <a:pt x="582" y="0"/>
                  </a:cubicBezTo>
                  <a:close/>
                </a:path>
              </a:pathLst>
            </a:cu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0497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54B7A431-8868-4A1E-A047-B37C4C418ABA}"/>
              </a:ext>
            </a:extLst>
          </p:cNvPr>
          <p:cNvSpPr/>
          <p:nvPr/>
        </p:nvSpPr>
        <p:spPr>
          <a:xfrm>
            <a:off x="0" y="1645459"/>
            <a:ext cx="12192000" cy="3049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D9726001-CBBC-4C6C-BB7A-09FBDE0A8666}"/>
              </a:ext>
            </a:extLst>
          </p:cNvPr>
          <p:cNvSpPr txBox="1"/>
          <p:nvPr/>
        </p:nvSpPr>
        <p:spPr>
          <a:xfrm>
            <a:off x="2969012" y="612588"/>
            <a:ext cx="6253977" cy="39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Source Sans Pro" panose="020B0503030403020204" pitchFamily="34" charset="0"/>
              </a:rPr>
              <a:t>Bringing Law School Into Your Home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04CCC76E-5C03-4604-9482-F9C1870F5DE9}"/>
              </a:ext>
            </a:extLst>
          </p:cNvPr>
          <p:cNvSpPr txBox="1"/>
          <p:nvPr/>
        </p:nvSpPr>
        <p:spPr>
          <a:xfrm>
            <a:off x="484335" y="5248981"/>
            <a:ext cx="20805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Your Lawn's Beautician</a:t>
            </a:r>
          </a:p>
        </p:txBody>
      </p:sp>
      <p:sp>
        <p:nvSpPr>
          <p:cNvPr id="58" name="7 CuadroTexto">
            <a:extLst>
              <a:ext uri="{FF2B5EF4-FFF2-40B4-BE49-F238E27FC236}">
                <a16:creationId xmlns:a16="http://schemas.microsoft.com/office/drawing/2014/main" xmlns="" id="{5354BFBA-EDAD-4F07-9835-A6C5F6BEAE06}"/>
              </a:ext>
            </a:extLst>
          </p:cNvPr>
          <p:cNvSpPr txBox="1"/>
          <p:nvPr/>
        </p:nvSpPr>
        <p:spPr>
          <a:xfrm>
            <a:off x="484335" y="5553361"/>
            <a:ext cx="2080531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it unknown printer took a galley of type and it to.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0A22C381-E9E5-485C-A544-0F175940F466}"/>
              </a:ext>
            </a:extLst>
          </p:cNvPr>
          <p:cNvSpPr txBox="1"/>
          <p:nvPr/>
        </p:nvSpPr>
        <p:spPr>
          <a:xfrm>
            <a:off x="3529746" y="5248981"/>
            <a:ext cx="20805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60" name="7 CuadroTexto">
            <a:extLst>
              <a:ext uri="{FF2B5EF4-FFF2-40B4-BE49-F238E27FC236}">
                <a16:creationId xmlns:a16="http://schemas.microsoft.com/office/drawing/2014/main" xmlns="" id="{2DB0EFA9-37F6-4F28-A7FF-5EB93A0E22B3}"/>
              </a:ext>
            </a:extLst>
          </p:cNvPr>
          <p:cNvSpPr txBox="1"/>
          <p:nvPr/>
        </p:nvSpPr>
        <p:spPr>
          <a:xfrm>
            <a:off x="3529746" y="5553361"/>
            <a:ext cx="2080531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it unknown printer took a galley of type and it to.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85A7C4A5-5F8A-4F1C-991C-41EE471CEF08}"/>
              </a:ext>
            </a:extLst>
          </p:cNvPr>
          <p:cNvSpPr txBox="1"/>
          <p:nvPr/>
        </p:nvSpPr>
        <p:spPr>
          <a:xfrm>
            <a:off x="6581724" y="5248981"/>
            <a:ext cx="20805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Lawyers. Just Different</a:t>
            </a:r>
          </a:p>
        </p:txBody>
      </p:sp>
      <p:sp>
        <p:nvSpPr>
          <p:cNvPr id="64" name="7 CuadroTexto">
            <a:extLst>
              <a:ext uri="{FF2B5EF4-FFF2-40B4-BE49-F238E27FC236}">
                <a16:creationId xmlns:a16="http://schemas.microsoft.com/office/drawing/2014/main" xmlns="" id="{58B03AC6-E027-4E6D-85C1-4685D54B08D0}"/>
              </a:ext>
            </a:extLst>
          </p:cNvPr>
          <p:cNvSpPr txBox="1"/>
          <p:nvPr/>
        </p:nvSpPr>
        <p:spPr>
          <a:xfrm>
            <a:off x="6581724" y="5553361"/>
            <a:ext cx="2080531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it unknown printer took a galley of type and it to.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B72A5929-E1A1-42D1-BD99-CFC1CEC70FA4}"/>
              </a:ext>
            </a:extLst>
          </p:cNvPr>
          <p:cNvSpPr txBox="1"/>
          <p:nvPr/>
        </p:nvSpPr>
        <p:spPr>
          <a:xfrm>
            <a:off x="9637276" y="5248981"/>
            <a:ext cx="20805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Law, Less Ordinary</a:t>
            </a:r>
          </a:p>
        </p:txBody>
      </p:sp>
      <p:sp>
        <p:nvSpPr>
          <p:cNvPr id="66" name="7 CuadroTexto">
            <a:extLst>
              <a:ext uri="{FF2B5EF4-FFF2-40B4-BE49-F238E27FC236}">
                <a16:creationId xmlns:a16="http://schemas.microsoft.com/office/drawing/2014/main" xmlns="" id="{3418C0C2-6AB0-4E2E-9300-7DBB528C2448}"/>
              </a:ext>
            </a:extLst>
          </p:cNvPr>
          <p:cNvSpPr txBox="1"/>
          <p:nvPr/>
        </p:nvSpPr>
        <p:spPr>
          <a:xfrm>
            <a:off x="9637276" y="5553361"/>
            <a:ext cx="2080531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it unknown printer took a galley of type and it to.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xmlns="" id="{E9D6BAA9-9C3E-4D92-9B82-5EDDB02551EC}"/>
              </a:ext>
            </a:extLst>
          </p:cNvPr>
          <p:cNvGrpSpPr/>
          <p:nvPr/>
        </p:nvGrpSpPr>
        <p:grpSpPr>
          <a:xfrm>
            <a:off x="881160" y="2524962"/>
            <a:ext cx="1286880" cy="1290194"/>
            <a:chOff x="5319495" y="3918784"/>
            <a:chExt cx="736954" cy="738853"/>
          </a:xfrm>
        </p:grpSpPr>
        <p:sp>
          <p:nvSpPr>
            <p:cNvPr id="68" name="Freeform 2">
              <a:extLst>
                <a:ext uri="{FF2B5EF4-FFF2-40B4-BE49-F238E27FC236}">
                  <a16:creationId xmlns:a16="http://schemas.microsoft.com/office/drawing/2014/main" xmlns="" id="{5801A2E7-A968-4EDE-9484-946E23439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5294" y="4152405"/>
              <a:ext cx="123458" cy="123459"/>
            </a:xfrm>
            <a:custGeom>
              <a:avLst/>
              <a:gdLst>
                <a:gd name="T0" fmla="*/ 286 w 287"/>
                <a:gd name="T1" fmla="*/ 143 h 287"/>
                <a:gd name="T2" fmla="*/ 143 w 287"/>
                <a:gd name="T3" fmla="*/ 286 h 287"/>
                <a:gd name="T4" fmla="*/ 0 w 287"/>
                <a:gd name="T5" fmla="*/ 143 h 287"/>
                <a:gd name="T6" fmla="*/ 143 w 287"/>
                <a:gd name="T7" fmla="*/ 0 h 287"/>
                <a:gd name="T8" fmla="*/ 286 w 287"/>
                <a:gd name="T9" fmla="*/ 143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" h="287">
                  <a:moveTo>
                    <a:pt x="286" y="143"/>
                  </a:moveTo>
                  <a:cubicBezTo>
                    <a:pt x="286" y="221"/>
                    <a:pt x="221" y="286"/>
                    <a:pt x="143" y="286"/>
                  </a:cubicBezTo>
                  <a:cubicBezTo>
                    <a:pt x="65" y="286"/>
                    <a:pt x="0" y="221"/>
                    <a:pt x="0" y="143"/>
                  </a:cubicBezTo>
                  <a:cubicBezTo>
                    <a:pt x="0" y="64"/>
                    <a:pt x="65" y="0"/>
                    <a:pt x="143" y="0"/>
                  </a:cubicBezTo>
                  <a:cubicBezTo>
                    <a:pt x="221" y="0"/>
                    <a:pt x="286" y="64"/>
                    <a:pt x="286" y="14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Freeform 3">
              <a:extLst>
                <a:ext uri="{FF2B5EF4-FFF2-40B4-BE49-F238E27FC236}">
                  <a16:creationId xmlns:a16="http://schemas.microsoft.com/office/drawing/2014/main" xmlns="" id="{A228F220-3CB0-4C2D-92DF-3216CD58D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0438" y="4197990"/>
              <a:ext cx="396968" cy="459647"/>
            </a:xfrm>
            <a:custGeom>
              <a:avLst/>
              <a:gdLst>
                <a:gd name="T0" fmla="*/ 884 w 923"/>
                <a:gd name="T1" fmla="*/ 157 h 1067"/>
                <a:gd name="T2" fmla="*/ 660 w 923"/>
                <a:gd name="T3" fmla="*/ 351 h 1067"/>
                <a:gd name="T4" fmla="*/ 660 w 923"/>
                <a:gd name="T5" fmla="*/ 982 h 1067"/>
                <a:gd name="T6" fmla="*/ 576 w 923"/>
                <a:gd name="T7" fmla="*/ 1066 h 1067"/>
                <a:gd name="T8" fmla="*/ 492 w 923"/>
                <a:gd name="T9" fmla="*/ 982 h 1067"/>
                <a:gd name="T10" fmla="*/ 492 w 923"/>
                <a:gd name="T11" fmla="*/ 679 h 1067"/>
                <a:gd name="T12" fmla="*/ 430 w 923"/>
                <a:gd name="T13" fmla="*/ 679 h 1067"/>
                <a:gd name="T14" fmla="*/ 430 w 923"/>
                <a:gd name="T15" fmla="*/ 979 h 1067"/>
                <a:gd name="T16" fmla="*/ 346 w 923"/>
                <a:gd name="T17" fmla="*/ 1063 h 1067"/>
                <a:gd name="T18" fmla="*/ 262 w 923"/>
                <a:gd name="T19" fmla="*/ 979 h 1067"/>
                <a:gd name="T20" fmla="*/ 262 w 923"/>
                <a:gd name="T21" fmla="*/ 352 h 1067"/>
                <a:gd name="T22" fmla="*/ 38 w 923"/>
                <a:gd name="T23" fmla="*/ 157 h 1067"/>
                <a:gd name="T24" fmla="*/ 30 w 923"/>
                <a:gd name="T25" fmla="*/ 38 h 1067"/>
                <a:gd name="T26" fmla="*/ 151 w 923"/>
                <a:gd name="T27" fmla="*/ 30 h 1067"/>
                <a:gd name="T28" fmla="*/ 398 w 923"/>
                <a:gd name="T29" fmla="*/ 243 h 1067"/>
                <a:gd name="T30" fmla="*/ 533 w 923"/>
                <a:gd name="T31" fmla="*/ 243 h 1067"/>
                <a:gd name="T32" fmla="*/ 782 w 923"/>
                <a:gd name="T33" fmla="*/ 30 h 1067"/>
                <a:gd name="T34" fmla="*/ 901 w 923"/>
                <a:gd name="T35" fmla="*/ 38 h 1067"/>
                <a:gd name="T36" fmla="*/ 884 w 923"/>
                <a:gd name="T37" fmla="*/ 157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23" h="1067">
                  <a:moveTo>
                    <a:pt x="884" y="157"/>
                  </a:moveTo>
                  <a:lnTo>
                    <a:pt x="660" y="351"/>
                  </a:lnTo>
                  <a:lnTo>
                    <a:pt x="660" y="982"/>
                  </a:lnTo>
                  <a:cubicBezTo>
                    <a:pt x="660" y="1028"/>
                    <a:pt x="622" y="1066"/>
                    <a:pt x="576" y="1066"/>
                  </a:cubicBezTo>
                  <a:cubicBezTo>
                    <a:pt x="530" y="1066"/>
                    <a:pt x="492" y="1028"/>
                    <a:pt x="492" y="982"/>
                  </a:cubicBezTo>
                  <a:lnTo>
                    <a:pt x="492" y="679"/>
                  </a:lnTo>
                  <a:lnTo>
                    <a:pt x="430" y="679"/>
                  </a:lnTo>
                  <a:lnTo>
                    <a:pt x="430" y="979"/>
                  </a:lnTo>
                  <a:cubicBezTo>
                    <a:pt x="430" y="1025"/>
                    <a:pt x="392" y="1063"/>
                    <a:pt x="346" y="1063"/>
                  </a:cubicBezTo>
                  <a:cubicBezTo>
                    <a:pt x="300" y="1063"/>
                    <a:pt x="262" y="1025"/>
                    <a:pt x="262" y="979"/>
                  </a:cubicBezTo>
                  <a:lnTo>
                    <a:pt x="262" y="352"/>
                  </a:lnTo>
                  <a:lnTo>
                    <a:pt x="38" y="157"/>
                  </a:lnTo>
                  <a:cubicBezTo>
                    <a:pt x="0" y="124"/>
                    <a:pt x="0" y="70"/>
                    <a:pt x="30" y="38"/>
                  </a:cubicBezTo>
                  <a:cubicBezTo>
                    <a:pt x="59" y="3"/>
                    <a:pt x="116" y="0"/>
                    <a:pt x="151" y="30"/>
                  </a:cubicBezTo>
                  <a:lnTo>
                    <a:pt x="398" y="243"/>
                  </a:lnTo>
                  <a:lnTo>
                    <a:pt x="533" y="243"/>
                  </a:lnTo>
                  <a:lnTo>
                    <a:pt x="782" y="30"/>
                  </a:lnTo>
                  <a:cubicBezTo>
                    <a:pt x="817" y="0"/>
                    <a:pt x="871" y="5"/>
                    <a:pt x="901" y="38"/>
                  </a:cubicBezTo>
                  <a:cubicBezTo>
                    <a:pt x="922" y="70"/>
                    <a:pt x="920" y="124"/>
                    <a:pt x="884" y="15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4">
              <a:extLst>
                <a:ext uri="{FF2B5EF4-FFF2-40B4-BE49-F238E27FC236}">
                  <a16:creationId xmlns:a16="http://schemas.microsoft.com/office/drawing/2014/main" xmlns="" id="{B1D8DD54-1FEF-4121-8B7B-C269C6103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495" y="4192292"/>
              <a:ext cx="220326" cy="448250"/>
            </a:xfrm>
            <a:custGeom>
              <a:avLst/>
              <a:gdLst>
                <a:gd name="T0" fmla="*/ 474 w 512"/>
                <a:gd name="T1" fmla="*/ 1038 h 1039"/>
                <a:gd name="T2" fmla="*/ 254 w 512"/>
                <a:gd name="T3" fmla="*/ 1038 h 1039"/>
                <a:gd name="T4" fmla="*/ 108 w 512"/>
                <a:gd name="T5" fmla="*/ 733 h 1039"/>
                <a:gd name="T6" fmla="*/ 24 w 512"/>
                <a:gd name="T7" fmla="*/ 457 h 1039"/>
                <a:gd name="T8" fmla="*/ 103 w 512"/>
                <a:gd name="T9" fmla="*/ 16 h 1039"/>
                <a:gd name="T10" fmla="*/ 141 w 512"/>
                <a:gd name="T11" fmla="*/ 338 h 1039"/>
                <a:gd name="T12" fmla="*/ 130 w 512"/>
                <a:gd name="T13" fmla="*/ 411 h 1039"/>
                <a:gd name="T14" fmla="*/ 208 w 512"/>
                <a:gd name="T15" fmla="*/ 603 h 1039"/>
                <a:gd name="T16" fmla="*/ 244 w 512"/>
                <a:gd name="T17" fmla="*/ 616 h 1039"/>
                <a:gd name="T18" fmla="*/ 260 w 512"/>
                <a:gd name="T19" fmla="*/ 581 h 1039"/>
                <a:gd name="T20" fmla="*/ 179 w 512"/>
                <a:gd name="T21" fmla="*/ 392 h 1039"/>
                <a:gd name="T22" fmla="*/ 184 w 512"/>
                <a:gd name="T23" fmla="*/ 367 h 1039"/>
                <a:gd name="T24" fmla="*/ 184 w 512"/>
                <a:gd name="T25" fmla="*/ 367 h 1039"/>
                <a:gd name="T26" fmla="*/ 187 w 512"/>
                <a:gd name="T27" fmla="*/ 367 h 1039"/>
                <a:gd name="T28" fmla="*/ 192 w 512"/>
                <a:gd name="T29" fmla="*/ 365 h 1039"/>
                <a:gd name="T30" fmla="*/ 219 w 512"/>
                <a:gd name="T31" fmla="*/ 376 h 1039"/>
                <a:gd name="T32" fmla="*/ 406 w 512"/>
                <a:gd name="T33" fmla="*/ 689 h 1039"/>
                <a:gd name="T34" fmla="*/ 433 w 512"/>
                <a:gd name="T35" fmla="*/ 722 h 1039"/>
                <a:gd name="T36" fmla="*/ 474 w 512"/>
                <a:gd name="T37" fmla="*/ 1038 h 1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12" h="1039">
                  <a:moveTo>
                    <a:pt x="474" y="1038"/>
                  </a:moveTo>
                  <a:lnTo>
                    <a:pt x="254" y="1038"/>
                  </a:lnTo>
                  <a:cubicBezTo>
                    <a:pt x="238" y="873"/>
                    <a:pt x="114" y="741"/>
                    <a:pt x="108" y="733"/>
                  </a:cubicBezTo>
                  <a:cubicBezTo>
                    <a:pt x="0" y="616"/>
                    <a:pt x="24" y="459"/>
                    <a:pt x="24" y="457"/>
                  </a:cubicBezTo>
                  <a:cubicBezTo>
                    <a:pt x="87" y="48"/>
                    <a:pt x="79" y="0"/>
                    <a:pt x="103" y="16"/>
                  </a:cubicBezTo>
                  <a:cubicBezTo>
                    <a:pt x="149" y="40"/>
                    <a:pt x="133" y="94"/>
                    <a:pt x="141" y="338"/>
                  </a:cubicBezTo>
                  <a:cubicBezTo>
                    <a:pt x="122" y="359"/>
                    <a:pt x="119" y="386"/>
                    <a:pt x="130" y="411"/>
                  </a:cubicBezTo>
                  <a:lnTo>
                    <a:pt x="208" y="603"/>
                  </a:lnTo>
                  <a:cubicBezTo>
                    <a:pt x="214" y="616"/>
                    <a:pt x="230" y="624"/>
                    <a:pt x="244" y="616"/>
                  </a:cubicBezTo>
                  <a:cubicBezTo>
                    <a:pt x="257" y="611"/>
                    <a:pt x="265" y="595"/>
                    <a:pt x="260" y="581"/>
                  </a:cubicBezTo>
                  <a:lnTo>
                    <a:pt x="179" y="392"/>
                  </a:lnTo>
                  <a:cubicBezTo>
                    <a:pt x="176" y="384"/>
                    <a:pt x="176" y="373"/>
                    <a:pt x="184" y="367"/>
                  </a:cubicBezTo>
                  <a:lnTo>
                    <a:pt x="184" y="367"/>
                  </a:lnTo>
                  <a:cubicBezTo>
                    <a:pt x="184" y="367"/>
                    <a:pt x="184" y="367"/>
                    <a:pt x="187" y="367"/>
                  </a:cubicBezTo>
                  <a:cubicBezTo>
                    <a:pt x="187" y="367"/>
                    <a:pt x="190" y="365"/>
                    <a:pt x="192" y="365"/>
                  </a:cubicBezTo>
                  <a:cubicBezTo>
                    <a:pt x="203" y="359"/>
                    <a:pt x="217" y="365"/>
                    <a:pt x="219" y="376"/>
                  </a:cubicBezTo>
                  <a:cubicBezTo>
                    <a:pt x="265" y="489"/>
                    <a:pt x="330" y="595"/>
                    <a:pt x="406" y="689"/>
                  </a:cubicBezTo>
                  <a:cubicBezTo>
                    <a:pt x="422" y="708"/>
                    <a:pt x="433" y="722"/>
                    <a:pt x="433" y="722"/>
                  </a:cubicBezTo>
                  <a:cubicBezTo>
                    <a:pt x="511" y="822"/>
                    <a:pt x="484" y="982"/>
                    <a:pt x="474" y="103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xmlns="" id="{C336E1F3-E056-4E93-ADF6-EFBABC8AA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0438" y="3922582"/>
              <a:ext cx="153849" cy="169043"/>
            </a:xfrm>
            <a:custGeom>
              <a:avLst/>
              <a:gdLst>
                <a:gd name="T0" fmla="*/ 358 w 359"/>
                <a:gd name="T1" fmla="*/ 0 h 391"/>
                <a:gd name="T2" fmla="*/ 263 w 359"/>
                <a:gd name="T3" fmla="*/ 390 h 391"/>
                <a:gd name="T4" fmla="*/ 130 w 359"/>
                <a:gd name="T5" fmla="*/ 352 h 391"/>
                <a:gd name="T6" fmla="*/ 0 w 359"/>
                <a:gd name="T7" fmla="*/ 387 h 391"/>
                <a:gd name="T8" fmla="*/ 358 w 359"/>
                <a:gd name="T9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91">
                  <a:moveTo>
                    <a:pt x="358" y="0"/>
                  </a:moveTo>
                  <a:cubicBezTo>
                    <a:pt x="304" y="84"/>
                    <a:pt x="271" y="236"/>
                    <a:pt x="263" y="390"/>
                  </a:cubicBezTo>
                  <a:cubicBezTo>
                    <a:pt x="222" y="366"/>
                    <a:pt x="179" y="352"/>
                    <a:pt x="130" y="352"/>
                  </a:cubicBezTo>
                  <a:cubicBezTo>
                    <a:pt x="84" y="352"/>
                    <a:pt x="38" y="366"/>
                    <a:pt x="0" y="387"/>
                  </a:cubicBezTo>
                  <a:cubicBezTo>
                    <a:pt x="25" y="198"/>
                    <a:pt x="171" y="41"/>
                    <a:pt x="358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xmlns="" id="{48CADCD8-B127-4B7D-A36B-E6276A7A2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192" y="3918784"/>
              <a:ext cx="119661" cy="174742"/>
            </a:xfrm>
            <a:custGeom>
              <a:avLst/>
              <a:gdLst>
                <a:gd name="T0" fmla="*/ 276 w 277"/>
                <a:gd name="T1" fmla="*/ 404 h 405"/>
                <a:gd name="T2" fmla="*/ 138 w 277"/>
                <a:gd name="T3" fmla="*/ 363 h 405"/>
                <a:gd name="T4" fmla="*/ 0 w 277"/>
                <a:gd name="T5" fmla="*/ 404 h 405"/>
                <a:gd name="T6" fmla="*/ 138 w 277"/>
                <a:gd name="T7" fmla="*/ 1 h 405"/>
                <a:gd name="T8" fmla="*/ 276 w 277"/>
                <a:gd name="T9" fmla="*/ 404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405">
                  <a:moveTo>
                    <a:pt x="276" y="404"/>
                  </a:moveTo>
                  <a:cubicBezTo>
                    <a:pt x="235" y="377"/>
                    <a:pt x="189" y="363"/>
                    <a:pt x="138" y="363"/>
                  </a:cubicBezTo>
                  <a:cubicBezTo>
                    <a:pt x="89" y="363"/>
                    <a:pt x="41" y="377"/>
                    <a:pt x="0" y="404"/>
                  </a:cubicBezTo>
                  <a:cubicBezTo>
                    <a:pt x="11" y="152"/>
                    <a:pt x="84" y="1"/>
                    <a:pt x="138" y="1"/>
                  </a:cubicBezTo>
                  <a:cubicBezTo>
                    <a:pt x="192" y="0"/>
                    <a:pt x="265" y="152"/>
                    <a:pt x="276" y="40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xmlns="" id="{FD342FCD-89C9-4E70-A0AA-53C5C44D8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859" y="3924481"/>
              <a:ext cx="153848" cy="169044"/>
            </a:xfrm>
            <a:custGeom>
              <a:avLst/>
              <a:gdLst>
                <a:gd name="T0" fmla="*/ 358 w 359"/>
                <a:gd name="T1" fmla="*/ 387 h 391"/>
                <a:gd name="T2" fmla="*/ 228 w 359"/>
                <a:gd name="T3" fmla="*/ 352 h 391"/>
                <a:gd name="T4" fmla="*/ 95 w 359"/>
                <a:gd name="T5" fmla="*/ 390 h 391"/>
                <a:gd name="T6" fmla="*/ 0 w 359"/>
                <a:gd name="T7" fmla="*/ 0 h 391"/>
                <a:gd name="T8" fmla="*/ 358 w 359"/>
                <a:gd name="T9" fmla="*/ 387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9" h="391">
                  <a:moveTo>
                    <a:pt x="358" y="387"/>
                  </a:moveTo>
                  <a:cubicBezTo>
                    <a:pt x="317" y="363"/>
                    <a:pt x="274" y="352"/>
                    <a:pt x="228" y="352"/>
                  </a:cubicBezTo>
                  <a:cubicBezTo>
                    <a:pt x="179" y="352"/>
                    <a:pt x="136" y="365"/>
                    <a:pt x="95" y="390"/>
                  </a:cubicBezTo>
                  <a:cubicBezTo>
                    <a:pt x="90" y="235"/>
                    <a:pt x="57" y="84"/>
                    <a:pt x="0" y="0"/>
                  </a:cubicBezTo>
                  <a:cubicBezTo>
                    <a:pt x="187" y="38"/>
                    <a:pt x="333" y="195"/>
                    <a:pt x="358" y="38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xmlns="" id="{B1C23A8A-26AA-4177-BC7A-89AC37DF2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6123" y="4194191"/>
              <a:ext cx="220326" cy="444452"/>
            </a:xfrm>
            <a:custGeom>
              <a:avLst/>
              <a:gdLst>
                <a:gd name="T0" fmla="*/ 403 w 512"/>
                <a:gd name="T1" fmla="*/ 725 h 1031"/>
                <a:gd name="T2" fmla="*/ 257 w 512"/>
                <a:gd name="T3" fmla="*/ 1030 h 1031"/>
                <a:gd name="T4" fmla="*/ 38 w 512"/>
                <a:gd name="T5" fmla="*/ 1030 h 1031"/>
                <a:gd name="T6" fmla="*/ 79 w 512"/>
                <a:gd name="T7" fmla="*/ 714 h 1031"/>
                <a:gd name="T8" fmla="*/ 293 w 512"/>
                <a:gd name="T9" fmla="*/ 368 h 1031"/>
                <a:gd name="T10" fmla="*/ 320 w 512"/>
                <a:gd name="T11" fmla="*/ 357 h 1031"/>
                <a:gd name="T12" fmla="*/ 325 w 512"/>
                <a:gd name="T13" fmla="*/ 360 h 1031"/>
                <a:gd name="T14" fmla="*/ 328 w 512"/>
                <a:gd name="T15" fmla="*/ 360 h 1031"/>
                <a:gd name="T16" fmla="*/ 328 w 512"/>
                <a:gd name="T17" fmla="*/ 362 h 1031"/>
                <a:gd name="T18" fmla="*/ 333 w 512"/>
                <a:gd name="T19" fmla="*/ 384 h 1031"/>
                <a:gd name="T20" fmla="*/ 255 w 512"/>
                <a:gd name="T21" fmla="*/ 576 h 1031"/>
                <a:gd name="T22" fmla="*/ 268 w 512"/>
                <a:gd name="T23" fmla="*/ 611 h 1031"/>
                <a:gd name="T24" fmla="*/ 303 w 512"/>
                <a:gd name="T25" fmla="*/ 598 h 1031"/>
                <a:gd name="T26" fmla="*/ 382 w 512"/>
                <a:gd name="T27" fmla="*/ 405 h 1031"/>
                <a:gd name="T28" fmla="*/ 374 w 512"/>
                <a:gd name="T29" fmla="*/ 332 h 1031"/>
                <a:gd name="T30" fmla="*/ 379 w 512"/>
                <a:gd name="T31" fmla="*/ 67 h 1031"/>
                <a:gd name="T32" fmla="*/ 422 w 512"/>
                <a:gd name="T33" fmla="*/ 8 h 1031"/>
                <a:gd name="T34" fmla="*/ 489 w 512"/>
                <a:gd name="T35" fmla="*/ 451 h 1031"/>
                <a:gd name="T36" fmla="*/ 403 w 512"/>
                <a:gd name="T37" fmla="*/ 725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12" h="1031">
                  <a:moveTo>
                    <a:pt x="403" y="725"/>
                  </a:moveTo>
                  <a:cubicBezTo>
                    <a:pt x="398" y="730"/>
                    <a:pt x="274" y="863"/>
                    <a:pt x="257" y="1030"/>
                  </a:cubicBezTo>
                  <a:lnTo>
                    <a:pt x="38" y="1030"/>
                  </a:lnTo>
                  <a:cubicBezTo>
                    <a:pt x="25" y="976"/>
                    <a:pt x="0" y="814"/>
                    <a:pt x="79" y="714"/>
                  </a:cubicBezTo>
                  <a:cubicBezTo>
                    <a:pt x="95" y="692"/>
                    <a:pt x="203" y="584"/>
                    <a:pt x="293" y="368"/>
                  </a:cubicBezTo>
                  <a:cubicBezTo>
                    <a:pt x="298" y="357"/>
                    <a:pt x="311" y="351"/>
                    <a:pt x="320" y="357"/>
                  </a:cubicBezTo>
                  <a:cubicBezTo>
                    <a:pt x="322" y="357"/>
                    <a:pt x="325" y="360"/>
                    <a:pt x="325" y="360"/>
                  </a:cubicBezTo>
                  <a:cubicBezTo>
                    <a:pt x="325" y="360"/>
                    <a:pt x="325" y="360"/>
                    <a:pt x="328" y="360"/>
                  </a:cubicBezTo>
                  <a:cubicBezTo>
                    <a:pt x="328" y="360"/>
                    <a:pt x="328" y="360"/>
                    <a:pt x="328" y="362"/>
                  </a:cubicBezTo>
                  <a:cubicBezTo>
                    <a:pt x="333" y="368"/>
                    <a:pt x="336" y="376"/>
                    <a:pt x="333" y="384"/>
                  </a:cubicBezTo>
                  <a:lnTo>
                    <a:pt x="255" y="576"/>
                  </a:lnTo>
                  <a:cubicBezTo>
                    <a:pt x="249" y="589"/>
                    <a:pt x="254" y="606"/>
                    <a:pt x="268" y="611"/>
                  </a:cubicBezTo>
                  <a:cubicBezTo>
                    <a:pt x="281" y="617"/>
                    <a:pt x="298" y="611"/>
                    <a:pt x="303" y="598"/>
                  </a:cubicBezTo>
                  <a:lnTo>
                    <a:pt x="382" y="405"/>
                  </a:lnTo>
                  <a:cubicBezTo>
                    <a:pt x="393" y="381"/>
                    <a:pt x="387" y="354"/>
                    <a:pt x="374" y="332"/>
                  </a:cubicBezTo>
                  <a:lnTo>
                    <a:pt x="379" y="67"/>
                  </a:lnTo>
                  <a:cubicBezTo>
                    <a:pt x="379" y="43"/>
                    <a:pt x="403" y="0"/>
                    <a:pt x="422" y="8"/>
                  </a:cubicBezTo>
                  <a:cubicBezTo>
                    <a:pt x="436" y="16"/>
                    <a:pt x="422" y="5"/>
                    <a:pt x="489" y="451"/>
                  </a:cubicBezTo>
                  <a:cubicBezTo>
                    <a:pt x="486" y="451"/>
                    <a:pt x="511" y="608"/>
                    <a:pt x="403" y="72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xmlns="" id="{9E6A8C1A-A063-4031-A510-FE0B42224460}"/>
              </a:ext>
            </a:extLst>
          </p:cNvPr>
          <p:cNvGrpSpPr/>
          <p:nvPr/>
        </p:nvGrpSpPr>
        <p:grpSpPr>
          <a:xfrm>
            <a:off x="3912241" y="2463602"/>
            <a:ext cx="1326678" cy="1412914"/>
            <a:chOff x="6290072" y="3812419"/>
            <a:chExt cx="759746" cy="809131"/>
          </a:xfrm>
        </p:grpSpPr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xmlns="" id="{566D9824-CD04-4BF7-8C50-76AE9F339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3693" y="3970066"/>
              <a:ext cx="286805" cy="315295"/>
            </a:xfrm>
            <a:custGeom>
              <a:avLst/>
              <a:gdLst>
                <a:gd name="T0" fmla="*/ 663 w 667"/>
                <a:gd name="T1" fmla="*/ 360 h 733"/>
                <a:gd name="T2" fmla="*/ 609 w 667"/>
                <a:gd name="T3" fmla="*/ 405 h 733"/>
                <a:gd name="T4" fmla="*/ 573 w 667"/>
                <a:gd name="T5" fmla="*/ 597 h 733"/>
                <a:gd name="T6" fmla="*/ 531 w 667"/>
                <a:gd name="T7" fmla="*/ 639 h 733"/>
                <a:gd name="T8" fmla="*/ 333 w 667"/>
                <a:gd name="T9" fmla="*/ 732 h 733"/>
                <a:gd name="T10" fmla="*/ 135 w 667"/>
                <a:gd name="T11" fmla="*/ 639 h 733"/>
                <a:gd name="T12" fmla="*/ 93 w 667"/>
                <a:gd name="T13" fmla="*/ 597 h 733"/>
                <a:gd name="T14" fmla="*/ 60 w 667"/>
                <a:gd name="T15" fmla="*/ 405 h 733"/>
                <a:gd name="T16" fmla="*/ 6 w 667"/>
                <a:gd name="T17" fmla="*/ 360 h 733"/>
                <a:gd name="T18" fmla="*/ 0 w 667"/>
                <a:gd name="T19" fmla="*/ 183 h 733"/>
                <a:gd name="T20" fmla="*/ 90 w 667"/>
                <a:gd name="T21" fmla="*/ 69 h 733"/>
                <a:gd name="T22" fmla="*/ 333 w 667"/>
                <a:gd name="T23" fmla="*/ 0 h 733"/>
                <a:gd name="T24" fmla="*/ 576 w 667"/>
                <a:gd name="T25" fmla="*/ 69 h 733"/>
                <a:gd name="T26" fmla="*/ 666 w 667"/>
                <a:gd name="T27" fmla="*/ 183 h 733"/>
                <a:gd name="T28" fmla="*/ 663 w 667"/>
                <a:gd name="T29" fmla="*/ 36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7" h="733">
                  <a:moveTo>
                    <a:pt x="663" y="360"/>
                  </a:moveTo>
                  <a:cubicBezTo>
                    <a:pt x="642" y="372"/>
                    <a:pt x="624" y="387"/>
                    <a:pt x="609" y="405"/>
                  </a:cubicBezTo>
                  <a:cubicBezTo>
                    <a:pt x="561" y="471"/>
                    <a:pt x="570" y="567"/>
                    <a:pt x="573" y="597"/>
                  </a:cubicBezTo>
                  <a:cubicBezTo>
                    <a:pt x="561" y="612"/>
                    <a:pt x="546" y="627"/>
                    <a:pt x="531" y="639"/>
                  </a:cubicBezTo>
                  <a:cubicBezTo>
                    <a:pt x="471" y="693"/>
                    <a:pt x="405" y="723"/>
                    <a:pt x="333" y="732"/>
                  </a:cubicBezTo>
                  <a:cubicBezTo>
                    <a:pt x="261" y="723"/>
                    <a:pt x="192" y="690"/>
                    <a:pt x="135" y="639"/>
                  </a:cubicBezTo>
                  <a:cubicBezTo>
                    <a:pt x="120" y="627"/>
                    <a:pt x="108" y="612"/>
                    <a:pt x="93" y="597"/>
                  </a:cubicBezTo>
                  <a:cubicBezTo>
                    <a:pt x="96" y="570"/>
                    <a:pt x="105" y="471"/>
                    <a:pt x="60" y="405"/>
                  </a:cubicBezTo>
                  <a:cubicBezTo>
                    <a:pt x="45" y="384"/>
                    <a:pt x="27" y="369"/>
                    <a:pt x="6" y="360"/>
                  </a:cubicBezTo>
                  <a:cubicBezTo>
                    <a:pt x="30" y="315"/>
                    <a:pt x="42" y="246"/>
                    <a:pt x="0" y="183"/>
                  </a:cubicBezTo>
                  <a:cubicBezTo>
                    <a:pt x="39" y="165"/>
                    <a:pt x="78" y="129"/>
                    <a:pt x="90" y="69"/>
                  </a:cubicBezTo>
                  <a:cubicBezTo>
                    <a:pt x="183" y="93"/>
                    <a:pt x="276" y="75"/>
                    <a:pt x="333" y="0"/>
                  </a:cubicBezTo>
                  <a:cubicBezTo>
                    <a:pt x="393" y="78"/>
                    <a:pt x="483" y="93"/>
                    <a:pt x="576" y="69"/>
                  </a:cubicBezTo>
                  <a:cubicBezTo>
                    <a:pt x="585" y="129"/>
                    <a:pt x="627" y="165"/>
                    <a:pt x="666" y="183"/>
                  </a:cubicBezTo>
                  <a:cubicBezTo>
                    <a:pt x="627" y="246"/>
                    <a:pt x="639" y="315"/>
                    <a:pt x="663" y="36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xmlns="" id="{93F81852-5A91-4BB0-A377-4349549C3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2134" y="3812419"/>
              <a:ext cx="533723" cy="448250"/>
            </a:xfrm>
            <a:custGeom>
              <a:avLst/>
              <a:gdLst>
                <a:gd name="T0" fmla="*/ 1155 w 1240"/>
                <a:gd name="T1" fmla="*/ 813 h 1039"/>
                <a:gd name="T2" fmla="*/ 1164 w 1240"/>
                <a:gd name="T3" fmla="*/ 975 h 1039"/>
                <a:gd name="T4" fmla="*/ 1101 w 1240"/>
                <a:gd name="T5" fmla="*/ 1026 h 1039"/>
                <a:gd name="T6" fmla="*/ 1032 w 1240"/>
                <a:gd name="T7" fmla="*/ 1038 h 1039"/>
                <a:gd name="T8" fmla="*/ 918 w 1240"/>
                <a:gd name="T9" fmla="*/ 963 h 1039"/>
                <a:gd name="T10" fmla="*/ 918 w 1240"/>
                <a:gd name="T11" fmla="*/ 873 h 1039"/>
                <a:gd name="T12" fmla="*/ 996 w 1240"/>
                <a:gd name="T13" fmla="*/ 780 h 1039"/>
                <a:gd name="T14" fmla="*/ 1014 w 1240"/>
                <a:gd name="T15" fmla="*/ 732 h 1039"/>
                <a:gd name="T16" fmla="*/ 1023 w 1240"/>
                <a:gd name="T17" fmla="*/ 564 h 1039"/>
                <a:gd name="T18" fmla="*/ 1008 w 1240"/>
                <a:gd name="T19" fmla="*/ 513 h 1039"/>
                <a:gd name="T20" fmla="*/ 921 w 1240"/>
                <a:gd name="T21" fmla="*/ 405 h 1039"/>
                <a:gd name="T22" fmla="*/ 879 w 1240"/>
                <a:gd name="T23" fmla="*/ 375 h 1039"/>
                <a:gd name="T24" fmla="*/ 786 w 1240"/>
                <a:gd name="T25" fmla="*/ 393 h 1039"/>
                <a:gd name="T26" fmla="*/ 645 w 1240"/>
                <a:gd name="T27" fmla="*/ 303 h 1039"/>
                <a:gd name="T28" fmla="*/ 591 w 1240"/>
                <a:gd name="T29" fmla="*/ 303 h 1039"/>
                <a:gd name="T30" fmla="*/ 357 w 1240"/>
                <a:gd name="T31" fmla="*/ 375 h 1039"/>
                <a:gd name="T32" fmla="*/ 315 w 1240"/>
                <a:gd name="T33" fmla="*/ 405 h 1039"/>
                <a:gd name="T34" fmla="*/ 228 w 1240"/>
                <a:gd name="T35" fmla="*/ 513 h 1039"/>
                <a:gd name="T36" fmla="*/ 213 w 1240"/>
                <a:gd name="T37" fmla="*/ 564 h 1039"/>
                <a:gd name="T38" fmla="*/ 222 w 1240"/>
                <a:gd name="T39" fmla="*/ 732 h 1039"/>
                <a:gd name="T40" fmla="*/ 240 w 1240"/>
                <a:gd name="T41" fmla="*/ 780 h 1039"/>
                <a:gd name="T42" fmla="*/ 318 w 1240"/>
                <a:gd name="T43" fmla="*/ 873 h 1039"/>
                <a:gd name="T44" fmla="*/ 318 w 1240"/>
                <a:gd name="T45" fmla="*/ 963 h 1039"/>
                <a:gd name="T46" fmla="*/ 204 w 1240"/>
                <a:gd name="T47" fmla="*/ 1038 h 1039"/>
                <a:gd name="T48" fmla="*/ 72 w 1240"/>
                <a:gd name="T49" fmla="*/ 975 h 1039"/>
                <a:gd name="T50" fmla="*/ 81 w 1240"/>
                <a:gd name="T51" fmla="*/ 813 h 1039"/>
                <a:gd name="T52" fmla="*/ 3 w 1240"/>
                <a:gd name="T53" fmla="*/ 639 h 1039"/>
                <a:gd name="T54" fmla="*/ 87 w 1240"/>
                <a:gd name="T55" fmla="*/ 468 h 1039"/>
                <a:gd name="T56" fmla="*/ 69 w 1240"/>
                <a:gd name="T57" fmla="*/ 327 h 1039"/>
                <a:gd name="T58" fmla="*/ 228 w 1240"/>
                <a:gd name="T59" fmla="*/ 228 h 1039"/>
                <a:gd name="T60" fmla="*/ 252 w 1240"/>
                <a:gd name="T61" fmla="*/ 210 h 1039"/>
                <a:gd name="T62" fmla="*/ 600 w 1240"/>
                <a:gd name="T63" fmla="*/ 72 h 1039"/>
                <a:gd name="T64" fmla="*/ 630 w 1240"/>
                <a:gd name="T65" fmla="*/ 72 h 1039"/>
                <a:gd name="T66" fmla="*/ 975 w 1240"/>
                <a:gd name="T67" fmla="*/ 210 h 1039"/>
                <a:gd name="T68" fmla="*/ 999 w 1240"/>
                <a:gd name="T69" fmla="*/ 228 h 1039"/>
                <a:gd name="T70" fmla="*/ 1164 w 1240"/>
                <a:gd name="T71" fmla="*/ 327 h 1039"/>
                <a:gd name="T72" fmla="*/ 1149 w 1240"/>
                <a:gd name="T73" fmla="*/ 468 h 1039"/>
                <a:gd name="T74" fmla="*/ 1158 w 1240"/>
                <a:gd name="T75" fmla="*/ 507 h 1039"/>
                <a:gd name="T76" fmla="*/ 1236 w 1240"/>
                <a:gd name="T77" fmla="*/ 639 h 1039"/>
                <a:gd name="T78" fmla="*/ 1167 w 1240"/>
                <a:gd name="T79" fmla="*/ 780 h 1039"/>
                <a:gd name="T80" fmla="*/ 1155 w 1240"/>
                <a:gd name="T81" fmla="*/ 813 h 1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40" h="1039">
                  <a:moveTo>
                    <a:pt x="1155" y="813"/>
                  </a:moveTo>
                  <a:cubicBezTo>
                    <a:pt x="1155" y="813"/>
                    <a:pt x="1194" y="912"/>
                    <a:pt x="1164" y="975"/>
                  </a:cubicBezTo>
                  <a:cubicBezTo>
                    <a:pt x="1152" y="999"/>
                    <a:pt x="1134" y="1017"/>
                    <a:pt x="1101" y="1026"/>
                  </a:cubicBezTo>
                  <a:cubicBezTo>
                    <a:pt x="1101" y="1026"/>
                    <a:pt x="1068" y="1038"/>
                    <a:pt x="1032" y="1038"/>
                  </a:cubicBezTo>
                  <a:cubicBezTo>
                    <a:pt x="975" y="1038"/>
                    <a:pt x="939" y="1014"/>
                    <a:pt x="918" y="963"/>
                  </a:cubicBezTo>
                  <a:cubicBezTo>
                    <a:pt x="918" y="954"/>
                    <a:pt x="912" y="912"/>
                    <a:pt x="918" y="873"/>
                  </a:cubicBezTo>
                  <a:cubicBezTo>
                    <a:pt x="933" y="789"/>
                    <a:pt x="981" y="783"/>
                    <a:pt x="996" y="780"/>
                  </a:cubicBezTo>
                  <a:cubicBezTo>
                    <a:pt x="1020" y="777"/>
                    <a:pt x="1029" y="750"/>
                    <a:pt x="1014" y="732"/>
                  </a:cubicBezTo>
                  <a:cubicBezTo>
                    <a:pt x="1005" y="723"/>
                    <a:pt x="942" y="639"/>
                    <a:pt x="1023" y="564"/>
                  </a:cubicBezTo>
                  <a:cubicBezTo>
                    <a:pt x="1041" y="546"/>
                    <a:pt x="1032" y="516"/>
                    <a:pt x="1008" y="513"/>
                  </a:cubicBezTo>
                  <a:cubicBezTo>
                    <a:pt x="1005" y="513"/>
                    <a:pt x="912" y="495"/>
                    <a:pt x="921" y="405"/>
                  </a:cubicBezTo>
                  <a:cubicBezTo>
                    <a:pt x="924" y="384"/>
                    <a:pt x="900" y="366"/>
                    <a:pt x="879" y="375"/>
                  </a:cubicBezTo>
                  <a:cubicBezTo>
                    <a:pt x="879" y="375"/>
                    <a:pt x="837" y="393"/>
                    <a:pt x="786" y="393"/>
                  </a:cubicBezTo>
                  <a:cubicBezTo>
                    <a:pt x="723" y="393"/>
                    <a:pt x="675" y="363"/>
                    <a:pt x="645" y="303"/>
                  </a:cubicBezTo>
                  <a:cubicBezTo>
                    <a:pt x="636" y="282"/>
                    <a:pt x="600" y="282"/>
                    <a:pt x="591" y="303"/>
                  </a:cubicBezTo>
                  <a:cubicBezTo>
                    <a:pt x="522" y="447"/>
                    <a:pt x="360" y="375"/>
                    <a:pt x="357" y="375"/>
                  </a:cubicBezTo>
                  <a:cubicBezTo>
                    <a:pt x="336" y="366"/>
                    <a:pt x="312" y="381"/>
                    <a:pt x="315" y="405"/>
                  </a:cubicBezTo>
                  <a:cubicBezTo>
                    <a:pt x="321" y="492"/>
                    <a:pt x="237" y="510"/>
                    <a:pt x="228" y="513"/>
                  </a:cubicBezTo>
                  <a:cubicBezTo>
                    <a:pt x="204" y="516"/>
                    <a:pt x="195" y="546"/>
                    <a:pt x="213" y="564"/>
                  </a:cubicBezTo>
                  <a:cubicBezTo>
                    <a:pt x="291" y="639"/>
                    <a:pt x="228" y="723"/>
                    <a:pt x="222" y="732"/>
                  </a:cubicBezTo>
                  <a:cubicBezTo>
                    <a:pt x="207" y="750"/>
                    <a:pt x="216" y="777"/>
                    <a:pt x="240" y="780"/>
                  </a:cubicBezTo>
                  <a:cubicBezTo>
                    <a:pt x="255" y="783"/>
                    <a:pt x="306" y="792"/>
                    <a:pt x="318" y="873"/>
                  </a:cubicBezTo>
                  <a:cubicBezTo>
                    <a:pt x="324" y="915"/>
                    <a:pt x="321" y="954"/>
                    <a:pt x="318" y="963"/>
                  </a:cubicBezTo>
                  <a:cubicBezTo>
                    <a:pt x="297" y="1014"/>
                    <a:pt x="261" y="1038"/>
                    <a:pt x="204" y="1038"/>
                  </a:cubicBezTo>
                  <a:cubicBezTo>
                    <a:pt x="156" y="1038"/>
                    <a:pt x="93" y="1020"/>
                    <a:pt x="72" y="975"/>
                  </a:cubicBezTo>
                  <a:cubicBezTo>
                    <a:pt x="42" y="909"/>
                    <a:pt x="81" y="813"/>
                    <a:pt x="81" y="813"/>
                  </a:cubicBezTo>
                  <a:cubicBezTo>
                    <a:pt x="99" y="768"/>
                    <a:pt x="0" y="744"/>
                    <a:pt x="3" y="639"/>
                  </a:cubicBezTo>
                  <a:cubicBezTo>
                    <a:pt x="9" y="531"/>
                    <a:pt x="111" y="513"/>
                    <a:pt x="87" y="468"/>
                  </a:cubicBezTo>
                  <a:cubicBezTo>
                    <a:pt x="57" y="414"/>
                    <a:pt x="51" y="366"/>
                    <a:pt x="69" y="327"/>
                  </a:cubicBezTo>
                  <a:cubicBezTo>
                    <a:pt x="105" y="252"/>
                    <a:pt x="228" y="228"/>
                    <a:pt x="228" y="228"/>
                  </a:cubicBezTo>
                  <a:cubicBezTo>
                    <a:pt x="240" y="225"/>
                    <a:pt x="246" y="219"/>
                    <a:pt x="252" y="210"/>
                  </a:cubicBezTo>
                  <a:cubicBezTo>
                    <a:pt x="318" y="30"/>
                    <a:pt x="456" y="0"/>
                    <a:pt x="600" y="72"/>
                  </a:cubicBezTo>
                  <a:cubicBezTo>
                    <a:pt x="609" y="78"/>
                    <a:pt x="621" y="78"/>
                    <a:pt x="630" y="72"/>
                  </a:cubicBezTo>
                  <a:cubicBezTo>
                    <a:pt x="774" y="0"/>
                    <a:pt x="912" y="33"/>
                    <a:pt x="975" y="210"/>
                  </a:cubicBezTo>
                  <a:cubicBezTo>
                    <a:pt x="978" y="219"/>
                    <a:pt x="987" y="228"/>
                    <a:pt x="999" y="228"/>
                  </a:cubicBezTo>
                  <a:cubicBezTo>
                    <a:pt x="1038" y="237"/>
                    <a:pt x="1131" y="264"/>
                    <a:pt x="1164" y="327"/>
                  </a:cubicBezTo>
                  <a:cubicBezTo>
                    <a:pt x="1182" y="366"/>
                    <a:pt x="1176" y="411"/>
                    <a:pt x="1149" y="468"/>
                  </a:cubicBezTo>
                  <a:cubicBezTo>
                    <a:pt x="1143" y="480"/>
                    <a:pt x="1146" y="498"/>
                    <a:pt x="1158" y="507"/>
                  </a:cubicBezTo>
                  <a:cubicBezTo>
                    <a:pt x="1158" y="507"/>
                    <a:pt x="1230" y="561"/>
                    <a:pt x="1236" y="639"/>
                  </a:cubicBezTo>
                  <a:cubicBezTo>
                    <a:pt x="1239" y="687"/>
                    <a:pt x="1215" y="732"/>
                    <a:pt x="1167" y="780"/>
                  </a:cubicBezTo>
                  <a:cubicBezTo>
                    <a:pt x="1152" y="786"/>
                    <a:pt x="1149" y="801"/>
                    <a:pt x="1155" y="813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xmlns="" id="{C6E34643-177D-41EB-BC1E-EF44021E3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0072" y="4410719"/>
              <a:ext cx="324791" cy="210830"/>
            </a:xfrm>
            <a:custGeom>
              <a:avLst/>
              <a:gdLst>
                <a:gd name="T0" fmla="*/ 321 w 754"/>
                <a:gd name="T1" fmla="*/ 0 h 490"/>
                <a:gd name="T2" fmla="*/ 753 w 754"/>
                <a:gd name="T3" fmla="*/ 375 h 490"/>
                <a:gd name="T4" fmla="*/ 729 w 754"/>
                <a:gd name="T5" fmla="*/ 489 h 490"/>
                <a:gd name="T6" fmla="*/ 33 w 754"/>
                <a:gd name="T7" fmla="*/ 489 h 490"/>
                <a:gd name="T8" fmla="*/ 3 w 754"/>
                <a:gd name="T9" fmla="*/ 453 h 490"/>
                <a:gd name="T10" fmla="*/ 177 w 754"/>
                <a:gd name="T11" fmla="*/ 57 h 490"/>
                <a:gd name="T12" fmla="*/ 321 w 754"/>
                <a:gd name="T13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4" h="490">
                  <a:moveTo>
                    <a:pt x="321" y="0"/>
                  </a:moveTo>
                  <a:lnTo>
                    <a:pt x="753" y="375"/>
                  </a:lnTo>
                  <a:lnTo>
                    <a:pt x="729" y="489"/>
                  </a:lnTo>
                  <a:lnTo>
                    <a:pt x="33" y="489"/>
                  </a:lnTo>
                  <a:cubicBezTo>
                    <a:pt x="15" y="489"/>
                    <a:pt x="0" y="471"/>
                    <a:pt x="3" y="453"/>
                  </a:cubicBezTo>
                  <a:cubicBezTo>
                    <a:pt x="48" y="210"/>
                    <a:pt x="174" y="60"/>
                    <a:pt x="177" y="57"/>
                  </a:cubicBezTo>
                  <a:cubicBezTo>
                    <a:pt x="198" y="36"/>
                    <a:pt x="249" y="15"/>
                    <a:pt x="321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xmlns="" id="{D430115F-F548-4761-8897-0220F7325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015" y="4397424"/>
              <a:ext cx="169043" cy="144352"/>
            </a:xfrm>
            <a:custGeom>
              <a:avLst/>
              <a:gdLst>
                <a:gd name="T0" fmla="*/ 342 w 394"/>
                <a:gd name="T1" fmla="*/ 180 h 334"/>
                <a:gd name="T2" fmla="*/ 393 w 394"/>
                <a:gd name="T3" fmla="*/ 225 h 334"/>
                <a:gd name="T4" fmla="*/ 369 w 394"/>
                <a:gd name="T5" fmla="*/ 333 h 334"/>
                <a:gd name="T6" fmla="*/ 0 w 394"/>
                <a:gd name="T7" fmla="*/ 12 h 334"/>
                <a:gd name="T8" fmla="*/ 102 w 394"/>
                <a:gd name="T9" fmla="*/ 0 h 334"/>
                <a:gd name="T10" fmla="*/ 342 w 394"/>
                <a:gd name="T11" fmla="*/ 18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334">
                  <a:moveTo>
                    <a:pt x="342" y="180"/>
                  </a:moveTo>
                  <a:lnTo>
                    <a:pt x="393" y="225"/>
                  </a:lnTo>
                  <a:lnTo>
                    <a:pt x="369" y="333"/>
                  </a:lnTo>
                  <a:lnTo>
                    <a:pt x="0" y="12"/>
                  </a:lnTo>
                  <a:cubicBezTo>
                    <a:pt x="51" y="6"/>
                    <a:pt x="69" y="6"/>
                    <a:pt x="102" y="0"/>
                  </a:cubicBezTo>
                  <a:lnTo>
                    <a:pt x="342" y="18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xmlns="" id="{6FDEAD0C-E03B-42A3-B3C3-AB7347D4C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8888" y="4368933"/>
              <a:ext cx="112063" cy="77875"/>
            </a:xfrm>
            <a:custGeom>
              <a:avLst/>
              <a:gdLst>
                <a:gd name="T0" fmla="*/ 0 w 259"/>
                <a:gd name="T1" fmla="*/ 48 h 181"/>
                <a:gd name="T2" fmla="*/ 90 w 259"/>
                <a:gd name="T3" fmla="*/ 0 h 181"/>
                <a:gd name="T4" fmla="*/ 258 w 259"/>
                <a:gd name="T5" fmla="*/ 75 h 181"/>
                <a:gd name="T6" fmla="*/ 177 w 259"/>
                <a:gd name="T7" fmla="*/ 180 h 181"/>
                <a:gd name="T8" fmla="*/ 0 w 259"/>
                <a:gd name="T9" fmla="*/ 48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181">
                  <a:moveTo>
                    <a:pt x="0" y="48"/>
                  </a:moveTo>
                  <a:cubicBezTo>
                    <a:pt x="48" y="27"/>
                    <a:pt x="54" y="21"/>
                    <a:pt x="90" y="0"/>
                  </a:cubicBezTo>
                  <a:lnTo>
                    <a:pt x="258" y="75"/>
                  </a:lnTo>
                  <a:lnTo>
                    <a:pt x="177" y="180"/>
                  </a:lnTo>
                  <a:lnTo>
                    <a:pt x="0" y="48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xmlns="" id="{22AD2A97-F88B-49EA-BC40-36D74327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3856" y="4418316"/>
              <a:ext cx="70277" cy="75975"/>
            </a:xfrm>
            <a:custGeom>
              <a:avLst/>
              <a:gdLst>
                <a:gd name="T0" fmla="*/ 81 w 163"/>
                <a:gd name="T1" fmla="*/ 0 h 178"/>
                <a:gd name="T2" fmla="*/ 162 w 163"/>
                <a:gd name="T3" fmla="*/ 105 h 178"/>
                <a:gd name="T4" fmla="*/ 81 w 163"/>
                <a:gd name="T5" fmla="*/ 177 h 178"/>
                <a:gd name="T6" fmla="*/ 0 w 163"/>
                <a:gd name="T7" fmla="*/ 105 h 178"/>
                <a:gd name="T8" fmla="*/ 81 w 163"/>
                <a:gd name="T9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178">
                  <a:moveTo>
                    <a:pt x="81" y="0"/>
                  </a:moveTo>
                  <a:lnTo>
                    <a:pt x="162" y="105"/>
                  </a:lnTo>
                  <a:lnTo>
                    <a:pt x="81" y="177"/>
                  </a:lnTo>
                  <a:lnTo>
                    <a:pt x="0" y="105"/>
                  </a:lnTo>
                  <a:lnTo>
                    <a:pt x="81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xmlns="" id="{AF7E2CCD-B66A-42C1-80BE-F1FEF5A10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0058" y="4515185"/>
              <a:ext cx="77875" cy="106365"/>
            </a:xfrm>
            <a:custGeom>
              <a:avLst/>
              <a:gdLst>
                <a:gd name="T0" fmla="*/ 129 w 181"/>
                <a:gd name="T1" fmla="*/ 0 h 247"/>
                <a:gd name="T2" fmla="*/ 180 w 181"/>
                <a:gd name="T3" fmla="*/ 246 h 247"/>
                <a:gd name="T4" fmla="*/ 0 w 181"/>
                <a:gd name="T5" fmla="*/ 246 h 247"/>
                <a:gd name="T6" fmla="*/ 54 w 181"/>
                <a:gd name="T7" fmla="*/ 0 h 247"/>
                <a:gd name="T8" fmla="*/ 111 w 181"/>
                <a:gd name="T9" fmla="*/ 15 h 247"/>
                <a:gd name="T10" fmla="*/ 129 w 181"/>
                <a:gd name="T1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1" h="247">
                  <a:moveTo>
                    <a:pt x="129" y="0"/>
                  </a:moveTo>
                  <a:lnTo>
                    <a:pt x="180" y="246"/>
                  </a:lnTo>
                  <a:lnTo>
                    <a:pt x="0" y="246"/>
                  </a:lnTo>
                  <a:lnTo>
                    <a:pt x="54" y="0"/>
                  </a:lnTo>
                  <a:cubicBezTo>
                    <a:pt x="63" y="6"/>
                    <a:pt x="87" y="39"/>
                    <a:pt x="111" y="15"/>
                  </a:cubicBezTo>
                  <a:lnTo>
                    <a:pt x="129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xmlns="" id="{1CA9A3A4-DB99-4692-B30B-AFF44CB26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8272" y="4283462"/>
              <a:ext cx="161447" cy="98767"/>
            </a:xfrm>
            <a:custGeom>
              <a:avLst/>
              <a:gdLst>
                <a:gd name="T0" fmla="*/ 375 w 376"/>
                <a:gd name="T1" fmla="*/ 0 h 229"/>
                <a:gd name="T2" fmla="*/ 375 w 376"/>
                <a:gd name="T3" fmla="*/ 147 h 229"/>
                <a:gd name="T4" fmla="*/ 189 w 376"/>
                <a:gd name="T5" fmla="*/ 228 h 229"/>
                <a:gd name="T6" fmla="*/ 0 w 376"/>
                <a:gd name="T7" fmla="*/ 144 h 229"/>
                <a:gd name="T8" fmla="*/ 0 w 376"/>
                <a:gd name="T9" fmla="*/ 0 h 229"/>
                <a:gd name="T10" fmla="*/ 177 w 376"/>
                <a:gd name="T11" fmla="*/ 66 h 229"/>
                <a:gd name="T12" fmla="*/ 186 w 376"/>
                <a:gd name="T13" fmla="*/ 66 h 229"/>
                <a:gd name="T14" fmla="*/ 195 w 376"/>
                <a:gd name="T15" fmla="*/ 66 h 229"/>
                <a:gd name="T16" fmla="*/ 375 w 376"/>
                <a:gd name="T17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229">
                  <a:moveTo>
                    <a:pt x="375" y="0"/>
                  </a:moveTo>
                  <a:lnTo>
                    <a:pt x="375" y="147"/>
                  </a:lnTo>
                  <a:lnTo>
                    <a:pt x="189" y="228"/>
                  </a:lnTo>
                  <a:lnTo>
                    <a:pt x="0" y="144"/>
                  </a:lnTo>
                  <a:lnTo>
                    <a:pt x="0" y="0"/>
                  </a:lnTo>
                  <a:cubicBezTo>
                    <a:pt x="54" y="36"/>
                    <a:pt x="114" y="60"/>
                    <a:pt x="177" y="66"/>
                  </a:cubicBezTo>
                  <a:lnTo>
                    <a:pt x="186" y="66"/>
                  </a:lnTo>
                  <a:lnTo>
                    <a:pt x="195" y="66"/>
                  </a:lnTo>
                  <a:cubicBezTo>
                    <a:pt x="261" y="60"/>
                    <a:pt x="321" y="36"/>
                    <a:pt x="375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xmlns="" id="{57A7881A-4F2E-45B4-AEE7-63C73D16F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0837" y="4368933"/>
              <a:ext cx="112063" cy="77875"/>
            </a:xfrm>
            <a:custGeom>
              <a:avLst/>
              <a:gdLst>
                <a:gd name="T0" fmla="*/ 0 w 259"/>
                <a:gd name="T1" fmla="*/ 75 h 181"/>
                <a:gd name="T2" fmla="*/ 168 w 259"/>
                <a:gd name="T3" fmla="*/ 0 h 181"/>
                <a:gd name="T4" fmla="*/ 258 w 259"/>
                <a:gd name="T5" fmla="*/ 48 h 181"/>
                <a:gd name="T6" fmla="*/ 81 w 259"/>
                <a:gd name="T7" fmla="*/ 180 h 181"/>
                <a:gd name="T8" fmla="*/ 0 w 259"/>
                <a:gd name="T9" fmla="*/ 7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181">
                  <a:moveTo>
                    <a:pt x="0" y="75"/>
                  </a:moveTo>
                  <a:lnTo>
                    <a:pt x="168" y="0"/>
                  </a:lnTo>
                  <a:cubicBezTo>
                    <a:pt x="192" y="12"/>
                    <a:pt x="210" y="30"/>
                    <a:pt x="258" y="48"/>
                  </a:cubicBezTo>
                  <a:lnTo>
                    <a:pt x="81" y="180"/>
                  </a:lnTo>
                  <a:lnTo>
                    <a:pt x="0" y="75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xmlns="" id="{41B7F177-EB9E-4623-A57B-3C657C93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7932" y="4397424"/>
              <a:ext cx="169043" cy="142452"/>
            </a:xfrm>
            <a:custGeom>
              <a:avLst/>
              <a:gdLst>
                <a:gd name="T0" fmla="*/ 390 w 391"/>
                <a:gd name="T1" fmla="*/ 12 h 331"/>
                <a:gd name="T2" fmla="*/ 24 w 391"/>
                <a:gd name="T3" fmla="*/ 330 h 331"/>
                <a:gd name="T4" fmla="*/ 0 w 391"/>
                <a:gd name="T5" fmla="*/ 225 h 331"/>
                <a:gd name="T6" fmla="*/ 51 w 391"/>
                <a:gd name="T7" fmla="*/ 180 h 331"/>
                <a:gd name="T8" fmla="*/ 288 w 391"/>
                <a:gd name="T9" fmla="*/ 0 h 331"/>
                <a:gd name="T10" fmla="*/ 390 w 391"/>
                <a:gd name="T11" fmla="*/ 12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1" h="331">
                  <a:moveTo>
                    <a:pt x="390" y="12"/>
                  </a:moveTo>
                  <a:lnTo>
                    <a:pt x="24" y="330"/>
                  </a:lnTo>
                  <a:lnTo>
                    <a:pt x="0" y="225"/>
                  </a:lnTo>
                  <a:lnTo>
                    <a:pt x="51" y="180"/>
                  </a:lnTo>
                  <a:lnTo>
                    <a:pt x="288" y="0"/>
                  </a:lnTo>
                  <a:cubicBezTo>
                    <a:pt x="342" y="9"/>
                    <a:pt x="327" y="6"/>
                    <a:pt x="390" y="1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xmlns="" id="{133F7AA9-0A9A-485A-A4CB-CCBCBDEF6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5026" y="4410719"/>
              <a:ext cx="324792" cy="210830"/>
            </a:xfrm>
            <a:custGeom>
              <a:avLst/>
              <a:gdLst>
                <a:gd name="T0" fmla="*/ 720 w 754"/>
                <a:gd name="T1" fmla="*/ 489 h 490"/>
                <a:gd name="T2" fmla="*/ 24 w 754"/>
                <a:gd name="T3" fmla="*/ 489 h 490"/>
                <a:gd name="T4" fmla="*/ 0 w 754"/>
                <a:gd name="T5" fmla="*/ 372 h 490"/>
                <a:gd name="T6" fmla="*/ 432 w 754"/>
                <a:gd name="T7" fmla="*/ 0 h 490"/>
                <a:gd name="T8" fmla="*/ 579 w 754"/>
                <a:gd name="T9" fmla="*/ 60 h 490"/>
                <a:gd name="T10" fmla="*/ 753 w 754"/>
                <a:gd name="T11" fmla="*/ 456 h 490"/>
                <a:gd name="T12" fmla="*/ 720 w 754"/>
                <a:gd name="T13" fmla="*/ 489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4" h="490">
                  <a:moveTo>
                    <a:pt x="720" y="489"/>
                  </a:moveTo>
                  <a:lnTo>
                    <a:pt x="24" y="489"/>
                  </a:lnTo>
                  <a:lnTo>
                    <a:pt x="0" y="372"/>
                  </a:lnTo>
                  <a:lnTo>
                    <a:pt x="432" y="0"/>
                  </a:lnTo>
                  <a:cubicBezTo>
                    <a:pt x="507" y="15"/>
                    <a:pt x="558" y="36"/>
                    <a:pt x="579" y="60"/>
                  </a:cubicBezTo>
                  <a:cubicBezTo>
                    <a:pt x="579" y="63"/>
                    <a:pt x="708" y="213"/>
                    <a:pt x="753" y="456"/>
                  </a:cubicBezTo>
                  <a:cubicBezTo>
                    <a:pt x="753" y="471"/>
                    <a:pt x="741" y="489"/>
                    <a:pt x="720" y="48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676BBC42-916E-426F-971A-D221DFFF3E79}"/>
              </a:ext>
            </a:extLst>
          </p:cNvPr>
          <p:cNvGrpSpPr/>
          <p:nvPr/>
        </p:nvGrpSpPr>
        <p:grpSpPr>
          <a:xfrm>
            <a:off x="6878644" y="2284501"/>
            <a:ext cx="1495832" cy="1771116"/>
            <a:chOff x="7207465" y="3831413"/>
            <a:chExt cx="856615" cy="1014261"/>
          </a:xfrm>
        </p:grpSpPr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xmlns="" id="{972D82D2-6F5C-46CB-A4E5-90297C3F2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5213" y="4025148"/>
              <a:ext cx="398867" cy="453948"/>
            </a:xfrm>
            <a:custGeom>
              <a:avLst/>
              <a:gdLst>
                <a:gd name="T0" fmla="*/ 0 w 927"/>
                <a:gd name="T1" fmla="*/ 45 h 1055"/>
                <a:gd name="T2" fmla="*/ 213 w 927"/>
                <a:gd name="T3" fmla="*/ 638 h 1055"/>
                <a:gd name="T4" fmla="*/ 218 w 927"/>
                <a:gd name="T5" fmla="*/ 660 h 1055"/>
                <a:gd name="T6" fmla="*/ 231 w 927"/>
                <a:gd name="T7" fmla="*/ 724 h 1055"/>
                <a:gd name="T8" fmla="*/ 926 w 927"/>
                <a:gd name="T9" fmla="*/ 521 h 1055"/>
                <a:gd name="T10" fmla="*/ 0 w 927"/>
                <a:gd name="T11" fmla="*/ 45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7" h="1055">
                  <a:moveTo>
                    <a:pt x="0" y="45"/>
                  </a:moveTo>
                  <a:cubicBezTo>
                    <a:pt x="52" y="104"/>
                    <a:pt x="119" y="243"/>
                    <a:pt x="213" y="638"/>
                  </a:cubicBezTo>
                  <a:lnTo>
                    <a:pt x="218" y="660"/>
                  </a:lnTo>
                  <a:cubicBezTo>
                    <a:pt x="223" y="680"/>
                    <a:pt x="228" y="702"/>
                    <a:pt x="231" y="724"/>
                  </a:cubicBezTo>
                  <a:cubicBezTo>
                    <a:pt x="496" y="1054"/>
                    <a:pt x="926" y="933"/>
                    <a:pt x="926" y="521"/>
                  </a:cubicBezTo>
                  <a:cubicBezTo>
                    <a:pt x="926" y="0"/>
                    <a:pt x="305" y="7"/>
                    <a:pt x="0" y="4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xmlns="" id="{3A2C6296-DD43-4984-BB84-6A5BB1EBD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9514" y="4418316"/>
              <a:ext cx="349483" cy="172843"/>
            </a:xfrm>
            <a:custGeom>
              <a:avLst/>
              <a:gdLst>
                <a:gd name="T0" fmla="*/ 673 w 810"/>
                <a:gd name="T1" fmla="*/ 121 h 400"/>
                <a:gd name="T2" fmla="*/ 238 w 810"/>
                <a:gd name="T3" fmla="*/ 134 h 400"/>
                <a:gd name="T4" fmla="*/ 199 w 810"/>
                <a:gd name="T5" fmla="*/ 0 h 400"/>
                <a:gd name="T6" fmla="*/ 196 w 810"/>
                <a:gd name="T7" fmla="*/ 2 h 400"/>
                <a:gd name="T8" fmla="*/ 0 w 810"/>
                <a:gd name="T9" fmla="*/ 250 h 400"/>
                <a:gd name="T10" fmla="*/ 236 w 810"/>
                <a:gd name="T11" fmla="*/ 399 h 400"/>
                <a:gd name="T12" fmla="*/ 243 w 810"/>
                <a:gd name="T13" fmla="*/ 399 h 400"/>
                <a:gd name="T14" fmla="*/ 680 w 810"/>
                <a:gd name="T15" fmla="*/ 387 h 400"/>
                <a:gd name="T16" fmla="*/ 807 w 810"/>
                <a:gd name="T17" fmla="*/ 250 h 400"/>
                <a:gd name="T18" fmla="*/ 673 w 810"/>
                <a:gd name="T19" fmla="*/ 121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0" h="400">
                  <a:moveTo>
                    <a:pt x="673" y="121"/>
                  </a:moveTo>
                  <a:lnTo>
                    <a:pt x="238" y="134"/>
                  </a:lnTo>
                  <a:lnTo>
                    <a:pt x="199" y="0"/>
                  </a:lnTo>
                  <a:cubicBezTo>
                    <a:pt x="199" y="0"/>
                    <a:pt x="199" y="2"/>
                    <a:pt x="196" y="2"/>
                  </a:cubicBezTo>
                  <a:cubicBezTo>
                    <a:pt x="161" y="47"/>
                    <a:pt x="67" y="163"/>
                    <a:pt x="0" y="250"/>
                  </a:cubicBezTo>
                  <a:cubicBezTo>
                    <a:pt x="45" y="340"/>
                    <a:pt x="134" y="399"/>
                    <a:pt x="236" y="399"/>
                  </a:cubicBezTo>
                  <a:lnTo>
                    <a:pt x="243" y="399"/>
                  </a:lnTo>
                  <a:lnTo>
                    <a:pt x="680" y="387"/>
                  </a:lnTo>
                  <a:cubicBezTo>
                    <a:pt x="752" y="384"/>
                    <a:pt x="809" y="325"/>
                    <a:pt x="807" y="250"/>
                  </a:cubicBezTo>
                  <a:cubicBezTo>
                    <a:pt x="807" y="176"/>
                    <a:pt x="745" y="119"/>
                    <a:pt x="673" y="12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xmlns="" id="{C8B61AF9-4CE9-448D-B493-4E0F61F00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7465" y="4051739"/>
              <a:ext cx="522326" cy="793935"/>
            </a:xfrm>
            <a:custGeom>
              <a:avLst/>
              <a:gdLst>
                <a:gd name="T0" fmla="*/ 1189 w 1212"/>
                <a:gd name="T1" fmla="*/ 618 h 1845"/>
                <a:gd name="T2" fmla="*/ 978 w 1212"/>
                <a:gd name="T3" fmla="*/ 30 h 1845"/>
                <a:gd name="T4" fmla="*/ 866 w 1212"/>
                <a:gd name="T5" fmla="*/ 10 h 1845"/>
                <a:gd name="T6" fmla="*/ 737 w 1212"/>
                <a:gd name="T7" fmla="*/ 35 h 1845"/>
                <a:gd name="T8" fmla="*/ 692 w 1212"/>
                <a:gd name="T9" fmla="*/ 43 h 1845"/>
                <a:gd name="T10" fmla="*/ 414 w 1212"/>
                <a:gd name="T11" fmla="*/ 373 h 1845"/>
                <a:gd name="T12" fmla="*/ 394 w 1212"/>
                <a:gd name="T13" fmla="*/ 383 h 1845"/>
                <a:gd name="T14" fmla="*/ 124 w 1212"/>
                <a:gd name="T15" fmla="*/ 363 h 1845"/>
                <a:gd name="T16" fmla="*/ 5 w 1212"/>
                <a:gd name="T17" fmla="*/ 464 h 1845"/>
                <a:gd name="T18" fmla="*/ 107 w 1212"/>
                <a:gd name="T19" fmla="*/ 584 h 1845"/>
                <a:gd name="T20" fmla="*/ 377 w 1212"/>
                <a:gd name="T21" fmla="*/ 603 h 1845"/>
                <a:gd name="T22" fmla="*/ 598 w 1212"/>
                <a:gd name="T23" fmla="*/ 492 h 1845"/>
                <a:gd name="T24" fmla="*/ 650 w 1212"/>
                <a:gd name="T25" fmla="*/ 410 h 1845"/>
                <a:gd name="T26" fmla="*/ 804 w 1212"/>
                <a:gd name="T27" fmla="*/ 829 h 1845"/>
                <a:gd name="T28" fmla="*/ 685 w 1212"/>
                <a:gd name="T29" fmla="*/ 978 h 1845"/>
                <a:gd name="T30" fmla="*/ 516 w 1212"/>
                <a:gd name="T31" fmla="*/ 1293 h 1845"/>
                <a:gd name="T32" fmla="*/ 394 w 1212"/>
                <a:gd name="T33" fmla="*/ 1670 h 1845"/>
                <a:gd name="T34" fmla="*/ 481 w 1212"/>
                <a:gd name="T35" fmla="*/ 1837 h 1845"/>
                <a:gd name="T36" fmla="*/ 521 w 1212"/>
                <a:gd name="T37" fmla="*/ 1844 h 1845"/>
                <a:gd name="T38" fmla="*/ 648 w 1212"/>
                <a:gd name="T39" fmla="*/ 1752 h 1845"/>
                <a:gd name="T40" fmla="*/ 769 w 1212"/>
                <a:gd name="T41" fmla="*/ 1375 h 1845"/>
                <a:gd name="T42" fmla="*/ 891 w 1212"/>
                <a:gd name="T43" fmla="*/ 1144 h 1845"/>
                <a:gd name="T44" fmla="*/ 1161 w 1212"/>
                <a:gd name="T45" fmla="*/ 804 h 1845"/>
                <a:gd name="T46" fmla="*/ 1189 w 1212"/>
                <a:gd name="T47" fmla="*/ 618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12" h="1845">
                  <a:moveTo>
                    <a:pt x="1189" y="618"/>
                  </a:moveTo>
                  <a:cubicBezTo>
                    <a:pt x="1169" y="541"/>
                    <a:pt x="1067" y="87"/>
                    <a:pt x="978" y="30"/>
                  </a:cubicBezTo>
                  <a:cubicBezTo>
                    <a:pt x="943" y="8"/>
                    <a:pt x="906" y="0"/>
                    <a:pt x="866" y="10"/>
                  </a:cubicBezTo>
                  <a:cubicBezTo>
                    <a:pt x="839" y="18"/>
                    <a:pt x="782" y="28"/>
                    <a:pt x="737" y="35"/>
                  </a:cubicBezTo>
                  <a:lnTo>
                    <a:pt x="692" y="43"/>
                  </a:lnTo>
                  <a:cubicBezTo>
                    <a:pt x="645" y="53"/>
                    <a:pt x="615" y="57"/>
                    <a:pt x="414" y="373"/>
                  </a:cubicBezTo>
                  <a:cubicBezTo>
                    <a:pt x="409" y="380"/>
                    <a:pt x="402" y="383"/>
                    <a:pt x="394" y="383"/>
                  </a:cubicBezTo>
                  <a:lnTo>
                    <a:pt x="124" y="363"/>
                  </a:lnTo>
                  <a:cubicBezTo>
                    <a:pt x="64" y="358"/>
                    <a:pt x="10" y="402"/>
                    <a:pt x="5" y="464"/>
                  </a:cubicBezTo>
                  <a:cubicBezTo>
                    <a:pt x="0" y="524"/>
                    <a:pt x="45" y="579"/>
                    <a:pt x="107" y="584"/>
                  </a:cubicBezTo>
                  <a:lnTo>
                    <a:pt x="377" y="603"/>
                  </a:lnTo>
                  <a:cubicBezTo>
                    <a:pt x="466" y="611"/>
                    <a:pt x="551" y="566"/>
                    <a:pt x="598" y="492"/>
                  </a:cubicBezTo>
                  <a:cubicBezTo>
                    <a:pt x="618" y="459"/>
                    <a:pt x="635" y="435"/>
                    <a:pt x="650" y="410"/>
                  </a:cubicBezTo>
                  <a:lnTo>
                    <a:pt x="804" y="829"/>
                  </a:lnTo>
                  <a:lnTo>
                    <a:pt x="685" y="978"/>
                  </a:lnTo>
                  <a:cubicBezTo>
                    <a:pt x="610" y="1072"/>
                    <a:pt x="553" y="1177"/>
                    <a:pt x="516" y="1293"/>
                  </a:cubicBezTo>
                  <a:lnTo>
                    <a:pt x="394" y="1670"/>
                  </a:lnTo>
                  <a:cubicBezTo>
                    <a:pt x="372" y="1740"/>
                    <a:pt x="412" y="1814"/>
                    <a:pt x="481" y="1837"/>
                  </a:cubicBezTo>
                  <a:cubicBezTo>
                    <a:pt x="494" y="1842"/>
                    <a:pt x="509" y="1844"/>
                    <a:pt x="521" y="1844"/>
                  </a:cubicBezTo>
                  <a:cubicBezTo>
                    <a:pt x="578" y="1844"/>
                    <a:pt x="628" y="1809"/>
                    <a:pt x="648" y="1752"/>
                  </a:cubicBezTo>
                  <a:lnTo>
                    <a:pt x="769" y="1375"/>
                  </a:lnTo>
                  <a:cubicBezTo>
                    <a:pt x="796" y="1291"/>
                    <a:pt x="836" y="1214"/>
                    <a:pt x="891" y="1144"/>
                  </a:cubicBezTo>
                  <a:cubicBezTo>
                    <a:pt x="891" y="1144"/>
                    <a:pt x="1107" y="874"/>
                    <a:pt x="1161" y="804"/>
                  </a:cubicBezTo>
                  <a:cubicBezTo>
                    <a:pt x="1211" y="745"/>
                    <a:pt x="1206" y="695"/>
                    <a:pt x="1189" y="61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xmlns="" id="{88389118-346D-4E66-9E5C-D380C2456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6899" y="3831413"/>
              <a:ext cx="210829" cy="208930"/>
            </a:xfrm>
            <a:custGeom>
              <a:avLst/>
              <a:gdLst>
                <a:gd name="T0" fmla="*/ 487 w 488"/>
                <a:gd name="T1" fmla="*/ 243 h 487"/>
                <a:gd name="T2" fmla="*/ 454 w 488"/>
                <a:gd name="T3" fmla="*/ 365 h 487"/>
                <a:gd name="T4" fmla="*/ 365 w 488"/>
                <a:gd name="T5" fmla="*/ 454 h 487"/>
                <a:gd name="T6" fmla="*/ 243 w 488"/>
                <a:gd name="T7" fmla="*/ 486 h 487"/>
                <a:gd name="T8" fmla="*/ 122 w 488"/>
                <a:gd name="T9" fmla="*/ 454 h 487"/>
                <a:gd name="T10" fmla="*/ 33 w 488"/>
                <a:gd name="T11" fmla="*/ 365 h 487"/>
                <a:gd name="T12" fmla="*/ 0 w 488"/>
                <a:gd name="T13" fmla="*/ 243 h 487"/>
                <a:gd name="T14" fmla="*/ 33 w 488"/>
                <a:gd name="T15" fmla="*/ 122 h 487"/>
                <a:gd name="T16" fmla="*/ 122 w 488"/>
                <a:gd name="T17" fmla="*/ 33 h 487"/>
                <a:gd name="T18" fmla="*/ 243 w 488"/>
                <a:gd name="T19" fmla="*/ 0 h 487"/>
                <a:gd name="T20" fmla="*/ 365 w 488"/>
                <a:gd name="T21" fmla="*/ 33 h 487"/>
                <a:gd name="T22" fmla="*/ 454 w 488"/>
                <a:gd name="T23" fmla="*/ 122 h 487"/>
                <a:gd name="T24" fmla="*/ 487 w 488"/>
                <a:gd name="T25" fmla="*/ 243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8" h="487">
                  <a:moveTo>
                    <a:pt x="487" y="243"/>
                  </a:moveTo>
                  <a:cubicBezTo>
                    <a:pt x="487" y="288"/>
                    <a:pt x="476" y="327"/>
                    <a:pt x="454" y="365"/>
                  </a:cubicBezTo>
                  <a:cubicBezTo>
                    <a:pt x="432" y="404"/>
                    <a:pt x="404" y="432"/>
                    <a:pt x="365" y="454"/>
                  </a:cubicBezTo>
                  <a:cubicBezTo>
                    <a:pt x="326" y="477"/>
                    <a:pt x="288" y="486"/>
                    <a:pt x="243" y="486"/>
                  </a:cubicBezTo>
                  <a:cubicBezTo>
                    <a:pt x="199" y="486"/>
                    <a:pt x="161" y="477"/>
                    <a:pt x="122" y="454"/>
                  </a:cubicBezTo>
                  <a:cubicBezTo>
                    <a:pt x="83" y="432"/>
                    <a:pt x="56" y="404"/>
                    <a:pt x="33" y="365"/>
                  </a:cubicBezTo>
                  <a:cubicBezTo>
                    <a:pt x="11" y="327"/>
                    <a:pt x="0" y="288"/>
                    <a:pt x="0" y="243"/>
                  </a:cubicBezTo>
                  <a:cubicBezTo>
                    <a:pt x="0" y="198"/>
                    <a:pt x="11" y="161"/>
                    <a:pt x="33" y="122"/>
                  </a:cubicBezTo>
                  <a:cubicBezTo>
                    <a:pt x="56" y="84"/>
                    <a:pt x="83" y="56"/>
                    <a:pt x="122" y="33"/>
                  </a:cubicBezTo>
                  <a:cubicBezTo>
                    <a:pt x="161" y="11"/>
                    <a:pt x="199" y="0"/>
                    <a:pt x="243" y="0"/>
                  </a:cubicBezTo>
                  <a:cubicBezTo>
                    <a:pt x="288" y="0"/>
                    <a:pt x="326" y="11"/>
                    <a:pt x="365" y="33"/>
                  </a:cubicBezTo>
                  <a:cubicBezTo>
                    <a:pt x="404" y="56"/>
                    <a:pt x="432" y="84"/>
                    <a:pt x="454" y="122"/>
                  </a:cubicBezTo>
                  <a:cubicBezTo>
                    <a:pt x="476" y="161"/>
                    <a:pt x="487" y="198"/>
                    <a:pt x="487" y="24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xmlns="" id="{3FB64000-D81D-4776-9238-AC29D696095B}"/>
              </a:ext>
            </a:extLst>
          </p:cNvPr>
          <p:cNvGrpSpPr/>
          <p:nvPr/>
        </p:nvGrpSpPr>
        <p:grpSpPr>
          <a:xfrm>
            <a:off x="9851684" y="2327618"/>
            <a:ext cx="1651714" cy="1684882"/>
            <a:chOff x="8366078" y="3715551"/>
            <a:chExt cx="945884" cy="964878"/>
          </a:xfrm>
        </p:grpSpPr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xmlns="" id="{9AE0FCD0-BA5C-4E8A-B49C-B8E162EE4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335" y="4036544"/>
              <a:ext cx="87371" cy="429257"/>
            </a:xfrm>
            <a:custGeom>
              <a:avLst/>
              <a:gdLst>
                <a:gd name="T0" fmla="*/ 0 w 201"/>
                <a:gd name="T1" fmla="*/ 0 h 998"/>
                <a:gd name="T2" fmla="*/ 0 w 201"/>
                <a:gd name="T3" fmla="*/ 997 h 998"/>
                <a:gd name="T4" fmla="*/ 200 w 201"/>
                <a:gd name="T5" fmla="*/ 997 h 998"/>
                <a:gd name="T6" fmla="*/ 200 w 201"/>
                <a:gd name="T7" fmla="*/ 0 h 998"/>
                <a:gd name="T8" fmla="*/ 0 w 201"/>
                <a:gd name="T9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998">
                  <a:moveTo>
                    <a:pt x="0" y="0"/>
                  </a:moveTo>
                  <a:lnTo>
                    <a:pt x="0" y="997"/>
                  </a:lnTo>
                  <a:lnTo>
                    <a:pt x="200" y="997"/>
                  </a:lnTo>
                  <a:lnTo>
                    <a:pt x="200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xmlns="" id="{FEB77E57-81C5-4DF7-BA7B-09A76F2A1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6078" y="4594958"/>
              <a:ext cx="945884" cy="85471"/>
            </a:xfrm>
            <a:custGeom>
              <a:avLst/>
              <a:gdLst>
                <a:gd name="T0" fmla="*/ 1097 w 2195"/>
                <a:gd name="T1" fmla="*/ 199 h 200"/>
                <a:gd name="T2" fmla="*/ 0 w 2195"/>
                <a:gd name="T3" fmla="*/ 199 h 200"/>
                <a:gd name="T4" fmla="*/ 0 w 2195"/>
                <a:gd name="T5" fmla="*/ 0 h 200"/>
                <a:gd name="T6" fmla="*/ 2194 w 2195"/>
                <a:gd name="T7" fmla="*/ 0 h 200"/>
                <a:gd name="T8" fmla="*/ 2194 w 2195"/>
                <a:gd name="T9" fmla="*/ 199 h 200"/>
                <a:gd name="T10" fmla="*/ 1097 w 2195"/>
                <a:gd name="T11" fmla="*/ 19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95" h="200">
                  <a:moveTo>
                    <a:pt x="1097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2194" y="0"/>
                  </a:lnTo>
                  <a:lnTo>
                    <a:pt x="2194" y="199"/>
                  </a:lnTo>
                  <a:lnTo>
                    <a:pt x="1097" y="199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xmlns="" id="{0B048E9C-4ED1-495C-8A3E-2B8D6C7B5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9764" y="4488594"/>
              <a:ext cx="858514" cy="85471"/>
            </a:xfrm>
            <a:custGeom>
              <a:avLst/>
              <a:gdLst>
                <a:gd name="T0" fmla="*/ 997 w 1995"/>
                <a:gd name="T1" fmla="*/ 199 h 200"/>
                <a:gd name="T2" fmla="*/ 0 w 1995"/>
                <a:gd name="T3" fmla="*/ 199 h 200"/>
                <a:gd name="T4" fmla="*/ 0 w 1995"/>
                <a:gd name="T5" fmla="*/ 0 h 200"/>
                <a:gd name="T6" fmla="*/ 1994 w 1995"/>
                <a:gd name="T7" fmla="*/ 0 h 200"/>
                <a:gd name="T8" fmla="*/ 1994 w 1995"/>
                <a:gd name="T9" fmla="*/ 199 h 200"/>
                <a:gd name="T10" fmla="*/ 997 w 1995"/>
                <a:gd name="T11" fmla="*/ 19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5" h="200">
                  <a:moveTo>
                    <a:pt x="997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1994" y="0"/>
                  </a:lnTo>
                  <a:lnTo>
                    <a:pt x="1994" y="199"/>
                  </a:lnTo>
                  <a:lnTo>
                    <a:pt x="997" y="199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xmlns="" id="{4A32D315-A639-4036-82FD-9BB8CC21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0481" y="4080229"/>
              <a:ext cx="357081" cy="343786"/>
            </a:xfrm>
            <a:custGeom>
              <a:avLst/>
              <a:gdLst>
                <a:gd name="T0" fmla="*/ 811 w 831"/>
                <a:gd name="T1" fmla="*/ 548 h 798"/>
                <a:gd name="T2" fmla="*/ 415 w 831"/>
                <a:gd name="T3" fmla="*/ 797 h 798"/>
                <a:gd name="T4" fmla="*/ 20 w 831"/>
                <a:gd name="T5" fmla="*/ 548 h 798"/>
                <a:gd name="T6" fmla="*/ 98 w 831"/>
                <a:gd name="T7" fmla="*/ 324 h 798"/>
                <a:gd name="T8" fmla="*/ 20 w 831"/>
                <a:gd name="T9" fmla="*/ 174 h 798"/>
                <a:gd name="T10" fmla="*/ 151 w 831"/>
                <a:gd name="T11" fmla="*/ 0 h 798"/>
                <a:gd name="T12" fmla="*/ 283 w 831"/>
                <a:gd name="T13" fmla="*/ 49 h 798"/>
                <a:gd name="T14" fmla="*/ 414 w 831"/>
                <a:gd name="T15" fmla="*/ 0 h 798"/>
                <a:gd name="T16" fmla="*/ 547 w 831"/>
                <a:gd name="T17" fmla="*/ 49 h 798"/>
                <a:gd name="T18" fmla="*/ 679 w 831"/>
                <a:gd name="T19" fmla="*/ 0 h 798"/>
                <a:gd name="T20" fmla="*/ 811 w 831"/>
                <a:gd name="T21" fmla="*/ 174 h 798"/>
                <a:gd name="T22" fmla="*/ 732 w 831"/>
                <a:gd name="T23" fmla="*/ 324 h 798"/>
                <a:gd name="T24" fmla="*/ 811 w 831"/>
                <a:gd name="T25" fmla="*/ 54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1" h="798">
                  <a:moveTo>
                    <a:pt x="811" y="548"/>
                  </a:moveTo>
                  <a:cubicBezTo>
                    <a:pt x="753" y="797"/>
                    <a:pt x="512" y="672"/>
                    <a:pt x="415" y="797"/>
                  </a:cubicBezTo>
                  <a:cubicBezTo>
                    <a:pt x="318" y="672"/>
                    <a:pt x="77" y="797"/>
                    <a:pt x="20" y="548"/>
                  </a:cubicBezTo>
                  <a:cubicBezTo>
                    <a:pt x="0" y="419"/>
                    <a:pt x="85" y="411"/>
                    <a:pt x="98" y="324"/>
                  </a:cubicBezTo>
                  <a:cubicBezTo>
                    <a:pt x="105" y="275"/>
                    <a:pt x="66" y="216"/>
                    <a:pt x="20" y="174"/>
                  </a:cubicBezTo>
                  <a:lnTo>
                    <a:pt x="151" y="0"/>
                  </a:lnTo>
                  <a:cubicBezTo>
                    <a:pt x="178" y="20"/>
                    <a:pt x="237" y="49"/>
                    <a:pt x="283" y="49"/>
                  </a:cubicBezTo>
                  <a:cubicBezTo>
                    <a:pt x="333" y="49"/>
                    <a:pt x="388" y="22"/>
                    <a:pt x="414" y="0"/>
                  </a:cubicBezTo>
                  <a:cubicBezTo>
                    <a:pt x="441" y="22"/>
                    <a:pt x="498" y="49"/>
                    <a:pt x="547" y="49"/>
                  </a:cubicBezTo>
                  <a:cubicBezTo>
                    <a:pt x="594" y="49"/>
                    <a:pt x="652" y="20"/>
                    <a:pt x="679" y="0"/>
                  </a:cubicBezTo>
                  <a:lnTo>
                    <a:pt x="811" y="174"/>
                  </a:lnTo>
                  <a:cubicBezTo>
                    <a:pt x="764" y="216"/>
                    <a:pt x="726" y="275"/>
                    <a:pt x="732" y="324"/>
                  </a:cubicBezTo>
                  <a:cubicBezTo>
                    <a:pt x="745" y="411"/>
                    <a:pt x="830" y="419"/>
                    <a:pt x="811" y="548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xmlns="" id="{D12F0076-96DA-4366-ADD0-A6482D95D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5235" y="4036544"/>
              <a:ext cx="85472" cy="429257"/>
            </a:xfrm>
            <a:custGeom>
              <a:avLst/>
              <a:gdLst>
                <a:gd name="T0" fmla="*/ 99 w 200"/>
                <a:gd name="T1" fmla="*/ 997 h 998"/>
                <a:gd name="T2" fmla="*/ 0 w 200"/>
                <a:gd name="T3" fmla="*/ 997 h 998"/>
                <a:gd name="T4" fmla="*/ 0 w 200"/>
                <a:gd name="T5" fmla="*/ 0 h 998"/>
                <a:gd name="T6" fmla="*/ 199 w 200"/>
                <a:gd name="T7" fmla="*/ 0 h 998"/>
                <a:gd name="T8" fmla="*/ 199 w 200"/>
                <a:gd name="T9" fmla="*/ 997 h 998"/>
                <a:gd name="T10" fmla="*/ 99 w 200"/>
                <a:gd name="T11" fmla="*/ 99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998">
                  <a:moveTo>
                    <a:pt x="99" y="997"/>
                  </a:moveTo>
                  <a:lnTo>
                    <a:pt x="0" y="997"/>
                  </a:lnTo>
                  <a:lnTo>
                    <a:pt x="0" y="0"/>
                  </a:lnTo>
                  <a:lnTo>
                    <a:pt x="199" y="0"/>
                  </a:lnTo>
                  <a:lnTo>
                    <a:pt x="199" y="997"/>
                  </a:lnTo>
                  <a:lnTo>
                    <a:pt x="99" y="99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xmlns="" id="{EC102ED1-8B0C-4D0C-B696-A1E2FDD24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8871" y="3715551"/>
              <a:ext cx="902200" cy="302000"/>
            </a:xfrm>
            <a:custGeom>
              <a:avLst/>
              <a:gdLst>
                <a:gd name="T0" fmla="*/ 2094 w 2095"/>
                <a:gd name="T1" fmla="*/ 698 h 699"/>
                <a:gd name="T2" fmla="*/ 0 w 2095"/>
                <a:gd name="T3" fmla="*/ 698 h 699"/>
                <a:gd name="T4" fmla="*/ 1047 w 2095"/>
                <a:gd name="T5" fmla="*/ 0 h 699"/>
                <a:gd name="T6" fmla="*/ 2094 w 2095"/>
                <a:gd name="T7" fmla="*/ 698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5" h="699">
                  <a:moveTo>
                    <a:pt x="2094" y="698"/>
                  </a:moveTo>
                  <a:lnTo>
                    <a:pt x="0" y="698"/>
                  </a:lnTo>
                  <a:lnTo>
                    <a:pt x="1047" y="0"/>
                  </a:lnTo>
                  <a:lnTo>
                    <a:pt x="2094" y="698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BDBA7BA-2CCF-4AF1-9A64-CE91A74DA9DC}"/>
              </a:ext>
            </a:extLst>
          </p:cNvPr>
          <p:cNvSpPr/>
          <p:nvPr/>
        </p:nvSpPr>
        <p:spPr>
          <a:xfrm>
            <a:off x="3016003" y="2130281"/>
            <a:ext cx="36000" cy="20795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F26EF12C-BFCE-48EF-8C08-B7A721DD4842}"/>
              </a:ext>
            </a:extLst>
          </p:cNvPr>
          <p:cNvSpPr/>
          <p:nvPr/>
        </p:nvSpPr>
        <p:spPr>
          <a:xfrm>
            <a:off x="6078000" y="2130281"/>
            <a:ext cx="36000" cy="20795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xmlns="" id="{60C66ED0-0A97-4031-BCA6-AD75CA3DA103}"/>
              </a:ext>
            </a:extLst>
          </p:cNvPr>
          <p:cNvSpPr/>
          <p:nvPr/>
        </p:nvSpPr>
        <p:spPr>
          <a:xfrm>
            <a:off x="9139997" y="2130281"/>
            <a:ext cx="36000" cy="207955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64166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FFAE301-7380-4B47-9CEC-47DF440EA011}"/>
              </a:ext>
            </a:extLst>
          </p:cNvPr>
          <p:cNvGrpSpPr/>
          <p:nvPr/>
        </p:nvGrpSpPr>
        <p:grpSpPr>
          <a:xfrm>
            <a:off x="8765595" y="3901095"/>
            <a:ext cx="2753668" cy="1355428"/>
            <a:chOff x="8765595" y="4178632"/>
            <a:chExt cx="2753668" cy="13554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29B1198D-E82F-4FCB-8CC9-202A652266F9}"/>
                </a:ext>
              </a:extLst>
            </p:cNvPr>
            <p:cNvSpPr txBox="1"/>
            <p:nvPr/>
          </p:nvSpPr>
          <p:spPr>
            <a:xfrm>
              <a:off x="8765595" y="4178632"/>
              <a:ext cx="275366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Lawyers. Just Different</a:t>
              </a:r>
            </a:p>
          </p:txBody>
        </p:sp>
        <p:sp>
          <p:nvSpPr>
            <p:cNvPr id="10" name="7 CuadroTexto">
              <a:extLst>
                <a:ext uri="{FF2B5EF4-FFF2-40B4-BE49-F238E27FC236}">
                  <a16:creationId xmlns:a16="http://schemas.microsoft.com/office/drawing/2014/main" xmlns="" id="{653F0037-1A7A-4AF0-A3E7-1218A85257A8}"/>
                </a:ext>
              </a:extLst>
            </p:cNvPr>
            <p:cNvSpPr txBox="1"/>
            <p:nvPr/>
          </p:nvSpPr>
          <p:spPr>
            <a:xfrm>
              <a:off x="8765595" y="4455944"/>
              <a:ext cx="2753668" cy="10781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 a galley of type great company i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ncubate standards compliant channels before scalable.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6E2CF02D-46D6-4B92-93F6-578CE210245D}"/>
              </a:ext>
            </a:extLst>
          </p:cNvPr>
          <p:cNvGrpSpPr/>
          <p:nvPr/>
        </p:nvGrpSpPr>
        <p:grpSpPr>
          <a:xfrm>
            <a:off x="8765595" y="1601478"/>
            <a:ext cx="2753668" cy="1355428"/>
            <a:chOff x="8765595" y="1862998"/>
            <a:chExt cx="2753668" cy="13554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6422AFA-43F8-4956-9FD2-AA5261E4DF68}"/>
                </a:ext>
              </a:extLst>
            </p:cNvPr>
            <p:cNvSpPr txBox="1"/>
            <p:nvPr/>
          </p:nvSpPr>
          <p:spPr>
            <a:xfrm>
              <a:off x="8765595" y="1862998"/>
              <a:ext cx="275366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Real World. Real Law</a:t>
              </a:r>
            </a:p>
          </p:txBody>
        </p:sp>
        <p:sp>
          <p:nvSpPr>
            <p:cNvPr id="12" name="7 CuadroTexto">
              <a:extLst>
                <a:ext uri="{FF2B5EF4-FFF2-40B4-BE49-F238E27FC236}">
                  <a16:creationId xmlns:a16="http://schemas.microsoft.com/office/drawing/2014/main" xmlns="" id="{9C45E704-F62F-4069-9150-9CDEC7F8FDB5}"/>
                </a:ext>
              </a:extLst>
            </p:cNvPr>
            <p:cNvSpPr txBox="1"/>
            <p:nvPr/>
          </p:nvSpPr>
          <p:spPr>
            <a:xfrm>
              <a:off x="8765595" y="2140310"/>
              <a:ext cx="2753668" cy="107811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took a galley of type great company i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ncubate standards compliant channels before scalable.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0EF512A-3362-477F-89A0-650B6C5B1E5D}"/>
              </a:ext>
            </a:extLst>
          </p:cNvPr>
          <p:cNvSpPr txBox="1"/>
          <p:nvPr/>
        </p:nvSpPr>
        <p:spPr>
          <a:xfrm>
            <a:off x="1213181" y="1601478"/>
            <a:ext cx="2213434" cy="861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  <a:cs typeface="Lato" charset="0"/>
              </a:rPr>
              <a:t>Your Lawn's Beautician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9617A47-206C-443B-8C28-6A060F9204A9}"/>
              </a:ext>
            </a:extLst>
          </p:cNvPr>
          <p:cNvGrpSpPr/>
          <p:nvPr/>
        </p:nvGrpSpPr>
        <p:grpSpPr>
          <a:xfrm>
            <a:off x="3908515" y="1601478"/>
            <a:ext cx="3663395" cy="3655045"/>
            <a:chOff x="4195070" y="3951072"/>
            <a:chExt cx="833822" cy="831922"/>
          </a:xfrm>
        </p:grpSpPr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xmlns="" id="{9E3E027E-5032-40AE-A6B6-F99C9BAD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360" y="4205587"/>
              <a:ext cx="767344" cy="26591"/>
            </a:xfrm>
            <a:custGeom>
              <a:avLst/>
              <a:gdLst>
                <a:gd name="T0" fmla="*/ 1779 w 1780"/>
                <a:gd name="T1" fmla="*/ 0 h 63"/>
                <a:gd name="T2" fmla="*/ 1779 w 1780"/>
                <a:gd name="T3" fmla="*/ 32 h 63"/>
                <a:gd name="T4" fmla="*/ 1749 w 1780"/>
                <a:gd name="T5" fmla="*/ 62 h 63"/>
                <a:gd name="T6" fmla="*/ 30 w 1780"/>
                <a:gd name="T7" fmla="*/ 62 h 63"/>
                <a:gd name="T8" fmla="*/ 0 w 1780"/>
                <a:gd name="T9" fmla="*/ 32 h 63"/>
                <a:gd name="T10" fmla="*/ 0 w 1780"/>
                <a:gd name="T11" fmla="*/ 0 h 63"/>
                <a:gd name="T12" fmla="*/ 1779 w 1780"/>
                <a:gd name="T1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0" h="63">
                  <a:moveTo>
                    <a:pt x="1779" y="0"/>
                  </a:moveTo>
                  <a:lnTo>
                    <a:pt x="1779" y="32"/>
                  </a:lnTo>
                  <a:cubicBezTo>
                    <a:pt x="1779" y="47"/>
                    <a:pt x="1764" y="62"/>
                    <a:pt x="1749" y="62"/>
                  </a:cubicBezTo>
                  <a:lnTo>
                    <a:pt x="30" y="62"/>
                  </a:lnTo>
                  <a:cubicBezTo>
                    <a:pt x="15" y="62"/>
                    <a:pt x="0" y="47"/>
                    <a:pt x="0" y="32"/>
                  </a:cubicBezTo>
                  <a:lnTo>
                    <a:pt x="0" y="0"/>
                  </a:lnTo>
                  <a:lnTo>
                    <a:pt x="177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xmlns="" id="{5D1DB03D-31C1-43A2-86F1-7F5E26C55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050" y="4256871"/>
              <a:ext cx="102566" cy="379873"/>
            </a:xfrm>
            <a:custGeom>
              <a:avLst/>
              <a:gdLst>
                <a:gd name="T0" fmla="*/ 118 w 238"/>
                <a:gd name="T1" fmla="*/ 881 h 882"/>
                <a:gd name="T2" fmla="*/ 0 w 238"/>
                <a:gd name="T3" fmla="*/ 881 h 882"/>
                <a:gd name="T4" fmla="*/ 0 w 238"/>
                <a:gd name="T5" fmla="*/ 0 h 882"/>
                <a:gd name="T6" fmla="*/ 237 w 238"/>
                <a:gd name="T7" fmla="*/ 0 h 882"/>
                <a:gd name="T8" fmla="*/ 237 w 238"/>
                <a:gd name="T9" fmla="*/ 881 h 882"/>
                <a:gd name="T10" fmla="*/ 118 w 238"/>
                <a:gd name="T11" fmla="*/ 881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882">
                  <a:moveTo>
                    <a:pt x="118" y="881"/>
                  </a:moveTo>
                  <a:lnTo>
                    <a:pt x="0" y="881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881"/>
                  </a:lnTo>
                  <a:lnTo>
                    <a:pt x="118" y="88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xmlns="" id="{FC88249D-3712-47B5-B415-7363467CE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447" y="4256871"/>
              <a:ext cx="102566" cy="379873"/>
            </a:xfrm>
            <a:custGeom>
              <a:avLst/>
              <a:gdLst>
                <a:gd name="T0" fmla="*/ 119 w 238"/>
                <a:gd name="T1" fmla="*/ 881 h 882"/>
                <a:gd name="T2" fmla="*/ 0 w 238"/>
                <a:gd name="T3" fmla="*/ 881 h 882"/>
                <a:gd name="T4" fmla="*/ 0 w 238"/>
                <a:gd name="T5" fmla="*/ 0 h 882"/>
                <a:gd name="T6" fmla="*/ 237 w 238"/>
                <a:gd name="T7" fmla="*/ 0 h 882"/>
                <a:gd name="T8" fmla="*/ 237 w 238"/>
                <a:gd name="T9" fmla="*/ 881 h 882"/>
                <a:gd name="T10" fmla="*/ 119 w 238"/>
                <a:gd name="T11" fmla="*/ 881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" h="882">
                  <a:moveTo>
                    <a:pt x="119" y="881"/>
                  </a:moveTo>
                  <a:lnTo>
                    <a:pt x="0" y="881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881"/>
                  </a:lnTo>
                  <a:lnTo>
                    <a:pt x="119" y="881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xmlns="" id="{3805FFCC-962E-45BF-B2F0-2AABF4F74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856" y="4663335"/>
              <a:ext cx="155748" cy="119659"/>
            </a:xfrm>
            <a:custGeom>
              <a:avLst/>
              <a:gdLst>
                <a:gd name="T0" fmla="*/ 362 w 363"/>
                <a:gd name="T1" fmla="*/ 30 h 277"/>
                <a:gd name="T2" fmla="*/ 362 w 363"/>
                <a:gd name="T3" fmla="*/ 246 h 277"/>
                <a:gd name="T4" fmla="*/ 332 w 363"/>
                <a:gd name="T5" fmla="*/ 276 h 277"/>
                <a:gd name="T6" fmla="*/ 30 w 363"/>
                <a:gd name="T7" fmla="*/ 276 h 277"/>
                <a:gd name="T8" fmla="*/ 0 w 363"/>
                <a:gd name="T9" fmla="*/ 246 h 277"/>
                <a:gd name="T10" fmla="*/ 0 w 363"/>
                <a:gd name="T11" fmla="*/ 30 h 277"/>
                <a:gd name="T12" fmla="*/ 30 w 363"/>
                <a:gd name="T13" fmla="*/ 0 h 277"/>
                <a:gd name="T14" fmla="*/ 332 w 363"/>
                <a:gd name="T15" fmla="*/ 0 h 277"/>
                <a:gd name="T16" fmla="*/ 362 w 363"/>
                <a:gd name="T17" fmla="*/ 3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3" h="277">
                  <a:moveTo>
                    <a:pt x="362" y="30"/>
                  </a:moveTo>
                  <a:lnTo>
                    <a:pt x="362" y="246"/>
                  </a:lnTo>
                  <a:cubicBezTo>
                    <a:pt x="362" y="264"/>
                    <a:pt x="350" y="276"/>
                    <a:pt x="332" y="276"/>
                  </a:cubicBezTo>
                  <a:lnTo>
                    <a:pt x="30" y="276"/>
                  </a:lnTo>
                  <a:cubicBezTo>
                    <a:pt x="12" y="276"/>
                    <a:pt x="0" y="264"/>
                    <a:pt x="0" y="246"/>
                  </a:cubicBezTo>
                  <a:lnTo>
                    <a:pt x="0" y="30"/>
                  </a:lnTo>
                  <a:cubicBezTo>
                    <a:pt x="0" y="15"/>
                    <a:pt x="12" y="0"/>
                    <a:pt x="30" y="0"/>
                  </a:cubicBezTo>
                  <a:lnTo>
                    <a:pt x="332" y="0"/>
                  </a:lnTo>
                  <a:cubicBezTo>
                    <a:pt x="347" y="0"/>
                    <a:pt x="362" y="12"/>
                    <a:pt x="362" y="3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xmlns="" id="{9247A5C7-9B66-4004-8178-1E78905E0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458" y="4663335"/>
              <a:ext cx="155748" cy="119659"/>
            </a:xfrm>
            <a:custGeom>
              <a:avLst/>
              <a:gdLst>
                <a:gd name="T0" fmla="*/ 362 w 363"/>
                <a:gd name="T1" fmla="*/ 30 h 277"/>
                <a:gd name="T2" fmla="*/ 362 w 363"/>
                <a:gd name="T3" fmla="*/ 246 h 277"/>
                <a:gd name="T4" fmla="*/ 333 w 363"/>
                <a:gd name="T5" fmla="*/ 276 h 277"/>
                <a:gd name="T6" fmla="*/ 30 w 363"/>
                <a:gd name="T7" fmla="*/ 276 h 277"/>
                <a:gd name="T8" fmla="*/ 0 w 363"/>
                <a:gd name="T9" fmla="*/ 246 h 277"/>
                <a:gd name="T10" fmla="*/ 0 w 363"/>
                <a:gd name="T11" fmla="*/ 30 h 277"/>
                <a:gd name="T12" fmla="*/ 30 w 363"/>
                <a:gd name="T13" fmla="*/ 0 h 277"/>
                <a:gd name="T14" fmla="*/ 333 w 363"/>
                <a:gd name="T15" fmla="*/ 0 h 277"/>
                <a:gd name="T16" fmla="*/ 362 w 363"/>
                <a:gd name="T17" fmla="*/ 3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3" h="277">
                  <a:moveTo>
                    <a:pt x="362" y="30"/>
                  </a:moveTo>
                  <a:lnTo>
                    <a:pt x="362" y="246"/>
                  </a:lnTo>
                  <a:cubicBezTo>
                    <a:pt x="362" y="264"/>
                    <a:pt x="347" y="276"/>
                    <a:pt x="333" y="276"/>
                  </a:cubicBezTo>
                  <a:lnTo>
                    <a:pt x="30" y="276"/>
                  </a:lnTo>
                  <a:cubicBezTo>
                    <a:pt x="15" y="276"/>
                    <a:pt x="0" y="264"/>
                    <a:pt x="0" y="246"/>
                  </a:cubicBezTo>
                  <a:lnTo>
                    <a:pt x="0" y="30"/>
                  </a:lnTo>
                  <a:cubicBezTo>
                    <a:pt x="0" y="15"/>
                    <a:pt x="15" y="0"/>
                    <a:pt x="30" y="0"/>
                  </a:cubicBezTo>
                  <a:lnTo>
                    <a:pt x="333" y="0"/>
                  </a:lnTo>
                  <a:cubicBezTo>
                    <a:pt x="350" y="0"/>
                    <a:pt x="362" y="12"/>
                    <a:pt x="362" y="3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xmlns="" id="{B23525D3-450E-4EF6-827F-D58883642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742" y="4040343"/>
              <a:ext cx="64578" cy="64578"/>
            </a:xfrm>
            <a:custGeom>
              <a:avLst/>
              <a:gdLst>
                <a:gd name="T0" fmla="*/ 149 w 150"/>
                <a:gd name="T1" fmla="*/ 74 h 149"/>
                <a:gd name="T2" fmla="*/ 139 w 150"/>
                <a:gd name="T3" fmla="*/ 111 h 149"/>
                <a:gd name="T4" fmla="*/ 112 w 150"/>
                <a:gd name="T5" fmla="*/ 139 h 149"/>
                <a:gd name="T6" fmla="*/ 75 w 150"/>
                <a:gd name="T7" fmla="*/ 148 h 149"/>
                <a:gd name="T8" fmla="*/ 37 w 150"/>
                <a:gd name="T9" fmla="*/ 139 h 149"/>
                <a:gd name="T10" fmla="*/ 10 w 150"/>
                <a:gd name="T11" fmla="*/ 111 h 149"/>
                <a:gd name="T12" fmla="*/ 0 w 150"/>
                <a:gd name="T13" fmla="*/ 74 h 149"/>
                <a:gd name="T14" fmla="*/ 10 w 150"/>
                <a:gd name="T15" fmla="*/ 37 h 149"/>
                <a:gd name="T16" fmla="*/ 37 w 150"/>
                <a:gd name="T17" fmla="*/ 10 h 149"/>
                <a:gd name="T18" fmla="*/ 75 w 150"/>
                <a:gd name="T19" fmla="*/ 0 h 149"/>
                <a:gd name="T20" fmla="*/ 112 w 150"/>
                <a:gd name="T21" fmla="*/ 10 h 149"/>
                <a:gd name="T22" fmla="*/ 139 w 150"/>
                <a:gd name="T23" fmla="*/ 37 h 149"/>
                <a:gd name="T24" fmla="*/ 149 w 150"/>
                <a:gd name="T25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" h="149">
                  <a:moveTo>
                    <a:pt x="149" y="74"/>
                  </a:moveTo>
                  <a:cubicBezTo>
                    <a:pt x="149" y="88"/>
                    <a:pt x="146" y="100"/>
                    <a:pt x="139" y="111"/>
                  </a:cubicBezTo>
                  <a:cubicBezTo>
                    <a:pt x="132" y="123"/>
                    <a:pt x="123" y="133"/>
                    <a:pt x="112" y="139"/>
                  </a:cubicBezTo>
                  <a:cubicBezTo>
                    <a:pt x="100" y="146"/>
                    <a:pt x="88" y="148"/>
                    <a:pt x="75" y="148"/>
                  </a:cubicBezTo>
                  <a:cubicBezTo>
                    <a:pt x="61" y="148"/>
                    <a:pt x="48" y="146"/>
                    <a:pt x="37" y="139"/>
                  </a:cubicBezTo>
                  <a:cubicBezTo>
                    <a:pt x="25" y="133"/>
                    <a:pt x="16" y="123"/>
                    <a:pt x="10" y="111"/>
                  </a:cubicBezTo>
                  <a:cubicBezTo>
                    <a:pt x="3" y="100"/>
                    <a:pt x="0" y="88"/>
                    <a:pt x="0" y="74"/>
                  </a:cubicBezTo>
                  <a:cubicBezTo>
                    <a:pt x="0" y="61"/>
                    <a:pt x="3" y="49"/>
                    <a:pt x="10" y="37"/>
                  </a:cubicBezTo>
                  <a:cubicBezTo>
                    <a:pt x="16" y="25"/>
                    <a:pt x="25" y="17"/>
                    <a:pt x="37" y="10"/>
                  </a:cubicBezTo>
                  <a:cubicBezTo>
                    <a:pt x="48" y="3"/>
                    <a:pt x="61" y="0"/>
                    <a:pt x="75" y="0"/>
                  </a:cubicBezTo>
                  <a:cubicBezTo>
                    <a:pt x="88" y="0"/>
                    <a:pt x="100" y="3"/>
                    <a:pt x="112" y="10"/>
                  </a:cubicBezTo>
                  <a:cubicBezTo>
                    <a:pt x="123" y="17"/>
                    <a:pt x="132" y="25"/>
                    <a:pt x="139" y="37"/>
                  </a:cubicBezTo>
                  <a:cubicBezTo>
                    <a:pt x="146" y="49"/>
                    <a:pt x="149" y="61"/>
                    <a:pt x="149" y="7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xmlns="" id="{E27FB16D-14BE-4279-A7E8-BF0FD9B64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070" y="3951072"/>
              <a:ext cx="833822" cy="227924"/>
            </a:xfrm>
            <a:custGeom>
              <a:avLst/>
              <a:gdLst>
                <a:gd name="T0" fmla="*/ 1912 w 1934"/>
                <a:gd name="T1" fmla="*/ 474 h 531"/>
                <a:gd name="T2" fmla="*/ 978 w 1934"/>
                <a:gd name="T3" fmla="*/ 3 h 531"/>
                <a:gd name="T4" fmla="*/ 952 w 1934"/>
                <a:gd name="T5" fmla="*/ 3 h 531"/>
                <a:gd name="T6" fmla="*/ 18 w 1934"/>
                <a:gd name="T7" fmla="*/ 474 h 531"/>
                <a:gd name="T8" fmla="*/ 3 w 1934"/>
                <a:gd name="T9" fmla="*/ 507 h 531"/>
                <a:gd name="T10" fmla="*/ 33 w 1934"/>
                <a:gd name="T11" fmla="*/ 530 h 531"/>
                <a:gd name="T12" fmla="*/ 1900 w 1934"/>
                <a:gd name="T13" fmla="*/ 530 h 531"/>
                <a:gd name="T14" fmla="*/ 1930 w 1934"/>
                <a:gd name="T15" fmla="*/ 507 h 531"/>
                <a:gd name="T16" fmla="*/ 1912 w 1934"/>
                <a:gd name="T17" fmla="*/ 474 h 531"/>
                <a:gd name="T18" fmla="*/ 967 w 1934"/>
                <a:gd name="T19" fmla="*/ 415 h 531"/>
                <a:gd name="T20" fmla="*/ 833 w 1934"/>
                <a:gd name="T21" fmla="*/ 281 h 531"/>
                <a:gd name="T22" fmla="*/ 967 w 1934"/>
                <a:gd name="T23" fmla="*/ 148 h 531"/>
                <a:gd name="T24" fmla="*/ 1100 w 1934"/>
                <a:gd name="T25" fmla="*/ 281 h 531"/>
                <a:gd name="T26" fmla="*/ 967 w 1934"/>
                <a:gd name="T27" fmla="*/ 415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34" h="531">
                  <a:moveTo>
                    <a:pt x="1912" y="474"/>
                  </a:moveTo>
                  <a:lnTo>
                    <a:pt x="978" y="3"/>
                  </a:lnTo>
                  <a:cubicBezTo>
                    <a:pt x="970" y="0"/>
                    <a:pt x="961" y="0"/>
                    <a:pt x="952" y="3"/>
                  </a:cubicBezTo>
                  <a:lnTo>
                    <a:pt x="18" y="474"/>
                  </a:lnTo>
                  <a:cubicBezTo>
                    <a:pt x="6" y="480"/>
                    <a:pt x="0" y="495"/>
                    <a:pt x="3" y="507"/>
                  </a:cubicBezTo>
                  <a:cubicBezTo>
                    <a:pt x="6" y="521"/>
                    <a:pt x="18" y="530"/>
                    <a:pt x="33" y="530"/>
                  </a:cubicBezTo>
                  <a:lnTo>
                    <a:pt x="1900" y="530"/>
                  </a:lnTo>
                  <a:cubicBezTo>
                    <a:pt x="1915" y="530"/>
                    <a:pt x="1927" y="521"/>
                    <a:pt x="1930" y="507"/>
                  </a:cubicBezTo>
                  <a:cubicBezTo>
                    <a:pt x="1933" y="492"/>
                    <a:pt x="1927" y="480"/>
                    <a:pt x="1912" y="474"/>
                  </a:cubicBezTo>
                  <a:close/>
                  <a:moveTo>
                    <a:pt x="967" y="415"/>
                  </a:moveTo>
                  <a:cubicBezTo>
                    <a:pt x="892" y="415"/>
                    <a:pt x="833" y="355"/>
                    <a:pt x="833" y="281"/>
                  </a:cubicBezTo>
                  <a:cubicBezTo>
                    <a:pt x="833" y="207"/>
                    <a:pt x="892" y="148"/>
                    <a:pt x="967" y="148"/>
                  </a:cubicBezTo>
                  <a:cubicBezTo>
                    <a:pt x="1041" y="148"/>
                    <a:pt x="1100" y="207"/>
                    <a:pt x="1100" y="281"/>
                  </a:cubicBezTo>
                  <a:cubicBezTo>
                    <a:pt x="1100" y="355"/>
                    <a:pt x="1041" y="415"/>
                    <a:pt x="967" y="4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xmlns="" id="{9ECD4CC2-D211-41D7-82AF-7574AF8DA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869" y="4705121"/>
              <a:ext cx="222225" cy="77873"/>
            </a:xfrm>
            <a:custGeom>
              <a:avLst/>
              <a:gdLst>
                <a:gd name="T0" fmla="*/ 456 w 516"/>
                <a:gd name="T1" fmla="*/ 0 h 179"/>
                <a:gd name="T2" fmla="*/ 59 w 516"/>
                <a:gd name="T3" fmla="*/ 0 h 179"/>
                <a:gd name="T4" fmla="*/ 0 w 516"/>
                <a:gd name="T5" fmla="*/ 59 h 179"/>
                <a:gd name="T6" fmla="*/ 0 w 516"/>
                <a:gd name="T7" fmla="*/ 178 h 179"/>
                <a:gd name="T8" fmla="*/ 515 w 516"/>
                <a:gd name="T9" fmla="*/ 178 h 179"/>
                <a:gd name="T10" fmla="*/ 515 w 516"/>
                <a:gd name="T11" fmla="*/ 59 h 179"/>
                <a:gd name="T12" fmla="*/ 456 w 516"/>
                <a:gd name="T13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6" h="179">
                  <a:moveTo>
                    <a:pt x="456" y="0"/>
                  </a:moveTo>
                  <a:lnTo>
                    <a:pt x="59" y="0"/>
                  </a:lnTo>
                  <a:cubicBezTo>
                    <a:pt x="26" y="0"/>
                    <a:pt x="0" y="26"/>
                    <a:pt x="0" y="59"/>
                  </a:cubicBezTo>
                  <a:lnTo>
                    <a:pt x="0" y="178"/>
                  </a:lnTo>
                  <a:lnTo>
                    <a:pt x="515" y="178"/>
                  </a:lnTo>
                  <a:lnTo>
                    <a:pt x="515" y="59"/>
                  </a:lnTo>
                  <a:cubicBezTo>
                    <a:pt x="515" y="26"/>
                    <a:pt x="489" y="0"/>
                    <a:pt x="456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xmlns="" id="{0EFA2B54-94F0-4ED8-83D9-6B0F3F637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950" y="4277763"/>
              <a:ext cx="108264" cy="398867"/>
            </a:xfrm>
            <a:custGeom>
              <a:avLst/>
              <a:gdLst>
                <a:gd name="T0" fmla="*/ 98 w 253"/>
                <a:gd name="T1" fmla="*/ 293 h 928"/>
                <a:gd name="T2" fmla="*/ 98 w 253"/>
                <a:gd name="T3" fmla="*/ 865 h 928"/>
                <a:gd name="T4" fmla="*/ 0 w 253"/>
                <a:gd name="T5" fmla="*/ 927 h 928"/>
                <a:gd name="T6" fmla="*/ 252 w 253"/>
                <a:gd name="T7" fmla="*/ 927 h 928"/>
                <a:gd name="T8" fmla="*/ 154 w 253"/>
                <a:gd name="T9" fmla="*/ 865 h 928"/>
                <a:gd name="T10" fmla="*/ 154 w 253"/>
                <a:gd name="T11" fmla="*/ 293 h 928"/>
                <a:gd name="T12" fmla="*/ 222 w 253"/>
                <a:gd name="T13" fmla="*/ 198 h 928"/>
                <a:gd name="T14" fmla="*/ 154 w 253"/>
                <a:gd name="T15" fmla="*/ 103 h 928"/>
                <a:gd name="T16" fmla="*/ 154 w 253"/>
                <a:gd name="T17" fmla="*/ 29 h 928"/>
                <a:gd name="T18" fmla="*/ 125 w 253"/>
                <a:gd name="T19" fmla="*/ 0 h 928"/>
                <a:gd name="T20" fmla="*/ 95 w 253"/>
                <a:gd name="T21" fmla="*/ 29 h 928"/>
                <a:gd name="T22" fmla="*/ 95 w 253"/>
                <a:gd name="T23" fmla="*/ 103 h 928"/>
                <a:gd name="T24" fmla="*/ 27 w 253"/>
                <a:gd name="T25" fmla="*/ 198 h 928"/>
                <a:gd name="T26" fmla="*/ 98 w 253"/>
                <a:gd name="T27" fmla="*/ 293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3" h="928">
                  <a:moveTo>
                    <a:pt x="98" y="293"/>
                  </a:moveTo>
                  <a:lnTo>
                    <a:pt x="98" y="865"/>
                  </a:lnTo>
                  <a:cubicBezTo>
                    <a:pt x="59" y="874"/>
                    <a:pt x="24" y="895"/>
                    <a:pt x="0" y="927"/>
                  </a:cubicBezTo>
                  <a:lnTo>
                    <a:pt x="252" y="927"/>
                  </a:lnTo>
                  <a:cubicBezTo>
                    <a:pt x="228" y="895"/>
                    <a:pt x="196" y="871"/>
                    <a:pt x="154" y="865"/>
                  </a:cubicBezTo>
                  <a:lnTo>
                    <a:pt x="154" y="293"/>
                  </a:lnTo>
                  <a:cubicBezTo>
                    <a:pt x="196" y="281"/>
                    <a:pt x="222" y="243"/>
                    <a:pt x="222" y="198"/>
                  </a:cubicBezTo>
                  <a:cubicBezTo>
                    <a:pt x="222" y="154"/>
                    <a:pt x="193" y="118"/>
                    <a:pt x="154" y="103"/>
                  </a:cubicBezTo>
                  <a:lnTo>
                    <a:pt x="154" y="29"/>
                  </a:lnTo>
                  <a:cubicBezTo>
                    <a:pt x="154" y="11"/>
                    <a:pt x="139" y="0"/>
                    <a:pt x="125" y="0"/>
                  </a:cubicBezTo>
                  <a:cubicBezTo>
                    <a:pt x="110" y="0"/>
                    <a:pt x="95" y="11"/>
                    <a:pt x="95" y="29"/>
                  </a:cubicBezTo>
                  <a:lnTo>
                    <a:pt x="95" y="103"/>
                  </a:lnTo>
                  <a:cubicBezTo>
                    <a:pt x="56" y="115"/>
                    <a:pt x="27" y="154"/>
                    <a:pt x="27" y="198"/>
                  </a:cubicBezTo>
                  <a:cubicBezTo>
                    <a:pt x="27" y="243"/>
                    <a:pt x="59" y="281"/>
                    <a:pt x="98" y="29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xmlns="" id="{42565EA7-CE9D-47EA-9D27-F0139A822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812" y="4330946"/>
              <a:ext cx="132956" cy="186138"/>
            </a:xfrm>
            <a:custGeom>
              <a:avLst/>
              <a:gdLst>
                <a:gd name="T0" fmla="*/ 121 w 309"/>
                <a:gd name="T1" fmla="*/ 92 h 434"/>
                <a:gd name="T2" fmla="*/ 6 w 309"/>
                <a:gd name="T3" fmla="*/ 433 h 434"/>
                <a:gd name="T4" fmla="*/ 68 w 309"/>
                <a:gd name="T5" fmla="*/ 433 h 434"/>
                <a:gd name="T6" fmla="*/ 157 w 309"/>
                <a:gd name="T7" fmla="*/ 169 h 434"/>
                <a:gd name="T8" fmla="*/ 246 w 309"/>
                <a:gd name="T9" fmla="*/ 433 h 434"/>
                <a:gd name="T10" fmla="*/ 308 w 309"/>
                <a:gd name="T11" fmla="*/ 433 h 434"/>
                <a:gd name="T12" fmla="*/ 172 w 309"/>
                <a:gd name="T13" fmla="*/ 51 h 434"/>
                <a:gd name="T14" fmla="*/ 0 w 309"/>
                <a:gd name="T15" fmla="*/ 9 h 434"/>
                <a:gd name="T16" fmla="*/ 15 w 309"/>
                <a:gd name="T17" fmla="*/ 68 h 434"/>
                <a:gd name="T18" fmla="*/ 121 w 309"/>
                <a:gd name="T19" fmla="*/ 92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434">
                  <a:moveTo>
                    <a:pt x="121" y="92"/>
                  </a:moveTo>
                  <a:lnTo>
                    <a:pt x="6" y="433"/>
                  </a:lnTo>
                  <a:lnTo>
                    <a:pt x="68" y="433"/>
                  </a:lnTo>
                  <a:lnTo>
                    <a:pt x="157" y="169"/>
                  </a:lnTo>
                  <a:lnTo>
                    <a:pt x="246" y="433"/>
                  </a:lnTo>
                  <a:lnTo>
                    <a:pt x="308" y="433"/>
                  </a:lnTo>
                  <a:cubicBezTo>
                    <a:pt x="187" y="86"/>
                    <a:pt x="193" y="62"/>
                    <a:pt x="172" y="51"/>
                  </a:cubicBezTo>
                  <a:cubicBezTo>
                    <a:pt x="163" y="42"/>
                    <a:pt x="77" y="0"/>
                    <a:pt x="0" y="9"/>
                  </a:cubicBezTo>
                  <a:cubicBezTo>
                    <a:pt x="9" y="27"/>
                    <a:pt x="15" y="48"/>
                    <a:pt x="15" y="68"/>
                  </a:cubicBezTo>
                  <a:cubicBezTo>
                    <a:pt x="41" y="68"/>
                    <a:pt x="77" y="71"/>
                    <a:pt x="121" y="9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xmlns="" id="{7B2D4FE3-FB5F-479D-ABA2-183569431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195" y="4332846"/>
              <a:ext cx="131057" cy="186138"/>
            </a:xfrm>
            <a:custGeom>
              <a:avLst/>
              <a:gdLst>
                <a:gd name="T0" fmla="*/ 148 w 306"/>
                <a:gd name="T1" fmla="*/ 166 h 431"/>
                <a:gd name="T2" fmla="*/ 237 w 306"/>
                <a:gd name="T3" fmla="*/ 430 h 431"/>
                <a:gd name="T4" fmla="*/ 299 w 306"/>
                <a:gd name="T5" fmla="*/ 430 h 431"/>
                <a:gd name="T6" fmla="*/ 184 w 306"/>
                <a:gd name="T7" fmla="*/ 89 h 431"/>
                <a:gd name="T8" fmla="*/ 290 w 306"/>
                <a:gd name="T9" fmla="*/ 65 h 431"/>
                <a:gd name="T10" fmla="*/ 305 w 306"/>
                <a:gd name="T11" fmla="*/ 6 h 431"/>
                <a:gd name="T12" fmla="*/ 121 w 306"/>
                <a:gd name="T13" fmla="*/ 62 h 431"/>
                <a:gd name="T14" fmla="*/ 0 w 306"/>
                <a:gd name="T15" fmla="*/ 427 h 431"/>
                <a:gd name="T16" fmla="*/ 62 w 306"/>
                <a:gd name="T17" fmla="*/ 427 h 431"/>
                <a:gd name="T18" fmla="*/ 148 w 306"/>
                <a:gd name="T19" fmla="*/ 166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6" h="431">
                  <a:moveTo>
                    <a:pt x="148" y="166"/>
                  </a:moveTo>
                  <a:lnTo>
                    <a:pt x="237" y="430"/>
                  </a:lnTo>
                  <a:lnTo>
                    <a:pt x="299" y="430"/>
                  </a:lnTo>
                  <a:lnTo>
                    <a:pt x="184" y="89"/>
                  </a:lnTo>
                  <a:cubicBezTo>
                    <a:pt x="228" y="68"/>
                    <a:pt x="264" y="65"/>
                    <a:pt x="290" y="65"/>
                  </a:cubicBezTo>
                  <a:cubicBezTo>
                    <a:pt x="290" y="45"/>
                    <a:pt x="296" y="24"/>
                    <a:pt x="305" y="6"/>
                  </a:cubicBezTo>
                  <a:cubicBezTo>
                    <a:pt x="252" y="0"/>
                    <a:pt x="133" y="30"/>
                    <a:pt x="121" y="62"/>
                  </a:cubicBezTo>
                  <a:lnTo>
                    <a:pt x="0" y="427"/>
                  </a:lnTo>
                  <a:lnTo>
                    <a:pt x="62" y="427"/>
                  </a:lnTo>
                  <a:lnTo>
                    <a:pt x="148" y="16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xmlns="" id="{462631BB-D812-4D79-913C-52EFFDC04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918" y="4543675"/>
              <a:ext cx="176642" cy="81673"/>
            </a:xfrm>
            <a:custGeom>
              <a:avLst/>
              <a:gdLst>
                <a:gd name="T0" fmla="*/ 380 w 411"/>
                <a:gd name="T1" fmla="*/ 0 h 191"/>
                <a:gd name="T2" fmla="*/ 30 w 411"/>
                <a:gd name="T3" fmla="*/ 0 h 191"/>
                <a:gd name="T4" fmla="*/ 0 w 411"/>
                <a:gd name="T5" fmla="*/ 30 h 191"/>
                <a:gd name="T6" fmla="*/ 205 w 411"/>
                <a:gd name="T7" fmla="*/ 190 h 191"/>
                <a:gd name="T8" fmla="*/ 410 w 411"/>
                <a:gd name="T9" fmla="*/ 30 h 191"/>
                <a:gd name="T10" fmla="*/ 380 w 411"/>
                <a:gd name="T11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1" h="191">
                  <a:moveTo>
                    <a:pt x="380" y="0"/>
                  </a:moveTo>
                  <a:lnTo>
                    <a:pt x="30" y="0"/>
                  </a:lnTo>
                  <a:cubicBezTo>
                    <a:pt x="15" y="0"/>
                    <a:pt x="0" y="15"/>
                    <a:pt x="0" y="30"/>
                  </a:cubicBezTo>
                  <a:cubicBezTo>
                    <a:pt x="0" y="119"/>
                    <a:pt x="92" y="190"/>
                    <a:pt x="205" y="190"/>
                  </a:cubicBezTo>
                  <a:cubicBezTo>
                    <a:pt x="318" y="190"/>
                    <a:pt x="410" y="119"/>
                    <a:pt x="410" y="30"/>
                  </a:cubicBezTo>
                  <a:cubicBezTo>
                    <a:pt x="410" y="12"/>
                    <a:pt x="395" y="0"/>
                    <a:pt x="380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xmlns="" id="{DE97AE33-2245-4C9E-BA75-CC6035789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504" y="4543675"/>
              <a:ext cx="176640" cy="81673"/>
            </a:xfrm>
            <a:custGeom>
              <a:avLst/>
              <a:gdLst>
                <a:gd name="T0" fmla="*/ 409 w 410"/>
                <a:gd name="T1" fmla="*/ 30 h 191"/>
                <a:gd name="T2" fmla="*/ 379 w 410"/>
                <a:gd name="T3" fmla="*/ 0 h 191"/>
                <a:gd name="T4" fmla="*/ 29 w 410"/>
                <a:gd name="T5" fmla="*/ 0 h 191"/>
                <a:gd name="T6" fmla="*/ 0 w 410"/>
                <a:gd name="T7" fmla="*/ 30 h 191"/>
                <a:gd name="T8" fmla="*/ 204 w 410"/>
                <a:gd name="T9" fmla="*/ 190 h 191"/>
                <a:gd name="T10" fmla="*/ 409 w 410"/>
                <a:gd name="T11" fmla="*/ 3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91">
                  <a:moveTo>
                    <a:pt x="409" y="30"/>
                  </a:moveTo>
                  <a:cubicBezTo>
                    <a:pt x="409" y="15"/>
                    <a:pt x="394" y="0"/>
                    <a:pt x="379" y="0"/>
                  </a:cubicBezTo>
                  <a:lnTo>
                    <a:pt x="29" y="0"/>
                  </a:lnTo>
                  <a:cubicBezTo>
                    <a:pt x="14" y="0"/>
                    <a:pt x="0" y="15"/>
                    <a:pt x="0" y="30"/>
                  </a:cubicBezTo>
                  <a:cubicBezTo>
                    <a:pt x="0" y="119"/>
                    <a:pt x="91" y="190"/>
                    <a:pt x="204" y="190"/>
                  </a:cubicBezTo>
                  <a:cubicBezTo>
                    <a:pt x="317" y="190"/>
                    <a:pt x="409" y="119"/>
                    <a:pt x="409" y="3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5F00763-0398-4E4B-A4DE-2F1C4B888082}"/>
              </a:ext>
            </a:extLst>
          </p:cNvPr>
          <p:cNvSpPr/>
          <p:nvPr/>
        </p:nvSpPr>
        <p:spPr>
          <a:xfrm>
            <a:off x="700013" y="1601479"/>
            <a:ext cx="31269" cy="3655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1221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AF91D78-937F-4F03-B516-EF2756697AA1}"/>
              </a:ext>
            </a:extLst>
          </p:cNvPr>
          <p:cNvSpPr/>
          <p:nvPr/>
        </p:nvSpPr>
        <p:spPr>
          <a:xfrm>
            <a:off x="720000" y="719999"/>
            <a:ext cx="10752000" cy="541800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xmlns="" id="{71CDB54B-5635-407B-8FD5-B47EAADEE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679" y="1422400"/>
            <a:ext cx="1901909" cy="3882342"/>
          </a:xfrm>
          <a:custGeom>
            <a:avLst/>
            <a:gdLst>
              <a:gd name="T0" fmla="*/ 579 w 963"/>
              <a:gd name="T1" fmla="*/ 1538 h 1961"/>
              <a:gd name="T2" fmla="*/ 622 w 963"/>
              <a:gd name="T3" fmla="*/ 1538 h 1961"/>
              <a:gd name="T4" fmla="*/ 731 w 963"/>
              <a:gd name="T5" fmla="*/ 1292 h 1961"/>
              <a:gd name="T6" fmla="*/ 665 w 963"/>
              <a:gd name="T7" fmla="*/ 1292 h 1961"/>
              <a:gd name="T8" fmla="*/ 665 w 963"/>
              <a:gd name="T9" fmla="*/ 1167 h 1961"/>
              <a:gd name="T10" fmla="*/ 962 w 963"/>
              <a:gd name="T11" fmla="*/ 1167 h 1961"/>
              <a:gd name="T12" fmla="*/ 621 w 963"/>
              <a:gd name="T13" fmla="*/ 947 h 1961"/>
              <a:gd name="T14" fmla="*/ 636 w 963"/>
              <a:gd name="T15" fmla="*/ 808 h 1961"/>
              <a:gd name="T16" fmla="*/ 839 w 963"/>
              <a:gd name="T17" fmla="*/ 306 h 1961"/>
              <a:gd name="T18" fmla="*/ 506 w 963"/>
              <a:gd name="T19" fmla="*/ 0 h 1961"/>
              <a:gd name="T20" fmla="*/ 174 w 963"/>
              <a:gd name="T21" fmla="*/ 306 h 1961"/>
              <a:gd name="T22" fmla="*/ 377 w 963"/>
              <a:gd name="T23" fmla="*/ 808 h 1961"/>
              <a:gd name="T24" fmla="*/ 391 w 963"/>
              <a:gd name="T25" fmla="*/ 947 h 1961"/>
              <a:gd name="T26" fmla="*/ 0 w 963"/>
              <a:gd name="T27" fmla="*/ 1346 h 1961"/>
              <a:gd name="T28" fmla="*/ 506 w 963"/>
              <a:gd name="T29" fmla="*/ 1960 h 1961"/>
              <a:gd name="T30" fmla="*/ 673 w 963"/>
              <a:gd name="T31" fmla="*/ 1758 h 1961"/>
              <a:gd name="T32" fmla="*/ 579 w 963"/>
              <a:gd name="T33" fmla="*/ 1538 h 1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63" h="1961">
                <a:moveTo>
                  <a:pt x="579" y="1538"/>
                </a:moveTo>
                <a:lnTo>
                  <a:pt x="622" y="1538"/>
                </a:lnTo>
                <a:lnTo>
                  <a:pt x="731" y="1292"/>
                </a:lnTo>
                <a:lnTo>
                  <a:pt x="665" y="1292"/>
                </a:lnTo>
                <a:cubicBezTo>
                  <a:pt x="665" y="1251"/>
                  <a:pt x="665" y="1209"/>
                  <a:pt x="665" y="1167"/>
                </a:cubicBezTo>
                <a:lnTo>
                  <a:pt x="962" y="1167"/>
                </a:lnTo>
                <a:cubicBezTo>
                  <a:pt x="896" y="1058"/>
                  <a:pt x="772" y="975"/>
                  <a:pt x="621" y="947"/>
                </a:cubicBezTo>
                <a:lnTo>
                  <a:pt x="636" y="808"/>
                </a:lnTo>
                <a:cubicBezTo>
                  <a:pt x="779" y="737"/>
                  <a:pt x="839" y="539"/>
                  <a:pt x="839" y="306"/>
                </a:cubicBezTo>
                <a:cubicBezTo>
                  <a:pt x="839" y="137"/>
                  <a:pt x="739" y="0"/>
                  <a:pt x="506" y="0"/>
                </a:cubicBezTo>
                <a:cubicBezTo>
                  <a:pt x="274" y="0"/>
                  <a:pt x="174" y="137"/>
                  <a:pt x="174" y="306"/>
                </a:cubicBezTo>
                <a:cubicBezTo>
                  <a:pt x="174" y="539"/>
                  <a:pt x="234" y="737"/>
                  <a:pt x="377" y="808"/>
                </a:cubicBezTo>
                <a:lnTo>
                  <a:pt x="391" y="947"/>
                </a:lnTo>
                <a:cubicBezTo>
                  <a:pt x="167" y="989"/>
                  <a:pt x="0" y="1152"/>
                  <a:pt x="0" y="1346"/>
                </a:cubicBezTo>
                <a:lnTo>
                  <a:pt x="506" y="1960"/>
                </a:lnTo>
                <a:lnTo>
                  <a:pt x="673" y="1758"/>
                </a:lnTo>
                <a:cubicBezTo>
                  <a:pt x="591" y="1703"/>
                  <a:pt x="579" y="1629"/>
                  <a:pt x="579" y="153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xmlns="" id="{395E0E56-E583-4EC8-902E-FEB58CAA6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2368" y="3743076"/>
            <a:ext cx="1997873" cy="1692524"/>
          </a:xfrm>
          <a:custGeom>
            <a:avLst/>
            <a:gdLst>
              <a:gd name="T0" fmla="*/ 978 w 1011"/>
              <a:gd name="T1" fmla="*/ 398 h 855"/>
              <a:gd name="T2" fmla="*/ 841 w 1011"/>
              <a:gd name="T3" fmla="*/ 87 h 855"/>
              <a:gd name="T4" fmla="*/ 924 w 1011"/>
              <a:gd name="T5" fmla="*/ 87 h 855"/>
              <a:gd name="T6" fmla="*/ 924 w 1011"/>
              <a:gd name="T7" fmla="*/ 27 h 855"/>
              <a:gd name="T8" fmla="*/ 553 w 1011"/>
              <a:gd name="T9" fmla="*/ 27 h 855"/>
              <a:gd name="T10" fmla="*/ 553 w 1011"/>
              <a:gd name="T11" fmla="*/ 0 h 855"/>
              <a:gd name="T12" fmla="*/ 457 w 1011"/>
              <a:gd name="T13" fmla="*/ 0 h 855"/>
              <a:gd name="T14" fmla="*/ 457 w 1011"/>
              <a:gd name="T15" fmla="*/ 27 h 855"/>
              <a:gd name="T16" fmla="*/ 86 w 1011"/>
              <a:gd name="T17" fmla="*/ 27 h 855"/>
              <a:gd name="T18" fmla="*/ 86 w 1011"/>
              <a:gd name="T19" fmla="*/ 87 h 855"/>
              <a:gd name="T20" fmla="*/ 169 w 1011"/>
              <a:gd name="T21" fmla="*/ 87 h 855"/>
              <a:gd name="T22" fmla="*/ 31 w 1011"/>
              <a:gd name="T23" fmla="*/ 398 h 855"/>
              <a:gd name="T24" fmla="*/ 0 w 1011"/>
              <a:gd name="T25" fmla="*/ 398 h 855"/>
              <a:gd name="T26" fmla="*/ 393 w 1011"/>
              <a:gd name="T27" fmla="*/ 398 h 855"/>
              <a:gd name="T28" fmla="*/ 361 w 1011"/>
              <a:gd name="T29" fmla="*/ 398 h 855"/>
              <a:gd name="T30" fmla="*/ 223 w 1011"/>
              <a:gd name="T31" fmla="*/ 87 h 855"/>
              <a:gd name="T32" fmla="*/ 457 w 1011"/>
              <a:gd name="T33" fmla="*/ 87 h 855"/>
              <a:gd name="T34" fmla="*/ 457 w 1011"/>
              <a:gd name="T35" fmla="*/ 699 h 855"/>
              <a:gd name="T36" fmla="*/ 357 w 1011"/>
              <a:gd name="T37" fmla="*/ 794 h 855"/>
              <a:gd name="T38" fmla="*/ 265 w 1011"/>
              <a:gd name="T39" fmla="*/ 794 h 855"/>
              <a:gd name="T40" fmla="*/ 265 w 1011"/>
              <a:gd name="T41" fmla="*/ 854 h 855"/>
              <a:gd name="T42" fmla="*/ 745 w 1011"/>
              <a:gd name="T43" fmla="*/ 854 h 855"/>
              <a:gd name="T44" fmla="*/ 745 w 1011"/>
              <a:gd name="T45" fmla="*/ 794 h 855"/>
              <a:gd name="T46" fmla="*/ 653 w 1011"/>
              <a:gd name="T47" fmla="*/ 794 h 855"/>
              <a:gd name="T48" fmla="*/ 553 w 1011"/>
              <a:gd name="T49" fmla="*/ 699 h 855"/>
              <a:gd name="T50" fmla="*/ 553 w 1011"/>
              <a:gd name="T51" fmla="*/ 87 h 855"/>
              <a:gd name="T52" fmla="*/ 786 w 1011"/>
              <a:gd name="T53" fmla="*/ 87 h 855"/>
              <a:gd name="T54" fmla="*/ 649 w 1011"/>
              <a:gd name="T55" fmla="*/ 398 h 855"/>
              <a:gd name="T56" fmla="*/ 617 w 1011"/>
              <a:gd name="T57" fmla="*/ 398 h 855"/>
              <a:gd name="T58" fmla="*/ 1010 w 1011"/>
              <a:gd name="T59" fmla="*/ 398 h 855"/>
              <a:gd name="T60" fmla="*/ 978 w 1011"/>
              <a:gd name="T61" fmla="*/ 398 h 855"/>
              <a:gd name="T62" fmla="*/ 296 w 1011"/>
              <a:gd name="T63" fmla="*/ 398 h 855"/>
              <a:gd name="T64" fmla="*/ 97 w 1011"/>
              <a:gd name="T65" fmla="*/ 398 h 855"/>
              <a:gd name="T66" fmla="*/ 196 w 1011"/>
              <a:gd name="T67" fmla="*/ 173 h 855"/>
              <a:gd name="T68" fmla="*/ 296 w 1011"/>
              <a:gd name="T69" fmla="*/ 398 h 855"/>
              <a:gd name="T70" fmla="*/ 714 w 1011"/>
              <a:gd name="T71" fmla="*/ 398 h 855"/>
              <a:gd name="T72" fmla="*/ 814 w 1011"/>
              <a:gd name="T73" fmla="*/ 173 h 855"/>
              <a:gd name="T74" fmla="*/ 913 w 1011"/>
              <a:gd name="T75" fmla="*/ 398 h 855"/>
              <a:gd name="T76" fmla="*/ 714 w 1011"/>
              <a:gd name="T77" fmla="*/ 398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11" h="855">
                <a:moveTo>
                  <a:pt x="978" y="398"/>
                </a:moveTo>
                <a:lnTo>
                  <a:pt x="841" y="87"/>
                </a:lnTo>
                <a:lnTo>
                  <a:pt x="924" y="87"/>
                </a:lnTo>
                <a:lnTo>
                  <a:pt x="924" y="27"/>
                </a:lnTo>
                <a:cubicBezTo>
                  <a:pt x="800" y="27"/>
                  <a:pt x="679" y="27"/>
                  <a:pt x="553" y="27"/>
                </a:cubicBezTo>
                <a:lnTo>
                  <a:pt x="553" y="0"/>
                </a:lnTo>
                <a:lnTo>
                  <a:pt x="457" y="0"/>
                </a:lnTo>
                <a:lnTo>
                  <a:pt x="457" y="27"/>
                </a:lnTo>
                <a:cubicBezTo>
                  <a:pt x="331" y="27"/>
                  <a:pt x="210" y="27"/>
                  <a:pt x="86" y="27"/>
                </a:cubicBezTo>
                <a:lnTo>
                  <a:pt x="86" y="87"/>
                </a:lnTo>
                <a:lnTo>
                  <a:pt x="169" y="87"/>
                </a:lnTo>
                <a:lnTo>
                  <a:pt x="31" y="398"/>
                </a:lnTo>
                <a:lnTo>
                  <a:pt x="0" y="398"/>
                </a:lnTo>
                <a:cubicBezTo>
                  <a:pt x="0" y="657"/>
                  <a:pt x="393" y="657"/>
                  <a:pt x="393" y="398"/>
                </a:cubicBezTo>
                <a:lnTo>
                  <a:pt x="361" y="398"/>
                </a:lnTo>
                <a:lnTo>
                  <a:pt x="223" y="87"/>
                </a:lnTo>
                <a:lnTo>
                  <a:pt x="457" y="87"/>
                </a:lnTo>
                <a:lnTo>
                  <a:pt x="457" y="699"/>
                </a:lnTo>
                <a:lnTo>
                  <a:pt x="357" y="794"/>
                </a:lnTo>
                <a:lnTo>
                  <a:pt x="265" y="794"/>
                </a:lnTo>
                <a:lnTo>
                  <a:pt x="265" y="854"/>
                </a:lnTo>
                <a:lnTo>
                  <a:pt x="745" y="854"/>
                </a:lnTo>
                <a:lnTo>
                  <a:pt x="745" y="794"/>
                </a:lnTo>
                <a:lnTo>
                  <a:pt x="653" y="794"/>
                </a:lnTo>
                <a:lnTo>
                  <a:pt x="553" y="699"/>
                </a:lnTo>
                <a:lnTo>
                  <a:pt x="553" y="87"/>
                </a:lnTo>
                <a:lnTo>
                  <a:pt x="786" y="87"/>
                </a:lnTo>
                <a:lnTo>
                  <a:pt x="649" y="398"/>
                </a:lnTo>
                <a:lnTo>
                  <a:pt x="617" y="398"/>
                </a:lnTo>
                <a:cubicBezTo>
                  <a:pt x="617" y="657"/>
                  <a:pt x="1010" y="657"/>
                  <a:pt x="1010" y="398"/>
                </a:cubicBezTo>
                <a:lnTo>
                  <a:pt x="978" y="398"/>
                </a:lnTo>
                <a:close/>
                <a:moveTo>
                  <a:pt x="296" y="398"/>
                </a:moveTo>
                <a:lnTo>
                  <a:pt x="97" y="398"/>
                </a:lnTo>
                <a:lnTo>
                  <a:pt x="196" y="173"/>
                </a:lnTo>
                <a:lnTo>
                  <a:pt x="296" y="398"/>
                </a:lnTo>
                <a:close/>
                <a:moveTo>
                  <a:pt x="714" y="398"/>
                </a:moveTo>
                <a:lnTo>
                  <a:pt x="814" y="173"/>
                </a:lnTo>
                <a:lnTo>
                  <a:pt x="913" y="398"/>
                </a:lnTo>
                <a:lnTo>
                  <a:pt x="714" y="3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C45F899-219A-48CF-A7D9-E31BF1B5367C}"/>
              </a:ext>
            </a:extLst>
          </p:cNvPr>
          <p:cNvGrpSpPr/>
          <p:nvPr/>
        </p:nvGrpSpPr>
        <p:grpSpPr>
          <a:xfrm>
            <a:off x="2765195" y="3315268"/>
            <a:ext cx="3330805" cy="800691"/>
            <a:chOff x="2600221" y="2930652"/>
            <a:chExt cx="3330805" cy="80069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73F19C1F-3515-4650-B71F-79AE06D89326}"/>
                </a:ext>
              </a:extLst>
            </p:cNvPr>
            <p:cNvSpPr txBox="1"/>
            <p:nvPr/>
          </p:nvSpPr>
          <p:spPr>
            <a:xfrm>
              <a:off x="2600221" y="2930652"/>
              <a:ext cx="33308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Your Lawn's Beautician</a:t>
              </a:r>
            </a:p>
          </p:txBody>
        </p:sp>
        <p:sp>
          <p:nvSpPr>
            <p:cNvPr id="36" name="7 CuadroTexto">
              <a:extLst>
                <a:ext uri="{FF2B5EF4-FFF2-40B4-BE49-F238E27FC236}">
                  <a16:creationId xmlns:a16="http://schemas.microsoft.com/office/drawing/2014/main" xmlns="" id="{F1B53E88-1882-46CC-9731-F5471C148C90}"/>
                </a:ext>
              </a:extLst>
            </p:cNvPr>
            <p:cNvSpPr txBox="1"/>
            <p:nvPr/>
          </p:nvSpPr>
          <p:spPr>
            <a:xfrm>
              <a:off x="2600221" y="3207225"/>
              <a:ext cx="3330805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Credibly pontificate highly efficient manufactured products and enabled data. Efficiently unleash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75DBA7F-34E2-4D7A-9C2A-92CA68B005D7}"/>
              </a:ext>
            </a:extLst>
          </p:cNvPr>
          <p:cNvGrpSpPr/>
          <p:nvPr/>
        </p:nvGrpSpPr>
        <p:grpSpPr>
          <a:xfrm>
            <a:off x="2765195" y="4478965"/>
            <a:ext cx="3330805" cy="800691"/>
            <a:chOff x="2600221" y="4094349"/>
            <a:chExt cx="3330805" cy="80069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95AE8F1E-C926-4407-ACEA-3E4DE5988C30}"/>
                </a:ext>
              </a:extLst>
            </p:cNvPr>
            <p:cNvSpPr txBox="1"/>
            <p:nvPr/>
          </p:nvSpPr>
          <p:spPr>
            <a:xfrm>
              <a:off x="2600221" y="4094349"/>
              <a:ext cx="33308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Lawyers. Just Different</a:t>
              </a:r>
            </a:p>
          </p:txBody>
        </p:sp>
        <p:sp>
          <p:nvSpPr>
            <p:cNvPr id="39" name="7 CuadroTexto">
              <a:extLst>
                <a:ext uri="{FF2B5EF4-FFF2-40B4-BE49-F238E27FC236}">
                  <a16:creationId xmlns:a16="http://schemas.microsoft.com/office/drawing/2014/main" xmlns="" id="{55E17177-31BE-49BD-BE18-92C4A4EECD43}"/>
                </a:ext>
              </a:extLst>
            </p:cNvPr>
            <p:cNvSpPr txBox="1"/>
            <p:nvPr/>
          </p:nvSpPr>
          <p:spPr>
            <a:xfrm>
              <a:off x="2600221" y="4370922"/>
              <a:ext cx="3330805" cy="5241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Credibly pontificate highly efficient manufactured products and enabled data. Efficiently unleash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1B3DAF16-F3D2-40F5-8589-4D2159853936}"/>
              </a:ext>
            </a:extLst>
          </p:cNvPr>
          <p:cNvGrpSpPr/>
          <p:nvPr/>
        </p:nvGrpSpPr>
        <p:grpSpPr>
          <a:xfrm>
            <a:off x="1741758" y="3377570"/>
            <a:ext cx="720000" cy="720000"/>
            <a:chOff x="1741758" y="2945014"/>
            <a:chExt cx="720000" cy="720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D684A8F7-ED2B-46D8-BDBB-157E464EE388}"/>
                </a:ext>
              </a:extLst>
            </p:cNvPr>
            <p:cNvSpPr/>
            <p:nvPr/>
          </p:nvSpPr>
          <p:spPr>
            <a:xfrm>
              <a:off x="1741758" y="2945014"/>
              <a:ext cx="720000" cy="72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5" name="Freeform 85">
              <a:extLst>
                <a:ext uri="{FF2B5EF4-FFF2-40B4-BE49-F238E27FC236}">
                  <a16:creationId xmlns:a16="http://schemas.microsoft.com/office/drawing/2014/main" xmlns="" id="{B38FAFCE-B007-48A8-9830-D15ABB37B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2846" y="3084352"/>
              <a:ext cx="377825" cy="441325"/>
            </a:xfrm>
            <a:custGeom>
              <a:avLst/>
              <a:gdLst>
                <a:gd name="T0" fmla="*/ 757 w 1051"/>
                <a:gd name="T1" fmla="*/ 642 h 1226"/>
                <a:gd name="T2" fmla="*/ 757 w 1051"/>
                <a:gd name="T3" fmla="*/ 525 h 1226"/>
                <a:gd name="T4" fmla="*/ 582 w 1051"/>
                <a:gd name="T5" fmla="*/ 525 h 1226"/>
                <a:gd name="T6" fmla="*/ 582 w 1051"/>
                <a:gd name="T7" fmla="*/ 350 h 1226"/>
                <a:gd name="T8" fmla="*/ 468 w 1051"/>
                <a:gd name="T9" fmla="*/ 350 h 1226"/>
                <a:gd name="T10" fmla="*/ 468 w 1051"/>
                <a:gd name="T11" fmla="*/ 525 h 1226"/>
                <a:gd name="T12" fmla="*/ 293 w 1051"/>
                <a:gd name="T13" fmla="*/ 525 h 1226"/>
                <a:gd name="T14" fmla="*/ 293 w 1051"/>
                <a:gd name="T15" fmla="*/ 642 h 1226"/>
                <a:gd name="T16" fmla="*/ 468 w 1051"/>
                <a:gd name="T17" fmla="*/ 642 h 1226"/>
                <a:gd name="T18" fmla="*/ 468 w 1051"/>
                <a:gd name="T19" fmla="*/ 817 h 1226"/>
                <a:gd name="T20" fmla="*/ 582 w 1051"/>
                <a:gd name="T21" fmla="*/ 817 h 1226"/>
                <a:gd name="T22" fmla="*/ 582 w 1051"/>
                <a:gd name="T23" fmla="*/ 642 h 1226"/>
                <a:gd name="T24" fmla="*/ 757 w 1051"/>
                <a:gd name="T25" fmla="*/ 642 h 1226"/>
                <a:gd name="T26" fmla="*/ 1050 w 1051"/>
                <a:gd name="T27" fmla="*/ 987 h 1226"/>
                <a:gd name="T28" fmla="*/ 1050 w 1051"/>
                <a:gd name="T29" fmla="*/ 1050 h 1226"/>
                <a:gd name="T30" fmla="*/ 0 w 1051"/>
                <a:gd name="T31" fmla="*/ 1050 h 1226"/>
                <a:gd name="T32" fmla="*/ 0 w 1051"/>
                <a:gd name="T33" fmla="*/ 987 h 1226"/>
                <a:gd name="T34" fmla="*/ 123 w 1051"/>
                <a:gd name="T35" fmla="*/ 864 h 1226"/>
                <a:gd name="T36" fmla="*/ 123 w 1051"/>
                <a:gd name="T37" fmla="*/ 525 h 1226"/>
                <a:gd name="T38" fmla="*/ 432 w 1051"/>
                <a:gd name="T39" fmla="*/ 134 h 1226"/>
                <a:gd name="T40" fmla="*/ 432 w 1051"/>
                <a:gd name="T41" fmla="*/ 93 h 1226"/>
                <a:gd name="T42" fmla="*/ 525 w 1051"/>
                <a:gd name="T43" fmla="*/ 0 h 1226"/>
                <a:gd name="T44" fmla="*/ 618 w 1051"/>
                <a:gd name="T45" fmla="*/ 93 h 1226"/>
                <a:gd name="T46" fmla="*/ 618 w 1051"/>
                <a:gd name="T47" fmla="*/ 134 h 1226"/>
                <a:gd name="T48" fmla="*/ 927 w 1051"/>
                <a:gd name="T49" fmla="*/ 525 h 1226"/>
                <a:gd name="T50" fmla="*/ 927 w 1051"/>
                <a:gd name="T51" fmla="*/ 864 h 1226"/>
                <a:gd name="T52" fmla="*/ 927 w 1051"/>
                <a:gd name="T53" fmla="*/ 864 h 1226"/>
                <a:gd name="T54" fmla="*/ 1050 w 1051"/>
                <a:gd name="T55" fmla="*/ 987 h 1226"/>
                <a:gd name="T56" fmla="*/ 410 w 1051"/>
                <a:gd name="T57" fmla="*/ 1107 h 1226"/>
                <a:gd name="T58" fmla="*/ 640 w 1051"/>
                <a:gd name="T59" fmla="*/ 1107 h 1226"/>
                <a:gd name="T60" fmla="*/ 525 w 1051"/>
                <a:gd name="T61" fmla="*/ 1225 h 1226"/>
                <a:gd name="T62" fmla="*/ 410 w 1051"/>
                <a:gd name="T63" fmla="*/ 1107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51" h="1226">
                  <a:moveTo>
                    <a:pt x="757" y="642"/>
                  </a:moveTo>
                  <a:lnTo>
                    <a:pt x="757" y="525"/>
                  </a:lnTo>
                  <a:lnTo>
                    <a:pt x="582" y="525"/>
                  </a:lnTo>
                  <a:lnTo>
                    <a:pt x="582" y="350"/>
                  </a:lnTo>
                  <a:lnTo>
                    <a:pt x="468" y="350"/>
                  </a:lnTo>
                  <a:lnTo>
                    <a:pt x="468" y="525"/>
                  </a:lnTo>
                  <a:lnTo>
                    <a:pt x="293" y="525"/>
                  </a:lnTo>
                  <a:lnTo>
                    <a:pt x="293" y="642"/>
                  </a:lnTo>
                  <a:lnTo>
                    <a:pt x="468" y="642"/>
                  </a:lnTo>
                  <a:lnTo>
                    <a:pt x="468" y="817"/>
                  </a:lnTo>
                  <a:lnTo>
                    <a:pt x="582" y="817"/>
                  </a:lnTo>
                  <a:lnTo>
                    <a:pt x="582" y="642"/>
                  </a:lnTo>
                  <a:lnTo>
                    <a:pt x="757" y="642"/>
                  </a:lnTo>
                  <a:close/>
                  <a:moveTo>
                    <a:pt x="1050" y="987"/>
                  </a:moveTo>
                  <a:lnTo>
                    <a:pt x="1050" y="1050"/>
                  </a:lnTo>
                  <a:lnTo>
                    <a:pt x="0" y="1050"/>
                  </a:lnTo>
                  <a:lnTo>
                    <a:pt x="0" y="987"/>
                  </a:lnTo>
                  <a:lnTo>
                    <a:pt x="123" y="864"/>
                  </a:lnTo>
                  <a:lnTo>
                    <a:pt x="123" y="525"/>
                  </a:lnTo>
                  <a:cubicBezTo>
                    <a:pt x="123" y="336"/>
                    <a:pt x="254" y="175"/>
                    <a:pt x="432" y="134"/>
                  </a:cubicBezTo>
                  <a:lnTo>
                    <a:pt x="432" y="93"/>
                  </a:lnTo>
                  <a:cubicBezTo>
                    <a:pt x="432" y="41"/>
                    <a:pt x="473" y="0"/>
                    <a:pt x="525" y="0"/>
                  </a:cubicBezTo>
                  <a:cubicBezTo>
                    <a:pt x="577" y="0"/>
                    <a:pt x="618" y="41"/>
                    <a:pt x="618" y="93"/>
                  </a:cubicBezTo>
                  <a:lnTo>
                    <a:pt x="618" y="134"/>
                  </a:lnTo>
                  <a:cubicBezTo>
                    <a:pt x="796" y="175"/>
                    <a:pt x="927" y="336"/>
                    <a:pt x="927" y="525"/>
                  </a:cubicBezTo>
                  <a:lnTo>
                    <a:pt x="927" y="864"/>
                  </a:lnTo>
                  <a:lnTo>
                    <a:pt x="927" y="864"/>
                  </a:lnTo>
                  <a:lnTo>
                    <a:pt x="1050" y="987"/>
                  </a:lnTo>
                  <a:close/>
                  <a:moveTo>
                    <a:pt x="410" y="1107"/>
                  </a:moveTo>
                  <a:lnTo>
                    <a:pt x="640" y="1107"/>
                  </a:lnTo>
                  <a:cubicBezTo>
                    <a:pt x="640" y="1170"/>
                    <a:pt x="588" y="1225"/>
                    <a:pt x="525" y="1225"/>
                  </a:cubicBezTo>
                  <a:cubicBezTo>
                    <a:pt x="462" y="1225"/>
                    <a:pt x="410" y="1170"/>
                    <a:pt x="410" y="11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E934EDC-5CD0-47DA-B3A2-606C6377F48E}"/>
              </a:ext>
            </a:extLst>
          </p:cNvPr>
          <p:cNvGrpSpPr/>
          <p:nvPr/>
        </p:nvGrpSpPr>
        <p:grpSpPr>
          <a:xfrm>
            <a:off x="1741758" y="4541267"/>
            <a:ext cx="720000" cy="720000"/>
            <a:chOff x="1741758" y="4104615"/>
            <a:chExt cx="720000" cy="720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A4362FE2-55BB-4327-8554-D97AD2FE55A3}"/>
                </a:ext>
              </a:extLst>
            </p:cNvPr>
            <p:cNvSpPr/>
            <p:nvPr/>
          </p:nvSpPr>
          <p:spPr>
            <a:xfrm>
              <a:off x="1741758" y="4104615"/>
              <a:ext cx="720000" cy="72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6" name="Freeform 90">
              <a:extLst>
                <a:ext uri="{FF2B5EF4-FFF2-40B4-BE49-F238E27FC236}">
                  <a16:creationId xmlns:a16="http://schemas.microsoft.com/office/drawing/2014/main" xmlns="" id="{C68FB9B5-15BB-4392-87BB-20ADFE429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9983" y="4275703"/>
              <a:ext cx="463550" cy="377825"/>
            </a:xfrm>
            <a:custGeom>
              <a:avLst/>
              <a:gdLst>
                <a:gd name="T0" fmla="*/ 875 w 1286"/>
                <a:gd name="T1" fmla="*/ 407 h 1050"/>
                <a:gd name="T2" fmla="*/ 875 w 1286"/>
                <a:gd name="T3" fmla="*/ 524 h 1050"/>
                <a:gd name="T4" fmla="*/ 700 w 1286"/>
                <a:gd name="T5" fmla="*/ 524 h 1050"/>
                <a:gd name="T6" fmla="*/ 700 w 1286"/>
                <a:gd name="T7" fmla="*/ 699 h 1050"/>
                <a:gd name="T8" fmla="*/ 585 w 1286"/>
                <a:gd name="T9" fmla="*/ 699 h 1050"/>
                <a:gd name="T10" fmla="*/ 585 w 1286"/>
                <a:gd name="T11" fmla="*/ 524 h 1050"/>
                <a:gd name="T12" fmla="*/ 410 w 1286"/>
                <a:gd name="T13" fmla="*/ 524 h 1050"/>
                <a:gd name="T14" fmla="*/ 410 w 1286"/>
                <a:gd name="T15" fmla="*/ 407 h 1050"/>
                <a:gd name="T16" fmla="*/ 585 w 1286"/>
                <a:gd name="T17" fmla="*/ 407 h 1050"/>
                <a:gd name="T18" fmla="*/ 585 w 1286"/>
                <a:gd name="T19" fmla="*/ 232 h 1050"/>
                <a:gd name="T20" fmla="*/ 700 w 1286"/>
                <a:gd name="T21" fmla="*/ 232 h 1050"/>
                <a:gd name="T22" fmla="*/ 700 w 1286"/>
                <a:gd name="T23" fmla="*/ 407 h 1050"/>
                <a:gd name="T24" fmla="*/ 875 w 1286"/>
                <a:gd name="T25" fmla="*/ 407 h 1050"/>
                <a:gd name="T26" fmla="*/ 1167 w 1286"/>
                <a:gd name="T27" fmla="*/ 817 h 1050"/>
                <a:gd name="T28" fmla="*/ 1167 w 1286"/>
                <a:gd name="T29" fmla="*/ 117 h 1050"/>
                <a:gd name="T30" fmla="*/ 118 w 1286"/>
                <a:gd name="T31" fmla="*/ 117 h 1050"/>
                <a:gd name="T32" fmla="*/ 118 w 1286"/>
                <a:gd name="T33" fmla="*/ 817 h 1050"/>
                <a:gd name="T34" fmla="*/ 1167 w 1286"/>
                <a:gd name="T35" fmla="*/ 817 h 1050"/>
                <a:gd name="T36" fmla="*/ 1167 w 1286"/>
                <a:gd name="T37" fmla="*/ 0 h 1050"/>
                <a:gd name="T38" fmla="*/ 1285 w 1286"/>
                <a:gd name="T39" fmla="*/ 117 h 1050"/>
                <a:gd name="T40" fmla="*/ 1282 w 1286"/>
                <a:gd name="T41" fmla="*/ 817 h 1050"/>
                <a:gd name="T42" fmla="*/ 1167 w 1286"/>
                <a:gd name="T43" fmla="*/ 932 h 1050"/>
                <a:gd name="T44" fmla="*/ 875 w 1286"/>
                <a:gd name="T45" fmla="*/ 932 h 1050"/>
                <a:gd name="T46" fmla="*/ 875 w 1286"/>
                <a:gd name="T47" fmla="*/ 1049 h 1050"/>
                <a:gd name="T48" fmla="*/ 410 w 1286"/>
                <a:gd name="T49" fmla="*/ 1049 h 1050"/>
                <a:gd name="T50" fmla="*/ 410 w 1286"/>
                <a:gd name="T51" fmla="*/ 932 h 1050"/>
                <a:gd name="T52" fmla="*/ 118 w 1286"/>
                <a:gd name="T53" fmla="*/ 932 h 1050"/>
                <a:gd name="T54" fmla="*/ 0 w 1286"/>
                <a:gd name="T55" fmla="*/ 817 h 1050"/>
                <a:gd name="T56" fmla="*/ 0 w 1286"/>
                <a:gd name="T57" fmla="*/ 117 h 1050"/>
                <a:gd name="T58" fmla="*/ 118 w 1286"/>
                <a:gd name="T59" fmla="*/ 0 h 1050"/>
                <a:gd name="T60" fmla="*/ 1167 w 1286"/>
                <a:gd name="T61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86" h="1050">
                  <a:moveTo>
                    <a:pt x="875" y="407"/>
                  </a:moveTo>
                  <a:lnTo>
                    <a:pt x="875" y="524"/>
                  </a:lnTo>
                  <a:lnTo>
                    <a:pt x="700" y="524"/>
                  </a:lnTo>
                  <a:lnTo>
                    <a:pt x="700" y="699"/>
                  </a:lnTo>
                  <a:lnTo>
                    <a:pt x="585" y="699"/>
                  </a:lnTo>
                  <a:lnTo>
                    <a:pt x="585" y="524"/>
                  </a:lnTo>
                  <a:lnTo>
                    <a:pt x="410" y="524"/>
                  </a:lnTo>
                  <a:lnTo>
                    <a:pt x="410" y="407"/>
                  </a:lnTo>
                  <a:lnTo>
                    <a:pt x="585" y="407"/>
                  </a:lnTo>
                  <a:lnTo>
                    <a:pt x="585" y="232"/>
                  </a:lnTo>
                  <a:lnTo>
                    <a:pt x="700" y="232"/>
                  </a:lnTo>
                  <a:lnTo>
                    <a:pt x="700" y="407"/>
                  </a:lnTo>
                  <a:lnTo>
                    <a:pt x="875" y="407"/>
                  </a:lnTo>
                  <a:close/>
                  <a:moveTo>
                    <a:pt x="1167" y="817"/>
                  </a:moveTo>
                  <a:lnTo>
                    <a:pt x="1167" y="117"/>
                  </a:lnTo>
                  <a:lnTo>
                    <a:pt x="118" y="117"/>
                  </a:lnTo>
                  <a:lnTo>
                    <a:pt x="118" y="817"/>
                  </a:lnTo>
                  <a:lnTo>
                    <a:pt x="1167" y="817"/>
                  </a:lnTo>
                  <a:close/>
                  <a:moveTo>
                    <a:pt x="1167" y="0"/>
                  </a:moveTo>
                  <a:cubicBezTo>
                    <a:pt x="1230" y="0"/>
                    <a:pt x="1285" y="52"/>
                    <a:pt x="1285" y="117"/>
                  </a:cubicBezTo>
                  <a:lnTo>
                    <a:pt x="1282" y="817"/>
                  </a:lnTo>
                  <a:cubicBezTo>
                    <a:pt x="1282" y="880"/>
                    <a:pt x="1230" y="932"/>
                    <a:pt x="1167" y="932"/>
                  </a:cubicBezTo>
                  <a:lnTo>
                    <a:pt x="875" y="932"/>
                  </a:lnTo>
                  <a:lnTo>
                    <a:pt x="875" y="1049"/>
                  </a:lnTo>
                  <a:lnTo>
                    <a:pt x="410" y="1049"/>
                  </a:lnTo>
                  <a:lnTo>
                    <a:pt x="410" y="932"/>
                  </a:lnTo>
                  <a:lnTo>
                    <a:pt x="118" y="932"/>
                  </a:lnTo>
                  <a:cubicBezTo>
                    <a:pt x="52" y="932"/>
                    <a:pt x="0" y="880"/>
                    <a:pt x="0" y="817"/>
                  </a:cubicBezTo>
                  <a:lnTo>
                    <a:pt x="0" y="117"/>
                  </a:lnTo>
                  <a:cubicBezTo>
                    <a:pt x="0" y="52"/>
                    <a:pt x="52" y="0"/>
                    <a:pt x="118" y="0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GB"/>
              </a:defPPr>
              <a:lvl1pPr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1pPr>
              <a:lvl2pPr marL="742950" indent="-28575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2pPr>
              <a:lvl3pPr marL="11430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3pPr>
              <a:lvl4pPr marL="16002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4pPr>
              <a:lvl5pPr marL="2057400" indent="-228600" algn="l" defTabSz="457200" rtl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SimSun" charset="0"/>
                  <a:cs typeface="SimSun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4F70A374-FFA8-4A0B-8D89-B5B36A311AB8}"/>
              </a:ext>
            </a:extLst>
          </p:cNvPr>
          <p:cNvSpPr txBox="1"/>
          <p:nvPr/>
        </p:nvSpPr>
        <p:spPr>
          <a:xfrm>
            <a:off x="1741758" y="1578344"/>
            <a:ext cx="4797938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Roboto" panose="02000000000000000000" pitchFamily="2" charset="0"/>
              </a:rPr>
              <a:t>Faithful Stewards of The Law</a:t>
            </a:r>
          </a:p>
        </p:txBody>
      </p:sp>
      <p:sp>
        <p:nvSpPr>
          <p:cNvPr id="48" name="7 CuadroTexto">
            <a:extLst>
              <a:ext uri="{FF2B5EF4-FFF2-40B4-BE49-F238E27FC236}">
                <a16:creationId xmlns:a16="http://schemas.microsoft.com/office/drawing/2014/main" xmlns="" id="{BE298226-3CF3-4332-BF07-CD61872673FC}"/>
              </a:ext>
            </a:extLst>
          </p:cNvPr>
          <p:cNvSpPr txBox="1"/>
          <p:nvPr/>
        </p:nvSpPr>
        <p:spPr>
          <a:xfrm>
            <a:off x="1741758" y="2029164"/>
            <a:ext cx="4797937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benefits dramatic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multimedia based .</a:t>
            </a:r>
          </a:p>
        </p:txBody>
      </p:sp>
    </p:spTree>
    <p:extLst>
      <p:ext uri="{BB962C8B-B14F-4D97-AF65-F5344CB8AC3E}">
        <p14:creationId xmlns:p14="http://schemas.microsoft.com/office/powerpoint/2010/main" val="2115031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A3473F4-6069-4775-BF2B-8033EDFDD5DD}"/>
              </a:ext>
            </a:extLst>
          </p:cNvPr>
          <p:cNvSpPr/>
          <p:nvPr/>
        </p:nvSpPr>
        <p:spPr>
          <a:xfrm>
            <a:off x="1" y="6335636"/>
            <a:ext cx="12192000" cy="522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BBB3CCC-E91E-495B-A8A9-965D799959E7}"/>
              </a:ext>
            </a:extLst>
          </p:cNvPr>
          <p:cNvSpPr txBox="1"/>
          <p:nvPr/>
        </p:nvSpPr>
        <p:spPr>
          <a:xfrm>
            <a:off x="1435419" y="4689200"/>
            <a:ext cx="237744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WWW.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 ARKENA </a:t>
            </a:r>
            <a:r>
              <a:rPr lang="en-US" sz="900" spc="6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.COM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3D8CFA3-5CFC-4E71-8FFB-B2AD75CE1821}"/>
              </a:ext>
            </a:extLst>
          </p:cNvPr>
          <p:cNvSpPr txBox="1"/>
          <p:nvPr/>
        </p:nvSpPr>
        <p:spPr>
          <a:xfrm>
            <a:off x="1435419" y="1507937"/>
            <a:ext cx="3784622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  <a:cs typeface="Open Sans Extrabold" panose="020B0906030804020204" pitchFamily="34" charset="0"/>
              </a:rPr>
              <a:t>Educating A Different Kind Of Lawyer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B40C086-A668-44D3-838A-B028BF470F09}"/>
              </a:ext>
            </a:extLst>
          </p:cNvPr>
          <p:cNvGrpSpPr/>
          <p:nvPr/>
        </p:nvGrpSpPr>
        <p:grpSpPr>
          <a:xfrm>
            <a:off x="5586702" y="1507937"/>
            <a:ext cx="2332952" cy="1706626"/>
            <a:chOff x="5720346" y="1761905"/>
            <a:chExt cx="1985702" cy="1452602"/>
          </a:xfrm>
        </p:grpSpPr>
        <p:sp>
          <p:nvSpPr>
            <p:cNvPr id="27" name="Freeform 2">
              <a:extLst>
                <a:ext uri="{FF2B5EF4-FFF2-40B4-BE49-F238E27FC236}">
                  <a16:creationId xmlns:a16="http://schemas.microsoft.com/office/drawing/2014/main" xmlns="" id="{1C84EB6A-FD04-4177-B40C-C7CB03BF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636" y="2398759"/>
              <a:ext cx="708412" cy="522363"/>
            </a:xfrm>
            <a:custGeom>
              <a:avLst/>
              <a:gdLst>
                <a:gd name="T0" fmla="*/ 0 w 871"/>
                <a:gd name="T1" fmla="*/ 125 h 646"/>
                <a:gd name="T2" fmla="*/ 160 w 871"/>
                <a:gd name="T3" fmla="*/ 0 h 646"/>
                <a:gd name="T4" fmla="*/ 561 w 871"/>
                <a:gd name="T5" fmla="*/ 0 h 646"/>
                <a:gd name="T6" fmla="*/ 812 w 871"/>
                <a:gd name="T7" fmla="*/ 541 h 646"/>
                <a:gd name="T8" fmla="*/ 306 w 871"/>
                <a:gd name="T9" fmla="*/ 636 h 646"/>
                <a:gd name="T10" fmla="*/ 0 w 871"/>
                <a:gd name="T11" fmla="*/ 125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1" h="646">
                  <a:moveTo>
                    <a:pt x="0" y="125"/>
                  </a:moveTo>
                  <a:cubicBezTo>
                    <a:pt x="44" y="72"/>
                    <a:pt x="99" y="29"/>
                    <a:pt x="160" y="0"/>
                  </a:cubicBezTo>
                  <a:cubicBezTo>
                    <a:pt x="278" y="93"/>
                    <a:pt x="443" y="93"/>
                    <a:pt x="561" y="0"/>
                  </a:cubicBezTo>
                  <a:cubicBezTo>
                    <a:pt x="764" y="96"/>
                    <a:pt x="870" y="324"/>
                    <a:pt x="812" y="541"/>
                  </a:cubicBezTo>
                  <a:cubicBezTo>
                    <a:pt x="654" y="612"/>
                    <a:pt x="480" y="645"/>
                    <a:pt x="306" y="636"/>
                  </a:cubicBezTo>
                  <a:cubicBezTo>
                    <a:pt x="291" y="427"/>
                    <a:pt x="178" y="237"/>
                    <a:pt x="0" y="125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3">
              <a:extLst>
                <a:ext uri="{FF2B5EF4-FFF2-40B4-BE49-F238E27FC236}">
                  <a16:creationId xmlns:a16="http://schemas.microsoft.com/office/drawing/2014/main" xmlns="" id="{DC986E08-9C5D-46AA-AA84-CCB03BC52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0346" y="2398759"/>
              <a:ext cx="708412" cy="522363"/>
            </a:xfrm>
            <a:custGeom>
              <a:avLst/>
              <a:gdLst>
                <a:gd name="T0" fmla="*/ 563 w 871"/>
                <a:gd name="T1" fmla="*/ 636 h 646"/>
                <a:gd name="T2" fmla="*/ 870 w 871"/>
                <a:gd name="T3" fmla="*/ 125 h 646"/>
                <a:gd name="T4" fmla="*/ 710 w 871"/>
                <a:gd name="T5" fmla="*/ 0 h 646"/>
                <a:gd name="T6" fmla="*/ 309 w 871"/>
                <a:gd name="T7" fmla="*/ 0 h 646"/>
                <a:gd name="T8" fmla="*/ 57 w 871"/>
                <a:gd name="T9" fmla="*/ 541 h 646"/>
                <a:gd name="T10" fmla="*/ 563 w 871"/>
                <a:gd name="T11" fmla="*/ 63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1" h="646">
                  <a:moveTo>
                    <a:pt x="563" y="636"/>
                  </a:moveTo>
                  <a:cubicBezTo>
                    <a:pt x="579" y="427"/>
                    <a:pt x="692" y="237"/>
                    <a:pt x="870" y="125"/>
                  </a:cubicBezTo>
                  <a:cubicBezTo>
                    <a:pt x="826" y="72"/>
                    <a:pt x="771" y="29"/>
                    <a:pt x="710" y="0"/>
                  </a:cubicBezTo>
                  <a:cubicBezTo>
                    <a:pt x="592" y="93"/>
                    <a:pt x="426" y="93"/>
                    <a:pt x="309" y="0"/>
                  </a:cubicBezTo>
                  <a:cubicBezTo>
                    <a:pt x="106" y="96"/>
                    <a:pt x="0" y="324"/>
                    <a:pt x="57" y="541"/>
                  </a:cubicBezTo>
                  <a:cubicBezTo>
                    <a:pt x="216" y="612"/>
                    <a:pt x="390" y="645"/>
                    <a:pt x="563" y="636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xmlns="" id="{F1D36877-41D5-4F80-9B56-DCA01248B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0658" y="2137579"/>
              <a:ext cx="382828" cy="257603"/>
            </a:xfrm>
            <a:custGeom>
              <a:avLst/>
              <a:gdLst>
                <a:gd name="T0" fmla="*/ 38 w 474"/>
                <a:gd name="T1" fmla="*/ 0 h 316"/>
                <a:gd name="T2" fmla="*/ 459 w 474"/>
                <a:gd name="T3" fmla="*/ 0 h 316"/>
                <a:gd name="T4" fmla="*/ 459 w 474"/>
                <a:gd name="T5" fmla="*/ 135 h 316"/>
                <a:gd name="T6" fmla="*/ 181 w 474"/>
                <a:gd name="T7" fmla="*/ 278 h 316"/>
                <a:gd name="T8" fmla="*/ 38 w 474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4" h="316">
                  <a:moveTo>
                    <a:pt x="38" y="0"/>
                  </a:moveTo>
                  <a:cubicBezTo>
                    <a:pt x="174" y="50"/>
                    <a:pt x="323" y="50"/>
                    <a:pt x="459" y="0"/>
                  </a:cubicBezTo>
                  <a:cubicBezTo>
                    <a:pt x="473" y="44"/>
                    <a:pt x="473" y="91"/>
                    <a:pt x="459" y="135"/>
                  </a:cubicBezTo>
                  <a:cubicBezTo>
                    <a:pt x="422" y="251"/>
                    <a:pt x="298" y="315"/>
                    <a:pt x="181" y="278"/>
                  </a:cubicBezTo>
                  <a:cubicBezTo>
                    <a:pt x="65" y="241"/>
                    <a:pt x="0" y="117"/>
                    <a:pt x="38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xmlns="" id="{40B58D51-8092-4A8A-992A-779BF25E9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7815" y="2023088"/>
              <a:ext cx="386407" cy="135958"/>
            </a:xfrm>
            <a:custGeom>
              <a:avLst/>
              <a:gdLst>
                <a:gd name="T0" fmla="*/ 0 w 478"/>
                <a:gd name="T1" fmla="*/ 67 h 167"/>
                <a:gd name="T2" fmla="*/ 4 w 478"/>
                <a:gd name="T3" fmla="*/ 101 h 167"/>
                <a:gd name="T4" fmla="*/ 473 w 478"/>
                <a:gd name="T5" fmla="*/ 101 h 167"/>
                <a:gd name="T6" fmla="*/ 477 w 478"/>
                <a:gd name="T7" fmla="*/ 67 h 167"/>
                <a:gd name="T8" fmla="*/ 0 w 478"/>
                <a:gd name="T9" fmla="*/ 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167">
                  <a:moveTo>
                    <a:pt x="0" y="67"/>
                  </a:moveTo>
                  <a:lnTo>
                    <a:pt x="4" y="101"/>
                  </a:lnTo>
                  <a:cubicBezTo>
                    <a:pt x="154" y="166"/>
                    <a:pt x="324" y="166"/>
                    <a:pt x="473" y="101"/>
                  </a:cubicBezTo>
                  <a:lnTo>
                    <a:pt x="477" y="67"/>
                  </a:lnTo>
                  <a:cubicBezTo>
                    <a:pt x="325" y="0"/>
                    <a:pt x="152" y="0"/>
                    <a:pt x="0" y="6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xmlns="" id="{E77F7B99-6D0E-4D9C-817B-33D7EDBC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4879" y="1822728"/>
              <a:ext cx="472274" cy="225402"/>
            </a:xfrm>
            <a:custGeom>
              <a:avLst/>
              <a:gdLst>
                <a:gd name="T0" fmla="*/ 574 w 582"/>
                <a:gd name="T1" fmla="*/ 197 h 280"/>
                <a:gd name="T2" fmla="*/ 520 w 582"/>
                <a:gd name="T3" fmla="*/ 279 h 280"/>
                <a:gd name="T4" fmla="*/ 61 w 582"/>
                <a:gd name="T5" fmla="*/ 279 h 280"/>
                <a:gd name="T6" fmla="*/ 7 w 582"/>
                <a:gd name="T7" fmla="*/ 197 h 280"/>
                <a:gd name="T8" fmla="*/ 5 w 582"/>
                <a:gd name="T9" fmla="*/ 194 h 280"/>
                <a:gd name="T10" fmla="*/ 16 w 582"/>
                <a:gd name="T11" fmla="*/ 167 h 280"/>
                <a:gd name="T12" fmla="*/ 201 w 582"/>
                <a:gd name="T13" fmla="*/ 47 h 280"/>
                <a:gd name="T14" fmla="*/ 380 w 582"/>
                <a:gd name="T15" fmla="*/ 47 h 280"/>
                <a:gd name="T16" fmla="*/ 565 w 582"/>
                <a:gd name="T17" fmla="*/ 167 h 280"/>
                <a:gd name="T18" fmla="*/ 569 w 582"/>
                <a:gd name="T19" fmla="*/ 169 h 280"/>
                <a:gd name="T20" fmla="*/ 574 w 582"/>
                <a:gd name="T21" fmla="*/ 19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2" h="280">
                  <a:moveTo>
                    <a:pt x="574" y="197"/>
                  </a:moveTo>
                  <a:lnTo>
                    <a:pt x="520" y="279"/>
                  </a:lnTo>
                  <a:cubicBezTo>
                    <a:pt x="374" y="216"/>
                    <a:pt x="207" y="216"/>
                    <a:pt x="61" y="279"/>
                  </a:cubicBezTo>
                  <a:lnTo>
                    <a:pt x="7" y="197"/>
                  </a:lnTo>
                  <a:cubicBezTo>
                    <a:pt x="6" y="196"/>
                    <a:pt x="5" y="195"/>
                    <a:pt x="5" y="194"/>
                  </a:cubicBezTo>
                  <a:cubicBezTo>
                    <a:pt x="0" y="183"/>
                    <a:pt x="6" y="171"/>
                    <a:pt x="16" y="167"/>
                  </a:cubicBezTo>
                  <a:cubicBezTo>
                    <a:pt x="85" y="139"/>
                    <a:pt x="148" y="99"/>
                    <a:pt x="201" y="47"/>
                  </a:cubicBezTo>
                  <a:cubicBezTo>
                    <a:pt x="251" y="0"/>
                    <a:pt x="330" y="0"/>
                    <a:pt x="380" y="47"/>
                  </a:cubicBezTo>
                  <a:cubicBezTo>
                    <a:pt x="433" y="99"/>
                    <a:pt x="496" y="139"/>
                    <a:pt x="565" y="167"/>
                  </a:cubicBezTo>
                  <a:cubicBezTo>
                    <a:pt x="566" y="168"/>
                    <a:pt x="567" y="168"/>
                    <a:pt x="569" y="169"/>
                  </a:cubicBezTo>
                  <a:cubicBezTo>
                    <a:pt x="578" y="175"/>
                    <a:pt x="581" y="188"/>
                    <a:pt x="574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xmlns="" id="{270B3F9D-E23F-44D1-9299-DF340B59D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1439" y="2137579"/>
              <a:ext cx="382828" cy="257603"/>
            </a:xfrm>
            <a:custGeom>
              <a:avLst/>
              <a:gdLst>
                <a:gd name="T0" fmla="*/ 458 w 473"/>
                <a:gd name="T1" fmla="*/ 0 h 316"/>
                <a:gd name="T2" fmla="*/ 36 w 473"/>
                <a:gd name="T3" fmla="*/ 0 h 316"/>
                <a:gd name="T4" fmla="*/ 180 w 473"/>
                <a:gd name="T5" fmla="*/ 278 h 316"/>
                <a:gd name="T6" fmla="*/ 458 w 473"/>
                <a:gd name="T7" fmla="*/ 135 h 316"/>
                <a:gd name="T8" fmla="*/ 458 w 473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3" h="316">
                  <a:moveTo>
                    <a:pt x="458" y="0"/>
                  </a:moveTo>
                  <a:cubicBezTo>
                    <a:pt x="322" y="50"/>
                    <a:pt x="173" y="50"/>
                    <a:pt x="36" y="0"/>
                  </a:cubicBezTo>
                  <a:cubicBezTo>
                    <a:pt x="0" y="117"/>
                    <a:pt x="64" y="241"/>
                    <a:pt x="180" y="278"/>
                  </a:cubicBezTo>
                  <a:cubicBezTo>
                    <a:pt x="297" y="315"/>
                    <a:pt x="421" y="251"/>
                    <a:pt x="458" y="135"/>
                  </a:cubicBezTo>
                  <a:cubicBezTo>
                    <a:pt x="472" y="91"/>
                    <a:pt x="472" y="44"/>
                    <a:pt x="458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xmlns="" id="{4272305A-4815-4F84-AB4B-DAA9D0A81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8595" y="2023088"/>
              <a:ext cx="386407" cy="135958"/>
            </a:xfrm>
            <a:custGeom>
              <a:avLst/>
              <a:gdLst>
                <a:gd name="T0" fmla="*/ 476 w 477"/>
                <a:gd name="T1" fmla="*/ 67 h 167"/>
                <a:gd name="T2" fmla="*/ 473 w 477"/>
                <a:gd name="T3" fmla="*/ 101 h 167"/>
                <a:gd name="T4" fmla="*/ 4 w 477"/>
                <a:gd name="T5" fmla="*/ 101 h 167"/>
                <a:gd name="T6" fmla="*/ 0 w 477"/>
                <a:gd name="T7" fmla="*/ 67 h 167"/>
                <a:gd name="T8" fmla="*/ 476 w 477"/>
                <a:gd name="T9" fmla="*/ 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7" h="167">
                  <a:moveTo>
                    <a:pt x="476" y="67"/>
                  </a:moveTo>
                  <a:lnTo>
                    <a:pt x="473" y="101"/>
                  </a:lnTo>
                  <a:cubicBezTo>
                    <a:pt x="323" y="166"/>
                    <a:pt x="153" y="166"/>
                    <a:pt x="4" y="101"/>
                  </a:cubicBezTo>
                  <a:lnTo>
                    <a:pt x="0" y="67"/>
                  </a:lnTo>
                  <a:cubicBezTo>
                    <a:pt x="152" y="0"/>
                    <a:pt x="325" y="0"/>
                    <a:pt x="476" y="6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xmlns="" id="{23409A53-1AD4-4425-B5A9-CA3B87946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662" y="1822728"/>
              <a:ext cx="472274" cy="225402"/>
            </a:xfrm>
            <a:custGeom>
              <a:avLst/>
              <a:gdLst>
                <a:gd name="T0" fmla="*/ 7 w 581"/>
                <a:gd name="T1" fmla="*/ 197 h 280"/>
                <a:gd name="T2" fmla="*/ 60 w 581"/>
                <a:gd name="T3" fmla="*/ 279 h 280"/>
                <a:gd name="T4" fmla="*/ 520 w 581"/>
                <a:gd name="T5" fmla="*/ 279 h 280"/>
                <a:gd name="T6" fmla="*/ 574 w 581"/>
                <a:gd name="T7" fmla="*/ 197 h 280"/>
                <a:gd name="T8" fmla="*/ 568 w 581"/>
                <a:gd name="T9" fmla="*/ 169 h 280"/>
                <a:gd name="T10" fmla="*/ 565 w 581"/>
                <a:gd name="T11" fmla="*/ 167 h 280"/>
                <a:gd name="T12" fmla="*/ 379 w 581"/>
                <a:gd name="T13" fmla="*/ 47 h 280"/>
                <a:gd name="T14" fmla="*/ 201 w 581"/>
                <a:gd name="T15" fmla="*/ 47 h 280"/>
                <a:gd name="T16" fmla="*/ 16 w 581"/>
                <a:gd name="T17" fmla="*/ 167 h 280"/>
                <a:gd name="T18" fmla="*/ 4 w 581"/>
                <a:gd name="T19" fmla="*/ 194 h 280"/>
                <a:gd name="T20" fmla="*/ 7 w 581"/>
                <a:gd name="T21" fmla="*/ 19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1" h="280">
                  <a:moveTo>
                    <a:pt x="7" y="197"/>
                  </a:moveTo>
                  <a:lnTo>
                    <a:pt x="60" y="279"/>
                  </a:lnTo>
                  <a:cubicBezTo>
                    <a:pt x="207" y="216"/>
                    <a:pt x="373" y="216"/>
                    <a:pt x="520" y="279"/>
                  </a:cubicBezTo>
                  <a:lnTo>
                    <a:pt x="574" y="197"/>
                  </a:lnTo>
                  <a:cubicBezTo>
                    <a:pt x="580" y="188"/>
                    <a:pt x="578" y="175"/>
                    <a:pt x="568" y="169"/>
                  </a:cubicBezTo>
                  <a:cubicBezTo>
                    <a:pt x="567" y="168"/>
                    <a:pt x="566" y="168"/>
                    <a:pt x="565" y="167"/>
                  </a:cubicBezTo>
                  <a:cubicBezTo>
                    <a:pt x="496" y="139"/>
                    <a:pt x="433" y="99"/>
                    <a:pt x="379" y="47"/>
                  </a:cubicBezTo>
                  <a:cubicBezTo>
                    <a:pt x="329" y="0"/>
                    <a:pt x="251" y="0"/>
                    <a:pt x="201" y="47"/>
                  </a:cubicBezTo>
                  <a:cubicBezTo>
                    <a:pt x="147" y="99"/>
                    <a:pt x="84" y="139"/>
                    <a:pt x="16" y="167"/>
                  </a:cubicBezTo>
                  <a:cubicBezTo>
                    <a:pt x="5" y="171"/>
                    <a:pt x="0" y="183"/>
                    <a:pt x="4" y="194"/>
                  </a:cubicBezTo>
                  <a:cubicBezTo>
                    <a:pt x="5" y="195"/>
                    <a:pt x="6" y="196"/>
                    <a:pt x="7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xmlns="" id="{9F9643BA-0E03-4CE7-81A2-488E5E2E5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0960" y="2019508"/>
              <a:ext cx="500896" cy="175316"/>
            </a:xfrm>
            <a:custGeom>
              <a:avLst/>
              <a:gdLst>
                <a:gd name="T0" fmla="*/ 0 w 619"/>
                <a:gd name="T1" fmla="*/ 87 h 217"/>
                <a:gd name="T2" fmla="*/ 5 w 619"/>
                <a:gd name="T3" fmla="*/ 131 h 217"/>
                <a:gd name="T4" fmla="*/ 613 w 619"/>
                <a:gd name="T5" fmla="*/ 131 h 217"/>
                <a:gd name="T6" fmla="*/ 618 w 619"/>
                <a:gd name="T7" fmla="*/ 87 h 217"/>
                <a:gd name="T8" fmla="*/ 0 w 619"/>
                <a:gd name="T9" fmla="*/ 8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17">
                  <a:moveTo>
                    <a:pt x="0" y="87"/>
                  </a:moveTo>
                  <a:lnTo>
                    <a:pt x="5" y="131"/>
                  </a:lnTo>
                  <a:cubicBezTo>
                    <a:pt x="199" y="216"/>
                    <a:pt x="419" y="216"/>
                    <a:pt x="613" y="131"/>
                  </a:cubicBezTo>
                  <a:lnTo>
                    <a:pt x="618" y="87"/>
                  </a:lnTo>
                  <a:cubicBezTo>
                    <a:pt x="421" y="0"/>
                    <a:pt x="197" y="0"/>
                    <a:pt x="0" y="8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xmlns="" id="{E033865B-A6E6-456C-883F-10C54085A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225" y="2169777"/>
              <a:ext cx="497321" cy="332741"/>
            </a:xfrm>
            <a:custGeom>
              <a:avLst/>
              <a:gdLst>
                <a:gd name="T0" fmla="*/ 48 w 615"/>
                <a:gd name="T1" fmla="*/ 0 h 410"/>
                <a:gd name="T2" fmla="*/ 596 w 615"/>
                <a:gd name="T3" fmla="*/ 0 h 410"/>
                <a:gd name="T4" fmla="*/ 596 w 615"/>
                <a:gd name="T5" fmla="*/ 174 h 410"/>
                <a:gd name="T6" fmla="*/ 235 w 615"/>
                <a:gd name="T7" fmla="*/ 361 h 410"/>
                <a:gd name="T8" fmla="*/ 48 w 615"/>
                <a:gd name="T9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5" h="410">
                  <a:moveTo>
                    <a:pt x="48" y="0"/>
                  </a:moveTo>
                  <a:cubicBezTo>
                    <a:pt x="225" y="64"/>
                    <a:pt x="419" y="64"/>
                    <a:pt x="596" y="0"/>
                  </a:cubicBezTo>
                  <a:cubicBezTo>
                    <a:pt x="614" y="57"/>
                    <a:pt x="614" y="117"/>
                    <a:pt x="596" y="174"/>
                  </a:cubicBezTo>
                  <a:cubicBezTo>
                    <a:pt x="547" y="325"/>
                    <a:pt x="386" y="409"/>
                    <a:pt x="235" y="361"/>
                  </a:cubicBezTo>
                  <a:cubicBezTo>
                    <a:pt x="83" y="313"/>
                    <a:pt x="0" y="151"/>
                    <a:pt x="48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xmlns="" id="{EF8BB8CB-4D54-45BF-AFA4-BB399398C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7292" y="1761905"/>
              <a:ext cx="611811" cy="293382"/>
            </a:xfrm>
            <a:custGeom>
              <a:avLst/>
              <a:gdLst>
                <a:gd name="T0" fmla="*/ 746 w 755"/>
                <a:gd name="T1" fmla="*/ 256 h 363"/>
                <a:gd name="T2" fmla="*/ 675 w 755"/>
                <a:gd name="T3" fmla="*/ 362 h 363"/>
                <a:gd name="T4" fmla="*/ 79 w 755"/>
                <a:gd name="T5" fmla="*/ 362 h 363"/>
                <a:gd name="T6" fmla="*/ 8 w 755"/>
                <a:gd name="T7" fmla="*/ 256 h 363"/>
                <a:gd name="T8" fmla="*/ 6 w 755"/>
                <a:gd name="T9" fmla="*/ 252 h 363"/>
                <a:gd name="T10" fmla="*/ 21 w 755"/>
                <a:gd name="T11" fmla="*/ 217 h 363"/>
                <a:gd name="T12" fmla="*/ 261 w 755"/>
                <a:gd name="T13" fmla="*/ 62 h 363"/>
                <a:gd name="T14" fmla="*/ 493 w 755"/>
                <a:gd name="T15" fmla="*/ 62 h 363"/>
                <a:gd name="T16" fmla="*/ 733 w 755"/>
                <a:gd name="T17" fmla="*/ 217 h 363"/>
                <a:gd name="T18" fmla="*/ 738 w 755"/>
                <a:gd name="T19" fmla="*/ 219 h 363"/>
                <a:gd name="T20" fmla="*/ 746 w 755"/>
                <a:gd name="T21" fmla="*/ 256 h 363"/>
                <a:gd name="T22" fmla="*/ 377 w 755"/>
                <a:gd name="T23" fmla="*/ 75 h 363"/>
                <a:gd name="T24" fmla="*/ 335 w 755"/>
                <a:gd name="T25" fmla="*/ 74 h 363"/>
                <a:gd name="T26" fmla="*/ 354 w 755"/>
                <a:gd name="T27" fmla="*/ 211 h 363"/>
                <a:gd name="T28" fmla="*/ 377 w 755"/>
                <a:gd name="T29" fmla="*/ 224 h 363"/>
                <a:gd name="T30" fmla="*/ 431 w 755"/>
                <a:gd name="T31" fmla="*/ 97 h 363"/>
                <a:gd name="T32" fmla="*/ 419 w 755"/>
                <a:gd name="T33" fmla="*/ 74 h 363"/>
                <a:gd name="T34" fmla="*/ 377 w 755"/>
                <a:gd name="T35" fmla="*/ 75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55" h="363">
                  <a:moveTo>
                    <a:pt x="746" y="256"/>
                  </a:moveTo>
                  <a:lnTo>
                    <a:pt x="675" y="362"/>
                  </a:lnTo>
                  <a:cubicBezTo>
                    <a:pt x="484" y="281"/>
                    <a:pt x="269" y="281"/>
                    <a:pt x="79" y="362"/>
                  </a:cubicBezTo>
                  <a:lnTo>
                    <a:pt x="8" y="256"/>
                  </a:lnTo>
                  <a:cubicBezTo>
                    <a:pt x="7" y="255"/>
                    <a:pt x="6" y="253"/>
                    <a:pt x="6" y="252"/>
                  </a:cubicBezTo>
                  <a:cubicBezTo>
                    <a:pt x="0" y="238"/>
                    <a:pt x="7" y="222"/>
                    <a:pt x="21" y="217"/>
                  </a:cubicBezTo>
                  <a:cubicBezTo>
                    <a:pt x="110" y="181"/>
                    <a:pt x="191" y="128"/>
                    <a:pt x="261" y="62"/>
                  </a:cubicBezTo>
                  <a:cubicBezTo>
                    <a:pt x="326" y="0"/>
                    <a:pt x="428" y="0"/>
                    <a:pt x="493" y="62"/>
                  </a:cubicBezTo>
                  <a:cubicBezTo>
                    <a:pt x="562" y="128"/>
                    <a:pt x="644" y="181"/>
                    <a:pt x="733" y="217"/>
                  </a:cubicBezTo>
                  <a:cubicBezTo>
                    <a:pt x="735" y="218"/>
                    <a:pt x="737" y="218"/>
                    <a:pt x="738" y="219"/>
                  </a:cubicBezTo>
                  <a:cubicBezTo>
                    <a:pt x="750" y="228"/>
                    <a:pt x="754" y="244"/>
                    <a:pt x="746" y="256"/>
                  </a:cubicBezTo>
                  <a:close/>
                  <a:moveTo>
                    <a:pt x="377" y="75"/>
                  </a:moveTo>
                  <a:cubicBezTo>
                    <a:pt x="364" y="80"/>
                    <a:pt x="348" y="80"/>
                    <a:pt x="335" y="74"/>
                  </a:cubicBezTo>
                  <a:cubicBezTo>
                    <a:pt x="302" y="117"/>
                    <a:pt x="311" y="178"/>
                    <a:pt x="354" y="211"/>
                  </a:cubicBezTo>
                  <a:cubicBezTo>
                    <a:pt x="361" y="216"/>
                    <a:pt x="369" y="220"/>
                    <a:pt x="377" y="224"/>
                  </a:cubicBezTo>
                  <a:cubicBezTo>
                    <a:pt x="427" y="204"/>
                    <a:pt x="451" y="147"/>
                    <a:pt x="431" y="97"/>
                  </a:cubicBezTo>
                  <a:cubicBezTo>
                    <a:pt x="428" y="89"/>
                    <a:pt x="424" y="81"/>
                    <a:pt x="419" y="74"/>
                  </a:cubicBezTo>
                  <a:cubicBezTo>
                    <a:pt x="405" y="80"/>
                    <a:pt x="390" y="80"/>
                    <a:pt x="377" y="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xmlns="" id="{D1FA283A-538E-45AE-94DB-1B14D5F3E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4732" y="2509674"/>
              <a:ext cx="1073351" cy="704833"/>
            </a:xfrm>
            <a:custGeom>
              <a:avLst/>
              <a:gdLst>
                <a:gd name="T0" fmla="*/ 921 w 1323"/>
                <a:gd name="T1" fmla="*/ 0 h 870"/>
                <a:gd name="T2" fmla="*/ 1247 w 1323"/>
                <a:gd name="T3" fmla="*/ 703 h 870"/>
                <a:gd name="T4" fmla="*/ 74 w 1323"/>
                <a:gd name="T5" fmla="*/ 703 h 870"/>
                <a:gd name="T6" fmla="*/ 401 w 1323"/>
                <a:gd name="T7" fmla="*/ 0 h 870"/>
                <a:gd name="T8" fmla="*/ 921 w 1323"/>
                <a:gd name="T9" fmla="*/ 0 h 870"/>
                <a:gd name="T10" fmla="*/ 781 w 1323"/>
                <a:gd name="T11" fmla="*/ 356 h 870"/>
                <a:gd name="T12" fmla="*/ 797 w 1323"/>
                <a:gd name="T13" fmla="*/ 451 h 870"/>
                <a:gd name="T14" fmla="*/ 828 w 1323"/>
                <a:gd name="T15" fmla="*/ 463 h 870"/>
                <a:gd name="T16" fmla="*/ 892 w 1323"/>
                <a:gd name="T17" fmla="*/ 502 h 870"/>
                <a:gd name="T18" fmla="*/ 956 w 1323"/>
                <a:gd name="T19" fmla="*/ 463 h 870"/>
                <a:gd name="T20" fmla="*/ 1016 w 1323"/>
                <a:gd name="T21" fmla="*/ 387 h 870"/>
                <a:gd name="T22" fmla="*/ 1004 w 1323"/>
                <a:gd name="T23" fmla="*/ 356 h 870"/>
                <a:gd name="T24" fmla="*/ 999 w 1323"/>
                <a:gd name="T25" fmla="*/ 349 h 870"/>
                <a:gd name="T26" fmla="*/ 1026 w 1323"/>
                <a:gd name="T27" fmla="*/ 269 h 870"/>
                <a:gd name="T28" fmla="*/ 962 w 1323"/>
                <a:gd name="T29" fmla="*/ 212 h 870"/>
                <a:gd name="T30" fmla="*/ 930 w 1323"/>
                <a:gd name="T31" fmla="*/ 239 h 870"/>
                <a:gd name="T32" fmla="*/ 892 w 1323"/>
                <a:gd name="T33" fmla="*/ 207 h 870"/>
                <a:gd name="T34" fmla="*/ 865 w 1323"/>
                <a:gd name="T35" fmla="*/ 238 h 870"/>
                <a:gd name="T36" fmla="*/ 823 w 1323"/>
                <a:gd name="T37" fmla="*/ 212 h 870"/>
                <a:gd name="T38" fmla="*/ 758 w 1323"/>
                <a:gd name="T39" fmla="*/ 269 h 870"/>
                <a:gd name="T40" fmla="*/ 766 w 1323"/>
                <a:gd name="T41" fmla="*/ 273 h 870"/>
                <a:gd name="T42" fmla="*/ 781 w 1323"/>
                <a:gd name="T43" fmla="*/ 356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23" h="870">
                  <a:moveTo>
                    <a:pt x="921" y="0"/>
                  </a:moveTo>
                  <a:cubicBezTo>
                    <a:pt x="1185" y="125"/>
                    <a:pt x="1322" y="421"/>
                    <a:pt x="1247" y="703"/>
                  </a:cubicBezTo>
                  <a:cubicBezTo>
                    <a:pt x="874" y="869"/>
                    <a:pt x="448" y="869"/>
                    <a:pt x="74" y="703"/>
                  </a:cubicBezTo>
                  <a:cubicBezTo>
                    <a:pt x="0" y="421"/>
                    <a:pt x="137" y="125"/>
                    <a:pt x="401" y="0"/>
                  </a:cubicBezTo>
                  <a:cubicBezTo>
                    <a:pt x="553" y="121"/>
                    <a:pt x="768" y="121"/>
                    <a:pt x="921" y="0"/>
                  </a:cubicBezTo>
                  <a:close/>
                  <a:moveTo>
                    <a:pt x="781" y="356"/>
                  </a:moveTo>
                  <a:cubicBezTo>
                    <a:pt x="759" y="387"/>
                    <a:pt x="766" y="429"/>
                    <a:pt x="797" y="451"/>
                  </a:cubicBezTo>
                  <a:cubicBezTo>
                    <a:pt x="806" y="457"/>
                    <a:pt x="817" y="461"/>
                    <a:pt x="828" y="463"/>
                  </a:cubicBezTo>
                  <a:cubicBezTo>
                    <a:pt x="854" y="466"/>
                    <a:pt x="878" y="480"/>
                    <a:pt x="892" y="502"/>
                  </a:cubicBezTo>
                  <a:cubicBezTo>
                    <a:pt x="907" y="480"/>
                    <a:pt x="930" y="466"/>
                    <a:pt x="956" y="463"/>
                  </a:cubicBezTo>
                  <a:cubicBezTo>
                    <a:pt x="994" y="458"/>
                    <a:pt x="1020" y="424"/>
                    <a:pt x="1016" y="387"/>
                  </a:cubicBezTo>
                  <a:cubicBezTo>
                    <a:pt x="1014" y="376"/>
                    <a:pt x="1010" y="365"/>
                    <a:pt x="1004" y="356"/>
                  </a:cubicBezTo>
                  <a:cubicBezTo>
                    <a:pt x="1002" y="354"/>
                    <a:pt x="1001" y="351"/>
                    <a:pt x="999" y="349"/>
                  </a:cubicBezTo>
                  <a:cubicBezTo>
                    <a:pt x="985" y="319"/>
                    <a:pt x="996" y="283"/>
                    <a:pt x="1026" y="269"/>
                  </a:cubicBezTo>
                  <a:lnTo>
                    <a:pt x="962" y="212"/>
                  </a:lnTo>
                  <a:cubicBezTo>
                    <a:pt x="958" y="227"/>
                    <a:pt x="945" y="237"/>
                    <a:pt x="930" y="239"/>
                  </a:cubicBezTo>
                  <a:cubicBezTo>
                    <a:pt x="911" y="241"/>
                    <a:pt x="894" y="226"/>
                    <a:pt x="892" y="207"/>
                  </a:cubicBezTo>
                  <a:cubicBezTo>
                    <a:pt x="891" y="222"/>
                    <a:pt x="880" y="235"/>
                    <a:pt x="865" y="238"/>
                  </a:cubicBezTo>
                  <a:cubicBezTo>
                    <a:pt x="846" y="243"/>
                    <a:pt x="827" y="231"/>
                    <a:pt x="823" y="212"/>
                  </a:cubicBezTo>
                  <a:lnTo>
                    <a:pt x="758" y="269"/>
                  </a:lnTo>
                  <a:cubicBezTo>
                    <a:pt x="761" y="270"/>
                    <a:pt x="763" y="271"/>
                    <a:pt x="766" y="273"/>
                  </a:cubicBezTo>
                  <a:cubicBezTo>
                    <a:pt x="793" y="292"/>
                    <a:pt x="799" y="329"/>
                    <a:pt x="781" y="35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538E9F9C-8D80-4F52-9768-37C4341C4809}"/>
              </a:ext>
            </a:extLst>
          </p:cNvPr>
          <p:cNvGrpSpPr/>
          <p:nvPr/>
        </p:nvGrpSpPr>
        <p:grpSpPr>
          <a:xfrm>
            <a:off x="8777818" y="1507937"/>
            <a:ext cx="1710206" cy="1706626"/>
            <a:chOff x="8912097" y="1507881"/>
            <a:chExt cx="1710206" cy="1706626"/>
          </a:xfrm>
        </p:grpSpPr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xmlns="" id="{C418FDC3-EF82-42A2-B2E3-B270B2C94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097" y="1872820"/>
              <a:ext cx="1710206" cy="1341687"/>
            </a:xfrm>
            <a:custGeom>
              <a:avLst/>
              <a:gdLst>
                <a:gd name="T0" fmla="*/ 1945 w 2106"/>
                <a:gd name="T1" fmla="*/ 562 h 1655"/>
                <a:gd name="T2" fmla="*/ 1782 w 2106"/>
                <a:gd name="T3" fmla="*/ 182 h 1655"/>
                <a:gd name="T4" fmla="*/ 1505 w 2106"/>
                <a:gd name="T5" fmla="*/ 0 h 1655"/>
                <a:gd name="T6" fmla="*/ 600 w 2106"/>
                <a:gd name="T7" fmla="*/ 0 h 1655"/>
                <a:gd name="T8" fmla="*/ 323 w 2106"/>
                <a:gd name="T9" fmla="*/ 182 h 1655"/>
                <a:gd name="T10" fmla="*/ 160 w 2106"/>
                <a:gd name="T11" fmla="*/ 562 h 1655"/>
                <a:gd name="T12" fmla="*/ 0 w 2106"/>
                <a:gd name="T13" fmla="*/ 827 h 1655"/>
                <a:gd name="T14" fmla="*/ 0 w 2106"/>
                <a:gd name="T15" fmla="*/ 977 h 1655"/>
                <a:gd name="T16" fmla="*/ 150 w 2106"/>
                <a:gd name="T17" fmla="*/ 1236 h 1655"/>
                <a:gd name="T18" fmla="*/ 150 w 2106"/>
                <a:gd name="T19" fmla="*/ 1504 h 1655"/>
                <a:gd name="T20" fmla="*/ 301 w 2106"/>
                <a:gd name="T21" fmla="*/ 1654 h 1655"/>
                <a:gd name="T22" fmla="*/ 526 w 2106"/>
                <a:gd name="T23" fmla="*/ 1654 h 1655"/>
                <a:gd name="T24" fmla="*/ 677 w 2106"/>
                <a:gd name="T25" fmla="*/ 1504 h 1655"/>
                <a:gd name="T26" fmla="*/ 677 w 2106"/>
                <a:gd name="T27" fmla="*/ 1278 h 1655"/>
                <a:gd name="T28" fmla="*/ 1429 w 2106"/>
                <a:gd name="T29" fmla="*/ 1278 h 1655"/>
                <a:gd name="T30" fmla="*/ 1429 w 2106"/>
                <a:gd name="T31" fmla="*/ 1504 h 1655"/>
                <a:gd name="T32" fmla="*/ 1579 w 2106"/>
                <a:gd name="T33" fmla="*/ 1654 h 1655"/>
                <a:gd name="T34" fmla="*/ 1805 w 2106"/>
                <a:gd name="T35" fmla="*/ 1654 h 1655"/>
                <a:gd name="T36" fmla="*/ 1955 w 2106"/>
                <a:gd name="T37" fmla="*/ 1504 h 1655"/>
                <a:gd name="T38" fmla="*/ 1955 w 2106"/>
                <a:gd name="T39" fmla="*/ 1236 h 1655"/>
                <a:gd name="T40" fmla="*/ 2105 w 2106"/>
                <a:gd name="T41" fmla="*/ 977 h 1655"/>
                <a:gd name="T42" fmla="*/ 2105 w 2106"/>
                <a:gd name="T43" fmla="*/ 827 h 1655"/>
                <a:gd name="T44" fmla="*/ 1945 w 2106"/>
                <a:gd name="T45" fmla="*/ 562 h 1655"/>
                <a:gd name="T46" fmla="*/ 413 w 2106"/>
                <a:gd name="T47" fmla="*/ 1090 h 1655"/>
                <a:gd name="T48" fmla="*/ 226 w 2106"/>
                <a:gd name="T49" fmla="*/ 902 h 1655"/>
                <a:gd name="T50" fmla="*/ 413 w 2106"/>
                <a:gd name="T51" fmla="*/ 714 h 1655"/>
                <a:gd name="T52" fmla="*/ 601 w 2106"/>
                <a:gd name="T53" fmla="*/ 902 h 1655"/>
                <a:gd name="T54" fmla="*/ 413 w 2106"/>
                <a:gd name="T55" fmla="*/ 1090 h 1655"/>
                <a:gd name="T56" fmla="*/ 1278 w 2106"/>
                <a:gd name="T57" fmla="*/ 977 h 1655"/>
                <a:gd name="T58" fmla="*/ 827 w 2106"/>
                <a:gd name="T59" fmla="*/ 977 h 1655"/>
                <a:gd name="T60" fmla="*/ 752 w 2106"/>
                <a:gd name="T61" fmla="*/ 902 h 1655"/>
                <a:gd name="T62" fmla="*/ 827 w 2106"/>
                <a:gd name="T63" fmla="*/ 827 h 1655"/>
                <a:gd name="T64" fmla="*/ 1278 w 2106"/>
                <a:gd name="T65" fmla="*/ 827 h 1655"/>
                <a:gd name="T66" fmla="*/ 1353 w 2106"/>
                <a:gd name="T67" fmla="*/ 902 h 1655"/>
                <a:gd name="T68" fmla="*/ 1278 w 2106"/>
                <a:gd name="T69" fmla="*/ 977 h 1655"/>
                <a:gd name="T70" fmla="*/ 417 w 2106"/>
                <a:gd name="T71" fmla="*/ 526 h 1655"/>
                <a:gd name="T72" fmla="*/ 531 w 2106"/>
                <a:gd name="T73" fmla="*/ 271 h 1655"/>
                <a:gd name="T74" fmla="*/ 600 w 2106"/>
                <a:gd name="T75" fmla="*/ 225 h 1655"/>
                <a:gd name="T76" fmla="*/ 1505 w 2106"/>
                <a:gd name="T77" fmla="*/ 225 h 1655"/>
                <a:gd name="T78" fmla="*/ 1575 w 2106"/>
                <a:gd name="T79" fmla="*/ 272 h 1655"/>
                <a:gd name="T80" fmla="*/ 1689 w 2106"/>
                <a:gd name="T81" fmla="*/ 526 h 1655"/>
                <a:gd name="T82" fmla="*/ 417 w 2106"/>
                <a:gd name="T83" fmla="*/ 526 h 1655"/>
                <a:gd name="T84" fmla="*/ 1692 w 2106"/>
                <a:gd name="T85" fmla="*/ 1090 h 1655"/>
                <a:gd name="T86" fmla="*/ 1504 w 2106"/>
                <a:gd name="T87" fmla="*/ 902 h 1655"/>
                <a:gd name="T88" fmla="*/ 1692 w 2106"/>
                <a:gd name="T89" fmla="*/ 714 h 1655"/>
                <a:gd name="T90" fmla="*/ 1880 w 2106"/>
                <a:gd name="T91" fmla="*/ 902 h 1655"/>
                <a:gd name="T92" fmla="*/ 1692 w 2106"/>
                <a:gd name="T93" fmla="*/ 1090 h 1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06" h="1655">
                  <a:moveTo>
                    <a:pt x="1945" y="562"/>
                  </a:moveTo>
                  <a:lnTo>
                    <a:pt x="1782" y="182"/>
                  </a:lnTo>
                  <a:cubicBezTo>
                    <a:pt x="1734" y="71"/>
                    <a:pt x="1626" y="0"/>
                    <a:pt x="1505" y="0"/>
                  </a:cubicBezTo>
                  <a:lnTo>
                    <a:pt x="600" y="0"/>
                  </a:lnTo>
                  <a:cubicBezTo>
                    <a:pt x="479" y="0"/>
                    <a:pt x="371" y="71"/>
                    <a:pt x="323" y="182"/>
                  </a:cubicBezTo>
                  <a:lnTo>
                    <a:pt x="160" y="562"/>
                  </a:lnTo>
                  <a:cubicBezTo>
                    <a:pt x="65" y="613"/>
                    <a:pt x="0" y="712"/>
                    <a:pt x="0" y="827"/>
                  </a:cubicBezTo>
                  <a:lnTo>
                    <a:pt x="0" y="977"/>
                  </a:lnTo>
                  <a:cubicBezTo>
                    <a:pt x="0" y="1088"/>
                    <a:pt x="61" y="1184"/>
                    <a:pt x="150" y="1236"/>
                  </a:cubicBezTo>
                  <a:lnTo>
                    <a:pt x="150" y="1504"/>
                  </a:lnTo>
                  <a:cubicBezTo>
                    <a:pt x="150" y="1587"/>
                    <a:pt x="218" y="1654"/>
                    <a:pt x="301" y="1654"/>
                  </a:cubicBezTo>
                  <a:lnTo>
                    <a:pt x="526" y="1654"/>
                  </a:lnTo>
                  <a:cubicBezTo>
                    <a:pt x="609" y="1654"/>
                    <a:pt x="677" y="1587"/>
                    <a:pt x="677" y="1504"/>
                  </a:cubicBezTo>
                  <a:lnTo>
                    <a:pt x="677" y="1278"/>
                  </a:lnTo>
                  <a:lnTo>
                    <a:pt x="1429" y="1278"/>
                  </a:lnTo>
                  <a:lnTo>
                    <a:pt x="1429" y="1504"/>
                  </a:lnTo>
                  <a:cubicBezTo>
                    <a:pt x="1429" y="1587"/>
                    <a:pt x="1496" y="1654"/>
                    <a:pt x="1579" y="1654"/>
                  </a:cubicBezTo>
                  <a:lnTo>
                    <a:pt x="1805" y="1654"/>
                  </a:lnTo>
                  <a:cubicBezTo>
                    <a:pt x="1887" y="1654"/>
                    <a:pt x="1955" y="1587"/>
                    <a:pt x="1955" y="1504"/>
                  </a:cubicBezTo>
                  <a:lnTo>
                    <a:pt x="1955" y="1236"/>
                  </a:lnTo>
                  <a:cubicBezTo>
                    <a:pt x="2044" y="1184"/>
                    <a:pt x="2105" y="1088"/>
                    <a:pt x="2105" y="977"/>
                  </a:cubicBezTo>
                  <a:lnTo>
                    <a:pt x="2105" y="827"/>
                  </a:lnTo>
                  <a:cubicBezTo>
                    <a:pt x="2105" y="712"/>
                    <a:pt x="2040" y="613"/>
                    <a:pt x="1945" y="562"/>
                  </a:cubicBezTo>
                  <a:close/>
                  <a:moveTo>
                    <a:pt x="413" y="1090"/>
                  </a:moveTo>
                  <a:cubicBezTo>
                    <a:pt x="310" y="1090"/>
                    <a:pt x="226" y="1006"/>
                    <a:pt x="226" y="902"/>
                  </a:cubicBezTo>
                  <a:cubicBezTo>
                    <a:pt x="226" y="798"/>
                    <a:pt x="310" y="714"/>
                    <a:pt x="413" y="714"/>
                  </a:cubicBezTo>
                  <a:cubicBezTo>
                    <a:pt x="517" y="714"/>
                    <a:pt x="601" y="798"/>
                    <a:pt x="601" y="902"/>
                  </a:cubicBezTo>
                  <a:cubicBezTo>
                    <a:pt x="601" y="1006"/>
                    <a:pt x="517" y="1090"/>
                    <a:pt x="413" y="1090"/>
                  </a:cubicBezTo>
                  <a:close/>
                  <a:moveTo>
                    <a:pt x="1278" y="977"/>
                  </a:moveTo>
                  <a:lnTo>
                    <a:pt x="827" y="977"/>
                  </a:lnTo>
                  <a:cubicBezTo>
                    <a:pt x="786" y="977"/>
                    <a:pt x="752" y="944"/>
                    <a:pt x="752" y="902"/>
                  </a:cubicBezTo>
                  <a:cubicBezTo>
                    <a:pt x="752" y="861"/>
                    <a:pt x="786" y="827"/>
                    <a:pt x="827" y="827"/>
                  </a:cubicBezTo>
                  <a:lnTo>
                    <a:pt x="1278" y="827"/>
                  </a:lnTo>
                  <a:cubicBezTo>
                    <a:pt x="1320" y="827"/>
                    <a:pt x="1353" y="861"/>
                    <a:pt x="1353" y="902"/>
                  </a:cubicBezTo>
                  <a:cubicBezTo>
                    <a:pt x="1353" y="944"/>
                    <a:pt x="1320" y="977"/>
                    <a:pt x="1278" y="977"/>
                  </a:cubicBezTo>
                  <a:close/>
                  <a:moveTo>
                    <a:pt x="417" y="526"/>
                  </a:moveTo>
                  <a:lnTo>
                    <a:pt x="531" y="271"/>
                  </a:lnTo>
                  <a:cubicBezTo>
                    <a:pt x="543" y="243"/>
                    <a:pt x="570" y="225"/>
                    <a:pt x="600" y="225"/>
                  </a:cubicBezTo>
                  <a:lnTo>
                    <a:pt x="1505" y="225"/>
                  </a:lnTo>
                  <a:cubicBezTo>
                    <a:pt x="1536" y="225"/>
                    <a:pt x="1563" y="243"/>
                    <a:pt x="1575" y="272"/>
                  </a:cubicBezTo>
                  <a:lnTo>
                    <a:pt x="1689" y="526"/>
                  </a:lnTo>
                  <a:lnTo>
                    <a:pt x="417" y="526"/>
                  </a:lnTo>
                  <a:close/>
                  <a:moveTo>
                    <a:pt x="1692" y="1090"/>
                  </a:moveTo>
                  <a:cubicBezTo>
                    <a:pt x="1588" y="1090"/>
                    <a:pt x="1504" y="1006"/>
                    <a:pt x="1504" y="902"/>
                  </a:cubicBezTo>
                  <a:cubicBezTo>
                    <a:pt x="1504" y="798"/>
                    <a:pt x="1588" y="714"/>
                    <a:pt x="1692" y="714"/>
                  </a:cubicBezTo>
                  <a:cubicBezTo>
                    <a:pt x="1796" y="714"/>
                    <a:pt x="1880" y="798"/>
                    <a:pt x="1880" y="902"/>
                  </a:cubicBezTo>
                  <a:cubicBezTo>
                    <a:pt x="1880" y="1006"/>
                    <a:pt x="1796" y="1090"/>
                    <a:pt x="1692" y="109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xmlns="" id="{476C9B49-D018-48D7-BB21-A408894F2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6211" y="1507881"/>
              <a:ext cx="429341" cy="243293"/>
            </a:xfrm>
            <a:custGeom>
              <a:avLst/>
              <a:gdLst>
                <a:gd name="T0" fmla="*/ 526 w 527"/>
                <a:gd name="T1" fmla="*/ 300 h 301"/>
                <a:gd name="T2" fmla="*/ 150 w 527"/>
                <a:gd name="T3" fmla="*/ 300 h 301"/>
                <a:gd name="T4" fmla="*/ 0 w 527"/>
                <a:gd name="T5" fmla="*/ 150 h 301"/>
                <a:gd name="T6" fmla="*/ 150 w 527"/>
                <a:gd name="T7" fmla="*/ 0 h 301"/>
                <a:gd name="T8" fmla="*/ 526 w 527"/>
                <a:gd name="T9" fmla="*/ 0 h 301"/>
                <a:gd name="T10" fmla="*/ 526 w 527"/>
                <a:gd name="T11" fmla="*/ 30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7" h="301">
                  <a:moveTo>
                    <a:pt x="526" y="300"/>
                  </a:moveTo>
                  <a:lnTo>
                    <a:pt x="150" y="300"/>
                  </a:lnTo>
                  <a:cubicBezTo>
                    <a:pt x="67" y="300"/>
                    <a:pt x="0" y="233"/>
                    <a:pt x="0" y="150"/>
                  </a:cubicBezTo>
                  <a:cubicBezTo>
                    <a:pt x="0" y="67"/>
                    <a:pt x="67" y="0"/>
                    <a:pt x="150" y="0"/>
                  </a:cubicBezTo>
                  <a:lnTo>
                    <a:pt x="526" y="0"/>
                  </a:lnTo>
                  <a:lnTo>
                    <a:pt x="526" y="30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xmlns="" id="{C00AB158-D2CB-4DC9-8B88-A2208AD57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845" y="1507881"/>
              <a:ext cx="429341" cy="243293"/>
            </a:xfrm>
            <a:custGeom>
              <a:avLst/>
              <a:gdLst>
                <a:gd name="T0" fmla="*/ 526 w 527"/>
                <a:gd name="T1" fmla="*/ 150 h 301"/>
                <a:gd name="T2" fmla="*/ 376 w 527"/>
                <a:gd name="T3" fmla="*/ 300 h 301"/>
                <a:gd name="T4" fmla="*/ 0 w 527"/>
                <a:gd name="T5" fmla="*/ 300 h 301"/>
                <a:gd name="T6" fmla="*/ 0 w 527"/>
                <a:gd name="T7" fmla="*/ 0 h 301"/>
                <a:gd name="T8" fmla="*/ 376 w 527"/>
                <a:gd name="T9" fmla="*/ 0 h 301"/>
                <a:gd name="T10" fmla="*/ 526 w 527"/>
                <a:gd name="T11" fmla="*/ 15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7" h="301">
                  <a:moveTo>
                    <a:pt x="526" y="150"/>
                  </a:moveTo>
                  <a:cubicBezTo>
                    <a:pt x="526" y="233"/>
                    <a:pt x="459" y="300"/>
                    <a:pt x="376" y="300"/>
                  </a:cubicBezTo>
                  <a:lnTo>
                    <a:pt x="0" y="300"/>
                  </a:lnTo>
                  <a:lnTo>
                    <a:pt x="0" y="0"/>
                  </a:lnTo>
                  <a:lnTo>
                    <a:pt x="376" y="0"/>
                  </a:lnTo>
                  <a:cubicBezTo>
                    <a:pt x="459" y="0"/>
                    <a:pt x="526" y="67"/>
                    <a:pt x="526" y="15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7 CuadroTexto">
            <a:extLst>
              <a:ext uri="{FF2B5EF4-FFF2-40B4-BE49-F238E27FC236}">
                <a16:creationId xmlns:a16="http://schemas.microsoft.com/office/drawing/2014/main" xmlns="" id="{A253408E-6702-4933-A5BF-A45D209AC593}"/>
              </a:ext>
            </a:extLst>
          </p:cNvPr>
          <p:cNvSpPr txBox="1"/>
          <p:nvPr/>
        </p:nvSpPr>
        <p:spPr>
          <a:xfrm>
            <a:off x="1429116" y="3082730"/>
            <a:ext cx="3333724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Interactively coordinate proactive e-commerce via process-centric outside the box  thinking pursue scalable customer service through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9A260ACB-B1F6-4EB7-81EB-7C7E6DBF1EFE}"/>
              </a:ext>
            </a:extLst>
          </p:cNvPr>
          <p:cNvGrpSpPr/>
          <p:nvPr/>
        </p:nvGrpSpPr>
        <p:grpSpPr>
          <a:xfrm>
            <a:off x="5586702" y="3749270"/>
            <a:ext cx="1985067" cy="1078429"/>
            <a:chOff x="8765595" y="1862998"/>
            <a:chExt cx="2753668" cy="107842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F6CB271F-7EED-47BC-BAF7-7C10AFB04C68}"/>
                </a:ext>
              </a:extLst>
            </p:cNvPr>
            <p:cNvSpPr txBox="1"/>
            <p:nvPr/>
          </p:nvSpPr>
          <p:spPr>
            <a:xfrm>
              <a:off x="8765595" y="1862998"/>
              <a:ext cx="275366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Real World. Real Law</a:t>
              </a:r>
            </a:p>
          </p:txBody>
        </p:sp>
        <p:sp>
          <p:nvSpPr>
            <p:cNvPr id="37" name="7 CuadroTexto">
              <a:extLst>
                <a:ext uri="{FF2B5EF4-FFF2-40B4-BE49-F238E27FC236}">
                  <a16:creationId xmlns:a16="http://schemas.microsoft.com/office/drawing/2014/main" xmlns="" id="{A1C0A633-8CE2-4D42-84FE-40846864E868}"/>
                </a:ext>
              </a:extLst>
            </p:cNvPr>
            <p:cNvSpPr txBox="1"/>
            <p:nvPr/>
          </p:nvSpPr>
          <p:spPr>
            <a:xfrm>
              <a:off x="8765595" y="2140310"/>
              <a:ext cx="2753668" cy="8011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galley of type great company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0F6CB2CF-B877-4CCF-BEFD-D5AD9DAB2C22}"/>
              </a:ext>
            </a:extLst>
          </p:cNvPr>
          <p:cNvGrpSpPr/>
          <p:nvPr/>
        </p:nvGrpSpPr>
        <p:grpSpPr>
          <a:xfrm>
            <a:off x="8777818" y="3749270"/>
            <a:ext cx="1985067" cy="1078429"/>
            <a:chOff x="8765595" y="1862998"/>
            <a:chExt cx="2753668" cy="107842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2ABE215A-82D7-404A-891E-36A6F290950B}"/>
                </a:ext>
              </a:extLst>
            </p:cNvPr>
            <p:cNvSpPr txBox="1"/>
            <p:nvPr/>
          </p:nvSpPr>
          <p:spPr>
            <a:xfrm>
              <a:off x="8765595" y="1862998"/>
              <a:ext cx="275366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Times Sans Serif" panose="02020603050405020304" pitchFamily="18" charset="0"/>
                </a:rPr>
                <a:t>Lawyers. Just Different</a:t>
              </a:r>
            </a:p>
          </p:txBody>
        </p:sp>
        <p:sp>
          <p:nvSpPr>
            <p:cNvPr id="40" name="7 CuadroTexto">
              <a:extLst>
                <a:ext uri="{FF2B5EF4-FFF2-40B4-BE49-F238E27FC236}">
                  <a16:creationId xmlns:a16="http://schemas.microsoft.com/office/drawing/2014/main" xmlns="" id="{D6591B99-EC32-45B7-BCA8-519A36E7D9B8}"/>
                </a:ext>
              </a:extLst>
            </p:cNvPr>
            <p:cNvSpPr txBox="1"/>
            <p:nvPr/>
          </p:nvSpPr>
          <p:spPr>
            <a:xfrm>
              <a:off x="8765595" y="2140310"/>
              <a:ext cx="2753668" cy="8011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o" charset="0"/>
                </a:rPr>
                <a:t>Make a type specimen book unknown printer galley of type great company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819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65A8002A-90AC-471B-AC9D-2E6CDDAF2545}"/>
              </a:ext>
            </a:extLst>
          </p:cNvPr>
          <p:cNvSpPr txBox="1"/>
          <p:nvPr/>
        </p:nvSpPr>
        <p:spPr>
          <a:xfrm>
            <a:off x="1422435" y="5135478"/>
            <a:ext cx="3971368" cy="769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dirty="0">
                <a:solidFill>
                  <a:sysClr val="windowText" lastClr="000000"/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Law is More Than A Profession. Its A Calling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2CC161FF-0441-422E-A84A-09EB9225BC3D}"/>
              </a:ext>
            </a:extLst>
          </p:cNvPr>
          <p:cNvSpPr/>
          <p:nvPr/>
        </p:nvSpPr>
        <p:spPr>
          <a:xfrm>
            <a:off x="6520323" y="4981140"/>
            <a:ext cx="4608710" cy="1078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Collaboratively administrate empowered markets via plug-and-play networks. Dynamic procrastinate B2C users after installed base benefits dramatic visualize. Standards in web readiness. scale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future-proof core competencies vis-a-vis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AE5B4D6-9491-4095-BC79-15A0C178760C}"/>
              </a:ext>
            </a:extLst>
          </p:cNvPr>
          <p:cNvSpPr/>
          <p:nvPr/>
        </p:nvSpPr>
        <p:spPr>
          <a:xfrm>
            <a:off x="4540336" y="2794009"/>
            <a:ext cx="658525" cy="10528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70D6FB3E-7F06-4816-B665-041E07D850BE}"/>
              </a:ext>
            </a:extLst>
          </p:cNvPr>
          <p:cNvSpPr/>
          <p:nvPr/>
        </p:nvSpPr>
        <p:spPr>
          <a:xfrm>
            <a:off x="1242436" y="616119"/>
            <a:ext cx="822446" cy="7560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0C530AB-63B8-4C86-862B-8C87133AE651}"/>
              </a:ext>
            </a:extLst>
          </p:cNvPr>
          <p:cNvSpPr/>
          <p:nvPr/>
        </p:nvSpPr>
        <p:spPr>
          <a:xfrm>
            <a:off x="1422436" y="796120"/>
            <a:ext cx="3599214" cy="28784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F8BAD9E4-82B6-4563-A3AA-EA16D1556742}"/>
              </a:ext>
            </a:extLst>
          </p:cNvPr>
          <p:cNvGrpSpPr/>
          <p:nvPr/>
        </p:nvGrpSpPr>
        <p:grpSpPr>
          <a:xfrm>
            <a:off x="2222059" y="1246455"/>
            <a:ext cx="1999969" cy="1977815"/>
            <a:chOff x="5281508" y="5098290"/>
            <a:chExt cx="1200399" cy="1187104"/>
          </a:xfrm>
        </p:grpSpPr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xmlns="" id="{432A0DCB-8346-48A0-A479-0A9AE8B21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6363" y="5734578"/>
              <a:ext cx="932588" cy="550816"/>
            </a:xfrm>
            <a:custGeom>
              <a:avLst/>
              <a:gdLst>
                <a:gd name="T0" fmla="*/ 2018 w 2167"/>
                <a:gd name="T1" fmla="*/ 0 h 1281"/>
                <a:gd name="T2" fmla="*/ 1772 w 2167"/>
                <a:gd name="T3" fmla="*/ 0 h 1281"/>
                <a:gd name="T4" fmla="*/ 1772 w 2167"/>
                <a:gd name="T5" fmla="*/ 99 h 1281"/>
                <a:gd name="T6" fmla="*/ 1722 w 2167"/>
                <a:gd name="T7" fmla="*/ 148 h 1281"/>
                <a:gd name="T8" fmla="*/ 1673 w 2167"/>
                <a:gd name="T9" fmla="*/ 99 h 1281"/>
                <a:gd name="T10" fmla="*/ 1673 w 2167"/>
                <a:gd name="T11" fmla="*/ 0 h 1281"/>
                <a:gd name="T12" fmla="*/ 1575 w 2167"/>
                <a:gd name="T13" fmla="*/ 0 h 1281"/>
                <a:gd name="T14" fmla="*/ 1575 w 2167"/>
                <a:gd name="T15" fmla="*/ 0 h 1281"/>
                <a:gd name="T16" fmla="*/ 690 w 2167"/>
                <a:gd name="T17" fmla="*/ 0 h 1281"/>
                <a:gd name="T18" fmla="*/ 690 w 2167"/>
                <a:gd name="T19" fmla="*/ 99 h 1281"/>
                <a:gd name="T20" fmla="*/ 640 w 2167"/>
                <a:gd name="T21" fmla="*/ 148 h 1281"/>
                <a:gd name="T22" fmla="*/ 591 w 2167"/>
                <a:gd name="T23" fmla="*/ 99 h 1281"/>
                <a:gd name="T24" fmla="*/ 591 w 2167"/>
                <a:gd name="T25" fmla="*/ 0 h 1281"/>
                <a:gd name="T26" fmla="*/ 493 w 2167"/>
                <a:gd name="T27" fmla="*/ 0 h 1281"/>
                <a:gd name="T28" fmla="*/ 493 w 2167"/>
                <a:gd name="T29" fmla="*/ 0 h 1281"/>
                <a:gd name="T30" fmla="*/ 148 w 2167"/>
                <a:gd name="T31" fmla="*/ 0 h 1281"/>
                <a:gd name="T32" fmla="*/ 0 w 2167"/>
                <a:gd name="T33" fmla="*/ 148 h 1281"/>
                <a:gd name="T34" fmla="*/ 0 w 2167"/>
                <a:gd name="T35" fmla="*/ 1133 h 1281"/>
                <a:gd name="T36" fmla="*/ 148 w 2167"/>
                <a:gd name="T37" fmla="*/ 1280 h 1281"/>
                <a:gd name="T38" fmla="*/ 2018 w 2167"/>
                <a:gd name="T39" fmla="*/ 1280 h 1281"/>
                <a:gd name="T40" fmla="*/ 2165 w 2167"/>
                <a:gd name="T41" fmla="*/ 1133 h 1281"/>
                <a:gd name="T42" fmla="*/ 2165 w 2167"/>
                <a:gd name="T43" fmla="*/ 148 h 1281"/>
                <a:gd name="T44" fmla="*/ 2018 w 2167"/>
                <a:gd name="T45" fmla="*/ 0 h 1281"/>
                <a:gd name="T46" fmla="*/ 1969 w 2167"/>
                <a:gd name="T47" fmla="*/ 837 h 1281"/>
                <a:gd name="T48" fmla="*/ 1919 w 2167"/>
                <a:gd name="T49" fmla="*/ 886 h 1281"/>
                <a:gd name="T50" fmla="*/ 1772 w 2167"/>
                <a:gd name="T51" fmla="*/ 1034 h 1281"/>
                <a:gd name="T52" fmla="*/ 1722 w 2167"/>
                <a:gd name="T53" fmla="*/ 1083 h 1281"/>
                <a:gd name="T54" fmla="*/ 444 w 2167"/>
                <a:gd name="T55" fmla="*/ 1083 h 1281"/>
                <a:gd name="T56" fmla="*/ 394 w 2167"/>
                <a:gd name="T57" fmla="*/ 1034 h 1281"/>
                <a:gd name="T58" fmla="*/ 247 w 2167"/>
                <a:gd name="T59" fmla="*/ 886 h 1281"/>
                <a:gd name="T60" fmla="*/ 197 w 2167"/>
                <a:gd name="T61" fmla="*/ 837 h 1281"/>
                <a:gd name="T62" fmla="*/ 197 w 2167"/>
                <a:gd name="T63" fmla="*/ 443 h 1281"/>
                <a:gd name="T64" fmla="*/ 247 w 2167"/>
                <a:gd name="T65" fmla="*/ 394 h 1281"/>
                <a:gd name="T66" fmla="*/ 394 w 2167"/>
                <a:gd name="T67" fmla="*/ 247 h 1281"/>
                <a:gd name="T68" fmla="*/ 444 w 2167"/>
                <a:gd name="T69" fmla="*/ 197 h 1281"/>
                <a:gd name="T70" fmla="*/ 1722 w 2167"/>
                <a:gd name="T71" fmla="*/ 197 h 1281"/>
                <a:gd name="T72" fmla="*/ 1772 w 2167"/>
                <a:gd name="T73" fmla="*/ 247 h 1281"/>
                <a:gd name="T74" fmla="*/ 1919 w 2167"/>
                <a:gd name="T75" fmla="*/ 394 h 1281"/>
                <a:gd name="T76" fmla="*/ 1969 w 2167"/>
                <a:gd name="T77" fmla="*/ 443 h 1281"/>
                <a:gd name="T78" fmla="*/ 1969 w 2167"/>
                <a:gd name="T79" fmla="*/ 837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67" h="1281">
                  <a:moveTo>
                    <a:pt x="2018" y="0"/>
                  </a:moveTo>
                  <a:lnTo>
                    <a:pt x="1772" y="0"/>
                  </a:lnTo>
                  <a:lnTo>
                    <a:pt x="1772" y="99"/>
                  </a:lnTo>
                  <a:cubicBezTo>
                    <a:pt x="1772" y="126"/>
                    <a:pt x="1750" y="148"/>
                    <a:pt x="1722" y="148"/>
                  </a:cubicBezTo>
                  <a:cubicBezTo>
                    <a:pt x="1695" y="148"/>
                    <a:pt x="1673" y="126"/>
                    <a:pt x="1673" y="99"/>
                  </a:cubicBezTo>
                  <a:lnTo>
                    <a:pt x="1673" y="0"/>
                  </a:lnTo>
                  <a:lnTo>
                    <a:pt x="1575" y="0"/>
                  </a:lnTo>
                  <a:lnTo>
                    <a:pt x="1575" y="0"/>
                  </a:lnTo>
                  <a:lnTo>
                    <a:pt x="690" y="0"/>
                  </a:lnTo>
                  <a:lnTo>
                    <a:pt x="690" y="99"/>
                  </a:lnTo>
                  <a:cubicBezTo>
                    <a:pt x="690" y="126"/>
                    <a:pt x="668" y="148"/>
                    <a:pt x="640" y="148"/>
                  </a:cubicBezTo>
                  <a:cubicBezTo>
                    <a:pt x="613" y="148"/>
                    <a:pt x="591" y="126"/>
                    <a:pt x="591" y="99"/>
                  </a:cubicBezTo>
                  <a:lnTo>
                    <a:pt x="591" y="0"/>
                  </a:lnTo>
                  <a:lnTo>
                    <a:pt x="493" y="0"/>
                  </a:lnTo>
                  <a:lnTo>
                    <a:pt x="493" y="0"/>
                  </a:lnTo>
                  <a:lnTo>
                    <a:pt x="148" y="0"/>
                  </a:lnTo>
                  <a:cubicBezTo>
                    <a:pt x="67" y="0"/>
                    <a:pt x="0" y="67"/>
                    <a:pt x="0" y="148"/>
                  </a:cubicBezTo>
                  <a:lnTo>
                    <a:pt x="0" y="1133"/>
                  </a:lnTo>
                  <a:cubicBezTo>
                    <a:pt x="0" y="1214"/>
                    <a:pt x="67" y="1280"/>
                    <a:pt x="148" y="1280"/>
                  </a:cubicBezTo>
                  <a:lnTo>
                    <a:pt x="2018" y="1280"/>
                  </a:lnTo>
                  <a:cubicBezTo>
                    <a:pt x="2099" y="1280"/>
                    <a:pt x="2165" y="1214"/>
                    <a:pt x="2165" y="1133"/>
                  </a:cubicBezTo>
                  <a:lnTo>
                    <a:pt x="2165" y="148"/>
                  </a:lnTo>
                  <a:cubicBezTo>
                    <a:pt x="2166" y="67"/>
                    <a:pt x="2099" y="0"/>
                    <a:pt x="2018" y="0"/>
                  </a:cubicBezTo>
                  <a:close/>
                  <a:moveTo>
                    <a:pt x="1969" y="837"/>
                  </a:moveTo>
                  <a:cubicBezTo>
                    <a:pt x="1969" y="864"/>
                    <a:pt x="1947" y="886"/>
                    <a:pt x="1919" y="886"/>
                  </a:cubicBezTo>
                  <a:cubicBezTo>
                    <a:pt x="1838" y="886"/>
                    <a:pt x="1772" y="953"/>
                    <a:pt x="1772" y="1034"/>
                  </a:cubicBezTo>
                  <a:cubicBezTo>
                    <a:pt x="1772" y="1061"/>
                    <a:pt x="1750" y="1083"/>
                    <a:pt x="1722" y="1083"/>
                  </a:cubicBezTo>
                  <a:lnTo>
                    <a:pt x="444" y="1083"/>
                  </a:lnTo>
                  <a:cubicBezTo>
                    <a:pt x="416" y="1083"/>
                    <a:pt x="394" y="1061"/>
                    <a:pt x="394" y="1034"/>
                  </a:cubicBezTo>
                  <a:cubicBezTo>
                    <a:pt x="394" y="953"/>
                    <a:pt x="328" y="886"/>
                    <a:pt x="247" y="886"/>
                  </a:cubicBezTo>
                  <a:cubicBezTo>
                    <a:pt x="219" y="886"/>
                    <a:pt x="197" y="864"/>
                    <a:pt x="197" y="837"/>
                  </a:cubicBezTo>
                  <a:lnTo>
                    <a:pt x="197" y="443"/>
                  </a:lnTo>
                  <a:cubicBezTo>
                    <a:pt x="197" y="416"/>
                    <a:pt x="219" y="394"/>
                    <a:pt x="247" y="394"/>
                  </a:cubicBezTo>
                  <a:cubicBezTo>
                    <a:pt x="328" y="394"/>
                    <a:pt x="394" y="328"/>
                    <a:pt x="394" y="247"/>
                  </a:cubicBezTo>
                  <a:cubicBezTo>
                    <a:pt x="394" y="219"/>
                    <a:pt x="416" y="197"/>
                    <a:pt x="444" y="197"/>
                  </a:cubicBezTo>
                  <a:lnTo>
                    <a:pt x="1722" y="197"/>
                  </a:lnTo>
                  <a:cubicBezTo>
                    <a:pt x="1750" y="197"/>
                    <a:pt x="1772" y="219"/>
                    <a:pt x="1772" y="247"/>
                  </a:cubicBezTo>
                  <a:cubicBezTo>
                    <a:pt x="1772" y="328"/>
                    <a:pt x="1838" y="394"/>
                    <a:pt x="1919" y="394"/>
                  </a:cubicBezTo>
                  <a:cubicBezTo>
                    <a:pt x="1947" y="394"/>
                    <a:pt x="1969" y="416"/>
                    <a:pt x="1969" y="443"/>
                  </a:cubicBezTo>
                  <a:lnTo>
                    <a:pt x="1969" y="83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xmlns="" id="{6A4BE585-FEFA-4D81-A73C-4F6C60147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508" y="5098290"/>
              <a:ext cx="1200399" cy="624892"/>
            </a:xfrm>
            <a:custGeom>
              <a:avLst/>
              <a:gdLst>
                <a:gd name="T0" fmla="*/ 2658 w 2789"/>
                <a:gd name="T1" fmla="*/ 1108 h 1451"/>
                <a:gd name="T2" fmla="*/ 1604 w 2789"/>
                <a:gd name="T3" fmla="*/ 770 h 1451"/>
                <a:gd name="T4" fmla="*/ 1450 w 2789"/>
                <a:gd name="T5" fmla="*/ 738 h 1451"/>
                <a:gd name="T6" fmla="*/ 1581 w 2789"/>
                <a:gd name="T7" fmla="*/ 524 h 1451"/>
                <a:gd name="T8" fmla="*/ 1692 w 2789"/>
                <a:gd name="T9" fmla="*/ 295 h 1451"/>
                <a:gd name="T10" fmla="*/ 1396 w 2789"/>
                <a:gd name="T11" fmla="*/ 0 h 1451"/>
                <a:gd name="T12" fmla="*/ 1101 w 2789"/>
                <a:gd name="T13" fmla="*/ 295 h 1451"/>
                <a:gd name="T14" fmla="*/ 1150 w 2789"/>
                <a:gd name="T15" fmla="*/ 344 h 1451"/>
                <a:gd name="T16" fmla="*/ 1200 w 2789"/>
                <a:gd name="T17" fmla="*/ 295 h 1451"/>
                <a:gd name="T18" fmla="*/ 1396 w 2789"/>
                <a:gd name="T19" fmla="*/ 98 h 1451"/>
                <a:gd name="T20" fmla="*/ 1594 w 2789"/>
                <a:gd name="T21" fmla="*/ 295 h 1451"/>
                <a:gd name="T22" fmla="*/ 1520 w 2789"/>
                <a:gd name="T23" fmla="*/ 449 h 1451"/>
                <a:gd name="T24" fmla="*/ 1350 w 2789"/>
                <a:gd name="T25" fmla="*/ 738 h 1451"/>
                <a:gd name="T26" fmla="*/ 1189 w 2789"/>
                <a:gd name="T27" fmla="*/ 769 h 1451"/>
                <a:gd name="T28" fmla="*/ 134 w 2789"/>
                <a:gd name="T29" fmla="*/ 1108 h 1451"/>
                <a:gd name="T30" fmla="*/ 29 w 2789"/>
                <a:gd name="T31" fmla="*/ 1319 h 1451"/>
                <a:gd name="T32" fmla="*/ 228 w 2789"/>
                <a:gd name="T33" fmla="*/ 1427 h 1451"/>
                <a:gd name="T34" fmla="*/ 806 w 2789"/>
                <a:gd name="T35" fmla="*/ 1427 h 1451"/>
                <a:gd name="T36" fmla="*/ 806 w 2789"/>
                <a:gd name="T37" fmla="*/ 1428 h 1451"/>
                <a:gd name="T38" fmla="*/ 904 w 2789"/>
                <a:gd name="T39" fmla="*/ 1428 h 1451"/>
                <a:gd name="T40" fmla="*/ 904 w 2789"/>
                <a:gd name="T41" fmla="*/ 1329 h 1451"/>
                <a:gd name="T42" fmla="*/ 855 w 2789"/>
                <a:gd name="T43" fmla="*/ 1279 h 1451"/>
                <a:gd name="T44" fmla="*/ 806 w 2789"/>
                <a:gd name="T45" fmla="*/ 1329 h 1451"/>
                <a:gd name="T46" fmla="*/ 536 w 2789"/>
                <a:gd name="T47" fmla="*/ 1329 h 1451"/>
                <a:gd name="T48" fmla="*/ 1219 w 2789"/>
                <a:gd name="T49" fmla="*/ 1110 h 1451"/>
                <a:gd name="T50" fmla="*/ 1574 w 2789"/>
                <a:gd name="T51" fmla="*/ 1110 h 1451"/>
                <a:gd name="T52" fmla="*/ 2256 w 2789"/>
                <a:gd name="T53" fmla="*/ 1329 h 1451"/>
                <a:gd name="T54" fmla="*/ 2085 w 2789"/>
                <a:gd name="T55" fmla="*/ 1329 h 1451"/>
                <a:gd name="T56" fmla="*/ 2085 w 2789"/>
                <a:gd name="T57" fmla="*/ 1427 h 1451"/>
                <a:gd name="T58" fmla="*/ 2564 w 2789"/>
                <a:gd name="T59" fmla="*/ 1427 h 1451"/>
                <a:gd name="T60" fmla="*/ 2767 w 2789"/>
                <a:gd name="T61" fmla="*/ 1307 h 1451"/>
                <a:gd name="T62" fmla="*/ 2658 w 2789"/>
                <a:gd name="T63" fmla="*/ 1108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89" h="1451">
                  <a:moveTo>
                    <a:pt x="2658" y="1108"/>
                  </a:moveTo>
                  <a:lnTo>
                    <a:pt x="1604" y="770"/>
                  </a:lnTo>
                  <a:cubicBezTo>
                    <a:pt x="1554" y="754"/>
                    <a:pt x="1502" y="743"/>
                    <a:pt x="1450" y="738"/>
                  </a:cubicBezTo>
                  <a:cubicBezTo>
                    <a:pt x="1465" y="653"/>
                    <a:pt x="1512" y="577"/>
                    <a:pt x="1581" y="524"/>
                  </a:cubicBezTo>
                  <a:cubicBezTo>
                    <a:pt x="1650" y="468"/>
                    <a:pt x="1691" y="384"/>
                    <a:pt x="1692" y="295"/>
                  </a:cubicBezTo>
                  <a:cubicBezTo>
                    <a:pt x="1690" y="133"/>
                    <a:pt x="1559" y="2"/>
                    <a:pt x="1396" y="0"/>
                  </a:cubicBezTo>
                  <a:cubicBezTo>
                    <a:pt x="1233" y="0"/>
                    <a:pt x="1101" y="132"/>
                    <a:pt x="1101" y="295"/>
                  </a:cubicBezTo>
                  <a:cubicBezTo>
                    <a:pt x="1101" y="322"/>
                    <a:pt x="1123" y="344"/>
                    <a:pt x="1150" y="344"/>
                  </a:cubicBezTo>
                  <a:cubicBezTo>
                    <a:pt x="1178" y="344"/>
                    <a:pt x="1200" y="322"/>
                    <a:pt x="1200" y="295"/>
                  </a:cubicBezTo>
                  <a:cubicBezTo>
                    <a:pt x="1200" y="186"/>
                    <a:pt x="1288" y="98"/>
                    <a:pt x="1396" y="98"/>
                  </a:cubicBezTo>
                  <a:cubicBezTo>
                    <a:pt x="1505" y="98"/>
                    <a:pt x="1594" y="186"/>
                    <a:pt x="1594" y="295"/>
                  </a:cubicBezTo>
                  <a:cubicBezTo>
                    <a:pt x="1594" y="355"/>
                    <a:pt x="1567" y="412"/>
                    <a:pt x="1520" y="449"/>
                  </a:cubicBezTo>
                  <a:cubicBezTo>
                    <a:pt x="1427" y="520"/>
                    <a:pt x="1367" y="623"/>
                    <a:pt x="1350" y="738"/>
                  </a:cubicBezTo>
                  <a:cubicBezTo>
                    <a:pt x="1296" y="742"/>
                    <a:pt x="1241" y="752"/>
                    <a:pt x="1189" y="769"/>
                  </a:cubicBezTo>
                  <a:lnTo>
                    <a:pt x="134" y="1108"/>
                  </a:lnTo>
                  <a:cubicBezTo>
                    <a:pt x="47" y="1137"/>
                    <a:pt x="0" y="1232"/>
                    <a:pt x="29" y="1319"/>
                  </a:cubicBezTo>
                  <a:cubicBezTo>
                    <a:pt x="56" y="1401"/>
                    <a:pt x="143" y="1449"/>
                    <a:pt x="228" y="1427"/>
                  </a:cubicBezTo>
                  <a:lnTo>
                    <a:pt x="806" y="1427"/>
                  </a:lnTo>
                  <a:lnTo>
                    <a:pt x="806" y="1428"/>
                  </a:lnTo>
                  <a:lnTo>
                    <a:pt x="904" y="1428"/>
                  </a:lnTo>
                  <a:lnTo>
                    <a:pt x="904" y="1329"/>
                  </a:lnTo>
                  <a:cubicBezTo>
                    <a:pt x="904" y="1302"/>
                    <a:pt x="882" y="1279"/>
                    <a:pt x="855" y="1279"/>
                  </a:cubicBezTo>
                  <a:cubicBezTo>
                    <a:pt x="828" y="1279"/>
                    <a:pt x="806" y="1302"/>
                    <a:pt x="806" y="1329"/>
                  </a:cubicBezTo>
                  <a:lnTo>
                    <a:pt x="536" y="1329"/>
                  </a:lnTo>
                  <a:lnTo>
                    <a:pt x="1219" y="1110"/>
                  </a:lnTo>
                  <a:cubicBezTo>
                    <a:pt x="1335" y="1074"/>
                    <a:pt x="1458" y="1074"/>
                    <a:pt x="1574" y="1110"/>
                  </a:cubicBezTo>
                  <a:lnTo>
                    <a:pt x="2256" y="1329"/>
                  </a:lnTo>
                  <a:lnTo>
                    <a:pt x="2085" y="1329"/>
                  </a:lnTo>
                  <a:lnTo>
                    <a:pt x="2085" y="1427"/>
                  </a:lnTo>
                  <a:lnTo>
                    <a:pt x="2564" y="1427"/>
                  </a:lnTo>
                  <a:cubicBezTo>
                    <a:pt x="2653" y="1450"/>
                    <a:pt x="2744" y="1396"/>
                    <a:pt x="2767" y="1307"/>
                  </a:cubicBezTo>
                  <a:cubicBezTo>
                    <a:pt x="2788" y="1223"/>
                    <a:pt x="2741" y="1136"/>
                    <a:pt x="2658" y="110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xmlns="" id="{6240F033-52C6-48A4-B4E9-000352F58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4563" y="5649106"/>
              <a:ext cx="423559" cy="64578"/>
            </a:xfrm>
            <a:custGeom>
              <a:avLst/>
              <a:gdLst>
                <a:gd name="T0" fmla="*/ 983 w 984"/>
                <a:gd name="T1" fmla="*/ 149 h 150"/>
                <a:gd name="T2" fmla="*/ 983 w 984"/>
                <a:gd name="T3" fmla="*/ 50 h 150"/>
                <a:gd name="T4" fmla="*/ 934 w 984"/>
                <a:gd name="T5" fmla="*/ 0 h 150"/>
                <a:gd name="T6" fmla="*/ 885 w 984"/>
                <a:gd name="T7" fmla="*/ 50 h 150"/>
                <a:gd name="T8" fmla="*/ 0 w 984"/>
                <a:gd name="T9" fmla="*/ 50 h 150"/>
                <a:gd name="T10" fmla="*/ 0 w 984"/>
                <a:gd name="T11" fmla="*/ 148 h 150"/>
                <a:gd name="T12" fmla="*/ 885 w 984"/>
                <a:gd name="T13" fmla="*/ 148 h 150"/>
                <a:gd name="T14" fmla="*/ 885 w 984"/>
                <a:gd name="T15" fmla="*/ 149 h 150"/>
                <a:gd name="T16" fmla="*/ 983 w 984"/>
                <a:gd name="T17" fmla="*/ 149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4" h="150">
                  <a:moveTo>
                    <a:pt x="983" y="149"/>
                  </a:moveTo>
                  <a:lnTo>
                    <a:pt x="983" y="50"/>
                  </a:lnTo>
                  <a:cubicBezTo>
                    <a:pt x="983" y="23"/>
                    <a:pt x="961" y="0"/>
                    <a:pt x="934" y="0"/>
                  </a:cubicBezTo>
                  <a:cubicBezTo>
                    <a:pt x="907" y="0"/>
                    <a:pt x="885" y="23"/>
                    <a:pt x="885" y="50"/>
                  </a:cubicBezTo>
                  <a:lnTo>
                    <a:pt x="0" y="50"/>
                  </a:lnTo>
                  <a:lnTo>
                    <a:pt x="0" y="148"/>
                  </a:lnTo>
                  <a:lnTo>
                    <a:pt x="885" y="148"/>
                  </a:lnTo>
                  <a:lnTo>
                    <a:pt x="885" y="149"/>
                  </a:lnTo>
                  <a:lnTo>
                    <a:pt x="983" y="149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xmlns="" id="{472BBF05-D204-4CB1-B67B-4AA6D0D79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3607" y="5861835"/>
              <a:ext cx="338087" cy="296301"/>
            </a:xfrm>
            <a:custGeom>
              <a:avLst/>
              <a:gdLst>
                <a:gd name="T0" fmla="*/ 594 w 787"/>
                <a:gd name="T1" fmla="*/ 0 h 690"/>
                <a:gd name="T2" fmla="*/ 0 w 787"/>
                <a:gd name="T3" fmla="*/ 0 h 690"/>
                <a:gd name="T4" fmla="*/ 343 w 787"/>
                <a:gd name="T5" fmla="*/ 344 h 690"/>
                <a:gd name="T6" fmla="*/ 0 w 787"/>
                <a:gd name="T7" fmla="*/ 689 h 690"/>
                <a:gd name="T8" fmla="*/ 594 w 787"/>
                <a:gd name="T9" fmla="*/ 689 h 690"/>
                <a:gd name="T10" fmla="*/ 786 w 787"/>
                <a:gd name="T11" fmla="*/ 497 h 690"/>
                <a:gd name="T12" fmla="*/ 786 w 787"/>
                <a:gd name="T13" fmla="*/ 192 h 690"/>
                <a:gd name="T14" fmla="*/ 594 w 787"/>
                <a:gd name="T15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7" h="690">
                  <a:moveTo>
                    <a:pt x="594" y="0"/>
                  </a:moveTo>
                  <a:lnTo>
                    <a:pt x="0" y="0"/>
                  </a:lnTo>
                  <a:cubicBezTo>
                    <a:pt x="190" y="0"/>
                    <a:pt x="343" y="154"/>
                    <a:pt x="343" y="344"/>
                  </a:cubicBezTo>
                  <a:cubicBezTo>
                    <a:pt x="343" y="535"/>
                    <a:pt x="190" y="689"/>
                    <a:pt x="0" y="689"/>
                  </a:cubicBezTo>
                  <a:lnTo>
                    <a:pt x="594" y="689"/>
                  </a:lnTo>
                  <a:cubicBezTo>
                    <a:pt x="614" y="592"/>
                    <a:pt x="689" y="517"/>
                    <a:pt x="786" y="497"/>
                  </a:cubicBezTo>
                  <a:lnTo>
                    <a:pt x="786" y="192"/>
                  </a:lnTo>
                  <a:cubicBezTo>
                    <a:pt x="689" y="172"/>
                    <a:pt x="614" y="96"/>
                    <a:pt x="594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xmlns="" id="{1F02AB23-BBD4-4E78-B331-B73B323DD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520" y="5861835"/>
              <a:ext cx="339986" cy="296301"/>
            </a:xfrm>
            <a:custGeom>
              <a:avLst/>
              <a:gdLst>
                <a:gd name="T0" fmla="*/ 443 w 789"/>
                <a:gd name="T1" fmla="*/ 344 h 690"/>
                <a:gd name="T2" fmla="*/ 788 w 789"/>
                <a:gd name="T3" fmla="*/ 0 h 690"/>
                <a:gd name="T4" fmla="*/ 192 w 789"/>
                <a:gd name="T5" fmla="*/ 0 h 690"/>
                <a:gd name="T6" fmla="*/ 0 w 789"/>
                <a:gd name="T7" fmla="*/ 192 h 690"/>
                <a:gd name="T8" fmla="*/ 0 w 789"/>
                <a:gd name="T9" fmla="*/ 497 h 690"/>
                <a:gd name="T10" fmla="*/ 192 w 789"/>
                <a:gd name="T11" fmla="*/ 689 h 690"/>
                <a:gd name="T12" fmla="*/ 788 w 789"/>
                <a:gd name="T13" fmla="*/ 689 h 690"/>
                <a:gd name="T14" fmla="*/ 443 w 789"/>
                <a:gd name="T15" fmla="*/ 344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9" h="690">
                  <a:moveTo>
                    <a:pt x="443" y="344"/>
                  </a:moveTo>
                  <a:cubicBezTo>
                    <a:pt x="443" y="154"/>
                    <a:pt x="597" y="0"/>
                    <a:pt x="788" y="0"/>
                  </a:cubicBezTo>
                  <a:lnTo>
                    <a:pt x="192" y="0"/>
                  </a:lnTo>
                  <a:cubicBezTo>
                    <a:pt x="172" y="96"/>
                    <a:pt x="97" y="172"/>
                    <a:pt x="0" y="192"/>
                  </a:cubicBezTo>
                  <a:lnTo>
                    <a:pt x="0" y="497"/>
                  </a:lnTo>
                  <a:cubicBezTo>
                    <a:pt x="97" y="517"/>
                    <a:pt x="172" y="592"/>
                    <a:pt x="192" y="689"/>
                  </a:cubicBezTo>
                  <a:lnTo>
                    <a:pt x="788" y="689"/>
                  </a:lnTo>
                  <a:cubicBezTo>
                    <a:pt x="597" y="689"/>
                    <a:pt x="443" y="535"/>
                    <a:pt x="443" y="34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xmlns="" id="{65104DD9-156D-47CD-8AB6-B4B42ECCD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7243" y="5903621"/>
              <a:ext cx="212729" cy="212729"/>
            </a:xfrm>
            <a:custGeom>
              <a:avLst/>
              <a:gdLst>
                <a:gd name="T0" fmla="*/ 493 w 494"/>
                <a:gd name="T1" fmla="*/ 246 h 493"/>
                <a:gd name="T2" fmla="*/ 460 w 494"/>
                <a:gd name="T3" fmla="*/ 369 h 493"/>
                <a:gd name="T4" fmla="*/ 370 w 494"/>
                <a:gd name="T5" fmla="*/ 459 h 493"/>
                <a:gd name="T6" fmla="*/ 247 w 494"/>
                <a:gd name="T7" fmla="*/ 492 h 493"/>
                <a:gd name="T8" fmla="*/ 123 w 494"/>
                <a:gd name="T9" fmla="*/ 459 h 493"/>
                <a:gd name="T10" fmla="*/ 33 w 494"/>
                <a:gd name="T11" fmla="*/ 369 h 493"/>
                <a:gd name="T12" fmla="*/ 0 w 494"/>
                <a:gd name="T13" fmla="*/ 246 h 493"/>
                <a:gd name="T14" fmla="*/ 33 w 494"/>
                <a:gd name="T15" fmla="*/ 123 h 493"/>
                <a:gd name="T16" fmla="*/ 123 w 494"/>
                <a:gd name="T17" fmla="*/ 33 h 493"/>
                <a:gd name="T18" fmla="*/ 247 w 494"/>
                <a:gd name="T19" fmla="*/ 0 h 493"/>
                <a:gd name="T20" fmla="*/ 370 w 494"/>
                <a:gd name="T21" fmla="*/ 33 h 493"/>
                <a:gd name="T22" fmla="*/ 460 w 494"/>
                <a:gd name="T23" fmla="*/ 123 h 493"/>
                <a:gd name="T24" fmla="*/ 493 w 494"/>
                <a:gd name="T25" fmla="*/ 246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4" h="493">
                  <a:moveTo>
                    <a:pt x="493" y="246"/>
                  </a:moveTo>
                  <a:cubicBezTo>
                    <a:pt x="493" y="292"/>
                    <a:pt x="482" y="330"/>
                    <a:pt x="460" y="369"/>
                  </a:cubicBezTo>
                  <a:cubicBezTo>
                    <a:pt x="437" y="409"/>
                    <a:pt x="409" y="437"/>
                    <a:pt x="370" y="459"/>
                  </a:cubicBezTo>
                  <a:cubicBezTo>
                    <a:pt x="330" y="482"/>
                    <a:pt x="292" y="492"/>
                    <a:pt x="247" y="492"/>
                  </a:cubicBezTo>
                  <a:cubicBezTo>
                    <a:pt x="201" y="492"/>
                    <a:pt x="162" y="482"/>
                    <a:pt x="123" y="459"/>
                  </a:cubicBezTo>
                  <a:cubicBezTo>
                    <a:pt x="83" y="437"/>
                    <a:pt x="55" y="409"/>
                    <a:pt x="33" y="369"/>
                  </a:cubicBezTo>
                  <a:cubicBezTo>
                    <a:pt x="10" y="330"/>
                    <a:pt x="0" y="292"/>
                    <a:pt x="0" y="246"/>
                  </a:cubicBezTo>
                  <a:cubicBezTo>
                    <a:pt x="0" y="201"/>
                    <a:pt x="10" y="163"/>
                    <a:pt x="33" y="123"/>
                  </a:cubicBezTo>
                  <a:cubicBezTo>
                    <a:pt x="55" y="84"/>
                    <a:pt x="83" y="56"/>
                    <a:pt x="123" y="33"/>
                  </a:cubicBezTo>
                  <a:cubicBezTo>
                    <a:pt x="162" y="11"/>
                    <a:pt x="201" y="0"/>
                    <a:pt x="247" y="0"/>
                  </a:cubicBezTo>
                  <a:cubicBezTo>
                    <a:pt x="292" y="0"/>
                    <a:pt x="330" y="11"/>
                    <a:pt x="370" y="33"/>
                  </a:cubicBezTo>
                  <a:cubicBezTo>
                    <a:pt x="409" y="56"/>
                    <a:pt x="437" y="84"/>
                    <a:pt x="460" y="123"/>
                  </a:cubicBezTo>
                  <a:cubicBezTo>
                    <a:pt x="482" y="163"/>
                    <a:pt x="493" y="201"/>
                    <a:pt x="493" y="24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FF20A89-1468-4FCC-83F7-72638123AD85}"/>
              </a:ext>
            </a:extLst>
          </p:cNvPr>
          <p:cNvSpPr txBox="1"/>
          <p:nvPr/>
        </p:nvSpPr>
        <p:spPr>
          <a:xfrm>
            <a:off x="6520322" y="796120"/>
            <a:ext cx="46087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sp>
        <p:nvSpPr>
          <p:cNvPr id="26" name="7 CuadroTexto">
            <a:extLst>
              <a:ext uri="{FF2B5EF4-FFF2-40B4-BE49-F238E27FC236}">
                <a16:creationId xmlns:a16="http://schemas.microsoft.com/office/drawing/2014/main" xmlns="" id="{6B86E7F3-7087-4B58-A003-3B756FA6E239}"/>
              </a:ext>
            </a:extLst>
          </p:cNvPr>
          <p:cNvSpPr txBox="1"/>
          <p:nvPr/>
        </p:nvSpPr>
        <p:spPr>
          <a:xfrm>
            <a:off x="6520322" y="1069452"/>
            <a:ext cx="4608710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base benefits dramatic 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FBA36E8-6631-4AE1-88F6-B453125706A1}"/>
              </a:ext>
            </a:extLst>
          </p:cNvPr>
          <p:cNvSpPr txBox="1"/>
          <p:nvPr/>
        </p:nvSpPr>
        <p:spPr>
          <a:xfrm>
            <a:off x="6520322" y="2599450"/>
            <a:ext cx="46087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Noble Ideas, Ethics, and Love Of The Law.</a:t>
            </a:r>
          </a:p>
        </p:txBody>
      </p:sp>
      <p:sp>
        <p:nvSpPr>
          <p:cNvPr id="42" name="7 CuadroTexto">
            <a:extLst>
              <a:ext uri="{FF2B5EF4-FFF2-40B4-BE49-F238E27FC236}">
                <a16:creationId xmlns:a16="http://schemas.microsoft.com/office/drawing/2014/main" xmlns="" id="{3B53304F-6C36-4BA1-878F-6EFF9DF632F7}"/>
              </a:ext>
            </a:extLst>
          </p:cNvPr>
          <p:cNvSpPr txBox="1"/>
          <p:nvPr/>
        </p:nvSpPr>
        <p:spPr>
          <a:xfrm>
            <a:off x="6520322" y="2872782"/>
            <a:ext cx="4608710" cy="801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Proactively envisioned multimedia based expertise and cross media growth strategies. Seamlessly visualize quality intellectual capital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base benefits dramatic 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39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F6B5CA54-E5DE-4FD3-9AC7-4D1A5302D2FA}"/>
              </a:ext>
            </a:extLst>
          </p:cNvPr>
          <p:cNvGrpSpPr/>
          <p:nvPr/>
        </p:nvGrpSpPr>
        <p:grpSpPr>
          <a:xfrm>
            <a:off x="1315267" y="1810302"/>
            <a:ext cx="8433705" cy="3237397"/>
            <a:chOff x="1153812" y="1810302"/>
            <a:chExt cx="8433705" cy="323739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36ED8716-BB56-4392-9669-9C848E789ACF}"/>
                </a:ext>
              </a:extLst>
            </p:cNvPr>
            <p:cNvGrpSpPr/>
            <p:nvPr/>
          </p:nvGrpSpPr>
          <p:grpSpPr>
            <a:xfrm>
              <a:off x="1153812" y="1843774"/>
              <a:ext cx="2901342" cy="3170452"/>
              <a:chOff x="1254616" y="1810301"/>
              <a:chExt cx="2901342" cy="3170452"/>
            </a:xfrm>
          </p:grpSpPr>
          <p:sp>
            <p:nvSpPr>
              <p:cNvPr id="30" name="Freeform 19">
                <a:extLst>
                  <a:ext uri="{FF2B5EF4-FFF2-40B4-BE49-F238E27FC236}">
                    <a16:creationId xmlns:a16="http://schemas.microsoft.com/office/drawing/2014/main" xmlns="" id="{119AD92F-1FE2-4276-AD3D-14AE44351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1273" y="1810301"/>
                <a:ext cx="698003" cy="698002"/>
              </a:xfrm>
              <a:custGeom>
                <a:avLst/>
                <a:gdLst>
                  <a:gd name="T0" fmla="*/ 167 w 366"/>
                  <a:gd name="T1" fmla="*/ 331 h 365"/>
                  <a:gd name="T2" fmla="*/ 229 w 366"/>
                  <a:gd name="T3" fmla="*/ 364 h 365"/>
                  <a:gd name="T4" fmla="*/ 231 w 366"/>
                  <a:gd name="T5" fmla="*/ 364 h 365"/>
                  <a:gd name="T6" fmla="*/ 329 w 366"/>
                  <a:gd name="T7" fmla="*/ 134 h 365"/>
                  <a:gd name="T8" fmla="*/ 100 w 366"/>
                  <a:gd name="T9" fmla="*/ 37 h 365"/>
                  <a:gd name="T10" fmla="*/ 0 w 366"/>
                  <a:gd name="T11" fmla="*/ 139 h 365"/>
                  <a:gd name="T12" fmla="*/ 50 w 366"/>
                  <a:gd name="T13" fmla="*/ 230 h 365"/>
                  <a:gd name="T14" fmla="*/ 167 w 366"/>
                  <a:gd name="T15" fmla="*/ 331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6" h="365">
                    <a:moveTo>
                      <a:pt x="167" y="331"/>
                    </a:moveTo>
                    <a:cubicBezTo>
                      <a:pt x="188" y="344"/>
                      <a:pt x="209" y="355"/>
                      <a:pt x="229" y="364"/>
                    </a:cubicBezTo>
                    <a:cubicBezTo>
                      <a:pt x="230" y="364"/>
                      <a:pt x="231" y="364"/>
                      <a:pt x="231" y="364"/>
                    </a:cubicBezTo>
                    <a:cubicBezTo>
                      <a:pt x="322" y="327"/>
                      <a:pt x="365" y="225"/>
                      <a:pt x="329" y="134"/>
                    </a:cubicBezTo>
                    <a:cubicBezTo>
                      <a:pt x="293" y="44"/>
                      <a:pt x="190" y="0"/>
                      <a:pt x="100" y="37"/>
                    </a:cubicBezTo>
                    <a:cubicBezTo>
                      <a:pt x="52" y="56"/>
                      <a:pt x="17" y="94"/>
                      <a:pt x="0" y="139"/>
                    </a:cubicBezTo>
                    <a:cubicBezTo>
                      <a:pt x="11" y="171"/>
                      <a:pt x="27" y="201"/>
                      <a:pt x="50" y="230"/>
                    </a:cubicBezTo>
                    <a:cubicBezTo>
                      <a:pt x="79" y="267"/>
                      <a:pt x="119" y="301"/>
                      <a:pt x="167" y="33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Freeform 20">
                <a:extLst>
                  <a:ext uri="{FF2B5EF4-FFF2-40B4-BE49-F238E27FC236}">
                    <a16:creationId xmlns:a16="http://schemas.microsoft.com/office/drawing/2014/main" xmlns="" id="{E0A9CB15-471F-4D6B-9823-32B00BBF5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8279" y="2457846"/>
                <a:ext cx="2497679" cy="2522907"/>
              </a:xfrm>
              <a:custGeom>
                <a:avLst/>
                <a:gdLst>
                  <a:gd name="T0" fmla="*/ 1231 w 1308"/>
                  <a:gd name="T1" fmla="*/ 1114 h 1321"/>
                  <a:gd name="T2" fmla="*/ 887 w 1308"/>
                  <a:gd name="T3" fmla="*/ 828 h 1321"/>
                  <a:gd name="T4" fmla="*/ 835 w 1308"/>
                  <a:gd name="T5" fmla="*/ 660 h 1321"/>
                  <a:gd name="T6" fmla="*/ 884 w 1308"/>
                  <a:gd name="T7" fmla="*/ 538 h 1321"/>
                  <a:gd name="T8" fmla="*/ 773 w 1308"/>
                  <a:gd name="T9" fmla="*/ 115 h 1321"/>
                  <a:gd name="T10" fmla="*/ 597 w 1308"/>
                  <a:gd name="T11" fmla="*/ 3 h 1321"/>
                  <a:gd name="T12" fmla="*/ 582 w 1308"/>
                  <a:gd name="T13" fmla="*/ 5 h 1321"/>
                  <a:gd name="T14" fmla="*/ 552 w 1308"/>
                  <a:gd name="T15" fmla="*/ 13 h 1321"/>
                  <a:gd name="T16" fmla="*/ 519 w 1308"/>
                  <a:gd name="T17" fmla="*/ 37 h 1321"/>
                  <a:gd name="T18" fmla="*/ 618 w 1308"/>
                  <a:gd name="T19" fmla="*/ 71 h 1321"/>
                  <a:gd name="T20" fmla="*/ 667 w 1308"/>
                  <a:gd name="T21" fmla="*/ 106 h 1321"/>
                  <a:gd name="T22" fmla="*/ 677 w 1308"/>
                  <a:gd name="T23" fmla="*/ 165 h 1321"/>
                  <a:gd name="T24" fmla="*/ 601 w 1308"/>
                  <a:gd name="T25" fmla="*/ 226 h 1321"/>
                  <a:gd name="T26" fmla="*/ 584 w 1308"/>
                  <a:gd name="T27" fmla="*/ 224 h 1321"/>
                  <a:gd name="T28" fmla="*/ 445 w 1308"/>
                  <a:gd name="T29" fmla="*/ 176 h 1321"/>
                  <a:gd name="T30" fmla="*/ 368 w 1308"/>
                  <a:gd name="T31" fmla="*/ 136 h 1321"/>
                  <a:gd name="T32" fmla="*/ 289 w 1308"/>
                  <a:gd name="T33" fmla="*/ 145 h 1321"/>
                  <a:gd name="T34" fmla="*/ 100 w 1308"/>
                  <a:gd name="T35" fmla="*/ 96 h 1321"/>
                  <a:gd name="T36" fmla="*/ 16 w 1308"/>
                  <a:gd name="T37" fmla="*/ 123 h 1321"/>
                  <a:gd name="T38" fmla="*/ 43 w 1308"/>
                  <a:gd name="T39" fmla="*/ 207 h 1321"/>
                  <a:gd name="T40" fmla="*/ 289 w 1308"/>
                  <a:gd name="T41" fmla="*/ 271 h 1321"/>
                  <a:gd name="T42" fmla="*/ 289 w 1308"/>
                  <a:gd name="T43" fmla="*/ 271 h 1321"/>
                  <a:gd name="T44" fmla="*/ 509 w 1308"/>
                  <a:gd name="T45" fmla="*/ 214 h 1321"/>
                  <a:gd name="T46" fmla="*/ 608 w 1308"/>
                  <a:gd name="T47" fmla="*/ 569 h 1321"/>
                  <a:gd name="T48" fmla="*/ 353 w 1308"/>
                  <a:gd name="T49" fmla="*/ 740 h 1321"/>
                  <a:gd name="T50" fmla="*/ 311 w 1308"/>
                  <a:gd name="T51" fmla="*/ 840 h 1321"/>
                  <a:gd name="T52" fmla="*/ 387 w 1308"/>
                  <a:gd name="T53" fmla="*/ 1240 h 1321"/>
                  <a:gd name="T54" fmla="*/ 484 w 1308"/>
                  <a:gd name="T55" fmla="*/ 1320 h 1321"/>
                  <a:gd name="T56" fmla="*/ 502 w 1308"/>
                  <a:gd name="T57" fmla="*/ 1318 h 1321"/>
                  <a:gd name="T58" fmla="*/ 580 w 1308"/>
                  <a:gd name="T59" fmla="*/ 1203 h 1321"/>
                  <a:gd name="T60" fmla="*/ 580 w 1308"/>
                  <a:gd name="T61" fmla="*/ 1203 h 1321"/>
                  <a:gd name="T62" fmla="*/ 516 w 1308"/>
                  <a:gd name="T63" fmla="*/ 867 h 1321"/>
                  <a:gd name="T64" fmla="*/ 657 w 1308"/>
                  <a:gd name="T65" fmla="*/ 772 h 1321"/>
                  <a:gd name="T66" fmla="*/ 712 w 1308"/>
                  <a:gd name="T67" fmla="*/ 917 h 1321"/>
                  <a:gd name="T68" fmla="*/ 1161 w 1308"/>
                  <a:gd name="T69" fmla="*/ 1297 h 1321"/>
                  <a:gd name="T70" fmla="*/ 1288 w 1308"/>
                  <a:gd name="T71" fmla="*/ 1241 h 1321"/>
                  <a:gd name="T72" fmla="*/ 1231 w 1308"/>
                  <a:gd name="T73" fmla="*/ 1114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308" h="1321">
                    <a:moveTo>
                      <a:pt x="1231" y="1114"/>
                    </a:moveTo>
                    <a:cubicBezTo>
                      <a:pt x="1032" y="1038"/>
                      <a:pt x="938" y="927"/>
                      <a:pt x="887" y="828"/>
                    </a:cubicBezTo>
                    <a:cubicBezTo>
                      <a:pt x="853" y="763"/>
                      <a:pt x="840" y="702"/>
                      <a:pt x="835" y="660"/>
                    </a:cubicBezTo>
                    <a:cubicBezTo>
                      <a:pt x="862" y="636"/>
                      <a:pt x="882" y="598"/>
                      <a:pt x="884" y="538"/>
                    </a:cubicBezTo>
                    <a:cubicBezTo>
                      <a:pt x="877" y="363"/>
                      <a:pt x="850" y="263"/>
                      <a:pt x="773" y="115"/>
                    </a:cubicBezTo>
                    <a:cubicBezTo>
                      <a:pt x="729" y="31"/>
                      <a:pt x="657" y="0"/>
                      <a:pt x="597" y="3"/>
                    </a:cubicBezTo>
                    <a:cubicBezTo>
                      <a:pt x="592" y="3"/>
                      <a:pt x="587" y="4"/>
                      <a:pt x="582" y="5"/>
                    </a:cubicBezTo>
                    <a:cubicBezTo>
                      <a:pt x="571" y="7"/>
                      <a:pt x="561" y="9"/>
                      <a:pt x="552" y="13"/>
                    </a:cubicBezTo>
                    <a:cubicBezTo>
                      <a:pt x="539" y="19"/>
                      <a:pt x="528" y="27"/>
                      <a:pt x="519" y="37"/>
                    </a:cubicBezTo>
                    <a:cubicBezTo>
                      <a:pt x="575" y="61"/>
                      <a:pt x="617" y="71"/>
                      <a:pt x="618" y="71"/>
                    </a:cubicBezTo>
                    <a:cubicBezTo>
                      <a:pt x="639" y="76"/>
                      <a:pt x="656" y="88"/>
                      <a:pt x="667" y="106"/>
                    </a:cubicBezTo>
                    <a:cubicBezTo>
                      <a:pt x="678" y="124"/>
                      <a:pt x="682" y="145"/>
                      <a:pt x="677" y="165"/>
                    </a:cubicBezTo>
                    <a:cubicBezTo>
                      <a:pt x="669" y="201"/>
                      <a:pt x="637" y="226"/>
                      <a:pt x="601" y="226"/>
                    </a:cubicBezTo>
                    <a:cubicBezTo>
                      <a:pt x="595" y="226"/>
                      <a:pt x="589" y="226"/>
                      <a:pt x="584" y="224"/>
                    </a:cubicBezTo>
                    <a:cubicBezTo>
                      <a:pt x="573" y="222"/>
                      <a:pt x="516" y="208"/>
                      <a:pt x="445" y="176"/>
                    </a:cubicBezTo>
                    <a:cubicBezTo>
                      <a:pt x="418" y="164"/>
                      <a:pt x="392" y="150"/>
                      <a:pt x="368" y="136"/>
                    </a:cubicBezTo>
                    <a:cubicBezTo>
                      <a:pt x="344" y="142"/>
                      <a:pt x="317" y="145"/>
                      <a:pt x="289" y="145"/>
                    </a:cubicBezTo>
                    <a:cubicBezTo>
                      <a:pt x="235" y="145"/>
                      <a:pt x="173" y="133"/>
                      <a:pt x="100" y="96"/>
                    </a:cubicBezTo>
                    <a:cubicBezTo>
                      <a:pt x="69" y="80"/>
                      <a:pt x="31" y="92"/>
                      <a:pt x="16" y="123"/>
                    </a:cubicBezTo>
                    <a:cubicBezTo>
                      <a:pt x="0" y="154"/>
                      <a:pt x="12" y="192"/>
                      <a:pt x="43" y="207"/>
                    </a:cubicBezTo>
                    <a:cubicBezTo>
                      <a:pt x="131" y="253"/>
                      <a:pt x="215" y="271"/>
                      <a:pt x="289" y="271"/>
                    </a:cubicBezTo>
                    <a:lnTo>
                      <a:pt x="289" y="271"/>
                    </a:lnTo>
                    <a:cubicBezTo>
                      <a:pt x="378" y="271"/>
                      <a:pt x="452" y="245"/>
                      <a:pt x="509" y="214"/>
                    </a:cubicBezTo>
                    <a:cubicBezTo>
                      <a:pt x="544" y="311"/>
                      <a:pt x="598" y="443"/>
                      <a:pt x="608" y="569"/>
                    </a:cubicBezTo>
                    <a:lnTo>
                      <a:pt x="353" y="740"/>
                    </a:lnTo>
                    <a:cubicBezTo>
                      <a:pt x="320" y="762"/>
                      <a:pt x="304" y="801"/>
                      <a:pt x="311" y="840"/>
                    </a:cubicBezTo>
                    <a:lnTo>
                      <a:pt x="387" y="1240"/>
                    </a:lnTo>
                    <a:cubicBezTo>
                      <a:pt x="396" y="1287"/>
                      <a:pt x="438" y="1320"/>
                      <a:pt x="484" y="1320"/>
                    </a:cubicBezTo>
                    <a:cubicBezTo>
                      <a:pt x="490" y="1320"/>
                      <a:pt x="496" y="1319"/>
                      <a:pt x="502" y="1318"/>
                    </a:cubicBezTo>
                    <a:cubicBezTo>
                      <a:pt x="555" y="1308"/>
                      <a:pt x="590" y="1257"/>
                      <a:pt x="580" y="1203"/>
                    </a:cubicBezTo>
                    <a:lnTo>
                      <a:pt x="580" y="1203"/>
                    </a:lnTo>
                    <a:lnTo>
                      <a:pt x="516" y="867"/>
                    </a:lnTo>
                    <a:lnTo>
                      <a:pt x="657" y="772"/>
                    </a:lnTo>
                    <a:cubicBezTo>
                      <a:pt x="668" y="816"/>
                      <a:pt x="686" y="865"/>
                      <a:pt x="712" y="917"/>
                    </a:cubicBezTo>
                    <a:cubicBezTo>
                      <a:pt x="782" y="1054"/>
                      <a:pt x="919" y="1206"/>
                      <a:pt x="1161" y="1297"/>
                    </a:cubicBezTo>
                    <a:cubicBezTo>
                      <a:pt x="1212" y="1317"/>
                      <a:pt x="1268" y="1291"/>
                      <a:pt x="1288" y="1241"/>
                    </a:cubicBezTo>
                    <a:cubicBezTo>
                      <a:pt x="1307" y="1190"/>
                      <a:pt x="1282" y="1134"/>
                      <a:pt x="1231" y="1114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7" name="Freeform 21">
                <a:extLst>
                  <a:ext uri="{FF2B5EF4-FFF2-40B4-BE49-F238E27FC236}">
                    <a16:creationId xmlns:a16="http://schemas.microsoft.com/office/drawing/2014/main" xmlns="" id="{CE0EBCFE-545C-4DA5-840F-DD3787697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8067" y="1852346"/>
                <a:ext cx="1118486" cy="1009163"/>
              </a:xfrm>
              <a:custGeom>
                <a:avLst/>
                <a:gdLst>
                  <a:gd name="T0" fmla="*/ 42 w 587"/>
                  <a:gd name="T1" fmla="*/ 138 h 529"/>
                  <a:gd name="T2" fmla="*/ 127 w 587"/>
                  <a:gd name="T3" fmla="*/ 303 h 529"/>
                  <a:gd name="T4" fmla="*/ 368 w 587"/>
                  <a:gd name="T5" fmla="*/ 479 h 529"/>
                  <a:gd name="T6" fmla="*/ 503 w 587"/>
                  <a:gd name="T7" fmla="*/ 526 h 529"/>
                  <a:gd name="T8" fmla="*/ 517 w 587"/>
                  <a:gd name="T9" fmla="*/ 528 h 529"/>
                  <a:gd name="T10" fmla="*/ 578 w 587"/>
                  <a:gd name="T11" fmla="*/ 479 h 529"/>
                  <a:gd name="T12" fmla="*/ 531 w 587"/>
                  <a:gd name="T13" fmla="*/ 404 h 529"/>
                  <a:gd name="T14" fmla="*/ 531 w 587"/>
                  <a:gd name="T15" fmla="*/ 404 h 529"/>
                  <a:gd name="T16" fmla="*/ 530 w 587"/>
                  <a:gd name="T17" fmla="*/ 404 h 529"/>
                  <a:gd name="T18" fmla="*/ 343 w 587"/>
                  <a:gd name="T19" fmla="*/ 324 h 529"/>
                  <a:gd name="T20" fmla="*/ 221 w 587"/>
                  <a:gd name="T21" fmla="*/ 219 h 529"/>
                  <a:gd name="T22" fmla="*/ 156 w 587"/>
                  <a:gd name="T23" fmla="*/ 69 h 529"/>
                  <a:gd name="T24" fmla="*/ 171 w 587"/>
                  <a:gd name="T25" fmla="*/ 60 h 529"/>
                  <a:gd name="T26" fmla="*/ 187 w 587"/>
                  <a:gd name="T27" fmla="*/ 50 h 529"/>
                  <a:gd name="T28" fmla="*/ 157 w 587"/>
                  <a:gd name="T29" fmla="*/ 0 h 529"/>
                  <a:gd name="T30" fmla="*/ 140 w 587"/>
                  <a:gd name="T31" fmla="*/ 10 h 529"/>
                  <a:gd name="T32" fmla="*/ 126 w 587"/>
                  <a:gd name="T33" fmla="*/ 19 h 529"/>
                  <a:gd name="T34" fmla="*/ 85 w 587"/>
                  <a:gd name="T35" fmla="*/ 11 h 529"/>
                  <a:gd name="T36" fmla="*/ 31 w 587"/>
                  <a:gd name="T37" fmla="*/ 77 h 529"/>
                  <a:gd name="T38" fmla="*/ 16 w 587"/>
                  <a:gd name="T39" fmla="*/ 86 h 529"/>
                  <a:gd name="T40" fmla="*/ 0 w 587"/>
                  <a:gd name="T41" fmla="*/ 95 h 529"/>
                  <a:gd name="T42" fmla="*/ 27 w 587"/>
                  <a:gd name="T43" fmla="*/ 140 h 529"/>
                  <a:gd name="T44" fmla="*/ 30 w 587"/>
                  <a:gd name="T45" fmla="*/ 145 h 529"/>
                  <a:gd name="T46" fmla="*/ 42 w 587"/>
                  <a:gd name="T47" fmla="*/ 138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87" h="529">
                    <a:moveTo>
                      <a:pt x="42" y="138"/>
                    </a:moveTo>
                    <a:cubicBezTo>
                      <a:pt x="60" y="202"/>
                      <a:pt x="90" y="257"/>
                      <a:pt x="127" y="303"/>
                    </a:cubicBezTo>
                    <a:cubicBezTo>
                      <a:pt x="199" y="390"/>
                      <a:pt x="293" y="445"/>
                      <a:pt x="368" y="479"/>
                    </a:cubicBezTo>
                    <a:cubicBezTo>
                      <a:pt x="443" y="512"/>
                      <a:pt x="500" y="525"/>
                      <a:pt x="503" y="526"/>
                    </a:cubicBezTo>
                    <a:cubicBezTo>
                      <a:pt x="508" y="527"/>
                      <a:pt x="513" y="528"/>
                      <a:pt x="517" y="528"/>
                    </a:cubicBezTo>
                    <a:cubicBezTo>
                      <a:pt x="546" y="528"/>
                      <a:pt x="572" y="508"/>
                      <a:pt x="578" y="479"/>
                    </a:cubicBezTo>
                    <a:cubicBezTo>
                      <a:pt x="586" y="445"/>
                      <a:pt x="565" y="411"/>
                      <a:pt x="531" y="404"/>
                    </a:cubicBezTo>
                    <a:lnTo>
                      <a:pt x="531" y="404"/>
                    </a:lnTo>
                    <a:cubicBezTo>
                      <a:pt x="531" y="404"/>
                      <a:pt x="531" y="404"/>
                      <a:pt x="530" y="404"/>
                    </a:cubicBezTo>
                    <a:cubicBezTo>
                      <a:pt x="523" y="402"/>
                      <a:pt x="432" y="379"/>
                      <a:pt x="343" y="324"/>
                    </a:cubicBezTo>
                    <a:cubicBezTo>
                      <a:pt x="299" y="297"/>
                      <a:pt x="255" y="262"/>
                      <a:pt x="221" y="219"/>
                    </a:cubicBezTo>
                    <a:cubicBezTo>
                      <a:pt x="189" y="177"/>
                      <a:pt x="165" y="129"/>
                      <a:pt x="156" y="69"/>
                    </a:cubicBezTo>
                    <a:lnTo>
                      <a:pt x="171" y="60"/>
                    </a:lnTo>
                    <a:lnTo>
                      <a:pt x="187" y="50"/>
                    </a:lnTo>
                    <a:lnTo>
                      <a:pt x="157" y="0"/>
                    </a:lnTo>
                    <a:lnTo>
                      <a:pt x="140" y="10"/>
                    </a:lnTo>
                    <a:lnTo>
                      <a:pt x="126" y="19"/>
                    </a:lnTo>
                    <a:cubicBezTo>
                      <a:pt x="114" y="12"/>
                      <a:pt x="100" y="9"/>
                      <a:pt x="85" y="11"/>
                    </a:cubicBezTo>
                    <a:cubicBezTo>
                      <a:pt x="52" y="15"/>
                      <a:pt x="29" y="44"/>
                      <a:pt x="31" y="77"/>
                    </a:cubicBezTo>
                    <a:lnTo>
                      <a:pt x="16" y="86"/>
                    </a:lnTo>
                    <a:lnTo>
                      <a:pt x="0" y="95"/>
                    </a:lnTo>
                    <a:lnTo>
                      <a:pt x="27" y="140"/>
                    </a:lnTo>
                    <a:lnTo>
                      <a:pt x="30" y="145"/>
                    </a:lnTo>
                    <a:lnTo>
                      <a:pt x="42" y="138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Freeform 22">
                <a:extLst>
                  <a:ext uri="{FF2B5EF4-FFF2-40B4-BE49-F238E27FC236}">
                    <a16:creationId xmlns:a16="http://schemas.microsoft.com/office/drawing/2014/main" xmlns="" id="{325D2224-0C82-4AFA-BB91-D997AE2A9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4616" y="2054179"/>
                <a:ext cx="639137" cy="378438"/>
              </a:xfrm>
              <a:custGeom>
                <a:avLst/>
                <a:gdLst>
                  <a:gd name="T0" fmla="*/ 333 w 334"/>
                  <a:gd name="T1" fmla="*/ 87 h 197"/>
                  <a:gd name="T2" fmla="*/ 280 w 334"/>
                  <a:gd name="T3" fmla="*/ 0 h 197"/>
                  <a:gd name="T4" fmla="*/ 0 w 334"/>
                  <a:gd name="T5" fmla="*/ 169 h 197"/>
                  <a:gd name="T6" fmla="*/ 333 w 334"/>
                  <a:gd name="T7" fmla="*/ 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4" h="197">
                    <a:moveTo>
                      <a:pt x="333" y="87"/>
                    </a:moveTo>
                    <a:lnTo>
                      <a:pt x="280" y="0"/>
                    </a:lnTo>
                    <a:lnTo>
                      <a:pt x="0" y="169"/>
                    </a:lnTo>
                    <a:cubicBezTo>
                      <a:pt x="180" y="196"/>
                      <a:pt x="333" y="87"/>
                      <a:pt x="333" y="8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912E67AD-C269-4859-8DB2-D2F4FAAFCDA5}"/>
                </a:ext>
              </a:extLst>
            </p:cNvPr>
            <p:cNvGrpSpPr/>
            <p:nvPr/>
          </p:nvGrpSpPr>
          <p:grpSpPr>
            <a:xfrm>
              <a:off x="5020414" y="1810302"/>
              <a:ext cx="4567103" cy="3237397"/>
              <a:chOff x="5213887" y="1776829"/>
              <a:chExt cx="4567103" cy="3237397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95A779EE-44CD-4552-80D1-7F8DA9554FD0}"/>
                  </a:ext>
                </a:extLst>
              </p:cNvPr>
              <p:cNvSpPr txBox="1"/>
              <p:nvPr/>
            </p:nvSpPr>
            <p:spPr>
              <a:xfrm>
                <a:off x="5213887" y="1776829"/>
                <a:ext cx="456565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layfair Display" panose="00000500000000000000" pitchFamily="50" charset="0"/>
                    <a:ea typeface="PT Sans" panose="020B0503020203020204" pitchFamily="34" charset="0"/>
                  </a:rPr>
                  <a:t>Noble Ideas, Ethics, And Love Of The Law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xmlns="" id="{4DE1A0FC-EA39-4348-B5D0-3C374F196953}"/>
                  </a:ext>
                </a:extLst>
              </p:cNvPr>
              <p:cNvGrpSpPr/>
              <p:nvPr/>
            </p:nvGrpSpPr>
            <p:grpSpPr>
              <a:xfrm>
                <a:off x="5213887" y="2770474"/>
                <a:ext cx="4567103" cy="2243752"/>
                <a:chOff x="5104423" y="1657307"/>
                <a:chExt cx="4567103" cy="2243752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xmlns="" id="{31F99FB9-C9AD-4534-B774-93731B76D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5875" y="3217568"/>
                  <a:ext cx="4565651" cy="0"/>
                </a:xfrm>
                <a:prstGeom prst="line">
                  <a:avLst/>
                </a:prstGeom>
                <a:ln w="76200" cap="rnd" cmpd="sng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C587F44A-6905-4BD7-8475-6666C6CF6095}"/>
                    </a:ext>
                  </a:extLst>
                </p:cNvPr>
                <p:cNvSpPr txBox="1"/>
                <p:nvPr/>
              </p:nvSpPr>
              <p:spPr>
                <a:xfrm>
                  <a:off x="5105875" y="2824229"/>
                  <a:ext cx="219456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6"/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Times Sans Serif" panose="02020603050405020304" pitchFamily="18" charset="0"/>
                    </a:rPr>
                    <a:t>Real World. Real Law</a:t>
                  </a:r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xmlns="" id="{712C5FA2-6990-4266-A9CC-29DC6BC45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5875" y="3217568"/>
                  <a:ext cx="2757082" cy="0"/>
                </a:xfrm>
                <a:prstGeom prst="line">
                  <a:avLst/>
                </a:prstGeom>
                <a:ln w="76200" cap="rnd" cmpd="sng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xmlns="" id="{3CBA3AFD-E110-40A7-9E46-48EA82DCEB6C}"/>
                    </a:ext>
                  </a:extLst>
                </p:cNvPr>
                <p:cNvSpPr txBox="1"/>
                <p:nvPr/>
              </p:nvSpPr>
              <p:spPr>
                <a:xfrm>
                  <a:off x="7476966" y="2824229"/>
                  <a:ext cx="219456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:r>
                    <a:rPr lang="en-JM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Lato" charset="0"/>
                    </a:rPr>
                    <a:t>+ 139 Hours</a:t>
                  </a:r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xmlns="" id="{B56A6362-1C9B-45EE-9556-12A9F06151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5875" y="3901059"/>
                  <a:ext cx="4565651" cy="0"/>
                </a:xfrm>
                <a:prstGeom prst="line">
                  <a:avLst/>
                </a:prstGeom>
                <a:ln w="76200" cap="rnd" cmpd="sng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xmlns="" id="{58B3D083-BD52-4BC5-A3BC-F8D403F8906A}"/>
                    </a:ext>
                  </a:extLst>
                </p:cNvPr>
                <p:cNvSpPr txBox="1"/>
                <p:nvPr/>
              </p:nvSpPr>
              <p:spPr>
                <a:xfrm>
                  <a:off x="5105875" y="3507720"/>
                  <a:ext cx="219456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6"/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Times Sans Serif" panose="02020603050405020304" pitchFamily="18" charset="0"/>
                    </a:rPr>
                    <a:t>Lawyers. Just Different</a:t>
                  </a: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xmlns="" id="{3F883AE8-592A-4B0D-A802-39D970D2F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5875" y="3901059"/>
                  <a:ext cx="3764247" cy="0"/>
                </a:xfrm>
                <a:prstGeom prst="line">
                  <a:avLst/>
                </a:prstGeom>
                <a:ln w="76200" cap="rnd" cmpd="sng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xmlns="" id="{68FC2177-8D31-432C-91BA-5797190B0619}"/>
                    </a:ext>
                  </a:extLst>
                </p:cNvPr>
                <p:cNvSpPr txBox="1"/>
                <p:nvPr/>
              </p:nvSpPr>
              <p:spPr>
                <a:xfrm>
                  <a:off x="7476966" y="3507720"/>
                  <a:ext cx="219456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:r>
                    <a:rPr lang="en-JM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Lato" charset="0"/>
                    </a:rPr>
                    <a:t>+ 205 Hours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xmlns="" id="{77E4151B-E66A-402F-A09D-A5BF004E9F2B}"/>
                    </a:ext>
                  </a:extLst>
                </p:cNvPr>
                <p:cNvSpPr/>
                <p:nvPr/>
              </p:nvSpPr>
              <p:spPr>
                <a:xfrm>
                  <a:off x="5104423" y="1657307"/>
                  <a:ext cx="4565652" cy="801117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1200" dirty="0">
                      <a:solidFill>
                        <a:schemeClr val="bg1">
                          <a:lumMod val="50000"/>
                        </a:schemeClr>
                      </a:solidFill>
                      <a:latin typeface="PT Sans" panose="020B0503020203020204" pitchFamily="34" charset="0"/>
                      <a:ea typeface="PT Sans" panose="020B0503020203020204" pitchFamily="34" charset="0"/>
                    </a:rPr>
                    <a:t>Collaboratively administrate empowered markets via plug-and-play networks. Dynamic procrastinate B2C users after installed base benefits dramatic visualize. Standards in web readiness..</a:t>
                  </a:r>
                </a:p>
              </p:txBody>
            </p:sp>
          </p:grp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D9C9E0D0-FF47-49E5-AA13-8A9A14180051}"/>
              </a:ext>
            </a:extLst>
          </p:cNvPr>
          <p:cNvSpPr/>
          <p:nvPr/>
        </p:nvSpPr>
        <p:spPr>
          <a:xfrm>
            <a:off x="11064239" y="1"/>
            <a:ext cx="1127761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6B333B59-1AEB-4B78-8EDE-AFE7E38D7467}"/>
              </a:ext>
            </a:extLst>
          </p:cNvPr>
          <p:cNvSpPr txBox="1"/>
          <p:nvPr/>
        </p:nvSpPr>
        <p:spPr>
          <a:xfrm rot="5400000">
            <a:off x="10439399" y="3298790"/>
            <a:ext cx="237744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spc="6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WWW.</a:t>
            </a:r>
            <a:r>
              <a:rPr lang="en-US" sz="900" spc="6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 ARKENA </a:t>
            </a:r>
            <a:r>
              <a:rPr lang="en-US" sz="900" spc="600" dirty="0">
                <a:solidFill>
                  <a:schemeClr val="bg1"/>
                </a:solidFill>
                <a:latin typeface="PT Sans" panose="020B0503020203020204" pitchFamily="34" charset="0"/>
                <a:ea typeface="PT Sans" panose="020B0503020203020204" pitchFamily="34" charset="0"/>
                <a:cs typeface="Lao UI" panose="020B0502040204020203" pitchFamily="34" charset="0"/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194152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7BCFDDE-FF0E-4CE3-9786-9638A0115C45}"/>
              </a:ext>
            </a:extLst>
          </p:cNvPr>
          <p:cNvGrpSpPr/>
          <p:nvPr/>
        </p:nvGrpSpPr>
        <p:grpSpPr>
          <a:xfrm>
            <a:off x="806281" y="2112353"/>
            <a:ext cx="3935079" cy="2633295"/>
            <a:chOff x="1134631" y="1891602"/>
            <a:chExt cx="3935079" cy="26332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21995026-BB6C-49D8-9F43-066C9E57248E}"/>
                </a:ext>
              </a:extLst>
            </p:cNvPr>
            <p:cNvSpPr/>
            <p:nvPr/>
          </p:nvSpPr>
          <p:spPr>
            <a:xfrm>
              <a:off x="1134631" y="2892784"/>
              <a:ext cx="3935079" cy="163211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ha" panose="020B0502040204020203" pitchFamily="34" charset="0"/>
                </a:rPr>
                <a:t>Bring the table win-win survival strategies ensure proactive </a:t>
              </a:r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ha" panose="020B0502040204020203" pitchFamily="34" charset="0"/>
                </a:rPr>
                <a:t>dominan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ha" panose="020B0502040204020203" pitchFamily="34" charset="0"/>
                </a:rPr>
                <a:t>. At the end of the day, going forward, for new</a:t>
              </a:r>
            </a:p>
            <a:p>
              <a:pPr>
                <a:lnSpc>
                  <a:spcPct val="150000"/>
                </a:lnSpc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ha" panose="020B0502040204020203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Latha" panose="020B0502040204020203" pitchFamily="34" charset="0"/>
                </a:rPr>
                <a:t> normal that has evolved from runway heading to our solution 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administrate. 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Seamlessly visualize quality intellectual capital without superior </a:t>
              </a:r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framewor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3932BE25-2637-460C-B386-AA00547918F8}"/>
                </a:ext>
              </a:extLst>
            </p:cNvPr>
            <p:cNvSpPr txBox="1"/>
            <p:nvPr/>
          </p:nvSpPr>
          <p:spPr>
            <a:xfrm>
              <a:off x="1134632" y="1891602"/>
              <a:ext cx="3935078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PT Sans" panose="020B0503020203020204" pitchFamily="34" charset="0"/>
                </a:rPr>
                <a:t>Educating A Different Kind Of Lawyer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EBAC711-F51B-4F89-A869-96D361EFB2C0}"/>
              </a:ext>
            </a:extLst>
          </p:cNvPr>
          <p:cNvSpPr txBox="1"/>
          <p:nvPr/>
        </p:nvSpPr>
        <p:spPr>
          <a:xfrm>
            <a:off x="8470588" y="2276323"/>
            <a:ext cx="19359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sp>
        <p:nvSpPr>
          <p:cNvPr id="25" name="7 CuadroTexto">
            <a:extLst>
              <a:ext uri="{FF2B5EF4-FFF2-40B4-BE49-F238E27FC236}">
                <a16:creationId xmlns:a16="http://schemas.microsoft.com/office/drawing/2014/main" xmlns="" id="{16958D87-628E-468C-AE3A-57A9492E5351}"/>
              </a:ext>
            </a:extLst>
          </p:cNvPr>
          <p:cNvSpPr txBox="1"/>
          <p:nvPr/>
        </p:nvSpPr>
        <p:spPr>
          <a:xfrm>
            <a:off x="8470588" y="2563743"/>
            <a:ext cx="2586780" cy="524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unknown printer took a galley of type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2B1D67B7-B5C6-41DC-A527-D7C82F4A48DA}"/>
              </a:ext>
            </a:extLst>
          </p:cNvPr>
          <p:cNvCxnSpPr/>
          <p:nvPr/>
        </p:nvCxnSpPr>
        <p:spPr>
          <a:xfrm flipV="1">
            <a:off x="8005032" y="1860507"/>
            <a:ext cx="439898" cy="28343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xmlns="" id="{F0D4C918-5127-4C63-82FD-F9500BFB3D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096133"/>
              </p:ext>
            </p:extLst>
          </p:nvPr>
        </p:nvGraphicFramePr>
        <p:xfrm>
          <a:off x="8470588" y="791083"/>
          <a:ext cx="1286533" cy="1286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Shape 598">
            <a:extLst>
              <a:ext uri="{FF2B5EF4-FFF2-40B4-BE49-F238E27FC236}">
                <a16:creationId xmlns:a16="http://schemas.microsoft.com/office/drawing/2014/main" xmlns="" id="{4BECCD2A-BC16-4E43-9B3E-7D8EB114A91F}"/>
              </a:ext>
            </a:extLst>
          </p:cNvPr>
          <p:cNvSpPr/>
          <p:nvPr/>
        </p:nvSpPr>
        <p:spPr>
          <a:xfrm>
            <a:off x="8731133" y="1051629"/>
            <a:ext cx="765442" cy="765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defTabSz="914400">
              <a:defRPr sz="18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54BC537-6B7D-4E7F-95AB-47B468BCE7C3}"/>
              </a:ext>
            </a:extLst>
          </p:cNvPr>
          <p:cNvSpPr txBox="1"/>
          <p:nvPr/>
        </p:nvSpPr>
        <p:spPr>
          <a:xfrm>
            <a:off x="8835512" y="1317241"/>
            <a:ext cx="5566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accent4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70%</a:t>
            </a:r>
            <a:endParaRPr lang="en-US" sz="1600" b="1" dirty="0">
              <a:solidFill>
                <a:schemeClr val="accent4"/>
              </a:solidFill>
              <a:latin typeface="PT Sans" panose="020B0503020203020204" pitchFamily="34" charset="0"/>
              <a:ea typeface="PT Sans" panose="020B0503020203020204" pitchFamily="34" charset="0"/>
              <a:cs typeface="Lato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21511EDD-66CD-40B4-A9F2-96A034C7A59C}"/>
              </a:ext>
            </a:extLst>
          </p:cNvPr>
          <p:cNvGrpSpPr/>
          <p:nvPr/>
        </p:nvGrpSpPr>
        <p:grpSpPr>
          <a:xfrm>
            <a:off x="6438068" y="1891622"/>
            <a:ext cx="1420315" cy="1130665"/>
            <a:chOff x="6119683" y="1963480"/>
            <a:chExt cx="1623431" cy="1292360"/>
          </a:xfrm>
        </p:grpSpPr>
        <p:sp>
          <p:nvSpPr>
            <p:cNvPr id="39" name="Freeform 2">
              <a:extLst>
                <a:ext uri="{FF2B5EF4-FFF2-40B4-BE49-F238E27FC236}">
                  <a16:creationId xmlns:a16="http://schemas.microsoft.com/office/drawing/2014/main" xmlns="" id="{1BA42656-9801-4B03-A1C7-3B3E7565F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683" y="3044436"/>
              <a:ext cx="1623431" cy="211404"/>
            </a:xfrm>
            <a:custGeom>
              <a:avLst/>
              <a:gdLst>
                <a:gd name="T0" fmla="*/ 1795 w 1796"/>
                <a:gd name="T1" fmla="*/ 0 h 235"/>
                <a:gd name="T2" fmla="*/ 1795 w 1796"/>
                <a:gd name="T3" fmla="*/ 160 h 235"/>
                <a:gd name="T4" fmla="*/ 1720 w 1796"/>
                <a:gd name="T5" fmla="*/ 234 h 235"/>
                <a:gd name="T6" fmla="*/ 75 w 1796"/>
                <a:gd name="T7" fmla="*/ 234 h 235"/>
                <a:gd name="T8" fmla="*/ 0 w 1796"/>
                <a:gd name="T9" fmla="*/ 160 h 235"/>
                <a:gd name="T10" fmla="*/ 0 w 1796"/>
                <a:gd name="T11" fmla="*/ 0 h 235"/>
                <a:gd name="T12" fmla="*/ 560 w 1796"/>
                <a:gd name="T13" fmla="*/ 0 h 235"/>
                <a:gd name="T14" fmla="*/ 613 w 1796"/>
                <a:gd name="T15" fmla="*/ 45 h 235"/>
                <a:gd name="T16" fmla="*/ 1183 w 1796"/>
                <a:gd name="T17" fmla="*/ 45 h 235"/>
                <a:gd name="T18" fmla="*/ 1235 w 1796"/>
                <a:gd name="T19" fmla="*/ 0 h 235"/>
                <a:gd name="T20" fmla="*/ 1795 w 1796"/>
                <a:gd name="T21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96" h="235">
                  <a:moveTo>
                    <a:pt x="1795" y="0"/>
                  </a:moveTo>
                  <a:lnTo>
                    <a:pt x="1795" y="160"/>
                  </a:lnTo>
                  <a:cubicBezTo>
                    <a:pt x="1795" y="201"/>
                    <a:pt x="1762" y="234"/>
                    <a:pt x="1720" y="234"/>
                  </a:cubicBezTo>
                  <a:lnTo>
                    <a:pt x="75" y="234"/>
                  </a:lnTo>
                  <a:cubicBezTo>
                    <a:pt x="34" y="234"/>
                    <a:pt x="0" y="201"/>
                    <a:pt x="0" y="160"/>
                  </a:cubicBezTo>
                  <a:lnTo>
                    <a:pt x="0" y="0"/>
                  </a:lnTo>
                  <a:lnTo>
                    <a:pt x="560" y="0"/>
                  </a:lnTo>
                  <a:lnTo>
                    <a:pt x="613" y="45"/>
                  </a:lnTo>
                  <a:lnTo>
                    <a:pt x="1183" y="45"/>
                  </a:lnTo>
                  <a:lnTo>
                    <a:pt x="1235" y="0"/>
                  </a:lnTo>
                  <a:lnTo>
                    <a:pt x="1795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xmlns="" id="{D24D42D0-CD99-4A85-A21F-6F6F516D7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5470" y="1963480"/>
              <a:ext cx="1467867" cy="1053034"/>
            </a:xfrm>
            <a:custGeom>
              <a:avLst/>
              <a:gdLst>
                <a:gd name="T0" fmla="*/ 554 w 1624"/>
                <a:gd name="T1" fmla="*/ 1165 h 1166"/>
                <a:gd name="T2" fmla="*/ 1069 w 1624"/>
                <a:gd name="T3" fmla="*/ 1165 h 1166"/>
                <a:gd name="T4" fmla="*/ 1122 w 1624"/>
                <a:gd name="T5" fmla="*/ 1120 h 1166"/>
                <a:gd name="T6" fmla="*/ 1623 w 1624"/>
                <a:gd name="T7" fmla="*/ 1120 h 1166"/>
                <a:gd name="T8" fmla="*/ 1623 w 1624"/>
                <a:gd name="T9" fmla="*/ 112 h 1166"/>
                <a:gd name="T10" fmla="*/ 1511 w 1624"/>
                <a:gd name="T11" fmla="*/ 0 h 1166"/>
                <a:gd name="T12" fmla="*/ 112 w 1624"/>
                <a:gd name="T13" fmla="*/ 0 h 1166"/>
                <a:gd name="T14" fmla="*/ 0 w 1624"/>
                <a:gd name="T15" fmla="*/ 112 h 1166"/>
                <a:gd name="T16" fmla="*/ 0 w 1624"/>
                <a:gd name="T17" fmla="*/ 1120 h 1166"/>
                <a:gd name="T18" fmla="*/ 502 w 1624"/>
                <a:gd name="T19" fmla="*/ 1120 h 1166"/>
                <a:gd name="T20" fmla="*/ 554 w 1624"/>
                <a:gd name="T21" fmla="*/ 1165 h 1166"/>
                <a:gd name="T22" fmla="*/ 112 w 1624"/>
                <a:gd name="T23" fmla="*/ 112 h 1166"/>
                <a:gd name="T24" fmla="*/ 1511 w 1624"/>
                <a:gd name="T25" fmla="*/ 112 h 1166"/>
                <a:gd name="T26" fmla="*/ 1511 w 1624"/>
                <a:gd name="T27" fmla="*/ 1008 h 1166"/>
                <a:gd name="T28" fmla="*/ 112 w 1624"/>
                <a:gd name="T29" fmla="*/ 1008 h 1166"/>
                <a:gd name="T30" fmla="*/ 112 w 1624"/>
                <a:gd name="T31" fmla="*/ 112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4" h="1166">
                  <a:moveTo>
                    <a:pt x="554" y="1165"/>
                  </a:moveTo>
                  <a:lnTo>
                    <a:pt x="1069" y="1165"/>
                  </a:lnTo>
                  <a:lnTo>
                    <a:pt x="1122" y="1120"/>
                  </a:lnTo>
                  <a:lnTo>
                    <a:pt x="1623" y="1120"/>
                  </a:lnTo>
                  <a:lnTo>
                    <a:pt x="1623" y="112"/>
                  </a:lnTo>
                  <a:cubicBezTo>
                    <a:pt x="1623" y="51"/>
                    <a:pt x="1573" y="0"/>
                    <a:pt x="1511" y="0"/>
                  </a:cubicBezTo>
                  <a:lnTo>
                    <a:pt x="112" y="0"/>
                  </a:lnTo>
                  <a:cubicBezTo>
                    <a:pt x="51" y="0"/>
                    <a:pt x="0" y="51"/>
                    <a:pt x="0" y="112"/>
                  </a:cubicBezTo>
                  <a:lnTo>
                    <a:pt x="0" y="1120"/>
                  </a:lnTo>
                  <a:lnTo>
                    <a:pt x="502" y="1120"/>
                  </a:lnTo>
                  <a:lnTo>
                    <a:pt x="554" y="1165"/>
                  </a:lnTo>
                  <a:close/>
                  <a:moveTo>
                    <a:pt x="112" y="112"/>
                  </a:moveTo>
                  <a:lnTo>
                    <a:pt x="1511" y="112"/>
                  </a:lnTo>
                  <a:lnTo>
                    <a:pt x="1511" y="1008"/>
                  </a:lnTo>
                  <a:lnTo>
                    <a:pt x="112" y="1008"/>
                  </a:lnTo>
                  <a:lnTo>
                    <a:pt x="112" y="11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xmlns="" id="{4D546176-BD04-4DAB-A8F8-33858F7F2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695" y="2270616"/>
              <a:ext cx="211404" cy="163537"/>
            </a:xfrm>
            <a:custGeom>
              <a:avLst/>
              <a:gdLst>
                <a:gd name="T0" fmla="*/ 231 w 232"/>
                <a:gd name="T1" fmla="*/ 115 h 179"/>
                <a:gd name="T2" fmla="*/ 116 w 232"/>
                <a:gd name="T3" fmla="*/ 0 h 179"/>
                <a:gd name="T4" fmla="*/ 0 w 232"/>
                <a:gd name="T5" fmla="*/ 115 h 179"/>
                <a:gd name="T6" fmla="*/ 0 w 232"/>
                <a:gd name="T7" fmla="*/ 178 h 179"/>
                <a:gd name="T8" fmla="*/ 231 w 232"/>
                <a:gd name="T9" fmla="*/ 178 h 179"/>
                <a:gd name="T10" fmla="*/ 231 w 232"/>
                <a:gd name="T11" fmla="*/ 11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2" h="179">
                  <a:moveTo>
                    <a:pt x="231" y="115"/>
                  </a:moveTo>
                  <a:cubicBezTo>
                    <a:pt x="231" y="51"/>
                    <a:pt x="180" y="0"/>
                    <a:pt x="116" y="0"/>
                  </a:cubicBezTo>
                  <a:cubicBezTo>
                    <a:pt x="53" y="0"/>
                    <a:pt x="0" y="51"/>
                    <a:pt x="0" y="115"/>
                  </a:cubicBezTo>
                  <a:lnTo>
                    <a:pt x="0" y="178"/>
                  </a:lnTo>
                  <a:lnTo>
                    <a:pt x="231" y="178"/>
                  </a:lnTo>
                  <a:lnTo>
                    <a:pt x="231" y="11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xmlns="" id="{5CB61544-7D08-4D9C-8ABC-A3A8BBB62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562" y="2493988"/>
              <a:ext cx="111685" cy="195447"/>
            </a:xfrm>
            <a:custGeom>
              <a:avLst/>
              <a:gdLst>
                <a:gd name="T0" fmla="*/ 62 w 124"/>
                <a:gd name="T1" fmla="*/ 0 h 218"/>
                <a:gd name="T2" fmla="*/ 0 w 124"/>
                <a:gd name="T3" fmla="*/ 61 h 218"/>
                <a:gd name="T4" fmla="*/ 24 w 124"/>
                <a:gd name="T5" fmla="*/ 110 h 218"/>
                <a:gd name="T6" fmla="*/ 24 w 124"/>
                <a:gd name="T7" fmla="*/ 179 h 218"/>
                <a:gd name="T8" fmla="*/ 62 w 124"/>
                <a:gd name="T9" fmla="*/ 217 h 218"/>
                <a:gd name="T10" fmla="*/ 99 w 124"/>
                <a:gd name="T11" fmla="*/ 179 h 218"/>
                <a:gd name="T12" fmla="*/ 99 w 124"/>
                <a:gd name="T13" fmla="*/ 110 h 218"/>
                <a:gd name="T14" fmla="*/ 123 w 124"/>
                <a:gd name="T15" fmla="*/ 61 h 218"/>
                <a:gd name="T16" fmla="*/ 62 w 124"/>
                <a:gd name="T17" fmla="*/ 0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4" h="218">
                  <a:moveTo>
                    <a:pt x="62" y="0"/>
                  </a:moveTo>
                  <a:cubicBezTo>
                    <a:pt x="28" y="0"/>
                    <a:pt x="0" y="27"/>
                    <a:pt x="0" y="61"/>
                  </a:cubicBezTo>
                  <a:cubicBezTo>
                    <a:pt x="0" y="81"/>
                    <a:pt x="10" y="99"/>
                    <a:pt x="24" y="110"/>
                  </a:cubicBezTo>
                  <a:lnTo>
                    <a:pt x="24" y="179"/>
                  </a:lnTo>
                  <a:cubicBezTo>
                    <a:pt x="24" y="200"/>
                    <a:pt x="41" y="217"/>
                    <a:pt x="62" y="217"/>
                  </a:cubicBezTo>
                  <a:cubicBezTo>
                    <a:pt x="83" y="217"/>
                    <a:pt x="99" y="200"/>
                    <a:pt x="99" y="179"/>
                  </a:cubicBezTo>
                  <a:lnTo>
                    <a:pt x="99" y="110"/>
                  </a:lnTo>
                  <a:cubicBezTo>
                    <a:pt x="114" y="99"/>
                    <a:pt x="123" y="81"/>
                    <a:pt x="123" y="61"/>
                  </a:cubicBezTo>
                  <a:cubicBezTo>
                    <a:pt x="123" y="27"/>
                    <a:pt x="96" y="0"/>
                    <a:pt x="62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xmlns="" id="{946DC4BE-AB78-459E-8E9F-252A53D6B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2999" y="2131009"/>
              <a:ext cx="1128820" cy="674101"/>
            </a:xfrm>
            <a:custGeom>
              <a:avLst/>
              <a:gdLst>
                <a:gd name="T0" fmla="*/ 0 w 1250"/>
                <a:gd name="T1" fmla="*/ 746 h 747"/>
                <a:gd name="T2" fmla="*/ 1249 w 1250"/>
                <a:gd name="T3" fmla="*/ 746 h 747"/>
                <a:gd name="T4" fmla="*/ 1249 w 1250"/>
                <a:gd name="T5" fmla="*/ 0 h 747"/>
                <a:gd name="T6" fmla="*/ 0 w 1250"/>
                <a:gd name="T7" fmla="*/ 0 h 747"/>
                <a:gd name="T8" fmla="*/ 0 w 1250"/>
                <a:gd name="T9" fmla="*/ 746 h 747"/>
                <a:gd name="T10" fmla="*/ 395 w 1250"/>
                <a:gd name="T11" fmla="*/ 369 h 747"/>
                <a:gd name="T12" fmla="*/ 433 w 1250"/>
                <a:gd name="T13" fmla="*/ 332 h 747"/>
                <a:gd name="T14" fmla="*/ 435 w 1250"/>
                <a:gd name="T15" fmla="*/ 332 h 747"/>
                <a:gd name="T16" fmla="*/ 435 w 1250"/>
                <a:gd name="T17" fmla="*/ 269 h 747"/>
                <a:gd name="T18" fmla="*/ 625 w 1250"/>
                <a:gd name="T19" fmla="*/ 79 h 747"/>
                <a:gd name="T20" fmla="*/ 815 w 1250"/>
                <a:gd name="T21" fmla="*/ 269 h 747"/>
                <a:gd name="T22" fmla="*/ 815 w 1250"/>
                <a:gd name="T23" fmla="*/ 332 h 747"/>
                <a:gd name="T24" fmla="*/ 817 w 1250"/>
                <a:gd name="T25" fmla="*/ 332 h 747"/>
                <a:gd name="T26" fmla="*/ 854 w 1250"/>
                <a:gd name="T27" fmla="*/ 369 h 747"/>
                <a:gd name="T28" fmla="*/ 854 w 1250"/>
                <a:gd name="T29" fmla="*/ 630 h 747"/>
                <a:gd name="T30" fmla="*/ 817 w 1250"/>
                <a:gd name="T31" fmla="*/ 668 h 747"/>
                <a:gd name="T32" fmla="*/ 433 w 1250"/>
                <a:gd name="T33" fmla="*/ 668 h 747"/>
                <a:gd name="T34" fmla="*/ 395 w 1250"/>
                <a:gd name="T35" fmla="*/ 630 h 747"/>
                <a:gd name="T36" fmla="*/ 395 w 1250"/>
                <a:gd name="T37" fmla="*/ 36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50" h="747">
                  <a:moveTo>
                    <a:pt x="0" y="746"/>
                  </a:moveTo>
                  <a:lnTo>
                    <a:pt x="1249" y="746"/>
                  </a:lnTo>
                  <a:lnTo>
                    <a:pt x="1249" y="0"/>
                  </a:lnTo>
                  <a:lnTo>
                    <a:pt x="0" y="0"/>
                  </a:lnTo>
                  <a:lnTo>
                    <a:pt x="0" y="746"/>
                  </a:lnTo>
                  <a:close/>
                  <a:moveTo>
                    <a:pt x="395" y="369"/>
                  </a:moveTo>
                  <a:cubicBezTo>
                    <a:pt x="395" y="349"/>
                    <a:pt x="412" y="332"/>
                    <a:pt x="433" y="332"/>
                  </a:cubicBezTo>
                  <a:lnTo>
                    <a:pt x="435" y="332"/>
                  </a:lnTo>
                  <a:lnTo>
                    <a:pt x="435" y="269"/>
                  </a:lnTo>
                  <a:cubicBezTo>
                    <a:pt x="435" y="164"/>
                    <a:pt x="521" y="79"/>
                    <a:pt x="625" y="79"/>
                  </a:cubicBezTo>
                  <a:cubicBezTo>
                    <a:pt x="730" y="79"/>
                    <a:pt x="815" y="164"/>
                    <a:pt x="815" y="269"/>
                  </a:cubicBezTo>
                  <a:lnTo>
                    <a:pt x="815" y="332"/>
                  </a:lnTo>
                  <a:lnTo>
                    <a:pt x="817" y="332"/>
                  </a:lnTo>
                  <a:cubicBezTo>
                    <a:pt x="837" y="332"/>
                    <a:pt x="854" y="349"/>
                    <a:pt x="854" y="369"/>
                  </a:cubicBezTo>
                  <a:lnTo>
                    <a:pt x="854" y="630"/>
                  </a:lnTo>
                  <a:cubicBezTo>
                    <a:pt x="854" y="651"/>
                    <a:pt x="837" y="668"/>
                    <a:pt x="817" y="668"/>
                  </a:cubicBezTo>
                  <a:lnTo>
                    <a:pt x="433" y="668"/>
                  </a:lnTo>
                  <a:cubicBezTo>
                    <a:pt x="412" y="668"/>
                    <a:pt x="395" y="651"/>
                    <a:pt x="395" y="630"/>
                  </a:cubicBezTo>
                  <a:lnTo>
                    <a:pt x="395" y="3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E9241D43-CCE5-472D-8A3C-41F9E20E2CE1}"/>
              </a:ext>
            </a:extLst>
          </p:cNvPr>
          <p:cNvCxnSpPr/>
          <p:nvPr/>
        </p:nvCxnSpPr>
        <p:spPr>
          <a:xfrm flipV="1">
            <a:off x="7867881" y="4845291"/>
            <a:ext cx="439898" cy="283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xmlns="" id="{1C75465D-747C-4AF2-A1EF-4558A1A89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34903"/>
              </p:ext>
            </p:extLst>
          </p:nvPr>
        </p:nvGraphicFramePr>
        <p:xfrm>
          <a:off x="8469106" y="3878946"/>
          <a:ext cx="1286533" cy="1286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598">
            <a:extLst>
              <a:ext uri="{FF2B5EF4-FFF2-40B4-BE49-F238E27FC236}">
                <a16:creationId xmlns:a16="http://schemas.microsoft.com/office/drawing/2014/main" xmlns="" id="{D51F7A29-98AF-4890-8F07-5DC0658E7DCA}"/>
              </a:ext>
            </a:extLst>
          </p:cNvPr>
          <p:cNvSpPr/>
          <p:nvPr/>
        </p:nvSpPr>
        <p:spPr>
          <a:xfrm>
            <a:off x="8729652" y="4139492"/>
            <a:ext cx="765442" cy="765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defTabSz="914400">
              <a:defRPr sz="1800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defRPr>
            </a:pPr>
            <a:endParaRPr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3878620-5F59-4E95-B03B-FE65250AF7E9}"/>
              </a:ext>
            </a:extLst>
          </p:cNvPr>
          <p:cNvSpPr txBox="1"/>
          <p:nvPr/>
        </p:nvSpPr>
        <p:spPr>
          <a:xfrm>
            <a:off x="8834030" y="4405104"/>
            <a:ext cx="5566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accent1"/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55%</a:t>
            </a:r>
            <a:endParaRPr lang="en-US" sz="1600" b="1" dirty="0">
              <a:solidFill>
                <a:schemeClr val="accent1"/>
              </a:solidFill>
              <a:latin typeface="PT Sans" panose="020B0503020203020204" pitchFamily="34" charset="0"/>
              <a:ea typeface="PT Sans" panose="020B0503020203020204" pitchFamily="34" charset="0"/>
              <a:cs typeface="Lato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6AC2E643-8B39-46E3-8BEA-457CB3E6F040}"/>
              </a:ext>
            </a:extLst>
          </p:cNvPr>
          <p:cNvSpPr txBox="1"/>
          <p:nvPr/>
        </p:nvSpPr>
        <p:spPr>
          <a:xfrm>
            <a:off x="8469106" y="5249692"/>
            <a:ext cx="19359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Real World. Real Law</a:t>
            </a:r>
          </a:p>
        </p:txBody>
      </p:sp>
      <p:sp>
        <p:nvSpPr>
          <p:cNvPr id="35" name="7 CuadroTexto">
            <a:extLst>
              <a:ext uri="{FF2B5EF4-FFF2-40B4-BE49-F238E27FC236}">
                <a16:creationId xmlns:a16="http://schemas.microsoft.com/office/drawing/2014/main" xmlns="" id="{61F920A0-3B9D-4FF2-948A-83D53247F697}"/>
              </a:ext>
            </a:extLst>
          </p:cNvPr>
          <p:cNvSpPr txBox="1"/>
          <p:nvPr/>
        </p:nvSpPr>
        <p:spPr>
          <a:xfrm>
            <a:off x="8469106" y="5537113"/>
            <a:ext cx="2586780" cy="524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Make a type specimen book unknown printer took a galley of type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918BBFFF-2B31-4B6E-B7B0-DF5560CB07C6}"/>
              </a:ext>
            </a:extLst>
          </p:cNvPr>
          <p:cNvGrpSpPr/>
          <p:nvPr/>
        </p:nvGrpSpPr>
        <p:grpSpPr>
          <a:xfrm>
            <a:off x="6415866" y="4426900"/>
            <a:ext cx="1457592" cy="1568756"/>
            <a:chOff x="6096000" y="4490616"/>
            <a:chExt cx="1666039" cy="1793101"/>
          </a:xfrm>
        </p:grpSpPr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xmlns="" id="{54B27158-FA85-492A-8116-ACF3F8F13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6176086"/>
              <a:ext cx="1666039" cy="107631"/>
            </a:xfrm>
            <a:custGeom>
              <a:avLst/>
              <a:gdLst>
                <a:gd name="T0" fmla="*/ 9827 w 9828"/>
                <a:gd name="T1" fmla="*/ 378 h 637"/>
                <a:gd name="T2" fmla="*/ 9572 w 9828"/>
                <a:gd name="T3" fmla="*/ 630 h 637"/>
                <a:gd name="T4" fmla="*/ 269 w 9828"/>
                <a:gd name="T5" fmla="*/ 630 h 637"/>
                <a:gd name="T6" fmla="*/ 6 w 9828"/>
                <a:gd name="T7" fmla="*/ 390 h 637"/>
                <a:gd name="T8" fmla="*/ 245 w 9828"/>
                <a:gd name="T9" fmla="*/ 126 h 637"/>
                <a:gd name="T10" fmla="*/ 2021 w 9828"/>
                <a:gd name="T11" fmla="*/ 126 h 637"/>
                <a:gd name="T12" fmla="*/ 2021 w 9828"/>
                <a:gd name="T13" fmla="*/ 0 h 637"/>
                <a:gd name="T14" fmla="*/ 7804 w 9828"/>
                <a:gd name="T15" fmla="*/ 0 h 637"/>
                <a:gd name="T16" fmla="*/ 7804 w 9828"/>
                <a:gd name="T17" fmla="*/ 126 h 637"/>
                <a:gd name="T18" fmla="*/ 9572 w 9828"/>
                <a:gd name="T19" fmla="*/ 126 h 637"/>
                <a:gd name="T20" fmla="*/ 9827 w 9828"/>
                <a:gd name="T21" fmla="*/ 378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828" h="637">
                  <a:moveTo>
                    <a:pt x="9827" y="378"/>
                  </a:moveTo>
                  <a:cubicBezTo>
                    <a:pt x="9827" y="511"/>
                    <a:pt x="9705" y="632"/>
                    <a:pt x="9572" y="630"/>
                  </a:cubicBezTo>
                  <a:lnTo>
                    <a:pt x="269" y="630"/>
                  </a:lnTo>
                  <a:cubicBezTo>
                    <a:pt x="137" y="636"/>
                    <a:pt x="12" y="522"/>
                    <a:pt x="6" y="390"/>
                  </a:cubicBezTo>
                  <a:cubicBezTo>
                    <a:pt x="0" y="258"/>
                    <a:pt x="114" y="132"/>
                    <a:pt x="245" y="126"/>
                  </a:cubicBezTo>
                  <a:lnTo>
                    <a:pt x="2021" y="126"/>
                  </a:lnTo>
                  <a:lnTo>
                    <a:pt x="2021" y="0"/>
                  </a:lnTo>
                  <a:lnTo>
                    <a:pt x="7804" y="0"/>
                  </a:lnTo>
                  <a:lnTo>
                    <a:pt x="7804" y="126"/>
                  </a:lnTo>
                  <a:lnTo>
                    <a:pt x="9572" y="126"/>
                  </a:lnTo>
                  <a:cubicBezTo>
                    <a:pt x="9705" y="124"/>
                    <a:pt x="9827" y="245"/>
                    <a:pt x="9827" y="37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xmlns="" id="{43E7C02F-BC58-4A14-9355-E81D3C24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569" y="5578884"/>
              <a:ext cx="979143" cy="576274"/>
            </a:xfrm>
            <a:custGeom>
              <a:avLst/>
              <a:gdLst>
                <a:gd name="T0" fmla="*/ 0 w 5776"/>
                <a:gd name="T1" fmla="*/ 0 h 3401"/>
                <a:gd name="T2" fmla="*/ 0 w 5776"/>
                <a:gd name="T3" fmla="*/ 3400 h 3401"/>
                <a:gd name="T4" fmla="*/ 5775 w 5776"/>
                <a:gd name="T5" fmla="*/ 3400 h 3401"/>
                <a:gd name="T6" fmla="*/ 5775 w 5776"/>
                <a:gd name="T7" fmla="*/ 0 h 3401"/>
                <a:gd name="T8" fmla="*/ 0 w 5776"/>
                <a:gd name="T9" fmla="*/ 0 h 3401"/>
                <a:gd name="T10" fmla="*/ 3516 w 5776"/>
                <a:gd name="T11" fmla="*/ 1260 h 3401"/>
                <a:gd name="T12" fmla="*/ 2259 w 5776"/>
                <a:gd name="T13" fmla="*/ 1260 h 3401"/>
                <a:gd name="T14" fmla="*/ 2259 w 5776"/>
                <a:gd name="T15" fmla="*/ 1008 h 3401"/>
                <a:gd name="T16" fmla="*/ 3516 w 5776"/>
                <a:gd name="T17" fmla="*/ 1008 h 3401"/>
                <a:gd name="T18" fmla="*/ 3516 w 5776"/>
                <a:gd name="T19" fmla="*/ 1260 h 3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76" h="3401">
                  <a:moveTo>
                    <a:pt x="0" y="0"/>
                  </a:moveTo>
                  <a:lnTo>
                    <a:pt x="0" y="3400"/>
                  </a:lnTo>
                  <a:lnTo>
                    <a:pt x="5775" y="3400"/>
                  </a:lnTo>
                  <a:lnTo>
                    <a:pt x="5775" y="0"/>
                  </a:lnTo>
                  <a:lnTo>
                    <a:pt x="0" y="0"/>
                  </a:lnTo>
                  <a:close/>
                  <a:moveTo>
                    <a:pt x="3516" y="1260"/>
                  </a:moveTo>
                  <a:lnTo>
                    <a:pt x="2259" y="1260"/>
                  </a:lnTo>
                  <a:lnTo>
                    <a:pt x="2259" y="1008"/>
                  </a:lnTo>
                  <a:lnTo>
                    <a:pt x="3516" y="1008"/>
                  </a:lnTo>
                  <a:lnTo>
                    <a:pt x="3516" y="12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xmlns="" id="{745188D9-D450-4115-A5C9-1C544727C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1208" y="5305322"/>
              <a:ext cx="1496370" cy="820686"/>
            </a:xfrm>
            <a:custGeom>
              <a:avLst/>
              <a:gdLst>
                <a:gd name="T0" fmla="*/ 8397 w 8828"/>
                <a:gd name="T1" fmla="*/ 4516 h 4844"/>
                <a:gd name="T2" fmla="*/ 7556 w 8828"/>
                <a:gd name="T3" fmla="*/ 4843 h 4844"/>
                <a:gd name="T4" fmla="*/ 7556 w 8828"/>
                <a:gd name="T5" fmla="*/ 1486 h 4844"/>
                <a:gd name="T6" fmla="*/ 7431 w 8828"/>
                <a:gd name="T7" fmla="*/ 1361 h 4844"/>
                <a:gd name="T8" fmla="*/ 1381 w 8828"/>
                <a:gd name="T9" fmla="*/ 1361 h 4844"/>
                <a:gd name="T10" fmla="*/ 1279 w 8828"/>
                <a:gd name="T11" fmla="*/ 1486 h 4844"/>
                <a:gd name="T12" fmla="*/ 1279 w 8828"/>
                <a:gd name="T13" fmla="*/ 4757 h 4844"/>
                <a:gd name="T14" fmla="*/ 666 w 8828"/>
                <a:gd name="T15" fmla="*/ 4509 h 4844"/>
                <a:gd name="T16" fmla="*/ 29 w 8828"/>
                <a:gd name="T17" fmla="*/ 3482 h 4844"/>
                <a:gd name="T18" fmla="*/ 650 w 8828"/>
                <a:gd name="T19" fmla="*/ 1416 h 4844"/>
                <a:gd name="T20" fmla="*/ 1275 w 8828"/>
                <a:gd name="T21" fmla="*/ 546 h 4844"/>
                <a:gd name="T22" fmla="*/ 2269 w 8828"/>
                <a:gd name="T23" fmla="*/ 0 h 4844"/>
                <a:gd name="T24" fmla="*/ 4417 w 8828"/>
                <a:gd name="T25" fmla="*/ 983 h 4844"/>
                <a:gd name="T26" fmla="*/ 6692 w 8828"/>
                <a:gd name="T27" fmla="*/ 0 h 4844"/>
                <a:gd name="T28" fmla="*/ 7714 w 8828"/>
                <a:gd name="T29" fmla="*/ 550 h 4844"/>
                <a:gd name="T30" fmla="*/ 8275 w 8828"/>
                <a:gd name="T31" fmla="*/ 1404 h 4844"/>
                <a:gd name="T32" fmla="*/ 8814 w 8828"/>
                <a:gd name="T33" fmla="*/ 3493 h 4844"/>
                <a:gd name="T34" fmla="*/ 8397 w 8828"/>
                <a:gd name="T35" fmla="*/ 4516 h 4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28" h="4844">
                  <a:moveTo>
                    <a:pt x="8397" y="4516"/>
                  </a:moveTo>
                  <a:cubicBezTo>
                    <a:pt x="8201" y="4664"/>
                    <a:pt x="7918" y="4769"/>
                    <a:pt x="7556" y="4843"/>
                  </a:cubicBezTo>
                  <a:lnTo>
                    <a:pt x="7556" y="1486"/>
                  </a:lnTo>
                  <a:cubicBezTo>
                    <a:pt x="7556" y="1421"/>
                    <a:pt x="7496" y="1361"/>
                    <a:pt x="7431" y="1361"/>
                  </a:cubicBezTo>
                  <a:lnTo>
                    <a:pt x="1381" y="1361"/>
                  </a:lnTo>
                  <a:cubicBezTo>
                    <a:pt x="1323" y="1371"/>
                    <a:pt x="1278" y="1428"/>
                    <a:pt x="1279" y="1486"/>
                  </a:cubicBezTo>
                  <a:lnTo>
                    <a:pt x="1279" y="4757"/>
                  </a:lnTo>
                  <a:cubicBezTo>
                    <a:pt x="1044" y="4691"/>
                    <a:pt x="838" y="4611"/>
                    <a:pt x="666" y="4509"/>
                  </a:cubicBezTo>
                  <a:cubicBezTo>
                    <a:pt x="280" y="4281"/>
                    <a:pt x="59" y="3970"/>
                    <a:pt x="29" y="3482"/>
                  </a:cubicBezTo>
                  <a:cubicBezTo>
                    <a:pt x="0" y="2993"/>
                    <a:pt x="181" y="2318"/>
                    <a:pt x="650" y="1416"/>
                  </a:cubicBezTo>
                  <a:cubicBezTo>
                    <a:pt x="900" y="919"/>
                    <a:pt x="1052" y="711"/>
                    <a:pt x="1275" y="546"/>
                  </a:cubicBezTo>
                  <a:cubicBezTo>
                    <a:pt x="1486" y="391"/>
                    <a:pt x="1784" y="265"/>
                    <a:pt x="2269" y="0"/>
                  </a:cubicBezTo>
                  <a:cubicBezTo>
                    <a:pt x="2787" y="473"/>
                    <a:pt x="3541" y="983"/>
                    <a:pt x="4417" y="983"/>
                  </a:cubicBezTo>
                  <a:cubicBezTo>
                    <a:pt x="5305" y="983"/>
                    <a:pt x="6077" y="555"/>
                    <a:pt x="6692" y="0"/>
                  </a:cubicBezTo>
                  <a:cubicBezTo>
                    <a:pt x="7178" y="265"/>
                    <a:pt x="7497" y="396"/>
                    <a:pt x="7714" y="550"/>
                  </a:cubicBezTo>
                  <a:cubicBezTo>
                    <a:pt x="7942" y="714"/>
                    <a:pt x="8089" y="911"/>
                    <a:pt x="8275" y="1404"/>
                  </a:cubicBezTo>
                  <a:cubicBezTo>
                    <a:pt x="8622" y="2310"/>
                    <a:pt x="8800" y="2994"/>
                    <a:pt x="8814" y="3493"/>
                  </a:cubicBezTo>
                  <a:cubicBezTo>
                    <a:pt x="8827" y="3992"/>
                    <a:pt x="8689" y="4296"/>
                    <a:pt x="8397" y="4516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xmlns="" id="{F3601A6E-07BB-4F41-BA84-C0ADEAF30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839" y="4939079"/>
              <a:ext cx="859554" cy="491065"/>
            </a:xfrm>
            <a:custGeom>
              <a:avLst/>
              <a:gdLst>
                <a:gd name="T0" fmla="*/ 5048 w 5072"/>
                <a:gd name="T1" fmla="*/ 484 h 2896"/>
                <a:gd name="T2" fmla="*/ 2490 w 5072"/>
                <a:gd name="T3" fmla="*/ 0 h 2896"/>
                <a:gd name="T4" fmla="*/ 28 w 5072"/>
                <a:gd name="T5" fmla="*/ 452 h 2896"/>
                <a:gd name="T6" fmla="*/ 0 w 5072"/>
                <a:gd name="T7" fmla="*/ 755 h 2896"/>
                <a:gd name="T8" fmla="*/ 322 w 5072"/>
                <a:gd name="T9" fmla="*/ 1798 h 2896"/>
                <a:gd name="T10" fmla="*/ 2490 w 5072"/>
                <a:gd name="T11" fmla="*/ 2895 h 2896"/>
                <a:gd name="T12" fmla="*/ 4722 w 5072"/>
                <a:gd name="T13" fmla="*/ 1857 h 2896"/>
                <a:gd name="T14" fmla="*/ 4997 w 5072"/>
                <a:gd name="T15" fmla="*/ 1436 h 2896"/>
                <a:gd name="T16" fmla="*/ 5071 w 5072"/>
                <a:gd name="T17" fmla="*/ 755 h 2896"/>
                <a:gd name="T18" fmla="*/ 5048 w 5072"/>
                <a:gd name="T19" fmla="*/ 484 h 2896"/>
                <a:gd name="T20" fmla="*/ 3905 w 5072"/>
                <a:gd name="T21" fmla="*/ 2014 h 2896"/>
                <a:gd name="T22" fmla="*/ 2490 w 5072"/>
                <a:gd name="T23" fmla="*/ 2644 h 2896"/>
                <a:gd name="T24" fmla="*/ 1081 w 5072"/>
                <a:gd name="T25" fmla="*/ 2014 h 2896"/>
                <a:gd name="T26" fmla="*/ 609 w 5072"/>
                <a:gd name="T27" fmla="*/ 598 h 2896"/>
                <a:gd name="T28" fmla="*/ 2490 w 5072"/>
                <a:gd name="T29" fmla="*/ 244 h 2896"/>
                <a:gd name="T30" fmla="*/ 4372 w 5072"/>
                <a:gd name="T31" fmla="*/ 598 h 2896"/>
                <a:gd name="T32" fmla="*/ 3905 w 5072"/>
                <a:gd name="T33" fmla="*/ 2014 h 2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72" h="2896">
                  <a:moveTo>
                    <a:pt x="5048" y="484"/>
                  </a:moveTo>
                  <a:cubicBezTo>
                    <a:pt x="4231" y="195"/>
                    <a:pt x="3337" y="0"/>
                    <a:pt x="2490" y="0"/>
                  </a:cubicBezTo>
                  <a:cubicBezTo>
                    <a:pt x="1549" y="0"/>
                    <a:pt x="878" y="155"/>
                    <a:pt x="28" y="452"/>
                  </a:cubicBezTo>
                  <a:cubicBezTo>
                    <a:pt x="11" y="557"/>
                    <a:pt x="0" y="659"/>
                    <a:pt x="0" y="755"/>
                  </a:cubicBezTo>
                  <a:cubicBezTo>
                    <a:pt x="0" y="1298"/>
                    <a:pt x="55" y="1507"/>
                    <a:pt x="322" y="1798"/>
                  </a:cubicBezTo>
                  <a:cubicBezTo>
                    <a:pt x="813" y="2291"/>
                    <a:pt x="1605" y="2895"/>
                    <a:pt x="2490" y="2895"/>
                  </a:cubicBezTo>
                  <a:cubicBezTo>
                    <a:pt x="3358" y="2895"/>
                    <a:pt x="4118" y="2443"/>
                    <a:pt x="4722" y="1857"/>
                  </a:cubicBezTo>
                  <a:cubicBezTo>
                    <a:pt x="4863" y="1707"/>
                    <a:pt x="4947" y="1581"/>
                    <a:pt x="4997" y="1436"/>
                  </a:cubicBezTo>
                  <a:cubicBezTo>
                    <a:pt x="5054" y="1269"/>
                    <a:pt x="5071" y="1066"/>
                    <a:pt x="5071" y="755"/>
                  </a:cubicBezTo>
                  <a:cubicBezTo>
                    <a:pt x="5071" y="669"/>
                    <a:pt x="5062" y="578"/>
                    <a:pt x="5048" y="484"/>
                  </a:cubicBezTo>
                  <a:close/>
                  <a:moveTo>
                    <a:pt x="3905" y="2014"/>
                  </a:moveTo>
                  <a:cubicBezTo>
                    <a:pt x="3591" y="2329"/>
                    <a:pt x="3118" y="2644"/>
                    <a:pt x="2490" y="2644"/>
                  </a:cubicBezTo>
                  <a:cubicBezTo>
                    <a:pt x="1863" y="2644"/>
                    <a:pt x="1394" y="2329"/>
                    <a:pt x="1081" y="2014"/>
                  </a:cubicBezTo>
                  <a:cubicBezTo>
                    <a:pt x="610" y="1385"/>
                    <a:pt x="610" y="1081"/>
                    <a:pt x="609" y="598"/>
                  </a:cubicBezTo>
                  <a:cubicBezTo>
                    <a:pt x="845" y="362"/>
                    <a:pt x="1667" y="244"/>
                    <a:pt x="2490" y="244"/>
                  </a:cubicBezTo>
                  <a:cubicBezTo>
                    <a:pt x="3314" y="244"/>
                    <a:pt x="4137" y="362"/>
                    <a:pt x="4372" y="598"/>
                  </a:cubicBezTo>
                  <a:cubicBezTo>
                    <a:pt x="4372" y="1070"/>
                    <a:pt x="4375" y="1385"/>
                    <a:pt x="3905" y="201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xmlns="" id="{A2F64D9B-9B95-4730-81CA-49022703E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3534" y="4490616"/>
              <a:ext cx="829656" cy="481349"/>
            </a:xfrm>
            <a:custGeom>
              <a:avLst/>
              <a:gdLst>
                <a:gd name="T0" fmla="*/ 4895 w 4896"/>
                <a:gd name="T1" fmla="*/ 2838 h 2839"/>
                <a:gd name="T2" fmla="*/ 2396 w 4896"/>
                <a:gd name="T3" fmla="*/ 2393 h 2839"/>
                <a:gd name="T4" fmla="*/ 0 w 4896"/>
                <a:gd name="T5" fmla="*/ 2802 h 2839"/>
                <a:gd name="T6" fmla="*/ 833 w 4896"/>
                <a:gd name="T7" fmla="*/ 1193 h 2839"/>
                <a:gd name="T8" fmla="*/ 1670 w 4896"/>
                <a:gd name="T9" fmla="*/ 331 h 2839"/>
                <a:gd name="T10" fmla="*/ 2435 w 4896"/>
                <a:gd name="T11" fmla="*/ 0 h 2839"/>
                <a:gd name="T12" fmla="*/ 3209 w 4896"/>
                <a:gd name="T13" fmla="*/ 331 h 2839"/>
                <a:gd name="T14" fmla="*/ 4054 w 4896"/>
                <a:gd name="T15" fmla="*/ 1193 h 2839"/>
                <a:gd name="T16" fmla="*/ 4895 w 4896"/>
                <a:gd name="T17" fmla="*/ 2838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96" h="2839">
                  <a:moveTo>
                    <a:pt x="4895" y="2838"/>
                  </a:moveTo>
                  <a:cubicBezTo>
                    <a:pt x="4096" y="2569"/>
                    <a:pt x="3231" y="2393"/>
                    <a:pt x="2396" y="2393"/>
                  </a:cubicBezTo>
                  <a:cubicBezTo>
                    <a:pt x="1484" y="2393"/>
                    <a:pt x="800" y="2534"/>
                    <a:pt x="0" y="2802"/>
                  </a:cubicBezTo>
                  <a:cubicBezTo>
                    <a:pt x="148" y="2273"/>
                    <a:pt x="458" y="1688"/>
                    <a:pt x="833" y="1193"/>
                  </a:cubicBezTo>
                  <a:cubicBezTo>
                    <a:pt x="1096" y="846"/>
                    <a:pt x="1387" y="544"/>
                    <a:pt x="1670" y="331"/>
                  </a:cubicBezTo>
                  <a:cubicBezTo>
                    <a:pt x="1954" y="118"/>
                    <a:pt x="2229" y="0"/>
                    <a:pt x="2435" y="0"/>
                  </a:cubicBezTo>
                  <a:cubicBezTo>
                    <a:pt x="2647" y="0"/>
                    <a:pt x="2924" y="118"/>
                    <a:pt x="3209" y="331"/>
                  </a:cubicBezTo>
                  <a:cubicBezTo>
                    <a:pt x="3495" y="544"/>
                    <a:pt x="3790" y="846"/>
                    <a:pt x="4054" y="1193"/>
                  </a:cubicBezTo>
                  <a:cubicBezTo>
                    <a:pt x="4440" y="1699"/>
                    <a:pt x="4752" y="2300"/>
                    <a:pt x="4895" y="2838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EF2D844-4C34-4DD3-AB78-0A283EBE8795}"/>
              </a:ext>
            </a:extLst>
          </p:cNvPr>
          <p:cNvSpPr/>
          <p:nvPr/>
        </p:nvSpPr>
        <p:spPr>
          <a:xfrm>
            <a:off x="5547641" y="791083"/>
            <a:ext cx="36000" cy="52045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0228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4B1736F7-DEB6-45AC-B5ED-232C5733A4E1}"/>
              </a:ext>
            </a:extLst>
          </p:cNvPr>
          <p:cNvSpPr txBox="1"/>
          <p:nvPr/>
        </p:nvSpPr>
        <p:spPr>
          <a:xfrm>
            <a:off x="2133274" y="603922"/>
            <a:ext cx="7981590" cy="3847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PT Sans" panose="020B0503020203020204" pitchFamily="34" charset="0"/>
              </a:rPr>
              <a:t>Noble Ideas, Ethics, And Love Of The Law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B31612DC-7D63-4ED1-9A5F-8AC0476B910E}"/>
              </a:ext>
            </a:extLst>
          </p:cNvPr>
          <p:cNvSpPr/>
          <p:nvPr/>
        </p:nvSpPr>
        <p:spPr>
          <a:xfrm>
            <a:off x="2212469" y="1181374"/>
            <a:ext cx="7823200" cy="524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Collaboratively administrate empowered markets via plug-and-play networks. Dynamic procrastinate B2C users after installed base benefits dramatic visualize. Standards in web readiness. scale  future-proof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5FA7426D-F43C-4850-BFAC-5B87978FFF63}"/>
              </a:ext>
            </a:extLst>
          </p:cNvPr>
          <p:cNvSpPr txBox="1"/>
          <p:nvPr/>
        </p:nvSpPr>
        <p:spPr>
          <a:xfrm>
            <a:off x="2077136" y="5174917"/>
            <a:ext cx="315386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Lato" charset="0"/>
              </a:rPr>
              <a:t>Your Lawn's Beautician</a:t>
            </a:r>
          </a:p>
        </p:txBody>
      </p:sp>
      <p:sp>
        <p:nvSpPr>
          <p:cNvPr id="50" name="7 CuadroTexto">
            <a:extLst>
              <a:ext uri="{FF2B5EF4-FFF2-40B4-BE49-F238E27FC236}">
                <a16:creationId xmlns:a16="http://schemas.microsoft.com/office/drawing/2014/main" xmlns="" id="{55AD872A-55D2-49AF-BF92-5B77FC2DB59A}"/>
              </a:ext>
            </a:extLst>
          </p:cNvPr>
          <p:cNvSpPr txBox="1"/>
          <p:nvPr/>
        </p:nvSpPr>
        <p:spPr>
          <a:xfrm>
            <a:off x="2133274" y="5452961"/>
            <a:ext cx="3097723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Make a type book known printer took of type good user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testing procedures for good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networks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pursue.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1619B3D1-E1C2-4B69-B27C-B2D9E47658DF}"/>
              </a:ext>
            </a:extLst>
          </p:cNvPr>
          <p:cNvGrpSpPr/>
          <p:nvPr/>
        </p:nvGrpSpPr>
        <p:grpSpPr>
          <a:xfrm>
            <a:off x="2619067" y="2391091"/>
            <a:ext cx="2126138" cy="2334807"/>
            <a:chOff x="9712730" y="5554137"/>
            <a:chExt cx="716060" cy="786338"/>
          </a:xfrm>
        </p:grpSpPr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xmlns="" id="{DEA453E8-5D04-4966-95DA-E8AE57E72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3332" y="5943508"/>
              <a:ext cx="207032" cy="207030"/>
            </a:xfrm>
            <a:custGeom>
              <a:avLst/>
              <a:gdLst>
                <a:gd name="T0" fmla="*/ 361 w 482"/>
                <a:gd name="T1" fmla="*/ 31 h 482"/>
                <a:gd name="T2" fmla="*/ 241 w 482"/>
                <a:gd name="T3" fmla="*/ 0 h 482"/>
                <a:gd name="T4" fmla="*/ 0 w 482"/>
                <a:gd name="T5" fmla="*/ 241 h 482"/>
                <a:gd name="T6" fmla="*/ 40 w 482"/>
                <a:gd name="T7" fmla="*/ 375 h 482"/>
                <a:gd name="T8" fmla="*/ 241 w 482"/>
                <a:gd name="T9" fmla="*/ 481 h 482"/>
                <a:gd name="T10" fmla="*/ 481 w 482"/>
                <a:gd name="T11" fmla="*/ 241 h 482"/>
                <a:gd name="T12" fmla="*/ 361 w 482"/>
                <a:gd name="T13" fmla="*/ 31 h 482"/>
                <a:gd name="T14" fmla="*/ 338 w 482"/>
                <a:gd name="T15" fmla="*/ 324 h 482"/>
                <a:gd name="T16" fmla="*/ 284 w 482"/>
                <a:gd name="T17" fmla="*/ 393 h 482"/>
                <a:gd name="T18" fmla="*/ 255 w 482"/>
                <a:gd name="T19" fmla="*/ 401 h 482"/>
                <a:gd name="T20" fmla="*/ 255 w 482"/>
                <a:gd name="T21" fmla="*/ 436 h 482"/>
                <a:gd name="T22" fmla="*/ 220 w 482"/>
                <a:gd name="T23" fmla="*/ 436 h 482"/>
                <a:gd name="T24" fmla="*/ 220 w 482"/>
                <a:gd name="T25" fmla="*/ 401 h 482"/>
                <a:gd name="T26" fmla="*/ 186 w 482"/>
                <a:gd name="T27" fmla="*/ 395 h 482"/>
                <a:gd name="T28" fmla="*/ 146 w 482"/>
                <a:gd name="T29" fmla="*/ 381 h 482"/>
                <a:gd name="T30" fmla="*/ 143 w 482"/>
                <a:gd name="T31" fmla="*/ 375 h 482"/>
                <a:gd name="T32" fmla="*/ 155 w 482"/>
                <a:gd name="T33" fmla="*/ 347 h 482"/>
                <a:gd name="T34" fmla="*/ 163 w 482"/>
                <a:gd name="T35" fmla="*/ 350 h 482"/>
                <a:gd name="T36" fmla="*/ 235 w 482"/>
                <a:gd name="T37" fmla="*/ 367 h 482"/>
                <a:gd name="T38" fmla="*/ 263 w 482"/>
                <a:gd name="T39" fmla="*/ 361 h 482"/>
                <a:gd name="T40" fmla="*/ 275 w 482"/>
                <a:gd name="T41" fmla="*/ 275 h 482"/>
                <a:gd name="T42" fmla="*/ 232 w 482"/>
                <a:gd name="T43" fmla="*/ 252 h 482"/>
                <a:gd name="T44" fmla="*/ 178 w 482"/>
                <a:gd name="T45" fmla="*/ 223 h 482"/>
                <a:gd name="T46" fmla="*/ 180 w 482"/>
                <a:gd name="T47" fmla="*/ 103 h 482"/>
                <a:gd name="T48" fmla="*/ 223 w 482"/>
                <a:gd name="T49" fmla="*/ 83 h 482"/>
                <a:gd name="T50" fmla="*/ 232 w 482"/>
                <a:gd name="T51" fmla="*/ 80 h 482"/>
                <a:gd name="T52" fmla="*/ 232 w 482"/>
                <a:gd name="T53" fmla="*/ 46 h 482"/>
                <a:gd name="T54" fmla="*/ 263 w 482"/>
                <a:gd name="T55" fmla="*/ 46 h 482"/>
                <a:gd name="T56" fmla="*/ 263 w 482"/>
                <a:gd name="T57" fmla="*/ 77 h 482"/>
                <a:gd name="T58" fmla="*/ 301 w 482"/>
                <a:gd name="T59" fmla="*/ 83 h 482"/>
                <a:gd name="T60" fmla="*/ 329 w 482"/>
                <a:gd name="T61" fmla="*/ 94 h 482"/>
                <a:gd name="T62" fmla="*/ 332 w 482"/>
                <a:gd name="T63" fmla="*/ 100 h 482"/>
                <a:gd name="T64" fmla="*/ 321 w 482"/>
                <a:gd name="T65" fmla="*/ 132 h 482"/>
                <a:gd name="T66" fmla="*/ 281 w 482"/>
                <a:gd name="T67" fmla="*/ 117 h 482"/>
                <a:gd name="T68" fmla="*/ 232 w 482"/>
                <a:gd name="T69" fmla="*/ 120 h 482"/>
                <a:gd name="T70" fmla="*/ 200 w 482"/>
                <a:gd name="T71" fmla="*/ 155 h 482"/>
                <a:gd name="T72" fmla="*/ 218 w 482"/>
                <a:gd name="T73" fmla="*/ 198 h 482"/>
                <a:gd name="T74" fmla="*/ 258 w 482"/>
                <a:gd name="T75" fmla="*/ 218 h 482"/>
                <a:gd name="T76" fmla="*/ 309 w 482"/>
                <a:gd name="T77" fmla="*/ 244 h 482"/>
                <a:gd name="T78" fmla="*/ 338 w 482"/>
                <a:gd name="T79" fmla="*/ 324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82" h="482">
                  <a:moveTo>
                    <a:pt x="361" y="31"/>
                  </a:moveTo>
                  <a:cubicBezTo>
                    <a:pt x="327" y="11"/>
                    <a:pt x="284" y="0"/>
                    <a:pt x="241" y="0"/>
                  </a:cubicBezTo>
                  <a:cubicBezTo>
                    <a:pt x="106" y="0"/>
                    <a:pt x="0" y="109"/>
                    <a:pt x="0" y="241"/>
                  </a:cubicBezTo>
                  <a:cubicBezTo>
                    <a:pt x="0" y="289"/>
                    <a:pt x="14" y="335"/>
                    <a:pt x="40" y="375"/>
                  </a:cubicBezTo>
                  <a:cubicBezTo>
                    <a:pt x="83" y="441"/>
                    <a:pt x="157" y="481"/>
                    <a:pt x="241" y="481"/>
                  </a:cubicBezTo>
                  <a:cubicBezTo>
                    <a:pt x="372" y="481"/>
                    <a:pt x="481" y="372"/>
                    <a:pt x="481" y="241"/>
                  </a:cubicBezTo>
                  <a:cubicBezTo>
                    <a:pt x="481" y="152"/>
                    <a:pt x="435" y="74"/>
                    <a:pt x="361" y="31"/>
                  </a:cubicBezTo>
                  <a:close/>
                  <a:moveTo>
                    <a:pt x="338" y="324"/>
                  </a:moveTo>
                  <a:cubicBezTo>
                    <a:pt x="332" y="355"/>
                    <a:pt x="315" y="378"/>
                    <a:pt x="284" y="393"/>
                  </a:cubicBezTo>
                  <a:cubicBezTo>
                    <a:pt x="275" y="395"/>
                    <a:pt x="266" y="398"/>
                    <a:pt x="255" y="401"/>
                  </a:cubicBezTo>
                  <a:lnTo>
                    <a:pt x="255" y="436"/>
                  </a:lnTo>
                  <a:lnTo>
                    <a:pt x="220" y="436"/>
                  </a:lnTo>
                  <a:lnTo>
                    <a:pt x="220" y="401"/>
                  </a:lnTo>
                  <a:cubicBezTo>
                    <a:pt x="209" y="398"/>
                    <a:pt x="198" y="398"/>
                    <a:pt x="186" y="395"/>
                  </a:cubicBezTo>
                  <a:cubicBezTo>
                    <a:pt x="172" y="393"/>
                    <a:pt x="157" y="387"/>
                    <a:pt x="146" y="381"/>
                  </a:cubicBezTo>
                  <a:cubicBezTo>
                    <a:pt x="143" y="378"/>
                    <a:pt x="143" y="378"/>
                    <a:pt x="143" y="375"/>
                  </a:cubicBezTo>
                  <a:cubicBezTo>
                    <a:pt x="146" y="367"/>
                    <a:pt x="149" y="355"/>
                    <a:pt x="155" y="347"/>
                  </a:cubicBezTo>
                  <a:cubicBezTo>
                    <a:pt x="157" y="350"/>
                    <a:pt x="160" y="350"/>
                    <a:pt x="163" y="350"/>
                  </a:cubicBezTo>
                  <a:cubicBezTo>
                    <a:pt x="186" y="361"/>
                    <a:pt x="209" y="370"/>
                    <a:pt x="235" y="367"/>
                  </a:cubicBezTo>
                  <a:cubicBezTo>
                    <a:pt x="243" y="367"/>
                    <a:pt x="255" y="364"/>
                    <a:pt x="263" y="361"/>
                  </a:cubicBezTo>
                  <a:cubicBezTo>
                    <a:pt x="301" y="347"/>
                    <a:pt x="306" y="298"/>
                    <a:pt x="275" y="275"/>
                  </a:cubicBezTo>
                  <a:cubicBezTo>
                    <a:pt x="261" y="264"/>
                    <a:pt x="246" y="258"/>
                    <a:pt x="232" y="252"/>
                  </a:cubicBezTo>
                  <a:cubicBezTo>
                    <a:pt x="212" y="243"/>
                    <a:pt x="195" y="235"/>
                    <a:pt x="178" y="223"/>
                  </a:cubicBezTo>
                  <a:cubicBezTo>
                    <a:pt x="140" y="192"/>
                    <a:pt x="143" y="132"/>
                    <a:pt x="180" y="103"/>
                  </a:cubicBezTo>
                  <a:cubicBezTo>
                    <a:pt x="192" y="94"/>
                    <a:pt x="206" y="86"/>
                    <a:pt x="223" y="83"/>
                  </a:cubicBezTo>
                  <a:cubicBezTo>
                    <a:pt x="226" y="83"/>
                    <a:pt x="229" y="83"/>
                    <a:pt x="232" y="80"/>
                  </a:cubicBezTo>
                  <a:lnTo>
                    <a:pt x="232" y="46"/>
                  </a:lnTo>
                  <a:lnTo>
                    <a:pt x="263" y="46"/>
                  </a:lnTo>
                  <a:lnTo>
                    <a:pt x="263" y="77"/>
                  </a:lnTo>
                  <a:cubicBezTo>
                    <a:pt x="278" y="80"/>
                    <a:pt x="289" y="80"/>
                    <a:pt x="301" y="83"/>
                  </a:cubicBezTo>
                  <a:cubicBezTo>
                    <a:pt x="309" y="86"/>
                    <a:pt x="321" y="92"/>
                    <a:pt x="329" y="94"/>
                  </a:cubicBezTo>
                  <a:cubicBezTo>
                    <a:pt x="329" y="94"/>
                    <a:pt x="332" y="97"/>
                    <a:pt x="332" y="100"/>
                  </a:cubicBezTo>
                  <a:cubicBezTo>
                    <a:pt x="329" y="112"/>
                    <a:pt x="324" y="120"/>
                    <a:pt x="321" y="132"/>
                  </a:cubicBezTo>
                  <a:cubicBezTo>
                    <a:pt x="309" y="123"/>
                    <a:pt x="295" y="120"/>
                    <a:pt x="281" y="117"/>
                  </a:cubicBezTo>
                  <a:cubicBezTo>
                    <a:pt x="263" y="115"/>
                    <a:pt x="246" y="115"/>
                    <a:pt x="232" y="120"/>
                  </a:cubicBezTo>
                  <a:cubicBezTo>
                    <a:pt x="215" y="126"/>
                    <a:pt x="203" y="137"/>
                    <a:pt x="200" y="155"/>
                  </a:cubicBezTo>
                  <a:cubicBezTo>
                    <a:pt x="198" y="172"/>
                    <a:pt x="203" y="186"/>
                    <a:pt x="218" y="198"/>
                  </a:cubicBezTo>
                  <a:cubicBezTo>
                    <a:pt x="232" y="206"/>
                    <a:pt x="243" y="212"/>
                    <a:pt x="258" y="218"/>
                  </a:cubicBezTo>
                  <a:cubicBezTo>
                    <a:pt x="275" y="226"/>
                    <a:pt x="292" y="232"/>
                    <a:pt x="309" y="244"/>
                  </a:cubicBezTo>
                  <a:cubicBezTo>
                    <a:pt x="329" y="261"/>
                    <a:pt x="341" y="289"/>
                    <a:pt x="338" y="3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xmlns="" id="{5200926A-F78A-4AB0-AB74-27C8D9BE8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012" y="5897923"/>
              <a:ext cx="32289" cy="39886"/>
            </a:xfrm>
            <a:custGeom>
              <a:avLst/>
              <a:gdLst>
                <a:gd name="T0" fmla="*/ 43 w 73"/>
                <a:gd name="T1" fmla="*/ 83 h 93"/>
                <a:gd name="T2" fmla="*/ 14 w 73"/>
                <a:gd name="T3" fmla="*/ 92 h 93"/>
                <a:gd name="T4" fmla="*/ 3 w 73"/>
                <a:gd name="T5" fmla="*/ 37 h 93"/>
                <a:gd name="T6" fmla="*/ 26 w 73"/>
                <a:gd name="T7" fmla="*/ 3 h 93"/>
                <a:gd name="T8" fmla="*/ 60 w 73"/>
                <a:gd name="T9" fmla="*/ 26 h 93"/>
                <a:gd name="T10" fmla="*/ 72 w 73"/>
                <a:gd name="T11" fmla="*/ 80 h 93"/>
                <a:gd name="T12" fmla="*/ 43 w 73"/>
                <a:gd name="T13" fmla="*/ 8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93">
                  <a:moveTo>
                    <a:pt x="43" y="83"/>
                  </a:moveTo>
                  <a:cubicBezTo>
                    <a:pt x="34" y="86"/>
                    <a:pt x="23" y="89"/>
                    <a:pt x="14" y="92"/>
                  </a:cubicBezTo>
                  <a:lnTo>
                    <a:pt x="3" y="37"/>
                  </a:lnTo>
                  <a:cubicBezTo>
                    <a:pt x="0" y="23"/>
                    <a:pt x="9" y="6"/>
                    <a:pt x="26" y="3"/>
                  </a:cubicBezTo>
                  <a:cubicBezTo>
                    <a:pt x="40" y="0"/>
                    <a:pt x="57" y="9"/>
                    <a:pt x="60" y="26"/>
                  </a:cubicBezTo>
                  <a:lnTo>
                    <a:pt x="72" y="80"/>
                  </a:lnTo>
                  <a:cubicBezTo>
                    <a:pt x="60" y="80"/>
                    <a:pt x="52" y="83"/>
                    <a:pt x="43" y="8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xmlns="" id="{9FE86EDB-27A3-4A7D-9804-098CF8B80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2730" y="5554137"/>
              <a:ext cx="716060" cy="387471"/>
            </a:xfrm>
            <a:custGeom>
              <a:avLst/>
              <a:gdLst>
                <a:gd name="T0" fmla="*/ 1657 w 1664"/>
                <a:gd name="T1" fmla="*/ 545 h 898"/>
                <a:gd name="T2" fmla="*/ 740 w 1664"/>
                <a:gd name="T3" fmla="*/ 69 h 898"/>
                <a:gd name="T4" fmla="*/ 734 w 1664"/>
                <a:gd name="T5" fmla="*/ 37 h 898"/>
                <a:gd name="T6" fmla="*/ 685 w 1664"/>
                <a:gd name="T7" fmla="*/ 6 h 898"/>
                <a:gd name="T8" fmla="*/ 654 w 1664"/>
                <a:gd name="T9" fmla="*/ 54 h 898"/>
                <a:gd name="T10" fmla="*/ 659 w 1664"/>
                <a:gd name="T11" fmla="*/ 86 h 898"/>
                <a:gd name="T12" fmla="*/ 0 w 1664"/>
                <a:gd name="T13" fmla="*/ 877 h 898"/>
                <a:gd name="T14" fmla="*/ 26 w 1664"/>
                <a:gd name="T15" fmla="*/ 886 h 898"/>
                <a:gd name="T16" fmla="*/ 183 w 1664"/>
                <a:gd name="T17" fmla="*/ 797 h 898"/>
                <a:gd name="T18" fmla="*/ 404 w 1664"/>
                <a:gd name="T19" fmla="*/ 851 h 898"/>
                <a:gd name="T20" fmla="*/ 427 w 1664"/>
                <a:gd name="T21" fmla="*/ 846 h 898"/>
                <a:gd name="T22" fmla="*/ 608 w 1664"/>
                <a:gd name="T23" fmla="*/ 711 h 898"/>
                <a:gd name="T24" fmla="*/ 829 w 1664"/>
                <a:gd name="T25" fmla="*/ 765 h 898"/>
                <a:gd name="T26" fmla="*/ 851 w 1664"/>
                <a:gd name="T27" fmla="*/ 760 h 898"/>
                <a:gd name="T28" fmla="*/ 1032 w 1664"/>
                <a:gd name="T29" fmla="*/ 625 h 898"/>
                <a:gd name="T30" fmla="*/ 1253 w 1664"/>
                <a:gd name="T31" fmla="*/ 679 h 898"/>
                <a:gd name="T32" fmla="*/ 1276 w 1664"/>
                <a:gd name="T33" fmla="*/ 674 h 898"/>
                <a:gd name="T34" fmla="*/ 1456 w 1664"/>
                <a:gd name="T35" fmla="*/ 539 h 898"/>
                <a:gd name="T36" fmla="*/ 1637 w 1664"/>
                <a:gd name="T37" fmla="*/ 562 h 898"/>
                <a:gd name="T38" fmla="*/ 1657 w 1664"/>
                <a:gd name="T39" fmla="*/ 545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64" h="898">
                  <a:moveTo>
                    <a:pt x="1657" y="545"/>
                  </a:moveTo>
                  <a:cubicBezTo>
                    <a:pt x="1485" y="212"/>
                    <a:pt x="1121" y="11"/>
                    <a:pt x="740" y="69"/>
                  </a:cubicBezTo>
                  <a:lnTo>
                    <a:pt x="734" y="37"/>
                  </a:lnTo>
                  <a:cubicBezTo>
                    <a:pt x="728" y="14"/>
                    <a:pt x="708" y="0"/>
                    <a:pt x="685" y="6"/>
                  </a:cubicBezTo>
                  <a:cubicBezTo>
                    <a:pt x="662" y="11"/>
                    <a:pt x="648" y="31"/>
                    <a:pt x="654" y="54"/>
                  </a:cubicBezTo>
                  <a:lnTo>
                    <a:pt x="659" y="86"/>
                  </a:lnTo>
                  <a:cubicBezTo>
                    <a:pt x="287" y="181"/>
                    <a:pt x="29" y="504"/>
                    <a:pt x="0" y="877"/>
                  </a:cubicBezTo>
                  <a:cubicBezTo>
                    <a:pt x="0" y="891"/>
                    <a:pt x="17" y="897"/>
                    <a:pt x="26" y="886"/>
                  </a:cubicBezTo>
                  <a:cubicBezTo>
                    <a:pt x="57" y="843"/>
                    <a:pt x="115" y="808"/>
                    <a:pt x="183" y="797"/>
                  </a:cubicBezTo>
                  <a:cubicBezTo>
                    <a:pt x="275" y="780"/>
                    <a:pt x="361" y="803"/>
                    <a:pt x="404" y="851"/>
                  </a:cubicBezTo>
                  <a:cubicBezTo>
                    <a:pt x="410" y="860"/>
                    <a:pt x="424" y="857"/>
                    <a:pt x="427" y="846"/>
                  </a:cubicBezTo>
                  <a:cubicBezTo>
                    <a:pt x="447" y="785"/>
                    <a:pt x="516" y="728"/>
                    <a:pt x="608" y="711"/>
                  </a:cubicBezTo>
                  <a:cubicBezTo>
                    <a:pt x="700" y="694"/>
                    <a:pt x="786" y="717"/>
                    <a:pt x="829" y="765"/>
                  </a:cubicBezTo>
                  <a:cubicBezTo>
                    <a:pt x="834" y="774"/>
                    <a:pt x="849" y="771"/>
                    <a:pt x="851" y="760"/>
                  </a:cubicBezTo>
                  <a:cubicBezTo>
                    <a:pt x="872" y="699"/>
                    <a:pt x="940" y="642"/>
                    <a:pt x="1032" y="625"/>
                  </a:cubicBezTo>
                  <a:cubicBezTo>
                    <a:pt x="1124" y="608"/>
                    <a:pt x="1210" y="631"/>
                    <a:pt x="1253" y="679"/>
                  </a:cubicBezTo>
                  <a:cubicBezTo>
                    <a:pt x="1259" y="688"/>
                    <a:pt x="1273" y="685"/>
                    <a:pt x="1276" y="674"/>
                  </a:cubicBezTo>
                  <a:cubicBezTo>
                    <a:pt x="1296" y="613"/>
                    <a:pt x="1365" y="556"/>
                    <a:pt x="1456" y="539"/>
                  </a:cubicBezTo>
                  <a:cubicBezTo>
                    <a:pt x="1525" y="524"/>
                    <a:pt x="1591" y="536"/>
                    <a:pt x="1637" y="562"/>
                  </a:cubicBezTo>
                  <a:cubicBezTo>
                    <a:pt x="1648" y="570"/>
                    <a:pt x="1663" y="559"/>
                    <a:pt x="1657" y="54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xmlns="" id="{8C2412A9-FD92-4971-9918-3F58A41F9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7911" y="6158136"/>
              <a:ext cx="112063" cy="182339"/>
            </a:xfrm>
            <a:custGeom>
              <a:avLst/>
              <a:gdLst>
                <a:gd name="T0" fmla="*/ 212 w 259"/>
                <a:gd name="T1" fmla="*/ 109 h 422"/>
                <a:gd name="T2" fmla="*/ 246 w 259"/>
                <a:gd name="T3" fmla="*/ 275 h 422"/>
                <a:gd name="T4" fmla="*/ 157 w 259"/>
                <a:gd name="T5" fmla="*/ 410 h 422"/>
                <a:gd name="T6" fmla="*/ 23 w 259"/>
                <a:gd name="T7" fmla="*/ 321 h 422"/>
                <a:gd name="T8" fmla="*/ 5 w 259"/>
                <a:gd name="T9" fmla="*/ 229 h 422"/>
                <a:gd name="T10" fmla="*/ 40 w 259"/>
                <a:gd name="T11" fmla="*/ 177 h 422"/>
                <a:gd name="T12" fmla="*/ 91 w 259"/>
                <a:gd name="T13" fmla="*/ 212 h 422"/>
                <a:gd name="T14" fmla="*/ 109 w 259"/>
                <a:gd name="T15" fmla="*/ 303 h 422"/>
                <a:gd name="T16" fmla="*/ 140 w 259"/>
                <a:gd name="T17" fmla="*/ 324 h 422"/>
                <a:gd name="T18" fmla="*/ 160 w 259"/>
                <a:gd name="T19" fmla="*/ 292 h 422"/>
                <a:gd name="T20" fmla="*/ 126 w 259"/>
                <a:gd name="T21" fmla="*/ 126 h 422"/>
                <a:gd name="T22" fmla="*/ 135 w 259"/>
                <a:gd name="T23" fmla="*/ 91 h 422"/>
                <a:gd name="T24" fmla="*/ 117 w 259"/>
                <a:gd name="T25" fmla="*/ 11 h 422"/>
                <a:gd name="T26" fmla="*/ 146 w 259"/>
                <a:gd name="T27" fmla="*/ 8 h 422"/>
                <a:gd name="T28" fmla="*/ 175 w 259"/>
                <a:gd name="T29" fmla="*/ 0 h 422"/>
                <a:gd name="T30" fmla="*/ 192 w 259"/>
                <a:gd name="T31" fmla="*/ 80 h 422"/>
                <a:gd name="T32" fmla="*/ 212 w 259"/>
                <a:gd name="T33" fmla="*/ 109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9" h="422">
                  <a:moveTo>
                    <a:pt x="212" y="109"/>
                  </a:moveTo>
                  <a:lnTo>
                    <a:pt x="246" y="275"/>
                  </a:lnTo>
                  <a:cubicBezTo>
                    <a:pt x="258" y="338"/>
                    <a:pt x="218" y="398"/>
                    <a:pt x="157" y="410"/>
                  </a:cubicBezTo>
                  <a:cubicBezTo>
                    <a:pt x="97" y="421"/>
                    <a:pt x="34" y="381"/>
                    <a:pt x="23" y="321"/>
                  </a:cubicBezTo>
                  <a:lnTo>
                    <a:pt x="5" y="229"/>
                  </a:lnTo>
                  <a:cubicBezTo>
                    <a:pt x="0" y="206"/>
                    <a:pt x="17" y="183"/>
                    <a:pt x="40" y="177"/>
                  </a:cubicBezTo>
                  <a:cubicBezTo>
                    <a:pt x="63" y="172"/>
                    <a:pt x="86" y="189"/>
                    <a:pt x="91" y="212"/>
                  </a:cubicBezTo>
                  <a:lnTo>
                    <a:pt x="109" y="303"/>
                  </a:lnTo>
                  <a:cubicBezTo>
                    <a:pt x="112" y="318"/>
                    <a:pt x="126" y="326"/>
                    <a:pt x="140" y="324"/>
                  </a:cubicBezTo>
                  <a:cubicBezTo>
                    <a:pt x="155" y="321"/>
                    <a:pt x="163" y="306"/>
                    <a:pt x="160" y="292"/>
                  </a:cubicBezTo>
                  <a:lnTo>
                    <a:pt x="126" y="126"/>
                  </a:lnTo>
                  <a:cubicBezTo>
                    <a:pt x="123" y="114"/>
                    <a:pt x="126" y="100"/>
                    <a:pt x="135" y="91"/>
                  </a:cubicBezTo>
                  <a:lnTo>
                    <a:pt x="117" y="11"/>
                  </a:lnTo>
                  <a:cubicBezTo>
                    <a:pt x="126" y="11"/>
                    <a:pt x="137" y="8"/>
                    <a:pt x="146" y="8"/>
                  </a:cubicBezTo>
                  <a:cubicBezTo>
                    <a:pt x="155" y="5"/>
                    <a:pt x="166" y="2"/>
                    <a:pt x="175" y="0"/>
                  </a:cubicBezTo>
                  <a:lnTo>
                    <a:pt x="192" y="80"/>
                  </a:lnTo>
                  <a:cubicBezTo>
                    <a:pt x="200" y="86"/>
                    <a:pt x="209" y="97"/>
                    <a:pt x="212" y="10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CFD27126-17D6-4D5C-9E01-8C5C947C5139}"/>
              </a:ext>
            </a:extLst>
          </p:cNvPr>
          <p:cNvSpPr txBox="1"/>
          <p:nvPr/>
        </p:nvSpPr>
        <p:spPr>
          <a:xfrm>
            <a:off x="6961003" y="5174917"/>
            <a:ext cx="315386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Times Sans Serif" panose="02020603050405020304" pitchFamily="18" charset="0"/>
              </a:rPr>
              <a:t>Bringing Law To Life</a:t>
            </a:r>
          </a:p>
        </p:txBody>
      </p:sp>
      <p:sp>
        <p:nvSpPr>
          <p:cNvPr id="48" name="7 CuadroTexto">
            <a:extLst>
              <a:ext uri="{FF2B5EF4-FFF2-40B4-BE49-F238E27FC236}">
                <a16:creationId xmlns:a16="http://schemas.microsoft.com/office/drawing/2014/main" xmlns="" id="{A9933682-F253-4AA2-9DA0-AFE42FDDAD5D}"/>
              </a:ext>
            </a:extLst>
          </p:cNvPr>
          <p:cNvSpPr txBox="1"/>
          <p:nvPr/>
        </p:nvSpPr>
        <p:spPr>
          <a:xfrm>
            <a:off x="7017141" y="5452961"/>
            <a:ext cx="3097723" cy="801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Arimo" panose="020B0604020202020204" pitchFamily="34" charset="0"/>
              </a:rPr>
              <a:t>Make a type book known printer took of type good user </a:t>
            </a:r>
            <a:r>
              <a:rPr lang="en-US" alt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testing procedures for good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rPr>
              <a:t>networks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Open Sans" panose="020B0606030504020204" pitchFamily="34" charset="0"/>
              </a:rPr>
              <a:t>pursue.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0"/>
              <a:ea typeface="PT Sans" panose="020B0503020203020204" pitchFamily="34" charset="0"/>
              <a:cs typeface="Arimo" panose="020B0604020202020204" pitchFamily="34" charset="0"/>
            </a:endParaRPr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xmlns="" id="{9A931BA5-C3F6-4FB3-91A6-D9C7166D5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9050" y="2814728"/>
            <a:ext cx="471777" cy="471776"/>
          </a:xfrm>
          <a:custGeom>
            <a:avLst/>
            <a:gdLst>
              <a:gd name="T0" fmla="*/ 429 w 430"/>
              <a:gd name="T1" fmla="*/ 215 h 430"/>
              <a:gd name="T2" fmla="*/ 400 w 430"/>
              <a:gd name="T3" fmla="*/ 322 h 430"/>
              <a:gd name="T4" fmla="*/ 322 w 430"/>
              <a:gd name="T5" fmla="*/ 400 h 430"/>
              <a:gd name="T6" fmla="*/ 214 w 430"/>
              <a:gd name="T7" fmla="*/ 429 h 430"/>
              <a:gd name="T8" fmla="*/ 107 w 430"/>
              <a:gd name="T9" fmla="*/ 400 h 430"/>
              <a:gd name="T10" fmla="*/ 29 w 430"/>
              <a:gd name="T11" fmla="*/ 322 h 430"/>
              <a:gd name="T12" fmla="*/ 0 w 430"/>
              <a:gd name="T13" fmla="*/ 215 h 430"/>
              <a:gd name="T14" fmla="*/ 29 w 430"/>
              <a:gd name="T15" fmla="*/ 107 h 430"/>
              <a:gd name="T16" fmla="*/ 107 w 430"/>
              <a:gd name="T17" fmla="*/ 29 h 430"/>
              <a:gd name="T18" fmla="*/ 214 w 430"/>
              <a:gd name="T19" fmla="*/ 0 h 430"/>
              <a:gd name="T20" fmla="*/ 322 w 430"/>
              <a:gd name="T21" fmla="*/ 29 h 430"/>
              <a:gd name="T22" fmla="*/ 400 w 430"/>
              <a:gd name="T23" fmla="*/ 107 h 430"/>
              <a:gd name="T24" fmla="*/ 429 w 430"/>
              <a:gd name="T25" fmla="*/ 215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30" h="430">
                <a:moveTo>
                  <a:pt x="429" y="215"/>
                </a:moveTo>
                <a:cubicBezTo>
                  <a:pt x="429" y="254"/>
                  <a:pt x="420" y="288"/>
                  <a:pt x="400" y="322"/>
                </a:cubicBezTo>
                <a:cubicBezTo>
                  <a:pt x="381" y="356"/>
                  <a:pt x="356" y="381"/>
                  <a:pt x="322" y="400"/>
                </a:cubicBezTo>
                <a:cubicBezTo>
                  <a:pt x="288" y="420"/>
                  <a:pt x="254" y="429"/>
                  <a:pt x="214" y="429"/>
                </a:cubicBezTo>
                <a:cubicBezTo>
                  <a:pt x="175" y="429"/>
                  <a:pt x="141" y="420"/>
                  <a:pt x="107" y="400"/>
                </a:cubicBezTo>
                <a:cubicBezTo>
                  <a:pt x="73" y="381"/>
                  <a:pt x="49" y="356"/>
                  <a:pt x="29" y="322"/>
                </a:cubicBezTo>
                <a:cubicBezTo>
                  <a:pt x="10" y="288"/>
                  <a:pt x="0" y="255"/>
                  <a:pt x="0" y="215"/>
                </a:cubicBezTo>
                <a:cubicBezTo>
                  <a:pt x="0" y="176"/>
                  <a:pt x="10" y="142"/>
                  <a:pt x="29" y="107"/>
                </a:cubicBezTo>
                <a:cubicBezTo>
                  <a:pt x="49" y="73"/>
                  <a:pt x="73" y="49"/>
                  <a:pt x="107" y="29"/>
                </a:cubicBezTo>
                <a:cubicBezTo>
                  <a:pt x="141" y="9"/>
                  <a:pt x="175" y="0"/>
                  <a:pt x="214" y="0"/>
                </a:cubicBezTo>
                <a:cubicBezTo>
                  <a:pt x="254" y="0"/>
                  <a:pt x="288" y="9"/>
                  <a:pt x="322" y="29"/>
                </a:cubicBezTo>
                <a:cubicBezTo>
                  <a:pt x="356" y="49"/>
                  <a:pt x="381" y="73"/>
                  <a:pt x="400" y="107"/>
                </a:cubicBezTo>
                <a:cubicBezTo>
                  <a:pt x="420" y="142"/>
                  <a:pt x="429" y="175"/>
                  <a:pt x="429" y="21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14">
            <a:extLst>
              <a:ext uri="{FF2B5EF4-FFF2-40B4-BE49-F238E27FC236}">
                <a16:creationId xmlns:a16="http://schemas.microsoft.com/office/drawing/2014/main" xmlns="" id="{B4FFDCDC-5E3A-4854-8771-9EEB2340C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365" y="2800283"/>
            <a:ext cx="1343118" cy="1925615"/>
          </a:xfrm>
          <a:custGeom>
            <a:avLst/>
            <a:gdLst>
              <a:gd name="T0" fmla="*/ 1204 w 1232"/>
              <a:gd name="T1" fmla="*/ 729 h 1763"/>
              <a:gd name="T2" fmla="*/ 882 w 1232"/>
              <a:gd name="T3" fmla="*/ 498 h 1763"/>
              <a:gd name="T4" fmla="*/ 611 w 1232"/>
              <a:gd name="T5" fmla="*/ 498 h 1763"/>
              <a:gd name="T6" fmla="*/ 418 w 1232"/>
              <a:gd name="T7" fmla="*/ 370 h 1763"/>
              <a:gd name="T8" fmla="*/ 421 w 1232"/>
              <a:gd name="T9" fmla="*/ 93 h 1763"/>
              <a:gd name="T10" fmla="*/ 338 w 1232"/>
              <a:gd name="T11" fmla="*/ 2 h 1763"/>
              <a:gd name="T12" fmla="*/ 246 w 1232"/>
              <a:gd name="T13" fmla="*/ 85 h 1763"/>
              <a:gd name="T14" fmla="*/ 249 w 1232"/>
              <a:gd name="T15" fmla="*/ 421 h 1763"/>
              <a:gd name="T16" fmla="*/ 541 w 1232"/>
              <a:gd name="T17" fmla="*/ 657 h 1763"/>
              <a:gd name="T18" fmla="*/ 144 w 1232"/>
              <a:gd name="T19" fmla="*/ 946 h 1763"/>
              <a:gd name="T20" fmla="*/ 131 w 1232"/>
              <a:gd name="T21" fmla="*/ 1022 h 1763"/>
              <a:gd name="T22" fmla="*/ 249 w 1232"/>
              <a:gd name="T23" fmla="*/ 1110 h 1763"/>
              <a:gd name="T24" fmla="*/ 16 w 1232"/>
              <a:gd name="T25" fmla="*/ 1625 h 1763"/>
              <a:gd name="T26" fmla="*/ 83 w 1232"/>
              <a:gd name="T27" fmla="*/ 1754 h 1763"/>
              <a:gd name="T28" fmla="*/ 115 w 1232"/>
              <a:gd name="T29" fmla="*/ 1759 h 1763"/>
              <a:gd name="T30" fmla="*/ 214 w 1232"/>
              <a:gd name="T31" fmla="*/ 1687 h 1763"/>
              <a:gd name="T32" fmla="*/ 383 w 1232"/>
              <a:gd name="T33" fmla="*/ 1271 h 1763"/>
              <a:gd name="T34" fmla="*/ 448 w 1232"/>
              <a:gd name="T35" fmla="*/ 1236 h 1763"/>
              <a:gd name="T36" fmla="*/ 496 w 1232"/>
              <a:gd name="T37" fmla="*/ 1263 h 1763"/>
              <a:gd name="T38" fmla="*/ 442 w 1232"/>
              <a:gd name="T39" fmla="*/ 1427 h 1763"/>
              <a:gd name="T40" fmla="*/ 681 w 1232"/>
              <a:gd name="T41" fmla="*/ 1735 h 1763"/>
              <a:gd name="T42" fmla="*/ 751 w 1232"/>
              <a:gd name="T43" fmla="*/ 1762 h 1763"/>
              <a:gd name="T44" fmla="*/ 826 w 1232"/>
              <a:gd name="T45" fmla="*/ 1727 h 1763"/>
              <a:gd name="T46" fmla="*/ 820 w 1232"/>
              <a:gd name="T47" fmla="*/ 1580 h 1763"/>
              <a:gd name="T48" fmla="*/ 654 w 1232"/>
              <a:gd name="T49" fmla="*/ 1397 h 1763"/>
              <a:gd name="T50" fmla="*/ 697 w 1232"/>
              <a:gd name="T51" fmla="*/ 1349 h 1763"/>
              <a:gd name="T52" fmla="*/ 885 w 1232"/>
              <a:gd name="T53" fmla="*/ 1394 h 1763"/>
              <a:gd name="T54" fmla="*/ 930 w 1232"/>
              <a:gd name="T55" fmla="*/ 1360 h 1763"/>
              <a:gd name="T56" fmla="*/ 955 w 1232"/>
              <a:gd name="T57" fmla="*/ 716 h 1763"/>
              <a:gd name="T58" fmla="*/ 1048 w 1232"/>
              <a:gd name="T59" fmla="*/ 794 h 1763"/>
              <a:gd name="T60" fmla="*/ 1054 w 1232"/>
              <a:gd name="T61" fmla="*/ 1000 h 1763"/>
              <a:gd name="T62" fmla="*/ 1137 w 1232"/>
              <a:gd name="T63" fmla="*/ 1091 h 1763"/>
              <a:gd name="T64" fmla="*/ 1140 w 1232"/>
              <a:gd name="T65" fmla="*/ 1091 h 1763"/>
              <a:gd name="T66" fmla="*/ 1226 w 1232"/>
              <a:gd name="T67" fmla="*/ 1008 h 1763"/>
              <a:gd name="T68" fmla="*/ 1204 w 1232"/>
              <a:gd name="T69" fmla="*/ 729 h 1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32" h="1763">
                <a:moveTo>
                  <a:pt x="1204" y="729"/>
                </a:moveTo>
                <a:cubicBezTo>
                  <a:pt x="1172" y="649"/>
                  <a:pt x="963" y="498"/>
                  <a:pt x="882" y="498"/>
                </a:cubicBezTo>
                <a:lnTo>
                  <a:pt x="611" y="498"/>
                </a:lnTo>
                <a:cubicBezTo>
                  <a:pt x="574" y="493"/>
                  <a:pt x="448" y="407"/>
                  <a:pt x="418" y="370"/>
                </a:cubicBezTo>
                <a:cubicBezTo>
                  <a:pt x="413" y="329"/>
                  <a:pt x="415" y="201"/>
                  <a:pt x="421" y="93"/>
                </a:cubicBezTo>
                <a:cubicBezTo>
                  <a:pt x="423" y="45"/>
                  <a:pt x="386" y="5"/>
                  <a:pt x="338" y="2"/>
                </a:cubicBezTo>
                <a:cubicBezTo>
                  <a:pt x="289" y="0"/>
                  <a:pt x="249" y="37"/>
                  <a:pt x="246" y="85"/>
                </a:cubicBezTo>
                <a:cubicBezTo>
                  <a:pt x="241" y="187"/>
                  <a:pt x="233" y="364"/>
                  <a:pt x="249" y="421"/>
                </a:cubicBezTo>
                <a:cubicBezTo>
                  <a:pt x="273" y="498"/>
                  <a:pt x="432" y="617"/>
                  <a:pt x="541" y="657"/>
                </a:cubicBezTo>
                <a:cubicBezTo>
                  <a:pt x="466" y="826"/>
                  <a:pt x="260" y="912"/>
                  <a:pt x="144" y="946"/>
                </a:cubicBezTo>
                <a:cubicBezTo>
                  <a:pt x="110" y="957"/>
                  <a:pt x="102" y="1000"/>
                  <a:pt x="131" y="1022"/>
                </a:cubicBezTo>
                <a:cubicBezTo>
                  <a:pt x="161" y="1046"/>
                  <a:pt x="201" y="1075"/>
                  <a:pt x="249" y="1110"/>
                </a:cubicBezTo>
                <a:cubicBezTo>
                  <a:pt x="212" y="1142"/>
                  <a:pt x="136" y="1239"/>
                  <a:pt x="16" y="1625"/>
                </a:cubicBezTo>
                <a:cubicBezTo>
                  <a:pt x="0" y="1679"/>
                  <a:pt x="29" y="1738"/>
                  <a:pt x="83" y="1754"/>
                </a:cubicBezTo>
                <a:cubicBezTo>
                  <a:pt x="93" y="1757"/>
                  <a:pt x="104" y="1759"/>
                  <a:pt x="115" y="1759"/>
                </a:cubicBezTo>
                <a:cubicBezTo>
                  <a:pt x="158" y="1759"/>
                  <a:pt x="201" y="1730"/>
                  <a:pt x="214" y="1687"/>
                </a:cubicBezTo>
                <a:cubicBezTo>
                  <a:pt x="268" y="1518"/>
                  <a:pt x="346" y="1314"/>
                  <a:pt x="383" y="1271"/>
                </a:cubicBezTo>
                <a:cubicBezTo>
                  <a:pt x="399" y="1260"/>
                  <a:pt x="423" y="1250"/>
                  <a:pt x="448" y="1236"/>
                </a:cubicBezTo>
                <a:cubicBezTo>
                  <a:pt x="464" y="1244"/>
                  <a:pt x="480" y="1252"/>
                  <a:pt x="496" y="1263"/>
                </a:cubicBezTo>
                <a:cubicBezTo>
                  <a:pt x="456" y="1314"/>
                  <a:pt x="429" y="1368"/>
                  <a:pt x="442" y="1427"/>
                </a:cubicBezTo>
                <a:cubicBezTo>
                  <a:pt x="464" y="1523"/>
                  <a:pt x="601" y="1660"/>
                  <a:pt x="681" y="1735"/>
                </a:cubicBezTo>
                <a:cubicBezTo>
                  <a:pt x="700" y="1754"/>
                  <a:pt x="727" y="1762"/>
                  <a:pt x="751" y="1762"/>
                </a:cubicBezTo>
                <a:cubicBezTo>
                  <a:pt x="778" y="1762"/>
                  <a:pt x="807" y="1751"/>
                  <a:pt x="826" y="1727"/>
                </a:cubicBezTo>
                <a:cubicBezTo>
                  <a:pt x="863" y="1684"/>
                  <a:pt x="861" y="1620"/>
                  <a:pt x="820" y="1580"/>
                </a:cubicBezTo>
                <a:cubicBezTo>
                  <a:pt x="748" y="1515"/>
                  <a:pt x="678" y="1435"/>
                  <a:pt x="654" y="1397"/>
                </a:cubicBezTo>
                <a:cubicBezTo>
                  <a:pt x="665" y="1384"/>
                  <a:pt x="681" y="1368"/>
                  <a:pt x="697" y="1349"/>
                </a:cubicBezTo>
                <a:cubicBezTo>
                  <a:pt x="761" y="1370"/>
                  <a:pt x="823" y="1386"/>
                  <a:pt x="885" y="1394"/>
                </a:cubicBezTo>
                <a:cubicBezTo>
                  <a:pt x="906" y="1397"/>
                  <a:pt x="925" y="1381"/>
                  <a:pt x="930" y="1360"/>
                </a:cubicBezTo>
                <a:cubicBezTo>
                  <a:pt x="987" y="1094"/>
                  <a:pt x="965" y="818"/>
                  <a:pt x="955" y="716"/>
                </a:cubicBezTo>
                <a:cubicBezTo>
                  <a:pt x="995" y="743"/>
                  <a:pt x="1035" y="775"/>
                  <a:pt x="1048" y="794"/>
                </a:cubicBezTo>
                <a:cubicBezTo>
                  <a:pt x="1057" y="820"/>
                  <a:pt x="1059" y="914"/>
                  <a:pt x="1054" y="1000"/>
                </a:cubicBezTo>
                <a:cubicBezTo>
                  <a:pt x="1051" y="1048"/>
                  <a:pt x="1089" y="1089"/>
                  <a:pt x="1137" y="1091"/>
                </a:cubicBezTo>
                <a:lnTo>
                  <a:pt x="1140" y="1091"/>
                </a:lnTo>
                <a:cubicBezTo>
                  <a:pt x="1185" y="1091"/>
                  <a:pt x="1226" y="1054"/>
                  <a:pt x="1226" y="1008"/>
                </a:cubicBezTo>
                <a:cubicBezTo>
                  <a:pt x="1226" y="946"/>
                  <a:pt x="1231" y="794"/>
                  <a:pt x="1204" y="729"/>
                </a:cubicBezTo>
              </a:path>
            </a:pathLst>
          </a:custGeom>
          <a:solidFill>
            <a:schemeClr val="accent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Freeform 15">
            <a:extLst>
              <a:ext uri="{FF2B5EF4-FFF2-40B4-BE49-F238E27FC236}">
                <a16:creationId xmlns:a16="http://schemas.microsoft.com/office/drawing/2014/main" xmlns="" id="{A0A5F2F0-8155-4EAB-BB54-E9E868F3C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5930" y="2641423"/>
            <a:ext cx="471777" cy="471776"/>
          </a:xfrm>
          <a:custGeom>
            <a:avLst/>
            <a:gdLst>
              <a:gd name="T0" fmla="*/ 429 w 430"/>
              <a:gd name="T1" fmla="*/ 214 h 430"/>
              <a:gd name="T2" fmla="*/ 400 w 430"/>
              <a:gd name="T3" fmla="*/ 322 h 430"/>
              <a:gd name="T4" fmla="*/ 322 w 430"/>
              <a:gd name="T5" fmla="*/ 400 h 430"/>
              <a:gd name="T6" fmla="*/ 214 w 430"/>
              <a:gd name="T7" fmla="*/ 429 h 430"/>
              <a:gd name="T8" fmla="*/ 107 w 430"/>
              <a:gd name="T9" fmla="*/ 400 h 430"/>
              <a:gd name="T10" fmla="*/ 28 w 430"/>
              <a:gd name="T11" fmla="*/ 322 h 430"/>
              <a:gd name="T12" fmla="*/ 0 w 430"/>
              <a:gd name="T13" fmla="*/ 214 h 430"/>
              <a:gd name="T14" fmla="*/ 28 w 430"/>
              <a:gd name="T15" fmla="*/ 107 h 430"/>
              <a:gd name="T16" fmla="*/ 107 w 430"/>
              <a:gd name="T17" fmla="*/ 28 h 430"/>
              <a:gd name="T18" fmla="*/ 214 w 430"/>
              <a:gd name="T19" fmla="*/ 0 h 430"/>
              <a:gd name="T20" fmla="*/ 322 w 430"/>
              <a:gd name="T21" fmla="*/ 28 h 430"/>
              <a:gd name="T22" fmla="*/ 400 w 430"/>
              <a:gd name="T23" fmla="*/ 107 h 430"/>
              <a:gd name="T24" fmla="*/ 429 w 430"/>
              <a:gd name="T25" fmla="*/ 214 h 4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30" h="430">
                <a:moveTo>
                  <a:pt x="429" y="214"/>
                </a:moveTo>
                <a:cubicBezTo>
                  <a:pt x="429" y="254"/>
                  <a:pt x="420" y="288"/>
                  <a:pt x="400" y="322"/>
                </a:cubicBezTo>
                <a:cubicBezTo>
                  <a:pt x="380" y="357"/>
                  <a:pt x="357" y="380"/>
                  <a:pt x="322" y="400"/>
                </a:cubicBezTo>
                <a:cubicBezTo>
                  <a:pt x="288" y="420"/>
                  <a:pt x="254" y="429"/>
                  <a:pt x="214" y="429"/>
                </a:cubicBezTo>
                <a:cubicBezTo>
                  <a:pt x="175" y="429"/>
                  <a:pt x="141" y="420"/>
                  <a:pt x="107" y="400"/>
                </a:cubicBezTo>
                <a:cubicBezTo>
                  <a:pt x="73" y="380"/>
                  <a:pt x="48" y="357"/>
                  <a:pt x="28" y="322"/>
                </a:cubicBezTo>
                <a:cubicBezTo>
                  <a:pt x="9" y="288"/>
                  <a:pt x="0" y="254"/>
                  <a:pt x="0" y="214"/>
                </a:cubicBezTo>
                <a:cubicBezTo>
                  <a:pt x="0" y="175"/>
                  <a:pt x="9" y="141"/>
                  <a:pt x="28" y="107"/>
                </a:cubicBezTo>
                <a:cubicBezTo>
                  <a:pt x="48" y="73"/>
                  <a:pt x="73" y="48"/>
                  <a:pt x="107" y="28"/>
                </a:cubicBezTo>
                <a:cubicBezTo>
                  <a:pt x="141" y="9"/>
                  <a:pt x="175" y="0"/>
                  <a:pt x="214" y="0"/>
                </a:cubicBezTo>
                <a:cubicBezTo>
                  <a:pt x="254" y="0"/>
                  <a:pt x="288" y="9"/>
                  <a:pt x="322" y="28"/>
                </a:cubicBezTo>
                <a:cubicBezTo>
                  <a:pt x="357" y="48"/>
                  <a:pt x="380" y="73"/>
                  <a:pt x="400" y="107"/>
                </a:cubicBezTo>
                <a:cubicBezTo>
                  <a:pt x="420" y="141"/>
                  <a:pt x="429" y="175"/>
                  <a:pt x="429" y="21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Freeform 16">
            <a:extLst>
              <a:ext uri="{FF2B5EF4-FFF2-40B4-BE49-F238E27FC236}">
                <a16:creationId xmlns:a16="http://schemas.microsoft.com/office/drawing/2014/main" xmlns="" id="{6485C959-7428-4DCB-AA78-515FB34C8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22" y="2391093"/>
            <a:ext cx="1554936" cy="2310739"/>
          </a:xfrm>
          <a:custGeom>
            <a:avLst/>
            <a:gdLst>
              <a:gd name="T0" fmla="*/ 1363 w 1423"/>
              <a:gd name="T1" fmla="*/ 855 h 2115"/>
              <a:gd name="T2" fmla="*/ 1395 w 1423"/>
              <a:gd name="T3" fmla="*/ 802 h 2115"/>
              <a:gd name="T4" fmla="*/ 1379 w 1423"/>
              <a:gd name="T5" fmla="*/ 737 h 2115"/>
              <a:gd name="T6" fmla="*/ 1392 w 1423"/>
              <a:gd name="T7" fmla="*/ 611 h 2115"/>
              <a:gd name="T8" fmla="*/ 1339 w 1423"/>
              <a:gd name="T9" fmla="*/ 574 h 2115"/>
              <a:gd name="T10" fmla="*/ 1207 w 1423"/>
              <a:gd name="T11" fmla="*/ 37 h 2115"/>
              <a:gd name="T12" fmla="*/ 1154 w 1423"/>
              <a:gd name="T13" fmla="*/ 5 h 2115"/>
              <a:gd name="T14" fmla="*/ 1121 w 1423"/>
              <a:gd name="T15" fmla="*/ 59 h 2115"/>
              <a:gd name="T16" fmla="*/ 1253 w 1423"/>
              <a:gd name="T17" fmla="*/ 593 h 2115"/>
              <a:gd name="T18" fmla="*/ 1116 w 1423"/>
              <a:gd name="T19" fmla="*/ 686 h 2115"/>
              <a:gd name="T20" fmla="*/ 955 w 1423"/>
              <a:gd name="T21" fmla="*/ 735 h 2115"/>
              <a:gd name="T22" fmla="*/ 805 w 1423"/>
              <a:gd name="T23" fmla="*/ 711 h 2115"/>
              <a:gd name="T24" fmla="*/ 759 w 1423"/>
              <a:gd name="T25" fmla="*/ 692 h 2115"/>
              <a:gd name="T26" fmla="*/ 641 w 1423"/>
              <a:gd name="T27" fmla="*/ 649 h 2115"/>
              <a:gd name="T28" fmla="*/ 333 w 1423"/>
              <a:gd name="T29" fmla="*/ 703 h 2115"/>
              <a:gd name="T30" fmla="*/ 185 w 1423"/>
              <a:gd name="T31" fmla="*/ 791 h 2115"/>
              <a:gd name="T32" fmla="*/ 35 w 1423"/>
              <a:gd name="T33" fmla="*/ 955 h 2115"/>
              <a:gd name="T34" fmla="*/ 40 w 1423"/>
              <a:gd name="T35" fmla="*/ 1091 h 2115"/>
              <a:gd name="T36" fmla="*/ 105 w 1423"/>
              <a:gd name="T37" fmla="*/ 1118 h 2115"/>
              <a:gd name="T38" fmla="*/ 174 w 1423"/>
              <a:gd name="T39" fmla="*/ 1086 h 2115"/>
              <a:gd name="T40" fmla="*/ 325 w 1423"/>
              <a:gd name="T41" fmla="*/ 922 h 2115"/>
              <a:gd name="T42" fmla="*/ 378 w 1423"/>
              <a:gd name="T43" fmla="*/ 890 h 2115"/>
              <a:gd name="T44" fmla="*/ 424 w 1423"/>
              <a:gd name="T45" fmla="*/ 880 h 2115"/>
              <a:gd name="T46" fmla="*/ 292 w 1423"/>
              <a:gd name="T47" fmla="*/ 1183 h 2115"/>
              <a:gd name="T48" fmla="*/ 319 w 1423"/>
              <a:gd name="T49" fmla="*/ 1370 h 2115"/>
              <a:gd name="T50" fmla="*/ 357 w 1423"/>
              <a:gd name="T51" fmla="*/ 1416 h 2115"/>
              <a:gd name="T52" fmla="*/ 319 w 1423"/>
              <a:gd name="T53" fmla="*/ 1577 h 2115"/>
              <a:gd name="T54" fmla="*/ 260 w 1423"/>
              <a:gd name="T55" fmla="*/ 1695 h 2115"/>
              <a:gd name="T56" fmla="*/ 70 w 1423"/>
              <a:gd name="T57" fmla="*/ 1937 h 2115"/>
              <a:gd name="T58" fmla="*/ 88 w 1423"/>
              <a:gd name="T59" fmla="*/ 2089 h 2115"/>
              <a:gd name="T60" fmla="*/ 158 w 1423"/>
              <a:gd name="T61" fmla="*/ 2114 h 2115"/>
              <a:gd name="T62" fmla="*/ 244 w 1423"/>
              <a:gd name="T63" fmla="*/ 2071 h 2115"/>
              <a:gd name="T64" fmla="*/ 435 w 1423"/>
              <a:gd name="T65" fmla="*/ 1829 h 2115"/>
              <a:gd name="T66" fmla="*/ 534 w 1423"/>
              <a:gd name="T67" fmla="*/ 1625 h 2115"/>
              <a:gd name="T68" fmla="*/ 590 w 1423"/>
              <a:gd name="T69" fmla="*/ 1762 h 2115"/>
              <a:gd name="T70" fmla="*/ 625 w 1423"/>
              <a:gd name="T71" fmla="*/ 2017 h 2115"/>
              <a:gd name="T72" fmla="*/ 735 w 1423"/>
              <a:gd name="T73" fmla="*/ 2114 h 2115"/>
              <a:gd name="T74" fmla="*/ 751 w 1423"/>
              <a:gd name="T75" fmla="*/ 2114 h 2115"/>
              <a:gd name="T76" fmla="*/ 845 w 1423"/>
              <a:gd name="T77" fmla="*/ 1990 h 2115"/>
              <a:gd name="T78" fmla="*/ 810 w 1423"/>
              <a:gd name="T79" fmla="*/ 1735 h 2115"/>
              <a:gd name="T80" fmla="*/ 692 w 1423"/>
              <a:gd name="T81" fmla="*/ 1467 h 2115"/>
              <a:gd name="T82" fmla="*/ 612 w 1423"/>
              <a:gd name="T83" fmla="*/ 1371 h 2115"/>
              <a:gd name="T84" fmla="*/ 853 w 1423"/>
              <a:gd name="T85" fmla="*/ 920 h 2115"/>
              <a:gd name="T86" fmla="*/ 947 w 1423"/>
              <a:gd name="T87" fmla="*/ 928 h 2115"/>
              <a:gd name="T88" fmla="*/ 1229 w 1423"/>
              <a:gd name="T89" fmla="*/ 847 h 2115"/>
              <a:gd name="T90" fmla="*/ 1306 w 1423"/>
              <a:gd name="T91" fmla="*/ 794 h 2115"/>
              <a:gd name="T92" fmla="*/ 1314 w 1423"/>
              <a:gd name="T93" fmla="*/ 823 h 2115"/>
              <a:gd name="T94" fmla="*/ 1357 w 1423"/>
              <a:gd name="T95" fmla="*/ 855 h 2115"/>
              <a:gd name="T96" fmla="*/ 1363 w 1423"/>
              <a:gd name="T97" fmla="*/ 85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23" h="2115">
                <a:moveTo>
                  <a:pt x="1363" y="855"/>
                </a:moveTo>
                <a:cubicBezTo>
                  <a:pt x="1387" y="850"/>
                  <a:pt x="1400" y="826"/>
                  <a:pt x="1395" y="802"/>
                </a:cubicBezTo>
                <a:lnTo>
                  <a:pt x="1379" y="737"/>
                </a:lnTo>
                <a:cubicBezTo>
                  <a:pt x="1414" y="705"/>
                  <a:pt x="1422" y="652"/>
                  <a:pt x="1392" y="611"/>
                </a:cubicBezTo>
                <a:cubicBezTo>
                  <a:pt x="1379" y="593"/>
                  <a:pt x="1360" y="579"/>
                  <a:pt x="1339" y="574"/>
                </a:cubicBezTo>
                <a:lnTo>
                  <a:pt x="1207" y="37"/>
                </a:lnTo>
                <a:cubicBezTo>
                  <a:pt x="1202" y="13"/>
                  <a:pt x="1178" y="0"/>
                  <a:pt x="1154" y="5"/>
                </a:cubicBezTo>
                <a:cubicBezTo>
                  <a:pt x="1129" y="10"/>
                  <a:pt x="1116" y="35"/>
                  <a:pt x="1121" y="59"/>
                </a:cubicBezTo>
                <a:lnTo>
                  <a:pt x="1253" y="593"/>
                </a:lnTo>
                <a:lnTo>
                  <a:pt x="1116" y="686"/>
                </a:lnTo>
                <a:cubicBezTo>
                  <a:pt x="1068" y="719"/>
                  <a:pt x="1011" y="737"/>
                  <a:pt x="955" y="735"/>
                </a:cubicBezTo>
                <a:cubicBezTo>
                  <a:pt x="893" y="732"/>
                  <a:pt x="842" y="724"/>
                  <a:pt x="805" y="711"/>
                </a:cubicBezTo>
                <a:cubicBezTo>
                  <a:pt x="794" y="708"/>
                  <a:pt x="778" y="700"/>
                  <a:pt x="759" y="692"/>
                </a:cubicBezTo>
                <a:cubicBezTo>
                  <a:pt x="708" y="670"/>
                  <a:pt x="671" y="654"/>
                  <a:pt x="641" y="649"/>
                </a:cubicBezTo>
                <a:cubicBezTo>
                  <a:pt x="614" y="643"/>
                  <a:pt x="590" y="635"/>
                  <a:pt x="333" y="703"/>
                </a:cubicBezTo>
                <a:cubicBezTo>
                  <a:pt x="276" y="716"/>
                  <a:pt x="225" y="748"/>
                  <a:pt x="185" y="791"/>
                </a:cubicBezTo>
                <a:lnTo>
                  <a:pt x="35" y="955"/>
                </a:lnTo>
                <a:cubicBezTo>
                  <a:pt x="0" y="995"/>
                  <a:pt x="0" y="1054"/>
                  <a:pt x="40" y="1091"/>
                </a:cubicBezTo>
                <a:cubicBezTo>
                  <a:pt x="59" y="1108"/>
                  <a:pt x="83" y="1118"/>
                  <a:pt x="105" y="1118"/>
                </a:cubicBezTo>
                <a:cubicBezTo>
                  <a:pt x="131" y="1118"/>
                  <a:pt x="156" y="1108"/>
                  <a:pt x="174" y="1086"/>
                </a:cubicBezTo>
                <a:lnTo>
                  <a:pt x="325" y="922"/>
                </a:lnTo>
                <a:cubicBezTo>
                  <a:pt x="341" y="906"/>
                  <a:pt x="359" y="896"/>
                  <a:pt x="378" y="890"/>
                </a:cubicBezTo>
                <a:cubicBezTo>
                  <a:pt x="394" y="885"/>
                  <a:pt x="410" y="882"/>
                  <a:pt x="424" y="880"/>
                </a:cubicBezTo>
                <a:lnTo>
                  <a:pt x="292" y="1183"/>
                </a:lnTo>
                <a:cubicBezTo>
                  <a:pt x="266" y="1244"/>
                  <a:pt x="276" y="1317"/>
                  <a:pt x="319" y="1370"/>
                </a:cubicBezTo>
                <a:lnTo>
                  <a:pt x="357" y="1416"/>
                </a:lnTo>
                <a:lnTo>
                  <a:pt x="319" y="1577"/>
                </a:lnTo>
                <a:cubicBezTo>
                  <a:pt x="308" y="1620"/>
                  <a:pt x="290" y="1660"/>
                  <a:pt x="260" y="1695"/>
                </a:cubicBezTo>
                <a:lnTo>
                  <a:pt x="70" y="1937"/>
                </a:lnTo>
                <a:cubicBezTo>
                  <a:pt x="35" y="1982"/>
                  <a:pt x="43" y="2052"/>
                  <a:pt x="88" y="2089"/>
                </a:cubicBezTo>
                <a:cubicBezTo>
                  <a:pt x="110" y="2105"/>
                  <a:pt x="134" y="2114"/>
                  <a:pt x="158" y="2114"/>
                </a:cubicBezTo>
                <a:cubicBezTo>
                  <a:pt x="190" y="2114"/>
                  <a:pt x="223" y="2100"/>
                  <a:pt x="244" y="2071"/>
                </a:cubicBezTo>
                <a:lnTo>
                  <a:pt x="435" y="1829"/>
                </a:lnTo>
                <a:cubicBezTo>
                  <a:pt x="483" y="1770"/>
                  <a:pt x="518" y="1698"/>
                  <a:pt x="534" y="1625"/>
                </a:cubicBezTo>
                <a:cubicBezTo>
                  <a:pt x="563" y="1666"/>
                  <a:pt x="582" y="1714"/>
                  <a:pt x="590" y="1762"/>
                </a:cubicBezTo>
                <a:lnTo>
                  <a:pt x="625" y="2017"/>
                </a:lnTo>
                <a:cubicBezTo>
                  <a:pt x="633" y="2073"/>
                  <a:pt x="681" y="2114"/>
                  <a:pt x="735" y="2114"/>
                </a:cubicBezTo>
                <a:cubicBezTo>
                  <a:pt x="740" y="2114"/>
                  <a:pt x="746" y="2114"/>
                  <a:pt x="751" y="2114"/>
                </a:cubicBezTo>
                <a:cubicBezTo>
                  <a:pt x="813" y="2106"/>
                  <a:pt x="853" y="2049"/>
                  <a:pt x="845" y="1990"/>
                </a:cubicBezTo>
                <a:lnTo>
                  <a:pt x="810" y="1735"/>
                </a:lnTo>
                <a:cubicBezTo>
                  <a:pt x="797" y="1636"/>
                  <a:pt x="756" y="1545"/>
                  <a:pt x="692" y="1467"/>
                </a:cubicBezTo>
                <a:lnTo>
                  <a:pt x="612" y="1371"/>
                </a:lnTo>
                <a:lnTo>
                  <a:pt x="853" y="920"/>
                </a:lnTo>
                <a:cubicBezTo>
                  <a:pt x="883" y="925"/>
                  <a:pt x="912" y="928"/>
                  <a:pt x="947" y="928"/>
                </a:cubicBezTo>
                <a:cubicBezTo>
                  <a:pt x="1046" y="933"/>
                  <a:pt x="1145" y="904"/>
                  <a:pt x="1229" y="847"/>
                </a:cubicBezTo>
                <a:lnTo>
                  <a:pt x="1306" y="794"/>
                </a:lnTo>
                <a:lnTo>
                  <a:pt x="1314" y="823"/>
                </a:lnTo>
                <a:cubicBezTo>
                  <a:pt x="1320" y="842"/>
                  <a:pt x="1336" y="855"/>
                  <a:pt x="1357" y="855"/>
                </a:cubicBezTo>
                <a:cubicBezTo>
                  <a:pt x="1355" y="858"/>
                  <a:pt x="1360" y="858"/>
                  <a:pt x="1363" y="855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34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221">
            <a:extLst>
              <a:ext uri="{FF2B5EF4-FFF2-40B4-BE49-F238E27FC236}">
                <a16:creationId xmlns:a16="http://schemas.microsoft.com/office/drawing/2014/main" xmlns="" id="{D62AE237-10BC-4661-8ACD-5DC129A723C9}"/>
              </a:ext>
            </a:extLst>
          </p:cNvPr>
          <p:cNvSpPr/>
          <p:nvPr/>
        </p:nvSpPr>
        <p:spPr>
          <a:xfrm>
            <a:off x="6390640" y="-20320"/>
            <a:ext cx="5801360" cy="68917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PT Sans" panose="020B0503020203020204" pitchFamily="34" charset="0"/>
              <a:ea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760AA6C-6502-4EF5-A60B-A4C89B0288D2}"/>
              </a:ext>
            </a:extLst>
          </p:cNvPr>
          <p:cNvGrpSpPr/>
          <p:nvPr/>
        </p:nvGrpSpPr>
        <p:grpSpPr>
          <a:xfrm>
            <a:off x="837657" y="1258380"/>
            <a:ext cx="4715326" cy="4300601"/>
            <a:chOff x="631374" y="1605298"/>
            <a:chExt cx="4715326" cy="430060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A81F3252-847E-4AEA-AE66-0F3B25BD0507}"/>
                </a:ext>
              </a:extLst>
            </p:cNvPr>
            <p:cNvSpPr txBox="1"/>
            <p:nvPr/>
          </p:nvSpPr>
          <p:spPr>
            <a:xfrm>
              <a:off x="749300" y="1605298"/>
              <a:ext cx="4597400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pitchFamily="50" charset="0"/>
                  <a:ea typeface="Roboto" panose="02000000000000000000" pitchFamily="2" charset="0"/>
                </a:rPr>
                <a:t>Lawyers In The Best Sense</a:t>
              </a:r>
            </a:p>
          </p:txBody>
        </p:sp>
        <p:sp>
          <p:nvSpPr>
            <p:cNvPr id="93" name="7 CuadroTexto">
              <a:extLst>
                <a:ext uri="{FF2B5EF4-FFF2-40B4-BE49-F238E27FC236}">
                  <a16:creationId xmlns:a16="http://schemas.microsoft.com/office/drawing/2014/main" xmlns="" id="{01917B01-8F3D-4EF8-AA56-903A99EB938A}"/>
                </a:ext>
              </a:extLst>
            </p:cNvPr>
            <p:cNvSpPr txBox="1"/>
            <p:nvPr/>
          </p:nvSpPr>
          <p:spPr>
            <a:xfrm>
              <a:off x="749300" y="2056118"/>
              <a:ext cx="4597400" cy="80182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Proactively envisioned multimedia based expertise and cross media growth strategies. Seamlessly visualize quality intellectual capital 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base benefits dramatic </a:t>
              </a: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  <a:cs typeface="Open Sans" panose="020B0606030504020204" pitchFamily="34" charset="0"/>
                </a:rPr>
                <a:t>multimedia based .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0C5DB2B4-B55B-4313-8ED8-91FD2C177CA2}"/>
                </a:ext>
              </a:extLst>
            </p:cNvPr>
            <p:cNvGrpSpPr/>
            <p:nvPr/>
          </p:nvGrpSpPr>
          <p:grpSpPr>
            <a:xfrm>
              <a:off x="631374" y="3195757"/>
              <a:ext cx="4533128" cy="2710142"/>
              <a:chOff x="631374" y="3195757"/>
              <a:chExt cx="4533128" cy="271014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xmlns="" id="{87E13E16-EB82-4209-ABCB-40709A4373C1}"/>
                  </a:ext>
                </a:extLst>
              </p:cNvPr>
              <p:cNvSpPr/>
              <p:nvPr/>
            </p:nvSpPr>
            <p:spPr>
              <a:xfrm>
                <a:off x="631374" y="3300734"/>
                <a:ext cx="955852" cy="95585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8" name="Freeform 85">
                <a:extLst>
                  <a:ext uri="{FF2B5EF4-FFF2-40B4-BE49-F238E27FC236}">
                    <a16:creationId xmlns:a16="http://schemas.microsoft.com/office/drawing/2014/main" xmlns="" id="{F4F16516-89C0-4C28-87E1-6E117733C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388" y="3557998"/>
                <a:ext cx="377825" cy="441325"/>
              </a:xfrm>
              <a:custGeom>
                <a:avLst/>
                <a:gdLst>
                  <a:gd name="T0" fmla="*/ 757 w 1051"/>
                  <a:gd name="T1" fmla="*/ 642 h 1226"/>
                  <a:gd name="T2" fmla="*/ 757 w 1051"/>
                  <a:gd name="T3" fmla="*/ 525 h 1226"/>
                  <a:gd name="T4" fmla="*/ 582 w 1051"/>
                  <a:gd name="T5" fmla="*/ 525 h 1226"/>
                  <a:gd name="T6" fmla="*/ 582 w 1051"/>
                  <a:gd name="T7" fmla="*/ 350 h 1226"/>
                  <a:gd name="T8" fmla="*/ 468 w 1051"/>
                  <a:gd name="T9" fmla="*/ 350 h 1226"/>
                  <a:gd name="T10" fmla="*/ 468 w 1051"/>
                  <a:gd name="T11" fmla="*/ 525 h 1226"/>
                  <a:gd name="T12" fmla="*/ 293 w 1051"/>
                  <a:gd name="T13" fmla="*/ 525 h 1226"/>
                  <a:gd name="T14" fmla="*/ 293 w 1051"/>
                  <a:gd name="T15" fmla="*/ 642 h 1226"/>
                  <a:gd name="T16" fmla="*/ 468 w 1051"/>
                  <a:gd name="T17" fmla="*/ 642 h 1226"/>
                  <a:gd name="T18" fmla="*/ 468 w 1051"/>
                  <a:gd name="T19" fmla="*/ 817 h 1226"/>
                  <a:gd name="T20" fmla="*/ 582 w 1051"/>
                  <a:gd name="T21" fmla="*/ 817 h 1226"/>
                  <a:gd name="T22" fmla="*/ 582 w 1051"/>
                  <a:gd name="T23" fmla="*/ 642 h 1226"/>
                  <a:gd name="T24" fmla="*/ 757 w 1051"/>
                  <a:gd name="T25" fmla="*/ 642 h 1226"/>
                  <a:gd name="T26" fmla="*/ 1050 w 1051"/>
                  <a:gd name="T27" fmla="*/ 987 h 1226"/>
                  <a:gd name="T28" fmla="*/ 1050 w 1051"/>
                  <a:gd name="T29" fmla="*/ 1050 h 1226"/>
                  <a:gd name="T30" fmla="*/ 0 w 1051"/>
                  <a:gd name="T31" fmla="*/ 1050 h 1226"/>
                  <a:gd name="T32" fmla="*/ 0 w 1051"/>
                  <a:gd name="T33" fmla="*/ 987 h 1226"/>
                  <a:gd name="T34" fmla="*/ 123 w 1051"/>
                  <a:gd name="T35" fmla="*/ 864 h 1226"/>
                  <a:gd name="T36" fmla="*/ 123 w 1051"/>
                  <a:gd name="T37" fmla="*/ 525 h 1226"/>
                  <a:gd name="T38" fmla="*/ 432 w 1051"/>
                  <a:gd name="T39" fmla="*/ 134 h 1226"/>
                  <a:gd name="T40" fmla="*/ 432 w 1051"/>
                  <a:gd name="T41" fmla="*/ 93 h 1226"/>
                  <a:gd name="T42" fmla="*/ 525 w 1051"/>
                  <a:gd name="T43" fmla="*/ 0 h 1226"/>
                  <a:gd name="T44" fmla="*/ 618 w 1051"/>
                  <a:gd name="T45" fmla="*/ 93 h 1226"/>
                  <a:gd name="T46" fmla="*/ 618 w 1051"/>
                  <a:gd name="T47" fmla="*/ 134 h 1226"/>
                  <a:gd name="T48" fmla="*/ 927 w 1051"/>
                  <a:gd name="T49" fmla="*/ 525 h 1226"/>
                  <a:gd name="T50" fmla="*/ 927 w 1051"/>
                  <a:gd name="T51" fmla="*/ 864 h 1226"/>
                  <a:gd name="T52" fmla="*/ 927 w 1051"/>
                  <a:gd name="T53" fmla="*/ 864 h 1226"/>
                  <a:gd name="T54" fmla="*/ 1050 w 1051"/>
                  <a:gd name="T55" fmla="*/ 987 h 1226"/>
                  <a:gd name="T56" fmla="*/ 410 w 1051"/>
                  <a:gd name="T57" fmla="*/ 1107 h 1226"/>
                  <a:gd name="T58" fmla="*/ 640 w 1051"/>
                  <a:gd name="T59" fmla="*/ 1107 h 1226"/>
                  <a:gd name="T60" fmla="*/ 525 w 1051"/>
                  <a:gd name="T61" fmla="*/ 1225 h 1226"/>
                  <a:gd name="T62" fmla="*/ 410 w 1051"/>
                  <a:gd name="T63" fmla="*/ 1107 h 1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51" h="1226">
                    <a:moveTo>
                      <a:pt x="757" y="642"/>
                    </a:moveTo>
                    <a:lnTo>
                      <a:pt x="757" y="525"/>
                    </a:lnTo>
                    <a:lnTo>
                      <a:pt x="582" y="525"/>
                    </a:lnTo>
                    <a:lnTo>
                      <a:pt x="582" y="350"/>
                    </a:lnTo>
                    <a:lnTo>
                      <a:pt x="468" y="350"/>
                    </a:lnTo>
                    <a:lnTo>
                      <a:pt x="468" y="525"/>
                    </a:lnTo>
                    <a:lnTo>
                      <a:pt x="293" y="525"/>
                    </a:lnTo>
                    <a:lnTo>
                      <a:pt x="293" y="642"/>
                    </a:lnTo>
                    <a:lnTo>
                      <a:pt x="468" y="642"/>
                    </a:lnTo>
                    <a:lnTo>
                      <a:pt x="468" y="817"/>
                    </a:lnTo>
                    <a:lnTo>
                      <a:pt x="582" y="817"/>
                    </a:lnTo>
                    <a:lnTo>
                      <a:pt x="582" y="642"/>
                    </a:lnTo>
                    <a:lnTo>
                      <a:pt x="757" y="642"/>
                    </a:lnTo>
                    <a:close/>
                    <a:moveTo>
                      <a:pt x="1050" y="987"/>
                    </a:moveTo>
                    <a:lnTo>
                      <a:pt x="1050" y="1050"/>
                    </a:lnTo>
                    <a:lnTo>
                      <a:pt x="0" y="1050"/>
                    </a:lnTo>
                    <a:lnTo>
                      <a:pt x="0" y="987"/>
                    </a:lnTo>
                    <a:lnTo>
                      <a:pt x="123" y="864"/>
                    </a:lnTo>
                    <a:lnTo>
                      <a:pt x="123" y="525"/>
                    </a:lnTo>
                    <a:cubicBezTo>
                      <a:pt x="123" y="336"/>
                      <a:pt x="254" y="175"/>
                      <a:pt x="432" y="134"/>
                    </a:cubicBezTo>
                    <a:lnTo>
                      <a:pt x="432" y="93"/>
                    </a:lnTo>
                    <a:cubicBezTo>
                      <a:pt x="432" y="41"/>
                      <a:pt x="473" y="0"/>
                      <a:pt x="525" y="0"/>
                    </a:cubicBezTo>
                    <a:cubicBezTo>
                      <a:pt x="577" y="0"/>
                      <a:pt x="618" y="41"/>
                      <a:pt x="618" y="93"/>
                    </a:cubicBezTo>
                    <a:lnTo>
                      <a:pt x="618" y="134"/>
                    </a:lnTo>
                    <a:cubicBezTo>
                      <a:pt x="796" y="175"/>
                      <a:pt x="927" y="336"/>
                      <a:pt x="927" y="525"/>
                    </a:cubicBezTo>
                    <a:lnTo>
                      <a:pt x="927" y="864"/>
                    </a:lnTo>
                    <a:lnTo>
                      <a:pt x="927" y="864"/>
                    </a:lnTo>
                    <a:lnTo>
                      <a:pt x="1050" y="987"/>
                    </a:lnTo>
                    <a:close/>
                    <a:moveTo>
                      <a:pt x="410" y="1107"/>
                    </a:moveTo>
                    <a:lnTo>
                      <a:pt x="640" y="1107"/>
                    </a:lnTo>
                    <a:cubicBezTo>
                      <a:pt x="640" y="1170"/>
                      <a:pt x="588" y="1225"/>
                      <a:pt x="525" y="1225"/>
                    </a:cubicBezTo>
                    <a:cubicBezTo>
                      <a:pt x="462" y="1225"/>
                      <a:pt x="410" y="1170"/>
                      <a:pt x="410" y="11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GB"/>
                </a:defPPr>
                <a:lvl1pPr algn="l" defTabSz="457200" rtl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1pPr>
                <a:lvl2pPr marL="742950" indent="-285750" algn="l" defTabSz="457200" rtl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2pPr>
                <a:lvl3pPr marL="1143000" indent="-228600" algn="l" defTabSz="457200" rtl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3pPr>
                <a:lvl4pPr marL="1600200" indent="-228600" algn="l" defTabSz="457200" rtl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4pPr>
                <a:lvl5pPr marL="2057400" indent="-228600" algn="l" defTabSz="457200" rtl="0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charset="0"/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SimSun" charset="0"/>
                    <a:cs typeface="SimSun" charset="0"/>
                  </a:defRPr>
                </a:lvl9pPr>
              </a:lstStyle>
              <a:p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xmlns="" id="{F8935443-C56B-4D4D-A0D8-829581D01AC7}"/>
                  </a:ext>
                </a:extLst>
              </p:cNvPr>
              <p:cNvGrpSpPr/>
              <p:nvPr/>
            </p:nvGrpSpPr>
            <p:grpSpPr>
              <a:xfrm>
                <a:off x="631374" y="4845069"/>
                <a:ext cx="955852" cy="955852"/>
                <a:chOff x="631374" y="4660547"/>
                <a:chExt cx="955852" cy="955852"/>
              </a:xfrm>
            </p:grpSpPr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xmlns="" id="{0DB6C0B2-2A45-4444-B373-9E9F9EAF7216}"/>
                    </a:ext>
                  </a:extLst>
                </p:cNvPr>
                <p:cNvSpPr/>
                <p:nvPr/>
              </p:nvSpPr>
              <p:spPr>
                <a:xfrm>
                  <a:off x="631374" y="4660547"/>
                  <a:ext cx="955852" cy="95585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/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xmlns="" id="{FEF573B2-D13E-4991-A96E-BFAF3AAC3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7525" y="4949561"/>
                  <a:ext cx="463550" cy="377825"/>
                </a:xfrm>
                <a:custGeom>
                  <a:avLst/>
                  <a:gdLst>
                    <a:gd name="T0" fmla="*/ 875 w 1286"/>
                    <a:gd name="T1" fmla="*/ 407 h 1050"/>
                    <a:gd name="T2" fmla="*/ 875 w 1286"/>
                    <a:gd name="T3" fmla="*/ 524 h 1050"/>
                    <a:gd name="T4" fmla="*/ 700 w 1286"/>
                    <a:gd name="T5" fmla="*/ 524 h 1050"/>
                    <a:gd name="T6" fmla="*/ 700 w 1286"/>
                    <a:gd name="T7" fmla="*/ 699 h 1050"/>
                    <a:gd name="T8" fmla="*/ 585 w 1286"/>
                    <a:gd name="T9" fmla="*/ 699 h 1050"/>
                    <a:gd name="T10" fmla="*/ 585 w 1286"/>
                    <a:gd name="T11" fmla="*/ 524 h 1050"/>
                    <a:gd name="T12" fmla="*/ 410 w 1286"/>
                    <a:gd name="T13" fmla="*/ 524 h 1050"/>
                    <a:gd name="T14" fmla="*/ 410 w 1286"/>
                    <a:gd name="T15" fmla="*/ 407 h 1050"/>
                    <a:gd name="T16" fmla="*/ 585 w 1286"/>
                    <a:gd name="T17" fmla="*/ 407 h 1050"/>
                    <a:gd name="T18" fmla="*/ 585 w 1286"/>
                    <a:gd name="T19" fmla="*/ 232 h 1050"/>
                    <a:gd name="T20" fmla="*/ 700 w 1286"/>
                    <a:gd name="T21" fmla="*/ 232 h 1050"/>
                    <a:gd name="T22" fmla="*/ 700 w 1286"/>
                    <a:gd name="T23" fmla="*/ 407 h 1050"/>
                    <a:gd name="T24" fmla="*/ 875 w 1286"/>
                    <a:gd name="T25" fmla="*/ 407 h 1050"/>
                    <a:gd name="T26" fmla="*/ 1167 w 1286"/>
                    <a:gd name="T27" fmla="*/ 817 h 1050"/>
                    <a:gd name="T28" fmla="*/ 1167 w 1286"/>
                    <a:gd name="T29" fmla="*/ 117 h 1050"/>
                    <a:gd name="T30" fmla="*/ 118 w 1286"/>
                    <a:gd name="T31" fmla="*/ 117 h 1050"/>
                    <a:gd name="T32" fmla="*/ 118 w 1286"/>
                    <a:gd name="T33" fmla="*/ 817 h 1050"/>
                    <a:gd name="T34" fmla="*/ 1167 w 1286"/>
                    <a:gd name="T35" fmla="*/ 817 h 1050"/>
                    <a:gd name="T36" fmla="*/ 1167 w 1286"/>
                    <a:gd name="T37" fmla="*/ 0 h 1050"/>
                    <a:gd name="T38" fmla="*/ 1285 w 1286"/>
                    <a:gd name="T39" fmla="*/ 117 h 1050"/>
                    <a:gd name="T40" fmla="*/ 1282 w 1286"/>
                    <a:gd name="T41" fmla="*/ 817 h 1050"/>
                    <a:gd name="T42" fmla="*/ 1167 w 1286"/>
                    <a:gd name="T43" fmla="*/ 932 h 1050"/>
                    <a:gd name="T44" fmla="*/ 875 w 1286"/>
                    <a:gd name="T45" fmla="*/ 932 h 1050"/>
                    <a:gd name="T46" fmla="*/ 875 w 1286"/>
                    <a:gd name="T47" fmla="*/ 1049 h 1050"/>
                    <a:gd name="T48" fmla="*/ 410 w 1286"/>
                    <a:gd name="T49" fmla="*/ 1049 h 1050"/>
                    <a:gd name="T50" fmla="*/ 410 w 1286"/>
                    <a:gd name="T51" fmla="*/ 932 h 1050"/>
                    <a:gd name="T52" fmla="*/ 118 w 1286"/>
                    <a:gd name="T53" fmla="*/ 932 h 1050"/>
                    <a:gd name="T54" fmla="*/ 0 w 1286"/>
                    <a:gd name="T55" fmla="*/ 817 h 1050"/>
                    <a:gd name="T56" fmla="*/ 0 w 1286"/>
                    <a:gd name="T57" fmla="*/ 117 h 1050"/>
                    <a:gd name="T58" fmla="*/ 118 w 1286"/>
                    <a:gd name="T59" fmla="*/ 0 h 1050"/>
                    <a:gd name="T60" fmla="*/ 1167 w 1286"/>
                    <a:gd name="T61" fmla="*/ 0 h 10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286" h="1050">
                      <a:moveTo>
                        <a:pt x="875" y="407"/>
                      </a:moveTo>
                      <a:lnTo>
                        <a:pt x="875" y="524"/>
                      </a:lnTo>
                      <a:lnTo>
                        <a:pt x="700" y="524"/>
                      </a:lnTo>
                      <a:lnTo>
                        <a:pt x="700" y="699"/>
                      </a:lnTo>
                      <a:lnTo>
                        <a:pt x="585" y="699"/>
                      </a:lnTo>
                      <a:lnTo>
                        <a:pt x="585" y="524"/>
                      </a:lnTo>
                      <a:lnTo>
                        <a:pt x="410" y="524"/>
                      </a:lnTo>
                      <a:lnTo>
                        <a:pt x="410" y="407"/>
                      </a:lnTo>
                      <a:lnTo>
                        <a:pt x="585" y="407"/>
                      </a:lnTo>
                      <a:lnTo>
                        <a:pt x="585" y="232"/>
                      </a:lnTo>
                      <a:lnTo>
                        <a:pt x="700" y="232"/>
                      </a:lnTo>
                      <a:lnTo>
                        <a:pt x="700" y="407"/>
                      </a:lnTo>
                      <a:lnTo>
                        <a:pt x="875" y="407"/>
                      </a:lnTo>
                      <a:close/>
                      <a:moveTo>
                        <a:pt x="1167" y="817"/>
                      </a:moveTo>
                      <a:lnTo>
                        <a:pt x="1167" y="117"/>
                      </a:lnTo>
                      <a:lnTo>
                        <a:pt x="118" y="117"/>
                      </a:lnTo>
                      <a:lnTo>
                        <a:pt x="118" y="817"/>
                      </a:lnTo>
                      <a:lnTo>
                        <a:pt x="1167" y="817"/>
                      </a:lnTo>
                      <a:close/>
                      <a:moveTo>
                        <a:pt x="1167" y="0"/>
                      </a:moveTo>
                      <a:cubicBezTo>
                        <a:pt x="1230" y="0"/>
                        <a:pt x="1285" y="52"/>
                        <a:pt x="1285" y="117"/>
                      </a:cubicBezTo>
                      <a:lnTo>
                        <a:pt x="1282" y="817"/>
                      </a:lnTo>
                      <a:cubicBezTo>
                        <a:pt x="1282" y="880"/>
                        <a:pt x="1230" y="932"/>
                        <a:pt x="1167" y="932"/>
                      </a:cubicBezTo>
                      <a:lnTo>
                        <a:pt x="875" y="932"/>
                      </a:lnTo>
                      <a:lnTo>
                        <a:pt x="875" y="1049"/>
                      </a:lnTo>
                      <a:lnTo>
                        <a:pt x="410" y="1049"/>
                      </a:lnTo>
                      <a:lnTo>
                        <a:pt x="410" y="932"/>
                      </a:lnTo>
                      <a:lnTo>
                        <a:pt x="118" y="932"/>
                      </a:lnTo>
                      <a:cubicBezTo>
                        <a:pt x="52" y="932"/>
                        <a:pt x="0" y="880"/>
                        <a:pt x="0" y="817"/>
                      </a:cubicBezTo>
                      <a:lnTo>
                        <a:pt x="0" y="117"/>
                      </a:lnTo>
                      <a:cubicBezTo>
                        <a:pt x="0" y="52"/>
                        <a:pt x="52" y="0"/>
                        <a:pt x="118" y="0"/>
                      </a:cubicBezTo>
                      <a:lnTo>
                        <a:pt x="116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GB"/>
                  </a:defPPr>
                  <a:lvl1pPr algn="l" defTabSz="457200" rtl="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charset="0"/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1pPr>
                  <a:lvl2pPr marL="742950" indent="-285750" algn="l" defTabSz="457200" rtl="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charset="0"/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2pPr>
                  <a:lvl3pPr marL="1143000" indent="-228600" algn="l" defTabSz="457200" rtl="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charset="0"/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3pPr>
                  <a:lvl4pPr marL="1600200" indent="-228600" algn="l" defTabSz="457200" rtl="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charset="0"/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4pPr>
                  <a:lvl5pPr marL="2057400" indent="-228600" algn="l" defTabSz="457200" rtl="0" fontAlgn="base" hangingPunct="0">
                    <a:lnSpc>
                      <a:spcPct val="93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charset="0"/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SimSun" charset="0"/>
                      <a:cs typeface="SimSun" charset="0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xmlns="" id="{2630016A-DDED-4343-ACC4-9E626513CEC0}"/>
                  </a:ext>
                </a:extLst>
              </p:cNvPr>
              <p:cNvGrpSpPr/>
              <p:nvPr/>
            </p:nvGrpSpPr>
            <p:grpSpPr>
              <a:xfrm>
                <a:off x="1833697" y="3195757"/>
                <a:ext cx="3330805" cy="1165807"/>
                <a:chOff x="1772737" y="3114477"/>
                <a:chExt cx="3330805" cy="1165807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xmlns="" id="{9C38A813-EE33-4F6D-AA98-5F070448BB6E}"/>
                    </a:ext>
                  </a:extLst>
                </p:cNvPr>
                <p:cNvGrpSpPr/>
                <p:nvPr/>
              </p:nvGrpSpPr>
              <p:grpSpPr>
                <a:xfrm>
                  <a:off x="1772737" y="3479593"/>
                  <a:ext cx="3330805" cy="800691"/>
                  <a:chOff x="2600221" y="2930652"/>
                  <a:chExt cx="3330805" cy="800691"/>
                </a:xfrm>
              </p:grpSpPr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xmlns="" id="{438F358E-4D0C-4589-A924-32C82F548AD7}"/>
                      </a:ext>
                    </a:extLst>
                  </p:cNvPr>
                  <p:cNvSpPr txBox="1"/>
                  <p:nvPr/>
                </p:nvSpPr>
                <p:spPr>
                  <a:xfrm>
                    <a:off x="2600221" y="2930652"/>
                    <a:ext cx="333080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T Sans" panose="020B0503020203020204" pitchFamily="34" charset="0"/>
                        <a:ea typeface="PT Sans" panose="020B0503020203020204" pitchFamily="34" charset="0"/>
                        <a:cs typeface="Lato" charset="0"/>
                      </a:rPr>
                      <a:t>Your Lawn's Beautician</a:t>
                    </a:r>
                  </a:p>
                </p:txBody>
              </p:sp>
              <p:sp>
                <p:nvSpPr>
                  <p:cNvPr id="82" name="7 CuadroTexto">
                    <a:extLst>
                      <a:ext uri="{FF2B5EF4-FFF2-40B4-BE49-F238E27FC236}">
                        <a16:creationId xmlns:a16="http://schemas.microsoft.com/office/drawing/2014/main" xmlns="" id="{516BAF36-A54C-4A11-80A7-F070B2DD7C47}"/>
                      </a:ext>
                    </a:extLst>
                  </p:cNvPr>
                  <p:cNvSpPr txBox="1"/>
                  <p:nvPr/>
                </p:nvSpPr>
                <p:spPr>
                  <a:xfrm>
                    <a:off x="2600221" y="3207225"/>
                    <a:ext cx="3330805" cy="5241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T Sans" panose="020B0503020203020204" pitchFamily="34" charset="0"/>
                        <a:ea typeface="PT Sans" panose="020B0503020203020204" pitchFamily="34" charset="0"/>
                      </a:rPr>
                      <a:t>Credibly pontificate highly efficient manufactured products and enabled data. Efficiently unleash</a:t>
                    </a:r>
                  </a:p>
                </p:txBody>
              </p:sp>
            </p:grp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xmlns="" id="{E57BC1D5-DB2E-42B9-AE5E-323F0701C5B9}"/>
                    </a:ext>
                  </a:extLst>
                </p:cNvPr>
                <p:cNvSpPr txBox="1"/>
                <p:nvPr/>
              </p:nvSpPr>
              <p:spPr>
                <a:xfrm>
                  <a:off x="1772737" y="3114477"/>
                  <a:ext cx="132254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Times Sans Serif" panose="02020603050405020304" pitchFamily="18" charset="0"/>
                    </a:rPr>
                    <a:t>+ $155k</a:t>
                  </a: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xmlns="" id="{E405FE63-348E-4DD1-A4A5-AD776E171FF5}"/>
                  </a:ext>
                </a:extLst>
              </p:cNvPr>
              <p:cNvGrpSpPr/>
              <p:nvPr/>
            </p:nvGrpSpPr>
            <p:grpSpPr>
              <a:xfrm>
                <a:off x="1833697" y="4740092"/>
                <a:ext cx="3330805" cy="1165807"/>
                <a:chOff x="1772737" y="3114477"/>
                <a:chExt cx="3330805" cy="1165807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xmlns="" id="{59D12A7F-081E-4CAC-BD78-6AF52D5D9F15}"/>
                    </a:ext>
                  </a:extLst>
                </p:cNvPr>
                <p:cNvGrpSpPr/>
                <p:nvPr/>
              </p:nvGrpSpPr>
              <p:grpSpPr>
                <a:xfrm>
                  <a:off x="1772737" y="3479593"/>
                  <a:ext cx="3330805" cy="800691"/>
                  <a:chOff x="2600221" y="2930652"/>
                  <a:chExt cx="3330805" cy="800691"/>
                </a:xfrm>
              </p:grpSpPr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xmlns="" id="{14947326-2645-455F-8A76-26EBF96C4A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00221" y="2930652"/>
                    <a:ext cx="333080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T Sans" panose="020B0503020203020204" pitchFamily="34" charset="0"/>
                        <a:ea typeface="PT Sans" panose="020B0503020203020204" pitchFamily="34" charset="0"/>
                        <a:cs typeface="Times Sans Serif" panose="02020603050405020304" pitchFamily="18" charset="0"/>
                      </a:rPr>
                      <a:t>Lawyers. Just Different</a:t>
                    </a:r>
                  </a:p>
                </p:txBody>
              </p:sp>
              <p:sp>
                <p:nvSpPr>
                  <p:cNvPr id="102" name="7 CuadroTexto">
                    <a:extLst>
                      <a:ext uri="{FF2B5EF4-FFF2-40B4-BE49-F238E27FC236}">
                        <a16:creationId xmlns:a16="http://schemas.microsoft.com/office/drawing/2014/main" xmlns="" id="{49DB9BD3-F47B-45FD-B062-0FDE334E5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600221" y="3207225"/>
                    <a:ext cx="3330805" cy="52411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T Sans" panose="020B0503020203020204" pitchFamily="34" charset="0"/>
                        <a:ea typeface="PT Sans" panose="020B0503020203020204" pitchFamily="34" charset="0"/>
                      </a:rPr>
                      <a:t>Credibly pontificate highly efficient manufactured products and enabled data. Efficiently unleash</a:t>
                    </a:r>
                  </a:p>
                </p:txBody>
              </p:sp>
            </p:grp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xmlns="" id="{3147873B-BFE9-4DC2-AFED-8649CB1E18C6}"/>
                    </a:ext>
                  </a:extLst>
                </p:cNvPr>
                <p:cNvSpPr txBox="1"/>
                <p:nvPr/>
              </p:nvSpPr>
              <p:spPr>
                <a:xfrm>
                  <a:off x="1772737" y="3114477"/>
                  <a:ext cx="132254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PT Sans" panose="020B0503020203020204" pitchFamily="34" charset="0"/>
                      <a:ea typeface="PT Sans" panose="020B0503020203020204" pitchFamily="34" charset="0"/>
                      <a:cs typeface="Times Sans Serif" panose="02020603050405020304" pitchFamily="18" charset="0"/>
                    </a:rPr>
                    <a:t>+ $235k</a:t>
                  </a:r>
                </a:p>
              </p:txBody>
            </p:sp>
          </p:grp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9F8A5B8-C484-4C5F-8B4A-153AE46C61F1}"/>
              </a:ext>
            </a:extLst>
          </p:cNvPr>
          <p:cNvGrpSpPr/>
          <p:nvPr/>
        </p:nvGrpSpPr>
        <p:grpSpPr>
          <a:xfrm>
            <a:off x="6815763" y="1156670"/>
            <a:ext cx="4951114" cy="4578388"/>
            <a:chOff x="6668443" y="1093610"/>
            <a:chExt cx="4951114" cy="4578388"/>
          </a:xfrm>
        </p:grpSpPr>
        <p:sp>
          <p:nvSpPr>
            <p:cNvPr id="19" name="Freeform 1">
              <a:extLst>
                <a:ext uri="{FF2B5EF4-FFF2-40B4-BE49-F238E27FC236}">
                  <a16:creationId xmlns:a16="http://schemas.microsoft.com/office/drawing/2014/main" xmlns="" id="{575910F7-009F-4FCE-89CA-C774EA174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036" y="3060789"/>
              <a:ext cx="14053" cy="8432"/>
            </a:xfrm>
            <a:custGeom>
              <a:avLst/>
              <a:gdLst>
                <a:gd name="T0" fmla="*/ 20 w 21"/>
                <a:gd name="T1" fmla="*/ 13 h 14"/>
                <a:gd name="T2" fmla="*/ 20 w 21"/>
                <a:gd name="T3" fmla="*/ 13 h 14"/>
                <a:gd name="T4" fmla="*/ 3 w 21"/>
                <a:gd name="T5" fmla="*/ 0 h 14"/>
                <a:gd name="T6" fmla="*/ 0 w 21"/>
                <a:gd name="T7" fmla="*/ 5 h 14"/>
                <a:gd name="T8" fmla="*/ 8 w 21"/>
                <a:gd name="T9" fmla="*/ 11 h 14"/>
                <a:gd name="T10" fmla="*/ 20 w 21"/>
                <a:gd name="T11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4">
                  <a:moveTo>
                    <a:pt x="20" y="13"/>
                  </a:moveTo>
                  <a:lnTo>
                    <a:pt x="20" y="13"/>
                  </a:lnTo>
                  <a:lnTo>
                    <a:pt x="3" y="0"/>
                  </a:lnTo>
                  <a:cubicBezTo>
                    <a:pt x="3" y="2"/>
                    <a:pt x="1" y="4"/>
                    <a:pt x="0" y="5"/>
                  </a:cubicBezTo>
                  <a:lnTo>
                    <a:pt x="8" y="11"/>
                  </a:lnTo>
                  <a:lnTo>
                    <a:pt x="20" y="13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0" name="Freeform 2">
              <a:extLst>
                <a:ext uri="{FF2B5EF4-FFF2-40B4-BE49-F238E27FC236}">
                  <a16:creationId xmlns:a16="http://schemas.microsoft.com/office/drawing/2014/main" xmlns="" id="{5DF7070D-301A-4B94-A1DB-8F42D62C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3250" y="4744442"/>
              <a:ext cx="59027" cy="47784"/>
            </a:xfrm>
            <a:custGeom>
              <a:avLst/>
              <a:gdLst>
                <a:gd name="T0" fmla="*/ 23 w 93"/>
                <a:gd name="T1" fmla="*/ 72 h 73"/>
                <a:gd name="T2" fmla="*/ 59 w 93"/>
                <a:gd name="T3" fmla="*/ 72 h 73"/>
                <a:gd name="T4" fmla="*/ 70 w 93"/>
                <a:gd name="T5" fmla="*/ 68 h 73"/>
                <a:gd name="T6" fmla="*/ 79 w 93"/>
                <a:gd name="T7" fmla="*/ 62 h 73"/>
                <a:gd name="T8" fmla="*/ 87 w 93"/>
                <a:gd name="T9" fmla="*/ 51 h 73"/>
                <a:gd name="T10" fmla="*/ 92 w 93"/>
                <a:gd name="T11" fmla="*/ 39 h 73"/>
                <a:gd name="T12" fmla="*/ 92 w 93"/>
                <a:gd name="T13" fmla="*/ 38 h 73"/>
                <a:gd name="T14" fmla="*/ 88 w 93"/>
                <a:gd name="T15" fmla="*/ 40 h 73"/>
                <a:gd name="T16" fmla="*/ 73 w 93"/>
                <a:gd name="T17" fmla="*/ 46 h 73"/>
                <a:gd name="T18" fmla="*/ 69 w 93"/>
                <a:gd name="T19" fmla="*/ 46 h 73"/>
                <a:gd name="T20" fmla="*/ 56 w 93"/>
                <a:gd name="T21" fmla="*/ 44 h 73"/>
                <a:gd name="T22" fmla="*/ 51 w 93"/>
                <a:gd name="T23" fmla="*/ 41 h 73"/>
                <a:gd name="T24" fmla="*/ 41 w 93"/>
                <a:gd name="T25" fmla="*/ 29 h 73"/>
                <a:gd name="T26" fmla="*/ 39 w 93"/>
                <a:gd name="T27" fmla="*/ 26 h 73"/>
                <a:gd name="T28" fmla="*/ 36 w 93"/>
                <a:gd name="T29" fmla="*/ 16 h 73"/>
                <a:gd name="T30" fmla="*/ 35 w 93"/>
                <a:gd name="T31" fmla="*/ 14 h 73"/>
                <a:gd name="T32" fmla="*/ 35 w 93"/>
                <a:gd name="T33" fmla="*/ 11 h 73"/>
                <a:gd name="T34" fmla="*/ 25 w 93"/>
                <a:gd name="T35" fmla="*/ 8 h 73"/>
                <a:gd name="T36" fmla="*/ 15 w 93"/>
                <a:gd name="T37" fmla="*/ 8 h 73"/>
                <a:gd name="T38" fmla="*/ 8 w 93"/>
                <a:gd name="T39" fmla="*/ 6 h 73"/>
                <a:gd name="T40" fmla="*/ 4 w 93"/>
                <a:gd name="T41" fmla="*/ 0 h 73"/>
                <a:gd name="T42" fmla="*/ 0 w 93"/>
                <a:gd name="T43" fmla="*/ 14 h 73"/>
                <a:gd name="T44" fmla="*/ 2 w 93"/>
                <a:gd name="T45" fmla="*/ 24 h 73"/>
                <a:gd name="T46" fmla="*/ 5 w 93"/>
                <a:gd name="T47" fmla="*/ 27 h 73"/>
                <a:gd name="T48" fmla="*/ 9 w 93"/>
                <a:gd name="T49" fmla="*/ 29 h 73"/>
                <a:gd name="T50" fmla="*/ 18 w 93"/>
                <a:gd name="T51" fmla="*/ 36 h 73"/>
                <a:gd name="T52" fmla="*/ 20 w 93"/>
                <a:gd name="T53" fmla="*/ 40 h 73"/>
                <a:gd name="T54" fmla="*/ 26 w 93"/>
                <a:gd name="T55" fmla="*/ 57 h 73"/>
                <a:gd name="T56" fmla="*/ 26 w 93"/>
                <a:gd name="T57" fmla="*/ 62 h 73"/>
                <a:gd name="T58" fmla="*/ 23 w 93"/>
                <a:gd name="T59" fmla="*/ 7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3" h="73">
                  <a:moveTo>
                    <a:pt x="23" y="72"/>
                  </a:moveTo>
                  <a:lnTo>
                    <a:pt x="59" y="72"/>
                  </a:lnTo>
                  <a:lnTo>
                    <a:pt x="70" y="68"/>
                  </a:lnTo>
                  <a:lnTo>
                    <a:pt x="79" y="62"/>
                  </a:lnTo>
                  <a:lnTo>
                    <a:pt x="87" y="51"/>
                  </a:lnTo>
                  <a:lnTo>
                    <a:pt x="92" y="39"/>
                  </a:lnTo>
                  <a:lnTo>
                    <a:pt x="92" y="38"/>
                  </a:lnTo>
                  <a:lnTo>
                    <a:pt x="88" y="40"/>
                  </a:lnTo>
                  <a:lnTo>
                    <a:pt x="73" y="46"/>
                  </a:lnTo>
                  <a:cubicBezTo>
                    <a:pt x="71" y="46"/>
                    <a:pt x="70" y="47"/>
                    <a:pt x="69" y="46"/>
                  </a:cubicBezTo>
                  <a:lnTo>
                    <a:pt x="56" y="44"/>
                  </a:lnTo>
                  <a:cubicBezTo>
                    <a:pt x="54" y="44"/>
                    <a:pt x="53" y="43"/>
                    <a:pt x="51" y="41"/>
                  </a:cubicBezTo>
                  <a:lnTo>
                    <a:pt x="41" y="29"/>
                  </a:lnTo>
                  <a:cubicBezTo>
                    <a:pt x="40" y="28"/>
                    <a:pt x="39" y="27"/>
                    <a:pt x="39" y="26"/>
                  </a:cubicBezTo>
                  <a:lnTo>
                    <a:pt x="36" y="16"/>
                  </a:lnTo>
                  <a:cubicBezTo>
                    <a:pt x="35" y="15"/>
                    <a:pt x="35" y="14"/>
                    <a:pt x="35" y="14"/>
                  </a:cubicBezTo>
                  <a:lnTo>
                    <a:pt x="35" y="11"/>
                  </a:lnTo>
                  <a:lnTo>
                    <a:pt x="25" y="8"/>
                  </a:lnTo>
                  <a:lnTo>
                    <a:pt x="15" y="8"/>
                  </a:lnTo>
                  <a:cubicBezTo>
                    <a:pt x="12" y="8"/>
                    <a:pt x="10" y="8"/>
                    <a:pt x="8" y="6"/>
                  </a:cubicBezTo>
                  <a:lnTo>
                    <a:pt x="4" y="0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5" y="27"/>
                  </a:lnTo>
                  <a:lnTo>
                    <a:pt x="9" y="29"/>
                  </a:lnTo>
                  <a:lnTo>
                    <a:pt x="18" y="36"/>
                  </a:lnTo>
                  <a:cubicBezTo>
                    <a:pt x="19" y="37"/>
                    <a:pt x="20" y="38"/>
                    <a:pt x="20" y="40"/>
                  </a:cubicBezTo>
                  <a:lnTo>
                    <a:pt x="26" y="57"/>
                  </a:lnTo>
                  <a:cubicBezTo>
                    <a:pt x="27" y="59"/>
                    <a:pt x="27" y="61"/>
                    <a:pt x="26" y="62"/>
                  </a:cubicBezTo>
                  <a:lnTo>
                    <a:pt x="23" y="72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xmlns="" id="{6AD80190-4038-4B4B-A03C-D6738ACFA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6364" y="2897764"/>
              <a:ext cx="64646" cy="28108"/>
            </a:xfrm>
            <a:custGeom>
              <a:avLst/>
              <a:gdLst>
                <a:gd name="T0" fmla="*/ 50 w 103"/>
                <a:gd name="T1" fmla="*/ 41 h 45"/>
                <a:gd name="T2" fmla="*/ 51 w 103"/>
                <a:gd name="T3" fmla="*/ 37 h 45"/>
                <a:gd name="T4" fmla="*/ 57 w 103"/>
                <a:gd name="T5" fmla="*/ 31 h 45"/>
                <a:gd name="T6" fmla="*/ 65 w 103"/>
                <a:gd name="T7" fmla="*/ 34 h 45"/>
                <a:gd name="T8" fmla="*/ 71 w 103"/>
                <a:gd name="T9" fmla="*/ 41 h 45"/>
                <a:gd name="T10" fmla="*/ 80 w 103"/>
                <a:gd name="T11" fmla="*/ 44 h 45"/>
                <a:gd name="T12" fmla="*/ 90 w 103"/>
                <a:gd name="T13" fmla="*/ 43 h 45"/>
                <a:gd name="T14" fmla="*/ 92 w 103"/>
                <a:gd name="T15" fmla="*/ 42 h 45"/>
                <a:gd name="T16" fmla="*/ 93 w 103"/>
                <a:gd name="T17" fmla="*/ 34 h 45"/>
                <a:gd name="T18" fmla="*/ 102 w 103"/>
                <a:gd name="T19" fmla="*/ 22 h 45"/>
                <a:gd name="T20" fmla="*/ 96 w 103"/>
                <a:gd name="T21" fmla="*/ 18 h 45"/>
                <a:gd name="T22" fmla="*/ 95 w 103"/>
                <a:gd name="T23" fmla="*/ 16 h 45"/>
                <a:gd name="T24" fmla="*/ 71 w 103"/>
                <a:gd name="T25" fmla="*/ 1 h 45"/>
                <a:gd name="T26" fmla="*/ 70 w 103"/>
                <a:gd name="T27" fmla="*/ 0 h 45"/>
                <a:gd name="T28" fmla="*/ 69 w 103"/>
                <a:gd name="T29" fmla="*/ 0 h 45"/>
                <a:gd name="T30" fmla="*/ 66 w 103"/>
                <a:gd name="T31" fmla="*/ 1 h 45"/>
                <a:gd name="T32" fmla="*/ 43 w 103"/>
                <a:gd name="T33" fmla="*/ 4 h 45"/>
                <a:gd name="T34" fmla="*/ 41 w 103"/>
                <a:gd name="T35" fmla="*/ 6 h 45"/>
                <a:gd name="T36" fmla="*/ 37 w 103"/>
                <a:gd name="T37" fmla="*/ 13 h 45"/>
                <a:gd name="T38" fmla="*/ 34 w 103"/>
                <a:gd name="T39" fmla="*/ 17 h 45"/>
                <a:gd name="T40" fmla="*/ 24 w 103"/>
                <a:gd name="T41" fmla="*/ 22 h 45"/>
                <a:gd name="T42" fmla="*/ 6 w 103"/>
                <a:gd name="T43" fmla="*/ 26 h 45"/>
                <a:gd name="T44" fmla="*/ 0 w 103"/>
                <a:gd name="T45" fmla="*/ 25 h 45"/>
                <a:gd name="T46" fmla="*/ 3 w 103"/>
                <a:gd name="T47" fmla="*/ 28 h 45"/>
                <a:gd name="T48" fmla="*/ 5 w 103"/>
                <a:gd name="T49" fmla="*/ 36 h 45"/>
                <a:gd name="T50" fmla="*/ 4 w 103"/>
                <a:gd name="T51" fmla="*/ 40 h 45"/>
                <a:gd name="T52" fmla="*/ 4 w 103"/>
                <a:gd name="T53" fmla="*/ 39 h 45"/>
                <a:gd name="T54" fmla="*/ 13 w 103"/>
                <a:gd name="T55" fmla="*/ 33 h 45"/>
                <a:gd name="T56" fmla="*/ 17 w 103"/>
                <a:gd name="T57" fmla="*/ 32 h 45"/>
                <a:gd name="T58" fmla="*/ 31 w 103"/>
                <a:gd name="T59" fmla="*/ 32 h 45"/>
                <a:gd name="T60" fmla="*/ 38 w 103"/>
                <a:gd name="T61" fmla="*/ 36 h 45"/>
                <a:gd name="T62" fmla="*/ 42 w 103"/>
                <a:gd name="T63" fmla="*/ 43 h 45"/>
                <a:gd name="T64" fmla="*/ 43 w 103"/>
                <a:gd name="T65" fmla="*/ 42 h 45"/>
                <a:gd name="T66" fmla="*/ 50 w 103"/>
                <a:gd name="T67" fmla="*/ 4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45">
                  <a:moveTo>
                    <a:pt x="50" y="41"/>
                  </a:moveTo>
                  <a:lnTo>
                    <a:pt x="51" y="37"/>
                  </a:lnTo>
                  <a:cubicBezTo>
                    <a:pt x="52" y="34"/>
                    <a:pt x="54" y="32"/>
                    <a:pt x="57" y="31"/>
                  </a:cubicBezTo>
                  <a:cubicBezTo>
                    <a:pt x="60" y="31"/>
                    <a:pt x="63" y="32"/>
                    <a:pt x="65" y="34"/>
                  </a:cubicBezTo>
                  <a:lnTo>
                    <a:pt x="71" y="41"/>
                  </a:lnTo>
                  <a:lnTo>
                    <a:pt x="80" y="44"/>
                  </a:lnTo>
                  <a:lnTo>
                    <a:pt x="90" y="43"/>
                  </a:lnTo>
                  <a:lnTo>
                    <a:pt x="92" y="42"/>
                  </a:lnTo>
                  <a:cubicBezTo>
                    <a:pt x="91" y="39"/>
                    <a:pt x="92" y="37"/>
                    <a:pt x="93" y="34"/>
                  </a:cubicBezTo>
                  <a:lnTo>
                    <a:pt x="102" y="22"/>
                  </a:lnTo>
                  <a:cubicBezTo>
                    <a:pt x="100" y="22"/>
                    <a:pt x="98" y="20"/>
                    <a:pt x="96" y="18"/>
                  </a:cubicBezTo>
                  <a:lnTo>
                    <a:pt x="95" y="16"/>
                  </a:lnTo>
                  <a:lnTo>
                    <a:pt x="71" y="1"/>
                  </a:lnTo>
                  <a:cubicBezTo>
                    <a:pt x="71" y="0"/>
                    <a:pt x="71" y="0"/>
                    <a:pt x="70" y="0"/>
                  </a:cubicBezTo>
                  <a:lnTo>
                    <a:pt x="69" y="0"/>
                  </a:lnTo>
                  <a:cubicBezTo>
                    <a:pt x="68" y="1"/>
                    <a:pt x="67" y="1"/>
                    <a:pt x="66" y="1"/>
                  </a:cubicBezTo>
                  <a:lnTo>
                    <a:pt x="43" y="4"/>
                  </a:lnTo>
                  <a:lnTo>
                    <a:pt x="41" y="6"/>
                  </a:lnTo>
                  <a:lnTo>
                    <a:pt x="37" y="13"/>
                  </a:lnTo>
                  <a:cubicBezTo>
                    <a:pt x="37" y="15"/>
                    <a:pt x="35" y="16"/>
                    <a:pt x="34" y="17"/>
                  </a:cubicBezTo>
                  <a:lnTo>
                    <a:pt x="24" y="22"/>
                  </a:lnTo>
                  <a:lnTo>
                    <a:pt x="6" y="26"/>
                  </a:lnTo>
                  <a:cubicBezTo>
                    <a:pt x="4" y="27"/>
                    <a:pt x="1" y="26"/>
                    <a:pt x="0" y="25"/>
                  </a:cubicBezTo>
                  <a:lnTo>
                    <a:pt x="3" y="28"/>
                  </a:lnTo>
                  <a:cubicBezTo>
                    <a:pt x="5" y="30"/>
                    <a:pt x="6" y="33"/>
                    <a:pt x="5" y="36"/>
                  </a:cubicBezTo>
                  <a:lnTo>
                    <a:pt x="4" y="40"/>
                  </a:lnTo>
                  <a:cubicBezTo>
                    <a:pt x="4" y="40"/>
                    <a:pt x="4" y="40"/>
                    <a:pt x="4" y="39"/>
                  </a:cubicBezTo>
                  <a:lnTo>
                    <a:pt x="13" y="33"/>
                  </a:lnTo>
                  <a:cubicBezTo>
                    <a:pt x="14" y="32"/>
                    <a:pt x="16" y="32"/>
                    <a:pt x="17" y="32"/>
                  </a:cubicBezTo>
                  <a:lnTo>
                    <a:pt x="31" y="32"/>
                  </a:lnTo>
                  <a:cubicBezTo>
                    <a:pt x="34" y="32"/>
                    <a:pt x="37" y="34"/>
                    <a:pt x="38" y="36"/>
                  </a:cubicBezTo>
                  <a:lnTo>
                    <a:pt x="42" y="43"/>
                  </a:lnTo>
                  <a:lnTo>
                    <a:pt x="43" y="42"/>
                  </a:lnTo>
                  <a:cubicBezTo>
                    <a:pt x="45" y="41"/>
                    <a:pt x="48" y="41"/>
                    <a:pt x="50" y="41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xmlns="" id="{C4DA9065-548C-4D92-B637-54546D9D5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1494" y="3043924"/>
              <a:ext cx="11243" cy="5622"/>
            </a:xfrm>
            <a:custGeom>
              <a:avLst/>
              <a:gdLst>
                <a:gd name="T0" fmla="*/ 16 w 17"/>
                <a:gd name="T1" fmla="*/ 8 h 10"/>
                <a:gd name="T2" fmla="*/ 11 w 17"/>
                <a:gd name="T3" fmla="*/ 3 h 10"/>
                <a:gd name="T4" fmla="*/ 0 w 17"/>
                <a:gd name="T5" fmla="*/ 0 h 10"/>
                <a:gd name="T6" fmla="*/ 5 w 17"/>
                <a:gd name="T7" fmla="*/ 6 h 10"/>
                <a:gd name="T8" fmla="*/ 16 w 17"/>
                <a:gd name="T9" fmla="*/ 9 h 10"/>
                <a:gd name="T10" fmla="*/ 16 w 17"/>
                <a:gd name="T1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0">
                  <a:moveTo>
                    <a:pt x="16" y="8"/>
                  </a:moveTo>
                  <a:lnTo>
                    <a:pt x="11" y="3"/>
                  </a:lnTo>
                  <a:lnTo>
                    <a:pt x="0" y="0"/>
                  </a:lnTo>
                  <a:lnTo>
                    <a:pt x="5" y="6"/>
                  </a:lnTo>
                  <a:lnTo>
                    <a:pt x="16" y="9"/>
                  </a:lnTo>
                  <a:lnTo>
                    <a:pt x="16" y="8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xmlns="" id="{9FA7FA77-7C63-475F-9DF6-E594EC2FB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2822" y="4719147"/>
              <a:ext cx="16865" cy="5622"/>
            </a:xfrm>
            <a:custGeom>
              <a:avLst/>
              <a:gdLst>
                <a:gd name="T0" fmla="*/ 0 w 25"/>
                <a:gd name="T1" fmla="*/ 6 h 7"/>
                <a:gd name="T2" fmla="*/ 0 w 25"/>
                <a:gd name="T3" fmla="*/ 6 h 7"/>
                <a:gd name="T4" fmla="*/ 8 w 25"/>
                <a:gd name="T5" fmla="*/ 5 h 7"/>
                <a:gd name="T6" fmla="*/ 18 w 25"/>
                <a:gd name="T7" fmla="*/ 3 h 7"/>
                <a:gd name="T8" fmla="*/ 24 w 25"/>
                <a:gd name="T9" fmla="*/ 0 h 7"/>
                <a:gd name="T10" fmla="*/ 13 w 25"/>
                <a:gd name="T11" fmla="*/ 1 h 7"/>
                <a:gd name="T12" fmla="*/ 0 w 25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">
                  <a:moveTo>
                    <a:pt x="0" y="6"/>
                  </a:moveTo>
                  <a:lnTo>
                    <a:pt x="0" y="6"/>
                  </a:lnTo>
                  <a:lnTo>
                    <a:pt x="8" y="5"/>
                  </a:lnTo>
                  <a:lnTo>
                    <a:pt x="18" y="3"/>
                  </a:lnTo>
                  <a:lnTo>
                    <a:pt x="24" y="0"/>
                  </a:lnTo>
                  <a:lnTo>
                    <a:pt x="13" y="1"/>
                  </a:lnTo>
                  <a:lnTo>
                    <a:pt x="0" y="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xmlns="" id="{5F5068DB-8C5B-4294-BEF8-7093B9AEE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0085" y="3707267"/>
              <a:ext cx="14055" cy="25297"/>
            </a:xfrm>
            <a:custGeom>
              <a:avLst/>
              <a:gdLst>
                <a:gd name="T0" fmla="*/ 22 w 23"/>
                <a:gd name="T1" fmla="*/ 33 h 38"/>
                <a:gd name="T2" fmla="*/ 21 w 23"/>
                <a:gd name="T3" fmla="*/ 27 h 38"/>
                <a:gd name="T4" fmla="*/ 19 w 23"/>
                <a:gd name="T5" fmla="*/ 17 h 38"/>
                <a:gd name="T6" fmla="*/ 16 w 23"/>
                <a:gd name="T7" fmla="*/ 7 h 38"/>
                <a:gd name="T8" fmla="*/ 13 w 23"/>
                <a:gd name="T9" fmla="*/ 1 h 38"/>
                <a:gd name="T10" fmla="*/ 12 w 23"/>
                <a:gd name="T11" fmla="*/ 0 h 38"/>
                <a:gd name="T12" fmla="*/ 11 w 23"/>
                <a:gd name="T13" fmla="*/ 7 h 38"/>
                <a:gd name="T14" fmla="*/ 6 w 23"/>
                <a:gd name="T15" fmla="*/ 27 h 38"/>
                <a:gd name="T16" fmla="*/ 5 w 23"/>
                <a:gd name="T17" fmla="*/ 29 h 38"/>
                <a:gd name="T18" fmla="*/ 0 w 23"/>
                <a:gd name="T19" fmla="*/ 37 h 38"/>
                <a:gd name="T20" fmla="*/ 11 w 23"/>
                <a:gd name="T21" fmla="*/ 33 h 38"/>
                <a:gd name="T22" fmla="*/ 14 w 23"/>
                <a:gd name="T23" fmla="*/ 33 h 38"/>
                <a:gd name="T24" fmla="*/ 22 w 23"/>
                <a:gd name="T25" fmla="*/ 3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38">
                  <a:moveTo>
                    <a:pt x="22" y="33"/>
                  </a:moveTo>
                  <a:lnTo>
                    <a:pt x="21" y="27"/>
                  </a:lnTo>
                  <a:lnTo>
                    <a:pt x="19" y="17"/>
                  </a:lnTo>
                  <a:lnTo>
                    <a:pt x="16" y="7"/>
                  </a:lnTo>
                  <a:lnTo>
                    <a:pt x="13" y="1"/>
                  </a:lnTo>
                  <a:cubicBezTo>
                    <a:pt x="13" y="1"/>
                    <a:pt x="12" y="1"/>
                    <a:pt x="12" y="0"/>
                  </a:cubicBezTo>
                  <a:lnTo>
                    <a:pt x="11" y="7"/>
                  </a:lnTo>
                  <a:lnTo>
                    <a:pt x="6" y="27"/>
                  </a:lnTo>
                  <a:cubicBezTo>
                    <a:pt x="6" y="27"/>
                    <a:pt x="6" y="28"/>
                    <a:pt x="5" y="29"/>
                  </a:cubicBezTo>
                  <a:lnTo>
                    <a:pt x="0" y="37"/>
                  </a:lnTo>
                  <a:lnTo>
                    <a:pt x="11" y="33"/>
                  </a:lnTo>
                  <a:cubicBezTo>
                    <a:pt x="12" y="33"/>
                    <a:pt x="13" y="33"/>
                    <a:pt x="14" y="33"/>
                  </a:cubicBezTo>
                  <a:lnTo>
                    <a:pt x="22" y="33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xmlns="" id="{E57ED2BA-CD78-4D1B-A78A-F58833EDB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4090" y="3035491"/>
              <a:ext cx="14055" cy="11243"/>
            </a:xfrm>
            <a:custGeom>
              <a:avLst/>
              <a:gdLst>
                <a:gd name="T0" fmla="*/ 20 w 22"/>
                <a:gd name="T1" fmla="*/ 8 h 18"/>
                <a:gd name="T2" fmla="*/ 11 w 22"/>
                <a:gd name="T3" fmla="*/ 0 h 18"/>
                <a:gd name="T4" fmla="*/ 9 w 22"/>
                <a:gd name="T5" fmla="*/ 6 h 18"/>
                <a:gd name="T6" fmla="*/ 2 w 22"/>
                <a:gd name="T7" fmla="*/ 12 h 18"/>
                <a:gd name="T8" fmla="*/ 0 w 22"/>
                <a:gd name="T9" fmla="*/ 12 h 18"/>
                <a:gd name="T10" fmla="*/ 12 w 22"/>
                <a:gd name="T11" fmla="*/ 17 h 18"/>
                <a:gd name="T12" fmla="*/ 18 w 22"/>
                <a:gd name="T13" fmla="*/ 16 h 18"/>
                <a:gd name="T14" fmla="*/ 21 w 22"/>
                <a:gd name="T15" fmla="*/ 12 h 18"/>
                <a:gd name="T16" fmla="*/ 20 w 22"/>
                <a:gd name="T17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18">
                  <a:moveTo>
                    <a:pt x="20" y="8"/>
                  </a:moveTo>
                  <a:lnTo>
                    <a:pt x="11" y="0"/>
                  </a:lnTo>
                  <a:lnTo>
                    <a:pt x="9" y="6"/>
                  </a:lnTo>
                  <a:cubicBezTo>
                    <a:pt x="8" y="9"/>
                    <a:pt x="5" y="12"/>
                    <a:pt x="2" y="12"/>
                  </a:cubicBezTo>
                  <a:lnTo>
                    <a:pt x="0" y="12"/>
                  </a:lnTo>
                  <a:lnTo>
                    <a:pt x="12" y="17"/>
                  </a:lnTo>
                  <a:lnTo>
                    <a:pt x="18" y="16"/>
                  </a:lnTo>
                  <a:lnTo>
                    <a:pt x="21" y="12"/>
                  </a:lnTo>
                  <a:lnTo>
                    <a:pt x="20" y="8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xmlns="" id="{05CD2B04-B326-4796-ACD1-2BAA03C4F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7612" y="2532363"/>
              <a:ext cx="81514" cy="47783"/>
            </a:xfrm>
            <a:custGeom>
              <a:avLst/>
              <a:gdLst>
                <a:gd name="T0" fmla="*/ 34 w 126"/>
                <a:gd name="T1" fmla="*/ 35 h 74"/>
                <a:gd name="T2" fmla="*/ 63 w 126"/>
                <a:gd name="T3" fmla="*/ 0 h 74"/>
                <a:gd name="T4" fmla="*/ 55 w 126"/>
                <a:gd name="T5" fmla="*/ 2 h 74"/>
                <a:gd name="T6" fmla="*/ 42 w 126"/>
                <a:gd name="T7" fmla="*/ 8 h 74"/>
                <a:gd name="T8" fmla="*/ 12 w 126"/>
                <a:gd name="T9" fmla="*/ 27 h 74"/>
                <a:gd name="T10" fmla="*/ 9 w 126"/>
                <a:gd name="T11" fmla="*/ 28 h 74"/>
                <a:gd name="T12" fmla="*/ 0 w 126"/>
                <a:gd name="T13" fmla="*/ 30 h 74"/>
                <a:gd name="T14" fmla="*/ 6 w 126"/>
                <a:gd name="T15" fmla="*/ 33 h 74"/>
                <a:gd name="T16" fmla="*/ 10 w 126"/>
                <a:gd name="T17" fmla="*/ 42 h 74"/>
                <a:gd name="T18" fmla="*/ 5 w 126"/>
                <a:gd name="T19" fmla="*/ 63 h 74"/>
                <a:gd name="T20" fmla="*/ 11 w 126"/>
                <a:gd name="T21" fmla="*/ 66 h 74"/>
                <a:gd name="T22" fmla="*/ 54 w 126"/>
                <a:gd name="T23" fmla="*/ 63 h 74"/>
                <a:gd name="T24" fmla="*/ 58 w 126"/>
                <a:gd name="T25" fmla="*/ 64 h 74"/>
                <a:gd name="T26" fmla="*/ 63 w 126"/>
                <a:gd name="T27" fmla="*/ 66 h 74"/>
                <a:gd name="T28" fmla="*/ 65 w 126"/>
                <a:gd name="T29" fmla="*/ 68 h 74"/>
                <a:gd name="T30" fmla="*/ 69 w 126"/>
                <a:gd name="T31" fmla="*/ 72 h 74"/>
                <a:gd name="T32" fmla="*/ 73 w 126"/>
                <a:gd name="T33" fmla="*/ 73 h 74"/>
                <a:gd name="T34" fmla="*/ 78 w 126"/>
                <a:gd name="T35" fmla="*/ 72 h 74"/>
                <a:gd name="T36" fmla="*/ 100 w 126"/>
                <a:gd name="T37" fmla="*/ 66 h 74"/>
                <a:gd name="T38" fmla="*/ 125 w 126"/>
                <a:gd name="T39" fmla="*/ 64 h 74"/>
                <a:gd name="T40" fmla="*/ 125 w 126"/>
                <a:gd name="T41" fmla="*/ 63 h 74"/>
                <a:gd name="T42" fmla="*/ 124 w 126"/>
                <a:gd name="T43" fmla="*/ 62 h 74"/>
                <a:gd name="T44" fmla="*/ 105 w 126"/>
                <a:gd name="T45" fmla="*/ 63 h 74"/>
                <a:gd name="T46" fmla="*/ 98 w 126"/>
                <a:gd name="T47" fmla="*/ 59 h 74"/>
                <a:gd name="T48" fmla="*/ 98 w 126"/>
                <a:gd name="T49" fmla="*/ 51 h 74"/>
                <a:gd name="T50" fmla="*/ 102 w 126"/>
                <a:gd name="T51" fmla="*/ 44 h 74"/>
                <a:gd name="T52" fmla="*/ 103 w 126"/>
                <a:gd name="T53" fmla="*/ 43 h 74"/>
                <a:gd name="T54" fmla="*/ 102 w 126"/>
                <a:gd name="T55" fmla="*/ 42 h 74"/>
                <a:gd name="T56" fmla="*/ 95 w 126"/>
                <a:gd name="T57" fmla="*/ 42 h 74"/>
                <a:gd name="T58" fmla="*/ 92 w 126"/>
                <a:gd name="T59" fmla="*/ 41 h 74"/>
                <a:gd name="T60" fmla="*/ 80 w 126"/>
                <a:gd name="T61" fmla="*/ 49 h 74"/>
                <a:gd name="T62" fmla="*/ 77 w 126"/>
                <a:gd name="T63" fmla="*/ 51 h 74"/>
                <a:gd name="T64" fmla="*/ 66 w 126"/>
                <a:gd name="T65" fmla="*/ 53 h 74"/>
                <a:gd name="T66" fmla="*/ 58 w 126"/>
                <a:gd name="T67" fmla="*/ 50 h 74"/>
                <a:gd name="T68" fmla="*/ 58 w 126"/>
                <a:gd name="T69" fmla="*/ 49 h 74"/>
                <a:gd name="T70" fmla="*/ 50 w 126"/>
                <a:gd name="T71" fmla="*/ 52 h 74"/>
                <a:gd name="T72" fmla="*/ 41 w 126"/>
                <a:gd name="T73" fmla="*/ 53 h 74"/>
                <a:gd name="T74" fmla="*/ 35 w 126"/>
                <a:gd name="T75" fmla="*/ 51 h 74"/>
                <a:gd name="T76" fmla="*/ 33 w 126"/>
                <a:gd name="T77" fmla="*/ 45 h 74"/>
                <a:gd name="T78" fmla="*/ 33 w 126"/>
                <a:gd name="T79" fmla="*/ 40 h 74"/>
                <a:gd name="T80" fmla="*/ 34 w 126"/>
                <a:gd name="T81" fmla="*/ 3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6" h="74">
                  <a:moveTo>
                    <a:pt x="34" y="35"/>
                  </a:moveTo>
                  <a:lnTo>
                    <a:pt x="63" y="0"/>
                  </a:lnTo>
                  <a:lnTo>
                    <a:pt x="55" y="2"/>
                  </a:lnTo>
                  <a:lnTo>
                    <a:pt x="42" y="8"/>
                  </a:lnTo>
                  <a:lnTo>
                    <a:pt x="12" y="27"/>
                  </a:lnTo>
                  <a:cubicBezTo>
                    <a:pt x="11" y="27"/>
                    <a:pt x="10" y="28"/>
                    <a:pt x="9" y="28"/>
                  </a:cubicBezTo>
                  <a:lnTo>
                    <a:pt x="0" y="30"/>
                  </a:lnTo>
                  <a:lnTo>
                    <a:pt x="6" y="33"/>
                  </a:lnTo>
                  <a:cubicBezTo>
                    <a:pt x="9" y="34"/>
                    <a:pt x="11" y="38"/>
                    <a:pt x="10" y="42"/>
                  </a:cubicBezTo>
                  <a:lnTo>
                    <a:pt x="5" y="63"/>
                  </a:lnTo>
                  <a:lnTo>
                    <a:pt x="11" y="66"/>
                  </a:lnTo>
                  <a:lnTo>
                    <a:pt x="54" y="63"/>
                  </a:lnTo>
                  <a:cubicBezTo>
                    <a:pt x="55" y="63"/>
                    <a:pt x="56" y="63"/>
                    <a:pt x="58" y="64"/>
                  </a:cubicBezTo>
                  <a:lnTo>
                    <a:pt x="63" y="66"/>
                  </a:lnTo>
                  <a:cubicBezTo>
                    <a:pt x="64" y="67"/>
                    <a:pt x="64" y="67"/>
                    <a:pt x="65" y="68"/>
                  </a:cubicBezTo>
                  <a:lnTo>
                    <a:pt x="69" y="72"/>
                  </a:lnTo>
                  <a:lnTo>
                    <a:pt x="73" y="73"/>
                  </a:lnTo>
                  <a:lnTo>
                    <a:pt x="78" y="72"/>
                  </a:lnTo>
                  <a:lnTo>
                    <a:pt x="100" y="66"/>
                  </a:lnTo>
                  <a:lnTo>
                    <a:pt x="125" y="64"/>
                  </a:lnTo>
                  <a:lnTo>
                    <a:pt x="125" y="63"/>
                  </a:lnTo>
                  <a:lnTo>
                    <a:pt x="124" y="62"/>
                  </a:lnTo>
                  <a:lnTo>
                    <a:pt x="105" y="63"/>
                  </a:lnTo>
                  <a:cubicBezTo>
                    <a:pt x="103" y="63"/>
                    <a:pt x="99" y="62"/>
                    <a:pt x="98" y="59"/>
                  </a:cubicBezTo>
                  <a:cubicBezTo>
                    <a:pt x="96" y="56"/>
                    <a:pt x="97" y="53"/>
                    <a:pt x="98" y="51"/>
                  </a:cubicBezTo>
                  <a:lnTo>
                    <a:pt x="102" y="44"/>
                  </a:lnTo>
                  <a:cubicBezTo>
                    <a:pt x="103" y="44"/>
                    <a:pt x="103" y="43"/>
                    <a:pt x="103" y="43"/>
                  </a:cubicBezTo>
                  <a:lnTo>
                    <a:pt x="102" y="42"/>
                  </a:lnTo>
                  <a:cubicBezTo>
                    <a:pt x="100" y="43"/>
                    <a:pt x="97" y="43"/>
                    <a:pt x="95" y="42"/>
                  </a:cubicBezTo>
                  <a:lnTo>
                    <a:pt x="92" y="41"/>
                  </a:lnTo>
                  <a:lnTo>
                    <a:pt x="80" y="49"/>
                  </a:lnTo>
                  <a:cubicBezTo>
                    <a:pt x="79" y="50"/>
                    <a:pt x="78" y="50"/>
                    <a:pt x="77" y="51"/>
                  </a:cubicBezTo>
                  <a:lnTo>
                    <a:pt x="66" y="53"/>
                  </a:lnTo>
                  <a:cubicBezTo>
                    <a:pt x="63" y="53"/>
                    <a:pt x="60" y="52"/>
                    <a:pt x="58" y="50"/>
                  </a:cubicBezTo>
                  <a:lnTo>
                    <a:pt x="58" y="49"/>
                  </a:lnTo>
                  <a:lnTo>
                    <a:pt x="50" y="52"/>
                  </a:lnTo>
                  <a:lnTo>
                    <a:pt x="41" y="53"/>
                  </a:lnTo>
                  <a:cubicBezTo>
                    <a:pt x="39" y="53"/>
                    <a:pt x="36" y="52"/>
                    <a:pt x="35" y="51"/>
                  </a:cubicBezTo>
                  <a:cubicBezTo>
                    <a:pt x="33" y="49"/>
                    <a:pt x="33" y="47"/>
                    <a:pt x="33" y="45"/>
                  </a:cubicBezTo>
                  <a:lnTo>
                    <a:pt x="33" y="40"/>
                  </a:lnTo>
                  <a:cubicBezTo>
                    <a:pt x="33" y="38"/>
                    <a:pt x="33" y="36"/>
                    <a:pt x="34" y="35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xmlns="" id="{FE7E9B95-0B2F-4207-8AE1-3A66BA037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7649" y="1728481"/>
              <a:ext cx="531235" cy="668965"/>
            </a:xfrm>
            <a:custGeom>
              <a:avLst/>
              <a:gdLst>
                <a:gd name="T0" fmla="*/ 30 w 833"/>
                <a:gd name="T1" fmla="*/ 432 h 1050"/>
                <a:gd name="T2" fmla="*/ 124 w 833"/>
                <a:gd name="T3" fmla="*/ 450 h 1050"/>
                <a:gd name="T4" fmla="*/ 198 w 833"/>
                <a:gd name="T5" fmla="*/ 446 h 1050"/>
                <a:gd name="T6" fmla="*/ 114 w 833"/>
                <a:gd name="T7" fmla="*/ 506 h 1050"/>
                <a:gd name="T8" fmla="*/ 124 w 833"/>
                <a:gd name="T9" fmla="*/ 582 h 1050"/>
                <a:gd name="T10" fmla="*/ 149 w 833"/>
                <a:gd name="T11" fmla="*/ 596 h 1050"/>
                <a:gd name="T12" fmla="*/ 141 w 833"/>
                <a:gd name="T13" fmla="*/ 616 h 1050"/>
                <a:gd name="T14" fmla="*/ 138 w 833"/>
                <a:gd name="T15" fmla="*/ 637 h 1050"/>
                <a:gd name="T16" fmla="*/ 163 w 833"/>
                <a:gd name="T17" fmla="*/ 684 h 1050"/>
                <a:gd name="T18" fmla="*/ 166 w 833"/>
                <a:gd name="T19" fmla="*/ 726 h 1050"/>
                <a:gd name="T20" fmla="*/ 169 w 833"/>
                <a:gd name="T21" fmla="*/ 749 h 1050"/>
                <a:gd name="T22" fmla="*/ 154 w 833"/>
                <a:gd name="T23" fmla="*/ 759 h 1050"/>
                <a:gd name="T24" fmla="*/ 167 w 833"/>
                <a:gd name="T25" fmla="*/ 781 h 1050"/>
                <a:gd name="T26" fmla="*/ 177 w 833"/>
                <a:gd name="T27" fmla="*/ 802 h 1050"/>
                <a:gd name="T28" fmla="*/ 172 w 833"/>
                <a:gd name="T29" fmla="*/ 845 h 1050"/>
                <a:gd name="T30" fmla="*/ 171 w 833"/>
                <a:gd name="T31" fmla="*/ 888 h 1050"/>
                <a:gd name="T32" fmla="*/ 227 w 833"/>
                <a:gd name="T33" fmla="*/ 898 h 1050"/>
                <a:gd name="T34" fmla="*/ 254 w 833"/>
                <a:gd name="T35" fmla="*/ 892 h 1050"/>
                <a:gd name="T36" fmla="*/ 267 w 833"/>
                <a:gd name="T37" fmla="*/ 918 h 1050"/>
                <a:gd name="T38" fmla="*/ 319 w 833"/>
                <a:gd name="T39" fmla="*/ 962 h 1050"/>
                <a:gd name="T40" fmla="*/ 341 w 833"/>
                <a:gd name="T41" fmla="*/ 994 h 1050"/>
                <a:gd name="T42" fmla="*/ 333 w 833"/>
                <a:gd name="T43" fmla="*/ 1028 h 1050"/>
                <a:gd name="T44" fmla="*/ 359 w 833"/>
                <a:gd name="T45" fmla="*/ 1049 h 1050"/>
                <a:gd name="T46" fmla="*/ 442 w 833"/>
                <a:gd name="T47" fmla="*/ 1011 h 1050"/>
                <a:gd name="T48" fmla="*/ 461 w 833"/>
                <a:gd name="T49" fmla="*/ 996 h 1050"/>
                <a:gd name="T50" fmla="*/ 496 w 833"/>
                <a:gd name="T51" fmla="*/ 986 h 1050"/>
                <a:gd name="T52" fmla="*/ 505 w 833"/>
                <a:gd name="T53" fmla="*/ 966 h 1050"/>
                <a:gd name="T54" fmla="*/ 536 w 833"/>
                <a:gd name="T55" fmla="*/ 981 h 1050"/>
                <a:gd name="T56" fmla="*/ 578 w 833"/>
                <a:gd name="T57" fmla="*/ 986 h 1050"/>
                <a:gd name="T58" fmla="*/ 626 w 833"/>
                <a:gd name="T59" fmla="*/ 938 h 1050"/>
                <a:gd name="T60" fmla="*/ 670 w 833"/>
                <a:gd name="T61" fmla="*/ 900 h 1050"/>
                <a:gd name="T62" fmla="*/ 668 w 833"/>
                <a:gd name="T63" fmla="*/ 867 h 1050"/>
                <a:gd name="T64" fmla="*/ 687 w 833"/>
                <a:gd name="T65" fmla="*/ 839 h 1050"/>
                <a:gd name="T66" fmla="*/ 677 w 833"/>
                <a:gd name="T67" fmla="*/ 828 h 1050"/>
                <a:gd name="T68" fmla="*/ 669 w 833"/>
                <a:gd name="T69" fmla="*/ 810 h 1050"/>
                <a:gd name="T70" fmla="*/ 666 w 833"/>
                <a:gd name="T71" fmla="*/ 773 h 1050"/>
                <a:gd name="T72" fmla="*/ 755 w 833"/>
                <a:gd name="T73" fmla="*/ 738 h 1050"/>
                <a:gd name="T74" fmla="*/ 790 w 833"/>
                <a:gd name="T75" fmla="*/ 612 h 1050"/>
                <a:gd name="T76" fmla="*/ 808 w 833"/>
                <a:gd name="T77" fmla="*/ 593 h 1050"/>
                <a:gd name="T78" fmla="*/ 829 w 833"/>
                <a:gd name="T79" fmla="*/ 601 h 1050"/>
                <a:gd name="T80" fmla="*/ 802 w 833"/>
                <a:gd name="T81" fmla="*/ 484 h 1050"/>
                <a:gd name="T82" fmla="*/ 821 w 833"/>
                <a:gd name="T83" fmla="*/ 440 h 1050"/>
                <a:gd name="T84" fmla="*/ 817 w 833"/>
                <a:gd name="T85" fmla="*/ 431 h 1050"/>
                <a:gd name="T86" fmla="*/ 800 w 833"/>
                <a:gd name="T87" fmla="*/ 419 h 1050"/>
                <a:gd name="T88" fmla="*/ 790 w 833"/>
                <a:gd name="T89" fmla="*/ 330 h 1050"/>
                <a:gd name="T90" fmla="*/ 802 w 833"/>
                <a:gd name="T91" fmla="*/ 297 h 1050"/>
                <a:gd name="T92" fmla="*/ 791 w 833"/>
                <a:gd name="T93" fmla="*/ 288 h 1050"/>
                <a:gd name="T94" fmla="*/ 809 w 833"/>
                <a:gd name="T95" fmla="*/ 227 h 1050"/>
                <a:gd name="T96" fmla="*/ 805 w 833"/>
                <a:gd name="T97" fmla="*/ 184 h 1050"/>
                <a:gd name="T98" fmla="*/ 639 w 833"/>
                <a:gd name="T99" fmla="*/ 0 h 1050"/>
                <a:gd name="T100" fmla="*/ 544 w 833"/>
                <a:gd name="T101" fmla="*/ 77 h 1050"/>
                <a:gd name="T102" fmla="*/ 255 w 833"/>
                <a:gd name="T103" fmla="*/ 158 h 1050"/>
                <a:gd name="T104" fmla="*/ 154 w 833"/>
                <a:gd name="T105" fmla="*/ 219 h 1050"/>
                <a:gd name="T106" fmla="*/ 75 w 833"/>
                <a:gd name="T107" fmla="*/ 257 h 1050"/>
                <a:gd name="T108" fmla="*/ 0 w 833"/>
                <a:gd name="T109" fmla="*/ 40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33" h="1050">
                  <a:moveTo>
                    <a:pt x="5" y="412"/>
                  </a:moveTo>
                  <a:cubicBezTo>
                    <a:pt x="7" y="413"/>
                    <a:pt x="8" y="414"/>
                    <a:pt x="8" y="416"/>
                  </a:cubicBezTo>
                  <a:lnTo>
                    <a:pt x="12" y="424"/>
                  </a:lnTo>
                  <a:lnTo>
                    <a:pt x="21" y="429"/>
                  </a:lnTo>
                  <a:lnTo>
                    <a:pt x="30" y="432"/>
                  </a:lnTo>
                  <a:lnTo>
                    <a:pt x="37" y="433"/>
                  </a:lnTo>
                  <a:lnTo>
                    <a:pt x="47" y="433"/>
                  </a:lnTo>
                  <a:cubicBezTo>
                    <a:pt x="48" y="433"/>
                    <a:pt x="49" y="433"/>
                    <a:pt x="49" y="433"/>
                  </a:cubicBezTo>
                  <a:lnTo>
                    <a:pt x="85" y="445"/>
                  </a:lnTo>
                  <a:lnTo>
                    <a:pt x="124" y="450"/>
                  </a:lnTo>
                  <a:lnTo>
                    <a:pt x="162" y="445"/>
                  </a:lnTo>
                  <a:lnTo>
                    <a:pt x="196" y="423"/>
                  </a:lnTo>
                  <a:cubicBezTo>
                    <a:pt x="199" y="421"/>
                    <a:pt x="203" y="422"/>
                    <a:pt x="206" y="425"/>
                  </a:cubicBezTo>
                  <a:cubicBezTo>
                    <a:pt x="209" y="427"/>
                    <a:pt x="209" y="432"/>
                    <a:pt x="207" y="435"/>
                  </a:cubicBezTo>
                  <a:lnTo>
                    <a:pt x="198" y="446"/>
                  </a:lnTo>
                  <a:lnTo>
                    <a:pt x="188" y="456"/>
                  </a:lnTo>
                  <a:cubicBezTo>
                    <a:pt x="187" y="457"/>
                    <a:pt x="187" y="457"/>
                    <a:pt x="186" y="457"/>
                  </a:cubicBezTo>
                  <a:lnTo>
                    <a:pt x="163" y="469"/>
                  </a:lnTo>
                  <a:lnTo>
                    <a:pt x="110" y="481"/>
                  </a:lnTo>
                  <a:lnTo>
                    <a:pt x="114" y="506"/>
                  </a:lnTo>
                  <a:lnTo>
                    <a:pt x="114" y="530"/>
                  </a:lnTo>
                  <a:lnTo>
                    <a:pt x="116" y="548"/>
                  </a:lnTo>
                  <a:lnTo>
                    <a:pt x="114" y="566"/>
                  </a:lnTo>
                  <a:lnTo>
                    <a:pt x="122" y="581"/>
                  </a:lnTo>
                  <a:lnTo>
                    <a:pt x="124" y="582"/>
                  </a:lnTo>
                  <a:lnTo>
                    <a:pt x="132" y="583"/>
                  </a:lnTo>
                  <a:lnTo>
                    <a:pt x="139" y="585"/>
                  </a:lnTo>
                  <a:cubicBezTo>
                    <a:pt x="140" y="585"/>
                    <a:pt x="141" y="586"/>
                    <a:pt x="142" y="587"/>
                  </a:cubicBezTo>
                  <a:lnTo>
                    <a:pt x="147" y="592"/>
                  </a:lnTo>
                  <a:cubicBezTo>
                    <a:pt x="148" y="593"/>
                    <a:pt x="149" y="594"/>
                    <a:pt x="149" y="596"/>
                  </a:cubicBezTo>
                  <a:lnTo>
                    <a:pt x="150" y="600"/>
                  </a:lnTo>
                  <a:cubicBezTo>
                    <a:pt x="150" y="602"/>
                    <a:pt x="150" y="604"/>
                    <a:pt x="149" y="605"/>
                  </a:cubicBezTo>
                  <a:lnTo>
                    <a:pt x="147" y="610"/>
                  </a:lnTo>
                  <a:cubicBezTo>
                    <a:pt x="147" y="611"/>
                    <a:pt x="146" y="612"/>
                    <a:pt x="145" y="613"/>
                  </a:cubicBezTo>
                  <a:lnTo>
                    <a:pt x="141" y="616"/>
                  </a:lnTo>
                  <a:lnTo>
                    <a:pt x="135" y="620"/>
                  </a:lnTo>
                  <a:lnTo>
                    <a:pt x="129" y="622"/>
                  </a:lnTo>
                  <a:lnTo>
                    <a:pt x="129" y="624"/>
                  </a:lnTo>
                  <a:lnTo>
                    <a:pt x="134" y="634"/>
                  </a:lnTo>
                  <a:lnTo>
                    <a:pt x="138" y="637"/>
                  </a:lnTo>
                  <a:lnTo>
                    <a:pt x="145" y="642"/>
                  </a:lnTo>
                  <a:lnTo>
                    <a:pt x="153" y="653"/>
                  </a:lnTo>
                  <a:cubicBezTo>
                    <a:pt x="153" y="654"/>
                    <a:pt x="153" y="655"/>
                    <a:pt x="154" y="656"/>
                  </a:cubicBezTo>
                  <a:lnTo>
                    <a:pt x="159" y="675"/>
                  </a:lnTo>
                  <a:lnTo>
                    <a:pt x="163" y="684"/>
                  </a:lnTo>
                  <a:lnTo>
                    <a:pt x="171" y="698"/>
                  </a:lnTo>
                  <a:cubicBezTo>
                    <a:pt x="172" y="699"/>
                    <a:pt x="172" y="700"/>
                    <a:pt x="172" y="701"/>
                  </a:cubicBezTo>
                  <a:lnTo>
                    <a:pt x="173" y="706"/>
                  </a:lnTo>
                  <a:cubicBezTo>
                    <a:pt x="173" y="707"/>
                    <a:pt x="173" y="709"/>
                    <a:pt x="172" y="710"/>
                  </a:cubicBezTo>
                  <a:lnTo>
                    <a:pt x="166" y="726"/>
                  </a:lnTo>
                  <a:lnTo>
                    <a:pt x="167" y="731"/>
                  </a:lnTo>
                  <a:lnTo>
                    <a:pt x="169" y="737"/>
                  </a:lnTo>
                  <a:lnTo>
                    <a:pt x="170" y="744"/>
                  </a:lnTo>
                  <a:cubicBezTo>
                    <a:pt x="170" y="745"/>
                    <a:pt x="170" y="746"/>
                    <a:pt x="170" y="746"/>
                  </a:cubicBezTo>
                  <a:lnTo>
                    <a:pt x="169" y="749"/>
                  </a:lnTo>
                  <a:cubicBezTo>
                    <a:pt x="169" y="751"/>
                    <a:pt x="168" y="752"/>
                    <a:pt x="167" y="754"/>
                  </a:cubicBezTo>
                  <a:lnTo>
                    <a:pt x="165" y="756"/>
                  </a:lnTo>
                  <a:cubicBezTo>
                    <a:pt x="164" y="757"/>
                    <a:pt x="162" y="758"/>
                    <a:pt x="161" y="758"/>
                  </a:cubicBezTo>
                  <a:lnTo>
                    <a:pt x="157" y="759"/>
                  </a:lnTo>
                  <a:cubicBezTo>
                    <a:pt x="156" y="759"/>
                    <a:pt x="155" y="759"/>
                    <a:pt x="154" y="759"/>
                  </a:cubicBezTo>
                  <a:lnTo>
                    <a:pt x="149" y="758"/>
                  </a:lnTo>
                  <a:lnTo>
                    <a:pt x="149" y="761"/>
                  </a:lnTo>
                  <a:lnTo>
                    <a:pt x="152" y="768"/>
                  </a:lnTo>
                  <a:lnTo>
                    <a:pt x="155" y="771"/>
                  </a:lnTo>
                  <a:lnTo>
                    <a:pt x="167" y="781"/>
                  </a:lnTo>
                  <a:cubicBezTo>
                    <a:pt x="168" y="781"/>
                    <a:pt x="169" y="782"/>
                    <a:pt x="169" y="783"/>
                  </a:cubicBezTo>
                  <a:lnTo>
                    <a:pt x="174" y="789"/>
                  </a:lnTo>
                  <a:cubicBezTo>
                    <a:pt x="174" y="790"/>
                    <a:pt x="174" y="790"/>
                    <a:pt x="175" y="791"/>
                  </a:cubicBezTo>
                  <a:lnTo>
                    <a:pt x="176" y="796"/>
                  </a:lnTo>
                  <a:lnTo>
                    <a:pt x="177" y="802"/>
                  </a:lnTo>
                  <a:cubicBezTo>
                    <a:pt x="177" y="803"/>
                    <a:pt x="177" y="805"/>
                    <a:pt x="177" y="805"/>
                  </a:cubicBezTo>
                  <a:lnTo>
                    <a:pt x="176" y="822"/>
                  </a:lnTo>
                  <a:lnTo>
                    <a:pt x="175" y="838"/>
                  </a:lnTo>
                  <a:lnTo>
                    <a:pt x="173" y="843"/>
                  </a:lnTo>
                  <a:cubicBezTo>
                    <a:pt x="173" y="844"/>
                    <a:pt x="173" y="845"/>
                    <a:pt x="172" y="845"/>
                  </a:cubicBezTo>
                  <a:lnTo>
                    <a:pt x="167" y="854"/>
                  </a:lnTo>
                  <a:lnTo>
                    <a:pt x="160" y="873"/>
                  </a:lnTo>
                  <a:lnTo>
                    <a:pt x="161" y="880"/>
                  </a:lnTo>
                  <a:lnTo>
                    <a:pt x="163" y="882"/>
                  </a:lnTo>
                  <a:lnTo>
                    <a:pt x="171" y="888"/>
                  </a:lnTo>
                  <a:lnTo>
                    <a:pt x="174" y="888"/>
                  </a:lnTo>
                  <a:lnTo>
                    <a:pt x="185" y="887"/>
                  </a:lnTo>
                  <a:cubicBezTo>
                    <a:pt x="186" y="887"/>
                    <a:pt x="187" y="887"/>
                    <a:pt x="188" y="888"/>
                  </a:cubicBezTo>
                  <a:lnTo>
                    <a:pt x="226" y="898"/>
                  </a:lnTo>
                  <a:lnTo>
                    <a:pt x="227" y="898"/>
                  </a:lnTo>
                  <a:lnTo>
                    <a:pt x="230" y="897"/>
                  </a:lnTo>
                  <a:lnTo>
                    <a:pt x="237" y="892"/>
                  </a:lnTo>
                  <a:cubicBezTo>
                    <a:pt x="239" y="891"/>
                    <a:pt x="240" y="891"/>
                    <a:pt x="241" y="891"/>
                  </a:cubicBezTo>
                  <a:lnTo>
                    <a:pt x="249" y="890"/>
                  </a:lnTo>
                  <a:cubicBezTo>
                    <a:pt x="251" y="890"/>
                    <a:pt x="253" y="891"/>
                    <a:pt x="254" y="892"/>
                  </a:cubicBezTo>
                  <a:lnTo>
                    <a:pt x="258" y="895"/>
                  </a:lnTo>
                  <a:cubicBezTo>
                    <a:pt x="259" y="896"/>
                    <a:pt x="260" y="896"/>
                    <a:pt x="260" y="897"/>
                  </a:cubicBezTo>
                  <a:lnTo>
                    <a:pt x="263" y="902"/>
                  </a:lnTo>
                  <a:cubicBezTo>
                    <a:pt x="263" y="903"/>
                    <a:pt x="264" y="904"/>
                    <a:pt x="264" y="905"/>
                  </a:cubicBezTo>
                  <a:lnTo>
                    <a:pt x="267" y="918"/>
                  </a:lnTo>
                  <a:lnTo>
                    <a:pt x="290" y="950"/>
                  </a:lnTo>
                  <a:lnTo>
                    <a:pt x="295" y="954"/>
                  </a:lnTo>
                  <a:lnTo>
                    <a:pt x="300" y="956"/>
                  </a:lnTo>
                  <a:lnTo>
                    <a:pt x="317" y="961"/>
                  </a:lnTo>
                  <a:cubicBezTo>
                    <a:pt x="318" y="961"/>
                    <a:pt x="319" y="961"/>
                    <a:pt x="319" y="962"/>
                  </a:cubicBezTo>
                  <a:lnTo>
                    <a:pt x="329" y="969"/>
                  </a:lnTo>
                  <a:cubicBezTo>
                    <a:pt x="330" y="970"/>
                    <a:pt x="331" y="970"/>
                    <a:pt x="331" y="971"/>
                  </a:cubicBezTo>
                  <a:lnTo>
                    <a:pt x="338" y="985"/>
                  </a:lnTo>
                  <a:lnTo>
                    <a:pt x="340" y="991"/>
                  </a:lnTo>
                  <a:cubicBezTo>
                    <a:pt x="341" y="991"/>
                    <a:pt x="341" y="994"/>
                    <a:pt x="341" y="994"/>
                  </a:cubicBezTo>
                  <a:lnTo>
                    <a:pt x="339" y="1006"/>
                  </a:lnTo>
                  <a:lnTo>
                    <a:pt x="336" y="1012"/>
                  </a:lnTo>
                  <a:lnTo>
                    <a:pt x="326" y="1024"/>
                  </a:lnTo>
                  <a:lnTo>
                    <a:pt x="330" y="1025"/>
                  </a:lnTo>
                  <a:cubicBezTo>
                    <a:pt x="331" y="1026"/>
                    <a:pt x="333" y="1027"/>
                    <a:pt x="333" y="1028"/>
                  </a:cubicBezTo>
                  <a:lnTo>
                    <a:pt x="337" y="1032"/>
                  </a:lnTo>
                  <a:lnTo>
                    <a:pt x="343" y="1042"/>
                  </a:lnTo>
                  <a:lnTo>
                    <a:pt x="350" y="1045"/>
                  </a:lnTo>
                  <a:lnTo>
                    <a:pt x="359" y="1049"/>
                  </a:lnTo>
                  <a:lnTo>
                    <a:pt x="359" y="1049"/>
                  </a:lnTo>
                  <a:lnTo>
                    <a:pt x="378" y="1030"/>
                  </a:lnTo>
                  <a:lnTo>
                    <a:pt x="386" y="1026"/>
                  </a:lnTo>
                  <a:lnTo>
                    <a:pt x="435" y="1012"/>
                  </a:lnTo>
                  <a:cubicBezTo>
                    <a:pt x="435" y="1012"/>
                    <a:pt x="436" y="1011"/>
                    <a:pt x="437" y="1011"/>
                  </a:cubicBezTo>
                  <a:lnTo>
                    <a:pt x="442" y="1011"/>
                  </a:lnTo>
                  <a:lnTo>
                    <a:pt x="447" y="1012"/>
                  </a:lnTo>
                  <a:lnTo>
                    <a:pt x="452" y="1010"/>
                  </a:lnTo>
                  <a:lnTo>
                    <a:pt x="456" y="1006"/>
                  </a:lnTo>
                  <a:lnTo>
                    <a:pt x="457" y="1002"/>
                  </a:lnTo>
                  <a:lnTo>
                    <a:pt x="461" y="996"/>
                  </a:lnTo>
                  <a:lnTo>
                    <a:pt x="467" y="990"/>
                  </a:lnTo>
                  <a:cubicBezTo>
                    <a:pt x="467" y="990"/>
                    <a:pt x="469" y="989"/>
                    <a:pt x="470" y="989"/>
                  </a:cubicBezTo>
                  <a:lnTo>
                    <a:pt x="477" y="986"/>
                  </a:lnTo>
                  <a:lnTo>
                    <a:pt x="484" y="985"/>
                  </a:lnTo>
                  <a:lnTo>
                    <a:pt x="496" y="986"/>
                  </a:lnTo>
                  <a:lnTo>
                    <a:pt x="497" y="985"/>
                  </a:lnTo>
                  <a:lnTo>
                    <a:pt x="497" y="977"/>
                  </a:lnTo>
                  <a:cubicBezTo>
                    <a:pt x="497" y="975"/>
                    <a:pt x="497" y="973"/>
                    <a:pt x="498" y="972"/>
                  </a:cubicBezTo>
                  <a:lnTo>
                    <a:pt x="500" y="969"/>
                  </a:lnTo>
                  <a:cubicBezTo>
                    <a:pt x="501" y="967"/>
                    <a:pt x="503" y="966"/>
                    <a:pt x="505" y="966"/>
                  </a:cubicBezTo>
                  <a:lnTo>
                    <a:pt x="508" y="965"/>
                  </a:lnTo>
                  <a:cubicBezTo>
                    <a:pt x="509" y="965"/>
                    <a:pt x="511" y="965"/>
                    <a:pt x="512" y="965"/>
                  </a:cubicBezTo>
                  <a:lnTo>
                    <a:pt x="518" y="967"/>
                  </a:lnTo>
                  <a:cubicBezTo>
                    <a:pt x="519" y="967"/>
                    <a:pt x="520" y="968"/>
                    <a:pt x="521" y="969"/>
                  </a:cubicBezTo>
                  <a:lnTo>
                    <a:pt x="536" y="981"/>
                  </a:lnTo>
                  <a:lnTo>
                    <a:pt x="545" y="982"/>
                  </a:lnTo>
                  <a:lnTo>
                    <a:pt x="561" y="981"/>
                  </a:lnTo>
                  <a:lnTo>
                    <a:pt x="568" y="982"/>
                  </a:lnTo>
                  <a:cubicBezTo>
                    <a:pt x="569" y="982"/>
                    <a:pt x="570" y="982"/>
                    <a:pt x="570" y="982"/>
                  </a:cubicBezTo>
                  <a:lnTo>
                    <a:pt x="578" y="986"/>
                  </a:lnTo>
                  <a:lnTo>
                    <a:pt x="578" y="986"/>
                  </a:lnTo>
                  <a:lnTo>
                    <a:pt x="598" y="974"/>
                  </a:lnTo>
                  <a:lnTo>
                    <a:pt x="611" y="968"/>
                  </a:lnTo>
                  <a:lnTo>
                    <a:pt x="617" y="962"/>
                  </a:lnTo>
                  <a:lnTo>
                    <a:pt x="626" y="938"/>
                  </a:lnTo>
                  <a:lnTo>
                    <a:pt x="632" y="929"/>
                  </a:lnTo>
                  <a:lnTo>
                    <a:pt x="644" y="918"/>
                  </a:lnTo>
                  <a:lnTo>
                    <a:pt x="654" y="911"/>
                  </a:lnTo>
                  <a:lnTo>
                    <a:pt x="668" y="904"/>
                  </a:lnTo>
                  <a:lnTo>
                    <a:pt x="670" y="900"/>
                  </a:lnTo>
                  <a:lnTo>
                    <a:pt x="671" y="895"/>
                  </a:lnTo>
                  <a:lnTo>
                    <a:pt x="671" y="891"/>
                  </a:lnTo>
                  <a:lnTo>
                    <a:pt x="667" y="876"/>
                  </a:lnTo>
                  <a:cubicBezTo>
                    <a:pt x="666" y="875"/>
                    <a:pt x="666" y="874"/>
                    <a:pt x="667" y="872"/>
                  </a:cubicBezTo>
                  <a:lnTo>
                    <a:pt x="668" y="867"/>
                  </a:lnTo>
                  <a:cubicBezTo>
                    <a:pt x="668" y="866"/>
                    <a:pt x="669" y="865"/>
                    <a:pt x="669" y="865"/>
                  </a:cubicBezTo>
                  <a:lnTo>
                    <a:pt x="671" y="860"/>
                  </a:lnTo>
                  <a:cubicBezTo>
                    <a:pt x="672" y="859"/>
                    <a:pt x="673" y="858"/>
                    <a:pt x="674" y="857"/>
                  </a:cubicBezTo>
                  <a:lnTo>
                    <a:pt x="689" y="848"/>
                  </a:lnTo>
                  <a:lnTo>
                    <a:pt x="687" y="839"/>
                  </a:lnTo>
                  <a:cubicBezTo>
                    <a:pt x="687" y="838"/>
                    <a:pt x="687" y="837"/>
                    <a:pt x="687" y="837"/>
                  </a:cubicBezTo>
                  <a:lnTo>
                    <a:pt x="688" y="830"/>
                  </a:lnTo>
                  <a:lnTo>
                    <a:pt x="683" y="830"/>
                  </a:lnTo>
                  <a:cubicBezTo>
                    <a:pt x="682" y="830"/>
                    <a:pt x="682" y="829"/>
                    <a:pt x="681" y="829"/>
                  </a:cubicBezTo>
                  <a:lnTo>
                    <a:pt x="677" y="828"/>
                  </a:lnTo>
                  <a:cubicBezTo>
                    <a:pt x="676" y="827"/>
                    <a:pt x="674" y="826"/>
                    <a:pt x="673" y="824"/>
                  </a:cubicBezTo>
                  <a:lnTo>
                    <a:pt x="671" y="821"/>
                  </a:lnTo>
                  <a:cubicBezTo>
                    <a:pt x="670" y="819"/>
                    <a:pt x="670" y="818"/>
                    <a:pt x="670" y="817"/>
                  </a:cubicBezTo>
                  <a:lnTo>
                    <a:pt x="669" y="812"/>
                  </a:lnTo>
                  <a:cubicBezTo>
                    <a:pt x="669" y="812"/>
                    <a:pt x="669" y="811"/>
                    <a:pt x="669" y="810"/>
                  </a:cubicBezTo>
                  <a:lnTo>
                    <a:pt x="672" y="798"/>
                  </a:lnTo>
                  <a:lnTo>
                    <a:pt x="671" y="791"/>
                  </a:lnTo>
                  <a:lnTo>
                    <a:pt x="666" y="782"/>
                  </a:lnTo>
                  <a:cubicBezTo>
                    <a:pt x="666" y="781"/>
                    <a:pt x="666" y="779"/>
                    <a:pt x="666" y="778"/>
                  </a:cubicBezTo>
                  <a:lnTo>
                    <a:pt x="666" y="773"/>
                  </a:lnTo>
                  <a:cubicBezTo>
                    <a:pt x="666" y="771"/>
                    <a:pt x="667" y="769"/>
                    <a:pt x="669" y="768"/>
                  </a:cubicBezTo>
                  <a:lnTo>
                    <a:pt x="673" y="763"/>
                  </a:lnTo>
                  <a:cubicBezTo>
                    <a:pt x="674" y="762"/>
                    <a:pt x="676" y="761"/>
                    <a:pt x="677" y="761"/>
                  </a:cubicBezTo>
                  <a:lnTo>
                    <a:pt x="739" y="746"/>
                  </a:lnTo>
                  <a:lnTo>
                    <a:pt x="755" y="738"/>
                  </a:lnTo>
                  <a:lnTo>
                    <a:pt x="778" y="659"/>
                  </a:lnTo>
                  <a:lnTo>
                    <a:pt x="792" y="630"/>
                  </a:lnTo>
                  <a:lnTo>
                    <a:pt x="789" y="618"/>
                  </a:lnTo>
                  <a:cubicBezTo>
                    <a:pt x="789" y="616"/>
                    <a:pt x="789" y="615"/>
                    <a:pt x="789" y="614"/>
                  </a:cubicBezTo>
                  <a:lnTo>
                    <a:pt x="790" y="612"/>
                  </a:lnTo>
                  <a:cubicBezTo>
                    <a:pt x="790" y="611"/>
                    <a:pt x="790" y="611"/>
                    <a:pt x="791" y="610"/>
                  </a:cubicBezTo>
                  <a:lnTo>
                    <a:pt x="797" y="600"/>
                  </a:lnTo>
                  <a:cubicBezTo>
                    <a:pt x="798" y="599"/>
                    <a:pt x="799" y="598"/>
                    <a:pt x="800" y="597"/>
                  </a:cubicBezTo>
                  <a:lnTo>
                    <a:pt x="805" y="594"/>
                  </a:lnTo>
                  <a:cubicBezTo>
                    <a:pt x="806" y="594"/>
                    <a:pt x="807" y="593"/>
                    <a:pt x="808" y="593"/>
                  </a:cubicBezTo>
                  <a:lnTo>
                    <a:pt x="813" y="593"/>
                  </a:lnTo>
                  <a:cubicBezTo>
                    <a:pt x="815" y="592"/>
                    <a:pt x="816" y="593"/>
                    <a:pt x="818" y="593"/>
                  </a:cubicBezTo>
                  <a:lnTo>
                    <a:pt x="823" y="596"/>
                  </a:lnTo>
                  <a:cubicBezTo>
                    <a:pt x="823" y="596"/>
                    <a:pt x="824" y="597"/>
                    <a:pt x="825" y="597"/>
                  </a:cubicBezTo>
                  <a:lnTo>
                    <a:pt x="829" y="601"/>
                  </a:lnTo>
                  <a:lnTo>
                    <a:pt x="832" y="606"/>
                  </a:lnTo>
                  <a:lnTo>
                    <a:pt x="832" y="605"/>
                  </a:lnTo>
                  <a:lnTo>
                    <a:pt x="819" y="573"/>
                  </a:lnTo>
                  <a:lnTo>
                    <a:pt x="804" y="518"/>
                  </a:lnTo>
                  <a:lnTo>
                    <a:pt x="802" y="484"/>
                  </a:lnTo>
                  <a:cubicBezTo>
                    <a:pt x="802" y="483"/>
                    <a:pt x="802" y="482"/>
                    <a:pt x="802" y="482"/>
                  </a:cubicBezTo>
                  <a:lnTo>
                    <a:pt x="804" y="472"/>
                  </a:lnTo>
                  <a:lnTo>
                    <a:pt x="815" y="445"/>
                  </a:lnTo>
                  <a:cubicBezTo>
                    <a:pt x="815" y="445"/>
                    <a:pt x="817" y="443"/>
                    <a:pt x="817" y="442"/>
                  </a:cubicBezTo>
                  <a:cubicBezTo>
                    <a:pt x="818" y="441"/>
                    <a:pt x="820" y="440"/>
                    <a:pt x="821" y="440"/>
                  </a:cubicBezTo>
                  <a:lnTo>
                    <a:pt x="825" y="438"/>
                  </a:lnTo>
                  <a:lnTo>
                    <a:pt x="828" y="428"/>
                  </a:lnTo>
                  <a:lnTo>
                    <a:pt x="827" y="427"/>
                  </a:lnTo>
                  <a:lnTo>
                    <a:pt x="825" y="427"/>
                  </a:lnTo>
                  <a:lnTo>
                    <a:pt x="817" y="431"/>
                  </a:lnTo>
                  <a:cubicBezTo>
                    <a:pt x="816" y="431"/>
                    <a:pt x="815" y="431"/>
                    <a:pt x="814" y="431"/>
                  </a:cubicBezTo>
                  <a:lnTo>
                    <a:pt x="811" y="431"/>
                  </a:lnTo>
                  <a:cubicBezTo>
                    <a:pt x="808" y="430"/>
                    <a:pt x="806" y="429"/>
                    <a:pt x="805" y="427"/>
                  </a:cubicBezTo>
                  <a:lnTo>
                    <a:pt x="801" y="422"/>
                  </a:lnTo>
                  <a:cubicBezTo>
                    <a:pt x="801" y="422"/>
                    <a:pt x="800" y="420"/>
                    <a:pt x="800" y="419"/>
                  </a:cubicBezTo>
                  <a:lnTo>
                    <a:pt x="798" y="411"/>
                  </a:lnTo>
                  <a:lnTo>
                    <a:pt x="796" y="384"/>
                  </a:lnTo>
                  <a:lnTo>
                    <a:pt x="792" y="369"/>
                  </a:lnTo>
                  <a:lnTo>
                    <a:pt x="790" y="343"/>
                  </a:lnTo>
                  <a:lnTo>
                    <a:pt x="790" y="330"/>
                  </a:lnTo>
                  <a:lnTo>
                    <a:pt x="784" y="317"/>
                  </a:lnTo>
                  <a:cubicBezTo>
                    <a:pt x="783" y="314"/>
                    <a:pt x="784" y="312"/>
                    <a:pt x="785" y="309"/>
                  </a:cubicBezTo>
                  <a:lnTo>
                    <a:pt x="789" y="305"/>
                  </a:lnTo>
                  <a:cubicBezTo>
                    <a:pt x="789" y="304"/>
                    <a:pt x="790" y="303"/>
                    <a:pt x="791" y="303"/>
                  </a:cubicBezTo>
                  <a:lnTo>
                    <a:pt x="802" y="297"/>
                  </a:lnTo>
                  <a:lnTo>
                    <a:pt x="805" y="294"/>
                  </a:lnTo>
                  <a:lnTo>
                    <a:pt x="810" y="285"/>
                  </a:lnTo>
                  <a:lnTo>
                    <a:pt x="798" y="289"/>
                  </a:lnTo>
                  <a:cubicBezTo>
                    <a:pt x="797" y="289"/>
                    <a:pt x="796" y="289"/>
                    <a:pt x="795" y="289"/>
                  </a:cubicBezTo>
                  <a:lnTo>
                    <a:pt x="791" y="288"/>
                  </a:lnTo>
                  <a:cubicBezTo>
                    <a:pt x="787" y="288"/>
                    <a:pt x="784" y="285"/>
                    <a:pt x="784" y="281"/>
                  </a:cubicBezTo>
                  <a:lnTo>
                    <a:pt x="783" y="275"/>
                  </a:lnTo>
                  <a:cubicBezTo>
                    <a:pt x="783" y="274"/>
                    <a:pt x="783" y="273"/>
                    <a:pt x="783" y="272"/>
                  </a:cubicBezTo>
                  <a:lnTo>
                    <a:pt x="787" y="262"/>
                  </a:lnTo>
                  <a:lnTo>
                    <a:pt x="809" y="227"/>
                  </a:lnTo>
                  <a:cubicBezTo>
                    <a:pt x="810" y="226"/>
                    <a:pt x="811" y="225"/>
                    <a:pt x="812" y="225"/>
                  </a:cubicBezTo>
                  <a:lnTo>
                    <a:pt x="820" y="219"/>
                  </a:lnTo>
                  <a:lnTo>
                    <a:pt x="820" y="213"/>
                  </a:lnTo>
                  <a:lnTo>
                    <a:pt x="814" y="200"/>
                  </a:lnTo>
                  <a:lnTo>
                    <a:pt x="805" y="184"/>
                  </a:lnTo>
                  <a:lnTo>
                    <a:pt x="799" y="171"/>
                  </a:lnTo>
                  <a:lnTo>
                    <a:pt x="792" y="141"/>
                  </a:lnTo>
                  <a:lnTo>
                    <a:pt x="785" y="131"/>
                  </a:lnTo>
                  <a:lnTo>
                    <a:pt x="704" y="46"/>
                  </a:lnTo>
                  <a:lnTo>
                    <a:pt x="639" y="0"/>
                  </a:lnTo>
                  <a:lnTo>
                    <a:pt x="588" y="41"/>
                  </a:lnTo>
                  <a:lnTo>
                    <a:pt x="569" y="62"/>
                  </a:lnTo>
                  <a:cubicBezTo>
                    <a:pt x="568" y="63"/>
                    <a:pt x="567" y="64"/>
                    <a:pt x="566" y="65"/>
                  </a:cubicBezTo>
                  <a:lnTo>
                    <a:pt x="555" y="68"/>
                  </a:lnTo>
                  <a:lnTo>
                    <a:pt x="544" y="77"/>
                  </a:lnTo>
                  <a:cubicBezTo>
                    <a:pt x="543" y="78"/>
                    <a:pt x="542" y="78"/>
                    <a:pt x="541" y="79"/>
                  </a:cubicBezTo>
                  <a:lnTo>
                    <a:pt x="336" y="145"/>
                  </a:lnTo>
                  <a:cubicBezTo>
                    <a:pt x="335" y="145"/>
                    <a:pt x="334" y="146"/>
                    <a:pt x="334" y="145"/>
                  </a:cubicBezTo>
                  <a:lnTo>
                    <a:pt x="292" y="145"/>
                  </a:lnTo>
                  <a:lnTo>
                    <a:pt x="255" y="158"/>
                  </a:lnTo>
                  <a:lnTo>
                    <a:pt x="237" y="171"/>
                  </a:lnTo>
                  <a:cubicBezTo>
                    <a:pt x="236" y="171"/>
                    <a:pt x="235" y="172"/>
                    <a:pt x="235" y="172"/>
                  </a:cubicBezTo>
                  <a:lnTo>
                    <a:pt x="217" y="177"/>
                  </a:lnTo>
                  <a:lnTo>
                    <a:pt x="158" y="213"/>
                  </a:lnTo>
                  <a:lnTo>
                    <a:pt x="154" y="219"/>
                  </a:lnTo>
                  <a:cubicBezTo>
                    <a:pt x="153" y="220"/>
                    <a:pt x="152" y="221"/>
                    <a:pt x="151" y="222"/>
                  </a:cubicBezTo>
                  <a:lnTo>
                    <a:pt x="87" y="251"/>
                  </a:lnTo>
                  <a:lnTo>
                    <a:pt x="83" y="255"/>
                  </a:lnTo>
                  <a:cubicBezTo>
                    <a:pt x="82" y="256"/>
                    <a:pt x="80" y="257"/>
                    <a:pt x="78" y="257"/>
                  </a:cubicBezTo>
                  <a:lnTo>
                    <a:pt x="75" y="257"/>
                  </a:lnTo>
                  <a:lnTo>
                    <a:pt x="52" y="276"/>
                  </a:lnTo>
                  <a:lnTo>
                    <a:pt x="47" y="282"/>
                  </a:lnTo>
                  <a:lnTo>
                    <a:pt x="27" y="348"/>
                  </a:lnTo>
                  <a:lnTo>
                    <a:pt x="1" y="397"/>
                  </a:lnTo>
                  <a:lnTo>
                    <a:pt x="0" y="406"/>
                  </a:lnTo>
                  <a:lnTo>
                    <a:pt x="1" y="408"/>
                  </a:lnTo>
                  <a:lnTo>
                    <a:pt x="5" y="412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xmlns="" id="{1F4FCD8B-A2A9-45B5-9DD9-E1B993AA8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8823" y="3417756"/>
              <a:ext cx="1096202" cy="1065284"/>
            </a:xfrm>
            <a:custGeom>
              <a:avLst/>
              <a:gdLst>
                <a:gd name="T0" fmla="*/ 1625 w 1721"/>
                <a:gd name="T1" fmla="*/ 668 h 1672"/>
                <a:gd name="T2" fmla="*/ 1580 w 1721"/>
                <a:gd name="T3" fmla="*/ 594 h 1672"/>
                <a:gd name="T4" fmla="*/ 1555 w 1721"/>
                <a:gd name="T5" fmla="*/ 469 h 1672"/>
                <a:gd name="T6" fmla="*/ 1635 w 1721"/>
                <a:gd name="T7" fmla="*/ 427 h 1672"/>
                <a:gd name="T8" fmla="*/ 1569 w 1721"/>
                <a:gd name="T9" fmla="*/ 329 h 1672"/>
                <a:gd name="T10" fmla="*/ 1523 w 1721"/>
                <a:gd name="T11" fmla="*/ 248 h 1672"/>
                <a:gd name="T12" fmla="*/ 1526 w 1721"/>
                <a:gd name="T13" fmla="*/ 57 h 1672"/>
                <a:gd name="T14" fmla="*/ 1271 w 1721"/>
                <a:gd name="T15" fmla="*/ 152 h 1672"/>
                <a:gd name="T16" fmla="*/ 1185 w 1721"/>
                <a:gd name="T17" fmla="*/ 259 h 1672"/>
                <a:gd name="T18" fmla="*/ 1170 w 1721"/>
                <a:gd name="T19" fmla="*/ 176 h 1672"/>
                <a:gd name="T20" fmla="*/ 1159 w 1721"/>
                <a:gd name="T21" fmla="*/ 97 h 1672"/>
                <a:gd name="T22" fmla="*/ 1008 w 1721"/>
                <a:gd name="T23" fmla="*/ 170 h 1672"/>
                <a:gd name="T24" fmla="*/ 956 w 1721"/>
                <a:gd name="T25" fmla="*/ 147 h 1672"/>
                <a:gd name="T26" fmla="*/ 906 w 1721"/>
                <a:gd name="T27" fmla="*/ 180 h 1672"/>
                <a:gd name="T28" fmla="*/ 859 w 1721"/>
                <a:gd name="T29" fmla="*/ 122 h 1672"/>
                <a:gd name="T30" fmla="*/ 799 w 1721"/>
                <a:gd name="T31" fmla="*/ 57 h 1672"/>
                <a:gd name="T32" fmla="*/ 663 w 1721"/>
                <a:gd name="T33" fmla="*/ 13 h 1672"/>
                <a:gd name="T34" fmla="*/ 561 w 1721"/>
                <a:gd name="T35" fmla="*/ 214 h 1672"/>
                <a:gd name="T36" fmla="*/ 496 w 1721"/>
                <a:gd name="T37" fmla="*/ 196 h 1672"/>
                <a:gd name="T38" fmla="*/ 464 w 1721"/>
                <a:gd name="T39" fmla="*/ 173 h 1672"/>
                <a:gd name="T40" fmla="*/ 403 w 1721"/>
                <a:gd name="T41" fmla="*/ 169 h 1672"/>
                <a:gd name="T42" fmla="*/ 270 w 1721"/>
                <a:gd name="T43" fmla="*/ 235 h 1672"/>
                <a:gd name="T44" fmla="*/ 121 w 1721"/>
                <a:gd name="T45" fmla="*/ 223 h 1672"/>
                <a:gd name="T46" fmla="*/ 54 w 1721"/>
                <a:gd name="T47" fmla="*/ 192 h 1672"/>
                <a:gd name="T48" fmla="*/ 64 w 1721"/>
                <a:gd name="T49" fmla="*/ 311 h 1672"/>
                <a:gd name="T50" fmla="*/ 0 w 1721"/>
                <a:gd name="T51" fmla="*/ 396 h 1672"/>
                <a:gd name="T52" fmla="*/ 18 w 1721"/>
                <a:gd name="T53" fmla="*/ 483 h 1672"/>
                <a:gd name="T54" fmla="*/ 140 w 1721"/>
                <a:gd name="T55" fmla="*/ 704 h 1672"/>
                <a:gd name="T56" fmla="*/ 108 w 1721"/>
                <a:gd name="T57" fmla="*/ 809 h 1672"/>
                <a:gd name="T58" fmla="*/ 222 w 1721"/>
                <a:gd name="T59" fmla="*/ 796 h 1672"/>
                <a:gd name="T60" fmla="*/ 316 w 1721"/>
                <a:gd name="T61" fmla="*/ 786 h 1672"/>
                <a:gd name="T62" fmla="*/ 372 w 1721"/>
                <a:gd name="T63" fmla="*/ 877 h 1672"/>
                <a:gd name="T64" fmla="*/ 357 w 1721"/>
                <a:gd name="T65" fmla="*/ 990 h 1672"/>
                <a:gd name="T66" fmla="*/ 345 w 1721"/>
                <a:gd name="T67" fmla="*/ 1041 h 1672"/>
                <a:gd name="T68" fmla="*/ 299 w 1721"/>
                <a:gd name="T69" fmla="*/ 1096 h 1672"/>
                <a:gd name="T70" fmla="*/ 174 w 1721"/>
                <a:gd name="T71" fmla="*/ 1169 h 1672"/>
                <a:gd name="T72" fmla="*/ 102 w 1721"/>
                <a:gd name="T73" fmla="*/ 1280 h 1672"/>
                <a:gd name="T74" fmla="*/ 186 w 1721"/>
                <a:gd name="T75" fmla="*/ 1483 h 1672"/>
                <a:gd name="T76" fmla="*/ 224 w 1721"/>
                <a:gd name="T77" fmla="*/ 1527 h 1672"/>
                <a:gd name="T78" fmla="*/ 340 w 1721"/>
                <a:gd name="T79" fmla="*/ 1520 h 1672"/>
                <a:gd name="T80" fmla="*/ 372 w 1721"/>
                <a:gd name="T81" fmla="*/ 1533 h 1672"/>
                <a:gd name="T82" fmla="*/ 445 w 1721"/>
                <a:gd name="T83" fmla="*/ 1543 h 1672"/>
                <a:gd name="T84" fmla="*/ 566 w 1721"/>
                <a:gd name="T85" fmla="*/ 1589 h 1672"/>
                <a:gd name="T86" fmla="*/ 713 w 1721"/>
                <a:gd name="T87" fmla="*/ 1555 h 1672"/>
                <a:gd name="T88" fmla="*/ 745 w 1721"/>
                <a:gd name="T89" fmla="*/ 1595 h 1672"/>
                <a:gd name="T90" fmla="*/ 845 w 1721"/>
                <a:gd name="T91" fmla="*/ 1617 h 1672"/>
                <a:gd name="T92" fmla="*/ 951 w 1721"/>
                <a:gd name="T93" fmla="*/ 1630 h 1672"/>
                <a:gd name="T94" fmla="*/ 973 w 1721"/>
                <a:gd name="T95" fmla="*/ 1578 h 1672"/>
                <a:gd name="T96" fmla="*/ 876 w 1721"/>
                <a:gd name="T97" fmla="*/ 1513 h 1672"/>
                <a:gd name="T98" fmla="*/ 875 w 1721"/>
                <a:gd name="T99" fmla="*/ 1458 h 1672"/>
                <a:gd name="T100" fmla="*/ 886 w 1721"/>
                <a:gd name="T101" fmla="*/ 1416 h 1672"/>
                <a:gd name="T102" fmla="*/ 947 w 1721"/>
                <a:gd name="T103" fmla="*/ 1373 h 1672"/>
                <a:gd name="T104" fmla="*/ 998 w 1721"/>
                <a:gd name="T105" fmla="*/ 1307 h 1672"/>
                <a:gd name="T106" fmla="*/ 1062 w 1721"/>
                <a:gd name="T107" fmla="*/ 1243 h 1672"/>
                <a:gd name="T108" fmla="*/ 1132 w 1721"/>
                <a:gd name="T109" fmla="*/ 1195 h 1672"/>
                <a:gd name="T110" fmla="*/ 1237 w 1721"/>
                <a:gd name="T111" fmla="*/ 1162 h 1672"/>
                <a:gd name="T112" fmla="*/ 1311 w 1721"/>
                <a:gd name="T113" fmla="*/ 1104 h 1672"/>
                <a:gd name="T114" fmla="*/ 1253 w 1721"/>
                <a:gd name="T115" fmla="*/ 1043 h 1672"/>
                <a:gd name="T116" fmla="*/ 1345 w 1721"/>
                <a:gd name="T117" fmla="*/ 994 h 1672"/>
                <a:gd name="T118" fmla="*/ 1423 w 1721"/>
                <a:gd name="T119" fmla="*/ 986 h 1672"/>
                <a:gd name="T120" fmla="*/ 1536 w 1721"/>
                <a:gd name="T121" fmla="*/ 951 h 1672"/>
                <a:gd name="T122" fmla="*/ 1616 w 1721"/>
                <a:gd name="T123" fmla="*/ 919 h 1672"/>
                <a:gd name="T124" fmla="*/ 1686 w 1721"/>
                <a:gd name="T125" fmla="*/ 839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21" h="1672">
                  <a:moveTo>
                    <a:pt x="1690" y="830"/>
                  </a:moveTo>
                  <a:lnTo>
                    <a:pt x="1706" y="810"/>
                  </a:lnTo>
                  <a:lnTo>
                    <a:pt x="1716" y="793"/>
                  </a:lnTo>
                  <a:lnTo>
                    <a:pt x="1720" y="781"/>
                  </a:lnTo>
                  <a:lnTo>
                    <a:pt x="1699" y="772"/>
                  </a:lnTo>
                  <a:lnTo>
                    <a:pt x="1691" y="766"/>
                  </a:lnTo>
                  <a:cubicBezTo>
                    <a:pt x="1690" y="765"/>
                    <a:pt x="1689" y="764"/>
                    <a:pt x="1689" y="763"/>
                  </a:cubicBezTo>
                  <a:lnTo>
                    <a:pt x="1678" y="741"/>
                  </a:lnTo>
                  <a:lnTo>
                    <a:pt x="1657" y="725"/>
                  </a:lnTo>
                  <a:lnTo>
                    <a:pt x="1635" y="713"/>
                  </a:lnTo>
                  <a:cubicBezTo>
                    <a:pt x="1634" y="712"/>
                    <a:pt x="1632" y="710"/>
                    <a:pt x="1632" y="709"/>
                  </a:cubicBezTo>
                  <a:lnTo>
                    <a:pt x="1628" y="698"/>
                  </a:lnTo>
                  <a:cubicBezTo>
                    <a:pt x="1628" y="698"/>
                    <a:pt x="1628" y="697"/>
                    <a:pt x="1628" y="696"/>
                  </a:cubicBezTo>
                  <a:lnTo>
                    <a:pt x="1625" y="668"/>
                  </a:lnTo>
                  <a:lnTo>
                    <a:pt x="1623" y="664"/>
                  </a:lnTo>
                  <a:lnTo>
                    <a:pt x="1619" y="657"/>
                  </a:lnTo>
                  <a:cubicBezTo>
                    <a:pt x="1618" y="656"/>
                    <a:pt x="1618" y="655"/>
                    <a:pt x="1617" y="654"/>
                  </a:cubicBezTo>
                  <a:lnTo>
                    <a:pt x="1616" y="648"/>
                  </a:lnTo>
                  <a:cubicBezTo>
                    <a:pt x="1616" y="647"/>
                    <a:pt x="1616" y="646"/>
                    <a:pt x="1617" y="645"/>
                  </a:cubicBezTo>
                  <a:lnTo>
                    <a:pt x="1618" y="639"/>
                  </a:lnTo>
                  <a:lnTo>
                    <a:pt x="1624" y="625"/>
                  </a:lnTo>
                  <a:lnTo>
                    <a:pt x="1623" y="619"/>
                  </a:lnTo>
                  <a:lnTo>
                    <a:pt x="1620" y="617"/>
                  </a:lnTo>
                  <a:lnTo>
                    <a:pt x="1605" y="613"/>
                  </a:lnTo>
                  <a:cubicBezTo>
                    <a:pt x="1604" y="613"/>
                    <a:pt x="1603" y="613"/>
                    <a:pt x="1602" y="612"/>
                  </a:cubicBezTo>
                  <a:lnTo>
                    <a:pt x="1596" y="607"/>
                  </a:lnTo>
                  <a:lnTo>
                    <a:pt x="1585" y="596"/>
                  </a:lnTo>
                  <a:lnTo>
                    <a:pt x="1580" y="594"/>
                  </a:lnTo>
                  <a:lnTo>
                    <a:pt x="1568" y="592"/>
                  </a:lnTo>
                  <a:cubicBezTo>
                    <a:pt x="1567" y="592"/>
                    <a:pt x="1566" y="591"/>
                    <a:pt x="1565" y="591"/>
                  </a:cubicBezTo>
                  <a:lnTo>
                    <a:pt x="1551" y="581"/>
                  </a:lnTo>
                  <a:cubicBezTo>
                    <a:pt x="1551" y="580"/>
                    <a:pt x="1550" y="579"/>
                    <a:pt x="1550" y="579"/>
                  </a:cubicBezTo>
                  <a:lnTo>
                    <a:pt x="1539" y="563"/>
                  </a:lnTo>
                  <a:cubicBezTo>
                    <a:pt x="1539" y="563"/>
                    <a:pt x="1538" y="562"/>
                    <a:pt x="1538" y="561"/>
                  </a:cubicBezTo>
                  <a:lnTo>
                    <a:pt x="1531" y="518"/>
                  </a:lnTo>
                  <a:lnTo>
                    <a:pt x="1532" y="504"/>
                  </a:lnTo>
                  <a:lnTo>
                    <a:pt x="1534" y="491"/>
                  </a:lnTo>
                  <a:cubicBezTo>
                    <a:pt x="1535" y="490"/>
                    <a:pt x="1535" y="489"/>
                    <a:pt x="1535" y="488"/>
                  </a:cubicBezTo>
                  <a:lnTo>
                    <a:pt x="1542" y="478"/>
                  </a:lnTo>
                  <a:cubicBezTo>
                    <a:pt x="1542" y="477"/>
                    <a:pt x="1543" y="476"/>
                    <a:pt x="1544" y="475"/>
                  </a:cubicBezTo>
                  <a:lnTo>
                    <a:pt x="1552" y="470"/>
                  </a:lnTo>
                  <a:cubicBezTo>
                    <a:pt x="1553" y="470"/>
                    <a:pt x="1554" y="470"/>
                    <a:pt x="1555" y="469"/>
                  </a:cubicBezTo>
                  <a:lnTo>
                    <a:pt x="1565" y="468"/>
                  </a:lnTo>
                  <a:lnTo>
                    <a:pt x="1568" y="463"/>
                  </a:lnTo>
                  <a:cubicBezTo>
                    <a:pt x="1569" y="462"/>
                    <a:pt x="1569" y="462"/>
                    <a:pt x="1570" y="461"/>
                  </a:cubicBezTo>
                  <a:lnTo>
                    <a:pt x="1572" y="459"/>
                  </a:lnTo>
                  <a:cubicBezTo>
                    <a:pt x="1574" y="458"/>
                    <a:pt x="1576" y="458"/>
                    <a:pt x="1578" y="458"/>
                  </a:cubicBezTo>
                  <a:cubicBezTo>
                    <a:pt x="1579" y="458"/>
                    <a:pt x="1582" y="459"/>
                    <a:pt x="1583" y="459"/>
                  </a:cubicBezTo>
                  <a:lnTo>
                    <a:pt x="1585" y="461"/>
                  </a:lnTo>
                  <a:lnTo>
                    <a:pt x="1587" y="460"/>
                  </a:lnTo>
                  <a:lnTo>
                    <a:pt x="1599" y="460"/>
                  </a:lnTo>
                  <a:lnTo>
                    <a:pt x="1609" y="458"/>
                  </a:lnTo>
                  <a:lnTo>
                    <a:pt x="1619" y="452"/>
                  </a:lnTo>
                  <a:lnTo>
                    <a:pt x="1626" y="446"/>
                  </a:lnTo>
                  <a:lnTo>
                    <a:pt x="1632" y="436"/>
                  </a:lnTo>
                  <a:lnTo>
                    <a:pt x="1635" y="427"/>
                  </a:lnTo>
                  <a:lnTo>
                    <a:pt x="1639" y="418"/>
                  </a:lnTo>
                  <a:lnTo>
                    <a:pt x="1646" y="410"/>
                  </a:lnTo>
                  <a:cubicBezTo>
                    <a:pt x="1646" y="409"/>
                    <a:pt x="1647" y="408"/>
                    <a:pt x="1648" y="408"/>
                  </a:cubicBezTo>
                  <a:lnTo>
                    <a:pt x="1645" y="401"/>
                  </a:lnTo>
                  <a:lnTo>
                    <a:pt x="1642" y="388"/>
                  </a:lnTo>
                  <a:lnTo>
                    <a:pt x="1635" y="368"/>
                  </a:lnTo>
                  <a:cubicBezTo>
                    <a:pt x="1634" y="368"/>
                    <a:pt x="1634" y="367"/>
                    <a:pt x="1633" y="367"/>
                  </a:cubicBezTo>
                  <a:lnTo>
                    <a:pt x="1601" y="330"/>
                  </a:lnTo>
                  <a:lnTo>
                    <a:pt x="1594" y="327"/>
                  </a:lnTo>
                  <a:lnTo>
                    <a:pt x="1588" y="333"/>
                  </a:lnTo>
                  <a:cubicBezTo>
                    <a:pt x="1586" y="334"/>
                    <a:pt x="1584" y="335"/>
                    <a:pt x="1582" y="335"/>
                  </a:cubicBezTo>
                  <a:lnTo>
                    <a:pt x="1577" y="334"/>
                  </a:lnTo>
                  <a:cubicBezTo>
                    <a:pt x="1576" y="334"/>
                    <a:pt x="1574" y="333"/>
                    <a:pt x="1573" y="332"/>
                  </a:cubicBezTo>
                  <a:lnTo>
                    <a:pt x="1569" y="329"/>
                  </a:lnTo>
                  <a:cubicBezTo>
                    <a:pt x="1567" y="328"/>
                    <a:pt x="1566" y="326"/>
                    <a:pt x="1566" y="324"/>
                  </a:cubicBezTo>
                  <a:lnTo>
                    <a:pt x="1565" y="321"/>
                  </a:lnTo>
                  <a:cubicBezTo>
                    <a:pt x="1565" y="320"/>
                    <a:pt x="1565" y="319"/>
                    <a:pt x="1566" y="318"/>
                  </a:cubicBezTo>
                  <a:lnTo>
                    <a:pt x="1566" y="316"/>
                  </a:lnTo>
                  <a:lnTo>
                    <a:pt x="1566" y="312"/>
                  </a:lnTo>
                  <a:cubicBezTo>
                    <a:pt x="1566" y="311"/>
                    <a:pt x="1566" y="310"/>
                    <a:pt x="1567" y="309"/>
                  </a:cubicBezTo>
                  <a:lnTo>
                    <a:pt x="1566" y="301"/>
                  </a:lnTo>
                  <a:cubicBezTo>
                    <a:pt x="1565" y="299"/>
                    <a:pt x="1564" y="296"/>
                    <a:pt x="1566" y="293"/>
                  </a:cubicBezTo>
                  <a:lnTo>
                    <a:pt x="1574" y="281"/>
                  </a:lnTo>
                  <a:lnTo>
                    <a:pt x="1571" y="278"/>
                  </a:lnTo>
                  <a:lnTo>
                    <a:pt x="1534" y="269"/>
                  </a:lnTo>
                  <a:cubicBezTo>
                    <a:pt x="1531" y="269"/>
                    <a:pt x="1529" y="267"/>
                    <a:pt x="1528" y="264"/>
                  </a:cubicBezTo>
                  <a:lnTo>
                    <a:pt x="1524" y="252"/>
                  </a:lnTo>
                  <a:cubicBezTo>
                    <a:pt x="1523" y="251"/>
                    <a:pt x="1523" y="249"/>
                    <a:pt x="1523" y="248"/>
                  </a:cubicBezTo>
                  <a:lnTo>
                    <a:pt x="1528" y="224"/>
                  </a:lnTo>
                  <a:lnTo>
                    <a:pt x="1537" y="197"/>
                  </a:lnTo>
                  <a:lnTo>
                    <a:pt x="1553" y="165"/>
                  </a:lnTo>
                  <a:lnTo>
                    <a:pt x="1544" y="149"/>
                  </a:lnTo>
                  <a:lnTo>
                    <a:pt x="1527" y="132"/>
                  </a:lnTo>
                  <a:lnTo>
                    <a:pt x="1517" y="114"/>
                  </a:lnTo>
                  <a:cubicBezTo>
                    <a:pt x="1516" y="112"/>
                    <a:pt x="1515" y="110"/>
                    <a:pt x="1516" y="108"/>
                  </a:cubicBezTo>
                  <a:lnTo>
                    <a:pt x="1519" y="100"/>
                  </a:lnTo>
                  <a:cubicBezTo>
                    <a:pt x="1519" y="99"/>
                    <a:pt x="1519" y="98"/>
                    <a:pt x="1520" y="97"/>
                  </a:cubicBezTo>
                  <a:lnTo>
                    <a:pt x="1532" y="83"/>
                  </a:lnTo>
                  <a:lnTo>
                    <a:pt x="1535" y="74"/>
                  </a:lnTo>
                  <a:lnTo>
                    <a:pt x="1534" y="64"/>
                  </a:lnTo>
                  <a:lnTo>
                    <a:pt x="1532" y="60"/>
                  </a:lnTo>
                  <a:lnTo>
                    <a:pt x="1526" y="57"/>
                  </a:lnTo>
                  <a:lnTo>
                    <a:pt x="1453" y="40"/>
                  </a:lnTo>
                  <a:lnTo>
                    <a:pt x="1422" y="39"/>
                  </a:lnTo>
                  <a:lnTo>
                    <a:pt x="1394" y="44"/>
                  </a:lnTo>
                  <a:lnTo>
                    <a:pt x="1352" y="72"/>
                  </a:lnTo>
                  <a:cubicBezTo>
                    <a:pt x="1352" y="72"/>
                    <a:pt x="1351" y="73"/>
                    <a:pt x="1350" y="73"/>
                  </a:cubicBezTo>
                  <a:lnTo>
                    <a:pt x="1334" y="77"/>
                  </a:lnTo>
                  <a:lnTo>
                    <a:pt x="1317" y="78"/>
                  </a:lnTo>
                  <a:lnTo>
                    <a:pt x="1304" y="82"/>
                  </a:lnTo>
                  <a:lnTo>
                    <a:pt x="1289" y="95"/>
                  </a:lnTo>
                  <a:lnTo>
                    <a:pt x="1266" y="126"/>
                  </a:lnTo>
                  <a:lnTo>
                    <a:pt x="1265" y="132"/>
                  </a:lnTo>
                  <a:lnTo>
                    <a:pt x="1271" y="149"/>
                  </a:lnTo>
                  <a:cubicBezTo>
                    <a:pt x="1271" y="149"/>
                    <a:pt x="1271" y="150"/>
                    <a:pt x="1271" y="151"/>
                  </a:cubicBezTo>
                  <a:lnTo>
                    <a:pt x="1271" y="152"/>
                  </a:lnTo>
                  <a:lnTo>
                    <a:pt x="1276" y="163"/>
                  </a:lnTo>
                  <a:lnTo>
                    <a:pt x="1280" y="161"/>
                  </a:lnTo>
                  <a:cubicBezTo>
                    <a:pt x="1282" y="160"/>
                    <a:pt x="1285" y="160"/>
                    <a:pt x="1287" y="161"/>
                  </a:cubicBezTo>
                  <a:lnTo>
                    <a:pt x="1290" y="162"/>
                  </a:lnTo>
                  <a:cubicBezTo>
                    <a:pt x="1293" y="163"/>
                    <a:pt x="1295" y="166"/>
                    <a:pt x="1295" y="168"/>
                  </a:cubicBezTo>
                  <a:lnTo>
                    <a:pt x="1298" y="185"/>
                  </a:lnTo>
                  <a:cubicBezTo>
                    <a:pt x="1298" y="187"/>
                    <a:pt x="1297" y="190"/>
                    <a:pt x="1296" y="192"/>
                  </a:cubicBezTo>
                  <a:lnTo>
                    <a:pt x="1283" y="205"/>
                  </a:lnTo>
                  <a:lnTo>
                    <a:pt x="1250" y="227"/>
                  </a:lnTo>
                  <a:lnTo>
                    <a:pt x="1226" y="256"/>
                  </a:lnTo>
                  <a:cubicBezTo>
                    <a:pt x="1225" y="257"/>
                    <a:pt x="1224" y="257"/>
                    <a:pt x="1223" y="258"/>
                  </a:cubicBezTo>
                  <a:lnTo>
                    <a:pt x="1207" y="266"/>
                  </a:lnTo>
                  <a:cubicBezTo>
                    <a:pt x="1205" y="267"/>
                    <a:pt x="1202" y="267"/>
                    <a:pt x="1200" y="266"/>
                  </a:cubicBezTo>
                  <a:lnTo>
                    <a:pt x="1185" y="259"/>
                  </a:lnTo>
                  <a:lnTo>
                    <a:pt x="1164" y="260"/>
                  </a:lnTo>
                  <a:lnTo>
                    <a:pt x="1144" y="265"/>
                  </a:lnTo>
                  <a:lnTo>
                    <a:pt x="1133" y="272"/>
                  </a:lnTo>
                  <a:cubicBezTo>
                    <a:pt x="1130" y="273"/>
                    <a:pt x="1126" y="273"/>
                    <a:pt x="1124" y="271"/>
                  </a:cubicBezTo>
                  <a:cubicBezTo>
                    <a:pt x="1121" y="268"/>
                    <a:pt x="1120" y="265"/>
                    <a:pt x="1122" y="262"/>
                  </a:cubicBezTo>
                  <a:lnTo>
                    <a:pt x="1133" y="238"/>
                  </a:lnTo>
                  <a:lnTo>
                    <a:pt x="1126" y="230"/>
                  </a:lnTo>
                  <a:lnTo>
                    <a:pt x="1120" y="219"/>
                  </a:lnTo>
                  <a:cubicBezTo>
                    <a:pt x="1119" y="217"/>
                    <a:pt x="1119" y="215"/>
                    <a:pt x="1119" y="213"/>
                  </a:cubicBezTo>
                  <a:lnTo>
                    <a:pt x="1121" y="205"/>
                  </a:lnTo>
                  <a:cubicBezTo>
                    <a:pt x="1122" y="203"/>
                    <a:pt x="1123" y="201"/>
                    <a:pt x="1125" y="200"/>
                  </a:cubicBezTo>
                  <a:lnTo>
                    <a:pt x="1137" y="192"/>
                  </a:lnTo>
                  <a:lnTo>
                    <a:pt x="1168" y="177"/>
                  </a:lnTo>
                  <a:cubicBezTo>
                    <a:pt x="1168" y="177"/>
                    <a:pt x="1169" y="176"/>
                    <a:pt x="1170" y="176"/>
                  </a:cubicBezTo>
                  <a:lnTo>
                    <a:pt x="1172" y="176"/>
                  </a:lnTo>
                  <a:cubicBezTo>
                    <a:pt x="1173" y="176"/>
                    <a:pt x="1176" y="176"/>
                    <a:pt x="1176" y="176"/>
                  </a:cubicBezTo>
                  <a:lnTo>
                    <a:pt x="1181" y="177"/>
                  </a:lnTo>
                  <a:lnTo>
                    <a:pt x="1188" y="175"/>
                  </a:lnTo>
                  <a:lnTo>
                    <a:pt x="1188" y="171"/>
                  </a:lnTo>
                  <a:lnTo>
                    <a:pt x="1188" y="162"/>
                  </a:lnTo>
                  <a:lnTo>
                    <a:pt x="1194" y="134"/>
                  </a:lnTo>
                  <a:lnTo>
                    <a:pt x="1210" y="99"/>
                  </a:lnTo>
                  <a:lnTo>
                    <a:pt x="1209" y="95"/>
                  </a:lnTo>
                  <a:lnTo>
                    <a:pt x="1204" y="85"/>
                  </a:lnTo>
                  <a:lnTo>
                    <a:pt x="1199" y="80"/>
                  </a:lnTo>
                  <a:lnTo>
                    <a:pt x="1181" y="69"/>
                  </a:lnTo>
                  <a:lnTo>
                    <a:pt x="1162" y="91"/>
                  </a:lnTo>
                  <a:lnTo>
                    <a:pt x="1159" y="97"/>
                  </a:lnTo>
                  <a:cubicBezTo>
                    <a:pt x="1158" y="98"/>
                    <a:pt x="1158" y="98"/>
                    <a:pt x="1157" y="99"/>
                  </a:cubicBezTo>
                  <a:lnTo>
                    <a:pt x="1139" y="118"/>
                  </a:lnTo>
                  <a:lnTo>
                    <a:pt x="1133" y="130"/>
                  </a:lnTo>
                  <a:cubicBezTo>
                    <a:pt x="1133" y="131"/>
                    <a:pt x="1132" y="131"/>
                    <a:pt x="1132" y="132"/>
                  </a:cubicBezTo>
                  <a:lnTo>
                    <a:pt x="1127" y="137"/>
                  </a:lnTo>
                  <a:lnTo>
                    <a:pt x="1120" y="143"/>
                  </a:lnTo>
                  <a:lnTo>
                    <a:pt x="1114" y="151"/>
                  </a:lnTo>
                  <a:lnTo>
                    <a:pt x="1096" y="167"/>
                  </a:lnTo>
                  <a:lnTo>
                    <a:pt x="1090" y="171"/>
                  </a:lnTo>
                  <a:lnTo>
                    <a:pt x="1084" y="173"/>
                  </a:lnTo>
                  <a:lnTo>
                    <a:pt x="1071" y="175"/>
                  </a:lnTo>
                  <a:lnTo>
                    <a:pt x="1015" y="172"/>
                  </a:lnTo>
                  <a:cubicBezTo>
                    <a:pt x="1014" y="172"/>
                    <a:pt x="1014" y="172"/>
                    <a:pt x="1013" y="171"/>
                  </a:cubicBezTo>
                  <a:lnTo>
                    <a:pt x="1008" y="170"/>
                  </a:lnTo>
                  <a:cubicBezTo>
                    <a:pt x="1008" y="169"/>
                    <a:pt x="1007" y="169"/>
                    <a:pt x="1006" y="169"/>
                  </a:cubicBezTo>
                  <a:lnTo>
                    <a:pt x="1003" y="166"/>
                  </a:lnTo>
                  <a:cubicBezTo>
                    <a:pt x="1001" y="165"/>
                    <a:pt x="1000" y="163"/>
                    <a:pt x="1000" y="162"/>
                  </a:cubicBezTo>
                  <a:lnTo>
                    <a:pt x="998" y="156"/>
                  </a:lnTo>
                  <a:cubicBezTo>
                    <a:pt x="998" y="155"/>
                    <a:pt x="998" y="154"/>
                    <a:pt x="998" y="153"/>
                  </a:cubicBezTo>
                  <a:lnTo>
                    <a:pt x="998" y="149"/>
                  </a:lnTo>
                  <a:lnTo>
                    <a:pt x="997" y="145"/>
                  </a:lnTo>
                  <a:lnTo>
                    <a:pt x="993" y="139"/>
                  </a:lnTo>
                  <a:lnTo>
                    <a:pt x="974" y="122"/>
                  </a:lnTo>
                  <a:lnTo>
                    <a:pt x="969" y="126"/>
                  </a:lnTo>
                  <a:lnTo>
                    <a:pt x="966" y="131"/>
                  </a:lnTo>
                  <a:cubicBezTo>
                    <a:pt x="966" y="132"/>
                    <a:pt x="965" y="133"/>
                    <a:pt x="965" y="133"/>
                  </a:cubicBezTo>
                  <a:lnTo>
                    <a:pt x="959" y="138"/>
                  </a:lnTo>
                  <a:lnTo>
                    <a:pt x="956" y="147"/>
                  </a:lnTo>
                  <a:cubicBezTo>
                    <a:pt x="955" y="148"/>
                    <a:pt x="954" y="149"/>
                    <a:pt x="953" y="150"/>
                  </a:cubicBezTo>
                  <a:lnTo>
                    <a:pt x="951" y="151"/>
                  </a:lnTo>
                  <a:cubicBezTo>
                    <a:pt x="951" y="152"/>
                    <a:pt x="950" y="152"/>
                    <a:pt x="948" y="152"/>
                  </a:cubicBezTo>
                  <a:lnTo>
                    <a:pt x="939" y="155"/>
                  </a:lnTo>
                  <a:lnTo>
                    <a:pt x="936" y="161"/>
                  </a:lnTo>
                  <a:cubicBezTo>
                    <a:pt x="935" y="161"/>
                    <a:pt x="935" y="162"/>
                    <a:pt x="934" y="162"/>
                  </a:cubicBezTo>
                  <a:lnTo>
                    <a:pt x="929" y="166"/>
                  </a:lnTo>
                  <a:lnTo>
                    <a:pt x="919" y="171"/>
                  </a:lnTo>
                  <a:lnTo>
                    <a:pt x="917" y="174"/>
                  </a:lnTo>
                  <a:cubicBezTo>
                    <a:pt x="916" y="174"/>
                    <a:pt x="916" y="175"/>
                    <a:pt x="915" y="176"/>
                  </a:cubicBezTo>
                  <a:lnTo>
                    <a:pt x="913" y="177"/>
                  </a:lnTo>
                  <a:cubicBezTo>
                    <a:pt x="912" y="177"/>
                    <a:pt x="912" y="178"/>
                    <a:pt x="911" y="178"/>
                  </a:cubicBezTo>
                  <a:lnTo>
                    <a:pt x="909" y="179"/>
                  </a:lnTo>
                  <a:cubicBezTo>
                    <a:pt x="908" y="179"/>
                    <a:pt x="907" y="180"/>
                    <a:pt x="906" y="180"/>
                  </a:cubicBezTo>
                  <a:cubicBezTo>
                    <a:pt x="905" y="180"/>
                    <a:pt x="904" y="179"/>
                    <a:pt x="904" y="179"/>
                  </a:cubicBezTo>
                  <a:lnTo>
                    <a:pt x="890" y="175"/>
                  </a:lnTo>
                  <a:cubicBezTo>
                    <a:pt x="889" y="175"/>
                    <a:pt x="888" y="175"/>
                    <a:pt x="887" y="174"/>
                  </a:cubicBezTo>
                  <a:lnTo>
                    <a:pt x="884" y="171"/>
                  </a:lnTo>
                  <a:cubicBezTo>
                    <a:pt x="883" y="171"/>
                    <a:pt x="882" y="170"/>
                    <a:pt x="882" y="169"/>
                  </a:cubicBezTo>
                  <a:lnTo>
                    <a:pt x="879" y="164"/>
                  </a:lnTo>
                  <a:cubicBezTo>
                    <a:pt x="878" y="163"/>
                    <a:pt x="878" y="162"/>
                    <a:pt x="878" y="161"/>
                  </a:cubicBezTo>
                  <a:lnTo>
                    <a:pt x="877" y="154"/>
                  </a:lnTo>
                  <a:lnTo>
                    <a:pt x="880" y="136"/>
                  </a:lnTo>
                  <a:lnTo>
                    <a:pt x="874" y="135"/>
                  </a:lnTo>
                  <a:cubicBezTo>
                    <a:pt x="873" y="135"/>
                    <a:pt x="872" y="135"/>
                    <a:pt x="872" y="134"/>
                  </a:cubicBezTo>
                  <a:lnTo>
                    <a:pt x="868" y="133"/>
                  </a:lnTo>
                  <a:cubicBezTo>
                    <a:pt x="866" y="132"/>
                    <a:pt x="865" y="131"/>
                    <a:pt x="864" y="130"/>
                  </a:cubicBezTo>
                  <a:lnTo>
                    <a:pt x="859" y="122"/>
                  </a:lnTo>
                  <a:lnTo>
                    <a:pt x="855" y="120"/>
                  </a:lnTo>
                  <a:lnTo>
                    <a:pt x="845" y="117"/>
                  </a:lnTo>
                  <a:cubicBezTo>
                    <a:pt x="844" y="117"/>
                    <a:pt x="843" y="116"/>
                    <a:pt x="842" y="116"/>
                  </a:cubicBezTo>
                  <a:lnTo>
                    <a:pt x="837" y="112"/>
                  </a:lnTo>
                  <a:cubicBezTo>
                    <a:pt x="837" y="111"/>
                    <a:pt x="836" y="111"/>
                    <a:pt x="836" y="110"/>
                  </a:cubicBezTo>
                  <a:lnTo>
                    <a:pt x="832" y="104"/>
                  </a:lnTo>
                  <a:cubicBezTo>
                    <a:pt x="832" y="103"/>
                    <a:pt x="831" y="103"/>
                    <a:pt x="831" y="102"/>
                  </a:cubicBezTo>
                  <a:lnTo>
                    <a:pt x="826" y="82"/>
                  </a:lnTo>
                  <a:lnTo>
                    <a:pt x="823" y="78"/>
                  </a:lnTo>
                  <a:lnTo>
                    <a:pt x="819" y="76"/>
                  </a:lnTo>
                  <a:lnTo>
                    <a:pt x="809" y="73"/>
                  </a:lnTo>
                  <a:cubicBezTo>
                    <a:pt x="807" y="72"/>
                    <a:pt x="805" y="71"/>
                    <a:pt x="804" y="69"/>
                  </a:cubicBezTo>
                  <a:lnTo>
                    <a:pt x="800" y="61"/>
                  </a:lnTo>
                  <a:cubicBezTo>
                    <a:pt x="799" y="60"/>
                    <a:pt x="799" y="58"/>
                    <a:pt x="799" y="57"/>
                  </a:cubicBezTo>
                  <a:lnTo>
                    <a:pt x="799" y="39"/>
                  </a:lnTo>
                  <a:lnTo>
                    <a:pt x="769" y="31"/>
                  </a:lnTo>
                  <a:cubicBezTo>
                    <a:pt x="769" y="30"/>
                    <a:pt x="768" y="30"/>
                    <a:pt x="767" y="30"/>
                  </a:cubicBezTo>
                  <a:lnTo>
                    <a:pt x="754" y="22"/>
                  </a:lnTo>
                  <a:cubicBezTo>
                    <a:pt x="753" y="21"/>
                    <a:pt x="753" y="21"/>
                    <a:pt x="752" y="20"/>
                  </a:cubicBezTo>
                  <a:lnTo>
                    <a:pt x="743" y="9"/>
                  </a:lnTo>
                  <a:lnTo>
                    <a:pt x="736" y="3"/>
                  </a:lnTo>
                  <a:lnTo>
                    <a:pt x="729" y="0"/>
                  </a:lnTo>
                  <a:lnTo>
                    <a:pt x="716" y="2"/>
                  </a:lnTo>
                  <a:lnTo>
                    <a:pt x="687" y="13"/>
                  </a:lnTo>
                  <a:cubicBezTo>
                    <a:pt x="686" y="13"/>
                    <a:pt x="685" y="13"/>
                    <a:pt x="685" y="13"/>
                  </a:cubicBezTo>
                  <a:lnTo>
                    <a:pt x="673" y="15"/>
                  </a:lnTo>
                  <a:cubicBezTo>
                    <a:pt x="673" y="15"/>
                    <a:pt x="672" y="15"/>
                    <a:pt x="671" y="15"/>
                  </a:cubicBezTo>
                  <a:lnTo>
                    <a:pt x="663" y="13"/>
                  </a:lnTo>
                  <a:lnTo>
                    <a:pt x="642" y="3"/>
                  </a:lnTo>
                  <a:lnTo>
                    <a:pt x="633" y="1"/>
                  </a:lnTo>
                  <a:lnTo>
                    <a:pt x="628" y="3"/>
                  </a:lnTo>
                  <a:lnTo>
                    <a:pt x="627" y="11"/>
                  </a:lnTo>
                  <a:lnTo>
                    <a:pt x="616" y="40"/>
                  </a:lnTo>
                  <a:lnTo>
                    <a:pt x="611" y="70"/>
                  </a:lnTo>
                  <a:lnTo>
                    <a:pt x="609" y="76"/>
                  </a:lnTo>
                  <a:lnTo>
                    <a:pt x="602" y="92"/>
                  </a:lnTo>
                  <a:lnTo>
                    <a:pt x="597" y="102"/>
                  </a:lnTo>
                  <a:lnTo>
                    <a:pt x="597" y="103"/>
                  </a:lnTo>
                  <a:lnTo>
                    <a:pt x="598" y="111"/>
                  </a:lnTo>
                  <a:lnTo>
                    <a:pt x="596" y="119"/>
                  </a:lnTo>
                  <a:lnTo>
                    <a:pt x="567" y="181"/>
                  </a:lnTo>
                  <a:lnTo>
                    <a:pt x="561" y="214"/>
                  </a:lnTo>
                  <a:lnTo>
                    <a:pt x="557" y="225"/>
                  </a:lnTo>
                  <a:lnTo>
                    <a:pt x="559" y="233"/>
                  </a:lnTo>
                  <a:cubicBezTo>
                    <a:pt x="559" y="236"/>
                    <a:pt x="559" y="239"/>
                    <a:pt x="557" y="241"/>
                  </a:cubicBezTo>
                  <a:cubicBezTo>
                    <a:pt x="556" y="242"/>
                    <a:pt x="554" y="243"/>
                    <a:pt x="552" y="243"/>
                  </a:cubicBezTo>
                  <a:cubicBezTo>
                    <a:pt x="551" y="243"/>
                    <a:pt x="551" y="243"/>
                    <a:pt x="551" y="243"/>
                  </a:cubicBezTo>
                  <a:lnTo>
                    <a:pt x="550" y="243"/>
                  </a:lnTo>
                  <a:lnTo>
                    <a:pt x="521" y="239"/>
                  </a:lnTo>
                  <a:cubicBezTo>
                    <a:pt x="519" y="239"/>
                    <a:pt x="518" y="239"/>
                    <a:pt x="517" y="238"/>
                  </a:cubicBezTo>
                  <a:lnTo>
                    <a:pt x="507" y="229"/>
                  </a:lnTo>
                  <a:cubicBezTo>
                    <a:pt x="506" y="228"/>
                    <a:pt x="505" y="227"/>
                    <a:pt x="505" y="225"/>
                  </a:cubicBezTo>
                  <a:lnTo>
                    <a:pt x="502" y="215"/>
                  </a:lnTo>
                  <a:lnTo>
                    <a:pt x="498" y="205"/>
                  </a:lnTo>
                  <a:lnTo>
                    <a:pt x="496" y="199"/>
                  </a:lnTo>
                  <a:cubicBezTo>
                    <a:pt x="496" y="198"/>
                    <a:pt x="496" y="197"/>
                    <a:pt x="496" y="196"/>
                  </a:cubicBezTo>
                  <a:lnTo>
                    <a:pt x="497" y="187"/>
                  </a:lnTo>
                  <a:lnTo>
                    <a:pt x="497" y="185"/>
                  </a:lnTo>
                  <a:lnTo>
                    <a:pt x="495" y="183"/>
                  </a:lnTo>
                  <a:lnTo>
                    <a:pt x="487" y="178"/>
                  </a:lnTo>
                  <a:cubicBezTo>
                    <a:pt x="485" y="177"/>
                    <a:pt x="484" y="176"/>
                    <a:pt x="484" y="174"/>
                  </a:cubicBezTo>
                  <a:lnTo>
                    <a:pt x="482" y="170"/>
                  </a:lnTo>
                  <a:cubicBezTo>
                    <a:pt x="482" y="169"/>
                    <a:pt x="481" y="168"/>
                    <a:pt x="481" y="167"/>
                  </a:cubicBezTo>
                  <a:lnTo>
                    <a:pt x="482" y="158"/>
                  </a:lnTo>
                  <a:lnTo>
                    <a:pt x="481" y="156"/>
                  </a:lnTo>
                  <a:lnTo>
                    <a:pt x="471" y="152"/>
                  </a:lnTo>
                  <a:lnTo>
                    <a:pt x="470" y="164"/>
                  </a:lnTo>
                  <a:cubicBezTo>
                    <a:pt x="470" y="165"/>
                    <a:pt x="469" y="166"/>
                    <a:pt x="469" y="166"/>
                  </a:cubicBezTo>
                  <a:lnTo>
                    <a:pt x="467" y="171"/>
                  </a:lnTo>
                  <a:cubicBezTo>
                    <a:pt x="466" y="172"/>
                    <a:pt x="465" y="173"/>
                    <a:pt x="464" y="173"/>
                  </a:cubicBezTo>
                  <a:lnTo>
                    <a:pt x="460" y="176"/>
                  </a:lnTo>
                  <a:cubicBezTo>
                    <a:pt x="459" y="177"/>
                    <a:pt x="457" y="178"/>
                    <a:pt x="456" y="178"/>
                  </a:cubicBezTo>
                  <a:lnTo>
                    <a:pt x="449" y="178"/>
                  </a:lnTo>
                  <a:cubicBezTo>
                    <a:pt x="447" y="178"/>
                    <a:pt x="446" y="178"/>
                    <a:pt x="445" y="177"/>
                  </a:cubicBezTo>
                  <a:lnTo>
                    <a:pt x="440" y="175"/>
                  </a:lnTo>
                  <a:cubicBezTo>
                    <a:pt x="439" y="174"/>
                    <a:pt x="438" y="174"/>
                    <a:pt x="437" y="173"/>
                  </a:cubicBezTo>
                  <a:lnTo>
                    <a:pt x="433" y="168"/>
                  </a:lnTo>
                  <a:lnTo>
                    <a:pt x="427" y="160"/>
                  </a:lnTo>
                  <a:lnTo>
                    <a:pt x="426" y="160"/>
                  </a:lnTo>
                  <a:lnTo>
                    <a:pt x="424" y="163"/>
                  </a:lnTo>
                  <a:cubicBezTo>
                    <a:pt x="423" y="164"/>
                    <a:pt x="422" y="164"/>
                    <a:pt x="421" y="165"/>
                  </a:cubicBezTo>
                  <a:lnTo>
                    <a:pt x="415" y="168"/>
                  </a:lnTo>
                  <a:cubicBezTo>
                    <a:pt x="414" y="168"/>
                    <a:pt x="413" y="168"/>
                    <a:pt x="412" y="168"/>
                  </a:cubicBezTo>
                  <a:lnTo>
                    <a:pt x="403" y="169"/>
                  </a:lnTo>
                  <a:cubicBezTo>
                    <a:pt x="402" y="169"/>
                    <a:pt x="401" y="169"/>
                    <a:pt x="400" y="169"/>
                  </a:cubicBezTo>
                  <a:lnTo>
                    <a:pt x="381" y="164"/>
                  </a:lnTo>
                  <a:lnTo>
                    <a:pt x="364" y="156"/>
                  </a:lnTo>
                  <a:lnTo>
                    <a:pt x="362" y="161"/>
                  </a:lnTo>
                  <a:lnTo>
                    <a:pt x="359" y="178"/>
                  </a:lnTo>
                  <a:lnTo>
                    <a:pt x="352" y="200"/>
                  </a:lnTo>
                  <a:cubicBezTo>
                    <a:pt x="352" y="201"/>
                    <a:pt x="352" y="201"/>
                    <a:pt x="351" y="202"/>
                  </a:cubicBezTo>
                  <a:lnTo>
                    <a:pt x="337" y="222"/>
                  </a:lnTo>
                  <a:lnTo>
                    <a:pt x="322" y="234"/>
                  </a:lnTo>
                  <a:lnTo>
                    <a:pt x="313" y="239"/>
                  </a:lnTo>
                  <a:lnTo>
                    <a:pt x="299" y="242"/>
                  </a:lnTo>
                  <a:lnTo>
                    <a:pt x="293" y="243"/>
                  </a:lnTo>
                  <a:lnTo>
                    <a:pt x="287" y="242"/>
                  </a:lnTo>
                  <a:lnTo>
                    <a:pt x="270" y="235"/>
                  </a:lnTo>
                  <a:lnTo>
                    <a:pt x="249" y="230"/>
                  </a:lnTo>
                  <a:lnTo>
                    <a:pt x="244" y="231"/>
                  </a:lnTo>
                  <a:lnTo>
                    <a:pt x="233" y="235"/>
                  </a:lnTo>
                  <a:lnTo>
                    <a:pt x="226" y="236"/>
                  </a:lnTo>
                  <a:lnTo>
                    <a:pt x="220" y="236"/>
                  </a:lnTo>
                  <a:lnTo>
                    <a:pt x="191" y="228"/>
                  </a:lnTo>
                  <a:lnTo>
                    <a:pt x="187" y="228"/>
                  </a:lnTo>
                  <a:lnTo>
                    <a:pt x="160" y="239"/>
                  </a:lnTo>
                  <a:cubicBezTo>
                    <a:pt x="159" y="239"/>
                    <a:pt x="158" y="240"/>
                    <a:pt x="157" y="240"/>
                  </a:cubicBezTo>
                  <a:lnTo>
                    <a:pt x="150" y="240"/>
                  </a:lnTo>
                  <a:lnTo>
                    <a:pt x="142" y="239"/>
                  </a:lnTo>
                  <a:cubicBezTo>
                    <a:pt x="141" y="238"/>
                    <a:pt x="140" y="238"/>
                    <a:pt x="139" y="237"/>
                  </a:cubicBezTo>
                  <a:lnTo>
                    <a:pt x="135" y="235"/>
                  </a:lnTo>
                  <a:lnTo>
                    <a:pt x="121" y="223"/>
                  </a:lnTo>
                  <a:lnTo>
                    <a:pt x="118" y="221"/>
                  </a:lnTo>
                  <a:lnTo>
                    <a:pt x="108" y="218"/>
                  </a:lnTo>
                  <a:lnTo>
                    <a:pt x="102" y="216"/>
                  </a:lnTo>
                  <a:cubicBezTo>
                    <a:pt x="101" y="215"/>
                    <a:pt x="101" y="215"/>
                    <a:pt x="100" y="214"/>
                  </a:cubicBezTo>
                  <a:lnTo>
                    <a:pt x="97" y="211"/>
                  </a:lnTo>
                  <a:cubicBezTo>
                    <a:pt x="96" y="210"/>
                    <a:pt x="95" y="209"/>
                    <a:pt x="95" y="208"/>
                  </a:cubicBezTo>
                  <a:lnTo>
                    <a:pt x="94" y="203"/>
                  </a:lnTo>
                  <a:lnTo>
                    <a:pt x="94" y="197"/>
                  </a:lnTo>
                  <a:lnTo>
                    <a:pt x="95" y="179"/>
                  </a:lnTo>
                  <a:lnTo>
                    <a:pt x="93" y="170"/>
                  </a:lnTo>
                  <a:lnTo>
                    <a:pt x="68" y="178"/>
                  </a:lnTo>
                  <a:lnTo>
                    <a:pt x="61" y="185"/>
                  </a:lnTo>
                  <a:lnTo>
                    <a:pt x="58" y="188"/>
                  </a:lnTo>
                  <a:lnTo>
                    <a:pt x="54" y="192"/>
                  </a:lnTo>
                  <a:lnTo>
                    <a:pt x="45" y="197"/>
                  </a:lnTo>
                  <a:lnTo>
                    <a:pt x="49" y="200"/>
                  </a:lnTo>
                  <a:cubicBezTo>
                    <a:pt x="49" y="201"/>
                    <a:pt x="50" y="201"/>
                    <a:pt x="51" y="202"/>
                  </a:cubicBezTo>
                  <a:lnTo>
                    <a:pt x="52" y="204"/>
                  </a:lnTo>
                  <a:cubicBezTo>
                    <a:pt x="53" y="205"/>
                    <a:pt x="53" y="205"/>
                    <a:pt x="53" y="206"/>
                  </a:cubicBezTo>
                  <a:lnTo>
                    <a:pt x="54" y="210"/>
                  </a:lnTo>
                  <a:cubicBezTo>
                    <a:pt x="55" y="210"/>
                    <a:pt x="55" y="211"/>
                    <a:pt x="55" y="212"/>
                  </a:cubicBezTo>
                  <a:lnTo>
                    <a:pt x="55" y="222"/>
                  </a:lnTo>
                  <a:lnTo>
                    <a:pt x="58" y="241"/>
                  </a:lnTo>
                  <a:lnTo>
                    <a:pt x="58" y="250"/>
                  </a:lnTo>
                  <a:lnTo>
                    <a:pt x="57" y="273"/>
                  </a:lnTo>
                  <a:lnTo>
                    <a:pt x="57" y="279"/>
                  </a:lnTo>
                  <a:lnTo>
                    <a:pt x="62" y="298"/>
                  </a:lnTo>
                  <a:lnTo>
                    <a:pt x="64" y="311"/>
                  </a:lnTo>
                  <a:lnTo>
                    <a:pt x="68" y="340"/>
                  </a:lnTo>
                  <a:lnTo>
                    <a:pt x="69" y="344"/>
                  </a:lnTo>
                  <a:lnTo>
                    <a:pt x="71" y="350"/>
                  </a:lnTo>
                  <a:cubicBezTo>
                    <a:pt x="71" y="351"/>
                    <a:pt x="71" y="352"/>
                    <a:pt x="71" y="353"/>
                  </a:cubicBezTo>
                  <a:lnTo>
                    <a:pt x="70" y="358"/>
                  </a:lnTo>
                  <a:cubicBezTo>
                    <a:pt x="70" y="359"/>
                    <a:pt x="70" y="360"/>
                    <a:pt x="69" y="361"/>
                  </a:cubicBezTo>
                  <a:lnTo>
                    <a:pt x="65" y="368"/>
                  </a:lnTo>
                  <a:cubicBezTo>
                    <a:pt x="65" y="369"/>
                    <a:pt x="64" y="370"/>
                    <a:pt x="63" y="370"/>
                  </a:cubicBezTo>
                  <a:lnTo>
                    <a:pt x="58" y="375"/>
                  </a:lnTo>
                  <a:cubicBezTo>
                    <a:pt x="57" y="375"/>
                    <a:pt x="56" y="376"/>
                    <a:pt x="56" y="376"/>
                  </a:cubicBezTo>
                  <a:lnTo>
                    <a:pt x="48" y="379"/>
                  </a:lnTo>
                  <a:lnTo>
                    <a:pt x="16" y="386"/>
                  </a:lnTo>
                  <a:lnTo>
                    <a:pt x="0" y="394"/>
                  </a:lnTo>
                  <a:lnTo>
                    <a:pt x="0" y="396"/>
                  </a:lnTo>
                  <a:lnTo>
                    <a:pt x="0" y="397"/>
                  </a:lnTo>
                  <a:lnTo>
                    <a:pt x="2" y="401"/>
                  </a:lnTo>
                  <a:lnTo>
                    <a:pt x="5" y="404"/>
                  </a:lnTo>
                  <a:lnTo>
                    <a:pt x="17" y="413"/>
                  </a:lnTo>
                  <a:lnTo>
                    <a:pt x="22" y="419"/>
                  </a:lnTo>
                  <a:lnTo>
                    <a:pt x="25" y="426"/>
                  </a:lnTo>
                  <a:cubicBezTo>
                    <a:pt x="26" y="427"/>
                    <a:pt x="26" y="427"/>
                    <a:pt x="26" y="428"/>
                  </a:cubicBezTo>
                  <a:lnTo>
                    <a:pt x="27" y="434"/>
                  </a:lnTo>
                  <a:cubicBezTo>
                    <a:pt x="27" y="434"/>
                    <a:pt x="28" y="435"/>
                    <a:pt x="27" y="436"/>
                  </a:cubicBezTo>
                  <a:lnTo>
                    <a:pt x="25" y="450"/>
                  </a:lnTo>
                  <a:lnTo>
                    <a:pt x="17" y="466"/>
                  </a:lnTo>
                  <a:lnTo>
                    <a:pt x="17" y="466"/>
                  </a:lnTo>
                  <a:lnTo>
                    <a:pt x="17" y="473"/>
                  </a:lnTo>
                  <a:lnTo>
                    <a:pt x="18" y="483"/>
                  </a:lnTo>
                  <a:lnTo>
                    <a:pt x="17" y="489"/>
                  </a:lnTo>
                  <a:cubicBezTo>
                    <a:pt x="17" y="489"/>
                    <a:pt x="16" y="490"/>
                    <a:pt x="16" y="491"/>
                  </a:cubicBezTo>
                  <a:lnTo>
                    <a:pt x="10" y="504"/>
                  </a:lnTo>
                  <a:lnTo>
                    <a:pt x="10" y="505"/>
                  </a:lnTo>
                  <a:lnTo>
                    <a:pt x="17" y="516"/>
                  </a:lnTo>
                  <a:lnTo>
                    <a:pt x="25" y="531"/>
                  </a:lnTo>
                  <a:lnTo>
                    <a:pt x="30" y="533"/>
                  </a:lnTo>
                  <a:cubicBezTo>
                    <a:pt x="31" y="534"/>
                    <a:pt x="32" y="535"/>
                    <a:pt x="33" y="536"/>
                  </a:cubicBezTo>
                  <a:lnTo>
                    <a:pt x="37" y="545"/>
                  </a:lnTo>
                  <a:lnTo>
                    <a:pt x="58" y="596"/>
                  </a:lnTo>
                  <a:lnTo>
                    <a:pt x="62" y="603"/>
                  </a:lnTo>
                  <a:lnTo>
                    <a:pt x="119" y="654"/>
                  </a:lnTo>
                  <a:lnTo>
                    <a:pt x="127" y="665"/>
                  </a:lnTo>
                  <a:lnTo>
                    <a:pt x="140" y="704"/>
                  </a:lnTo>
                  <a:lnTo>
                    <a:pt x="144" y="711"/>
                  </a:lnTo>
                  <a:cubicBezTo>
                    <a:pt x="145" y="712"/>
                    <a:pt x="145" y="713"/>
                    <a:pt x="145" y="714"/>
                  </a:cubicBezTo>
                  <a:lnTo>
                    <a:pt x="146" y="718"/>
                  </a:lnTo>
                  <a:lnTo>
                    <a:pt x="146" y="727"/>
                  </a:lnTo>
                  <a:cubicBezTo>
                    <a:pt x="146" y="727"/>
                    <a:pt x="146" y="728"/>
                    <a:pt x="146" y="729"/>
                  </a:cubicBezTo>
                  <a:lnTo>
                    <a:pt x="142" y="742"/>
                  </a:lnTo>
                  <a:lnTo>
                    <a:pt x="138" y="751"/>
                  </a:lnTo>
                  <a:lnTo>
                    <a:pt x="131" y="760"/>
                  </a:lnTo>
                  <a:lnTo>
                    <a:pt x="121" y="771"/>
                  </a:lnTo>
                  <a:lnTo>
                    <a:pt x="114" y="780"/>
                  </a:lnTo>
                  <a:lnTo>
                    <a:pt x="109" y="790"/>
                  </a:lnTo>
                  <a:lnTo>
                    <a:pt x="105" y="813"/>
                  </a:lnTo>
                  <a:lnTo>
                    <a:pt x="105" y="813"/>
                  </a:lnTo>
                  <a:lnTo>
                    <a:pt x="108" y="809"/>
                  </a:lnTo>
                  <a:cubicBezTo>
                    <a:pt x="109" y="809"/>
                    <a:pt x="109" y="808"/>
                    <a:pt x="110" y="808"/>
                  </a:cubicBezTo>
                  <a:lnTo>
                    <a:pt x="114" y="805"/>
                  </a:lnTo>
                  <a:cubicBezTo>
                    <a:pt x="115" y="805"/>
                    <a:pt x="116" y="804"/>
                    <a:pt x="117" y="804"/>
                  </a:cubicBezTo>
                  <a:lnTo>
                    <a:pt x="125" y="802"/>
                  </a:lnTo>
                  <a:lnTo>
                    <a:pt x="131" y="799"/>
                  </a:lnTo>
                  <a:cubicBezTo>
                    <a:pt x="133" y="798"/>
                    <a:pt x="135" y="798"/>
                    <a:pt x="137" y="798"/>
                  </a:cubicBezTo>
                  <a:lnTo>
                    <a:pt x="141" y="799"/>
                  </a:lnTo>
                  <a:cubicBezTo>
                    <a:pt x="142" y="800"/>
                    <a:pt x="144" y="800"/>
                    <a:pt x="145" y="801"/>
                  </a:cubicBezTo>
                  <a:lnTo>
                    <a:pt x="156" y="816"/>
                  </a:lnTo>
                  <a:lnTo>
                    <a:pt x="158" y="815"/>
                  </a:lnTo>
                  <a:lnTo>
                    <a:pt x="175" y="815"/>
                  </a:lnTo>
                  <a:lnTo>
                    <a:pt x="218" y="807"/>
                  </a:lnTo>
                  <a:lnTo>
                    <a:pt x="221" y="803"/>
                  </a:lnTo>
                  <a:lnTo>
                    <a:pt x="222" y="796"/>
                  </a:lnTo>
                  <a:cubicBezTo>
                    <a:pt x="222" y="794"/>
                    <a:pt x="223" y="791"/>
                    <a:pt x="225" y="790"/>
                  </a:cubicBezTo>
                  <a:lnTo>
                    <a:pt x="229" y="787"/>
                  </a:lnTo>
                  <a:cubicBezTo>
                    <a:pt x="230" y="787"/>
                    <a:pt x="231" y="786"/>
                    <a:pt x="233" y="786"/>
                  </a:cubicBezTo>
                  <a:lnTo>
                    <a:pt x="238" y="786"/>
                  </a:lnTo>
                  <a:lnTo>
                    <a:pt x="252" y="786"/>
                  </a:lnTo>
                  <a:lnTo>
                    <a:pt x="263" y="788"/>
                  </a:lnTo>
                  <a:lnTo>
                    <a:pt x="285" y="796"/>
                  </a:lnTo>
                  <a:lnTo>
                    <a:pt x="286" y="796"/>
                  </a:lnTo>
                  <a:lnTo>
                    <a:pt x="289" y="794"/>
                  </a:lnTo>
                  <a:lnTo>
                    <a:pt x="295" y="787"/>
                  </a:lnTo>
                  <a:lnTo>
                    <a:pt x="300" y="783"/>
                  </a:lnTo>
                  <a:cubicBezTo>
                    <a:pt x="302" y="782"/>
                    <a:pt x="305" y="781"/>
                    <a:pt x="307" y="782"/>
                  </a:cubicBezTo>
                  <a:lnTo>
                    <a:pt x="313" y="784"/>
                  </a:lnTo>
                  <a:cubicBezTo>
                    <a:pt x="314" y="785"/>
                    <a:pt x="315" y="786"/>
                    <a:pt x="316" y="786"/>
                  </a:cubicBezTo>
                  <a:lnTo>
                    <a:pt x="322" y="793"/>
                  </a:lnTo>
                  <a:lnTo>
                    <a:pt x="323" y="794"/>
                  </a:lnTo>
                  <a:lnTo>
                    <a:pt x="333" y="812"/>
                  </a:lnTo>
                  <a:lnTo>
                    <a:pt x="336" y="822"/>
                  </a:lnTo>
                  <a:lnTo>
                    <a:pt x="337" y="831"/>
                  </a:lnTo>
                  <a:cubicBezTo>
                    <a:pt x="337" y="833"/>
                    <a:pt x="337" y="834"/>
                    <a:pt x="336" y="835"/>
                  </a:cubicBezTo>
                  <a:lnTo>
                    <a:pt x="330" y="846"/>
                  </a:lnTo>
                  <a:lnTo>
                    <a:pt x="331" y="849"/>
                  </a:lnTo>
                  <a:lnTo>
                    <a:pt x="334" y="856"/>
                  </a:lnTo>
                  <a:lnTo>
                    <a:pt x="337" y="867"/>
                  </a:lnTo>
                  <a:lnTo>
                    <a:pt x="342" y="868"/>
                  </a:lnTo>
                  <a:lnTo>
                    <a:pt x="356" y="869"/>
                  </a:lnTo>
                  <a:cubicBezTo>
                    <a:pt x="358" y="869"/>
                    <a:pt x="359" y="870"/>
                    <a:pt x="360" y="870"/>
                  </a:cubicBezTo>
                  <a:lnTo>
                    <a:pt x="372" y="877"/>
                  </a:lnTo>
                  <a:lnTo>
                    <a:pt x="397" y="902"/>
                  </a:lnTo>
                  <a:cubicBezTo>
                    <a:pt x="399" y="903"/>
                    <a:pt x="400" y="905"/>
                    <a:pt x="400" y="907"/>
                  </a:cubicBezTo>
                  <a:lnTo>
                    <a:pt x="400" y="913"/>
                  </a:lnTo>
                  <a:lnTo>
                    <a:pt x="398" y="927"/>
                  </a:lnTo>
                  <a:lnTo>
                    <a:pt x="395" y="937"/>
                  </a:lnTo>
                  <a:lnTo>
                    <a:pt x="382" y="963"/>
                  </a:lnTo>
                  <a:lnTo>
                    <a:pt x="381" y="979"/>
                  </a:lnTo>
                  <a:cubicBezTo>
                    <a:pt x="381" y="980"/>
                    <a:pt x="380" y="981"/>
                    <a:pt x="380" y="982"/>
                  </a:cubicBezTo>
                  <a:lnTo>
                    <a:pt x="378" y="986"/>
                  </a:lnTo>
                  <a:cubicBezTo>
                    <a:pt x="378" y="987"/>
                    <a:pt x="377" y="987"/>
                    <a:pt x="377" y="988"/>
                  </a:cubicBezTo>
                  <a:lnTo>
                    <a:pt x="374" y="991"/>
                  </a:lnTo>
                  <a:cubicBezTo>
                    <a:pt x="372" y="993"/>
                    <a:pt x="370" y="993"/>
                    <a:pt x="367" y="993"/>
                  </a:cubicBezTo>
                  <a:lnTo>
                    <a:pt x="362" y="993"/>
                  </a:lnTo>
                  <a:cubicBezTo>
                    <a:pt x="360" y="992"/>
                    <a:pt x="359" y="991"/>
                    <a:pt x="357" y="990"/>
                  </a:cubicBezTo>
                  <a:lnTo>
                    <a:pt x="347" y="980"/>
                  </a:lnTo>
                  <a:lnTo>
                    <a:pt x="352" y="987"/>
                  </a:lnTo>
                  <a:cubicBezTo>
                    <a:pt x="353" y="989"/>
                    <a:pt x="353" y="990"/>
                    <a:pt x="353" y="992"/>
                  </a:cubicBezTo>
                  <a:lnTo>
                    <a:pt x="353" y="996"/>
                  </a:lnTo>
                  <a:cubicBezTo>
                    <a:pt x="353" y="998"/>
                    <a:pt x="352" y="999"/>
                    <a:pt x="351" y="1000"/>
                  </a:cubicBezTo>
                  <a:lnTo>
                    <a:pt x="348" y="1005"/>
                  </a:lnTo>
                  <a:cubicBezTo>
                    <a:pt x="347" y="1006"/>
                    <a:pt x="347" y="1006"/>
                    <a:pt x="346" y="1007"/>
                  </a:cubicBezTo>
                  <a:lnTo>
                    <a:pt x="341" y="1011"/>
                  </a:lnTo>
                  <a:lnTo>
                    <a:pt x="335" y="1019"/>
                  </a:lnTo>
                  <a:lnTo>
                    <a:pt x="336" y="1020"/>
                  </a:lnTo>
                  <a:lnTo>
                    <a:pt x="341" y="1026"/>
                  </a:lnTo>
                  <a:lnTo>
                    <a:pt x="344" y="1032"/>
                  </a:lnTo>
                  <a:cubicBezTo>
                    <a:pt x="345" y="1033"/>
                    <a:pt x="346" y="1035"/>
                    <a:pt x="345" y="1037"/>
                  </a:cubicBezTo>
                  <a:lnTo>
                    <a:pt x="345" y="1041"/>
                  </a:lnTo>
                  <a:cubicBezTo>
                    <a:pt x="345" y="1043"/>
                    <a:pt x="344" y="1044"/>
                    <a:pt x="343" y="1046"/>
                  </a:cubicBezTo>
                  <a:lnTo>
                    <a:pt x="339" y="1049"/>
                  </a:lnTo>
                  <a:cubicBezTo>
                    <a:pt x="338" y="1050"/>
                    <a:pt x="337" y="1051"/>
                    <a:pt x="336" y="1051"/>
                  </a:cubicBezTo>
                  <a:lnTo>
                    <a:pt x="328" y="1054"/>
                  </a:lnTo>
                  <a:lnTo>
                    <a:pt x="312" y="1056"/>
                  </a:lnTo>
                  <a:lnTo>
                    <a:pt x="310" y="1058"/>
                  </a:lnTo>
                  <a:lnTo>
                    <a:pt x="306" y="1065"/>
                  </a:lnTo>
                  <a:lnTo>
                    <a:pt x="310" y="1072"/>
                  </a:lnTo>
                  <a:cubicBezTo>
                    <a:pt x="310" y="1073"/>
                    <a:pt x="310" y="1073"/>
                    <a:pt x="310" y="1074"/>
                  </a:cubicBezTo>
                  <a:lnTo>
                    <a:pt x="311" y="1080"/>
                  </a:lnTo>
                  <a:cubicBezTo>
                    <a:pt x="311" y="1081"/>
                    <a:pt x="311" y="1082"/>
                    <a:pt x="311" y="1084"/>
                  </a:cubicBezTo>
                  <a:lnTo>
                    <a:pt x="309" y="1088"/>
                  </a:lnTo>
                  <a:cubicBezTo>
                    <a:pt x="308" y="1090"/>
                    <a:pt x="307" y="1091"/>
                    <a:pt x="305" y="1092"/>
                  </a:cubicBezTo>
                  <a:lnTo>
                    <a:pt x="299" y="1096"/>
                  </a:lnTo>
                  <a:lnTo>
                    <a:pt x="282" y="1102"/>
                  </a:lnTo>
                  <a:cubicBezTo>
                    <a:pt x="281" y="1103"/>
                    <a:pt x="279" y="1103"/>
                    <a:pt x="277" y="1103"/>
                  </a:cubicBezTo>
                  <a:lnTo>
                    <a:pt x="268" y="1100"/>
                  </a:lnTo>
                  <a:lnTo>
                    <a:pt x="268" y="1100"/>
                  </a:lnTo>
                  <a:lnTo>
                    <a:pt x="262" y="1120"/>
                  </a:lnTo>
                  <a:lnTo>
                    <a:pt x="257" y="1130"/>
                  </a:lnTo>
                  <a:lnTo>
                    <a:pt x="241" y="1156"/>
                  </a:lnTo>
                  <a:lnTo>
                    <a:pt x="235" y="1161"/>
                  </a:lnTo>
                  <a:cubicBezTo>
                    <a:pt x="234" y="1161"/>
                    <a:pt x="233" y="1162"/>
                    <a:pt x="232" y="1162"/>
                  </a:cubicBezTo>
                  <a:lnTo>
                    <a:pt x="226" y="1164"/>
                  </a:lnTo>
                  <a:lnTo>
                    <a:pt x="209" y="1165"/>
                  </a:lnTo>
                  <a:lnTo>
                    <a:pt x="190" y="1170"/>
                  </a:lnTo>
                  <a:cubicBezTo>
                    <a:pt x="189" y="1170"/>
                    <a:pt x="188" y="1170"/>
                    <a:pt x="187" y="1170"/>
                  </a:cubicBezTo>
                  <a:lnTo>
                    <a:pt x="174" y="1169"/>
                  </a:lnTo>
                  <a:lnTo>
                    <a:pt x="172" y="1169"/>
                  </a:lnTo>
                  <a:lnTo>
                    <a:pt x="168" y="1184"/>
                  </a:lnTo>
                  <a:cubicBezTo>
                    <a:pt x="168" y="1186"/>
                    <a:pt x="166" y="1188"/>
                    <a:pt x="164" y="1189"/>
                  </a:cubicBezTo>
                  <a:lnTo>
                    <a:pt x="156" y="1193"/>
                  </a:lnTo>
                  <a:lnTo>
                    <a:pt x="151" y="1193"/>
                  </a:lnTo>
                  <a:lnTo>
                    <a:pt x="144" y="1196"/>
                  </a:lnTo>
                  <a:lnTo>
                    <a:pt x="136" y="1198"/>
                  </a:lnTo>
                  <a:lnTo>
                    <a:pt x="134" y="1200"/>
                  </a:lnTo>
                  <a:lnTo>
                    <a:pt x="108" y="1241"/>
                  </a:lnTo>
                  <a:cubicBezTo>
                    <a:pt x="107" y="1242"/>
                    <a:pt x="106" y="1243"/>
                    <a:pt x="104" y="1244"/>
                  </a:cubicBezTo>
                  <a:lnTo>
                    <a:pt x="98" y="1247"/>
                  </a:lnTo>
                  <a:lnTo>
                    <a:pt x="96" y="1262"/>
                  </a:lnTo>
                  <a:lnTo>
                    <a:pt x="101" y="1278"/>
                  </a:lnTo>
                  <a:cubicBezTo>
                    <a:pt x="101" y="1279"/>
                    <a:pt x="102" y="1279"/>
                    <a:pt x="102" y="1280"/>
                  </a:cubicBezTo>
                  <a:lnTo>
                    <a:pt x="108" y="1300"/>
                  </a:lnTo>
                  <a:lnTo>
                    <a:pt x="112" y="1330"/>
                  </a:lnTo>
                  <a:lnTo>
                    <a:pt x="117" y="1348"/>
                  </a:lnTo>
                  <a:lnTo>
                    <a:pt x="121" y="1355"/>
                  </a:lnTo>
                  <a:lnTo>
                    <a:pt x="130" y="1361"/>
                  </a:lnTo>
                  <a:cubicBezTo>
                    <a:pt x="131" y="1362"/>
                    <a:pt x="132" y="1363"/>
                    <a:pt x="133" y="1364"/>
                  </a:cubicBezTo>
                  <a:lnTo>
                    <a:pt x="140" y="1377"/>
                  </a:lnTo>
                  <a:lnTo>
                    <a:pt x="144" y="1389"/>
                  </a:lnTo>
                  <a:lnTo>
                    <a:pt x="158" y="1441"/>
                  </a:lnTo>
                  <a:lnTo>
                    <a:pt x="170" y="1453"/>
                  </a:lnTo>
                  <a:cubicBezTo>
                    <a:pt x="171" y="1453"/>
                    <a:pt x="171" y="1454"/>
                    <a:pt x="172" y="1455"/>
                  </a:cubicBezTo>
                  <a:lnTo>
                    <a:pt x="179" y="1470"/>
                  </a:lnTo>
                  <a:lnTo>
                    <a:pt x="185" y="1479"/>
                  </a:lnTo>
                  <a:cubicBezTo>
                    <a:pt x="186" y="1480"/>
                    <a:pt x="186" y="1481"/>
                    <a:pt x="186" y="1483"/>
                  </a:cubicBezTo>
                  <a:lnTo>
                    <a:pt x="187" y="1488"/>
                  </a:lnTo>
                  <a:cubicBezTo>
                    <a:pt x="187" y="1490"/>
                    <a:pt x="187" y="1492"/>
                    <a:pt x="186" y="1493"/>
                  </a:cubicBezTo>
                  <a:lnTo>
                    <a:pt x="180" y="1503"/>
                  </a:lnTo>
                  <a:lnTo>
                    <a:pt x="182" y="1509"/>
                  </a:lnTo>
                  <a:lnTo>
                    <a:pt x="184" y="1530"/>
                  </a:lnTo>
                  <a:lnTo>
                    <a:pt x="189" y="1528"/>
                  </a:lnTo>
                  <a:cubicBezTo>
                    <a:pt x="190" y="1528"/>
                    <a:pt x="191" y="1528"/>
                    <a:pt x="191" y="1528"/>
                  </a:cubicBezTo>
                  <a:lnTo>
                    <a:pt x="196" y="1527"/>
                  </a:lnTo>
                  <a:lnTo>
                    <a:pt x="202" y="1529"/>
                  </a:lnTo>
                  <a:lnTo>
                    <a:pt x="203" y="1528"/>
                  </a:lnTo>
                  <a:lnTo>
                    <a:pt x="211" y="1525"/>
                  </a:lnTo>
                  <a:cubicBezTo>
                    <a:pt x="212" y="1525"/>
                    <a:pt x="213" y="1524"/>
                    <a:pt x="215" y="1525"/>
                  </a:cubicBezTo>
                  <a:lnTo>
                    <a:pt x="220" y="1525"/>
                  </a:lnTo>
                  <a:cubicBezTo>
                    <a:pt x="222" y="1526"/>
                    <a:pt x="223" y="1526"/>
                    <a:pt x="224" y="1527"/>
                  </a:cubicBezTo>
                  <a:lnTo>
                    <a:pt x="227" y="1530"/>
                  </a:lnTo>
                  <a:cubicBezTo>
                    <a:pt x="227" y="1530"/>
                    <a:pt x="228" y="1531"/>
                    <a:pt x="228" y="1532"/>
                  </a:cubicBezTo>
                  <a:lnTo>
                    <a:pt x="232" y="1536"/>
                  </a:lnTo>
                  <a:lnTo>
                    <a:pt x="236" y="1538"/>
                  </a:lnTo>
                  <a:lnTo>
                    <a:pt x="272" y="1559"/>
                  </a:lnTo>
                  <a:lnTo>
                    <a:pt x="278" y="1560"/>
                  </a:lnTo>
                  <a:lnTo>
                    <a:pt x="281" y="1558"/>
                  </a:lnTo>
                  <a:lnTo>
                    <a:pt x="290" y="1547"/>
                  </a:lnTo>
                  <a:lnTo>
                    <a:pt x="305" y="1538"/>
                  </a:lnTo>
                  <a:lnTo>
                    <a:pt x="315" y="1528"/>
                  </a:lnTo>
                  <a:lnTo>
                    <a:pt x="316" y="1527"/>
                  </a:lnTo>
                  <a:lnTo>
                    <a:pt x="321" y="1525"/>
                  </a:lnTo>
                  <a:lnTo>
                    <a:pt x="338" y="1520"/>
                  </a:lnTo>
                  <a:cubicBezTo>
                    <a:pt x="338" y="1520"/>
                    <a:pt x="339" y="1520"/>
                    <a:pt x="340" y="1520"/>
                  </a:cubicBezTo>
                  <a:lnTo>
                    <a:pt x="347" y="1520"/>
                  </a:lnTo>
                  <a:cubicBezTo>
                    <a:pt x="349" y="1520"/>
                    <a:pt x="350" y="1521"/>
                    <a:pt x="351" y="1522"/>
                  </a:cubicBezTo>
                  <a:lnTo>
                    <a:pt x="355" y="1525"/>
                  </a:lnTo>
                  <a:cubicBezTo>
                    <a:pt x="356" y="1526"/>
                    <a:pt x="357" y="1528"/>
                    <a:pt x="358" y="1529"/>
                  </a:cubicBezTo>
                  <a:lnTo>
                    <a:pt x="359" y="1533"/>
                  </a:lnTo>
                  <a:cubicBezTo>
                    <a:pt x="360" y="1534"/>
                    <a:pt x="360" y="1536"/>
                    <a:pt x="359" y="1537"/>
                  </a:cubicBezTo>
                  <a:lnTo>
                    <a:pt x="357" y="1548"/>
                  </a:lnTo>
                  <a:lnTo>
                    <a:pt x="358" y="1550"/>
                  </a:lnTo>
                  <a:lnTo>
                    <a:pt x="363" y="1554"/>
                  </a:lnTo>
                  <a:lnTo>
                    <a:pt x="365" y="1553"/>
                  </a:lnTo>
                  <a:lnTo>
                    <a:pt x="369" y="1550"/>
                  </a:lnTo>
                  <a:lnTo>
                    <a:pt x="370" y="1545"/>
                  </a:lnTo>
                  <a:lnTo>
                    <a:pt x="370" y="1537"/>
                  </a:lnTo>
                  <a:cubicBezTo>
                    <a:pt x="370" y="1536"/>
                    <a:pt x="371" y="1534"/>
                    <a:pt x="372" y="1533"/>
                  </a:cubicBezTo>
                  <a:lnTo>
                    <a:pt x="374" y="1529"/>
                  </a:lnTo>
                  <a:cubicBezTo>
                    <a:pt x="375" y="1528"/>
                    <a:pt x="376" y="1527"/>
                    <a:pt x="377" y="1526"/>
                  </a:cubicBezTo>
                  <a:lnTo>
                    <a:pt x="382" y="1523"/>
                  </a:lnTo>
                  <a:cubicBezTo>
                    <a:pt x="383" y="1523"/>
                    <a:pt x="384" y="1522"/>
                    <a:pt x="385" y="1522"/>
                  </a:cubicBezTo>
                  <a:lnTo>
                    <a:pt x="400" y="1521"/>
                  </a:lnTo>
                  <a:lnTo>
                    <a:pt x="414" y="1522"/>
                  </a:lnTo>
                  <a:cubicBezTo>
                    <a:pt x="415" y="1522"/>
                    <a:pt x="416" y="1522"/>
                    <a:pt x="417" y="1522"/>
                  </a:cubicBezTo>
                  <a:lnTo>
                    <a:pt x="431" y="1529"/>
                  </a:lnTo>
                  <a:cubicBezTo>
                    <a:pt x="433" y="1530"/>
                    <a:pt x="434" y="1530"/>
                    <a:pt x="434" y="1531"/>
                  </a:cubicBezTo>
                  <a:lnTo>
                    <a:pt x="437" y="1534"/>
                  </a:lnTo>
                  <a:cubicBezTo>
                    <a:pt x="437" y="1535"/>
                    <a:pt x="437" y="1535"/>
                    <a:pt x="438" y="1536"/>
                  </a:cubicBezTo>
                  <a:lnTo>
                    <a:pt x="438" y="1537"/>
                  </a:lnTo>
                  <a:lnTo>
                    <a:pt x="444" y="1541"/>
                  </a:lnTo>
                  <a:cubicBezTo>
                    <a:pt x="444" y="1542"/>
                    <a:pt x="445" y="1543"/>
                    <a:pt x="445" y="1543"/>
                  </a:cubicBezTo>
                  <a:lnTo>
                    <a:pt x="448" y="1547"/>
                  </a:lnTo>
                  <a:lnTo>
                    <a:pt x="450" y="1548"/>
                  </a:lnTo>
                  <a:lnTo>
                    <a:pt x="463" y="1555"/>
                  </a:lnTo>
                  <a:lnTo>
                    <a:pt x="473" y="1558"/>
                  </a:lnTo>
                  <a:lnTo>
                    <a:pt x="473" y="1537"/>
                  </a:lnTo>
                  <a:cubicBezTo>
                    <a:pt x="473" y="1533"/>
                    <a:pt x="476" y="1529"/>
                    <a:pt x="480" y="1529"/>
                  </a:cubicBezTo>
                  <a:lnTo>
                    <a:pt x="494" y="1527"/>
                  </a:lnTo>
                  <a:lnTo>
                    <a:pt x="511" y="1527"/>
                  </a:lnTo>
                  <a:lnTo>
                    <a:pt x="526" y="1529"/>
                  </a:lnTo>
                  <a:cubicBezTo>
                    <a:pt x="526" y="1529"/>
                    <a:pt x="527" y="1529"/>
                    <a:pt x="528" y="1530"/>
                  </a:cubicBezTo>
                  <a:lnTo>
                    <a:pt x="537" y="1535"/>
                  </a:lnTo>
                  <a:lnTo>
                    <a:pt x="545" y="1542"/>
                  </a:lnTo>
                  <a:lnTo>
                    <a:pt x="553" y="1554"/>
                  </a:lnTo>
                  <a:lnTo>
                    <a:pt x="566" y="1589"/>
                  </a:lnTo>
                  <a:lnTo>
                    <a:pt x="568" y="1591"/>
                  </a:lnTo>
                  <a:lnTo>
                    <a:pt x="572" y="1590"/>
                  </a:lnTo>
                  <a:lnTo>
                    <a:pt x="575" y="1588"/>
                  </a:lnTo>
                  <a:lnTo>
                    <a:pt x="589" y="1578"/>
                  </a:lnTo>
                  <a:lnTo>
                    <a:pt x="596" y="1576"/>
                  </a:lnTo>
                  <a:lnTo>
                    <a:pt x="614" y="1574"/>
                  </a:lnTo>
                  <a:lnTo>
                    <a:pt x="622" y="1570"/>
                  </a:lnTo>
                  <a:lnTo>
                    <a:pt x="631" y="1565"/>
                  </a:lnTo>
                  <a:lnTo>
                    <a:pt x="641" y="1560"/>
                  </a:lnTo>
                  <a:lnTo>
                    <a:pt x="676" y="1550"/>
                  </a:lnTo>
                  <a:cubicBezTo>
                    <a:pt x="677" y="1550"/>
                    <a:pt x="678" y="1550"/>
                    <a:pt x="679" y="1550"/>
                  </a:cubicBezTo>
                  <a:lnTo>
                    <a:pt x="685" y="1550"/>
                  </a:lnTo>
                  <a:lnTo>
                    <a:pt x="708" y="1555"/>
                  </a:lnTo>
                  <a:lnTo>
                    <a:pt x="713" y="1555"/>
                  </a:lnTo>
                  <a:lnTo>
                    <a:pt x="717" y="1553"/>
                  </a:lnTo>
                  <a:lnTo>
                    <a:pt x="726" y="1544"/>
                  </a:lnTo>
                  <a:cubicBezTo>
                    <a:pt x="728" y="1543"/>
                    <a:pt x="729" y="1542"/>
                    <a:pt x="730" y="1542"/>
                  </a:cubicBezTo>
                  <a:lnTo>
                    <a:pt x="734" y="1542"/>
                  </a:lnTo>
                  <a:cubicBezTo>
                    <a:pt x="736" y="1541"/>
                    <a:pt x="738" y="1542"/>
                    <a:pt x="740" y="1543"/>
                  </a:cubicBezTo>
                  <a:lnTo>
                    <a:pt x="743" y="1545"/>
                  </a:lnTo>
                  <a:cubicBezTo>
                    <a:pt x="745" y="1546"/>
                    <a:pt x="746" y="1548"/>
                    <a:pt x="746" y="1550"/>
                  </a:cubicBezTo>
                  <a:lnTo>
                    <a:pt x="747" y="1556"/>
                  </a:lnTo>
                  <a:cubicBezTo>
                    <a:pt x="747" y="1557"/>
                    <a:pt x="747" y="1559"/>
                    <a:pt x="747" y="1560"/>
                  </a:cubicBezTo>
                  <a:lnTo>
                    <a:pt x="745" y="1565"/>
                  </a:lnTo>
                  <a:lnTo>
                    <a:pt x="741" y="1574"/>
                  </a:lnTo>
                  <a:lnTo>
                    <a:pt x="741" y="1578"/>
                  </a:lnTo>
                  <a:lnTo>
                    <a:pt x="742" y="1592"/>
                  </a:lnTo>
                  <a:lnTo>
                    <a:pt x="745" y="1595"/>
                  </a:lnTo>
                  <a:lnTo>
                    <a:pt x="751" y="1598"/>
                  </a:lnTo>
                  <a:lnTo>
                    <a:pt x="764" y="1600"/>
                  </a:lnTo>
                  <a:lnTo>
                    <a:pt x="771" y="1599"/>
                  </a:lnTo>
                  <a:lnTo>
                    <a:pt x="777" y="1598"/>
                  </a:lnTo>
                  <a:cubicBezTo>
                    <a:pt x="778" y="1597"/>
                    <a:pt x="778" y="1597"/>
                    <a:pt x="779" y="1597"/>
                  </a:cubicBezTo>
                  <a:lnTo>
                    <a:pt x="787" y="1598"/>
                  </a:lnTo>
                  <a:cubicBezTo>
                    <a:pt x="787" y="1598"/>
                    <a:pt x="788" y="1598"/>
                    <a:pt x="789" y="1598"/>
                  </a:cubicBezTo>
                  <a:lnTo>
                    <a:pt x="824" y="1611"/>
                  </a:lnTo>
                  <a:lnTo>
                    <a:pt x="829" y="1612"/>
                  </a:lnTo>
                  <a:lnTo>
                    <a:pt x="832" y="1611"/>
                  </a:lnTo>
                  <a:cubicBezTo>
                    <a:pt x="833" y="1611"/>
                    <a:pt x="834" y="1611"/>
                    <a:pt x="835" y="1611"/>
                  </a:cubicBezTo>
                  <a:lnTo>
                    <a:pt x="839" y="1613"/>
                  </a:lnTo>
                  <a:cubicBezTo>
                    <a:pt x="840" y="1613"/>
                    <a:pt x="841" y="1613"/>
                    <a:pt x="842" y="1614"/>
                  </a:cubicBezTo>
                  <a:lnTo>
                    <a:pt x="845" y="1617"/>
                  </a:lnTo>
                  <a:cubicBezTo>
                    <a:pt x="847" y="1617"/>
                    <a:pt x="847" y="1618"/>
                    <a:pt x="848" y="1620"/>
                  </a:cubicBezTo>
                  <a:lnTo>
                    <a:pt x="851" y="1626"/>
                  </a:lnTo>
                  <a:lnTo>
                    <a:pt x="857" y="1645"/>
                  </a:lnTo>
                  <a:lnTo>
                    <a:pt x="860" y="1648"/>
                  </a:lnTo>
                  <a:lnTo>
                    <a:pt x="868" y="1651"/>
                  </a:lnTo>
                  <a:cubicBezTo>
                    <a:pt x="868" y="1651"/>
                    <a:pt x="869" y="1652"/>
                    <a:pt x="870" y="1652"/>
                  </a:cubicBezTo>
                  <a:lnTo>
                    <a:pt x="889" y="1669"/>
                  </a:lnTo>
                  <a:lnTo>
                    <a:pt x="902" y="1671"/>
                  </a:lnTo>
                  <a:lnTo>
                    <a:pt x="915" y="1662"/>
                  </a:lnTo>
                  <a:lnTo>
                    <a:pt x="928" y="1649"/>
                  </a:lnTo>
                  <a:lnTo>
                    <a:pt x="933" y="1641"/>
                  </a:lnTo>
                  <a:lnTo>
                    <a:pt x="941" y="1634"/>
                  </a:lnTo>
                  <a:cubicBezTo>
                    <a:pt x="942" y="1633"/>
                    <a:pt x="943" y="1632"/>
                    <a:pt x="944" y="1632"/>
                  </a:cubicBezTo>
                  <a:lnTo>
                    <a:pt x="951" y="1630"/>
                  </a:lnTo>
                  <a:cubicBezTo>
                    <a:pt x="952" y="1630"/>
                    <a:pt x="953" y="1630"/>
                    <a:pt x="954" y="1630"/>
                  </a:cubicBezTo>
                  <a:lnTo>
                    <a:pt x="966" y="1632"/>
                  </a:lnTo>
                  <a:cubicBezTo>
                    <a:pt x="967" y="1632"/>
                    <a:pt x="968" y="1633"/>
                    <a:pt x="969" y="1634"/>
                  </a:cubicBezTo>
                  <a:lnTo>
                    <a:pt x="975" y="1637"/>
                  </a:lnTo>
                  <a:cubicBezTo>
                    <a:pt x="976" y="1638"/>
                    <a:pt x="976" y="1639"/>
                    <a:pt x="977" y="1640"/>
                  </a:cubicBezTo>
                  <a:lnTo>
                    <a:pt x="979" y="1644"/>
                  </a:lnTo>
                  <a:lnTo>
                    <a:pt x="978" y="1639"/>
                  </a:lnTo>
                  <a:cubicBezTo>
                    <a:pt x="978" y="1637"/>
                    <a:pt x="979" y="1635"/>
                    <a:pt x="979" y="1634"/>
                  </a:cubicBezTo>
                  <a:lnTo>
                    <a:pt x="984" y="1626"/>
                  </a:lnTo>
                  <a:lnTo>
                    <a:pt x="985" y="1601"/>
                  </a:lnTo>
                  <a:lnTo>
                    <a:pt x="985" y="1586"/>
                  </a:lnTo>
                  <a:lnTo>
                    <a:pt x="982" y="1582"/>
                  </a:lnTo>
                  <a:lnTo>
                    <a:pt x="975" y="1579"/>
                  </a:lnTo>
                  <a:cubicBezTo>
                    <a:pt x="974" y="1579"/>
                    <a:pt x="973" y="1578"/>
                    <a:pt x="973" y="1578"/>
                  </a:cubicBezTo>
                  <a:lnTo>
                    <a:pt x="969" y="1574"/>
                  </a:lnTo>
                  <a:lnTo>
                    <a:pt x="956" y="1558"/>
                  </a:lnTo>
                  <a:cubicBezTo>
                    <a:pt x="955" y="1556"/>
                    <a:pt x="955" y="1555"/>
                    <a:pt x="954" y="1554"/>
                  </a:cubicBezTo>
                  <a:lnTo>
                    <a:pt x="954" y="1549"/>
                  </a:lnTo>
                  <a:cubicBezTo>
                    <a:pt x="954" y="1548"/>
                    <a:pt x="954" y="1546"/>
                    <a:pt x="955" y="1545"/>
                  </a:cubicBezTo>
                  <a:lnTo>
                    <a:pt x="957" y="1541"/>
                  </a:lnTo>
                  <a:lnTo>
                    <a:pt x="956" y="1541"/>
                  </a:lnTo>
                  <a:lnTo>
                    <a:pt x="934" y="1543"/>
                  </a:lnTo>
                  <a:cubicBezTo>
                    <a:pt x="932" y="1542"/>
                    <a:pt x="932" y="1542"/>
                    <a:pt x="931" y="1542"/>
                  </a:cubicBezTo>
                  <a:lnTo>
                    <a:pt x="926" y="1541"/>
                  </a:lnTo>
                  <a:lnTo>
                    <a:pt x="912" y="1534"/>
                  </a:lnTo>
                  <a:lnTo>
                    <a:pt x="899" y="1531"/>
                  </a:lnTo>
                  <a:lnTo>
                    <a:pt x="896" y="1529"/>
                  </a:lnTo>
                  <a:lnTo>
                    <a:pt x="876" y="1513"/>
                  </a:lnTo>
                  <a:cubicBezTo>
                    <a:pt x="875" y="1512"/>
                    <a:pt x="874" y="1511"/>
                    <a:pt x="874" y="1511"/>
                  </a:cubicBezTo>
                  <a:lnTo>
                    <a:pt x="872" y="1507"/>
                  </a:lnTo>
                  <a:cubicBezTo>
                    <a:pt x="871" y="1506"/>
                    <a:pt x="871" y="1506"/>
                    <a:pt x="871" y="1505"/>
                  </a:cubicBezTo>
                  <a:lnTo>
                    <a:pt x="869" y="1492"/>
                  </a:lnTo>
                  <a:lnTo>
                    <a:pt x="867" y="1489"/>
                  </a:lnTo>
                  <a:lnTo>
                    <a:pt x="860" y="1482"/>
                  </a:lnTo>
                  <a:cubicBezTo>
                    <a:pt x="860" y="1481"/>
                    <a:pt x="859" y="1481"/>
                    <a:pt x="859" y="1480"/>
                  </a:cubicBezTo>
                  <a:lnTo>
                    <a:pt x="857" y="1475"/>
                  </a:lnTo>
                  <a:cubicBezTo>
                    <a:pt x="857" y="1474"/>
                    <a:pt x="856" y="1473"/>
                    <a:pt x="857" y="1471"/>
                  </a:cubicBezTo>
                  <a:lnTo>
                    <a:pt x="857" y="1467"/>
                  </a:lnTo>
                  <a:cubicBezTo>
                    <a:pt x="858" y="1465"/>
                    <a:pt x="859" y="1463"/>
                    <a:pt x="862" y="1462"/>
                  </a:cubicBezTo>
                  <a:lnTo>
                    <a:pt x="867" y="1459"/>
                  </a:lnTo>
                  <a:cubicBezTo>
                    <a:pt x="868" y="1458"/>
                    <a:pt x="869" y="1458"/>
                    <a:pt x="871" y="1458"/>
                  </a:cubicBezTo>
                  <a:lnTo>
                    <a:pt x="875" y="1458"/>
                  </a:lnTo>
                  <a:cubicBezTo>
                    <a:pt x="876" y="1458"/>
                    <a:pt x="877" y="1458"/>
                    <a:pt x="878" y="1458"/>
                  </a:cubicBezTo>
                  <a:lnTo>
                    <a:pt x="891" y="1462"/>
                  </a:lnTo>
                  <a:lnTo>
                    <a:pt x="893" y="1462"/>
                  </a:lnTo>
                  <a:lnTo>
                    <a:pt x="885" y="1456"/>
                  </a:lnTo>
                  <a:cubicBezTo>
                    <a:pt x="884" y="1455"/>
                    <a:pt x="884" y="1455"/>
                    <a:pt x="883" y="1454"/>
                  </a:cubicBezTo>
                  <a:lnTo>
                    <a:pt x="880" y="1450"/>
                  </a:lnTo>
                  <a:cubicBezTo>
                    <a:pt x="880" y="1449"/>
                    <a:pt x="880" y="1449"/>
                    <a:pt x="879" y="1448"/>
                  </a:cubicBezTo>
                  <a:lnTo>
                    <a:pt x="877" y="1437"/>
                  </a:lnTo>
                  <a:lnTo>
                    <a:pt x="876" y="1432"/>
                  </a:lnTo>
                  <a:cubicBezTo>
                    <a:pt x="876" y="1431"/>
                    <a:pt x="876" y="1430"/>
                    <a:pt x="876" y="1429"/>
                  </a:cubicBezTo>
                  <a:lnTo>
                    <a:pt x="877" y="1425"/>
                  </a:lnTo>
                  <a:cubicBezTo>
                    <a:pt x="877" y="1424"/>
                    <a:pt x="878" y="1423"/>
                    <a:pt x="879" y="1422"/>
                  </a:cubicBezTo>
                  <a:lnTo>
                    <a:pt x="881" y="1419"/>
                  </a:lnTo>
                  <a:cubicBezTo>
                    <a:pt x="882" y="1417"/>
                    <a:pt x="884" y="1416"/>
                    <a:pt x="886" y="1416"/>
                  </a:cubicBezTo>
                  <a:lnTo>
                    <a:pt x="892" y="1415"/>
                  </a:lnTo>
                  <a:lnTo>
                    <a:pt x="898" y="1415"/>
                  </a:lnTo>
                  <a:lnTo>
                    <a:pt x="915" y="1417"/>
                  </a:lnTo>
                  <a:lnTo>
                    <a:pt x="948" y="1429"/>
                  </a:lnTo>
                  <a:lnTo>
                    <a:pt x="951" y="1428"/>
                  </a:lnTo>
                  <a:lnTo>
                    <a:pt x="972" y="1412"/>
                  </a:lnTo>
                  <a:lnTo>
                    <a:pt x="971" y="1407"/>
                  </a:lnTo>
                  <a:lnTo>
                    <a:pt x="968" y="1404"/>
                  </a:lnTo>
                  <a:lnTo>
                    <a:pt x="956" y="1395"/>
                  </a:lnTo>
                  <a:cubicBezTo>
                    <a:pt x="956" y="1395"/>
                    <a:pt x="955" y="1395"/>
                    <a:pt x="955" y="1394"/>
                  </a:cubicBezTo>
                  <a:lnTo>
                    <a:pt x="949" y="1385"/>
                  </a:lnTo>
                  <a:cubicBezTo>
                    <a:pt x="948" y="1385"/>
                    <a:pt x="948" y="1384"/>
                    <a:pt x="948" y="1383"/>
                  </a:cubicBezTo>
                  <a:lnTo>
                    <a:pt x="947" y="1379"/>
                  </a:lnTo>
                  <a:lnTo>
                    <a:pt x="947" y="1373"/>
                  </a:lnTo>
                  <a:lnTo>
                    <a:pt x="948" y="1369"/>
                  </a:lnTo>
                  <a:cubicBezTo>
                    <a:pt x="948" y="1368"/>
                    <a:pt x="948" y="1368"/>
                    <a:pt x="949" y="1367"/>
                  </a:cubicBezTo>
                  <a:lnTo>
                    <a:pt x="951" y="1362"/>
                  </a:lnTo>
                  <a:lnTo>
                    <a:pt x="966" y="1338"/>
                  </a:lnTo>
                  <a:lnTo>
                    <a:pt x="969" y="1331"/>
                  </a:lnTo>
                  <a:lnTo>
                    <a:pt x="970" y="1326"/>
                  </a:lnTo>
                  <a:lnTo>
                    <a:pt x="970" y="1322"/>
                  </a:lnTo>
                  <a:cubicBezTo>
                    <a:pt x="970" y="1321"/>
                    <a:pt x="970" y="1320"/>
                    <a:pt x="970" y="1319"/>
                  </a:cubicBezTo>
                  <a:lnTo>
                    <a:pt x="973" y="1314"/>
                  </a:lnTo>
                  <a:cubicBezTo>
                    <a:pt x="973" y="1313"/>
                    <a:pt x="975" y="1311"/>
                    <a:pt x="977" y="1310"/>
                  </a:cubicBezTo>
                  <a:lnTo>
                    <a:pt x="984" y="1308"/>
                  </a:lnTo>
                  <a:cubicBezTo>
                    <a:pt x="985" y="1307"/>
                    <a:pt x="986" y="1307"/>
                    <a:pt x="987" y="1307"/>
                  </a:cubicBezTo>
                  <a:lnTo>
                    <a:pt x="992" y="1307"/>
                  </a:lnTo>
                  <a:lnTo>
                    <a:pt x="998" y="1307"/>
                  </a:lnTo>
                  <a:lnTo>
                    <a:pt x="1012" y="1310"/>
                  </a:lnTo>
                  <a:lnTo>
                    <a:pt x="1021" y="1307"/>
                  </a:lnTo>
                  <a:lnTo>
                    <a:pt x="1029" y="1303"/>
                  </a:lnTo>
                  <a:cubicBezTo>
                    <a:pt x="1030" y="1303"/>
                    <a:pt x="1030" y="1303"/>
                    <a:pt x="1031" y="1303"/>
                  </a:cubicBezTo>
                  <a:lnTo>
                    <a:pt x="1044" y="1301"/>
                  </a:lnTo>
                  <a:lnTo>
                    <a:pt x="1046" y="1299"/>
                  </a:lnTo>
                  <a:lnTo>
                    <a:pt x="1057" y="1286"/>
                  </a:lnTo>
                  <a:lnTo>
                    <a:pt x="1058" y="1284"/>
                  </a:lnTo>
                  <a:lnTo>
                    <a:pt x="1057" y="1284"/>
                  </a:lnTo>
                  <a:lnTo>
                    <a:pt x="1055" y="1281"/>
                  </a:lnTo>
                  <a:cubicBezTo>
                    <a:pt x="1053" y="1281"/>
                    <a:pt x="1053" y="1279"/>
                    <a:pt x="1052" y="1278"/>
                  </a:cubicBezTo>
                  <a:lnTo>
                    <a:pt x="1049" y="1272"/>
                  </a:lnTo>
                  <a:cubicBezTo>
                    <a:pt x="1048" y="1269"/>
                    <a:pt x="1048" y="1267"/>
                    <a:pt x="1050" y="1265"/>
                  </a:cubicBezTo>
                  <a:lnTo>
                    <a:pt x="1062" y="1243"/>
                  </a:lnTo>
                  <a:lnTo>
                    <a:pt x="1067" y="1237"/>
                  </a:lnTo>
                  <a:cubicBezTo>
                    <a:pt x="1068" y="1236"/>
                    <a:pt x="1069" y="1235"/>
                    <a:pt x="1070" y="1235"/>
                  </a:cubicBezTo>
                  <a:lnTo>
                    <a:pt x="1076" y="1232"/>
                  </a:lnTo>
                  <a:lnTo>
                    <a:pt x="1084" y="1231"/>
                  </a:lnTo>
                  <a:lnTo>
                    <a:pt x="1100" y="1232"/>
                  </a:lnTo>
                  <a:lnTo>
                    <a:pt x="1108" y="1230"/>
                  </a:lnTo>
                  <a:lnTo>
                    <a:pt x="1125" y="1224"/>
                  </a:lnTo>
                  <a:lnTo>
                    <a:pt x="1129" y="1221"/>
                  </a:lnTo>
                  <a:lnTo>
                    <a:pt x="1129" y="1218"/>
                  </a:lnTo>
                  <a:lnTo>
                    <a:pt x="1128" y="1214"/>
                  </a:lnTo>
                  <a:lnTo>
                    <a:pt x="1127" y="1207"/>
                  </a:lnTo>
                  <a:cubicBezTo>
                    <a:pt x="1126" y="1206"/>
                    <a:pt x="1127" y="1204"/>
                    <a:pt x="1127" y="1203"/>
                  </a:cubicBezTo>
                  <a:lnTo>
                    <a:pt x="1130" y="1198"/>
                  </a:lnTo>
                  <a:cubicBezTo>
                    <a:pt x="1130" y="1197"/>
                    <a:pt x="1131" y="1196"/>
                    <a:pt x="1132" y="1195"/>
                  </a:cubicBezTo>
                  <a:lnTo>
                    <a:pt x="1143" y="1186"/>
                  </a:lnTo>
                  <a:lnTo>
                    <a:pt x="1158" y="1177"/>
                  </a:lnTo>
                  <a:cubicBezTo>
                    <a:pt x="1158" y="1177"/>
                    <a:pt x="1159" y="1176"/>
                    <a:pt x="1160" y="1176"/>
                  </a:cubicBezTo>
                  <a:lnTo>
                    <a:pt x="1165" y="1176"/>
                  </a:lnTo>
                  <a:cubicBezTo>
                    <a:pt x="1166" y="1175"/>
                    <a:pt x="1167" y="1175"/>
                    <a:pt x="1168" y="1176"/>
                  </a:cubicBezTo>
                  <a:lnTo>
                    <a:pt x="1172" y="1177"/>
                  </a:lnTo>
                  <a:lnTo>
                    <a:pt x="1182" y="1180"/>
                  </a:lnTo>
                  <a:lnTo>
                    <a:pt x="1185" y="1179"/>
                  </a:lnTo>
                  <a:lnTo>
                    <a:pt x="1210" y="1162"/>
                  </a:lnTo>
                  <a:lnTo>
                    <a:pt x="1216" y="1159"/>
                  </a:lnTo>
                  <a:cubicBezTo>
                    <a:pt x="1217" y="1159"/>
                    <a:pt x="1218" y="1159"/>
                    <a:pt x="1219" y="1159"/>
                  </a:cubicBezTo>
                  <a:lnTo>
                    <a:pt x="1224" y="1159"/>
                  </a:lnTo>
                  <a:cubicBezTo>
                    <a:pt x="1225" y="1159"/>
                    <a:pt x="1226" y="1159"/>
                    <a:pt x="1227" y="1159"/>
                  </a:cubicBezTo>
                  <a:lnTo>
                    <a:pt x="1237" y="1162"/>
                  </a:lnTo>
                  <a:lnTo>
                    <a:pt x="1251" y="1159"/>
                  </a:lnTo>
                  <a:lnTo>
                    <a:pt x="1257" y="1159"/>
                  </a:lnTo>
                  <a:lnTo>
                    <a:pt x="1267" y="1160"/>
                  </a:lnTo>
                  <a:lnTo>
                    <a:pt x="1270" y="1160"/>
                  </a:lnTo>
                  <a:lnTo>
                    <a:pt x="1285" y="1153"/>
                  </a:lnTo>
                  <a:lnTo>
                    <a:pt x="1291" y="1152"/>
                  </a:lnTo>
                  <a:lnTo>
                    <a:pt x="1298" y="1151"/>
                  </a:lnTo>
                  <a:lnTo>
                    <a:pt x="1304" y="1152"/>
                  </a:lnTo>
                  <a:lnTo>
                    <a:pt x="1323" y="1159"/>
                  </a:lnTo>
                  <a:lnTo>
                    <a:pt x="1325" y="1156"/>
                  </a:lnTo>
                  <a:lnTo>
                    <a:pt x="1325" y="1148"/>
                  </a:lnTo>
                  <a:lnTo>
                    <a:pt x="1326" y="1128"/>
                  </a:lnTo>
                  <a:lnTo>
                    <a:pt x="1324" y="1121"/>
                  </a:lnTo>
                  <a:lnTo>
                    <a:pt x="1311" y="1104"/>
                  </a:lnTo>
                  <a:cubicBezTo>
                    <a:pt x="1310" y="1103"/>
                    <a:pt x="1310" y="1103"/>
                    <a:pt x="1310" y="1102"/>
                  </a:cubicBezTo>
                  <a:lnTo>
                    <a:pt x="1308" y="1096"/>
                  </a:lnTo>
                  <a:cubicBezTo>
                    <a:pt x="1307" y="1095"/>
                    <a:pt x="1307" y="1094"/>
                    <a:pt x="1307" y="1093"/>
                  </a:cubicBezTo>
                  <a:lnTo>
                    <a:pt x="1307" y="1078"/>
                  </a:lnTo>
                  <a:lnTo>
                    <a:pt x="1306" y="1072"/>
                  </a:lnTo>
                  <a:lnTo>
                    <a:pt x="1302" y="1070"/>
                  </a:lnTo>
                  <a:lnTo>
                    <a:pt x="1281" y="1074"/>
                  </a:lnTo>
                  <a:cubicBezTo>
                    <a:pt x="1280" y="1074"/>
                    <a:pt x="1279" y="1074"/>
                    <a:pt x="1278" y="1074"/>
                  </a:cubicBezTo>
                  <a:lnTo>
                    <a:pt x="1266" y="1072"/>
                  </a:lnTo>
                  <a:lnTo>
                    <a:pt x="1260" y="1069"/>
                  </a:lnTo>
                  <a:cubicBezTo>
                    <a:pt x="1258" y="1068"/>
                    <a:pt x="1256" y="1067"/>
                    <a:pt x="1256" y="1064"/>
                  </a:cubicBezTo>
                  <a:lnTo>
                    <a:pt x="1253" y="1057"/>
                  </a:lnTo>
                  <a:cubicBezTo>
                    <a:pt x="1253" y="1056"/>
                    <a:pt x="1253" y="1055"/>
                    <a:pt x="1253" y="1055"/>
                  </a:cubicBezTo>
                  <a:lnTo>
                    <a:pt x="1253" y="1043"/>
                  </a:lnTo>
                  <a:lnTo>
                    <a:pt x="1263" y="990"/>
                  </a:lnTo>
                  <a:cubicBezTo>
                    <a:pt x="1264" y="989"/>
                    <a:pt x="1264" y="988"/>
                    <a:pt x="1265" y="987"/>
                  </a:cubicBezTo>
                  <a:lnTo>
                    <a:pt x="1277" y="974"/>
                  </a:lnTo>
                  <a:cubicBezTo>
                    <a:pt x="1280" y="971"/>
                    <a:pt x="1284" y="970"/>
                    <a:pt x="1288" y="973"/>
                  </a:cubicBezTo>
                  <a:lnTo>
                    <a:pt x="1295" y="979"/>
                  </a:lnTo>
                  <a:lnTo>
                    <a:pt x="1299" y="980"/>
                  </a:lnTo>
                  <a:lnTo>
                    <a:pt x="1305" y="981"/>
                  </a:lnTo>
                  <a:lnTo>
                    <a:pt x="1315" y="980"/>
                  </a:lnTo>
                  <a:cubicBezTo>
                    <a:pt x="1316" y="980"/>
                    <a:pt x="1317" y="980"/>
                    <a:pt x="1317" y="980"/>
                  </a:cubicBezTo>
                  <a:lnTo>
                    <a:pt x="1330" y="983"/>
                  </a:lnTo>
                  <a:cubicBezTo>
                    <a:pt x="1330" y="983"/>
                    <a:pt x="1331" y="984"/>
                    <a:pt x="1332" y="984"/>
                  </a:cubicBezTo>
                  <a:lnTo>
                    <a:pt x="1339" y="988"/>
                  </a:lnTo>
                  <a:cubicBezTo>
                    <a:pt x="1340" y="988"/>
                    <a:pt x="1340" y="989"/>
                    <a:pt x="1341" y="990"/>
                  </a:cubicBezTo>
                  <a:lnTo>
                    <a:pt x="1345" y="994"/>
                  </a:lnTo>
                  <a:cubicBezTo>
                    <a:pt x="1346" y="995"/>
                    <a:pt x="1346" y="996"/>
                    <a:pt x="1346" y="997"/>
                  </a:cubicBezTo>
                  <a:lnTo>
                    <a:pt x="1351" y="1010"/>
                  </a:lnTo>
                  <a:lnTo>
                    <a:pt x="1380" y="1021"/>
                  </a:lnTo>
                  <a:lnTo>
                    <a:pt x="1382" y="1021"/>
                  </a:lnTo>
                  <a:lnTo>
                    <a:pt x="1385" y="1020"/>
                  </a:lnTo>
                  <a:lnTo>
                    <a:pt x="1390" y="1013"/>
                  </a:lnTo>
                  <a:lnTo>
                    <a:pt x="1394" y="1003"/>
                  </a:lnTo>
                  <a:lnTo>
                    <a:pt x="1394" y="999"/>
                  </a:lnTo>
                  <a:cubicBezTo>
                    <a:pt x="1395" y="998"/>
                    <a:pt x="1395" y="997"/>
                    <a:pt x="1395" y="996"/>
                  </a:cubicBezTo>
                  <a:lnTo>
                    <a:pt x="1398" y="992"/>
                  </a:lnTo>
                  <a:cubicBezTo>
                    <a:pt x="1399" y="991"/>
                    <a:pt x="1400" y="990"/>
                    <a:pt x="1401" y="989"/>
                  </a:cubicBezTo>
                  <a:lnTo>
                    <a:pt x="1406" y="987"/>
                  </a:lnTo>
                  <a:cubicBezTo>
                    <a:pt x="1407" y="986"/>
                    <a:pt x="1408" y="986"/>
                    <a:pt x="1410" y="986"/>
                  </a:cubicBezTo>
                  <a:lnTo>
                    <a:pt x="1423" y="986"/>
                  </a:lnTo>
                  <a:lnTo>
                    <a:pt x="1426" y="986"/>
                  </a:lnTo>
                  <a:lnTo>
                    <a:pt x="1444" y="975"/>
                  </a:lnTo>
                  <a:cubicBezTo>
                    <a:pt x="1445" y="974"/>
                    <a:pt x="1446" y="974"/>
                    <a:pt x="1447" y="974"/>
                  </a:cubicBezTo>
                  <a:lnTo>
                    <a:pt x="1460" y="972"/>
                  </a:lnTo>
                  <a:lnTo>
                    <a:pt x="1478" y="961"/>
                  </a:lnTo>
                  <a:cubicBezTo>
                    <a:pt x="1479" y="961"/>
                    <a:pt x="1480" y="961"/>
                    <a:pt x="1481" y="961"/>
                  </a:cubicBezTo>
                  <a:lnTo>
                    <a:pt x="1485" y="960"/>
                  </a:lnTo>
                  <a:lnTo>
                    <a:pt x="1496" y="960"/>
                  </a:lnTo>
                  <a:lnTo>
                    <a:pt x="1497" y="960"/>
                  </a:lnTo>
                  <a:lnTo>
                    <a:pt x="1500" y="958"/>
                  </a:lnTo>
                  <a:lnTo>
                    <a:pt x="1508" y="951"/>
                  </a:lnTo>
                  <a:lnTo>
                    <a:pt x="1513" y="949"/>
                  </a:lnTo>
                  <a:cubicBezTo>
                    <a:pt x="1515" y="948"/>
                    <a:pt x="1516" y="948"/>
                    <a:pt x="1518" y="948"/>
                  </a:cubicBezTo>
                  <a:lnTo>
                    <a:pt x="1536" y="951"/>
                  </a:lnTo>
                  <a:cubicBezTo>
                    <a:pt x="1537" y="951"/>
                    <a:pt x="1537" y="951"/>
                    <a:pt x="1538" y="952"/>
                  </a:cubicBezTo>
                  <a:lnTo>
                    <a:pt x="1556" y="962"/>
                  </a:lnTo>
                  <a:lnTo>
                    <a:pt x="1570" y="966"/>
                  </a:lnTo>
                  <a:lnTo>
                    <a:pt x="1578" y="963"/>
                  </a:lnTo>
                  <a:lnTo>
                    <a:pt x="1576" y="960"/>
                  </a:lnTo>
                  <a:cubicBezTo>
                    <a:pt x="1574" y="958"/>
                    <a:pt x="1574" y="955"/>
                    <a:pt x="1575" y="953"/>
                  </a:cubicBezTo>
                  <a:lnTo>
                    <a:pt x="1578" y="947"/>
                  </a:lnTo>
                  <a:cubicBezTo>
                    <a:pt x="1579" y="945"/>
                    <a:pt x="1580" y="943"/>
                    <a:pt x="1582" y="942"/>
                  </a:cubicBezTo>
                  <a:lnTo>
                    <a:pt x="1586" y="941"/>
                  </a:lnTo>
                  <a:cubicBezTo>
                    <a:pt x="1587" y="940"/>
                    <a:pt x="1588" y="940"/>
                    <a:pt x="1589" y="940"/>
                  </a:cubicBezTo>
                  <a:lnTo>
                    <a:pt x="1601" y="940"/>
                  </a:lnTo>
                  <a:lnTo>
                    <a:pt x="1606" y="935"/>
                  </a:lnTo>
                  <a:lnTo>
                    <a:pt x="1614" y="921"/>
                  </a:lnTo>
                  <a:cubicBezTo>
                    <a:pt x="1615" y="920"/>
                    <a:pt x="1615" y="920"/>
                    <a:pt x="1616" y="919"/>
                  </a:cubicBezTo>
                  <a:lnTo>
                    <a:pt x="1622" y="913"/>
                  </a:lnTo>
                  <a:cubicBezTo>
                    <a:pt x="1623" y="913"/>
                    <a:pt x="1623" y="912"/>
                    <a:pt x="1624" y="912"/>
                  </a:cubicBezTo>
                  <a:lnTo>
                    <a:pt x="1642" y="903"/>
                  </a:lnTo>
                  <a:lnTo>
                    <a:pt x="1661" y="898"/>
                  </a:lnTo>
                  <a:cubicBezTo>
                    <a:pt x="1663" y="898"/>
                    <a:pt x="1664" y="898"/>
                    <a:pt x="1666" y="899"/>
                  </a:cubicBezTo>
                  <a:lnTo>
                    <a:pt x="1670" y="900"/>
                  </a:lnTo>
                  <a:cubicBezTo>
                    <a:pt x="1671" y="901"/>
                    <a:pt x="1672" y="902"/>
                    <a:pt x="1673" y="903"/>
                  </a:cubicBezTo>
                  <a:lnTo>
                    <a:pt x="1675" y="904"/>
                  </a:lnTo>
                  <a:lnTo>
                    <a:pt x="1682" y="892"/>
                  </a:lnTo>
                  <a:cubicBezTo>
                    <a:pt x="1682" y="891"/>
                    <a:pt x="1683" y="890"/>
                    <a:pt x="1683" y="889"/>
                  </a:cubicBezTo>
                  <a:lnTo>
                    <a:pt x="1694" y="880"/>
                  </a:lnTo>
                  <a:lnTo>
                    <a:pt x="1694" y="874"/>
                  </a:lnTo>
                  <a:lnTo>
                    <a:pt x="1689" y="862"/>
                  </a:lnTo>
                  <a:lnTo>
                    <a:pt x="1686" y="839"/>
                  </a:lnTo>
                  <a:cubicBezTo>
                    <a:pt x="1686" y="838"/>
                    <a:pt x="1687" y="836"/>
                    <a:pt x="1687" y="834"/>
                  </a:cubicBezTo>
                  <a:lnTo>
                    <a:pt x="1690" y="830"/>
                  </a:lnTo>
                </a:path>
              </a:pathLst>
            </a:custGeom>
            <a:solidFill>
              <a:schemeClr val="accent6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xmlns="" id="{A155531A-8ADC-4BFB-84AC-9ECDEC1A5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8714" y="4050182"/>
              <a:ext cx="1084959" cy="896637"/>
            </a:xfrm>
            <a:custGeom>
              <a:avLst/>
              <a:gdLst>
                <a:gd name="T0" fmla="*/ 1530 w 1704"/>
                <a:gd name="T1" fmla="*/ 694 h 1407"/>
                <a:gd name="T2" fmla="*/ 1366 w 1704"/>
                <a:gd name="T3" fmla="*/ 616 h 1407"/>
                <a:gd name="T4" fmla="*/ 1295 w 1704"/>
                <a:gd name="T5" fmla="*/ 526 h 1407"/>
                <a:gd name="T6" fmla="*/ 1292 w 1704"/>
                <a:gd name="T7" fmla="*/ 449 h 1407"/>
                <a:gd name="T8" fmla="*/ 1330 w 1704"/>
                <a:gd name="T9" fmla="*/ 308 h 1407"/>
                <a:gd name="T10" fmla="*/ 1358 w 1704"/>
                <a:gd name="T11" fmla="*/ 218 h 1407"/>
                <a:gd name="T12" fmla="*/ 1252 w 1704"/>
                <a:gd name="T13" fmla="*/ 162 h 1407"/>
                <a:gd name="T14" fmla="*/ 1179 w 1704"/>
                <a:gd name="T15" fmla="*/ 43 h 1407"/>
                <a:gd name="T16" fmla="*/ 1129 w 1704"/>
                <a:gd name="T17" fmla="*/ 12 h 1407"/>
                <a:gd name="T18" fmla="*/ 1055 w 1704"/>
                <a:gd name="T19" fmla="*/ 29 h 1407"/>
                <a:gd name="T20" fmla="*/ 987 w 1704"/>
                <a:gd name="T21" fmla="*/ 54 h 1407"/>
                <a:gd name="T22" fmla="*/ 1043 w 1704"/>
                <a:gd name="T23" fmla="*/ 106 h 1407"/>
                <a:gd name="T24" fmla="*/ 1015 w 1704"/>
                <a:gd name="T25" fmla="*/ 177 h 1407"/>
                <a:gd name="T26" fmla="*/ 912 w 1704"/>
                <a:gd name="T27" fmla="*/ 203 h 1407"/>
                <a:gd name="T28" fmla="*/ 863 w 1704"/>
                <a:gd name="T29" fmla="*/ 234 h 1407"/>
                <a:gd name="T30" fmla="*/ 788 w 1704"/>
                <a:gd name="T31" fmla="*/ 283 h 1407"/>
                <a:gd name="T32" fmla="*/ 710 w 1704"/>
                <a:gd name="T33" fmla="*/ 333 h 1407"/>
                <a:gd name="T34" fmla="*/ 705 w 1704"/>
                <a:gd name="T35" fmla="*/ 430 h 1407"/>
                <a:gd name="T36" fmla="*/ 621 w 1704"/>
                <a:gd name="T37" fmla="*/ 459 h 1407"/>
                <a:gd name="T38" fmla="*/ 593 w 1704"/>
                <a:gd name="T39" fmla="*/ 484 h 1407"/>
                <a:gd name="T40" fmla="*/ 690 w 1704"/>
                <a:gd name="T41" fmla="*/ 541 h 1407"/>
                <a:gd name="T42" fmla="*/ 720 w 1704"/>
                <a:gd name="T43" fmla="*/ 611 h 1407"/>
                <a:gd name="T44" fmla="*/ 687 w 1704"/>
                <a:gd name="T45" fmla="*/ 671 h 1407"/>
                <a:gd name="T46" fmla="*/ 601 w 1704"/>
                <a:gd name="T47" fmla="*/ 694 h 1407"/>
                <a:gd name="T48" fmla="*/ 503 w 1704"/>
                <a:gd name="T49" fmla="*/ 624 h 1407"/>
                <a:gd name="T50" fmla="*/ 444 w 1704"/>
                <a:gd name="T51" fmla="*/ 581 h 1407"/>
                <a:gd name="T52" fmla="*/ 314 w 1704"/>
                <a:gd name="T53" fmla="*/ 603 h 1407"/>
                <a:gd name="T54" fmla="*/ 241 w 1704"/>
                <a:gd name="T55" fmla="*/ 555 h 1407"/>
                <a:gd name="T56" fmla="*/ 224 w 1704"/>
                <a:gd name="T57" fmla="*/ 621 h 1407"/>
                <a:gd name="T58" fmla="*/ 265 w 1704"/>
                <a:gd name="T59" fmla="*/ 709 h 1407"/>
                <a:gd name="T60" fmla="*/ 290 w 1704"/>
                <a:gd name="T61" fmla="*/ 789 h 1407"/>
                <a:gd name="T62" fmla="*/ 201 w 1704"/>
                <a:gd name="T63" fmla="*/ 880 h 1407"/>
                <a:gd name="T64" fmla="*/ 172 w 1704"/>
                <a:gd name="T65" fmla="*/ 990 h 1407"/>
                <a:gd name="T66" fmla="*/ 109 w 1704"/>
                <a:gd name="T67" fmla="*/ 1033 h 1407"/>
                <a:gd name="T68" fmla="*/ 78 w 1704"/>
                <a:gd name="T69" fmla="*/ 1080 h 1407"/>
                <a:gd name="T70" fmla="*/ 0 w 1704"/>
                <a:gd name="T71" fmla="*/ 1128 h 1407"/>
                <a:gd name="T72" fmla="*/ 264 w 1704"/>
                <a:gd name="T73" fmla="*/ 1207 h 1407"/>
                <a:gd name="T74" fmla="*/ 214 w 1704"/>
                <a:gd name="T75" fmla="*/ 1056 h 1407"/>
                <a:gd name="T76" fmla="*/ 288 w 1704"/>
                <a:gd name="T77" fmla="*/ 1181 h 1407"/>
                <a:gd name="T78" fmla="*/ 389 w 1704"/>
                <a:gd name="T79" fmla="*/ 1160 h 1407"/>
                <a:gd name="T80" fmla="*/ 379 w 1704"/>
                <a:gd name="T81" fmla="*/ 1072 h 1407"/>
                <a:gd name="T82" fmla="*/ 444 w 1704"/>
                <a:gd name="T83" fmla="*/ 1119 h 1407"/>
                <a:gd name="T84" fmla="*/ 446 w 1704"/>
                <a:gd name="T85" fmla="*/ 1178 h 1407"/>
                <a:gd name="T86" fmla="*/ 536 w 1704"/>
                <a:gd name="T87" fmla="*/ 1203 h 1407"/>
                <a:gd name="T88" fmla="*/ 577 w 1704"/>
                <a:gd name="T89" fmla="*/ 1302 h 1407"/>
                <a:gd name="T90" fmla="*/ 663 w 1704"/>
                <a:gd name="T91" fmla="*/ 1319 h 1407"/>
                <a:gd name="T92" fmla="*/ 736 w 1704"/>
                <a:gd name="T93" fmla="*/ 1346 h 1407"/>
                <a:gd name="T94" fmla="*/ 782 w 1704"/>
                <a:gd name="T95" fmla="*/ 1383 h 1407"/>
                <a:gd name="T96" fmla="*/ 806 w 1704"/>
                <a:gd name="T97" fmla="*/ 1383 h 1407"/>
                <a:gd name="T98" fmla="*/ 882 w 1704"/>
                <a:gd name="T99" fmla="*/ 1372 h 1407"/>
                <a:gd name="T100" fmla="*/ 961 w 1704"/>
                <a:gd name="T101" fmla="*/ 1359 h 1407"/>
                <a:gd name="T102" fmla="*/ 1042 w 1704"/>
                <a:gd name="T103" fmla="*/ 1369 h 1407"/>
                <a:gd name="T104" fmla="*/ 1113 w 1704"/>
                <a:gd name="T105" fmla="*/ 1331 h 1407"/>
                <a:gd name="T106" fmla="*/ 1177 w 1704"/>
                <a:gd name="T107" fmla="*/ 1327 h 1407"/>
                <a:gd name="T108" fmla="*/ 1164 w 1704"/>
                <a:gd name="T109" fmla="*/ 1273 h 1407"/>
                <a:gd name="T110" fmla="*/ 1199 w 1704"/>
                <a:gd name="T111" fmla="*/ 1216 h 1407"/>
                <a:gd name="T112" fmla="*/ 1289 w 1704"/>
                <a:gd name="T113" fmla="*/ 1154 h 1407"/>
                <a:gd name="T114" fmla="*/ 1341 w 1704"/>
                <a:gd name="T115" fmla="*/ 1085 h 1407"/>
                <a:gd name="T116" fmla="*/ 1427 w 1704"/>
                <a:gd name="T117" fmla="*/ 1017 h 1407"/>
                <a:gd name="T118" fmla="*/ 1496 w 1704"/>
                <a:gd name="T119" fmla="*/ 965 h 1407"/>
                <a:gd name="T120" fmla="*/ 1573 w 1704"/>
                <a:gd name="T121" fmla="*/ 929 h 1407"/>
                <a:gd name="T122" fmla="*/ 1599 w 1704"/>
                <a:gd name="T123" fmla="*/ 885 h 1407"/>
                <a:gd name="T124" fmla="*/ 1692 w 1704"/>
                <a:gd name="T125" fmla="*/ 734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04" h="1407">
                  <a:moveTo>
                    <a:pt x="1687" y="692"/>
                  </a:moveTo>
                  <a:cubicBezTo>
                    <a:pt x="1686" y="691"/>
                    <a:pt x="1686" y="691"/>
                    <a:pt x="1686" y="690"/>
                  </a:cubicBezTo>
                  <a:lnTo>
                    <a:pt x="1679" y="677"/>
                  </a:lnTo>
                  <a:cubicBezTo>
                    <a:pt x="1679" y="675"/>
                    <a:pt x="1678" y="673"/>
                    <a:pt x="1679" y="671"/>
                  </a:cubicBezTo>
                  <a:lnTo>
                    <a:pt x="1683" y="657"/>
                  </a:lnTo>
                  <a:lnTo>
                    <a:pt x="1680" y="657"/>
                  </a:lnTo>
                  <a:lnTo>
                    <a:pt x="1662" y="668"/>
                  </a:lnTo>
                  <a:cubicBezTo>
                    <a:pt x="1661" y="669"/>
                    <a:pt x="1660" y="669"/>
                    <a:pt x="1658" y="670"/>
                  </a:cubicBezTo>
                  <a:lnTo>
                    <a:pt x="1644" y="671"/>
                  </a:lnTo>
                  <a:lnTo>
                    <a:pt x="1559" y="695"/>
                  </a:lnTo>
                  <a:cubicBezTo>
                    <a:pt x="1558" y="696"/>
                    <a:pt x="1557" y="696"/>
                    <a:pt x="1556" y="696"/>
                  </a:cubicBezTo>
                  <a:lnTo>
                    <a:pt x="1536" y="695"/>
                  </a:lnTo>
                  <a:lnTo>
                    <a:pt x="1530" y="694"/>
                  </a:lnTo>
                  <a:cubicBezTo>
                    <a:pt x="1528" y="694"/>
                    <a:pt x="1527" y="693"/>
                    <a:pt x="1526" y="692"/>
                  </a:cubicBezTo>
                  <a:lnTo>
                    <a:pt x="1521" y="687"/>
                  </a:lnTo>
                  <a:cubicBezTo>
                    <a:pt x="1521" y="687"/>
                    <a:pt x="1520" y="686"/>
                    <a:pt x="1520" y="685"/>
                  </a:cubicBezTo>
                  <a:lnTo>
                    <a:pt x="1516" y="677"/>
                  </a:lnTo>
                  <a:lnTo>
                    <a:pt x="1511" y="676"/>
                  </a:lnTo>
                  <a:lnTo>
                    <a:pt x="1500" y="674"/>
                  </a:lnTo>
                  <a:lnTo>
                    <a:pt x="1489" y="669"/>
                  </a:lnTo>
                  <a:lnTo>
                    <a:pt x="1435" y="636"/>
                  </a:lnTo>
                  <a:lnTo>
                    <a:pt x="1416" y="630"/>
                  </a:lnTo>
                  <a:lnTo>
                    <a:pt x="1383" y="613"/>
                  </a:lnTo>
                  <a:lnTo>
                    <a:pt x="1377" y="613"/>
                  </a:lnTo>
                  <a:lnTo>
                    <a:pt x="1373" y="615"/>
                  </a:lnTo>
                  <a:lnTo>
                    <a:pt x="1366" y="616"/>
                  </a:lnTo>
                  <a:cubicBezTo>
                    <a:pt x="1365" y="616"/>
                    <a:pt x="1363" y="616"/>
                    <a:pt x="1362" y="616"/>
                  </a:cubicBezTo>
                  <a:lnTo>
                    <a:pt x="1355" y="613"/>
                  </a:lnTo>
                  <a:cubicBezTo>
                    <a:pt x="1354" y="612"/>
                    <a:pt x="1353" y="612"/>
                    <a:pt x="1352" y="611"/>
                  </a:cubicBezTo>
                  <a:lnTo>
                    <a:pt x="1347" y="605"/>
                  </a:lnTo>
                  <a:cubicBezTo>
                    <a:pt x="1347" y="605"/>
                    <a:pt x="1346" y="604"/>
                    <a:pt x="1346" y="603"/>
                  </a:cubicBezTo>
                  <a:lnTo>
                    <a:pt x="1340" y="585"/>
                  </a:lnTo>
                  <a:lnTo>
                    <a:pt x="1336" y="581"/>
                  </a:lnTo>
                  <a:lnTo>
                    <a:pt x="1327" y="575"/>
                  </a:lnTo>
                  <a:lnTo>
                    <a:pt x="1322" y="569"/>
                  </a:lnTo>
                  <a:cubicBezTo>
                    <a:pt x="1321" y="569"/>
                    <a:pt x="1321" y="568"/>
                    <a:pt x="1320" y="567"/>
                  </a:cubicBezTo>
                  <a:lnTo>
                    <a:pt x="1318" y="562"/>
                  </a:lnTo>
                  <a:lnTo>
                    <a:pt x="1308" y="541"/>
                  </a:lnTo>
                  <a:lnTo>
                    <a:pt x="1295" y="526"/>
                  </a:lnTo>
                  <a:cubicBezTo>
                    <a:pt x="1295" y="525"/>
                    <a:pt x="1294" y="524"/>
                    <a:pt x="1294" y="524"/>
                  </a:cubicBezTo>
                  <a:lnTo>
                    <a:pt x="1292" y="517"/>
                  </a:lnTo>
                  <a:cubicBezTo>
                    <a:pt x="1292" y="516"/>
                    <a:pt x="1292" y="516"/>
                    <a:pt x="1292" y="515"/>
                  </a:cubicBezTo>
                  <a:lnTo>
                    <a:pt x="1292" y="511"/>
                  </a:lnTo>
                  <a:cubicBezTo>
                    <a:pt x="1292" y="511"/>
                    <a:pt x="1292" y="510"/>
                    <a:pt x="1293" y="509"/>
                  </a:cubicBezTo>
                  <a:lnTo>
                    <a:pt x="1294" y="505"/>
                  </a:lnTo>
                  <a:lnTo>
                    <a:pt x="1298" y="484"/>
                  </a:lnTo>
                  <a:cubicBezTo>
                    <a:pt x="1298" y="483"/>
                    <a:pt x="1298" y="482"/>
                    <a:pt x="1299" y="482"/>
                  </a:cubicBezTo>
                  <a:lnTo>
                    <a:pt x="1302" y="476"/>
                  </a:lnTo>
                  <a:cubicBezTo>
                    <a:pt x="1303" y="474"/>
                    <a:pt x="1304" y="473"/>
                    <a:pt x="1305" y="473"/>
                  </a:cubicBezTo>
                  <a:lnTo>
                    <a:pt x="1312" y="469"/>
                  </a:lnTo>
                  <a:lnTo>
                    <a:pt x="1308" y="466"/>
                  </a:lnTo>
                  <a:lnTo>
                    <a:pt x="1292" y="449"/>
                  </a:lnTo>
                  <a:lnTo>
                    <a:pt x="1279" y="428"/>
                  </a:lnTo>
                  <a:cubicBezTo>
                    <a:pt x="1279" y="427"/>
                    <a:pt x="1279" y="426"/>
                    <a:pt x="1278" y="425"/>
                  </a:cubicBezTo>
                  <a:lnTo>
                    <a:pt x="1277" y="403"/>
                  </a:lnTo>
                  <a:cubicBezTo>
                    <a:pt x="1277" y="401"/>
                    <a:pt x="1277" y="400"/>
                    <a:pt x="1278" y="398"/>
                  </a:cubicBezTo>
                  <a:lnTo>
                    <a:pt x="1283" y="389"/>
                  </a:lnTo>
                  <a:cubicBezTo>
                    <a:pt x="1284" y="388"/>
                    <a:pt x="1285" y="387"/>
                    <a:pt x="1285" y="387"/>
                  </a:cubicBezTo>
                  <a:lnTo>
                    <a:pt x="1309" y="368"/>
                  </a:lnTo>
                  <a:lnTo>
                    <a:pt x="1326" y="340"/>
                  </a:lnTo>
                  <a:cubicBezTo>
                    <a:pt x="1326" y="339"/>
                    <a:pt x="1327" y="338"/>
                    <a:pt x="1328" y="338"/>
                  </a:cubicBezTo>
                  <a:lnTo>
                    <a:pt x="1330" y="336"/>
                  </a:lnTo>
                  <a:lnTo>
                    <a:pt x="1327" y="327"/>
                  </a:lnTo>
                  <a:cubicBezTo>
                    <a:pt x="1326" y="325"/>
                    <a:pt x="1326" y="323"/>
                    <a:pt x="1326" y="322"/>
                  </a:cubicBezTo>
                  <a:lnTo>
                    <a:pt x="1330" y="308"/>
                  </a:lnTo>
                  <a:cubicBezTo>
                    <a:pt x="1330" y="307"/>
                    <a:pt x="1331" y="306"/>
                    <a:pt x="1331" y="305"/>
                  </a:cubicBezTo>
                  <a:lnTo>
                    <a:pt x="1341" y="293"/>
                  </a:lnTo>
                  <a:cubicBezTo>
                    <a:pt x="1341" y="293"/>
                    <a:pt x="1342" y="292"/>
                    <a:pt x="1343" y="291"/>
                  </a:cubicBezTo>
                  <a:lnTo>
                    <a:pt x="1354" y="285"/>
                  </a:lnTo>
                  <a:cubicBezTo>
                    <a:pt x="1355" y="284"/>
                    <a:pt x="1357" y="284"/>
                    <a:pt x="1358" y="284"/>
                  </a:cubicBezTo>
                  <a:lnTo>
                    <a:pt x="1367" y="284"/>
                  </a:lnTo>
                  <a:cubicBezTo>
                    <a:pt x="1368" y="284"/>
                    <a:pt x="1369" y="284"/>
                    <a:pt x="1370" y="284"/>
                  </a:cubicBezTo>
                  <a:lnTo>
                    <a:pt x="1382" y="288"/>
                  </a:lnTo>
                  <a:lnTo>
                    <a:pt x="1369" y="263"/>
                  </a:lnTo>
                  <a:lnTo>
                    <a:pt x="1367" y="256"/>
                  </a:lnTo>
                  <a:lnTo>
                    <a:pt x="1364" y="238"/>
                  </a:lnTo>
                  <a:lnTo>
                    <a:pt x="1358" y="224"/>
                  </a:lnTo>
                  <a:cubicBezTo>
                    <a:pt x="1358" y="222"/>
                    <a:pt x="1358" y="220"/>
                    <a:pt x="1358" y="218"/>
                  </a:cubicBezTo>
                  <a:lnTo>
                    <a:pt x="1361" y="207"/>
                  </a:lnTo>
                  <a:cubicBezTo>
                    <a:pt x="1361" y="207"/>
                    <a:pt x="1361" y="206"/>
                    <a:pt x="1362" y="205"/>
                  </a:cubicBezTo>
                  <a:lnTo>
                    <a:pt x="1362" y="205"/>
                  </a:lnTo>
                  <a:cubicBezTo>
                    <a:pt x="1362" y="205"/>
                    <a:pt x="1362" y="203"/>
                    <a:pt x="1362" y="202"/>
                  </a:cubicBezTo>
                  <a:lnTo>
                    <a:pt x="1360" y="198"/>
                  </a:lnTo>
                  <a:lnTo>
                    <a:pt x="1354" y="191"/>
                  </a:lnTo>
                  <a:lnTo>
                    <a:pt x="1331" y="181"/>
                  </a:lnTo>
                  <a:lnTo>
                    <a:pt x="1325" y="181"/>
                  </a:lnTo>
                  <a:lnTo>
                    <a:pt x="1302" y="186"/>
                  </a:lnTo>
                  <a:cubicBezTo>
                    <a:pt x="1300" y="186"/>
                    <a:pt x="1299" y="186"/>
                    <a:pt x="1298" y="186"/>
                  </a:cubicBezTo>
                  <a:lnTo>
                    <a:pt x="1289" y="183"/>
                  </a:lnTo>
                  <a:cubicBezTo>
                    <a:pt x="1288" y="183"/>
                    <a:pt x="1287" y="183"/>
                    <a:pt x="1287" y="182"/>
                  </a:cubicBezTo>
                  <a:lnTo>
                    <a:pt x="1252" y="162"/>
                  </a:lnTo>
                  <a:lnTo>
                    <a:pt x="1235" y="147"/>
                  </a:lnTo>
                  <a:cubicBezTo>
                    <a:pt x="1234" y="147"/>
                    <a:pt x="1234" y="146"/>
                    <a:pt x="1233" y="145"/>
                  </a:cubicBezTo>
                  <a:lnTo>
                    <a:pt x="1224" y="131"/>
                  </a:lnTo>
                  <a:cubicBezTo>
                    <a:pt x="1224" y="129"/>
                    <a:pt x="1223" y="128"/>
                    <a:pt x="1223" y="126"/>
                  </a:cubicBezTo>
                  <a:lnTo>
                    <a:pt x="1224" y="87"/>
                  </a:lnTo>
                  <a:lnTo>
                    <a:pt x="1222" y="72"/>
                  </a:lnTo>
                  <a:lnTo>
                    <a:pt x="1213" y="65"/>
                  </a:lnTo>
                  <a:lnTo>
                    <a:pt x="1198" y="64"/>
                  </a:lnTo>
                  <a:cubicBezTo>
                    <a:pt x="1196" y="64"/>
                    <a:pt x="1195" y="63"/>
                    <a:pt x="1193" y="62"/>
                  </a:cubicBezTo>
                  <a:lnTo>
                    <a:pt x="1188" y="58"/>
                  </a:lnTo>
                  <a:cubicBezTo>
                    <a:pt x="1187" y="57"/>
                    <a:pt x="1187" y="56"/>
                    <a:pt x="1186" y="56"/>
                  </a:cubicBezTo>
                  <a:lnTo>
                    <a:pt x="1180" y="45"/>
                  </a:lnTo>
                  <a:cubicBezTo>
                    <a:pt x="1180" y="45"/>
                    <a:pt x="1179" y="44"/>
                    <a:pt x="1179" y="43"/>
                  </a:cubicBezTo>
                  <a:lnTo>
                    <a:pt x="1178" y="36"/>
                  </a:lnTo>
                  <a:cubicBezTo>
                    <a:pt x="1178" y="36"/>
                    <a:pt x="1178" y="35"/>
                    <a:pt x="1178" y="34"/>
                  </a:cubicBezTo>
                  <a:lnTo>
                    <a:pt x="1178" y="29"/>
                  </a:lnTo>
                  <a:lnTo>
                    <a:pt x="1178" y="28"/>
                  </a:lnTo>
                  <a:lnTo>
                    <a:pt x="1172" y="23"/>
                  </a:lnTo>
                  <a:lnTo>
                    <a:pt x="1171" y="22"/>
                  </a:lnTo>
                  <a:lnTo>
                    <a:pt x="1162" y="8"/>
                  </a:lnTo>
                  <a:cubicBezTo>
                    <a:pt x="1161" y="7"/>
                    <a:pt x="1161" y="6"/>
                    <a:pt x="1161" y="5"/>
                  </a:cubicBezTo>
                  <a:lnTo>
                    <a:pt x="1152" y="10"/>
                  </a:lnTo>
                  <a:cubicBezTo>
                    <a:pt x="1152" y="10"/>
                    <a:pt x="1151" y="11"/>
                    <a:pt x="1150" y="11"/>
                  </a:cubicBezTo>
                  <a:lnTo>
                    <a:pt x="1144" y="12"/>
                  </a:lnTo>
                  <a:cubicBezTo>
                    <a:pt x="1143" y="12"/>
                    <a:pt x="1143" y="12"/>
                    <a:pt x="1142" y="12"/>
                  </a:cubicBezTo>
                  <a:lnTo>
                    <a:pt x="1129" y="12"/>
                  </a:lnTo>
                  <a:lnTo>
                    <a:pt x="1128" y="13"/>
                  </a:lnTo>
                  <a:lnTo>
                    <a:pt x="1126" y="23"/>
                  </a:lnTo>
                  <a:lnTo>
                    <a:pt x="1123" y="30"/>
                  </a:lnTo>
                  <a:cubicBezTo>
                    <a:pt x="1123" y="31"/>
                    <a:pt x="1122" y="32"/>
                    <a:pt x="1122" y="32"/>
                  </a:cubicBezTo>
                  <a:lnTo>
                    <a:pt x="1114" y="41"/>
                  </a:lnTo>
                  <a:cubicBezTo>
                    <a:pt x="1114" y="42"/>
                    <a:pt x="1113" y="43"/>
                    <a:pt x="1112" y="43"/>
                  </a:cubicBezTo>
                  <a:lnTo>
                    <a:pt x="1106" y="46"/>
                  </a:lnTo>
                  <a:cubicBezTo>
                    <a:pt x="1105" y="47"/>
                    <a:pt x="1104" y="47"/>
                    <a:pt x="1103" y="47"/>
                  </a:cubicBezTo>
                  <a:lnTo>
                    <a:pt x="1098" y="47"/>
                  </a:lnTo>
                  <a:cubicBezTo>
                    <a:pt x="1097" y="47"/>
                    <a:pt x="1096" y="47"/>
                    <a:pt x="1095" y="47"/>
                  </a:cubicBezTo>
                  <a:lnTo>
                    <a:pt x="1062" y="35"/>
                  </a:lnTo>
                  <a:cubicBezTo>
                    <a:pt x="1061" y="34"/>
                    <a:pt x="1060" y="34"/>
                    <a:pt x="1059" y="32"/>
                  </a:cubicBezTo>
                  <a:lnTo>
                    <a:pt x="1055" y="29"/>
                  </a:lnTo>
                  <a:cubicBezTo>
                    <a:pt x="1055" y="28"/>
                    <a:pt x="1054" y="27"/>
                    <a:pt x="1054" y="26"/>
                  </a:cubicBezTo>
                  <a:lnTo>
                    <a:pt x="1048" y="11"/>
                  </a:lnTo>
                  <a:lnTo>
                    <a:pt x="1044" y="9"/>
                  </a:lnTo>
                  <a:lnTo>
                    <a:pt x="1034" y="6"/>
                  </a:lnTo>
                  <a:lnTo>
                    <a:pt x="1023" y="7"/>
                  </a:lnTo>
                  <a:lnTo>
                    <a:pt x="1013" y="5"/>
                  </a:lnTo>
                  <a:lnTo>
                    <a:pt x="1007" y="3"/>
                  </a:lnTo>
                  <a:cubicBezTo>
                    <a:pt x="1006" y="3"/>
                    <a:pt x="1005" y="3"/>
                    <a:pt x="1005" y="2"/>
                  </a:cubicBezTo>
                  <a:lnTo>
                    <a:pt x="1002" y="0"/>
                  </a:lnTo>
                  <a:lnTo>
                    <a:pt x="996" y="7"/>
                  </a:lnTo>
                  <a:lnTo>
                    <a:pt x="994" y="18"/>
                  </a:lnTo>
                  <a:lnTo>
                    <a:pt x="992" y="29"/>
                  </a:lnTo>
                  <a:lnTo>
                    <a:pt x="987" y="54"/>
                  </a:lnTo>
                  <a:lnTo>
                    <a:pt x="988" y="66"/>
                  </a:lnTo>
                  <a:lnTo>
                    <a:pt x="993" y="68"/>
                  </a:lnTo>
                  <a:lnTo>
                    <a:pt x="997" y="68"/>
                  </a:lnTo>
                  <a:lnTo>
                    <a:pt x="1019" y="64"/>
                  </a:lnTo>
                  <a:cubicBezTo>
                    <a:pt x="1020" y="64"/>
                    <a:pt x="1021" y="64"/>
                    <a:pt x="1023" y="64"/>
                  </a:cubicBezTo>
                  <a:lnTo>
                    <a:pt x="1027" y="65"/>
                  </a:lnTo>
                  <a:cubicBezTo>
                    <a:pt x="1029" y="65"/>
                    <a:pt x="1030" y="66"/>
                    <a:pt x="1031" y="67"/>
                  </a:cubicBezTo>
                  <a:lnTo>
                    <a:pt x="1036" y="71"/>
                  </a:lnTo>
                  <a:cubicBezTo>
                    <a:pt x="1037" y="72"/>
                    <a:pt x="1038" y="73"/>
                    <a:pt x="1038" y="74"/>
                  </a:cubicBezTo>
                  <a:lnTo>
                    <a:pt x="1040" y="79"/>
                  </a:lnTo>
                  <a:lnTo>
                    <a:pt x="1042" y="87"/>
                  </a:lnTo>
                  <a:lnTo>
                    <a:pt x="1042" y="102"/>
                  </a:lnTo>
                  <a:lnTo>
                    <a:pt x="1043" y="106"/>
                  </a:lnTo>
                  <a:lnTo>
                    <a:pt x="1056" y="123"/>
                  </a:lnTo>
                  <a:cubicBezTo>
                    <a:pt x="1057" y="123"/>
                    <a:pt x="1057" y="124"/>
                    <a:pt x="1057" y="125"/>
                  </a:cubicBezTo>
                  <a:lnTo>
                    <a:pt x="1059" y="130"/>
                  </a:lnTo>
                  <a:lnTo>
                    <a:pt x="1061" y="137"/>
                  </a:lnTo>
                  <a:lnTo>
                    <a:pt x="1058" y="170"/>
                  </a:lnTo>
                  <a:lnTo>
                    <a:pt x="1056" y="176"/>
                  </a:lnTo>
                  <a:cubicBezTo>
                    <a:pt x="1056" y="177"/>
                    <a:pt x="1056" y="178"/>
                    <a:pt x="1055" y="178"/>
                  </a:cubicBezTo>
                  <a:lnTo>
                    <a:pt x="1053" y="181"/>
                  </a:lnTo>
                  <a:cubicBezTo>
                    <a:pt x="1051" y="183"/>
                    <a:pt x="1050" y="184"/>
                    <a:pt x="1048" y="184"/>
                  </a:cubicBezTo>
                  <a:lnTo>
                    <a:pt x="1044" y="185"/>
                  </a:lnTo>
                  <a:cubicBezTo>
                    <a:pt x="1043" y="185"/>
                    <a:pt x="1042" y="185"/>
                    <a:pt x="1042" y="185"/>
                  </a:cubicBezTo>
                  <a:lnTo>
                    <a:pt x="1037" y="184"/>
                  </a:lnTo>
                  <a:lnTo>
                    <a:pt x="1015" y="177"/>
                  </a:lnTo>
                  <a:lnTo>
                    <a:pt x="1008" y="178"/>
                  </a:lnTo>
                  <a:lnTo>
                    <a:pt x="994" y="185"/>
                  </a:lnTo>
                  <a:cubicBezTo>
                    <a:pt x="993" y="186"/>
                    <a:pt x="992" y="186"/>
                    <a:pt x="991" y="186"/>
                  </a:cubicBezTo>
                  <a:lnTo>
                    <a:pt x="986" y="187"/>
                  </a:lnTo>
                  <a:cubicBezTo>
                    <a:pt x="985" y="187"/>
                    <a:pt x="985" y="187"/>
                    <a:pt x="984" y="186"/>
                  </a:cubicBezTo>
                  <a:lnTo>
                    <a:pt x="975" y="185"/>
                  </a:lnTo>
                  <a:lnTo>
                    <a:pt x="971" y="185"/>
                  </a:lnTo>
                  <a:lnTo>
                    <a:pt x="958" y="188"/>
                  </a:lnTo>
                  <a:cubicBezTo>
                    <a:pt x="957" y="188"/>
                    <a:pt x="957" y="188"/>
                    <a:pt x="956" y="188"/>
                  </a:cubicBezTo>
                  <a:lnTo>
                    <a:pt x="951" y="188"/>
                  </a:lnTo>
                  <a:lnTo>
                    <a:pt x="939" y="185"/>
                  </a:lnTo>
                  <a:lnTo>
                    <a:pt x="936" y="186"/>
                  </a:lnTo>
                  <a:lnTo>
                    <a:pt x="912" y="203"/>
                  </a:lnTo>
                  <a:cubicBezTo>
                    <a:pt x="911" y="203"/>
                    <a:pt x="910" y="203"/>
                    <a:pt x="910" y="204"/>
                  </a:cubicBezTo>
                  <a:lnTo>
                    <a:pt x="905" y="205"/>
                  </a:lnTo>
                  <a:cubicBezTo>
                    <a:pt x="904" y="206"/>
                    <a:pt x="903" y="206"/>
                    <a:pt x="902" y="206"/>
                  </a:cubicBezTo>
                  <a:lnTo>
                    <a:pt x="897" y="206"/>
                  </a:lnTo>
                  <a:cubicBezTo>
                    <a:pt x="896" y="206"/>
                    <a:pt x="895" y="205"/>
                    <a:pt x="895" y="205"/>
                  </a:cubicBezTo>
                  <a:lnTo>
                    <a:pt x="884" y="202"/>
                  </a:lnTo>
                  <a:lnTo>
                    <a:pt x="882" y="202"/>
                  </a:lnTo>
                  <a:lnTo>
                    <a:pt x="878" y="204"/>
                  </a:lnTo>
                  <a:lnTo>
                    <a:pt x="871" y="208"/>
                  </a:lnTo>
                  <a:lnTo>
                    <a:pt x="861" y="217"/>
                  </a:lnTo>
                  <a:lnTo>
                    <a:pt x="863" y="224"/>
                  </a:lnTo>
                  <a:cubicBezTo>
                    <a:pt x="863" y="225"/>
                    <a:pt x="863" y="226"/>
                    <a:pt x="863" y="227"/>
                  </a:cubicBezTo>
                  <a:lnTo>
                    <a:pt x="863" y="234"/>
                  </a:lnTo>
                  <a:cubicBezTo>
                    <a:pt x="863" y="235"/>
                    <a:pt x="862" y="237"/>
                    <a:pt x="862" y="238"/>
                  </a:cubicBezTo>
                  <a:lnTo>
                    <a:pt x="859" y="242"/>
                  </a:lnTo>
                  <a:cubicBezTo>
                    <a:pt x="858" y="243"/>
                    <a:pt x="858" y="243"/>
                    <a:pt x="857" y="244"/>
                  </a:cubicBezTo>
                  <a:lnTo>
                    <a:pt x="853" y="247"/>
                  </a:lnTo>
                  <a:cubicBezTo>
                    <a:pt x="852" y="248"/>
                    <a:pt x="851" y="249"/>
                    <a:pt x="850" y="249"/>
                  </a:cubicBezTo>
                  <a:lnTo>
                    <a:pt x="831" y="255"/>
                  </a:lnTo>
                  <a:lnTo>
                    <a:pt x="819" y="257"/>
                  </a:lnTo>
                  <a:lnTo>
                    <a:pt x="803" y="257"/>
                  </a:lnTo>
                  <a:lnTo>
                    <a:pt x="796" y="259"/>
                  </a:lnTo>
                  <a:lnTo>
                    <a:pt x="793" y="263"/>
                  </a:lnTo>
                  <a:lnTo>
                    <a:pt x="784" y="279"/>
                  </a:lnTo>
                  <a:lnTo>
                    <a:pt x="784" y="280"/>
                  </a:lnTo>
                  <a:lnTo>
                    <a:pt x="788" y="283"/>
                  </a:lnTo>
                  <a:cubicBezTo>
                    <a:pt x="790" y="284"/>
                    <a:pt x="791" y="286"/>
                    <a:pt x="791" y="288"/>
                  </a:cubicBezTo>
                  <a:lnTo>
                    <a:pt x="792" y="292"/>
                  </a:lnTo>
                  <a:cubicBezTo>
                    <a:pt x="792" y="293"/>
                    <a:pt x="792" y="294"/>
                    <a:pt x="792" y="294"/>
                  </a:cubicBezTo>
                  <a:lnTo>
                    <a:pt x="792" y="299"/>
                  </a:lnTo>
                  <a:cubicBezTo>
                    <a:pt x="792" y="300"/>
                    <a:pt x="791" y="302"/>
                    <a:pt x="791" y="303"/>
                  </a:cubicBezTo>
                  <a:lnTo>
                    <a:pt x="784" y="313"/>
                  </a:lnTo>
                  <a:lnTo>
                    <a:pt x="770" y="325"/>
                  </a:lnTo>
                  <a:cubicBezTo>
                    <a:pt x="769" y="326"/>
                    <a:pt x="768" y="326"/>
                    <a:pt x="767" y="326"/>
                  </a:cubicBezTo>
                  <a:lnTo>
                    <a:pt x="753" y="328"/>
                  </a:lnTo>
                  <a:lnTo>
                    <a:pt x="739" y="334"/>
                  </a:lnTo>
                  <a:lnTo>
                    <a:pt x="732" y="336"/>
                  </a:lnTo>
                  <a:cubicBezTo>
                    <a:pt x="731" y="336"/>
                    <a:pt x="731" y="336"/>
                    <a:pt x="730" y="336"/>
                  </a:cubicBezTo>
                  <a:lnTo>
                    <a:pt x="710" y="333"/>
                  </a:lnTo>
                  <a:lnTo>
                    <a:pt x="707" y="333"/>
                  </a:lnTo>
                  <a:lnTo>
                    <a:pt x="704" y="334"/>
                  </a:lnTo>
                  <a:lnTo>
                    <a:pt x="703" y="346"/>
                  </a:lnTo>
                  <a:lnTo>
                    <a:pt x="699" y="356"/>
                  </a:lnTo>
                  <a:lnTo>
                    <a:pt x="681" y="385"/>
                  </a:lnTo>
                  <a:lnTo>
                    <a:pt x="682" y="388"/>
                  </a:lnTo>
                  <a:lnTo>
                    <a:pt x="685" y="393"/>
                  </a:lnTo>
                  <a:lnTo>
                    <a:pt x="702" y="406"/>
                  </a:lnTo>
                  <a:cubicBezTo>
                    <a:pt x="702" y="407"/>
                    <a:pt x="703" y="408"/>
                    <a:pt x="703" y="408"/>
                  </a:cubicBezTo>
                  <a:lnTo>
                    <a:pt x="706" y="413"/>
                  </a:lnTo>
                  <a:cubicBezTo>
                    <a:pt x="706" y="414"/>
                    <a:pt x="706" y="415"/>
                    <a:pt x="706" y="416"/>
                  </a:cubicBezTo>
                  <a:lnTo>
                    <a:pt x="707" y="424"/>
                  </a:lnTo>
                  <a:cubicBezTo>
                    <a:pt x="707" y="426"/>
                    <a:pt x="706" y="428"/>
                    <a:pt x="705" y="430"/>
                  </a:cubicBezTo>
                  <a:lnTo>
                    <a:pt x="701" y="435"/>
                  </a:lnTo>
                  <a:lnTo>
                    <a:pt x="677" y="452"/>
                  </a:lnTo>
                  <a:cubicBezTo>
                    <a:pt x="677" y="452"/>
                    <a:pt x="676" y="453"/>
                    <a:pt x="675" y="453"/>
                  </a:cubicBezTo>
                  <a:lnTo>
                    <a:pt x="670" y="455"/>
                  </a:lnTo>
                  <a:cubicBezTo>
                    <a:pt x="668" y="455"/>
                    <a:pt x="667" y="455"/>
                    <a:pt x="666" y="455"/>
                  </a:cubicBezTo>
                  <a:lnTo>
                    <a:pt x="662" y="454"/>
                  </a:lnTo>
                  <a:lnTo>
                    <a:pt x="629" y="443"/>
                  </a:lnTo>
                  <a:lnTo>
                    <a:pt x="615" y="441"/>
                  </a:lnTo>
                  <a:lnTo>
                    <a:pt x="611" y="442"/>
                  </a:lnTo>
                  <a:lnTo>
                    <a:pt x="613" y="452"/>
                  </a:lnTo>
                  <a:lnTo>
                    <a:pt x="617" y="456"/>
                  </a:lnTo>
                  <a:lnTo>
                    <a:pt x="619" y="457"/>
                  </a:lnTo>
                  <a:cubicBezTo>
                    <a:pt x="620" y="458"/>
                    <a:pt x="621" y="458"/>
                    <a:pt x="621" y="459"/>
                  </a:cubicBezTo>
                  <a:lnTo>
                    <a:pt x="624" y="461"/>
                  </a:lnTo>
                  <a:cubicBezTo>
                    <a:pt x="625" y="462"/>
                    <a:pt x="625" y="462"/>
                    <a:pt x="626" y="463"/>
                  </a:cubicBezTo>
                  <a:lnTo>
                    <a:pt x="627" y="466"/>
                  </a:lnTo>
                  <a:cubicBezTo>
                    <a:pt x="627" y="467"/>
                    <a:pt x="628" y="468"/>
                    <a:pt x="628" y="469"/>
                  </a:cubicBezTo>
                  <a:lnTo>
                    <a:pt x="628" y="474"/>
                  </a:lnTo>
                  <a:cubicBezTo>
                    <a:pt x="628" y="476"/>
                    <a:pt x="628" y="477"/>
                    <a:pt x="627" y="478"/>
                  </a:cubicBezTo>
                  <a:lnTo>
                    <a:pt x="626" y="480"/>
                  </a:lnTo>
                  <a:cubicBezTo>
                    <a:pt x="625" y="481"/>
                    <a:pt x="625" y="482"/>
                    <a:pt x="624" y="483"/>
                  </a:cubicBezTo>
                  <a:lnTo>
                    <a:pt x="621" y="485"/>
                  </a:lnTo>
                  <a:cubicBezTo>
                    <a:pt x="620" y="486"/>
                    <a:pt x="619" y="487"/>
                    <a:pt x="617" y="487"/>
                  </a:cubicBezTo>
                  <a:lnTo>
                    <a:pt x="613" y="488"/>
                  </a:lnTo>
                  <a:lnTo>
                    <a:pt x="607" y="488"/>
                  </a:lnTo>
                  <a:lnTo>
                    <a:pt x="593" y="484"/>
                  </a:lnTo>
                  <a:lnTo>
                    <a:pt x="598" y="489"/>
                  </a:lnTo>
                  <a:lnTo>
                    <a:pt x="601" y="495"/>
                  </a:lnTo>
                  <a:cubicBezTo>
                    <a:pt x="602" y="495"/>
                    <a:pt x="602" y="496"/>
                    <a:pt x="602" y="497"/>
                  </a:cubicBezTo>
                  <a:lnTo>
                    <a:pt x="604" y="501"/>
                  </a:lnTo>
                  <a:lnTo>
                    <a:pt x="606" y="511"/>
                  </a:lnTo>
                  <a:lnTo>
                    <a:pt x="626" y="527"/>
                  </a:lnTo>
                  <a:lnTo>
                    <a:pt x="641" y="530"/>
                  </a:lnTo>
                  <a:lnTo>
                    <a:pt x="652" y="536"/>
                  </a:lnTo>
                  <a:lnTo>
                    <a:pt x="674" y="535"/>
                  </a:lnTo>
                  <a:lnTo>
                    <a:pt x="680" y="535"/>
                  </a:lnTo>
                  <a:cubicBezTo>
                    <a:pt x="680" y="535"/>
                    <a:pt x="681" y="536"/>
                    <a:pt x="682" y="536"/>
                  </a:cubicBezTo>
                  <a:lnTo>
                    <a:pt x="686" y="537"/>
                  </a:lnTo>
                  <a:cubicBezTo>
                    <a:pt x="687" y="538"/>
                    <a:pt x="689" y="539"/>
                    <a:pt x="690" y="541"/>
                  </a:cubicBezTo>
                  <a:lnTo>
                    <a:pt x="692" y="545"/>
                  </a:lnTo>
                  <a:cubicBezTo>
                    <a:pt x="693" y="546"/>
                    <a:pt x="693" y="548"/>
                    <a:pt x="693" y="550"/>
                  </a:cubicBezTo>
                  <a:lnTo>
                    <a:pt x="692" y="555"/>
                  </a:lnTo>
                  <a:cubicBezTo>
                    <a:pt x="691" y="555"/>
                    <a:pt x="691" y="556"/>
                    <a:pt x="691" y="557"/>
                  </a:cubicBezTo>
                  <a:lnTo>
                    <a:pt x="689" y="560"/>
                  </a:lnTo>
                  <a:lnTo>
                    <a:pt x="701" y="575"/>
                  </a:lnTo>
                  <a:lnTo>
                    <a:pt x="708" y="578"/>
                  </a:lnTo>
                  <a:cubicBezTo>
                    <a:pt x="708" y="578"/>
                    <a:pt x="709" y="579"/>
                    <a:pt x="710" y="579"/>
                  </a:cubicBezTo>
                  <a:lnTo>
                    <a:pt x="713" y="582"/>
                  </a:lnTo>
                  <a:cubicBezTo>
                    <a:pt x="714" y="583"/>
                    <a:pt x="715" y="584"/>
                    <a:pt x="715" y="584"/>
                  </a:cubicBezTo>
                  <a:lnTo>
                    <a:pt x="718" y="590"/>
                  </a:lnTo>
                  <a:cubicBezTo>
                    <a:pt x="719" y="591"/>
                    <a:pt x="719" y="592"/>
                    <a:pt x="719" y="593"/>
                  </a:cubicBezTo>
                  <a:lnTo>
                    <a:pt x="720" y="611"/>
                  </a:lnTo>
                  <a:lnTo>
                    <a:pt x="718" y="639"/>
                  </a:lnTo>
                  <a:cubicBezTo>
                    <a:pt x="718" y="641"/>
                    <a:pt x="718" y="642"/>
                    <a:pt x="717" y="643"/>
                  </a:cubicBezTo>
                  <a:lnTo>
                    <a:pt x="713" y="650"/>
                  </a:lnTo>
                  <a:lnTo>
                    <a:pt x="715" y="664"/>
                  </a:lnTo>
                  <a:cubicBezTo>
                    <a:pt x="715" y="665"/>
                    <a:pt x="715" y="667"/>
                    <a:pt x="714" y="668"/>
                  </a:cubicBezTo>
                  <a:lnTo>
                    <a:pt x="712" y="672"/>
                  </a:lnTo>
                  <a:cubicBezTo>
                    <a:pt x="711" y="674"/>
                    <a:pt x="710" y="675"/>
                    <a:pt x="708" y="676"/>
                  </a:cubicBezTo>
                  <a:lnTo>
                    <a:pt x="705" y="677"/>
                  </a:lnTo>
                  <a:cubicBezTo>
                    <a:pt x="703" y="678"/>
                    <a:pt x="701" y="678"/>
                    <a:pt x="700" y="678"/>
                  </a:cubicBezTo>
                  <a:lnTo>
                    <a:pt x="696" y="677"/>
                  </a:lnTo>
                  <a:cubicBezTo>
                    <a:pt x="694" y="677"/>
                    <a:pt x="693" y="676"/>
                    <a:pt x="692" y="676"/>
                  </a:cubicBezTo>
                  <a:lnTo>
                    <a:pt x="689" y="673"/>
                  </a:lnTo>
                  <a:cubicBezTo>
                    <a:pt x="688" y="672"/>
                    <a:pt x="688" y="672"/>
                    <a:pt x="687" y="671"/>
                  </a:cubicBezTo>
                  <a:lnTo>
                    <a:pt x="685" y="667"/>
                  </a:lnTo>
                  <a:cubicBezTo>
                    <a:pt x="684" y="666"/>
                    <a:pt x="684" y="665"/>
                    <a:pt x="684" y="664"/>
                  </a:cubicBezTo>
                  <a:lnTo>
                    <a:pt x="682" y="659"/>
                  </a:lnTo>
                  <a:lnTo>
                    <a:pt x="680" y="658"/>
                  </a:lnTo>
                  <a:lnTo>
                    <a:pt x="672" y="656"/>
                  </a:lnTo>
                  <a:lnTo>
                    <a:pt x="669" y="657"/>
                  </a:lnTo>
                  <a:lnTo>
                    <a:pt x="664" y="661"/>
                  </a:lnTo>
                  <a:lnTo>
                    <a:pt x="659" y="669"/>
                  </a:lnTo>
                  <a:lnTo>
                    <a:pt x="644" y="685"/>
                  </a:lnTo>
                  <a:lnTo>
                    <a:pt x="627" y="696"/>
                  </a:lnTo>
                  <a:cubicBezTo>
                    <a:pt x="625" y="697"/>
                    <a:pt x="623" y="697"/>
                    <a:pt x="622" y="697"/>
                  </a:cubicBezTo>
                  <a:lnTo>
                    <a:pt x="604" y="695"/>
                  </a:lnTo>
                  <a:cubicBezTo>
                    <a:pt x="603" y="695"/>
                    <a:pt x="602" y="694"/>
                    <a:pt x="601" y="694"/>
                  </a:cubicBezTo>
                  <a:lnTo>
                    <a:pt x="597" y="691"/>
                  </a:lnTo>
                  <a:lnTo>
                    <a:pt x="578" y="675"/>
                  </a:lnTo>
                  <a:lnTo>
                    <a:pt x="571" y="672"/>
                  </a:lnTo>
                  <a:cubicBezTo>
                    <a:pt x="570" y="672"/>
                    <a:pt x="570" y="671"/>
                    <a:pt x="569" y="671"/>
                  </a:cubicBezTo>
                  <a:lnTo>
                    <a:pt x="564" y="666"/>
                  </a:lnTo>
                  <a:cubicBezTo>
                    <a:pt x="563" y="666"/>
                    <a:pt x="563" y="665"/>
                    <a:pt x="562" y="665"/>
                  </a:cubicBezTo>
                  <a:lnTo>
                    <a:pt x="560" y="660"/>
                  </a:lnTo>
                  <a:cubicBezTo>
                    <a:pt x="559" y="660"/>
                    <a:pt x="559" y="659"/>
                    <a:pt x="558" y="658"/>
                  </a:cubicBezTo>
                  <a:lnTo>
                    <a:pt x="552" y="638"/>
                  </a:lnTo>
                  <a:lnTo>
                    <a:pt x="550" y="637"/>
                  </a:lnTo>
                  <a:lnTo>
                    <a:pt x="547" y="638"/>
                  </a:lnTo>
                  <a:lnTo>
                    <a:pt x="538" y="637"/>
                  </a:lnTo>
                  <a:lnTo>
                    <a:pt x="503" y="624"/>
                  </a:lnTo>
                  <a:lnTo>
                    <a:pt x="498" y="623"/>
                  </a:lnTo>
                  <a:lnTo>
                    <a:pt x="492" y="625"/>
                  </a:lnTo>
                  <a:lnTo>
                    <a:pt x="482" y="626"/>
                  </a:lnTo>
                  <a:cubicBezTo>
                    <a:pt x="481" y="626"/>
                    <a:pt x="481" y="626"/>
                    <a:pt x="480" y="626"/>
                  </a:cubicBezTo>
                  <a:lnTo>
                    <a:pt x="465" y="623"/>
                  </a:lnTo>
                  <a:lnTo>
                    <a:pt x="455" y="618"/>
                  </a:lnTo>
                  <a:cubicBezTo>
                    <a:pt x="455" y="618"/>
                    <a:pt x="454" y="618"/>
                    <a:pt x="454" y="617"/>
                  </a:cubicBezTo>
                  <a:lnTo>
                    <a:pt x="448" y="612"/>
                  </a:lnTo>
                  <a:cubicBezTo>
                    <a:pt x="447" y="612"/>
                    <a:pt x="446" y="610"/>
                    <a:pt x="446" y="609"/>
                  </a:cubicBezTo>
                  <a:lnTo>
                    <a:pt x="444" y="605"/>
                  </a:lnTo>
                  <a:lnTo>
                    <a:pt x="443" y="598"/>
                  </a:lnTo>
                  <a:lnTo>
                    <a:pt x="443" y="587"/>
                  </a:lnTo>
                  <a:lnTo>
                    <a:pt x="444" y="581"/>
                  </a:lnTo>
                  <a:cubicBezTo>
                    <a:pt x="444" y="580"/>
                    <a:pt x="444" y="579"/>
                    <a:pt x="444" y="579"/>
                  </a:cubicBezTo>
                  <a:lnTo>
                    <a:pt x="445" y="576"/>
                  </a:lnTo>
                  <a:cubicBezTo>
                    <a:pt x="445" y="577"/>
                    <a:pt x="444" y="577"/>
                    <a:pt x="443" y="578"/>
                  </a:cubicBezTo>
                  <a:lnTo>
                    <a:pt x="437" y="580"/>
                  </a:lnTo>
                  <a:cubicBezTo>
                    <a:pt x="436" y="580"/>
                    <a:pt x="435" y="581"/>
                    <a:pt x="435" y="581"/>
                  </a:cubicBezTo>
                  <a:lnTo>
                    <a:pt x="427" y="582"/>
                  </a:lnTo>
                  <a:cubicBezTo>
                    <a:pt x="426" y="582"/>
                    <a:pt x="425" y="582"/>
                    <a:pt x="424" y="581"/>
                  </a:cubicBezTo>
                  <a:lnTo>
                    <a:pt x="397" y="576"/>
                  </a:lnTo>
                  <a:lnTo>
                    <a:pt x="365" y="586"/>
                  </a:lnTo>
                  <a:lnTo>
                    <a:pt x="356" y="589"/>
                  </a:lnTo>
                  <a:lnTo>
                    <a:pt x="347" y="595"/>
                  </a:lnTo>
                  <a:lnTo>
                    <a:pt x="332" y="600"/>
                  </a:lnTo>
                  <a:lnTo>
                    <a:pt x="314" y="603"/>
                  </a:lnTo>
                  <a:lnTo>
                    <a:pt x="311" y="605"/>
                  </a:lnTo>
                  <a:lnTo>
                    <a:pt x="297" y="615"/>
                  </a:lnTo>
                  <a:cubicBezTo>
                    <a:pt x="297" y="615"/>
                    <a:pt x="296" y="616"/>
                    <a:pt x="295" y="616"/>
                  </a:cubicBezTo>
                  <a:lnTo>
                    <a:pt x="288" y="617"/>
                  </a:lnTo>
                  <a:cubicBezTo>
                    <a:pt x="287" y="618"/>
                    <a:pt x="286" y="617"/>
                    <a:pt x="285" y="617"/>
                  </a:cubicBezTo>
                  <a:lnTo>
                    <a:pt x="280" y="616"/>
                  </a:lnTo>
                  <a:cubicBezTo>
                    <a:pt x="279" y="616"/>
                    <a:pt x="278" y="615"/>
                    <a:pt x="277" y="614"/>
                  </a:cubicBezTo>
                  <a:lnTo>
                    <a:pt x="273" y="611"/>
                  </a:lnTo>
                  <a:cubicBezTo>
                    <a:pt x="272" y="611"/>
                    <a:pt x="272" y="610"/>
                    <a:pt x="271" y="609"/>
                  </a:cubicBezTo>
                  <a:lnTo>
                    <a:pt x="269" y="605"/>
                  </a:lnTo>
                  <a:lnTo>
                    <a:pt x="255" y="567"/>
                  </a:lnTo>
                  <a:lnTo>
                    <a:pt x="251" y="563"/>
                  </a:lnTo>
                  <a:lnTo>
                    <a:pt x="241" y="555"/>
                  </a:lnTo>
                  <a:lnTo>
                    <a:pt x="228" y="553"/>
                  </a:lnTo>
                  <a:lnTo>
                    <a:pt x="214" y="553"/>
                  </a:lnTo>
                  <a:lnTo>
                    <a:pt x="208" y="554"/>
                  </a:lnTo>
                  <a:lnTo>
                    <a:pt x="208" y="577"/>
                  </a:lnTo>
                  <a:lnTo>
                    <a:pt x="212" y="591"/>
                  </a:lnTo>
                  <a:lnTo>
                    <a:pt x="220" y="601"/>
                  </a:lnTo>
                  <a:cubicBezTo>
                    <a:pt x="220" y="602"/>
                    <a:pt x="221" y="603"/>
                    <a:pt x="221" y="603"/>
                  </a:cubicBezTo>
                  <a:lnTo>
                    <a:pt x="222" y="606"/>
                  </a:lnTo>
                  <a:cubicBezTo>
                    <a:pt x="223" y="607"/>
                    <a:pt x="223" y="608"/>
                    <a:pt x="223" y="608"/>
                  </a:cubicBezTo>
                  <a:lnTo>
                    <a:pt x="224" y="611"/>
                  </a:lnTo>
                  <a:cubicBezTo>
                    <a:pt x="224" y="612"/>
                    <a:pt x="224" y="613"/>
                    <a:pt x="224" y="614"/>
                  </a:cubicBezTo>
                  <a:lnTo>
                    <a:pt x="223" y="617"/>
                  </a:lnTo>
                  <a:lnTo>
                    <a:pt x="224" y="621"/>
                  </a:lnTo>
                  <a:lnTo>
                    <a:pt x="228" y="624"/>
                  </a:lnTo>
                  <a:lnTo>
                    <a:pt x="234" y="630"/>
                  </a:lnTo>
                  <a:lnTo>
                    <a:pt x="239" y="639"/>
                  </a:lnTo>
                  <a:cubicBezTo>
                    <a:pt x="239" y="639"/>
                    <a:pt x="240" y="640"/>
                    <a:pt x="240" y="641"/>
                  </a:cubicBezTo>
                  <a:lnTo>
                    <a:pt x="241" y="668"/>
                  </a:lnTo>
                  <a:lnTo>
                    <a:pt x="238" y="687"/>
                  </a:lnTo>
                  <a:lnTo>
                    <a:pt x="240" y="703"/>
                  </a:lnTo>
                  <a:lnTo>
                    <a:pt x="244" y="702"/>
                  </a:lnTo>
                  <a:cubicBezTo>
                    <a:pt x="245" y="702"/>
                    <a:pt x="246" y="702"/>
                    <a:pt x="246" y="702"/>
                  </a:cubicBezTo>
                  <a:lnTo>
                    <a:pt x="256" y="703"/>
                  </a:lnTo>
                  <a:lnTo>
                    <a:pt x="260" y="705"/>
                  </a:lnTo>
                  <a:cubicBezTo>
                    <a:pt x="261" y="705"/>
                    <a:pt x="262" y="706"/>
                    <a:pt x="263" y="707"/>
                  </a:cubicBezTo>
                  <a:lnTo>
                    <a:pt x="265" y="709"/>
                  </a:lnTo>
                  <a:lnTo>
                    <a:pt x="290" y="743"/>
                  </a:lnTo>
                  <a:lnTo>
                    <a:pt x="299" y="752"/>
                  </a:lnTo>
                  <a:lnTo>
                    <a:pt x="302" y="757"/>
                  </a:lnTo>
                  <a:lnTo>
                    <a:pt x="303" y="762"/>
                  </a:lnTo>
                  <a:cubicBezTo>
                    <a:pt x="304" y="763"/>
                    <a:pt x="304" y="764"/>
                    <a:pt x="304" y="765"/>
                  </a:cubicBezTo>
                  <a:lnTo>
                    <a:pt x="302" y="774"/>
                  </a:lnTo>
                  <a:cubicBezTo>
                    <a:pt x="302" y="775"/>
                    <a:pt x="301" y="776"/>
                    <a:pt x="301" y="777"/>
                  </a:cubicBezTo>
                  <a:lnTo>
                    <a:pt x="299" y="778"/>
                  </a:lnTo>
                  <a:cubicBezTo>
                    <a:pt x="298" y="779"/>
                    <a:pt x="297" y="780"/>
                    <a:pt x="296" y="781"/>
                  </a:cubicBezTo>
                  <a:cubicBezTo>
                    <a:pt x="295" y="781"/>
                    <a:pt x="293" y="781"/>
                    <a:pt x="292" y="781"/>
                  </a:cubicBezTo>
                  <a:lnTo>
                    <a:pt x="290" y="781"/>
                  </a:lnTo>
                  <a:lnTo>
                    <a:pt x="289" y="781"/>
                  </a:lnTo>
                  <a:lnTo>
                    <a:pt x="290" y="789"/>
                  </a:lnTo>
                  <a:lnTo>
                    <a:pt x="289" y="797"/>
                  </a:lnTo>
                  <a:lnTo>
                    <a:pt x="287" y="801"/>
                  </a:lnTo>
                  <a:lnTo>
                    <a:pt x="280" y="811"/>
                  </a:lnTo>
                  <a:lnTo>
                    <a:pt x="276" y="814"/>
                  </a:lnTo>
                  <a:lnTo>
                    <a:pt x="267" y="821"/>
                  </a:lnTo>
                  <a:lnTo>
                    <a:pt x="263" y="825"/>
                  </a:lnTo>
                  <a:cubicBezTo>
                    <a:pt x="262" y="826"/>
                    <a:pt x="261" y="826"/>
                    <a:pt x="260" y="827"/>
                  </a:cubicBezTo>
                  <a:lnTo>
                    <a:pt x="238" y="837"/>
                  </a:lnTo>
                  <a:lnTo>
                    <a:pt x="220" y="852"/>
                  </a:lnTo>
                  <a:lnTo>
                    <a:pt x="205" y="861"/>
                  </a:lnTo>
                  <a:lnTo>
                    <a:pt x="199" y="865"/>
                  </a:lnTo>
                  <a:lnTo>
                    <a:pt x="199" y="868"/>
                  </a:lnTo>
                  <a:lnTo>
                    <a:pt x="201" y="880"/>
                  </a:lnTo>
                  <a:lnTo>
                    <a:pt x="204" y="902"/>
                  </a:lnTo>
                  <a:lnTo>
                    <a:pt x="202" y="916"/>
                  </a:lnTo>
                  <a:lnTo>
                    <a:pt x="195" y="935"/>
                  </a:lnTo>
                  <a:lnTo>
                    <a:pt x="187" y="956"/>
                  </a:lnTo>
                  <a:lnTo>
                    <a:pt x="187" y="958"/>
                  </a:lnTo>
                  <a:lnTo>
                    <a:pt x="188" y="964"/>
                  </a:lnTo>
                  <a:lnTo>
                    <a:pt x="188" y="970"/>
                  </a:lnTo>
                  <a:lnTo>
                    <a:pt x="185" y="979"/>
                  </a:lnTo>
                  <a:lnTo>
                    <a:pt x="182" y="984"/>
                  </a:lnTo>
                  <a:cubicBezTo>
                    <a:pt x="182" y="985"/>
                    <a:pt x="182" y="986"/>
                    <a:pt x="181" y="986"/>
                  </a:cubicBezTo>
                  <a:lnTo>
                    <a:pt x="179" y="988"/>
                  </a:lnTo>
                  <a:cubicBezTo>
                    <a:pt x="178" y="989"/>
                    <a:pt x="176" y="990"/>
                    <a:pt x="174" y="990"/>
                  </a:cubicBezTo>
                  <a:lnTo>
                    <a:pt x="172" y="990"/>
                  </a:lnTo>
                  <a:lnTo>
                    <a:pt x="166" y="989"/>
                  </a:lnTo>
                  <a:lnTo>
                    <a:pt x="162" y="988"/>
                  </a:lnTo>
                  <a:lnTo>
                    <a:pt x="153" y="982"/>
                  </a:lnTo>
                  <a:lnTo>
                    <a:pt x="138" y="978"/>
                  </a:lnTo>
                  <a:lnTo>
                    <a:pt x="125" y="982"/>
                  </a:lnTo>
                  <a:lnTo>
                    <a:pt x="116" y="990"/>
                  </a:lnTo>
                  <a:lnTo>
                    <a:pt x="102" y="1011"/>
                  </a:lnTo>
                  <a:lnTo>
                    <a:pt x="99" y="1020"/>
                  </a:lnTo>
                  <a:lnTo>
                    <a:pt x="95" y="1028"/>
                  </a:lnTo>
                  <a:lnTo>
                    <a:pt x="96" y="1028"/>
                  </a:lnTo>
                  <a:lnTo>
                    <a:pt x="101" y="1028"/>
                  </a:lnTo>
                  <a:cubicBezTo>
                    <a:pt x="103" y="1028"/>
                    <a:pt x="106" y="1029"/>
                    <a:pt x="107" y="1031"/>
                  </a:cubicBezTo>
                  <a:lnTo>
                    <a:pt x="109" y="1033"/>
                  </a:lnTo>
                  <a:cubicBezTo>
                    <a:pt x="110" y="1034"/>
                    <a:pt x="111" y="1036"/>
                    <a:pt x="111" y="1038"/>
                  </a:cubicBezTo>
                  <a:lnTo>
                    <a:pt x="111" y="1042"/>
                  </a:lnTo>
                  <a:cubicBezTo>
                    <a:pt x="111" y="1042"/>
                    <a:pt x="111" y="1043"/>
                    <a:pt x="110" y="1044"/>
                  </a:cubicBezTo>
                  <a:lnTo>
                    <a:pt x="108" y="1053"/>
                  </a:lnTo>
                  <a:lnTo>
                    <a:pt x="105" y="1058"/>
                  </a:lnTo>
                  <a:lnTo>
                    <a:pt x="101" y="1062"/>
                  </a:lnTo>
                  <a:cubicBezTo>
                    <a:pt x="100" y="1064"/>
                    <a:pt x="99" y="1064"/>
                    <a:pt x="97" y="1065"/>
                  </a:cubicBezTo>
                  <a:lnTo>
                    <a:pt x="94" y="1065"/>
                  </a:lnTo>
                  <a:lnTo>
                    <a:pt x="84" y="1066"/>
                  </a:lnTo>
                  <a:lnTo>
                    <a:pt x="83" y="1072"/>
                  </a:lnTo>
                  <a:cubicBezTo>
                    <a:pt x="83" y="1073"/>
                    <a:pt x="82" y="1074"/>
                    <a:pt x="82" y="1075"/>
                  </a:cubicBezTo>
                  <a:lnTo>
                    <a:pt x="80" y="1077"/>
                  </a:lnTo>
                  <a:cubicBezTo>
                    <a:pt x="80" y="1078"/>
                    <a:pt x="79" y="1079"/>
                    <a:pt x="78" y="1080"/>
                  </a:cubicBezTo>
                  <a:lnTo>
                    <a:pt x="76" y="1081"/>
                  </a:lnTo>
                  <a:cubicBezTo>
                    <a:pt x="75" y="1081"/>
                    <a:pt x="74" y="1082"/>
                    <a:pt x="73" y="1082"/>
                  </a:cubicBezTo>
                  <a:lnTo>
                    <a:pt x="64" y="1084"/>
                  </a:lnTo>
                  <a:lnTo>
                    <a:pt x="45" y="1101"/>
                  </a:lnTo>
                  <a:lnTo>
                    <a:pt x="37" y="1107"/>
                  </a:lnTo>
                  <a:lnTo>
                    <a:pt x="29" y="1110"/>
                  </a:lnTo>
                  <a:lnTo>
                    <a:pt x="18" y="1112"/>
                  </a:lnTo>
                  <a:lnTo>
                    <a:pt x="13" y="1117"/>
                  </a:lnTo>
                  <a:cubicBezTo>
                    <a:pt x="13" y="1118"/>
                    <a:pt x="12" y="1118"/>
                    <a:pt x="12" y="1119"/>
                  </a:cubicBezTo>
                  <a:lnTo>
                    <a:pt x="8" y="1121"/>
                  </a:lnTo>
                  <a:cubicBezTo>
                    <a:pt x="6" y="1122"/>
                    <a:pt x="5" y="1122"/>
                    <a:pt x="4" y="1122"/>
                  </a:cubicBezTo>
                  <a:lnTo>
                    <a:pt x="1" y="1122"/>
                  </a:lnTo>
                  <a:lnTo>
                    <a:pt x="0" y="1128"/>
                  </a:lnTo>
                  <a:cubicBezTo>
                    <a:pt x="0" y="1128"/>
                    <a:pt x="0" y="1128"/>
                    <a:pt x="0" y="1129"/>
                  </a:cubicBezTo>
                  <a:lnTo>
                    <a:pt x="132" y="1133"/>
                  </a:lnTo>
                  <a:lnTo>
                    <a:pt x="155" y="1138"/>
                  </a:lnTo>
                  <a:cubicBezTo>
                    <a:pt x="157" y="1138"/>
                    <a:pt x="158" y="1138"/>
                    <a:pt x="159" y="1139"/>
                  </a:cubicBezTo>
                  <a:lnTo>
                    <a:pt x="172" y="1150"/>
                  </a:lnTo>
                  <a:cubicBezTo>
                    <a:pt x="174" y="1151"/>
                    <a:pt x="175" y="1153"/>
                    <a:pt x="175" y="1155"/>
                  </a:cubicBezTo>
                  <a:lnTo>
                    <a:pt x="176" y="1167"/>
                  </a:lnTo>
                  <a:cubicBezTo>
                    <a:pt x="176" y="1168"/>
                    <a:pt x="176" y="1169"/>
                    <a:pt x="175" y="1170"/>
                  </a:cubicBezTo>
                  <a:lnTo>
                    <a:pt x="172" y="1184"/>
                  </a:lnTo>
                  <a:lnTo>
                    <a:pt x="168" y="1195"/>
                  </a:lnTo>
                  <a:lnTo>
                    <a:pt x="175" y="1198"/>
                  </a:lnTo>
                  <a:lnTo>
                    <a:pt x="194" y="1204"/>
                  </a:lnTo>
                  <a:lnTo>
                    <a:pt x="264" y="1207"/>
                  </a:lnTo>
                  <a:lnTo>
                    <a:pt x="269" y="1205"/>
                  </a:lnTo>
                  <a:lnTo>
                    <a:pt x="265" y="1200"/>
                  </a:lnTo>
                  <a:lnTo>
                    <a:pt x="251" y="1190"/>
                  </a:lnTo>
                  <a:lnTo>
                    <a:pt x="236" y="1175"/>
                  </a:lnTo>
                  <a:cubicBezTo>
                    <a:pt x="235" y="1174"/>
                    <a:pt x="235" y="1173"/>
                    <a:pt x="234" y="1172"/>
                  </a:cubicBezTo>
                  <a:lnTo>
                    <a:pt x="228" y="1149"/>
                  </a:lnTo>
                  <a:cubicBezTo>
                    <a:pt x="227" y="1148"/>
                    <a:pt x="227" y="1147"/>
                    <a:pt x="227" y="1147"/>
                  </a:cubicBezTo>
                  <a:lnTo>
                    <a:pt x="227" y="1099"/>
                  </a:lnTo>
                  <a:lnTo>
                    <a:pt x="226" y="1094"/>
                  </a:lnTo>
                  <a:lnTo>
                    <a:pt x="211" y="1071"/>
                  </a:lnTo>
                  <a:cubicBezTo>
                    <a:pt x="211" y="1070"/>
                    <a:pt x="210" y="1068"/>
                    <a:pt x="210" y="1067"/>
                  </a:cubicBezTo>
                  <a:lnTo>
                    <a:pt x="210" y="1063"/>
                  </a:lnTo>
                  <a:cubicBezTo>
                    <a:pt x="210" y="1060"/>
                    <a:pt x="212" y="1057"/>
                    <a:pt x="214" y="1056"/>
                  </a:cubicBezTo>
                  <a:cubicBezTo>
                    <a:pt x="217" y="1054"/>
                    <a:pt x="220" y="1054"/>
                    <a:pt x="222" y="1056"/>
                  </a:cubicBezTo>
                  <a:lnTo>
                    <a:pt x="231" y="1061"/>
                  </a:lnTo>
                  <a:cubicBezTo>
                    <a:pt x="232" y="1061"/>
                    <a:pt x="233" y="1062"/>
                    <a:pt x="233" y="1063"/>
                  </a:cubicBezTo>
                  <a:lnTo>
                    <a:pt x="240" y="1073"/>
                  </a:lnTo>
                  <a:lnTo>
                    <a:pt x="246" y="1086"/>
                  </a:lnTo>
                  <a:lnTo>
                    <a:pt x="250" y="1098"/>
                  </a:lnTo>
                  <a:lnTo>
                    <a:pt x="251" y="1111"/>
                  </a:lnTo>
                  <a:lnTo>
                    <a:pt x="250" y="1150"/>
                  </a:lnTo>
                  <a:lnTo>
                    <a:pt x="257" y="1165"/>
                  </a:lnTo>
                  <a:lnTo>
                    <a:pt x="272" y="1180"/>
                  </a:lnTo>
                  <a:lnTo>
                    <a:pt x="290" y="1190"/>
                  </a:lnTo>
                  <a:lnTo>
                    <a:pt x="289" y="1188"/>
                  </a:lnTo>
                  <a:cubicBezTo>
                    <a:pt x="288" y="1186"/>
                    <a:pt x="287" y="1183"/>
                    <a:pt x="288" y="1181"/>
                  </a:cubicBezTo>
                  <a:lnTo>
                    <a:pt x="293" y="1171"/>
                  </a:lnTo>
                  <a:cubicBezTo>
                    <a:pt x="293" y="1170"/>
                    <a:pt x="294" y="1169"/>
                    <a:pt x="295" y="1169"/>
                  </a:cubicBezTo>
                  <a:lnTo>
                    <a:pt x="300" y="1164"/>
                  </a:lnTo>
                  <a:cubicBezTo>
                    <a:pt x="300" y="1164"/>
                    <a:pt x="302" y="1163"/>
                    <a:pt x="303" y="1163"/>
                  </a:cubicBezTo>
                  <a:lnTo>
                    <a:pt x="313" y="1160"/>
                  </a:lnTo>
                  <a:lnTo>
                    <a:pt x="317" y="1157"/>
                  </a:lnTo>
                  <a:lnTo>
                    <a:pt x="331" y="1150"/>
                  </a:lnTo>
                  <a:cubicBezTo>
                    <a:pt x="334" y="1149"/>
                    <a:pt x="336" y="1149"/>
                    <a:pt x="339" y="1151"/>
                  </a:cubicBezTo>
                  <a:lnTo>
                    <a:pt x="363" y="1165"/>
                  </a:lnTo>
                  <a:lnTo>
                    <a:pt x="369" y="1162"/>
                  </a:lnTo>
                  <a:cubicBezTo>
                    <a:pt x="371" y="1162"/>
                    <a:pt x="372" y="1162"/>
                    <a:pt x="374" y="1162"/>
                  </a:cubicBezTo>
                  <a:lnTo>
                    <a:pt x="383" y="1165"/>
                  </a:lnTo>
                  <a:lnTo>
                    <a:pt x="389" y="1160"/>
                  </a:lnTo>
                  <a:lnTo>
                    <a:pt x="393" y="1150"/>
                  </a:lnTo>
                  <a:lnTo>
                    <a:pt x="389" y="1137"/>
                  </a:lnTo>
                  <a:lnTo>
                    <a:pt x="383" y="1133"/>
                  </a:lnTo>
                  <a:lnTo>
                    <a:pt x="378" y="1130"/>
                  </a:lnTo>
                  <a:cubicBezTo>
                    <a:pt x="378" y="1130"/>
                    <a:pt x="377" y="1129"/>
                    <a:pt x="376" y="1128"/>
                  </a:cubicBezTo>
                  <a:lnTo>
                    <a:pt x="372" y="1123"/>
                  </a:lnTo>
                  <a:cubicBezTo>
                    <a:pt x="371" y="1122"/>
                    <a:pt x="370" y="1120"/>
                    <a:pt x="370" y="1119"/>
                  </a:cubicBezTo>
                  <a:lnTo>
                    <a:pt x="367" y="1106"/>
                  </a:lnTo>
                  <a:cubicBezTo>
                    <a:pt x="367" y="1105"/>
                    <a:pt x="367" y="1104"/>
                    <a:pt x="367" y="1103"/>
                  </a:cubicBezTo>
                  <a:lnTo>
                    <a:pt x="371" y="1088"/>
                  </a:lnTo>
                  <a:lnTo>
                    <a:pt x="374" y="1078"/>
                  </a:lnTo>
                  <a:cubicBezTo>
                    <a:pt x="374" y="1078"/>
                    <a:pt x="375" y="1077"/>
                    <a:pt x="375" y="1076"/>
                  </a:cubicBezTo>
                  <a:lnTo>
                    <a:pt x="379" y="1072"/>
                  </a:lnTo>
                  <a:cubicBezTo>
                    <a:pt x="381" y="1068"/>
                    <a:pt x="386" y="1068"/>
                    <a:pt x="389" y="1070"/>
                  </a:cubicBezTo>
                  <a:lnTo>
                    <a:pt x="392" y="1072"/>
                  </a:lnTo>
                  <a:cubicBezTo>
                    <a:pt x="393" y="1072"/>
                    <a:pt x="394" y="1073"/>
                    <a:pt x="394" y="1074"/>
                  </a:cubicBezTo>
                  <a:lnTo>
                    <a:pt x="401" y="1082"/>
                  </a:lnTo>
                  <a:lnTo>
                    <a:pt x="409" y="1082"/>
                  </a:lnTo>
                  <a:lnTo>
                    <a:pt x="414" y="1083"/>
                  </a:lnTo>
                  <a:lnTo>
                    <a:pt x="426" y="1086"/>
                  </a:lnTo>
                  <a:cubicBezTo>
                    <a:pt x="427" y="1087"/>
                    <a:pt x="429" y="1088"/>
                    <a:pt x="430" y="1089"/>
                  </a:cubicBezTo>
                  <a:lnTo>
                    <a:pt x="432" y="1093"/>
                  </a:lnTo>
                  <a:cubicBezTo>
                    <a:pt x="433" y="1094"/>
                    <a:pt x="434" y="1096"/>
                    <a:pt x="434" y="1097"/>
                  </a:cubicBezTo>
                  <a:lnTo>
                    <a:pt x="434" y="1102"/>
                  </a:lnTo>
                  <a:lnTo>
                    <a:pt x="437" y="1110"/>
                  </a:lnTo>
                  <a:lnTo>
                    <a:pt x="444" y="1119"/>
                  </a:lnTo>
                  <a:lnTo>
                    <a:pt x="452" y="1120"/>
                  </a:lnTo>
                  <a:lnTo>
                    <a:pt x="464" y="1116"/>
                  </a:lnTo>
                  <a:lnTo>
                    <a:pt x="477" y="1107"/>
                  </a:lnTo>
                  <a:cubicBezTo>
                    <a:pt x="479" y="1106"/>
                    <a:pt x="482" y="1106"/>
                    <a:pt x="485" y="1107"/>
                  </a:cubicBezTo>
                  <a:cubicBezTo>
                    <a:pt x="487" y="1108"/>
                    <a:pt x="489" y="1110"/>
                    <a:pt x="489" y="1113"/>
                  </a:cubicBezTo>
                  <a:lnTo>
                    <a:pt x="491" y="1129"/>
                  </a:lnTo>
                  <a:cubicBezTo>
                    <a:pt x="491" y="1131"/>
                    <a:pt x="491" y="1132"/>
                    <a:pt x="491" y="1133"/>
                  </a:cubicBezTo>
                  <a:lnTo>
                    <a:pt x="484" y="1149"/>
                  </a:lnTo>
                  <a:cubicBezTo>
                    <a:pt x="484" y="1149"/>
                    <a:pt x="484" y="1150"/>
                    <a:pt x="483" y="1151"/>
                  </a:cubicBezTo>
                  <a:lnTo>
                    <a:pt x="473" y="1163"/>
                  </a:lnTo>
                  <a:lnTo>
                    <a:pt x="462" y="1172"/>
                  </a:lnTo>
                  <a:cubicBezTo>
                    <a:pt x="461" y="1173"/>
                    <a:pt x="460" y="1173"/>
                    <a:pt x="459" y="1173"/>
                  </a:cubicBezTo>
                  <a:lnTo>
                    <a:pt x="446" y="1178"/>
                  </a:lnTo>
                  <a:cubicBezTo>
                    <a:pt x="445" y="1178"/>
                    <a:pt x="444" y="1178"/>
                    <a:pt x="443" y="1178"/>
                  </a:cubicBezTo>
                  <a:lnTo>
                    <a:pt x="401" y="1178"/>
                  </a:lnTo>
                  <a:lnTo>
                    <a:pt x="390" y="1184"/>
                  </a:lnTo>
                  <a:lnTo>
                    <a:pt x="385" y="1194"/>
                  </a:lnTo>
                  <a:lnTo>
                    <a:pt x="387" y="1204"/>
                  </a:lnTo>
                  <a:lnTo>
                    <a:pt x="397" y="1215"/>
                  </a:lnTo>
                  <a:lnTo>
                    <a:pt x="406" y="1217"/>
                  </a:lnTo>
                  <a:lnTo>
                    <a:pt x="435" y="1217"/>
                  </a:lnTo>
                  <a:lnTo>
                    <a:pt x="440" y="1214"/>
                  </a:lnTo>
                  <a:cubicBezTo>
                    <a:pt x="442" y="1214"/>
                    <a:pt x="443" y="1214"/>
                    <a:pt x="444" y="1214"/>
                  </a:cubicBezTo>
                  <a:lnTo>
                    <a:pt x="465" y="1217"/>
                  </a:lnTo>
                  <a:lnTo>
                    <a:pt x="530" y="1202"/>
                  </a:lnTo>
                  <a:cubicBezTo>
                    <a:pt x="532" y="1201"/>
                    <a:pt x="534" y="1202"/>
                    <a:pt x="536" y="1203"/>
                  </a:cubicBezTo>
                  <a:lnTo>
                    <a:pt x="550" y="1213"/>
                  </a:lnTo>
                  <a:cubicBezTo>
                    <a:pt x="552" y="1214"/>
                    <a:pt x="554" y="1217"/>
                    <a:pt x="554" y="1219"/>
                  </a:cubicBezTo>
                  <a:lnTo>
                    <a:pt x="554" y="1254"/>
                  </a:lnTo>
                  <a:lnTo>
                    <a:pt x="557" y="1257"/>
                  </a:lnTo>
                  <a:cubicBezTo>
                    <a:pt x="558" y="1257"/>
                    <a:pt x="559" y="1257"/>
                    <a:pt x="560" y="1258"/>
                  </a:cubicBezTo>
                  <a:cubicBezTo>
                    <a:pt x="562" y="1259"/>
                    <a:pt x="564" y="1262"/>
                    <a:pt x="564" y="1265"/>
                  </a:cubicBezTo>
                  <a:lnTo>
                    <a:pt x="562" y="1276"/>
                  </a:lnTo>
                  <a:lnTo>
                    <a:pt x="553" y="1297"/>
                  </a:lnTo>
                  <a:lnTo>
                    <a:pt x="554" y="1299"/>
                  </a:lnTo>
                  <a:lnTo>
                    <a:pt x="556" y="1300"/>
                  </a:lnTo>
                  <a:lnTo>
                    <a:pt x="569" y="1299"/>
                  </a:lnTo>
                  <a:cubicBezTo>
                    <a:pt x="571" y="1299"/>
                    <a:pt x="572" y="1299"/>
                    <a:pt x="573" y="1300"/>
                  </a:cubicBezTo>
                  <a:lnTo>
                    <a:pt x="577" y="1302"/>
                  </a:lnTo>
                  <a:lnTo>
                    <a:pt x="581" y="1300"/>
                  </a:lnTo>
                  <a:cubicBezTo>
                    <a:pt x="582" y="1300"/>
                    <a:pt x="583" y="1300"/>
                    <a:pt x="583" y="1300"/>
                  </a:cubicBezTo>
                  <a:lnTo>
                    <a:pt x="596" y="1299"/>
                  </a:lnTo>
                  <a:lnTo>
                    <a:pt x="610" y="1300"/>
                  </a:lnTo>
                  <a:cubicBezTo>
                    <a:pt x="611" y="1301"/>
                    <a:pt x="613" y="1301"/>
                    <a:pt x="614" y="1302"/>
                  </a:cubicBezTo>
                  <a:lnTo>
                    <a:pt x="619" y="1307"/>
                  </a:lnTo>
                  <a:lnTo>
                    <a:pt x="620" y="1307"/>
                  </a:lnTo>
                  <a:lnTo>
                    <a:pt x="625" y="1304"/>
                  </a:lnTo>
                  <a:lnTo>
                    <a:pt x="633" y="1298"/>
                  </a:lnTo>
                  <a:cubicBezTo>
                    <a:pt x="635" y="1296"/>
                    <a:pt x="639" y="1296"/>
                    <a:pt x="642" y="1297"/>
                  </a:cubicBezTo>
                  <a:lnTo>
                    <a:pt x="646" y="1299"/>
                  </a:lnTo>
                  <a:cubicBezTo>
                    <a:pt x="647" y="1300"/>
                    <a:pt x="648" y="1301"/>
                    <a:pt x="649" y="1302"/>
                  </a:cubicBezTo>
                  <a:lnTo>
                    <a:pt x="663" y="1319"/>
                  </a:lnTo>
                  <a:lnTo>
                    <a:pt x="668" y="1322"/>
                  </a:lnTo>
                  <a:cubicBezTo>
                    <a:pt x="669" y="1322"/>
                    <a:pt x="670" y="1323"/>
                    <a:pt x="670" y="1323"/>
                  </a:cubicBezTo>
                  <a:lnTo>
                    <a:pt x="671" y="1324"/>
                  </a:lnTo>
                  <a:lnTo>
                    <a:pt x="671" y="1324"/>
                  </a:lnTo>
                  <a:cubicBezTo>
                    <a:pt x="672" y="1322"/>
                    <a:pt x="673" y="1321"/>
                    <a:pt x="674" y="1320"/>
                  </a:cubicBezTo>
                  <a:lnTo>
                    <a:pt x="675" y="1319"/>
                  </a:lnTo>
                  <a:cubicBezTo>
                    <a:pt x="677" y="1317"/>
                    <a:pt x="679" y="1316"/>
                    <a:pt x="681" y="1316"/>
                  </a:cubicBezTo>
                  <a:lnTo>
                    <a:pt x="707" y="1318"/>
                  </a:lnTo>
                  <a:cubicBezTo>
                    <a:pt x="708" y="1318"/>
                    <a:pt x="709" y="1318"/>
                    <a:pt x="710" y="1318"/>
                  </a:cubicBezTo>
                  <a:lnTo>
                    <a:pt x="720" y="1324"/>
                  </a:lnTo>
                  <a:cubicBezTo>
                    <a:pt x="723" y="1325"/>
                    <a:pt x="725" y="1329"/>
                    <a:pt x="724" y="1333"/>
                  </a:cubicBezTo>
                  <a:lnTo>
                    <a:pt x="722" y="1339"/>
                  </a:lnTo>
                  <a:lnTo>
                    <a:pt x="736" y="1346"/>
                  </a:lnTo>
                  <a:lnTo>
                    <a:pt x="744" y="1349"/>
                  </a:lnTo>
                  <a:lnTo>
                    <a:pt x="753" y="1349"/>
                  </a:lnTo>
                  <a:cubicBezTo>
                    <a:pt x="754" y="1350"/>
                    <a:pt x="755" y="1350"/>
                    <a:pt x="756" y="1350"/>
                  </a:cubicBezTo>
                  <a:lnTo>
                    <a:pt x="760" y="1352"/>
                  </a:lnTo>
                  <a:cubicBezTo>
                    <a:pt x="763" y="1353"/>
                    <a:pt x="764" y="1356"/>
                    <a:pt x="765" y="1359"/>
                  </a:cubicBezTo>
                  <a:lnTo>
                    <a:pt x="765" y="1363"/>
                  </a:lnTo>
                  <a:lnTo>
                    <a:pt x="772" y="1364"/>
                  </a:lnTo>
                  <a:cubicBezTo>
                    <a:pt x="773" y="1364"/>
                    <a:pt x="774" y="1364"/>
                    <a:pt x="775" y="1364"/>
                  </a:cubicBezTo>
                  <a:lnTo>
                    <a:pt x="778" y="1366"/>
                  </a:lnTo>
                  <a:cubicBezTo>
                    <a:pt x="779" y="1366"/>
                    <a:pt x="779" y="1366"/>
                    <a:pt x="780" y="1367"/>
                  </a:cubicBezTo>
                  <a:lnTo>
                    <a:pt x="783" y="1370"/>
                  </a:lnTo>
                  <a:cubicBezTo>
                    <a:pt x="785" y="1371"/>
                    <a:pt x="786" y="1374"/>
                    <a:pt x="786" y="1377"/>
                  </a:cubicBezTo>
                  <a:cubicBezTo>
                    <a:pt x="786" y="1379"/>
                    <a:pt x="784" y="1382"/>
                    <a:pt x="782" y="1383"/>
                  </a:cubicBezTo>
                  <a:lnTo>
                    <a:pt x="767" y="1391"/>
                  </a:lnTo>
                  <a:lnTo>
                    <a:pt x="768" y="1394"/>
                  </a:lnTo>
                  <a:lnTo>
                    <a:pt x="770" y="1396"/>
                  </a:lnTo>
                  <a:lnTo>
                    <a:pt x="792" y="1405"/>
                  </a:lnTo>
                  <a:lnTo>
                    <a:pt x="799" y="1406"/>
                  </a:lnTo>
                  <a:lnTo>
                    <a:pt x="799" y="1406"/>
                  </a:lnTo>
                  <a:lnTo>
                    <a:pt x="801" y="1400"/>
                  </a:lnTo>
                  <a:cubicBezTo>
                    <a:pt x="801" y="1399"/>
                    <a:pt x="801" y="1398"/>
                    <a:pt x="802" y="1397"/>
                  </a:cubicBezTo>
                  <a:lnTo>
                    <a:pt x="805" y="1392"/>
                  </a:lnTo>
                  <a:cubicBezTo>
                    <a:pt x="807" y="1390"/>
                    <a:pt x="809" y="1388"/>
                    <a:pt x="812" y="1388"/>
                  </a:cubicBezTo>
                  <a:lnTo>
                    <a:pt x="814" y="1388"/>
                  </a:lnTo>
                  <a:lnTo>
                    <a:pt x="812" y="1386"/>
                  </a:lnTo>
                  <a:lnTo>
                    <a:pt x="806" y="1383"/>
                  </a:lnTo>
                  <a:cubicBezTo>
                    <a:pt x="803" y="1382"/>
                    <a:pt x="801" y="1379"/>
                    <a:pt x="801" y="1376"/>
                  </a:cubicBezTo>
                  <a:cubicBezTo>
                    <a:pt x="800" y="1373"/>
                    <a:pt x="802" y="1370"/>
                    <a:pt x="805" y="1368"/>
                  </a:cubicBezTo>
                  <a:lnTo>
                    <a:pt x="819" y="1361"/>
                  </a:lnTo>
                  <a:lnTo>
                    <a:pt x="829" y="1358"/>
                  </a:lnTo>
                  <a:cubicBezTo>
                    <a:pt x="830" y="1358"/>
                    <a:pt x="830" y="1358"/>
                    <a:pt x="831" y="1358"/>
                  </a:cubicBezTo>
                  <a:lnTo>
                    <a:pt x="839" y="1358"/>
                  </a:lnTo>
                  <a:cubicBezTo>
                    <a:pt x="842" y="1358"/>
                    <a:pt x="845" y="1360"/>
                    <a:pt x="846" y="1362"/>
                  </a:cubicBezTo>
                  <a:cubicBezTo>
                    <a:pt x="847" y="1364"/>
                    <a:pt x="847" y="1365"/>
                    <a:pt x="847" y="1367"/>
                  </a:cubicBezTo>
                  <a:cubicBezTo>
                    <a:pt x="847" y="1367"/>
                    <a:pt x="847" y="1367"/>
                    <a:pt x="848" y="1367"/>
                  </a:cubicBezTo>
                  <a:lnTo>
                    <a:pt x="863" y="1367"/>
                  </a:lnTo>
                  <a:cubicBezTo>
                    <a:pt x="864" y="1367"/>
                    <a:pt x="864" y="1367"/>
                    <a:pt x="865" y="1367"/>
                  </a:cubicBezTo>
                  <a:lnTo>
                    <a:pt x="880" y="1371"/>
                  </a:lnTo>
                  <a:cubicBezTo>
                    <a:pt x="881" y="1371"/>
                    <a:pt x="881" y="1371"/>
                    <a:pt x="882" y="1372"/>
                  </a:cubicBezTo>
                  <a:lnTo>
                    <a:pt x="893" y="1380"/>
                  </a:lnTo>
                  <a:lnTo>
                    <a:pt x="927" y="1381"/>
                  </a:lnTo>
                  <a:cubicBezTo>
                    <a:pt x="928" y="1382"/>
                    <a:pt x="930" y="1382"/>
                    <a:pt x="931" y="1383"/>
                  </a:cubicBezTo>
                  <a:lnTo>
                    <a:pt x="935" y="1386"/>
                  </a:lnTo>
                  <a:cubicBezTo>
                    <a:pt x="938" y="1387"/>
                    <a:pt x="939" y="1390"/>
                    <a:pt x="939" y="1393"/>
                  </a:cubicBezTo>
                  <a:lnTo>
                    <a:pt x="939" y="1399"/>
                  </a:lnTo>
                  <a:cubicBezTo>
                    <a:pt x="939" y="1400"/>
                    <a:pt x="939" y="1401"/>
                    <a:pt x="939" y="1402"/>
                  </a:cubicBezTo>
                  <a:lnTo>
                    <a:pt x="938" y="1404"/>
                  </a:lnTo>
                  <a:lnTo>
                    <a:pt x="942" y="1392"/>
                  </a:lnTo>
                  <a:lnTo>
                    <a:pt x="943" y="1382"/>
                  </a:lnTo>
                  <a:lnTo>
                    <a:pt x="947" y="1371"/>
                  </a:lnTo>
                  <a:cubicBezTo>
                    <a:pt x="948" y="1369"/>
                    <a:pt x="949" y="1367"/>
                    <a:pt x="950" y="1366"/>
                  </a:cubicBezTo>
                  <a:lnTo>
                    <a:pt x="961" y="1359"/>
                  </a:lnTo>
                  <a:cubicBezTo>
                    <a:pt x="962" y="1359"/>
                    <a:pt x="963" y="1359"/>
                    <a:pt x="964" y="1358"/>
                  </a:cubicBezTo>
                  <a:lnTo>
                    <a:pt x="970" y="1357"/>
                  </a:lnTo>
                  <a:lnTo>
                    <a:pt x="1011" y="1359"/>
                  </a:lnTo>
                  <a:lnTo>
                    <a:pt x="1019" y="1362"/>
                  </a:lnTo>
                  <a:lnTo>
                    <a:pt x="1023" y="1363"/>
                  </a:lnTo>
                  <a:cubicBezTo>
                    <a:pt x="1024" y="1363"/>
                    <a:pt x="1025" y="1363"/>
                    <a:pt x="1026" y="1364"/>
                  </a:cubicBezTo>
                  <a:lnTo>
                    <a:pt x="1031" y="1367"/>
                  </a:lnTo>
                  <a:cubicBezTo>
                    <a:pt x="1033" y="1368"/>
                    <a:pt x="1034" y="1369"/>
                    <a:pt x="1035" y="1371"/>
                  </a:cubicBezTo>
                  <a:lnTo>
                    <a:pt x="1038" y="1382"/>
                  </a:lnTo>
                  <a:lnTo>
                    <a:pt x="1042" y="1382"/>
                  </a:lnTo>
                  <a:lnTo>
                    <a:pt x="1041" y="1380"/>
                  </a:lnTo>
                  <a:cubicBezTo>
                    <a:pt x="1039" y="1378"/>
                    <a:pt x="1039" y="1374"/>
                    <a:pt x="1041" y="1372"/>
                  </a:cubicBezTo>
                  <a:lnTo>
                    <a:pt x="1042" y="1369"/>
                  </a:lnTo>
                  <a:lnTo>
                    <a:pt x="1042" y="1367"/>
                  </a:lnTo>
                  <a:lnTo>
                    <a:pt x="1042" y="1361"/>
                  </a:lnTo>
                  <a:cubicBezTo>
                    <a:pt x="1042" y="1359"/>
                    <a:pt x="1043" y="1358"/>
                    <a:pt x="1043" y="1358"/>
                  </a:cubicBezTo>
                  <a:lnTo>
                    <a:pt x="1047" y="1349"/>
                  </a:lnTo>
                  <a:cubicBezTo>
                    <a:pt x="1048" y="1348"/>
                    <a:pt x="1049" y="1347"/>
                    <a:pt x="1050" y="1346"/>
                  </a:cubicBezTo>
                  <a:lnTo>
                    <a:pt x="1054" y="1342"/>
                  </a:lnTo>
                  <a:cubicBezTo>
                    <a:pt x="1056" y="1341"/>
                    <a:pt x="1057" y="1341"/>
                    <a:pt x="1058" y="1341"/>
                  </a:cubicBezTo>
                  <a:lnTo>
                    <a:pt x="1073" y="1340"/>
                  </a:lnTo>
                  <a:lnTo>
                    <a:pt x="1081" y="1335"/>
                  </a:lnTo>
                  <a:lnTo>
                    <a:pt x="1092" y="1331"/>
                  </a:lnTo>
                  <a:cubicBezTo>
                    <a:pt x="1093" y="1331"/>
                    <a:pt x="1094" y="1331"/>
                    <a:pt x="1095" y="1330"/>
                  </a:cubicBezTo>
                  <a:lnTo>
                    <a:pt x="1101" y="1330"/>
                  </a:lnTo>
                  <a:lnTo>
                    <a:pt x="1113" y="1331"/>
                  </a:lnTo>
                  <a:lnTo>
                    <a:pt x="1116" y="1331"/>
                  </a:lnTo>
                  <a:lnTo>
                    <a:pt x="1122" y="1326"/>
                  </a:lnTo>
                  <a:lnTo>
                    <a:pt x="1129" y="1319"/>
                  </a:lnTo>
                  <a:cubicBezTo>
                    <a:pt x="1129" y="1318"/>
                    <a:pt x="1130" y="1318"/>
                    <a:pt x="1130" y="1317"/>
                  </a:cubicBezTo>
                  <a:lnTo>
                    <a:pt x="1140" y="1312"/>
                  </a:lnTo>
                  <a:cubicBezTo>
                    <a:pt x="1141" y="1311"/>
                    <a:pt x="1143" y="1310"/>
                    <a:pt x="1145" y="1311"/>
                  </a:cubicBezTo>
                  <a:lnTo>
                    <a:pt x="1158" y="1312"/>
                  </a:lnTo>
                  <a:cubicBezTo>
                    <a:pt x="1159" y="1312"/>
                    <a:pt x="1161" y="1313"/>
                    <a:pt x="1162" y="1314"/>
                  </a:cubicBezTo>
                  <a:lnTo>
                    <a:pt x="1167" y="1318"/>
                  </a:lnTo>
                  <a:cubicBezTo>
                    <a:pt x="1168" y="1319"/>
                    <a:pt x="1169" y="1320"/>
                    <a:pt x="1170" y="1321"/>
                  </a:cubicBezTo>
                  <a:lnTo>
                    <a:pt x="1173" y="1331"/>
                  </a:lnTo>
                  <a:lnTo>
                    <a:pt x="1177" y="1328"/>
                  </a:lnTo>
                  <a:lnTo>
                    <a:pt x="1177" y="1327"/>
                  </a:lnTo>
                  <a:cubicBezTo>
                    <a:pt x="1176" y="1324"/>
                    <a:pt x="1177" y="1320"/>
                    <a:pt x="1179" y="1318"/>
                  </a:cubicBezTo>
                  <a:lnTo>
                    <a:pt x="1198" y="1303"/>
                  </a:lnTo>
                  <a:lnTo>
                    <a:pt x="1196" y="1301"/>
                  </a:lnTo>
                  <a:cubicBezTo>
                    <a:pt x="1195" y="1300"/>
                    <a:pt x="1195" y="1299"/>
                    <a:pt x="1194" y="1297"/>
                  </a:cubicBezTo>
                  <a:lnTo>
                    <a:pt x="1193" y="1294"/>
                  </a:lnTo>
                  <a:cubicBezTo>
                    <a:pt x="1193" y="1293"/>
                    <a:pt x="1193" y="1292"/>
                    <a:pt x="1193" y="1291"/>
                  </a:cubicBezTo>
                  <a:lnTo>
                    <a:pt x="1195" y="1284"/>
                  </a:lnTo>
                  <a:cubicBezTo>
                    <a:pt x="1195" y="1283"/>
                    <a:pt x="1195" y="1282"/>
                    <a:pt x="1196" y="1281"/>
                  </a:cubicBezTo>
                  <a:lnTo>
                    <a:pt x="1197" y="1279"/>
                  </a:lnTo>
                  <a:cubicBezTo>
                    <a:pt x="1198" y="1278"/>
                    <a:pt x="1198" y="1277"/>
                    <a:pt x="1199" y="1277"/>
                  </a:cubicBezTo>
                  <a:lnTo>
                    <a:pt x="1201" y="1274"/>
                  </a:lnTo>
                  <a:lnTo>
                    <a:pt x="1202" y="1271"/>
                  </a:lnTo>
                  <a:lnTo>
                    <a:pt x="1164" y="1273"/>
                  </a:lnTo>
                  <a:cubicBezTo>
                    <a:pt x="1163" y="1273"/>
                    <a:pt x="1162" y="1273"/>
                    <a:pt x="1161" y="1272"/>
                  </a:cubicBezTo>
                  <a:lnTo>
                    <a:pt x="1158" y="1271"/>
                  </a:lnTo>
                  <a:cubicBezTo>
                    <a:pt x="1154" y="1270"/>
                    <a:pt x="1152" y="1266"/>
                    <a:pt x="1153" y="1262"/>
                  </a:cubicBezTo>
                  <a:lnTo>
                    <a:pt x="1154" y="1257"/>
                  </a:lnTo>
                  <a:cubicBezTo>
                    <a:pt x="1154" y="1255"/>
                    <a:pt x="1155" y="1253"/>
                    <a:pt x="1157" y="1252"/>
                  </a:cubicBezTo>
                  <a:lnTo>
                    <a:pt x="1164" y="1246"/>
                  </a:lnTo>
                  <a:lnTo>
                    <a:pt x="1179" y="1238"/>
                  </a:lnTo>
                  <a:cubicBezTo>
                    <a:pt x="1180" y="1237"/>
                    <a:pt x="1180" y="1237"/>
                    <a:pt x="1181" y="1237"/>
                  </a:cubicBezTo>
                  <a:lnTo>
                    <a:pt x="1189" y="1236"/>
                  </a:lnTo>
                  <a:lnTo>
                    <a:pt x="1191" y="1234"/>
                  </a:lnTo>
                  <a:lnTo>
                    <a:pt x="1193" y="1228"/>
                  </a:lnTo>
                  <a:lnTo>
                    <a:pt x="1198" y="1218"/>
                  </a:lnTo>
                  <a:cubicBezTo>
                    <a:pt x="1198" y="1217"/>
                    <a:pt x="1199" y="1216"/>
                    <a:pt x="1199" y="1216"/>
                  </a:cubicBezTo>
                  <a:lnTo>
                    <a:pt x="1208" y="1208"/>
                  </a:lnTo>
                  <a:cubicBezTo>
                    <a:pt x="1208" y="1208"/>
                    <a:pt x="1209" y="1207"/>
                    <a:pt x="1210" y="1207"/>
                  </a:cubicBezTo>
                  <a:lnTo>
                    <a:pt x="1219" y="1203"/>
                  </a:lnTo>
                  <a:lnTo>
                    <a:pt x="1222" y="1186"/>
                  </a:lnTo>
                  <a:lnTo>
                    <a:pt x="1226" y="1172"/>
                  </a:lnTo>
                  <a:lnTo>
                    <a:pt x="1232" y="1160"/>
                  </a:lnTo>
                  <a:cubicBezTo>
                    <a:pt x="1232" y="1159"/>
                    <a:pt x="1233" y="1158"/>
                    <a:pt x="1233" y="1157"/>
                  </a:cubicBezTo>
                  <a:lnTo>
                    <a:pt x="1240" y="1150"/>
                  </a:lnTo>
                  <a:cubicBezTo>
                    <a:pt x="1243" y="1147"/>
                    <a:pt x="1247" y="1147"/>
                    <a:pt x="1251" y="1150"/>
                  </a:cubicBezTo>
                  <a:lnTo>
                    <a:pt x="1259" y="1156"/>
                  </a:lnTo>
                  <a:lnTo>
                    <a:pt x="1269" y="1159"/>
                  </a:lnTo>
                  <a:lnTo>
                    <a:pt x="1287" y="1158"/>
                  </a:lnTo>
                  <a:lnTo>
                    <a:pt x="1289" y="1154"/>
                  </a:lnTo>
                  <a:cubicBezTo>
                    <a:pt x="1289" y="1154"/>
                    <a:pt x="1290" y="1153"/>
                    <a:pt x="1290" y="1152"/>
                  </a:cubicBezTo>
                  <a:lnTo>
                    <a:pt x="1293" y="1149"/>
                  </a:lnTo>
                  <a:cubicBezTo>
                    <a:pt x="1295" y="1147"/>
                    <a:pt x="1298" y="1146"/>
                    <a:pt x="1300" y="1147"/>
                  </a:cubicBezTo>
                  <a:cubicBezTo>
                    <a:pt x="1303" y="1147"/>
                    <a:pt x="1305" y="1149"/>
                    <a:pt x="1306" y="1151"/>
                  </a:cubicBezTo>
                  <a:lnTo>
                    <a:pt x="1306" y="1147"/>
                  </a:lnTo>
                  <a:cubicBezTo>
                    <a:pt x="1307" y="1146"/>
                    <a:pt x="1307" y="1145"/>
                    <a:pt x="1308" y="1144"/>
                  </a:cubicBezTo>
                  <a:lnTo>
                    <a:pt x="1310" y="1142"/>
                  </a:lnTo>
                  <a:cubicBezTo>
                    <a:pt x="1311" y="1140"/>
                    <a:pt x="1313" y="1138"/>
                    <a:pt x="1316" y="1138"/>
                  </a:cubicBezTo>
                  <a:lnTo>
                    <a:pt x="1317" y="1138"/>
                  </a:lnTo>
                  <a:lnTo>
                    <a:pt x="1334" y="1109"/>
                  </a:lnTo>
                  <a:lnTo>
                    <a:pt x="1334" y="1102"/>
                  </a:lnTo>
                  <a:cubicBezTo>
                    <a:pt x="1334" y="1100"/>
                    <a:pt x="1333" y="1098"/>
                    <a:pt x="1335" y="1096"/>
                  </a:cubicBezTo>
                  <a:lnTo>
                    <a:pt x="1341" y="1085"/>
                  </a:lnTo>
                  <a:cubicBezTo>
                    <a:pt x="1342" y="1084"/>
                    <a:pt x="1342" y="1083"/>
                    <a:pt x="1343" y="1083"/>
                  </a:cubicBezTo>
                  <a:lnTo>
                    <a:pt x="1351" y="1077"/>
                  </a:lnTo>
                  <a:lnTo>
                    <a:pt x="1360" y="1071"/>
                  </a:lnTo>
                  <a:lnTo>
                    <a:pt x="1367" y="1065"/>
                  </a:lnTo>
                  <a:cubicBezTo>
                    <a:pt x="1369" y="1064"/>
                    <a:pt x="1372" y="1063"/>
                    <a:pt x="1375" y="1064"/>
                  </a:cubicBezTo>
                  <a:lnTo>
                    <a:pt x="1384" y="1068"/>
                  </a:lnTo>
                  <a:lnTo>
                    <a:pt x="1393" y="1065"/>
                  </a:lnTo>
                  <a:lnTo>
                    <a:pt x="1404" y="1059"/>
                  </a:lnTo>
                  <a:lnTo>
                    <a:pt x="1419" y="1055"/>
                  </a:lnTo>
                  <a:cubicBezTo>
                    <a:pt x="1421" y="1054"/>
                    <a:pt x="1424" y="1054"/>
                    <a:pt x="1425" y="1055"/>
                  </a:cubicBezTo>
                  <a:lnTo>
                    <a:pt x="1425" y="1025"/>
                  </a:lnTo>
                  <a:cubicBezTo>
                    <a:pt x="1425" y="1024"/>
                    <a:pt x="1425" y="1023"/>
                    <a:pt x="1426" y="1022"/>
                  </a:cubicBezTo>
                  <a:lnTo>
                    <a:pt x="1427" y="1017"/>
                  </a:lnTo>
                  <a:cubicBezTo>
                    <a:pt x="1428" y="1016"/>
                    <a:pt x="1429" y="1014"/>
                    <a:pt x="1430" y="1013"/>
                  </a:cubicBezTo>
                  <a:lnTo>
                    <a:pt x="1433" y="1011"/>
                  </a:lnTo>
                  <a:lnTo>
                    <a:pt x="1436" y="1006"/>
                  </a:lnTo>
                  <a:lnTo>
                    <a:pt x="1441" y="999"/>
                  </a:lnTo>
                  <a:cubicBezTo>
                    <a:pt x="1442" y="998"/>
                    <a:pt x="1443" y="997"/>
                    <a:pt x="1445" y="996"/>
                  </a:cubicBezTo>
                  <a:lnTo>
                    <a:pt x="1453" y="994"/>
                  </a:lnTo>
                  <a:lnTo>
                    <a:pt x="1462" y="992"/>
                  </a:lnTo>
                  <a:lnTo>
                    <a:pt x="1469" y="989"/>
                  </a:lnTo>
                  <a:lnTo>
                    <a:pt x="1472" y="986"/>
                  </a:lnTo>
                  <a:lnTo>
                    <a:pt x="1481" y="973"/>
                  </a:lnTo>
                  <a:cubicBezTo>
                    <a:pt x="1481" y="972"/>
                    <a:pt x="1482" y="972"/>
                    <a:pt x="1482" y="971"/>
                  </a:cubicBezTo>
                  <a:lnTo>
                    <a:pt x="1488" y="966"/>
                  </a:lnTo>
                  <a:cubicBezTo>
                    <a:pt x="1490" y="964"/>
                    <a:pt x="1493" y="964"/>
                    <a:pt x="1496" y="965"/>
                  </a:cubicBezTo>
                  <a:lnTo>
                    <a:pt x="1505" y="968"/>
                  </a:lnTo>
                  <a:lnTo>
                    <a:pt x="1528" y="965"/>
                  </a:lnTo>
                  <a:cubicBezTo>
                    <a:pt x="1529" y="965"/>
                    <a:pt x="1530" y="965"/>
                    <a:pt x="1530" y="965"/>
                  </a:cubicBezTo>
                  <a:cubicBezTo>
                    <a:pt x="1530" y="964"/>
                    <a:pt x="1531" y="962"/>
                    <a:pt x="1531" y="961"/>
                  </a:cubicBezTo>
                  <a:lnTo>
                    <a:pt x="1536" y="954"/>
                  </a:lnTo>
                  <a:cubicBezTo>
                    <a:pt x="1537" y="953"/>
                    <a:pt x="1539" y="951"/>
                    <a:pt x="1541" y="951"/>
                  </a:cubicBezTo>
                  <a:lnTo>
                    <a:pt x="1544" y="950"/>
                  </a:lnTo>
                  <a:lnTo>
                    <a:pt x="1544" y="947"/>
                  </a:lnTo>
                  <a:cubicBezTo>
                    <a:pt x="1545" y="945"/>
                    <a:pt x="1545" y="944"/>
                    <a:pt x="1546" y="942"/>
                  </a:cubicBezTo>
                  <a:lnTo>
                    <a:pt x="1554" y="934"/>
                  </a:lnTo>
                  <a:cubicBezTo>
                    <a:pt x="1555" y="933"/>
                    <a:pt x="1556" y="932"/>
                    <a:pt x="1557" y="932"/>
                  </a:cubicBezTo>
                  <a:lnTo>
                    <a:pt x="1566" y="928"/>
                  </a:lnTo>
                  <a:cubicBezTo>
                    <a:pt x="1569" y="927"/>
                    <a:pt x="1571" y="927"/>
                    <a:pt x="1573" y="929"/>
                  </a:cubicBezTo>
                  <a:lnTo>
                    <a:pt x="1578" y="931"/>
                  </a:lnTo>
                  <a:cubicBezTo>
                    <a:pt x="1579" y="931"/>
                    <a:pt x="1580" y="930"/>
                    <a:pt x="1581" y="930"/>
                  </a:cubicBezTo>
                  <a:lnTo>
                    <a:pt x="1586" y="928"/>
                  </a:lnTo>
                  <a:cubicBezTo>
                    <a:pt x="1587" y="927"/>
                    <a:pt x="1589" y="927"/>
                    <a:pt x="1590" y="927"/>
                  </a:cubicBezTo>
                  <a:lnTo>
                    <a:pt x="1596" y="928"/>
                  </a:lnTo>
                  <a:lnTo>
                    <a:pt x="1596" y="925"/>
                  </a:lnTo>
                  <a:cubicBezTo>
                    <a:pt x="1596" y="924"/>
                    <a:pt x="1596" y="923"/>
                    <a:pt x="1596" y="922"/>
                  </a:cubicBezTo>
                  <a:lnTo>
                    <a:pt x="1596" y="920"/>
                  </a:lnTo>
                  <a:cubicBezTo>
                    <a:pt x="1597" y="917"/>
                    <a:pt x="1599" y="915"/>
                    <a:pt x="1601" y="914"/>
                  </a:cubicBezTo>
                  <a:lnTo>
                    <a:pt x="1603" y="913"/>
                  </a:lnTo>
                  <a:cubicBezTo>
                    <a:pt x="1605" y="913"/>
                    <a:pt x="1606" y="912"/>
                    <a:pt x="1607" y="912"/>
                  </a:cubicBezTo>
                  <a:lnTo>
                    <a:pt x="1608" y="913"/>
                  </a:lnTo>
                  <a:lnTo>
                    <a:pt x="1599" y="885"/>
                  </a:lnTo>
                  <a:lnTo>
                    <a:pt x="1597" y="866"/>
                  </a:lnTo>
                  <a:cubicBezTo>
                    <a:pt x="1597" y="865"/>
                    <a:pt x="1597" y="863"/>
                    <a:pt x="1598" y="862"/>
                  </a:cubicBezTo>
                  <a:lnTo>
                    <a:pt x="1606" y="847"/>
                  </a:lnTo>
                  <a:lnTo>
                    <a:pt x="1628" y="822"/>
                  </a:lnTo>
                  <a:lnTo>
                    <a:pt x="1637" y="807"/>
                  </a:lnTo>
                  <a:cubicBezTo>
                    <a:pt x="1638" y="806"/>
                    <a:pt x="1638" y="806"/>
                    <a:pt x="1639" y="805"/>
                  </a:cubicBezTo>
                  <a:lnTo>
                    <a:pt x="1665" y="783"/>
                  </a:lnTo>
                  <a:lnTo>
                    <a:pt x="1674" y="773"/>
                  </a:lnTo>
                  <a:lnTo>
                    <a:pt x="1678" y="766"/>
                  </a:lnTo>
                  <a:lnTo>
                    <a:pt x="1681" y="752"/>
                  </a:lnTo>
                  <a:lnTo>
                    <a:pt x="1685" y="742"/>
                  </a:lnTo>
                  <a:cubicBezTo>
                    <a:pt x="1685" y="742"/>
                    <a:pt x="1686" y="741"/>
                    <a:pt x="1686" y="740"/>
                  </a:cubicBezTo>
                  <a:lnTo>
                    <a:pt x="1692" y="734"/>
                  </a:lnTo>
                  <a:lnTo>
                    <a:pt x="1699" y="728"/>
                  </a:lnTo>
                  <a:lnTo>
                    <a:pt x="1703" y="723"/>
                  </a:lnTo>
                  <a:lnTo>
                    <a:pt x="1703" y="716"/>
                  </a:lnTo>
                  <a:lnTo>
                    <a:pt x="1697" y="702"/>
                  </a:lnTo>
                  <a:lnTo>
                    <a:pt x="1687" y="692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xmlns="" id="{D1E45AF8-4B48-46AA-8074-3DEF7C4A0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6033" y="3117005"/>
              <a:ext cx="764532" cy="930366"/>
            </a:xfrm>
            <a:custGeom>
              <a:avLst/>
              <a:gdLst>
                <a:gd name="T0" fmla="*/ 888 w 1200"/>
                <a:gd name="T1" fmla="*/ 1075 h 1460"/>
                <a:gd name="T2" fmla="*/ 959 w 1200"/>
                <a:gd name="T3" fmla="*/ 971 h 1460"/>
                <a:gd name="T4" fmla="*/ 1000 w 1200"/>
                <a:gd name="T5" fmla="*/ 953 h 1460"/>
                <a:gd name="T6" fmla="*/ 1022 w 1200"/>
                <a:gd name="T7" fmla="*/ 873 h 1460"/>
                <a:gd name="T8" fmla="*/ 1042 w 1200"/>
                <a:gd name="T9" fmla="*/ 825 h 1460"/>
                <a:gd name="T10" fmla="*/ 1006 w 1200"/>
                <a:gd name="T11" fmla="*/ 754 h 1460"/>
                <a:gd name="T12" fmla="*/ 1001 w 1200"/>
                <a:gd name="T13" fmla="*/ 664 h 1460"/>
                <a:gd name="T14" fmla="*/ 1060 w 1200"/>
                <a:gd name="T15" fmla="*/ 622 h 1460"/>
                <a:gd name="T16" fmla="*/ 1114 w 1200"/>
                <a:gd name="T17" fmla="*/ 593 h 1460"/>
                <a:gd name="T18" fmla="*/ 1168 w 1200"/>
                <a:gd name="T19" fmla="*/ 559 h 1460"/>
                <a:gd name="T20" fmla="*/ 1173 w 1200"/>
                <a:gd name="T21" fmla="*/ 491 h 1460"/>
                <a:gd name="T22" fmla="*/ 1117 w 1200"/>
                <a:gd name="T23" fmla="*/ 447 h 1460"/>
                <a:gd name="T24" fmla="*/ 1067 w 1200"/>
                <a:gd name="T25" fmla="*/ 400 h 1460"/>
                <a:gd name="T26" fmla="*/ 1060 w 1200"/>
                <a:gd name="T27" fmla="*/ 320 h 1460"/>
                <a:gd name="T28" fmla="*/ 942 w 1200"/>
                <a:gd name="T29" fmla="*/ 140 h 1460"/>
                <a:gd name="T30" fmla="*/ 902 w 1200"/>
                <a:gd name="T31" fmla="*/ 149 h 1460"/>
                <a:gd name="T32" fmla="*/ 785 w 1200"/>
                <a:gd name="T33" fmla="*/ 163 h 1460"/>
                <a:gd name="T34" fmla="*/ 755 w 1200"/>
                <a:gd name="T35" fmla="*/ 123 h 1460"/>
                <a:gd name="T36" fmla="*/ 738 w 1200"/>
                <a:gd name="T37" fmla="*/ 70 h 1460"/>
                <a:gd name="T38" fmla="*/ 702 w 1200"/>
                <a:gd name="T39" fmla="*/ 42 h 1460"/>
                <a:gd name="T40" fmla="*/ 674 w 1200"/>
                <a:gd name="T41" fmla="*/ 27 h 1460"/>
                <a:gd name="T42" fmla="*/ 620 w 1200"/>
                <a:gd name="T43" fmla="*/ 0 h 1460"/>
                <a:gd name="T44" fmla="*/ 567 w 1200"/>
                <a:gd name="T45" fmla="*/ 59 h 1460"/>
                <a:gd name="T46" fmla="*/ 526 w 1200"/>
                <a:gd name="T47" fmla="*/ 47 h 1460"/>
                <a:gd name="T48" fmla="*/ 373 w 1200"/>
                <a:gd name="T49" fmla="*/ 67 h 1460"/>
                <a:gd name="T50" fmla="*/ 348 w 1200"/>
                <a:gd name="T51" fmla="*/ 91 h 1460"/>
                <a:gd name="T52" fmla="*/ 223 w 1200"/>
                <a:gd name="T53" fmla="*/ 119 h 1460"/>
                <a:gd name="T54" fmla="*/ 172 w 1200"/>
                <a:gd name="T55" fmla="*/ 125 h 1460"/>
                <a:gd name="T56" fmla="*/ 218 w 1200"/>
                <a:gd name="T57" fmla="*/ 208 h 1460"/>
                <a:gd name="T58" fmla="*/ 263 w 1200"/>
                <a:gd name="T59" fmla="*/ 287 h 1460"/>
                <a:gd name="T60" fmla="*/ 308 w 1200"/>
                <a:gd name="T61" fmla="*/ 392 h 1460"/>
                <a:gd name="T62" fmla="*/ 302 w 1200"/>
                <a:gd name="T63" fmla="*/ 460 h 1460"/>
                <a:gd name="T64" fmla="*/ 334 w 1200"/>
                <a:gd name="T65" fmla="*/ 545 h 1460"/>
                <a:gd name="T66" fmla="*/ 330 w 1200"/>
                <a:gd name="T67" fmla="*/ 582 h 1460"/>
                <a:gd name="T68" fmla="*/ 290 w 1200"/>
                <a:gd name="T69" fmla="*/ 604 h 1460"/>
                <a:gd name="T70" fmla="*/ 182 w 1200"/>
                <a:gd name="T71" fmla="*/ 598 h 1460"/>
                <a:gd name="T72" fmla="*/ 122 w 1200"/>
                <a:gd name="T73" fmla="*/ 600 h 1460"/>
                <a:gd name="T74" fmla="*/ 72 w 1200"/>
                <a:gd name="T75" fmla="*/ 595 h 1460"/>
                <a:gd name="T76" fmla="*/ 67 w 1200"/>
                <a:gd name="T77" fmla="*/ 647 h 1460"/>
                <a:gd name="T78" fmla="*/ 19 w 1200"/>
                <a:gd name="T79" fmla="*/ 708 h 1460"/>
                <a:gd name="T80" fmla="*/ 47 w 1200"/>
                <a:gd name="T81" fmla="*/ 721 h 1460"/>
                <a:gd name="T82" fmla="*/ 74 w 1200"/>
                <a:gd name="T83" fmla="*/ 755 h 1460"/>
                <a:gd name="T84" fmla="*/ 94 w 1200"/>
                <a:gd name="T85" fmla="*/ 793 h 1460"/>
                <a:gd name="T86" fmla="*/ 72 w 1200"/>
                <a:gd name="T87" fmla="*/ 832 h 1460"/>
                <a:gd name="T88" fmla="*/ 87 w 1200"/>
                <a:gd name="T89" fmla="*/ 881 h 1460"/>
                <a:gd name="T90" fmla="*/ 63 w 1200"/>
                <a:gd name="T91" fmla="*/ 911 h 1460"/>
                <a:gd name="T92" fmla="*/ 115 w 1200"/>
                <a:gd name="T93" fmla="*/ 1012 h 1460"/>
                <a:gd name="T94" fmla="*/ 34 w 1200"/>
                <a:gd name="T95" fmla="*/ 975 h 1460"/>
                <a:gd name="T96" fmla="*/ 39 w 1200"/>
                <a:gd name="T97" fmla="*/ 1046 h 1460"/>
                <a:gd name="T98" fmla="*/ 125 w 1200"/>
                <a:gd name="T99" fmla="*/ 1101 h 1460"/>
                <a:gd name="T100" fmla="*/ 278 w 1200"/>
                <a:gd name="T101" fmla="*/ 1302 h 1460"/>
                <a:gd name="T102" fmla="*/ 323 w 1200"/>
                <a:gd name="T103" fmla="*/ 1286 h 1460"/>
                <a:gd name="T104" fmla="*/ 353 w 1200"/>
                <a:gd name="T105" fmla="*/ 1325 h 1460"/>
                <a:gd name="T106" fmla="*/ 409 w 1200"/>
                <a:gd name="T107" fmla="*/ 1358 h 1460"/>
                <a:gd name="T108" fmla="*/ 439 w 1200"/>
                <a:gd name="T109" fmla="*/ 1412 h 1460"/>
                <a:gd name="T110" fmla="*/ 503 w 1200"/>
                <a:gd name="T111" fmla="*/ 1451 h 1460"/>
                <a:gd name="T112" fmla="*/ 590 w 1200"/>
                <a:gd name="T113" fmla="*/ 1447 h 1460"/>
                <a:gd name="T114" fmla="*/ 645 w 1200"/>
                <a:gd name="T115" fmla="*/ 1376 h 1460"/>
                <a:gd name="T116" fmla="*/ 690 w 1200"/>
                <a:gd name="T117" fmla="*/ 1356 h 1460"/>
                <a:gd name="T118" fmla="*/ 731 w 1200"/>
                <a:gd name="T119" fmla="*/ 1299 h 1460"/>
                <a:gd name="T120" fmla="*/ 814 w 1200"/>
                <a:gd name="T121" fmla="*/ 1188 h 1460"/>
                <a:gd name="T122" fmla="*/ 860 w 1200"/>
                <a:gd name="T123" fmla="*/ 1099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00" h="1460">
                  <a:moveTo>
                    <a:pt x="863" y="1087"/>
                  </a:moveTo>
                  <a:cubicBezTo>
                    <a:pt x="863" y="1086"/>
                    <a:pt x="864" y="1085"/>
                    <a:pt x="864" y="1084"/>
                  </a:cubicBezTo>
                  <a:lnTo>
                    <a:pt x="867" y="1081"/>
                  </a:lnTo>
                  <a:cubicBezTo>
                    <a:pt x="868" y="1080"/>
                    <a:pt x="869" y="1079"/>
                    <a:pt x="871" y="1079"/>
                  </a:cubicBezTo>
                  <a:lnTo>
                    <a:pt x="877" y="1077"/>
                  </a:lnTo>
                  <a:cubicBezTo>
                    <a:pt x="878" y="1076"/>
                    <a:pt x="879" y="1076"/>
                    <a:pt x="880" y="1077"/>
                  </a:cubicBezTo>
                  <a:lnTo>
                    <a:pt x="884" y="1077"/>
                  </a:lnTo>
                  <a:lnTo>
                    <a:pt x="885" y="1077"/>
                  </a:lnTo>
                  <a:lnTo>
                    <a:pt x="888" y="1075"/>
                  </a:lnTo>
                  <a:lnTo>
                    <a:pt x="897" y="1060"/>
                  </a:lnTo>
                  <a:lnTo>
                    <a:pt x="905" y="1048"/>
                  </a:lnTo>
                  <a:lnTo>
                    <a:pt x="922" y="1031"/>
                  </a:lnTo>
                  <a:lnTo>
                    <a:pt x="933" y="1004"/>
                  </a:lnTo>
                  <a:cubicBezTo>
                    <a:pt x="934" y="1003"/>
                    <a:pt x="934" y="1002"/>
                    <a:pt x="935" y="1002"/>
                  </a:cubicBezTo>
                  <a:lnTo>
                    <a:pt x="939" y="998"/>
                  </a:lnTo>
                  <a:lnTo>
                    <a:pt x="949" y="990"/>
                  </a:lnTo>
                  <a:lnTo>
                    <a:pt x="953" y="984"/>
                  </a:lnTo>
                  <a:lnTo>
                    <a:pt x="959" y="971"/>
                  </a:lnTo>
                  <a:cubicBezTo>
                    <a:pt x="960" y="970"/>
                    <a:pt x="961" y="969"/>
                    <a:pt x="961" y="968"/>
                  </a:cubicBezTo>
                  <a:lnTo>
                    <a:pt x="965" y="965"/>
                  </a:lnTo>
                  <a:cubicBezTo>
                    <a:pt x="967" y="964"/>
                    <a:pt x="968" y="963"/>
                    <a:pt x="970" y="963"/>
                  </a:cubicBezTo>
                  <a:lnTo>
                    <a:pt x="974" y="962"/>
                  </a:lnTo>
                  <a:cubicBezTo>
                    <a:pt x="976" y="962"/>
                    <a:pt x="978" y="962"/>
                    <a:pt x="979" y="964"/>
                  </a:cubicBezTo>
                  <a:lnTo>
                    <a:pt x="988" y="969"/>
                  </a:lnTo>
                  <a:lnTo>
                    <a:pt x="996" y="968"/>
                  </a:lnTo>
                  <a:lnTo>
                    <a:pt x="998" y="963"/>
                  </a:lnTo>
                  <a:lnTo>
                    <a:pt x="1000" y="953"/>
                  </a:lnTo>
                  <a:lnTo>
                    <a:pt x="1003" y="918"/>
                  </a:lnTo>
                  <a:lnTo>
                    <a:pt x="1007" y="906"/>
                  </a:lnTo>
                  <a:lnTo>
                    <a:pt x="1006" y="893"/>
                  </a:lnTo>
                  <a:cubicBezTo>
                    <a:pt x="1006" y="892"/>
                    <a:pt x="1006" y="891"/>
                    <a:pt x="1006" y="890"/>
                  </a:cubicBezTo>
                  <a:lnTo>
                    <a:pt x="1008" y="883"/>
                  </a:lnTo>
                  <a:cubicBezTo>
                    <a:pt x="1009" y="881"/>
                    <a:pt x="1010" y="880"/>
                    <a:pt x="1011" y="879"/>
                  </a:cubicBezTo>
                  <a:lnTo>
                    <a:pt x="1015" y="876"/>
                  </a:lnTo>
                  <a:cubicBezTo>
                    <a:pt x="1016" y="875"/>
                    <a:pt x="1017" y="875"/>
                    <a:pt x="1018" y="875"/>
                  </a:cubicBezTo>
                  <a:lnTo>
                    <a:pt x="1022" y="873"/>
                  </a:lnTo>
                  <a:cubicBezTo>
                    <a:pt x="1023" y="873"/>
                    <a:pt x="1023" y="873"/>
                    <a:pt x="1024" y="873"/>
                  </a:cubicBezTo>
                  <a:lnTo>
                    <a:pt x="1034" y="874"/>
                  </a:lnTo>
                  <a:lnTo>
                    <a:pt x="1041" y="872"/>
                  </a:lnTo>
                  <a:lnTo>
                    <a:pt x="1051" y="866"/>
                  </a:lnTo>
                  <a:lnTo>
                    <a:pt x="1063" y="855"/>
                  </a:lnTo>
                  <a:lnTo>
                    <a:pt x="1065" y="850"/>
                  </a:lnTo>
                  <a:lnTo>
                    <a:pt x="1050" y="822"/>
                  </a:lnTo>
                  <a:lnTo>
                    <a:pt x="1046" y="824"/>
                  </a:lnTo>
                  <a:cubicBezTo>
                    <a:pt x="1045" y="825"/>
                    <a:pt x="1044" y="825"/>
                    <a:pt x="1042" y="825"/>
                  </a:cubicBezTo>
                  <a:lnTo>
                    <a:pt x="1038" y="825"/>
                  </a:lnTo>
                  <a:cubicBezTo>
                    <a:pt x="1037" y="825"/>
                    <a:pt x="1036" y="825"/>
                    <a:pt x="1035" y="824"/>
                  </a:cubicBezTo>
                  <a:lnTo>
                    <a:pt x="1031" y="822"/>
                  </a:lnTo>
                  <a:cubicBezTo>
                    <a:pt x="1030" y="821"/>
                    <a:pt x="1029" y="820"/>
                    <a:pt x="1028" y="820"/>
                  </a:cubicBezTo>
                  <a:lnTo>
                    <a:pt x="1011" y="796"/>
                  </a:lnTo>
                  <a:lnTo>
                    <a:pt x="1007" y="783"/>
                  </a:lnTo>
                  <a:lnTo>
                    <a:pt x="1006" y="772"/>
                  </a:lnTo>
                  <a:lnTo>
                    <a:pt x="1007" y="763"/>
                  </a:lnTo>
                  <a:lnTo>
                    <a:pt x="1006" y="754"/>
                  </a:lnTo>
                  <a:lnTo>
                    <a:pt x="1001" y="736"/>
                  </a:lnTo>
                  <a:cubicBezTo>
                    <a:pt x="1001" y="733"/>
                    <a:pt x="1001" y="732"/>
                    <a:pt x="1003" y="729"/>
                  </a:cubicBezTo>
                  <a:cubicBezTo>
                    <a:pt x="1004" y="727"/>
                    <a:pt x="1008" y="726"/>
                    <a:pt x="1010" y="726"/>
                  </a:cubicBezTo>
                  <a:lnTo>
                    <a:pt x="1016" y="727"/>
                  </a:lnTo>
                  <a:lnTo>
                    <a:pt x="1012" y="704"/>
                  </a:lnTo>
                  <a:lnTo>
                    <a:pt x="1002" y="687"/>
                  </a:lnTo>
                  <a:lnTo>
                    <a:pt x="999" y="675"/>
                  </a:lnTo>
                  <a:cubicBezTo>
                    <a:pt x="998" y="673"/>
                    <a:pt x="998" y="671"/>
                    <a:pt x="999" y="670"/>
                  </a:cubicBezTo>
                  <a:lnTo>
                    <a:pt x="1001" y="664"/>
                  </a:lnTo>
                  <a:cubicBezTo>
                    <a:pt x="1002" y="663"/>
                    <a:pt x="1003" y="661"/>
                    <a:pt x="1004" y="661"/>
                  </a:cubicBezTo>
                  <a:lnTo>
                    <a:pt x="1008" y="658"/>
                  </a:lnTo>
                  <a:cubicBezTo>
                    <a:pt x="1009" y="657"/>
                    <a:pt x="1010" y="657"/>
                    <a:pt x="1011" y="657"/>
                  </a:cubicBezTo>
                  <a:lnTo>
                    <a:pt x="1021" y="655"/>
                  </a:lnTo>
                  <a:lnTo>
                    <a:pt x="1027" y="651"/>
                  </a:lnTo>
                  <a:lnTo>
                    <a:pt x="1039" y="638"/>
                  </a:lnTo>
                  <a:lnTo>
                    <a:pt x="1051" y="627"/>
                  </a:lnTo>
                  <a:lnTo>
                    <a:pt x="1058" y="623"/>
                  </a:lnTo>
                  <a:cubicBezTo>
                    <a:pt x="1059" y="623"/>
                    <a:pt x="1059" y="623"/>
                    <a:pt x="1060" y="622"/>
                  </a:cubicBezTo>
                  <a:lnTo>
                    <a:pt x="1065" y="622"/>
                  </a:lnTo>
                  <a:lnTo>
                    <a:pt x="1094" y="622"/>
                  </a:lnTo>
                  <a:lnTo>
                    <a:pt x="1100" y="618"/>
                  </a:lnTo>
                  <a:lnTo>
                    <a:pt x="1100" y="615"/>
                  </a:lnTo>
                  <a:cubicBezTo>
                    <a:pt x="1100" y="614"/>
                    <a:pt x="1100" y="613"/>
                    <a:pt x="1100" y="612"/>
                  </a:cubicBezTo>
                  <a:lnTo>
                    <a:pt x="1102" y="607"/>
                  </a:lnTo>
                  <a:cubicBezTo>
                    <a:pt x="1103" y="606"/>
                    <a:pt x="1103" y="605"/>
                    <a:pt x="1103" y="604"/>
                  </a:cubicBezTo>
                  <a:lnTo>
                    <a:pt x="1107" y="600"/>
                  </a:lnTo>
                  <a:lnTo>
                    <a:pt x="1114" y="593"/>
                  </a:lnTo>
                  <a:lnTo>
                    <a:pt x="1122" y="577"/>
                  </a:lnTo>
                  <a:lnTo>
                    <a:pt x="1128" y="570"/>
                  </a:lnTo>
                  <a:lnTo>
                    <a:pt x="1134" y="565"/>
                  </a:lnTo>
                  <a:cubicBezTo>
                    <a:pt x="1135" y="565"/>
                    <a:pt x="1136" y="564"/>
                    <a:pt x="1136" y="564"/>
                  </a:cubicBezTo>
                  <a:lnTo>
                    <a:pt x="1147" y="560"/>
                  </a:lnTo>
                  <a:lnTo>
                    <a:pt x="1153" y="559"/>
                  </a:lnTo>
                  <a:cubicBezTo>
                    <a:pt x="1154" y="559"/>
                    <a:pt x="1155" y="560"/>
                    <a:pt x="1156" y="560"/>
                  </a:cubicBezTo>
                  <a:lnTo>
                    <a:pt x="1163" y="561"/>
                  </a:lnTo>
                  <a:lnTo>
                    <a:pt x="1168" y="559"/>
                  </a:lnTo>
                  <a:lnTo>
                    <a:pt x="1189" y="545"/>
                  </a:lnTo>
                  <a:cubicBezTo>
                    <a:pt x="1190" y="545"/>
                    <a:pt x="1191" y="544"/>
                    <a:pt x="1193" y="544"/>
                  </a:cubicBezTo>
                  <a:lnTo>
                    <a:pt x="1199" y="523"/>
                  </a:lnTo>
                  <a:lnTo>
                    <a:pt x="1196" y="519"/>
                  </a:lnTo>
                  <a:lnTo>
                    <a:pt x="1188" y="514"/>
                  </a:lnTo>
                  <a:lnTo>
                    <a:pt x="1182" y="510"/>
                  </a:lnTo>
                  <a:lnTo>
                    <a:pt x="1175" y="501"/>
                  </a:lnTo>
                  <a:cubicBezTo>
                    <a:pt x="1174" y="500"/>
                    <a:pt x="1174" y="499"/>
                    <a:pt x="1174" y="497"/>
                  </a:cubicBezTo>
                  <a:lnTo>
                    <a:pt x="1173" y="491"/>
                  </a:lnTo>
                  <a:cubicBezTo>
                    <a:pt x="1173" y="490"/>
                    <a:pt x="1173" y="489"/>
                    <a:pt x="1173" y="488"/>
                  </a:cubicBezTo>
                  <a:lnTo>
                    <a:pt x="1177" y="472"/>
                  </a:lnTo>
                  <a:lnTo>
                    <a:pt x="1174" y="466"/>
                  </a:lnTo>
                  <a:lnTo>
                    <a:pt x="1169" y="459"/>
                  </a:lnTo>
                  <a:lnTo>
                    <a:pt x="1161" y="454"/>
                  </a:lnTo>
                  <a:lnTo>
                    <a:pt x="1130" y="454"/>
                  </a:lnTo>
                  <a:cubicBezTo>
                    <a:pt x="1129" y="454"/>
                    <a:pt x="1128" y="454"/>
                    <a:pt x="1127" y="454"/>
                  </a:cubicBezTo>
                  <a:lnTo>
                    <a:pt x="1121" y="451"/>
                  </a:lnTo>
                  <a:cubicBezTo>
                    <a:pt x="1119" y="450"/>
                    <a:pt x="1118" y="449"/>
                    <a:pt x="1117" y="447"/>
                  </a:cubicBezTo>
                  <a:lnTo>
                    <a:pt x="1115" y="442"/>
                  </a:lnTo>
                  <a:cubicBezTo>
                    <a:pt x="1114" y="442"/>
                    <a:pt x="1114" y="441"/>
                    <a:pt x="1114" y="440"/>
                  </a:cubicBezTo>
                  <a:lnTo>
                    <a:pt x="1113" y="431"/>
                  </a:lnTo>
                  <a:lnTo>
                    <a:pt x="1111" y="430"/>
                  </a:lnTo>
                  <a:lnTo>
                    <a:pt x="1102" y="428"/>
                  </a:lnTo>
                  <a:cubicBezTo>
                    <a:pt x="1101" y="428"/>
                    <a:pt x="1101" y="428"/>
                    <a:pt x="1100" y="427"/>
                  </a:cubicBezTo>
                  <a:lnTo>
                    <a:pt x="1087" y="420"/>
                  </a:lnTo>
                  <a:lnTo>
                    <a:pt x="1074" y="408"/>
                  </a:lnTo>
                  <a:lnTo>
                    <a:pt x="1067" y="400"/>
                  </a:lnTo>
                  <a:lnTo>
                    <a:pt x="1062" y="392"/>
                  </a:lnTo>
                  <a:cubicBezTo>
                    <a:pt x="1062" y="391"/>
                    <a:pt x="1061" y="391"/>
                    <a:pt x="1061" y="390"/>
                  </a:cubicBezTo>
                  <a:lnTo>
                    <a:pt x="1058" y="379"/>
                  </a:lnTo>
                  <a:lnTo>
                    <a:pt x="1056" y="368"/>
                  </a:lnTo>
                  <a:lnTo>
                    <a:pt x="1056" y="353"/>
                  </a:lnTo>
                  <a:lnTo>
                    <a:pt x="1059" y="341"/>
                  </a:lnTo>
                  <a:lnTo>
                    <a:pt x="1061" y="333"/>
                  </a:lnTo>
                  <a:lnTo>
                    <a:pt x="1061" y="327"/>
                  </a:lnTo>
                  <a:lnTo>
                    <a:pt x="1060" y="320"/>
                  </a:lnTo>
                  <a:lnTo>
                    <a:pt x="1051" y="302"/>
                  </a:lnTo>
                  <a:lnTo>
                    <a:pt x="1042" y="291"/>
                  </a:lnTo>
                  <a:lnTo>
                    <a:pt x="1022" y="275"/>
                  </a:lnTo>
                  <a:cubicBezTo>
                    <a:pt x="1021" y="275"/>
                    <a:pt x="1020" y="274"/>
                    <a:pt x="1020" y="274"/>
                  </a:cubicBezTo>
                  <a:lnTo>
                    <a:pt x="961" y="186"/>
                  </a:lnTo>
                  <a:cubicBezTo>
                    <a:pt x="961" y="185"/>
                    <a:pt x="960" y="185"/>
                    <a:pt x="960" y="184"/>
                  </a:cubicBezTo>
                  <a:lnTo>
                    <a:pt x="950" y="153"/>
                  </a:lnTo>
                  <a:lnTo>
                    <a:pt x="946" y="144"/>
                  </a:lnTo>
                  <a:lnTo>
                    <a:pt x="942" y="140"/>
                  </a:lnTo>
                  <a:lnTo>
                    <a:pt x="937" y="137"/>
                  </a:lnTo>
                  <a:lnTo>
                    <a:pt x="928" y="133"/>
                  </a:lnTo>
                  <a:lnTo>
                    <a:pt x="905" y="118"/>
                  </a:lnTo>
                  <a:lnTo>
                    <a:pt x="911" y="132"/>
                  </a:lnTo>
                  <a:lnTo>
                    <a:pt x="911" y="137"/>
                  </a:lnTo>
                  <a:cubicBezTo>
                    <a:pt x="911" y="138"/>
                    <a:pt x="911" y="139"/>
                    <a:pt x="910" y="140"/>
                  </a:cubicBezTo>
                  <a:lnTo>
                    <a:pt x="909" y="143"/>
                  </a:lnTo>
                  <a:cubicBezTo>
                    <a:pt x="909" y="144"/>
                    <a:pt x="907" y="146"/>
                    <a:pt x="906" y="146"/>
                  </a:cubicBezTo>
                  <a:lnTo>
                    <a:pt x="902" y="149"/>
                  </a:lnTo>
                  <a:lnTo>
                    <a:pt x="895" y="151"/>
                  </a:lnTo>
                  <a:lnTo>
                    <a:pt x="854" y="153"/>
                  </a:lnTo>
                  <a:lnTo>
                    <a:pt x="845" y="156"/>
                  </a:lnTo>
                  <a:lnTo>
                    <a:pt x="839" y="162"/>
                  </a:lnTo>
                  <a:cubicBezTo>
                    <a:pt x="838" y="162"/>
                    <a:pt x="837" y="163"/>
                    <a:pt x="836" y="163"/>
                  </a:cubicBezTo>
                  <a:lnTo>
                    <a:pt x="831" y="165"/>
                  </a:lnTo>
                  <a:cubicBezTo>
                    <a:pt x="830" y="166"/>
                    <a:pt x="829" y="166"/>
                    <a:pt x="827" y="166"/>
                  </a:cubicBezTo>
                  <a:lnTo>
                    <a:pt x="806" y="161"/>
                  </a:lnTo>
                  <a:lnTo>
                    <a:pt x="785" y="163"/>
                  </a:lnTo>
                  <a:cubicBezTo>
                    <a:pt x="784" y="164"/>
                    <a:pt x="784" y="164"/>
                    <a:pt x="783" y="163"/>
                  </a:cubicBezTo>
                  <a:lnTo>
                    <a:pt x="773" y="161"/>
                  </a:lnTo>
                  <a:cubicBezTo>
                    <a:pt x="772" y="161"/>
                    <a:pt x="771" y="161"/>
                    <a:pt x="770" y="160"/>
                  </a:cubicBezTo>
                  <a:lnTo>
                    <a:pt x="765" y="156"/>
                  </a:lnTo>
                  <a:cubicBezTo>
                    <a:pt x="764" y="155"/>
                    <a:pt x="763" y="155"/>
                    <a:pt x="763" y="154"/>
                  </a:cubicBezTo>
                  <a:lnTo>
                    <a:pt x="759" y="149"/>
                  </a:lnTo>
                  <a:cubicBezTo>
                    <a:pt x="759" y="148"/>
                    <a:pt x="759" y="147"/>
                    <a:pt x="758" y="146"/>
                  </a:cubicBezTo>
                  <a:lnTo>
                    <a:pt x="756" y="135"/>
                  </a:lnTo>
                  <a:lnTo>
                    <a:pt x="755" y="123"/>
                  </a:lnTo>
                  <a:lnTo>
                    <a:pt x="756" y="109"/>
                  </a:lnTo>
                  <a:lnTo>
                    <a:pt x="759" y="93"/>
                  </a:lnTo>
                  <a:lnTo>
                    <a:pt x="760" y="85"/>
                  </a:lnTo>
                  <a:lnTo>
                    <a:pt x="759" y="85"/>
                  </a:lnTo>
                  <a:lnTo>
                    <a:pt x="750" y="84"/>
                  </a:lnTo>
                  <a:cubicBezTo>
                    <a:pt x="748" y="84"/>
                    <a:pt x="746" y="83"/>
                    <a:pt x="745" y="81"/>
                  </a:cubicBezTo>
                  <a:lnTo>
                    <a:pt x="742" y="78"/>
                  </a:lnTo>
                  <a:cubicBezTo>
                    <a:pt x="741" y="78"/>
                    <a:pt x="740" y="77"/>
                    <a:pt x="740" y="75"/>
                  </a:cubicBezTo>
                  <a:lnTo>
                    <a:pt x="738" y="70"/>
                  </a:lnTo>
                  <a:lnTo>
                    <a:pt x="721" y="76"/>
                  </a:lnTo>
                  <a:lnTo>
                    <a:pt x="712" y="76"/>
                  </a:lnTo>
                  <a:cubicBezTo>
                    <a:pt x="710" y="76"/>
                    <a:pt x="709" y="76"/>
                    <a:pt x="707" y="75"/>
                  </a:cubicBezTo>
                  <a:lnTo>
                    <a:pt x="703" y="71"/>
                  </a:lnTo>
                  <a:cubicBezTo>
                    <a:pt x="702" y="70"/>
                    <a:pt x="701" y="68"/>
                    <a:pt x="700" y="67"/>
                  </a:cubicBezTo>
                  <a:lnTo>
                    <a:pt x="700" y="62"/>
                  </a:lnTo>
                  <a:cubicBezTo>
                    <a:pt x="699" y="62"/>
                    <a:pt x="699" y="61"/>
                    <a:pt x="700" y="60"/>
                  </a:cubicBezTo>
                  <a:lnTo>
                    <a:pt x="703" y="44"/>
                  </a:lnTo>
                  <a:lnTo>
                    <a:pt x="702" y="42"/>
                  </a:lnTo>
                  <a:lnTo>
                    <a:pt x="695" y="44"/>
                  </a:lnTo>
                  <a:cubicBezTo>
                    <a:pt x="694" y="44"/>
                    <a:pt x="693" y="44"/>
                    <a:pt x="693" y="44"/>
                  </a:cubicBezTo>
                  <a:lnTo>
                    <a:pt x="686" y="45"/>
                  </a:lnTo>
                  <a:cubicBezTo>
                    <a:pt x="684" y="45"/>
                    <a:pt x="682" y="44"/>
                    <a:pt x="681" y="43"/>
                  </a:cubicBezTo>
                  <a:lnTo>
                    <a:pt x="677" y="40"/>
                  </a:lnTo>
                  <a:cubicBezTo>
                    <a:pt x="676" y="39"/>
                    <a:pt x="675" y="37"/>
                    <a:pt x="675" y="35"/>
                  </a:cubicBezTo>
                  <a:lnTo>
                    <a:pt x="674" y="31"/>
                  </a:lnTo>
                  <a:cubicBezTo>
                    <a:pt x="674" y="30"/>
                    <a:pt x="674" y="29"/>
                    <a:pt x="674" y="29"/>
                  </a:cubicBezTo>
                  <a:lnTo>
                    <a:pt x="674" y="27"/>
                  </a:lnTo>
                  <a:lnTo>
                    <a:pt x="673" y="28"/>
                  </a:lnTo>
                  <a:cubicBezTo>
                    <a:pt x="672" y="29"/>
                    <a:pt x="671" y="29"/>
                    <a:pt x="670" y="29"/>
                  </a:cubicBezTo>
                  <a:lnTo>
                    <a:pt x="664" y="30"/>
                  </a:lnTo>
                  <a:cubicBezTo>
                    <a:pt x="662" y="31"/>
                    <a:pt x="660" y="30"/>
                    <a:pt x="658" y="29"/>
                  </a:cubicBezTo>
                  <a:lnTo>
                    <a:pt x="654" y="27"/>
                  </a:lnTo>
                  <a:cubicBezTo>
                    <a:pt x="653" y="26"/>
                    <a:pt x="652" y="25"/>
                    <a:pt x="652" y="24"/>
                  </a:cubicBezTo>
                  <a:lnTo>
                    <a:pt x="649" y="20"/>
                  </a:lnTo>
                  <a:lnTo>
                    <a:pt x="640" y="4"/>
                  </a:lnTo>
                  <a:lnTo>
                    <a:pt x="620" y="0"/>
                  </a:lnTo>
                  <a:lnTo>
                    <a:pt x="615" y="1"/>
                  </a:lnTo>
                  <a:lnTo>
                    <a:pt x="601" y="19"/>
                  </a:lnTo>
                  <a:lnTo>
                    <a:pt x="598" y="33"/>
                  </a:lnTo>
                  <a:cubicBezTo>
                    <a:pt x="598" y="34"/>
                    <a:pt x="597" y="35"/>
                    <a:pt x="597" y="36"/>
                  </a:cubicBezTo>
                  <a:lnTo>
                    <a:pt x="593" y="43"/>
                  </a:lnTo>
                  <a:cubicBezTo>
                    <a:pt x="592" y="44"/>
                    <a:pt x="591" y="45"/>
                    <a:pt x="590" y="46"/>
                  </a:cubicBezTo>
                  <a:lnTo>
                    <a:pt x="584" y="49"/>
                  </a:lnTo>
                  <a:lnTo>
                    <a:pt x="571" y="53"/>
                  </a:lnTo>
                  <a:lnTo>
                    <a:pt x="567" y="59"/>
                  </a:lnTo>
                  <a:lnTo>
                    <a:pt x="561" y="71"/>
                  </a:lnTo>
                  <a:cubicBezTo>
                    <a:pt x="560" y="72"/>
                    <a:pt x="558" y="73"/>
                    <a:pt x="557" y="74"/>
                  </a:cubicBezTo>
                  <a:cubicBezTo>
                    <a:pt x="555" y="74"/>
                    <a:pt x="553" y="75"/>
                    <a:pt x="551" y="75"/>
                  </a:cubicBezTo>
                  <a:lnTo>
                    <a:pt x="539" y="71"/>
                  </a:lnTo>
                  <a:cubicBezTo>
                    <a:pt x="537" y="70"/>
                    <a:pt x="536" y="69"/>
                    <a:pt x="535" y="68"/>
                  </a:cubicBezTo>
                  <a:lnTo>
                    <a:pt x="532" y="64"/>
                  </a:lnTo>
                  <a:lnTo>
                    <a:pt x="529" y="58"/>
                  </a:lnTo>
                  <a:cubicBezTo>
                    <a:pt x="529" y="57"/>
                    <a:pt x="529" y="56"/>
                    <a:pt x="529" y="56"/>
                  </a:cubicBezTo>
                  <a:lnTo>
                    <a:pt x="526" y="47"/>
                  </a:lnTo>
                  <a:lnTo>
                    <a:pt x="521" y="43"/>
                  </a:lnTo>
                  <a:lnTo>
                    <a:pt x="517" y="44"/>
                  </a:lnTo>
                  <a:lnTo>
                    <a:pt x="509" y="46"/>
                  </a:lnTo>
                  <a:cubicBezTo>
                    <a:pt x="508" y="47"/>
                    <a:pt x="507" y="47"/>
                    <a:pt x="507" y="47"/>
                  </a:cubicBezTo>
                  <a:lnTo>
                    <a:pt x="478" y="46"/>
                  </a:lnTo>
                  <a:lnTo>
                    <a:pt x="427" y="52"/>
                  </a:lnTo>
                  <a:lnTo>
                    <a:pt x="415" y="58"/>
                  </a:lnTo>
                  <a:lnTo>
                    <a:pt x="378" y="68"/>
                  </a:lnTo>
                  <a:cubicBezTo>
                    <a:pt x="376" y="69"/>
                    <a:pt x="374" y="68"/>
                    <a:pt x="373" y="67"/>
                  </a:cubicBezTo>
                  <a:lnTo>
                    <a:pt x="359" y="61"/>
                  </a:lnTo>
                  <a:lnTo>
                    <a:pt x="356" y="62"/>
                  </a:lnTo>
                  <a:lnTo>
                    <a:pt x="345" y="67"/>
                  </a:lnTo>
                  <a:lnTo>
                    <a:pt x="342" y="69"/>
                  </a:lnTo>
                  <a:lnTo>
                    <a:pt x="343" y="70"/>
                  </a:lnTo>
                  <a:lnTo>
                    <a:pt x="348" y="78"/>
                  </a:lnTo>
                  <a:cubicBezTo>
                    <a:pt x="348" y="79"/>
                    <a:pt x="349" y="80"/>
                    <a:pt x="349" y="82"/>
                  </a:cubicBezTo>
                  <a:lnTo>
                    <a:pt x="349" y="86"/>
                  </a:lnTo>
                  <a:cubicBezTo>
                    <a:pt x="349" y="88"/>
                    <a:pt x="349" y="90"/>
                    <a:pt x="348" y="91"/>
                  </a:cubicBezTo>
                  <a:lnTo>
                    <a:pt x="346" y="95"/>
                  </a:lnTo>
                  <a:cubicBezTo>
                    <a:pt x="345" y="96"/>
                    <a:pt x="344" y="97"/>
                    <a:pt x="342" y="98"/>
                  </a:cubicBezTo>
                  <a:lnTo>
                    <a:pt x="322" y="108"/>
                  </a:lnTo>
                  <a:lnTo>
                    <a:pt x="311" y="118"/>
                  </a:lnTo>
                  <a:lnTo>
                    <a:pt x="300" y="122"/>
                  </a:lnTo>
                  <a:cubicBezTo>
                    <a:pt x="299" y="122"/>
                    <a:pt x="299" y="122"/>
                    <a:pt x="298" y="122"/>
                  </a:cubicBezTo>
                  <a:lnTo>
                    <a:pt x="266" y="125"/>
                  </a:lnTo>
                  <a:lnTo>
                    <a:pt x="237" y="123"/>
                  </a:lnTo>
                  <a:lnTo>
                    <a:pt x="223" y="119"/>
                  </a:lnTo>
                  <a:lnTo>
                    <a:pt x="197" y="124"/>
                  </a:lnTo>
                  <a:lnTo>
                    <a:pt x="188" y="124"/>
                  </a:lnTo>
                  <a:lnTo>
                    <a:pt x="182" y="123"/>
                  </a:lnTo>
                  <a:lnTo>
                    <a:pt x="175" y="120"/>
                  </a:lnTo>
                  <a:lnTo>
                    <a:pt x="155" y="107"/>
                  </a:lnTo>
                  <a:lnTo>
                    <a:pt x="151" y="106"/>
                  </a:lnTo>
                  <a:lnTo>
                    <a:pt x="164" y="115"/>
                  </a:lnTo>
                  <a:cubicBezTo>
                    <a:pt x="164" y="115"/>
                    <a:pt x="165" y="116"/>
                    <a:pt x="165" y="117"/>
                  </a:cubicBezTo>
                  <a:lnTo>
                    <a:pt x="172" y="125"/>
                  </a:lnTo>
                  <a:lnTo>
                    <a:pt x="183" y="145"/>
                  </a:lnTo>
                  <a:lnTo>
                    <a:pt x="195" y="152"/>
                  </a:lnTo>
                  <a:cubicBezTo>
                    <a:pt x="196" y="152"/>
                    <a:pt x="197" y="153"/>
                    <a:pt x="197" y="154"/>
                  </a:cubicBezTo>
                  <a:lnTo>
                    <a:pt x="204" y="163"/>
                  </a:lnTo>
                  <a:cubicBezTo>
                    <a:pt x="204" y="164"/>
                    <a:pt x="204" y="164"/>
                    <a:pt x="205" y="165"/>
                  </a:cubicBezTo>
                  <a:lnTo>
                    <a:pt x="207" y="172"/>
                  </a:lnTo>
                  <a:lnTo>
                    <a:pt x="208" y="188"/>
                  </a:lnTo>
                  <a:lnTo>
                    <a:pt x="211" y="199"/>
                  </a:lnTo>
                  <a:lnTo>
                    <a:pt x="218" y="208"/>
                  </a:lnTo>
                  <a:lnTo>
                    <a:pt x="245" y="226"/>
                  </a:lnTo>
                  <a:lnTo>
                    <a:pt x="257" y="236"/>
                  </a:lnTo>
                  <a:lnTo>
                    <a:pt x="262" y="244"/>
                  </a:lnTo>
                  <a:lnTo>
                    <a:pt x="265" y="250"/>
                  </a:lnTo>
                  <a:cubicBezTo>
                    <a:pt x="266" y="251"/>
                    <a:pt x="266" y="253"/>
                    <a:pt x="266" y="254"/>
                  </a:cubicBezTo>
                  <a:lnTo>
                    <a:pt x="263" y="263"/>
                  </a:lnTo>
                  <a:lnTo>
                    <a:pt x="259" y="271"/>
                  </a:lnTo>
                  <a:lnTo>
                    <a:pt x="259" y="276"/>
                  </a:lnTo>
                  <a:lnTo>
                    <a:pt x="263" y="287"/>
                  </a:lnTo>
                  <a:lnTo>
                    <a:pt x="276" y="307"/>
                  </a:lnTo>
                  <a:lnTo>
                    <a:pt x="290" y="335"/>
                  </a:lnTo>
                  <a:lnTo>
                    <a:pt x="294" y="350"/>
                  </a:lnTo>
                  <a:lnTo>
                    <a:pt x="294" y="357"/>
                  </a:lnTo>
                  <a:lnTo>
                    <a:pt x="294" y="362"/>
                  </a:lnTo>
                  <a:lnTo>
                    <a:pt x="297" y="372"/>
                  </a:lnTo>
                  <a:lnTo>
                    <a:pt x="302" y="378"/>
                  </a:lnTo>
                  <a:lnTo>
                    <a:pt x="306" y="385"/>
                  </a:lnTo>
                  <a:lnTo>
                    <a:pt x="308" y="392"/>
                  </a:lnTo>
                  <a:lnTo>
                    <a:pt x="309" y="408"/>
                  </a:lnTo>
                  <a:lnTo>
                    <a:pt x="313" y="436"/>
                  </a:lnTo>
                  <a:cubicBezTo>
                    <a:pt x="314" y="437"/>
                    <a:pt x="313" y="438"/>
                    <a:pt x="313" y="439"/>
                  </a:cubicBezTo>
                  <a:lnTo>
                    <a:pt x="312" y="443"/>
                  </a:lnTo>
                  <a:cubicBezTo>
                    <a:pt x="312" y="444"/>
                    <a:pt x="312" y="445"/>
                    <a:pt x="311" y="446"/>
                  </a:cubicBezTo>
                  <a:lnTo>
                    <a:pt x="308" y="450"/>
                  </a:lnTo>
                  <a:cubicBezTo>
                    <a:pt x="308" y="450"/>
                    <a:pt x="307" y="451"/>
                    <a:pt x="307" y="452"/>
                  </a:cubicBezTo>
                  <a:lnTo>
                    <a:pt x="302" y="456"/>
                  </a:lnTo>
                  <a:lnTo>
                    <a:pt x="302" y="460"/>
                  </a:lnTo>
                  <a:lnTo>
                    <a:pt x="310" y="503"/>
                  </a:lnTo>
                  <a:lnTo>
                    <a:pt x="309" y="510"/>
                  </a:lnTo>
                  <a:lnTo>
                    <a:pt x="305" y="521"/>
                  </a:lnTo>
                  <a:lnTo>
                    <a:pt x="305" y="525"/>
                  </a:lnTo>
                  <a:lnTo>
                    <a:pt x="305" y="530"/>
                  </a:lnTo>
                  <a:cubicBezTo>
                    <a:pt x="306" y="530"/>
                    <a:pt x="308" y="529"/>
                    <a:pt x="309" y="529"/>
                  </a:cubicBezTo>
                  <a:lnTo>
                    <a:pt x="312" y="530"/>
                  </a:lnTo>
                  <a:cubicBezTo>
                    <a:pt x="314" y="530"/>
                    <a:pt x="315" y="531"/>
                    <a:pt x="317" y="532"/>
                  </a:cubicBezTo>
                  <a:lnTo>
                    <a:pt x="334" y="545"/>
                  </a:lnTo>
                  <a:lnTo>
                    <a:pt x="341" y="553"/>
                  </a:lnTo>
                  <a:cubicBezTo>
                    <a:pt x="341" y="554"/>
                    <a:pt x="342" y="556"/>
                    <a:pt x="342" y="557"/>
                  </a:cubicBezTo>
                  <a:lnTo>
                    <a:pt x="344" y="562"/>
                  </a:lnTo>
                  <a:cubicBezTo>
                    <a:pt x="344" y="563"/>
                    <a:pt x="344" y="565"/>
                    <a:pt x="343" y="566"/>
                  </a:cubicBezTo>
                  <a:lnTo>
                    <a:pt x="342" y="571"/>
                  </a:lnTo>
                  <a:cubicBezTo>
                    <a:pt x="342" y="573"/>
                    <a:pt x="341" y="574"/>
                    <a:pt x="340" y="575"/>
                  </a:cubicBezTo>
                  <a:lnTo>
                    <a:pt x="337" y="579"/>
                  </a:lnTo>
                  <a:cubicBezTo>
                    <a:pt x="336" y="579"/>
                    <a:pt x="335" y="580"/>
                    <a:pt x="334" y="581"/>
                  </a:cubicBezTo>
                  <a:lnTo>
                    <a:pt x="330" y="582"/>
                  </a:lnTo>
                  <a:cubicBezTo>
                    <a:pt x="330" y="582"/>
                    <a:pt x="329" y="583"/>
                    <a:pt x="328" y="583"/>
                  </a:cubicBezTo>
                  <a:lnTo>
                    <a:pt x="325" y="583"/>
                  </a:lnTo>
                  <a:cubicBezTo>
                    <a:pt x="325" y="583"/>
                    <a:pt x="324" y="583"/>
                    <a:pt x="323" y="583"/>
                  </a:cubicBezTo>
                  <a:lnTo>
                    <a:pt x="316" y="582"/>
                  </a:lnTo>
                  <a:lnTo>
                    <a:pt x="312" y="583"/>
                  </a:lnTo>
                  <a:lnTo>
                    <a:pt x="299" y="599"/>
                  </a:lnTo>
                  <a:cubicBezTo>
                    <a:pt x="298" y="599"/>
                    <a:pt x="297" y="600"/>
                    <a:pt x="297" y="600"/>
                  </a:cubicBezTo>
                  <a:lnTo>
                    <a:pt x="293" y="603"/>
                  </a:lnTo>
                  <a:cubicBezTo>
                    <a:pt x="292" y="603"/>
                    <a:pt x="291" y="603"/>
                    <a:pt x="290" y="604"/>
                  </a:cubicBezTo>
                  <a:lnTo>
                    <a:pt x="287" y="604"/>
                  </a:lnTo>
                  <a:lnTo>
                    <a:pt x="272" y="604"/>
                  </a:lnTo>
                  <a:lnTo>
                    <a:pt x="268" y="605"/>
                  </a:lnTo>
                  <a:lnTo>
                    <a:pt x="245" y="619"/>
                  </a:lnTo>
                  <a:lnTo>
                    <a:pt x="238" y="621"/>
                  </a:lnTo>
                  <a:cubicBezTo>
                    <a:pt x="235" y="622"/>
                    <a:pt x="233" y="621"/>
                    <a:pt x="231" y="620"/>
                  </a:cubicBezTo>
                  <a:lnTo>
                    <a:pt x="198" y="599"/>
                  </a:lnTo>
                  <a:lnTo>
                    <a:pt x="187" y="597"/>
                  </a:lnTo>
                  <a:lnTo>
                    <a:pt x="182" y="598"/>
                  </a:lnTo>
                  <a:lnTo>
                    <a:pt x="173" y="601"/>
                  </a:lnTo>
                  <a:cubicBezTo>
                    <a:pt x="173" y="601"/>
                    <a:pt x="172" y="601"/>
                    <a:pt x="171" y="601"/>
                  </a:cubicBezTo>
                  <a:lnTo>
                    <a:pt x="156" y="604"/>
                  </a:lnTo>
                  <a:lnTo>
                    <a:pt x="151" y="606"/>
                  </a:lnTo>
                  <a:lnTo>
                    <a:pt x="145" y="607"/>
                  </a:lnTo>
                  <a:lnTo>
                    <a:pt x="134" y="608"/>
                  </a:lnTo>
                  <a:cubicBezTo>
                    <a:pt x="133" y="608"/>
                    <a:pt x="131" y="607"/>
                    <a:pt x="130" y="607"/>
                  </a:cubicBezTo>
                  <a:lnTo>
                    <a:pt x="125" y="604"/>
                  </a:lnTo>
                  <a:cubicBezTo>
                    <a:pt x="124" y="603"/>
                    <a:pt x="122" y="602"/>
                    <a:pt x="122" y="600"/>
                  </a:cubicBezTo>
                  <a:lnTo>
                    <a:pt x="120" y="596"/>
                  </a:lnTo>
                  <a:cubicBezTo>
                    <a:pt x="119" y="594"/>
                    <a:pt x="119" y="591"/>
                    <a:pt x="121" y="589"/>
                  </a:cubicBezTo>
                  <a:lnTo>
                    <a:pt x="123" y="585"/>
                  </a:lnTo>
                  <a:lnTo>
                    <a:pt x="124" y="584"/>
                  </a:lnTo>
                  <a:lnTo>
                    <a:pt x="128" y="579"/>
                  </a:lnTo>
                  <a:lnTo>
                    <a:pt x="117" y="583"/>
                  </a:lnTo>
                  <a:lnTo>
                    <a:pt x="105" y="584"/>
                  </a:lnTo>
                  <a:lnTo>
                    <a:pt x="74" y="592"/>
                  </a:lnTo>
                  <a:lnTo>
                    <a:pt x="72" y="595"/>
                  </a:lnTo>
                  <a:lnTo>
                    <a:pt x="65" y="606"/>
                  </a:lnTo>
                  <a:lnTo>
                    <a:pt x="66" y="608"/>
                  </a:lnTo>
                  <a:cubicBezTo>
                    <a:pt x="66" y="609"/>
                    <a:pt x="67" y="610"/>
                    <a:pt x="67" y="611"/>
                  </a:cubicBezTo>
                  <a:lnTo>
                    <a:pt x="68" y="621"/>
                  </a:lnTo>
                  <a:lnTo>
                    <a:pt x="70" y="626"/>
                  </a:lnTo>
                  <a:cubicBezTo>
                    <a:pt x="71" y="626"/>
                    <a:pt x="71" y="627"/>
                    <a:pt x="71" y="628"/>
                  </a:cubicBezTo>
                  <a:lnTo>
                    <a:pt x="71" y="634"/>
                  </a:lnTo>
                  <a:cubicBezTo>
                    <a:pt x="71" y="635"/>
                    <a:pt x="71" y="636"/>
                    <a:pt x="71" y="638"/>
                  </a:cubicBezTo>
                  <a:lnTo>
                    <a:pt x="67" y="647"/>
                  </a:lnTo>
                  <a:cubicBezTo>
                    <a:pt x="66" y="648"/>
                    <a:pt x="65" y="649"/>
                    <a:pt x="63" y="650"/>
                  </a:cubicBezTo>
                  <a:lnTo>
                    <a:pt x="31" y="671"/>
                  </a:lnTo>
                  <a:lnTo>
                    <a:pt x="28" y="676"/>
                  </a:lnTo>
                  <a:lnTo>
                    <a:pt x="30" y="687"/>
                  </a:lnTo>
                  <a:cubicBezTo>
                    <a:pt x="31" y="690"/>
                    <a:pt x="29" y="693"/>
                    <a:pt x="27" y="695"/>
                  </a:cubicBezTo>
                  <a:lnTo>
                    <a:pt x="23" y="697"/>
                  </a:lnTo>
                  <a:lnTo>
                    <a:pt x="19" y="702"/>
                  </a:lnTo>
                  <a:lnTo>
                    <a:pt x="18" y="706"/>
                  </a:lnTo>
                  <a:lnTo>
                    <a:pt x="19" y="708"/>
                  </a:lnTo>
                  <a:lnTo>
                    <a:pt x="23" y="708"/>
                  </a:lnTo>
                  <a:cubicBezTo>
                    <a:pt x="24" y="708"/>
                    <a:pt x="25" y="708"/>
                    <a:pt x="26" y="708"/>
                  </a:cubicBezTo>
                  <a:lnTo>
                    <a:pt x="30" y="709"/>
                  </a:lnTo>
                  <a:lnTo>
                    <a:pt x="36" y="709"/>
                  </a:lnTo>
                  <a:cubicBezTo>
                    <a:pt x="36" y="709"/>
                    <a:pt x="37" y="709"/>
                    <a:pt x="38" y="709"/>
                  </a:cubicBezTo>
                  <a:lnTo>
                    <a:pt x="41" y="710"/>
                  </a:lnTo>
                  <a:cubicBezTo>
                    <a:pt x="43" y="710"/>
                    <a:pt x="46" y="712"/>
                    <a:pt x="47" y="715"/>
                  </a:cubicBezTo>
                  <a:lnTo>
                    <a:pt x="47" y="717"/>
                  </a:lnTo>
                  <a:cubicBezTo>
                    <a:pt x="48" y="719"/>
                    <a:pt x="48" y="720"/>
                    <a:pt x="47" y="721"/>
                  </a:cubicBezTo>
                  <a:lnTo>
                    <a:pt x="47" y="721"/>
                  </a:lnTo>
                  <a:cubicBezTo>
                    <a:pt x="48" y="721"/>
                    <a:pt x="49" y="722"/>
                    <a:pt x="49" y="722"/>
                  </a:cubicBezTo>
                  <a:lnTo>
                    <a:pt x="61" y="731"/>
                  </a:lnTo>
                  <a:cubicBezTo>
                    <a:pt x="63" y="732"/>
                    <a:pt x="64" y="735"/>
                    <a:pt x="64" y="737"/>
                  </a:cubicBezTo>
                  <a:cubicBezTo>
                    <a:pt x="64" y="739"/>
                    <a:pt x="63" y="742"/>
                    <a:pt x="62" y="743"/>
                  </a:cubicBezTo>
                  <a:lnTo>
                    <a:pt x="60" y="745"/>
                  </a:lnTo>
                  <a:lnTo>
                    <a:pt x="61" y="746"/>
                  </a:lnTo>
                  <a:lnTo>
                    <a:pt x="70" y="750"/>
                  </a:lnTo>
                  <a:cubicBezTo>
                    <a:pt x="72" y="751"/>
                    <a:pt x="73" y="753"/>
                    <a:pt x="74" y="755"/>
                  </a:cubicBezTo>
                  <a:lnTo>
                    <a:pt x="75" y="757"/>
                  </a:lnTo>
                  <a:cubicBezTo>
                    <a:pt x="75" y="758"/>
                    <a:pt x="75" y="759"/>
                    <a:pt x="75" y="760"/>
                  </a:cubicBezTo>
                  <a:lnTo>
                    <a:pt x="75" y="765"/>
                  </a:lnTo>
                  <a:lnTo>
                    <a:pt x="78" y="773"/>
                  </a:lnTo>
                  <a:cubicBezTo>
                    <a:pt x="78" y="774"/>
                    <a:pt x="78" y="774"/>
                    <a:pt x="78" y="775"/>
                  </a:cubicBezTo>
                  <a:lnTo>
                    <a:pt x="79" y="783"/>
                  </a:lnTo>
                  <a:lnTo>
                    <a:pt x="85" y="785"/>
                  </a:lnTo>
                  <a:cubicBezTo>
                    <a:pt x="85" y="785"/>
                    <a:pt x="86" y="786"/>
                    <a:pt x="87" y="786"/>
                  </a:cubicBezTo>
                  <a:lnTo>
                    <a:pt x="94" y="793"/>
                  </a:lnTo>
                  <a:lnTo>
                    <a:pt x="97" y="797"/>
                  </a:lnTo>
                  <a:cubicBezTo>
                    <a:pt x="98" y="798"/>
                    <a:pt x="98" y="800"/>
                    <a:pt x="98" y="802"/>
                  </a:cubicBezTo>
                  <a:lnTo>
                    <a:pt x="98" y="806"/>
                  </a:lnTo>
                  <a:cubicBezTo>
                    <a:pt x="98" y="807"/>
                    <a:pt x="98" y="808"/>
                    <a:pt x="97" y="809"/>
                  </a:cubicBezTo>
                  <a:lnTo>
                    <a:pt x="92" y="821"/>
                  </a:lnTo>
                  <a:cubicBezTo>
                    <a:pt x="92" y="822"/>
                    <a:pt x="91" y="823"/>
                    <a:pt x="90" y="824"/>
                  </a:cubicBezTo>
                  <a:lnTo>
                    <a:pt x="83" y="830"/>
                  </a:lnTo>
                  <a:cubicBezTo>
                    <a:pt x="82" y="831"/>
                    <a:pt x="80" y="832"/>
                    <a:pt x="78" y="832"/>
                  </a:cubicBezTo>
                  <a:lnTo>
                    <a:pt x="72" y="832"/>
                  </a:lnTo>
                  <a:lnTo>
                    <a:pt x="74" y="837"/>
                  </a:lnTo>
                  <a:lnTo>
                    <a:pt x="78" y="844"/>
                  </a:lnTo>
                  <a:lnTo>
                    <a:pt x="84" y="848"/>
                  </a:lnTo>
                  <a:cubicBezTo>
                    <a:pt x="87" y="850"/>
                    <a:pt x="88" y="852"/>
                    <a:pt x="88" y="854"/>
                  </a:cubicBezTo>
                  <a:cubicBezTo>
                    <a:pt x="88" y="857"/>
                    <a:pt x="87" y="859"/>
                    <a:pt x="85" y="861"/>
                  </a:cubicBezTo>
                  <a:lnTo>
                    <a:pt x="80" y="865"/>
                  </a:lnTo>
                  <a:lnTo>
                    <a:pt x="83" y="871"/>
                  </a:lnTo>
                  <a:lnTo>
                    <a:pt x="87" y="879"/>
                  </a:lnTo>
                  <a:cubicBezTo>
                    <a:pt x="87" y="880"/>
                    <a:pt x="87" y="880"/>
                    <a:pt x="87" y="881"/>
                  </a:cubicBezTo>
                  <a:lnTo>
                    <a:pt x="88" y="889"/>
                  </a:lnTo>
                  <a:cubicBezTo>
                    <a:pt x="88" y="890"/>
                    <a:pt x="88" y="890"/>
                    <a:pt x="88" y="891"/>
                  </a:cubicBezTo>
                  <a:lnTo>
                    <a:pt x="86" y="900"/>
                  </a:lnTo>
                  <a:cubicBezTo>
                    <a:pt x="85" y="902"/>
                    <a:pt x="84" y="904"/>
                    <a:pt x="82" y="905"/>
                  </a:cubicBezTo>
                  <a:lnTo>
                    <a:pt x="79" y="906"/>
                  </a:lnTo>
                  <a:cubicBezTo>
                    <a:pt x="77" y="907"/>
                    <a:pt x="75" y="908"/>
                    <a:pt x="73" y="907"/>
                  </a:cubicBezTo>
                  <a:lnTo>
                    <a:pt x="70" y="907"/>
                  </a:lnTo>
                  <a:lnTo>
                    <a:pt x="69" y="907"/>
                  </a:lnTo>
                  <a:lnTo>
                    <a:pt x="63" y="911"/>
                  </a:lnTo>
                  <a:lnTo>
                    <a:pt x="57" y="917"/>
                  </a:lnTo>
                  <a:lnTo>
                    <a:pt x="55" y="920"/>
                  </a:lnTo>
                  <a:lnTo>
                    <a:pt x="50" y="926"/>
                  </a:lnTo>
                  <a:lnTo>
                    <a:pt x="50" y="926"/>
                  </a:lnTo>
                  <a:lnTo>
                    <a:pt x="50" y="927"/>
                  </a:lnTo>
                  <a:lnTo>
                    <a:pt x="54" y="939"/>
                  </a:lnTo>
                  <a:lnTo>
                    <a:pt x="59" y="962"/>
                  </a:lnTo>
                  <a:lnTo>
                    <a:pt x="71" y="977"/>
                  </a:lnTo>
                  <a:lnTo>
                    <a:pt x="115" y="1012"/>
                  </a:lnTo>
                  <a:lnTo>
                    <a:pt x="127" y="1026"/>
                  </a:lnTo>
                  <a:cubicBezTo>
                    <a:pt x="129" y="1028"/>
                    <a:pt x="130" y="1033"/>
                    <a:pt x="127" y="1036"/>
                  </a:cubicBezTo>
                  <a:cubicBezTo>
                    <a:pt x="125" y="1039"/>
                    <a:pt x="121" y="1040"/>
                    <a:pt x="117" y="1038"/>
                  </a:cubicBezTo>
                  <a:lnTo>
                    <a:pt x="83" y="1022"/>
                  </a:lnTo>
                  <a:cubicBezTo>
                    <a:pt x="82" y="1022"/>
                    <a:pt x="81" y="1021"/>
                    <a:pt x="80" y="1020"/>
                  </a:cubicBezTo>
                  <a:lnTo>
                    <a:pt x="70" y="1012"/>
                  </a:lnTo>
                  <a:cubicBezTo>
                    <a:pt x="69" y="1011"/>
                    <a:pt x="69" y="1011"/>
                    <a:pt x="68" y="1010"/>
                  </a:cubicBezTo>
                  <a:lnTo>
                    <a:pt x="39" y="976"/>
                  </a:lnTo>
                  <a:lnTo>
                    <a:pt x="34" y="975"/>
                  </a:lnTo>
                  <a:lnTo>
                    <a:pt x="8" y="983"/>
                  </a:lnTo>
                  <a:lnTo>
                    <a:pt x="8" y="986"/>
                  </a:lnTo>
                  <a:lnTo>
                    <a:pt x="0" y="1031"/>
                  </a:lnTo>
                  <a:lnTo>
                    <a:pt x="1" y="1031"/>
                  </a:lnTo>
                  <a:lnTo>
                    <a:pt x="16" y="1028"/>
                  </a:lnTo>
                  <a:cubicBezTo>
                    <a:pt x="18" y="1028"/>
                    <a:pt x="21" y="1028"/>
                    <a:pt x="23" y="1030"/>
                  </a:cubicBezTo>
                  <a:lnTo>
                    <a:pt x="32" y="1037"/>
                  </a:lnTo>
                  <a:lnTo>
                    <a:pt x="33" y="1038"/>
                  </a:lnTo>
                  <a:lnTo>
                    <a:pt x="39" y="1046"/>
                  </a:lnTo>
                  <a:lnTo>
                    <a:pt x="46" y="1053"/>
                  </a:lnTo>
                  <a:lnTo>
                    <a:pt x="51" y="1056"/>
                  </a:lnTo>
                  <a:lnTo>
                    <a:pt x="59" y="1057"/>
                  </a:lnTo>
                  <a:lnTo>
                    <a:pt x="76" y="1064"/>
                  </a:lnTo>
                  <a:cubicBezTo>
                    <a:pt x="77" y="1064"/>
                    <a:pt x="78" y="1065"/>
                    <a:pt x="78" y="1066"/>
                  </a:cubicBezTo>
                  <a:lnTo>
                    <a:pt x="104" y="1091"/>
                  </a:lnTo>
                  <a:lnTo>
                    <a:pt x="119" y="1097"/>
                  </a:lnTo>
                  <a:cubicBezTo>
                    <a:pt x="120" y="1097"/>
                    <a:pt x="121" y="1098"/>
                    <a:pt x="122" y="1098"/>
                  </a:cubicBezTo>
                  <a:lnTo>
                    <a:pt x="125" y="1101"/>
                  </a:lnTo>
                  <a:cubicBezTo>
                    <a:pt x="126" y="1103"/>
                    <a:pt x="127" y="1104"/>
                    <a:pt x="127" y="1106"/>
                  </a:cubicBezTo>
                  <a:lnTo>
                    <a:pt x="129" y="1118"/>
                  </a:lnTo>
                  <a:lnTo>
                    <a:pt x="198" y="1168"/>
                  </a:lnTo>
                  <a:lnTo>
                    <a:pt x="222" y="1196"/>
                  </a:lnTo>
                  <a:lnTo>
                    <a:pt x="234" y="1215"/>
                  </a:lnTo>
                  <a:lnTo>
                    <a:pt x="245" y="1235"/>
                  </a:lnTo>
                  <a:lnTo>
                    <a:pt x="262" y="1281"/>
                  </a:lnTo>
                  <a:lnTo>
                    <a:pt x="267" y="1303"/>
                  </a:lnTo>
                  <a:lnTo>
                    <a:pt x="278" y="1302"/>
                  </a:lnTo>
                  <a:lnTo>
                    <a:pt x="297" y="1305"/>
                  </a:lnTo>
                  <a:lnTo>
                    <a:pt x="300" y="1304"/>
                  </a:lnTo>
                  <a:lnTo>
                    <a:pt x="302" y="1300"/>
                  </a:lnTo>
                  <a:lnTo>
                    <a:pt x="304" y="1296"/>
                  </a:lnTo>
                  <a:lnTo>
                    <a:pt x="307" y="1291"/>
                  </a:lnTo>
                  <a:cubicBezTo>
                    <a:pt x="308" y="1290"/>
                    <a:pt x="309" y="1289"/>
                    <a:pt x="310" y="1289"/>
                  </a:cubicBezTo>
                  <a:lnTo>
                    <a:pt x="314" y="1286"/>
                  </a:lnTo>
                  <a:cubicBezTo>
                    <a:pt x="315" y="1286"/>
                    <a:pt x="317" y="1285"/>
                    <a:pt x="318" y="1285"/>
                  </a:cubicBezTo>
                  <a:lnTo>
                    <a:pt x="323" y="1286"/>
                  </a:lnTo>
                  <a:cubicBezTo>
                    <a:pt x="325" y="1286"/>
                    <a:pt x="326" y="1287"/>
                    <a:pt x="328" y="1288"/>
                  </a:cubicBezTo>
                  <a:lnTo>
                    <a:pt x="332" y="1293"/>
                  </a:lnTo>
                  <a:cubicBezTo>
                    <a:pt x="333" y="1294"/>
                    <a:pt x="333" y="1294"/>
                    <a:pt x="333" y="1295"/>
                  </a:cubicBezTo>
                  <a:lnTo>
                    <a:pt x="336" y="1300"/>
                  </a:lnTo>
                  <a:lnTo>
                    <a:pt x="338" y="1307"/>
                  </a:lnTo>
                  <a:lnTo>
                    <a:pt x="340" y="1319"/>
                  </a:lnTo>
                  <a:lnTo>
                    <a:pt x="341" y="1321"/>
                  </a:lnTo>
                  <a:lnTo>
                    <a:pt x="344" y="1323"/>
                  </a:lnTo>
                  <a:lnTo>
                    <a:pt x="353" y="1325"/>
                  </a:lnTo>
                  <a:lnTo>
                    <a:pt x="359" y="1326"/>
                  </a:lnTo>
                  <a:lnTo>
                    <a:pt x="363" y="1325"/>
                  </a:lnTo>
                  <a:cubicBezTo>
                    <a:pt x="364" y="1325"/>
                    <a:pt x="365" y="1325"/>
                    <a:pt x="366" y="1325"/>
                  </a:cubicBezTo>
                  <a:lnTo>
                    <a:pt x="372" y="1327"/>
                  </a:lnTo>
                  <a:cubicBezTo>
                    <a:pt x="373" y="1327"/>
                    <a:pt x="374" y="1327"/>
                    <a:pt x="374" y="1327"/>
                  </a:cubicBezTo>
                  <a:lnTo>
                    <a:pt x="382" y="1331"/>
                  </a:lnTo>
                  <a:lnTo>
                    <a:pt x="398" y="1343"/>
                  </a:lnTo>
                  <a:lnTo>
                    <a:pt x="405" y="1351"/>
                  </a:lnTo>
                  <a:lnTo>
                    <a:pt x="409" y="1358"/>
                  </a:lnTo>
                  <a:cubicBezTo>
                    <a:pt x="410" y="1359"/>
                    <a:pt x="410" y="1360"/>
                    <a:pt x="410" y="1361"/>
                  </a:cubicBezTo>
                  <a:lnTo>
                    <a:pt x="411" y="1366"/>
                  </a:lnTo>
                  <a:lnTo>
                    <a:pt x="409" y="1386"/>
                  </a:lnTo>
                  <a:lnTo>
                    <a:pt x="412" y="1398"/>
                  </a:lnTo>
                  <a:lnTo>
                    <a:pt x="414" y="1402"/>
                  </a:lnTo>
                  <a:lnTo>
                    <a:pt x="422" y="1415"/>
                  </a:lnTo>
                  <a:lnTo>
                    <a:pt x="424" y="1415"/>
                  </a:lnTo>
                  <a:lnTo>
                    <a:pt x="436" y="1412"/>
                  </a:lnTo>
                  <a:cubicBezTo>
                    <a:pt x="437" y="1412"/>
                    <a:pt x="438" y="1412"/>
                    <a:pt x="439" y="1412"/>
                  </a:cubicBezTo>
                  <a:lnTo>
                    <a:pt x="444" y="1413"/>
                  </a:lnTo>
                  <a:cubicBezTo>
                    <a:pt x="446" y="1413"/>
                    <a:pt x="447" y="1413"/>
                    <a:pt x="448" y="1414"/>
                  </a:cubicBezTo>
                  <a:lnTo>
                    <a:pt x="463" y="1424"/>
                  </a:lnTo>
                  <a:lnTo>
                    <a:pt x="468" y="1425"/>
                  </a:lnTo>
                  <a:cubicBezTo>
                    <a:pt x="469" y="1425"/>
                    <a:pt x="470" y="1426"/>
                    <a:pt x="471" y="1426"/>
                  </a:cubicBezTo>
                  <a:lnTo>
                    <a:pt x="478" y="1430"/>
                  </a:lnTo>
                  <a:lnTo>
                    <a:pt x="484" y="1435"/>
                  </a:lnTo>
                  <a:lnTo>
                    <a:pt x="494" y="1446"/>
                  </a:lnTo>
                  <a:lnTo>
                    <a:pt x="503" y="1451"/>
                  </a:lnTo>
                  <a:lnTo>
                    <a:pt x="527" y="1459"/>
                  </a:lnTo>
                  <a:lnTo>
                    <a:pt x="532" y="1458"/>
                  </a:lnTo>
                  <a:lnTo>
                    <a:pt x="538" y="1457"/>
                  </a:lnTo>
                  <a:lnTo>
                    <a:pt x="558" y="1448"/>
                  </a:lnTo>
                  <a:cubicBezTo>
                    <a:pt x="558" y="1448"/>
                    <a:pt x="559" y="1448"/>
                    <a:pt x="560" y="1447"/>
                  </a:cubicBezTo>
                  <a:lnTo>
                    <a:pt x="567" y="1446"/>
                  </a:lnTo>
                  <a:cubicBezTo>
                    <a:pt x="568" y="1446"/>
                    <a:pt x="570" y="1446"/>
                    <a:pt x="571" y="1447"/>
                  </a:cubicBezTo>
                  <a:lnTo>
                    <a:pt x="582" y="1451"/>
                  </a:lnTo>
                  <a:lnTo>
                    <a:pt x="590" y="1447"/>
                  </a:lnTo>
                  <a:lnTo>
                    <a:pt x="599" y="1434"/>
                  </a:lnTo>
                  <a:cubicBezTo>
                    <a:pt x="600" y="1433"/>
                    <a:pt x="600" y="1433"/>
                    <a:pt x="601" y="1432"/>
                  </a:cubicBezTo>
                  <a:lnTo>
                    <a:pt x="604" y="1428"/>
                  </a:lnTo>
                  <a:lnTo>
                    <a:pt x="599" y="1415"/>
                  </a:lnTo>
                  <a:cubicBezTo>
                    <a:pt x="598" y="1413"/>
                    <a:pt x="598" y="1411"/>
                    <a:pt x="600" y="1409"/>
                  </a:cubicBezTo>
                  <a:lnTo>
                    <a:pt x="606" y="1399"/>
                  </a:lnTo>
                  <a:cubicBezTo>
                    <a:pt x="606" y="1398"/>
                    <a:pt x="607" y="1398"/>
                    <a:pt x="607" y="1397"/>
                  </a:cubicBezTo>
                  <a:cubicBezTo>
                    <a:pt x="608" y="1397"/>
                    <a:pt x="608" y="1396"/>
                    <a:pt x="609" y="1396"/>
                  </a:cubicBezTo>
                  <a:lnTo>
                    <a:pt x="645" y="1376"/>
                  </a:lnTo>
                  <a:lnTo>
                    <a:pt x="652" y="1374"/>
                  </a:lnTo>
                  <a:lnTo>
                    <a:pt x="658" y="1373"/>
                  </a:lnTo>
                  <a:cubicBezTo>
                    <a:pt x="659" y="1373"/>
                    <a:pt x="659" y="1373"/>
                    <a:pt x="660" y="1373"/>
                  </a:cubicBezTo>
                  <a:lnTo>
                    <a:pt x="664" y="1374"/>
                  </a:lnTo>
                  <a:lnTo>
                    <a:pt x="675" y="1379"/>
                  </a:lnTo>
                  <a:lnTo>
                    <a:pt x="679" y="1378"/>
                  </a:lnTo>
                  <a:lnTo>
                    <a:pt x="685" y="1372"/>
                  </a:lnTo>
                  <a:lnTo>
                    <a:pt x="689" y="1359"/>
                  </a:lnTo>
                  <a:cubicBezTo>
                    <a:pt x="690" y="1358"/>
                    <a:pt x="690" y="1357"/>
                    <a:pt x="690" y="1356"/>
                  </a:cubicBezTo>
                  <a:lnTo>
                    <a:pt x="692" y="1354"/>
                  </a:lnTo>
                  <a:lnTo>
                    <a:pt x="696" y="1349"/>
                  </a:lnTo>
                  <a:cubicBezTo>
                    <a:pt x="697" y="1349"/>
                    <a:pt x="698" y="1348"/>
                    <a:pt x="699" y="1348"/>
                  </a:cubicBezTo>
                  <a:lnTo>
                    <a:pt x="712" y="1343"/>
                  </a:lnTo>
                  <a:lnTo>
                    <a:pt x="718" y="1339"/>
                  </a:lnTo>
                  <a:lnTo>
                    <a:pt x="730" y="1327"/>
                  </a:lnTo>
                  <a:lnTo>
                    <a:pt x="732" y="1321"/>
                  </a:lnTo>
                  <a:lnTo>
                    <a:pt x="732" y="1317"/>
                  </a:lnTo>
                  <a:lnTo>
                    <a:pt x="731" y="1299"/>
                  </a:lnTo>
                  <a:lnTo>
                    <a:pt x="731" y="1289"/>
                  </a:lnTo>
                  <a:lnTo>
                    <a:pt x="732" y="1279"/>
                  </a:lnTo>
                  <a:lnTo>
                    <a:pt x="739" y="1251"/>
                  </a:lnTo>
                  <a:lnTo>
                    <a:pt x="742" y="1242"/>
                  </a:lnTo>
                  <a:lnTo>
                    <a:pt x="746" y="1236"/>
                  </a:lnTo>
                  <a:lnTo>
                    <a:pt x="750" y="1230"/>
                  </a:lnTo>
                  <a:lnTo>
                    <a:pt x="802" y="1193"/>
                  </a:lnTo>
                  <a:cubicBezTo>
                    <a:pt x="803" y="1192"/>
                    <a:pt x="803" y="1192"/>
                    <a:pt x="804" y="1191"/>
                  </a:cubicBezTo>
                  <a:lnTo>
                    <a:pt x="814" y="1188"/>
                  </a:lnTo>
                  <a:cubicBezTo>
                    <a:pt x="816" y="1187"/>
                    <a:pt x="817" y="1187"/>
                    <a:pt x="819" y="1188"/>
                  </a:cubicBezTo>
                  <a:lnTo>
                    <a:pt x="822" y="1188"/>
                  </a:lnTo>
                  <a:lnTo>
                    <a:pt x="824" y="1187"/>
                  </a:lnTo>
                  <a:lnTo>
                    <a:pt x="828" y="1181"/>
                  </a:lnTo>
                  <a:lnTo>
                    <a:pt x="842" y="1155"/>
                  </a:lnTo>
                  <a:lnTo>
                    <a:pt x="857" y="1133"/>
                  </a:lnTo>
                  <a:lnTo>
                    <a:pt x="860" y="1119"/>
                  </a:lnTo>
                  <a:lnTo>
                    <a:pt x="860" y="1114"/>
                  </a:lnTo>
                  <a:lnTo>
                    <a:pt x="860" y="1099"/>
                  </a:lnTo>
                  <a:lnTo>
                    <a:pt x="861" y="1093"/>
                  </a:lnTo>
                  <a:lnTo>
                    <a:pt x="863" y="1087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xmlns="" id="{24427176-98E4-4959-AB2E-7F3934E4B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1060" y="3628565"/>
              <a:ext cx="59025" cy="95567"/>
            </a:xfrm>
            <a:custGeom>
              <a:avLst/>
              <a:gdLst>
                <a:gd name="T0" fmla="*/ 15 w 93"/>
                <a:gd name="T1" fmla="*/ 55 h 151"/>
                <a:gd name="T2" fmla="*/ 24 w 93"/>
                <a:gd name="T3" fmla="*/ 66 h 151"/>
                <a:gd name="T4" fmla="*/ 34 w 93"/>
                <a:gd name="T5" fmla="*/ 73 h 151"/>
                <a:gd name="T6" fmla="*/ 65 w 93"/>
                <a:gd name="T7" fmla="*/ 107 h 151"/>
                <a:gd name="T8" fmla="*/ 71 w 93"/>
                <a:gd name="T9" fmla="*/ 119 h 151"/>
                <a:gd name="T10" fmla="*/ 75 w 93"/>
                <a:gd name="T11" fmla="*/ 129 h 151"/>
                <a:gd name="T12" fmla="*/ 82 w 93"/>
                <a:gd name="T13" fmla="*/ 150 h 151"/>
                <a:gd name="T14" fmla="*/ 84 w 93"/>
                <a:gd name="T15" fmla="*/ 146 h 151"/>
                <a:gd name="T16" fmla="*/ 89 w 93"/>
                <a:gd name="T17" fmla="*/ 129 h 151"/>
                <a:gd name="T18" fmla="*/ 92 w 93"/>
                <a:gd name="T19" fmla="*/ 101 h 151"/>
                <a:gd name="T20" fmla="*/ 92 w 93"/>
                <a:gd name="T21" fmla="*/ 97 h 151"/>
                <a:gd name="T22" fmla="*/ 90 w 93"/>
                <a:gd name="T23" fmla="*/ 94 h 151"/>
                <a:gd name="T24" fmla="*/ 78 w 93"/>
                <a:gd name="T25" fmla="*/ 86 h 151"/>
                <a:gd name="T26" fmla="*/ 71 w 93"/>
                <a:gd name="T27" fmla="*/ 80 h 151"/>
                <a:gd name="T28" fmla="*/ 69 w 93"/>
                <a:gd name="T29" fmla="*/ 72 h 151"/>
                <a:gd name="T30" fmla="*/ 71 w 93"/>
                <a:gd name="T31" fmla="*/ 67 h 151"/>
                <a:gd name="T32" fmla="*/ 68 w 93"/>
                <a:gd name="T33" fmla="*/ 64 h 151"/>
                <a:gd name="T34" fmla="*/ 65 w 93"/>
                <a:gd name="T35" fmla="*/ 58 h 151"/>
                <a:gd name="T36" fmla="*/ 65 w 93"/>
                <a:gd name="T37" fmla="*/ 52 h 151"/>
                <a:gd name="T38" fmla="*/ 66 w 93"/>
                <a:gd name="T39" fmla="*/ 44 h 151"/>
                <a:gd name="T40" fmla="*/ 65 w 93"/>
                <a:gd name="T41" fmla="*/ 38 h 151"/>
                <a:gd name="T42" fmla="*/ 62 w 93"/>
                <a:gd name="T43" fmla="*/ 35 h 151"/>
                <a:gd name="T44" fmla="*/ 59 w 93"/>
                <a:gd name="T45" fmla="*/ 36 h 151"/>
                <a:gd name="T46" fmla="*/ 54 w 93"/>
                <a:gd name="T47" fmla="*/ 37 h 151"/>
                <a:gd name="T48" fmla="*/ 48 w 93"/>
                <a:gd name="T49" fmla="*/ 37 h 151"/>
                <a:gd name="T50" fmla="*/ 43 w 93"/>
                <a:gd name="T51" fmla="*/ 34 h 151"/>
                <a:gd name="T52" fmla="*/ 40 w 93"/>
                <a:gd name="T53" fmla="*/ 32 h 151"/>
                <a:gd name="T54" fmla="*/ 28 w 93"/>
                <a:gd name="T55" fmla="*/ 19 h 151"/>
                <a:gd name="T56" fmla="*/ 14 w 93"/>
                <a:gd name="T57" fmla="*/ 7 h 151"/>
                <a:gd name="T58" fmla="*/ 0 w 93"/>
                <a:gd name="T59" fmla="*/ 0 h 151"/>
                <a:gd name="T60" fmla="*/ 5 w 93"/>
                <a:gd name="T61" fmla="*/ 12 h 151"/>
                <a:gd name="T62" fmla="*/ 11 w 93"/>
                <a:gd name="T63" fmla="*/ 29 h 151"/>
                <a:gd name="T64" fmla="*/ 11 w 93"/>
                <a:gd name="T65" fmla="*/ 33 h 151"/>
                <a:gd name="T66" fmla="*/ 8 w 93"/>
                <a:gd name="T67" fmla="*/ 44 h 151"/>
                <a:gd name="T68" fmla="*/ 15 w 93"/>
                <a:gd name="T69" fmla="*/ 5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3" h="151">
                  <a:moveTo>
                    <a:pt x="15" y="55"/>
                  </a:moveTo>
                  <a:lnTo>
                    <a:pt x="24" y="66"/>
                  </a:lnTo>
                  <a:lnTo>
                    <a:pt x="34" y="73"/>
                  </a:lnTo>
                  <a:lnTo>
                    <a:pt x="65" y="107"/>
                  </a:lnTo>
                  <a:lnTo>
                    <a:pt x="71" y="119"/>
                  </a:lnTo>
                  <a:lnTo>
                    <a:pt x="75" y="129"/>
                  </a:lnTo>
                  <a:lnTo>
                    <a:pt x="82" y="150"/>
                  </a:lnTo>
                  <a:lnTo>
                    <a:pt x="84" y="146"/>
                  </a:lnTo>
                  <a:lnTo>
                    <a:pt x="89" y="129"/>
                  </a:lnTo>
                  <a:lnTo>
                    <a:pt x="92" y="101"/>
                  </a:lnTo>
                  <a:lnTo>
                    <a:pt x="92" y="97"/>
                  </a:lnTo>
                  <a:lnTo>
                    <a:pt x="90" y="94"/>
                  </a:lnTo>
                  <a:lnTo>
                    <a:pt x="78" y="86"/>
                  </a:lnTo>
                  <a:lnTo>
                    <a:pt x="71" y="80"/>
                  </a:lnTo>
                  <a:cubicBezTo>
                    <a:pt x="69" y="78"/>
                    <a:pt x="68" y="75"/>
                    <a:pt x="69" y="72"/>
                  </a:cubicBezTo>
                  <a:lnTo>
                    <a:pt x="71" y="67"/>
                  </a:lnTo>
                  <a:lnTo>
                    <a:pt x="68" y="64"/>
                  </a:lnTo>
                  <a:cubicBezTo>
                    <a:pt x="66" y="62"/>
                    <a:pt x="66" y="60"/>
                    <a:pt x="65" y="58"/>
                  </a:cubicBezTo>
                  <a:lnTo>
                    <a:pt x="65" y="52"/>
                  </a:lnTo>
                  <a:lnTo>
                    <a:pt x="66" y="44"/>
                  </a:lnTo>
                  <a:lnTo>
                    <a:pt x="65" y="38"/>
                  </a:lnTo>
                  <a:lnTo>
                    <a:pt x="62" y="35"/>
                  </a:lnTo>
                  <a:lnTo>
                    <a:pt x="59" y="36"/>
                  </a:lnTo>
                  <a:lnTo>
                    <a:pt x="54" y="37"/>
                  </a:lnTo>
                  <a:cubicBezTo>
                    <a:pt x="52" y="38"/>
                    <a:pt x="50" y="38"/>
                    <a:pt x="48" y="37"/>
                  </a:cubicBezTo>
                  <a:lnTo>
                    <a:pt x="43" y="34"/>
                  </a:lnTo>
                  <a:cubicBezTo>
                    <a:pt x="42" y="34"/>
                    <a:pt x="41" y="33"/>
                    <a:pt x="40" y="32"/>
                  </a:cubicBezTo>
                  <a:lnTo>
                    <a:pt x="28" y="19"/>
                  </a:lnTo>
                  <a:lnTo>
                    <a:pt x="14" y="7"/>
                  </a:lnTo>
                  <a:lnTo>
                    <a:pt x="0" y="0"/>
                  </a:lnTo>
                  <a:lnTo>
                    <a:pt x="5" y="12"/>
                  </a:lnTo>
                  <a:lnTo>
                    <a:pt x="11" y="29"/>
                  </a:lnTo>
                  <a:cubicBezTo>
                    <a:pt x="11" y="30"/>
                    <a:pt x="11" y="31"/>
                    <a:pt x="11" y="33"/>
                  </a:cubicBezTo>
                  <a:lnTo>
                    <a:pt x="8" y="44"/>
                  </a:lnTo>
                  <a:lnTo>
                    <a:pt x="15" y="55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xmlns="" id="{E1F01535-0F05-4E10-8540-C340B90CA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5439" y="3552674"/>
              <a:ext cx="36540" cy="16865"/>
            </a:xfrm>
            <a:custGeom>
              <a:avLst/>
              <a:gdLst>
                <a:gd name="T0" fmla="*/ 55 w 57"/>
                <a:gd name="T1" fmla="*/ 24 h 26"/>
                <a:gd name="T2" fmla="*/ 55 w 57"/>
                <a:gd name="T3" fmla="*/ 25 h 26"/>
                <a:gd name="T4" fmla="*/ 56 w 57"/>
                <a:gd name="T5" fmla="*/ 24 h 26"/>
                <a:gd name="T6" fmla="*/ 55 w 57"/>
                <a:gd name="T7" fmla="*/ 21 h 26"/>
                <a:gd name="T8" fmla="*/ 47 w 57"/>
                <a:gd name="T9" fmla="*/ 12 h 26"/>
                <a:gd name="T10" fmla="*/ 38 w 57"/>
                <a:gd name="T11" fmla="*/ 6 h 26"/>
                <a:gd name="T12" fmla="*/ 0 w 57"/>
                <a:gd name="T13" fmla="*/ 0 h 26"/>
                <a:gd name="T14" fmla="*/ 30 w 57"/>
                <a:gd name="T15" fmla="*/ 19 h 26"/>
                <a:gd name="T16" fmla="*/ 55 w 57"/>
                <a:gd name="T17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26">
                  <a:moveTo>
                    <a:pt x="55" y="24"/>
                  </a:moveTo>
                  <a:cubicBezTo>
                    <a:pt x="55" y="24"/>
                    <a:pt x="55" y="24"/>
                    <a:pt x="55" y="25"/>
                  </a:cubicBezTo>
                  <a:lnTo>
                    <a:pt x="56" y="24"/>
                  </a:lnTo>
                  <a:lnTo>
                    <a:pt x="55" y="21"/>
                  </a:lnTo>
                  <a:lnTo>
                    <a:pt x="47" y="12"/>
                  </a:lnTo>
                  <a:lnTo>
                    <a:pt x="38" y="6"/>
                  </a:lnTo>
                  <a:lnTo>
                    <a:pt x="0" y="0"/>
                  </a:lnTo>
                  <a:lnTo>
                    <a:pt x="30" y="19"/>
                  </a:lnTo>
                  <a:lnTo>
                    <a:pt x="55" y="24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xmlns="" id="{51B004AC-9154-43C0-B369-E530301E8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0832" y="1573887"/>
              <a:ext cx="899448" cy="736423"/>
            </a:xfrm>
            <a:custGeom>
              <a:avLst/>
              <a:gdLst>
                <a:gd name="T0" fmla="*/ 183 w 1412"/>
                <a:gd name="T1" fmla="*/ 468 h 1156"/>
                <a:gd name="T2" fmla="*/ 165 w 1412"/>
                <a:gd name="T3" fmla="*/ 510 h 1156"/>
                <a:gd name="T4" fmla="*/ 149 w 1412"/>
                <a:gd name="T5" fmla="*/ 557 h 1156"/>
                <a:gd name="T6" fmla="*/ 166 w 1412"/>
                <a:gd name="T7" fmla="*/ 654 h 1156"/>
                <a:gd name="T8" fmla="*/ 188 w 1412"/>
                <a:gd name="T9" fmla="*/ 686 h 1156"/>
                <a:gd name="T10" fmla="*/ 168 w 1412"/>
                <a:gd name="T11" fmla="*/ 756 h 1156"/>
                <a:gd name="T12" fmla="*/ 184 w 1412"/>
                <a:gd name="T13" fmla="*/ 868 h 1156"/>
                <a:gd name="T14" fmla="*/ 163 w 1412"/>
                <a:gd name="T15" fmla="*/ 877 h 1156"/>
                <a:gd name="T16" fmla="*/ 236 w 1412"/>
                <a:gd name="T17" fmla="*/ 909 h 1156"/>
                <a:gd name="T18" fmla="*/ 341 w 1412"/>
                <a:gd name="T19" fmla="*/ 879 h 1156"/>
                <a:gd name="T20" fmla="*/ 420 w 1412"/>
                <a:gd name="T21" fmla="*/ 916 h 1156"/>
                <a:gd name="T22" fmla="*/ 561 w 1412"/>
                <a:gd name="T23" fmla="*/ 950 h 1156"/>
                <a:gd name="T24" fmla="*/ 624 w 1412"/>
                <a:gd name="T25" fmla="*/ 968 h 1156"/>
                <a:gd name="T26" fmla="*/ 675 w 1412"/>
                <a:gd name="T27" fmla="*/ 985 h 1156"/>
                <a:gd name="T28" fmla="*/ 764 w 1412"/>
                <a:gd name="T29" fmla="*/ 975 h 1156"/>
                <a:gd name="T30" fmla="*/ 803 w 1412"/>
                <a:gd name="T31" fmla="*/ 969 h 1156"/>
                <a:gd name="T32" fmla="*/ 890 w 1412"/>
                <a:gd name="T33" fmla="*/ 1002 h 1156"/>
                <a:gd name="T34" fmla="*/ 966 w 1412"/>
                <a:gd name="T35" fmla="*/ 1098 h 1156"/>
                <a:gd name="T36" fmla="*/ 993 w 1412"/>
                <a:gd name="T37" fmla="*/ 1139 h 1156"/>
                <a:gd name="T38" fmla="*/ 1078 w 1412"/>
                <a:gd name="T39" fmla="*/ 1088 h 1156"/>
                <a:gd name="T40" fmla="*/ 1122 w 1412"/>
                <a:gd name="T41" fmla="*/ 1031 h 1156"/>
                <a:gd name="T42" fmla="*/ 1081 w 1412"/>
                <a:gd name="T43" fmla="*/ 1022 h 1156"/>
                <a:gd name="T44" fmla="*/ 1101 w 1412"/>
                <a:gd name="T45" fmla="*/ 966 h 1156"/>
                <a:gd name="T46" fmla="*/ 1119 w 1412"/>
                <a:gd name="T47" fmla="*/ 925 h 1156"/>
                <a:gd name="T48" fmla="*/ 1148 w 1412"/>
                <a:gd name="T49" fmla="*/ 908 h 1156"/>
                <a:gd name="T50" fmla="*/ 1118 w 1412"/>
                <a:gd name="T51" fmla="*/ 836 h 1156"/>
                <a:gd name="T52" fmla="*/ 1216 w 1412"/>
                <a:gd name="T53" fmla="*/ 765 h 1156"/>
                <a:gd name="T54" fmla="*/ 1276 w 1412"/>
                <a:gd name="T55" fmla="*/ 764 h 1156"/>
                <a:gd name="T56" fmla="*/ 1310 w 1412"/>
                <a:gd name="T57" fmla="*/ 764 h 1156"/>
                <a:gd name="T58" fmla="*/ 1311 w 1412"/>
                <a:gd name="T59" fmla="*/ 706 h 1156"/>
                <a:gd name="T60" fmla="*/ 1313 w 1412"/>
                <a:gd name="T61" fmla="*/ 657 h 1156"/>
                <a:gd name="T62" fmla="*/ 1315 w 1412"/>
                <a:gd name="T63" fmla="*/ 588 h 1156"/>
                <a:gd name="T64" fmla="*/ 1339 w 1412"/>
                <a:gd name="T65" fmla="*/ 552 h 1156"/>
                <a:gd name="T66" fmla="*/ 1380 w 1412"/>
                <a:gd name="T67" fmla="*/ 509 h 1156"/>
                <a:gd name="T68" fmla="*/ 1395 w 1412"/>
                <a:gd name="T69" fmla="*/ 425 h 1156"/>
                <a:gd name="T70" fmla="*/ 1394 w 1412"/>
                <a:gd name="T71" fmla="*/ 326 h 1156"/>
                <a:gd name="T72" fmla="*/ 1283 w 1412"/>
                <a:gd name="T73" fmla="*/ 291 h 1156"/>
                <a:gd name="T74" fmla="*/ 1250 w 1412"/>
                <a:gd name="T75" fmla="*/ 273 h 1156"/>
                <a:gd name="T76" fmla="*/ 1169 w 1412"/>
                <a:gd name="T77" fmla="*/ 250 h 1156"/>
                <a:gd name="T78" fmla="*/ 1091 w 1412"/>
                <a:gd name="T79" fmla="*/ 259 h 1156"/>
                <a:gd name="T80" fmla="*/ 1030 w 1412"/>
                <a:gd name="T81" fmla="*/ 277 h 1156"/>
                <a:gd name="T82" fmla="*/ 955 w 1412"/>
                <a:gd name="T83" fmla="*/ 276 h 1156"/>
                <a:gd name="T84" fmla="*/ 793 w 1412"/>
                <a:gd name="T85" fmla="*/ 231 h 1156"/>
                <a:gd name="T86" fmla="*/ 780 w 1412"/>
                <a:gd name="T87" fmla="*/ 260 h 1156"/>
                <a:gd name="T88" fmla="*/ 715 w 1412"/>
                <a:gd name="T89" fmla="*/ 268 h 1156"/>
                <a:gd name="T90" fmla="*/ 675 w 1412"/>
                <a:gd name="T91" fmla="*/ 261 h 1156"/>
                <a:gd name="T92" fmla="*/ 671 w 1412"/>
                <a:gd name="T93" fmla="*/ 222 h 1156"/>
                <a:gd name="T94" fmla="*/ 650 w 1412"/>
                <a:gd name="T95" fmla="*/ 226 h 1156"/>
                <a:gd name="T96" fmla="*/ 608 w 1412"/>
                <a:gd name="T97" fmla="*/ 214 h 1156"/>
                <a:gd name="T98" fmla="*/ 567 w 1412"/>
                <a:gd name="T99" fmla="*/ 190 h 1156"/>
                <a:gd name="T100" fmla="*/ 511 w 1412"/>
                <a:gd name="T101" fmla="*/ 212 h 1156"/>
                <a:gd name="T102" fmla="*/ 477 w 1412"/>
                <a:gd name="T103" fmla="*/ 188 h 1156"/>
                <a:gd name="T104" fmla="*/ 493 w 1412"/>
                <a:gd name="T105" fmla="*/ 114 h 1156"/>
                <a:gd name="T106" fmla="*/ 457 w 1412"/>
                <a:gd name="T107" fmla="*/ 115 h 1156"/>
                <a:gd name="T108" fmla="*/ 399 w 1412"/>
                <a:gd name="T109" fmla="*/ 128 h 1156"/>
                <a:gd name="T110" fmla="*/ 320 w 1412"/>
                <a:gd name="T111" fmla="*/ 102 h 1156"/>
                <a:gd name="T112" fmla="*/ 262 w 1412"/>
                <a:gd name="T113" fmla="*/ 39 h 1156"/>
                <a:gd name="T114" fmla="*/ 239 w 1412"/>
                <a:gd name="T115" fmla="*/ 46 h 1156"/>
                <a:gd name="T116" fmla="*/ 143 w 1412"/>
                <a:gd name="T117" fmla="*/ 27 h 1156"/>
                <a:gd name="T118" fmla="*/ 83 w 1412"/>
                <a:gd name="T119" fmla="*/ 14 h 1156"/>
                <a:gd name="T120" fmla="*/ 132 w 1412"/>
                <a:gd name="T121" fmla="*/ 104 h 1156"/>
                <a:gd name="T122" fmla="*/ 132 w 1412"/>
                <a:gd name="T123" fmla="*/ 145 h 1156"/>
                <a:gd name="T124" fmla="*/ 33 w 1412"/>
                <a:gd name="T125" fmla="*/ 192 h 1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12" h="1156">
                  <a:moveTo>
                    <a:pt x="146" y="363"/>
                  </a:moveTo>
                  <a:lnTo>
                    <a:pt x="154" y="375"/>
                  </a:lnTo>
                  <a:cubicBezTo>
                    <a:pt x="154" y="375"/>
                    <a:pt x="155" y="376"/>
                    <a:pt x="155" y="377"/>
                  </a:cubicBezTo>
                  <a:lnTo>
                    <a:pt x="162" y="407"/>
                  </a:lnTo>
                  <a:lnTo>
                    <a:pt x="167" y="418"/>
                  </a:lnTo>
                  <a:lnTo>
                    <a:pt x="177" y="434"/>
                  </a:lnTo>
                  <a:lnTo>
                    <a:pt x="184" y="452"/>
                  </a:lnTo>
                  <a:lnTo>
                    <a:pt x="185" y="462"/>
                  </a:lnTo>
                  <a:cubicBezTo>
                    <a:pt x="185" y="464"/>
                    <a:pt x="184" y="466"/>
                    <a:pt x="183" y="468"/>
                  </a:cubicBezTo>
                  <a:lnTo>
                    <a:pt x="179" y="473"/>
                  </a:lnTo>
                  <a:cubicBezTo>
                    <a:pt x="178" y="473"/>
                    <a:pt x="177" y="474"/>
                    <a:pt x="176" y="474"/>
                  </a:cubicBezTo>
                  <a:lnTo>
                    <a:pt x="169" y="479"/>
                  </a:lnTo>
                  <a:lnTo>
                    <a:pt x="165" y="483"/>
                  </a:lnTo>
                  <a:lnTo>
                    <a:pt x="148" y="513"/>
                  </a:lnTo>
                  <a:lnTo>
                    <a:pt x="151" y="511"/>
                  </a:lnTo>
                  <a:lnTo>
                    <a:pt x="158" y="510"/>
                  </a:lnTo>
                  <a:cubicBezTo>
                    <a:pt x="159" y="509"/>
                    <a:pt x="160" y="509"/>
                    <a:pt x="161" y="509"/>
                  </a:cubicBezTo>
                  <a:lnTo>
                    <a:pt x="165" y="510"/>
                  </a:lnTo>
                  <a:cubicBezTo>
                    <a:pt x="168" y="510"/>
                    <a:pt x="170" y="512"/>
                    <a:pt x="171" y="515"/>
                  </a:cubicBezTo>
                  <a:lnTo>
                    <a:pt x="174" y="521"/>
                  </a:lnTo>
                  <a:cubicBezTo>
                    <a:pt x="175" y="523"/>
                    <a:pt x="175" y="525"/>
                    <a:pt x="174" y="527"/>
                  </a:cubicBezTo>
                  <a:lnTo>
                    <a:pt x="172" y="534"/>
                  </a:lnTo>
                  <a:lnTo>
                    <a:pt x="166" y="545"/>
                  </a:lnTo>
                  <a:cubicBezTo>
                    <a:pt x="165" y="545"/>
                    <a:pt x="165" y="546"/>
                    <a:pt x="164" y="546"/>
                  </a:cubicBezTo>
                  <a:lnTo>
                    <a:pt x="158" y="551"/>
                  </a:lnTo>
                  <a:lnTo>
                    <a:pt x="149" y="557"/>
                  </a:lnTo>
                  <a:lnTo>
                    <a:pt x="149" y="557"/>
                  </a:lnTo>
                  <a:lnTo>
                    <a:pt x="151" y="560"/>
                  </a:lnTo>
                  <a:lnTo>
                    <a:pt x="154" y="566"/>
                  </a:lnTo>
                  <a:cubicBezTo>
                    <a:pt x="154" y="567"/>
                    <a:pt x="154" y="568"/>
                    <a:pt x="154" y="569"/>
                  </a:cubicBezTo>
                  <a:lnTo>
                    <a:pt x="154" y="584"/>
                  </a:lnTo>
                  <a:lnTo>
                    <a:pt x="156" y="607"/>
                  </a:lnTo>
                  <a:lnTo>
                    <a:pt x="158" y="612"/>
                  </a:lnTo>
                  <a:lnTo>
                    <a:pt x="160" y="623"/>
                  </a:lnTo>
                  <a:lnTo>
                    <a:pt x="163" y="655"/>
                  </a:lnTo>
                  <a:lnTo>
                    <a:pt x="166" y="654"/>
                  </a:lnTo>
                  <a:cubicBezTo>
                    <a:pt x="167" y="653"/>
                    <a:pt x="167" y="653"/>
                    <a:pt x="168" y="653"/>
                  </a:cubicBezTo>
                  <a:lnTo>
                    <a:pt x="173" y="652"/>
                  </a:lnTo>
                  <a:cubicBezTo>
                    <a:pt x="174" y="651"/>
                    <a:pt x="175" y="651"/>
                    <a:pt x="176" y="651"/>
                  </a:cubicBezTo>
                  <a:lnTo>
                    <a:pt x="181" y="652"/>
                  </a:lnTo>
                  <a:cubicBezTo>
                    <a:pt x="184" y="652"/>
                    <a:pt x="186" y="654"/>
                    <a:pt x="187" y="656"/>
                  </a:cubicBezTo>
                  <a:lnTo>
                    <a:pt x="191" y="664"/>
                  </a:lnTo>
                  <a:cubicBezTo>
                    <a:pt x="192" y="665"/>
                    <a:pt x="192" y="667"/>
                    <a:pt x="192" y="668"/>
                  </a:cubicBezTo>
                  <a:lnTo>
                    <a:pt x="191" y="675"/>
                  </a:lnTo>
                  <a:lnTo>
                    <a:pt x="188" y="686"/>
                  </a:lnTo>
                  <a:cubicBezTo>
                    <a:pt x="187" y="687"/>
                    <a:pt x="186" y="688"/>
                    <a:pt x="186" y="689"/>
                  </a:cubicBezTo>
                  <a:lnTo>
                    <a:pt x="182" y="693"/>
                  </a:lnTo>
                  <a:cubicBezTo>
                    <a:pt x="181" y="694"/>
                    <a:pt x="180" y="694"/>
                    <a:pt x="179" y="694"/>
                  </a:cubicBezTo>
                  <a:lnTo>
                    <a:pt x="176" y="696"/>
                  </a:lnTo>
                  <a:lnTo>
                    <a:pt x="175" y="697"/>
                  </a:lnTo>
                  <a:lnTo>
                    <a:pt x="172" y="706"/>
                  </a:lnTo>
                  <a:lnTo>
                    <a:pt x="167" y="719"/>
                  </a:lnTo>
                  <a:lnTo>
                    <a:pt x="166" y="725"/>
                  </a:lnTo>
                  <a:lnTo>
                    <a:pt x="168" y="756"/>
                  </a:lnTo>
                  <a:lnTo>
                    <a:pt x="182" y="809"/>
                  </a:lnTo>
                  <a:lnTo>
                    <a:pt x="195" y="841"/>
                  </a:lnTo>
                  <a:lnTo>
                    <a:pt x="199" y="854"/>
                  </a:lnTo>
                  <a:cubicBezTo>
                    <a:pt x="199" y="856"/>
                    <a:pt x="199" y="858"/>
                    <a:pt x="198" y="859"/>
                  </a:cubicBezTo>
                  <a:cubicBezTo>
                    <a:pt x="198" y="861"/>
                    <a:pt x="197" y="863"/>
                    <a:pt x="196" y="863"/>
                  </a:cubicBezTo>
                  <a:cubicBezTo>
                    <a:pt x="195" y="864"/>
                    <a:pt x="194" y="865"/>
                    <a:pt x="194" y="865"/>
                  </a:cubicBezTo>
                  <a:lnTo>
                    <a:pt x="191" y="866"/>
                  </a:lnTo>
                  <a:cubicBezTo>
                    <a:pt x="190" y="867"/>
                    <a:pt x="189" y="868"/>
                    <a:pt x="188" y="868"/>
                  </a:cubicBezTo>
                  <a:lnTo>
                    <a:pt x="184" y="868"/>
                  </a:lnTo>
                  <a:cubicBezTo>
                    <a:pt x="183" y="869"/>
                    <a:pt x="182" y="868"/>
                    <a:pt x="180" y="868"/>
                  </a:cubicBezTo>
                  <a:lnTo>
                    <a:pt x="173" y="864"/>
                  </a:lnTo>
                  <a:cubicBezTo>
                    <a:pt x="173" y="864"/>
                    <a:pt x="172" y="863"/>
                    <a:pt x="171" y="862"/>
                  </a:cubicBezTo>
                  <a:lnTo>
                    <a:pt x="161" y="850"/>
                  </a:lnTo>
                  <a:lnTo>
                    <a:pt x="158" y="851"/>
                  </a:lnTo>
                  <a:lnTo>
                    <a:pt x="153" y="858"/>
                  </a:lnTo>
                  <a:lnTo>
                    <a:pt x="156" y="868"/>
                  </a:lnTo>
                  <a:lnTo>
                    <a:pt x="161" y="873"/>
                  </a:lnTo>
                  <a:cubicBezTo>
                    <a:pt x="162" y="874"/>
                    <a:pt x="163" y="875"/>
                    <a:pt x="163" y="877"/>
                  </a:cubicBezTo>
                  <a:lnTo>
                    <a:pt x="166" y="890"/>
                  </a:lnTo>
                  <a:lnTo>
                    <a:pt x="168" y="893"/>
                  </a:lnTo>
                  <a:lnTo>
                    <a:pt x="172" y="896"/>
                  </a:lnTo>
                  <a:lnTo>
                    <a:pt x="181" y="898"/>
                  </a:lnTo>
                  <a:lnTo>
                    <a:pt x="195" y="898"/>
                  </a:lnTo>
                  <a:cubicBezTo>
                    <a:pt x="196" y="898"/>
                    <a:pt x="197" y="898"/>
                    <a:pt x="198" y="898"/>
                  </a:cubicBezTo>
                  <a:lnTo>
                    <a:pt x="221" y="906"/>
                  </a:lnTo>
                  <a:lnTo>
                    <a:pt x="234" y="908"/>
                  </a:lnTo>
                  <a:cubicBezTo>
                    <a:pt x="235" y="908"/>
                    <a:pt x="236" y="908"/>
                    <a:pt x="236" y="909"/>
                  </a:cubicBezTo>
                  <a:lnTo>
                    <a:pt x="243" y="911"/>
                  </a:lnTo>
                  <a:lnTo>
                    <a:pt x="257" y="907"/>
                  </a:lnTo>
                  <a:lnTo>
                    <a:pt x="282" y="906"/>
                  </a:lnTo>
                  <a:lnTo>
                    <a:pt x="290" y="905"/>
                  </a:lnTo>
                  <a:lnTo>
                    <a:pt x="296" y="901"/>
                  </a:lnTo>
                  <a:lnTo>
                    <a:pt x="323" y="882"/>
                  </a:lnTo>
                  <a:lnTo>
                    <a:pt x="332" y="879"/>
                  </a:lnTo>
                  <a:cubicBezTo>
                    <a:pt x="333" y="878"/>
                    <a:pt x="335" y="878"/>
                    <a:pt x="336" y="878"/>
                  </a:cubicBezTo>
                  <a:lnTo>
                    <a:pt x="341" y="879"/>
                  </a:lnTo>
                  <a:cubicBezTo>
                    <a:pt x="342" y="879"/>
                    <a:pt x="343" y="880"/>
                    <a:pt x="344" y="881"/>
                  </a:cubicBezTo>
                  <a:lnTo>
                    <a:pt x="348" y="884"/>
                  </a:lnTo>
                  <a:lnTo>
                    <a:pt x="353" y="890"/>
                  </a:lnTo>
                  <a:lnTo>
                    <a:pt x="358" y="893"/>
                  </a:lnTo>
                  <a:lnTo>
                    <a:pt x="368" y="899"/>
                  </a:lnTo>
                  <a:lnTo>
                    <a:pt x="373" y="898"/>
                  </a:lnTo>
                  <a:cubicBezTo>
                    <a:pt x="374" y="898"/>
                    <a:pt x="375" y="898"/>
                    <a:pt x="375" y="898"/>
                  </a:cubicBezTo>
                  <a:lnTo>
                    <a:pt x="387" y="901"/>
                  </a:lnTo>
                  <a:lnTo>
                    <a:pt x="420" y="916"/>
                  </a:lnTo>
                  <a:lnTo>
                    <a:pt x="426" y="917"/>
                  </a:lnTo>
                  <a:lnTo>
                    <a:pt x="429" y="916"/>
                  </a:lnTo>
                  <a:lnTo>
                    <a:pt x="443" y="906"/>
                  </a:lnTo>
                  <a:cubicBezTo>
                    <a:pt x="444" y="906"/>
                    <a:pt x="445" y="906"/>
                    <a:pt x="446" y="905"/>
                  </a:cubicBezTo>
                  <a:lnTo>
                    <a:pt x="455" y="903"/>
                  </a:lnTo>
                  <a:cubicBezTo>
                    <a:pt x="456" y="903"/>
                    <a:pt x="457" y="903"/>
                    <a:pt x="459" y="903"/>
                  </a:cubicBezTo>
                  <a:lnTo>
                    <a:pt x="467" y="906"/>
                  </a:lnTo>
                  <a:lnTo>
                    <a:pt x="555" y="954"/>
                  </a:lnTo>
                  <a:lnTo>
                    <a:pt x="561" y="950"/>
                  </a:lnTo>
                  <a:cubicBezTo>
                    <a:pt x="564" y="949"/>
                    <a:pt x="566" y="949"/>
                    <a:pt x="569" y="951"/>
                  </a:cubicBezTo>
                  <a:lnTo>
                    <a:pt x="572" y="953"/>
                  </a:lnTo>
                  <a:cubicBezTo>
                    <a:pt x="573" y="953"/>
                    <a:pt x="574" y="954"/>
                    <a:pt x="575" y="955"/>
                  </a:cubicBezTo>
                  <a:lnTo>
                    <a:pt x="578" y="959"/>
                  </a:lnTo>
                  <a:lnTo>
                    <a:pt x="584" y="969"/>
                  </a:lnTo>
                  <a:lnTo>
                    <a:pt x="590" y="973"/>
                  </a:lnTo>
                  <a:lnTo>
                    <a:pt x="607" y="966"/>
                  </a:lnTo>
                  <a:cubicBezTo>
                    <a:pt x="608" y="965"/>
                    <a:pt x="610" y="965"/>
                    <a:pt x="612" y="965"/>
                  </a:cubicBezTo>
                  <a:lnTo>
                    <a:pt x="624" y="968"/>
                  </a:lnTo>
                  <a:cubicBezTo>
                    <a:pt x="626" y="968"/>
                    <a:pt x="627" y="969"/>
                    <a:pt x="628" y="970"/>
                  </a:cubicBezTo>
                  <a:lnTo>
                    <a:pt x="639" y="981"/>
                  </a:lnTo>
                  <a:lnTo>
                    <a:pt x="640" y="981"/>
                  </a:lnTo>
                  <a:lnTo>
                    <a:pt x="649" y="977"/>
                  </a:lnTo>
                  <a:cubicBezTo>
                    <a:pt x="651" y="977"/>
                    <a:pt x="653" y="977"/>
                    <a:pt x="655" y="977"/>
                  </a:cubicBezTo>
                  <a:lnTo>
                    <a:pt x="660" y="979"/>
                  </a:lnTo>
                  <a:cubicBezTo>
                    <a:pt x="661" y="979"/>
                    <a:pt x="662" y="980"/>
                    <a:pt x="663" y="981"/>
                  </a:cubicBezTo>
                  <a:lnTo>
                    <a:pt x="672" y="988"/>
                  </a:lnTo>
                  <a:lnTo>
                    <a:pt x="675" y="985"/>
                  </a:lnTo>
                  <a:lnTo>
                    <a:pt x="677" y="982"/>
                  </a:lnTo>
                  <a:cubicBezTo>
                    <a:pt x="677" y="982"/>
                    <a:pt x="678" y="981"/>
                    <a:pt x="678" y="980"/>
                  </a:cubicBezTo>
                  <a:lnTo>
                    <a:pt x="684" y="976"/>
                  </a:lnTo>
                  <a:cubicBezTo>
                    <a:pt x="685" y="975"/>
                    <a:pt x="686" y="975"/>
                    <a:pt x="688" y="974"/>
                  </a:cubicBezTo>
                  <a:lnTo>
                    <a:pt x="692" y="973"/>
                  </a:lnTo>
                  <a:cubicBezTo>
                    <a:pt x="693" y="973"/>
                    <a:pt x="694" y="973"/>
                    <a:pt x="695" y="973"/>
                  </a:cubicBezTo>
                  <a:lnTo>
                    <a:pt x="700" y="974"/>
                  </a:lnTo>
                  <a:lnTo>
                    <a:pt x="727" y="982"/>
                  </a:lnTo>
                  <a:lnTo>
                    <a:pt x="764" y="975"/>
                  </a:lnTo>
                  <a:lnTo>
                    <a:pt x="770" y="972"/>
                  </a:lnTo>
                  <a:cubicBezTo>
                    <a:pt x="772" y="971"/>
                    <a:pt x="774" y="971"/>
                    <a:pt x="776" y="972"/>
                  </a:cubicBezTo>
                  <a:lnTo>
                    <a:pt x="781" y="974"/>
                  </a:lnTo>
                  <a:cubicBezTo>
                    <a:pt x="782" y="974"/>
                    <a:pt x="783" y="975"/>
                    <a:pt x="783" y="975"/>
                  </a:cubicBezTo>
                  <a:lnTo>
                    <a:pt x="787" y="979"/>
                  </a:lnTo>
                  <a:lnTo>
                    <a:pt x="792" y="974"/>
                  </a:lnTo>
                  <a:cubicBezTo>
                    <a:pt x="793" y="974"/>
                    <a:pt x="793" y="973"/>
                    <a:pt x="794" y="973"/>
                  </a:cubicBezTo>
                  <a:lnTo>
                    <a:pt x="801" y="970"/>
                  </a:lnTo>
                  <a:cubicBezTo>
                    <a:pt x="802" y="969"/>
                    <a:pt x="803" y="969"/>
                    <a:pt x="803" y="969"/>
                  </a:cubicBezTo>
                  <a:lnTo>
                    <a:pt x="810" y="968"/>
                  </a:lnTo>
                  <a:lnTo>
                    <a:pt x="817" y="969"/>
                  </a:lnTo>
                  <a:lnTo>
                    <a:pt x="821" y="967"/>
                  </a:lnTo>
                  <a:lnTo>
                    <a:pt x="831" y="960"/>
                  </a:lnTo>
                  <a:cubicBezTo>
                    <a:pt x="833" y="958"/>
                    <a:pt x="836" y="958"/>
                    <a:pt x="838" y="959"/>
                  </a:cubicBezTo>
                  <a:lnTo>
                    <a:pt x="869" y="969"/>
                  </a:lnTo>
                  <a:cubicBezTo>
                    <a:pt x="870" y="969"/>
                    <a:pt x="871" y="970"/>
                    <a:pt x="872" y="971"/>
                  </a:cubicBezTo>
                  <a:lnTo>
                    <a:pt x="882" y="983"/>
                  </a:lnTo>
                  <a:lnTo>
                    <a:pt x="890" y="1002"/>
                  </a:lnTo>
                  <a:cubicBezTo>
                    <a:pt x="891" y="1002"/>
                    <a:pt x="891" y="1003"/>
                    <a:pt x="891" y="1004"/>
                  </a:cubicBezTo>
                  <a:lnTo>
                    <a:pt x="892" y="1011"/>
                  </a:lnTo>
                  <a:cubicBezTo>
                    <a:pt x="892" y="1012"/>
                    <a:pt x="892" y="1013"/>
                    <a:pt x="891" y="1014"/>
                  </a:cubicBezTo>
                  <a:lnTo>
                    <a:pt x="890" y="1021"/>
                  </a:lnTo>
                  <a:lnTo>
                    <a:pt x="887" y="1030"/>
                  </a:lnTo>
                  <a:lnTo>
                    <a:pt x="888" y="1035"/>
                  </a:lnTo>
                  <a:lnTo>
                    <a:pt x="890" y="1039"/>
                  </a:lnTo>
                  <a:lnTo>
                    <a:pt x="960" y="1101"/>
                  </a:lnTo>
                  <a:lnTo>
                    <a:pt x="966" y="1098"/>
                  </a:lnTo>
                  <a:cubicBezTo>
                    <a:pt x="966" y="1097"/>
                    <a:pt x="967" y="1097"/>
                    <a:pt x="968" y="1097"/>
                  </a:cubicBezTo>
                  <a:lnTo>
                    <a:pt x="972" y="1096"/>
                  </a:lnTo>
                  <a:cubicBezTo>
                    <a:pt x="975" y="1096"/>
                    <a:pt x="977" y="1096"/>
                    <a:pt x="979" y="1098"/>
                  </a:cubicBezTo>
                  <a:lnTo>
                    <a:pt x="983" y="1101"/>
                  </a:lnTo>
                  <a:cubicBezTo>
                    <a:pt x="983" y="1102"/>
                    <a:pt x="984" y="1103"/>
                    <a:pt x="984" y="1104"/>
                  </a:cubicBezTo>
                  <a:lnTo>
                    <a:pt x="986" y="1108"/>
                  </a:lnTo>
                  <a:cubicBezTo>
                    <a:pt x="987" y="1109"/>
                    <a:pt x="987" y="1109"/>
                    <a:pt x="987" y="1110"/>
                  </a:cubicBezTo>
                  <a:lnTo>
                    <a:pt x="990" y="1135"/>
                  </a:lnTo>
                  <a:lnTo>
                    <a:pt x="993" y="1139"/>
                  </a:lnTo>
                  <a:lnTo>
                    <a:pt x="1009" y="1151"/>
                  </a:lnTo>
                  <a:lnTo>
                    <a:pt x="1016" y="1154"/>
                  </a:lnTo>
                  <a:lnTo>
                    <a:pt x="1020" y="1155"/>
                  </a:lnTo>
                  <a:lnTo>
                    <a:pt x="1029" y="1153"/>
                  </a:lnTo>
                  <a:lnTo>
                    <a:pt x="1038" y="1135"/>
                  </a:lnTo>
                  <a:lnTo>
                    <a:pt x="1040" y="1131"/>
                  </a:lnTo>
                  <a:lnTo>
                    <a:pt x="1044" y="1124"/>
                  </a:lnTo>
                  <a:lnTo>
                    <a:pt x="1076" y="1092"/>
                  </a:lnTo>
                  <a:lnTo>
                    <a:pt x="1078" y="1088"/>
                  </a:lnTo>
                  <a:lnTo>
                    <a:pt x="1083" y="1075"/>
                  </a:lnTo>
                  <a:cubicBezTo>
                    <a:pt x="1083" y="1074"/>
                    <a:pt x="1084" y="1073"/>
                    <a:pt x="1085" y="1072"/>
                  </a:cubicBezTo>
                  <a:lnTo>
                    <a:pt x="1090" y="1067"/>
                  </a:lnTo>
                  <a:lnTo>
                    <a:pt x="1099" y="1061"/>
                  </a:lnTo>
                  <a:lnTo>
                    <a:pt x="1104" y="1052"/>
                  </a:lnTo>
                  <a:cubicBezTo>
                    <a:pt x="1104" y="1052"/>
                    <a:pt x="1104" y="1051"/>
                    <a:pt x="1105" y="1050"/>
                  </a:cubicBezTo>
                  <a:lnTo>
                    <a:pt x="1113" y="1042"/>
                  </a:lnTo>
                  <a:lnTo>
                    <a:pt x="1121" y="1036"/>
                  </a:lnTo>
                  <a:lnTo>
                    <a:pt x="1122" y="1031"/>
                  </a:lnTo>
                  <a:lnTo>
                    <a:pt x="1120" y="1030"/>
                  </a:lnTo>
                  <a:lnTo>
                    <a:pt x="1117" y="1029"/>
                  </a:lnTo>
                  <a:lnTo>
                    <a:pt x="1113" y="1029"/>
                  </a:lnTo>
                  <a:lnTo>
                    <a:pt x="1098" y="1031"/>
                  </a:lnTo>
                  <a:cubicBezTo>
                    <a:pt x="1097" y="1031"/>
                    <a:pt x="1096" y="1031"/>
                    <a:pt x="1095" y="1031"/>
                  </a:cubicBezTo>
                  <a:lnTo>
                    <a:pt x="1091" y="1029"/>
                  </a:lnTo>
                  <a:cubicBezTo>
                    <a:pt x="1090" y="1029"/>
                    <a:pt x="1089" y="1029"/>
                    <a:pt x="1088" y="1028"/>
                  </a:cubicBezTo>
                  <a:lnTo>
                    <a:pt x="1084" y="1026"/>
                  </a:lnTo>
                  <a:cubicBezTo>
                    <a:pt x="1083" y="1025"/>
                    <a:pt x="1082" y="1023"/>
                    <a:pt x="1081" y="1022"/>
                  </a:cubicBezTo>
                  <a:lnTo>
                    <a:pt x="1079" y="1015"/>
                  </a:lnTo>
                  <a:lnTo>
                    <a:pt x="1079" y="1009"/>
                  </a:lnTo>
                  <a:lnTo>
                    <a:pt x="1080" y="999"/>
                  </a:lnTo>
                  <a:cubicBezTo>
                    <a:pt x="1081" y="997"/>
                    <a:pt x="1082" y="996"/>
                    <a:pt x="1084" y="995"/>
                  </a:cubicBezTo>
                  <a:lnTo>
                    <a:pt x="1094" y="987"/>
                  </a:lnTo>
                  <a:lnTo>
                    <a:pt x="1098" y="982"/>
                  </a:lnTo>
                  <a:lnTo>
                    <a:pt x="1101" y="975"/>
                  </a:lnTo>
                  <a:lnTo>
                    <a:pt x="1102" y="970"/>
                  </a:lnTo>
                  <a:lnTo>
                    <a:pt x="1101" y="966"/>
                  </a:lnTo>
                  <a:lnTo>
                    <a:pt x="1099" y="952"/>
                  </a:lnTo>
                  <a:lnTo>
                    <a:pt x="1100" y="941"/>
                  </a:lnTo>
                  <a:cubicBezTo>
                    <a:pt x="1100" y="940"/>
                    <a:pt x="1100" y="939"/>
                    <a:pt x="1101" y="938"/>
                  </a:cubicBezTo>
                  <a:lnTo>
                    <a:pt x="1103" y="935"/>
                  </a:lnTo>
                  <a:cubicBezTo>
                    <a:pt x="1103" y="934"/>
                    <a:pt x="1104" y="933"/>
                    <a:pt x="1104" y="932"/>
                  </a:cubicBezTo>
                  <a:lnTo>
                    <a:pt x="1108" y="930"/>
                  </a:lnTo>
                  <a:cubicBezTo>
                    <a:pt x="1108" y="929"/>
                    <a:pt x="1109" y="929"/>
                    <a:pt x="1110" y="928"/>
                  </a:cubicBezTo>
                  <a:lnTo>
                    <a:pt x="1116" y="925"/>
                  </a:lnTo>
                  <a:cubicBezTo>
                    <a:pt x="1117" y="925"/>
                    <a:pt x="1118" y="925"/>
                    <a:pt x="1119" y="925"/>
                  </a:cubicBezTo>
                  <a:lnTo>
                    <a:pt x="1124" y="924"/>
                  </a:lnTo>
                  <a:cubicBezTo>
                    <a:pt x="1125" y="924"/>
                    <a:pt x="1125" y="924"/>
                    <a:pt x="1126" y="924"/>
                  </a:cubicBezTo>
                  <a:lnTo>
                    <a:pt x="1146" y="928"/>
                  </a:lnTo>
                  <a:lnTo>
                    <a:pt x="1153" y="926"/>
                  </a:lnTo>
                  <a:lnTo>
                    <a:pt x="1159" y="921"/>
                  </a:lnTo>
                  <a:lnTo>
                    <a:pt x="1160" y="918"/>
                  </a:lnTo>
                  <a:lnTo>
                    <a:pt x="1160" y="917"/>
                  </a:lnTo>
                  <a:lnTo>
                    <a:pt x="1153" y="913"/>
                  </a:lnTo>
                  <a:lnTo>
                    <a:pt x="1148" y="908"/>
                  </a:lnTo>
                  <a:cubicBezTo>
                    <a:pt x="1147" y="908"/>
                    <a:pt x="1147" y="907"/>
                    <a:pt x="1146" y="907"/>
                  </a:cubicBezTo>
                  <a:lnTo>
                    <a:pt x="1141" y="900"/>
                  </a:lnTo>
                  <a:lnTo>
                    <a:pt x="1133" y="899"/>
                  </a:lnTo>
                  <a:cubicBezTo>
                    <a:pt x="1131" y="898"/>
                    <a:pt x="1129" y="897"/>
                    <a:pt x="1128" y="895"/>
                  </a:cubicBezTo>
                  <a:lnTo>
                    <a:pt x="1126" y="892"/>
                  </a:lnTo>
                  <a:cubicBezTo>
                    <a:pt x="1125" y="891"/>
                    <a:pt x="1125" y="891"/>
                    <a:pt x="1125" y="890"/>
                  </a:cubicBezTo>
                  <a:lnTo>
                    <a:pt x="1122" y="879"/>
                  </a:lnTo>
                  <a:lnTo>
                    <a:pt x="1120" y="841"/>
                  </a:lnTo>
                  <a:lnTo>
                    <a:pt x="1118" y="836"/>
                  </a:lnTo>
                  <a:lnTo>
                    <a:pt x="1113" y="826"/>
                  </a:lnTo>
                  <a:cubicBezTo>
                    <a:pt x="1113" y="825"/>
                    <a:pt x="1113" y="825"/>
                    <a:pt x="1113" y="824"/>
                  </a:cubicBezTo>
                  <a:lnTo>
                    <a:pt x="1112" y="818"/>
                  </a:lnTo>
                  <a:cubicBezTo>
                    <a:pt x="1112" y="815"/>
                    <a:pt x="1113" y="813"/>
                    <a:pt x="1115" y="811"/>
                  </a:cubicBezTo>
                  <a:lnTo>
                    <a:pt x="1124" y="804"/>
                  </a:lnTo>
                  <a:lnTo>
                    <a:pt x="1143" y="793"/>
                  </a:lnTo>
                  <a:lnTo>
                    <a:pt x="1186" y="781"/>
                  </a:lnTo>
                  <a:lnTo>
                    <a:pt x="1217" y="777"/>
                  </a:lnTo>
                  <a:lnTo>
                    <a:pt x="1216" y="765"/>
                  </a:lnTo>
                  <a:cubicBezTo>
                    <a:pt x="1216" y="763"/>
                    <a:pt x="1217" y="761"/>
                    <a:pt x="1218" y="760"/>
                  </a:cubicBezTo>
                  <a:lnTo>
                    <a:pt x="1221" y="756"/>
                  </a:lnTo>
                  <a:cubicBezTo>
                    <a:pt x="1222" y="755"/>
                    <a:pt x="1222" y="754"/>
                    <a:pt x="1223" y="754"/>
                  </a:cubicBezTo>
                  <a:lnTo>
                    <a:pt x="1230" y="750"/>
                  </a:lnTo>
                  <a:cubicBezTo>
                    <a:pt x="1231" y="750"/>
                    <a:pt x="1232" y="749"/>
                    <a:pt x="1233" y="749"/>
                  </a:cubicBezTo>
                  <a:lnTo>
                    <a:pt x="1245" y="749"/>
                  </a:lnTo>
                  <a:lnTo>
                    <a:pt x="1253" y="751"/>
                  </a:lnTo>
                  <a:lnTo>
                    <a:pt x="1260" y="753"/>
                  </a:lnTo>
                  <a:lnTo>
                    <a:pt x="1276" y="764"/>
                  </a:lnTo>
                  <a:lnTo>
                    <a:pt x="1278" y="764"/>
                  </a:lnTo>
                  <a:lnTo>
                    <a:pt x="1281" y="760"/>
                  </a:lnTo>
                  <a:cubicBezTo>
                    <a:pt x="1282" y="759"/>
                    <a:pt x="1283" y="759"/>
                    <a:pt x="1285" y="758"/>
                  </a:cubicBezTo>
                  <a:lnTo>
                    <a:pt x="1291" y="757"/>
                  </a:lnTo>
                  <a:cubicBezTo>
                    <a:pt x="1292" y="757"/>
                    <a:pt x="1293" y="757"/>
                    <a:pt x="1293" y="757"/>
                  </a:cubicBezTo>
                  <a:lnTo>
                    <a:pt x="1297" y="758"/>
                  </a:lnTo>
                  <a:cubicBezTo>
                    <a:pt x="1298" y="758"/>
                    <a:pt x="1299" y="759"/>
                    <a:pt x="1300" y="759"/>
                  </a:cubicBezTo>
                  <a:lnTo>
                    <a:pt x="1310" y="765"/>
                  </a:lnTo>
                  <a:lnTo>
                    <a:pt x="1310" y="764"/>
                  </a:lnTo>
                  <a:lnTo>
                    <a:pt x="1313" y="755"/>
                  </a:lnTo>
                  <a:lnTo>
                    <a:pt x="1314" y="739"/>
                  </a:lnTo>
                  <a:lnTo>
                    <a:pt x="1311" y="732"/>
                  </a:lnTo>
                  <a:lnTo>
                    <a:pt x="1307" y="729"/>
                  </a:lnTo>
                  <a:cubicBezTo>
                    <a:pt x="1304" y="728"/>
                    <a:pt x="1302" y="724"/>
                    <a:pt x="1303" y="720"/>
                  </a:cubicBezTo>
                  <a:lnTo>
                    <a:pt x="1305" y="714"/>
                  </a:lnTo>
                  <a:cubicBezTo>
                    <a:pt x="1306" y="713"/>
                    <a:pt x="1306" y="713"/>
                    <a:pt x="1306" y="712"/>
                  </a:cubicBezTo>
                  <a:lnTo>
                    <a:pt x="1309" y="708"/>
                  </a:lnTo>
                  <a:cubicBezTo>
                    <a:pt x="1310" y="707"/>
                    <a:pt x="1310" y="706"/>
                    <a:pt x="1311" y="706"/>
                  </a:cubicBezTo>
                  <a:lnTo>
                    <a:pt x="1315" y="702"/>
                  </a:lnTo>
                  <a:cubicBezTo>
                    <a:pt x="1316" y="702"/>
                    <a:pt x="1317" y="701"/>
                    <a:pt x="1319" y="701"/>
                  </a:cubicBezTo>
                  <a:lnTo>
                    <a:pt x="1320" y="701"/>
                  </a:lnTo>
                  <a:lnTo>
                    <a:pt x="1308" y="679"/>
                  </a:lnTo>
                  <a:cubicBezTo>
                    <a:pt x="1308" y="679"/>
                    <a:pt x="1308" y="678"/>
                    <a:pt x="1308" y="677"/>
                  </a:cubicBezTo>
                  <a:lnTo>
                    <a:pt x="1307" y="670"/>
                  </a:lnTo>
                  <a:cubicBezTo>
                    <a:pt x="1307" y="669"/>
                    <a:pt x="1307" y="667"/>
                    <a:pt x="1308" y="666"/>
                  </a:cubicBezTo>
                  <a:lnTo>
                    <a:pt x="1311" y="659"/>
                  </a:lnTo>
                  <a:cubicBezTo>
                    <a:pt x="1311" y="658"/>
                    <a:pt x="1312" y="657"/>
                    <a:pt x="1313" y="657"/>
                  </a:cubicBezTo>
                  <a:lnTo>
                    <a:pt x="1322" y="648"/>
                  </a:lnTo>
                  <a:lnTo>
                    <a:pt x="1319" y="637"/>
                  </a:lnTo>
                  <a:cubicBezTo>
                    <a:pt x="1319" y="636"/>
                    <a:pt x="1319" y="636"/>
                    <a:pt x="1319" y="635"/>
                  </a:cubicBezTo>
                  <a:lnTo>
                    <a:pt x="1319" y="628"/>
                  </a:lnTo>
                  <a:cubicBezTo>
                    <a:pt x="1319" y="628"/>
                    <a:pt x="1319" y="627"/>
                    <a:pt x="1319" y="626"/>
                  </a:cubicBezTo>
                  <a:lnTo>
                    <a:pt x="1322" y="615"/>
                  </a:lnTo>
                  <a:lnTo>
                    <a:pt x="1322" y="610"/>
                  </a:lnTo>
                  <a:lnTo>
                    <a:pt x="1317" y="600"/>
                  </a:lnTo>
                  <a:lnTo>
                    <a:pt x="1315" y="588"/>
                  </a:lnTo>
                  <a:lnTo>
                    <a:pt x="1309" y="572"/>
                  </a:lnTo>
                  <a:cubicBezTo>
                    <a:pt x="1309" y="570"/>
                    <a:pt x="1309" y="568"/>
                    <a:pt x="1310" y="566"/>
                  </a:cubicBezTo>
                  <a:lnTo>
                    <a:pt x="1314" y="560"/>
                  </a:lnTo>
                  <a:cubicBezTo>
                    <a:pt x="1315" y="559"/>
                    <a:pt x="1316" y="558"/>
                    <a:pt x="1317" y="557"/>
                  </a:cubicBezTo>
                  <a:lnTo>
                    <a:pt x="1321" y="554"/>
                  </a:lnTo>
                  <a:cubicBezTo>
                    <a:pt x="1322" y="554"/>
                    <a:pt x="1323" y="553"/>
                    <a:pt x="1324" y="553"/>
                  </a:cubicBezTo>
                  <a:lnTo>
                    <a:pt x="1329" y="552"/>
                  </a:lnTo>
                  <a:cubicBezTo>
                    <a:pt x="1330" y="552"/>
                    <a:pt x="1330" y="552"/>
                    <a:pt x="1331" y="552"/>
                  </a:cubicBezTo>
                  <a:lnTo>
                    <a:pt x="1339" y="552"/>
                  </a:lnTo>
                  <a:lnTo>
                    <a:pt x="1342" y="551"/>
                  </a:lnTo>
                  <a:lnTo>
                    <a:pt x="1346" y="547"/>
                  </a:lnTo>
                  <a:lnTo>
                    <a:pt x="1352" y="536"/>
                  </a:lnTo>
                  <a:lnTo>
                    <a:pt x="1358" y="528"/>
                  </a:lnTo>
                  <a:lnTo>
                    <a:pt x="1364" y="523"/>
                  </a:lnTo>
                  <a:cubicBezTo>
                    <a:pt x="1365" y="522"/>
                    <a:pt x="1365" y="522"/>
                    <a:pt x="1366" y="521"/>
                  </a:cubicBezTo>
                  <a:lnTo>
                    <a:pt x="1370" y="520"/>
                  </a:lnTo>
                  <a:lnTo>
                    <a:pt x="1374" y="517"/>
                  </a:lnTo>
                  <a:lnTo>
                    <a:pt x="1380" y="509"/>
                  </a:lnTo>
                  <a:lnTo>
                    <a:pt x="1402" y="488"/>
                  </a:lnTo>
                  <a:lnTo>
                    <a:pt x="1403" y="483"/>
                  </a:lnTo>
                  <a:lnTo>
                    <a:pt x="1403" y="476"/>
                  </a:lnTo>
                  <a:lnTo>
                    <a:pt x="1401" y="470"/>
                  </a:lnTo>
                  <a:lnTo>
                    <a:pt x="1394" y="464"/>
                  </a:lnTo>
                  <a:cubicBezTo>
                    <a:pt x="1393" y="463"/>
                    <a:pt x="1393" y="462"/>
                    <a:pt x="1392" y="460"/>
                  </a:cubicBezTo>
                  <a:lnTo>
                    <a:pt x="1391" y="455"/>
                  </a:lnTo>
                  <a:cubicBezTo>
                    <a:pt x="1391" y="454"/>
                    <a:pt x="1391" y="453"/>
                    <a:pt x="1391" y="452"/>
                  </a:cubicBezTo>
                  <a:lnTo>
                    <a:pt x="1395" y="425"/>
                  </a:lnTo>
                  <a:lnTo>
                    <a:pt x="1398" y="415"/>
                  </a:lnTo>
                  <a:lnTo>
                    <a:pt x="1410" y="391"/>
                  </a:lnTo>
                  <a:lnTo>
                    <a:pt x="1411" y="388"/>
                  </a:lnTo>
                  <a:lnTo>
                    <a:pt x="1411" y="382"/>
                  </a:lnTo>
                  <a:lnTo>
                    <a:pt x="1409" y="376"/>
                  </a:lnTo>
                  <a:lnTo>
                    <a:pt x="1395" y="350"/>
                  </a:lnTo>
                  <a:cubicBezTo>
                    <a:pt x="1394" y="349"/>
                    <a:pt x="1394" y="347"/>
                    <a:pt x="1394" y="346"/>
                  </a:cubicBezTo>
                  <a:lnTo>
                    <a:pt x="1395" y="330"/>
                  </a:lnTo>
                  <a:lnTo>
                    <a:pt x="1394" y="326"/>
                  </a:lnTo>
                  <a:cubicBezTo>
                    <a:pt x="1394" y="326"/>
                    <a:pt x="1393" y="326"/>
                    <a:pt x="1392" y="326"/>
                  </a:cubicBezTo>
                  <a:lnTo>
                    <a:pt x="1385" y="324"/>
                  </a:lnTo>
                  <a:lnTo>
                    <a:pt x="1359" y="310"/>
                  </a:lnTo>
                  <a:lnTo>
                    <a:pt x="1345" y="314"/>
                  </a:lnTo>
                  <a:cubicBezTo>
                    <a:pt x="1344" y="314"/>
                    <a:pt x="1344" y="314"/>
                    <a:pt x="1344" y="314"/>
                  </a:cubicBezTo>
                  <a:cubicBezTo>
                    <a:pt x="1343" y="314"/>
                    <a:pt x="1343" y="314"/>
                    <a:pt x="1342" y="314"/>
                  </a:cubicBezTo>
                  <a:lnTo>
                    <a:pt x="1333" y="312"/>
                  </a:lnTo>
                  <a:lnTo>
                    <a:pt x="1285" y="293"/>
                  </a:lnTo>
                  <a:cubicBezTo>
                    <a:pt x="1284" y="292"/>
                    <a:pt x="1284" y="292"/>
                    <a:pt x="1283" y="291"/>
                  </a:cubicBezTo>
                  <a:lnTo>
                    <a:pt x="1280" y="285"/>
                  </a:lnTo>
                  <a:cubicBezTo>
                    <a:pt x="1279" y="285"/>
                    <a:pt x="1279" y="284"/>
                    <a:pt x="1279" y="283"/>
                  </a:cubicBezTo>
                  <a:lnTo>
                    <a:pt x="1278" y="275"/>
                  </a:lnTo>
                  <a:lnTo>
                    <a:pt x="1279" y="259"/>
                  </a:lnTo>
                  <a:lnTo>
                    <a:pt x="1278" y="258"/>
                  </a:lnTo>
                  <a:lnTo>
                    <a:pt x="1276" y="257"/>
                  </a:lnTo>
                  <a:lnTo>
                    <a:pt x="1263" y="263"/>
                  </a:lnTo>
                  <a:lnTo>
                    <a:pt x="1253" y="271"/>
                  </a:lnTo>
                  <a:cubicBezTo>
                    <a:pt x="1252" y="272"/>
                    <a:pt x="1251" y="273"/>
                    <a:pt x="1250" y="273"/>
                  </a:cubicBezTo>
                  <a:lnTo>
                    <a:pt x="1245" y="274"/>
                  </a:lnTo>
                  <a:cubicBezTo>
                    <a:pt x="1243" y="275"/>
                    <a:pt x="1242" y="275"/>
                    <a:pt x="1241" y="275"/>
                  </a:cubicBezTo>
                  <a:lnTo>
                    <a:pt x="1236" y="274"/>
                  </a:lnTo>
                  <a:cubicBezTo>
                    <a:pt x="1234" y="273"/>
                    <a:pt x="1233" y="273"/>
                    <a:pt x="1232" y="272"/>
                  </a:cubicBezTo>
                  <a:lnTo>
                    <a:pt x="1227" y="267"/>
                  </a:lnTo>
                  <a:cubicBezTo>
                    <a:pt x="1226" y="266"/>
                    <a:pt x="1226" y="266"/>
                    <a:pt x="1225" y="265"/>
                  </a:cubicBezTo>
                  <a:lnTo>
                    <a:pt x="1221" y="258"/>
                  </a:lnTo>
                  <a:lnTo>
                    <a:pt x="1219" y="256"/>
                  </a:lnTo>
                  <a:lnTo>
                    <a:pt x="1169" y="250"/>
                  </a:lnTo>
                  <a:lnTo>
                    <a:pt x="1142" y="243"/>
                  </a:lnTo>
                  <a:lnTo>
                    <a:pt x="1139" y="244"/>
                  </a:lnTo>
                  <a:lnTo>
                    <a:pt x="1126" y="251"/>
                  </a:lnTo>
                  <a:lnTo>
                    <a:pt x="1121" y="255"/>
                  </a:lnTo>
                  <a:lnTo>
                    <a:pt x="1113" y="260"/>
                  </a:lnTo>
                  <a:cubicBezTo>
                    <a:pt x="1113" y="260"/>
                    <a:pt x="1112" y="260"/>
                    <a:pt x="1111" y="261"/>
                  </a:cubicBezTo>
                  <a:lnTo>
                    <a:pt x="1104" y="262"/>
                  </a:lnTo>
                  <a:cubicBezTo>
                    <a:pt x="1103" y="262"/>
                    <a:pt x="1102" y="262"/>
                    <a:pt x="1101" y="261"/>
                  </a:cubicBezTo>
                  <a:lnTo>
                    <a:pt x="1091" y="259"/>
                  </a:lnTo>
                  <a:cubicBezTo>
                    <a:pt x="1091" y="259"/>
                    <a:pt x="1090" y="258"/>
                    <a:pt x="1089" y="258"/>
                  </a:cubicBezTo>
                  <a:lnTo>
                    <a:pt x="1077" y="251"/>
                  </a:lnTo>
                  <a:lnTo>
                    <a:pt x="1075" y="252"/>
                  </a:lnTo>
                  <a:lnTo>
                    <a:pt x="1063" y="260"/>
                  </a:lnTo>
                  <a:lnTo>
                    <a:pt x="1057" y="264"/>
                  </a:lnTo>
                  <a:lnTo>
                    <a:pt x="1046" y="268"/>
                  </a:lnTo>
                  <a:lnTo>
                    <a:pt x="1039" y="273"/>
                  </a:lnTo>
                  <a:cubicBezTo>
                    <a:pt x="1039" y="274"/>
                    <a:pt x="1037" y="275"/>
                    <a:pt x="1036" y="275"/>
                  </a:cubicBezTo>
                  <a:lnTo>
                    <a:pt x="1030" y="277"/>
                  </a:lnTo>
                  <a:lnTo>
                    <a:pt x="1020" y="278"/>
                  </a:lnTo>
                  <a:cubicBezTo>
                    <a:pt x="1019" y="278"/>
                    <a:pt x="1018" y="278"/>
                    <a:pt x="1017" y="278"/>
                  </a:cubicBezTo>
                  <a:lnTo>
                    <a:pt x="997" y="272"/>
                  </a:lnTo>
                  <a:lnTo>
                    <a:pt x="978" y="265"/>
                  </a:lnTo>
                  <a:lnTo>
                    <a:pt x="974" y="267"/>
                  </a:lnTo>
                  <a:lnTo>
                    <a:pt x="971" y="270"/>
                  </a:lnTo>
                  <a:lnTo>
                    <a:pt x="964" y="274"/>
                  </a:lnTo>
                  <a:cubicBezTo>
                    <a:pt x="964" y="274"/>
                    <a:pt x="963" y="275"/>
                    <a:pt x="962" y="275"/>
                  </a:cubicBezTo>
                  <a:lnTo>
                    <a:pt x="955" y="276"/>
                  </a:lnTo>
                  <a:cubicBezTo>
                    <a:pt x="954" y="276"/>
                    <a:pt x="953" y="276"/>
                    <a:pt x="951" y="276"/>
                  </a:cubicBezTo>
                  <a:lnTo>
                    <a:pt x="922" y="268"/>
                  </a:lnTo>
                  <a:lnTo>
                    <a:pt x="909" y="268"/>
                  </a:lnTo>
                  <a:lnTo>
                    <a:pt x="876" y="275"/>
                  </a:lnTo>
                  <a:cubicBezTo>
                    <a:pt x="874" y="276"/>
                    <a:pt x="871" y="275"/>
                    <a:pt x="870" y="274"/>
                  </a:cubicBezTo>
                  <a:lnTo>
                    <a:pt x="838" y="252"/>
                  </a:lnTo>
                  <a:lnTo>
                    <a:pt x="804" y="231"/>
                  </a:lnTo>
                  <a:lnTo>
                    <a:pt x="800" y="231"/>
                  </a:lnTo>
                  <a:lnTo>
                    <a:pt x="793" y="231"/>
                  </a:lnTo>
                  <a:lnTo>
                    <a:pt x="791" y="232"/>
                  </a:lnTo>
                  <a:lnTo>
                    <a:pt x="792" y="240"/>
                  </a:lnTo>
                  <a:cubicBezTo>
                    <a:pt x="792" y="241"/>
                    <a:pt x="792" y="241"/>
                    <a:pt x="792" y="242"/>
                  </a:cubicBezTo>
                  <a:lnTo>
                    <a:pt x="791" y="246"/>
                  </a:lnTo>
                  <a:cubicBezTo>
                    <a:pt x="791" y="247"/>
                    <a:pt x="791" y="248"/>
                    <a:pt x="791" y="248"/>
                  </a:cubicBezTo>
                  <a:lnTo>
                    <a:pt x="789" y="253"/>
                  </a:lnTo>
                  <a:cubicBezTo>
                    <a:pt x="789" y="253"/>
                    <a:pt x="788" y="254"/>
                    <a:pt x="787" y="255"/>
                  </a:cubicBezTo>
                  <a:lnTo>
                    <a:pt x="784" y="258"/>
                  </a:lnTo>
                  <a:cubicBezTo>
                    <a:pt x="783" y="259"/>
                    <a:pt x="782" y="260"/>
                    <a:pt x="780" y="260"/>
                  </a:cubicBezTo>
                  <a:lnTo>
                    <a:pt x="770" y="263"/>
                  </a:lnTo>
                  <a:lnTo>
                    <a:pt x="751" y="263"/>
                  </a:lnTo>
                  <a:lnTo>
                    <a:pt x="745" y="266"/>
                  </a:lnTo>
                  <a:lnTo>
                    <a:pt x="735" y="274"/>
                  </a:lnTo>
                  <a:cubicBezTo>
                    <a:pt x="734" y="275"/>
                    <a:pt x="733" y="275"/>
                    <a:pt x="731" y="276"/>
                  </a:cubicBezTo>
                  <a:lnTo>
                    <a:pt x="727" y="276"/>
                  </a:lnTo>
                  <a:cubicBezTo>
                    <a:pt x="725" y="276"/>
                    <a:pt x="724" y="276"/>
                    <a:pt x="723" y="275"/>
                  </a:cubicBezTo>
                  <a:lnTo>
                    <a:pt x="719" y="273"/>
                  </a:lnTo>
                  <a:cubicBezTo>
                    <a:pt x="717" y="272"/>
                    <a:pt x="715" y="270"/>
                    <a:pt x="715" y="268"/>
                  </a:cubicBezTo>
                  <a:lnTo>
                    <a:pt x="713" y="262"/>
                  </a:lnTo>
                  <a:cubicBezTo>
                    <a:pt x="713" y="261"/>
                    <a:pt x="713" y="260"/>
                    <a:pt x="713" y="259"/>
                  </a:cubicBezTo>
                  <a:lnTo>
                    <a:pt x="714" y="247"/>
                  </a:lnTo>
                  <a:lnTo>
                    <a:pt x="713" y="239"/>
                  </a:lnTo>
                  <a:lnTo>
                    <a:pt x="712" y="236"/>
                  </a:lnTo>
                  <a:lnTo>
                    <a:pt x="695" y="251"/>
                  </a:lnTo>
                  <a:lnTo>
                    <a:pt x="684" y="259"/>
                  </a:lnTo>
                  <a:cubicBezTo>
                    <a:pt x="683" y="260"/>
                    <a:pt x="682" y="260"/>
                    <a:pt x="680" y="260"/>
                  </a:cubicBezTo>
                  <a:lnTo>
                    <a:pt x="675" y="261"/>
                  </a:lnTo>
                  <a:cubicBezTo>
                    <a:pt x="674" y="261"/>
                    <a:pt x="673" y="261"/>
                    <a:pt x="672" y="260"/>
                  </a:cubicBezTo>
                  <a:lnTo>
                    <a:pt x="667" y="258"/>
                  </a:lnTo>
                  <a:cubicBezTo>
                    <a:pt x="665" y="258"/>
                    <a:pt x="664" y="256"/>
                    <a:pt x="663" y="254"/>
                  </a:cubicBezTo>
                  <a:lnTo>
                    <a:pt x="660" y="248"/>
                  </a:lnTo>
                  <a:cubicBezTo>
                    <a:pt x="660" y="246"/>
                    <a:pt x="660" y="244"/>
                    <a:pt x="660" y="242"/>
                  </a:cubicBezTo>
                  <a:lnTo>
                    <a:pt x="662" y="237"/>
                  </a:lnTo>
                  <a:lnTo>
                    <a:pt x="663" y="236"/>
                  </a:lnTo>
                  <a:lnTo>
                    <a:pt x="671" y="224"/>
                  </a:lnTo>
                  <a:lnTo>
                    <a:pt x="671" y="222"/>
                  </a:lnTo>
                  <a:lnTo>
                    <a:pt x="670" y="218"/>
                  </a:lnTo>
                  <a:lnTo>
                    <a:pt x="666" y="209"/>
                  </a:lnTo>
                  <a:lnTo>
                    <a:pt x="654" y="193"/>
                  </a:lnTo>
                  <a:lnTo>
                    <a:pt x="653" y="200"/>
                  </a:lnTo>
                  <a:lnTo>
                    <a:pt x="653" y="208"/>
                  </a:lnTo>
                  <a:lnTo>
                    <a:pt x="654" y="216"/>
                  </a:lnTo>
                  <a:cubicBezTo>
                    <a:pt x="654" y="217"/>
                    <a:pt x="654" y="218"/>
                    <a:pt x="654" y="219"/>
                  </a:cubicBezTo>
                  <a:lnTo>
                    <a:pt x="653" y="222"/>
                  </a:lnTo>
                  <a:cubicBezTo>
                    <a:pt x="652" y="223"/>
                    <a:pt x="651" y="225"/>
                    <a:pt x="650" y="226"/>
                  </a:cubicBezTo>
                  <a:lnTo>
                    <a:pt x="647" y="228"/>
                  </a:lnTo>
                  <a:cubicBezTo>
                    <a:pt x="646" y="229"/>
                    <a:pt x="644" y="230"/>
                    <a:pt x="642" y="230"/>
                  </a:cubicBezTo>
                  <a:lnTo>
                    <a:pt x="638" y="230"/>
                  </a:lnTo>
                  <a:cubicBezTo>
                    <a:pt x="637" y="230"/>
                    <a:pt x="636" y="229"/>
                    <a:pt x="635" y="229"/>
                  </a:cubicBezTo>
                  <a:lnTo>
                    <a:pt x="632" y="227"/>
                  </a:lnTo>
                  <a:cubicBezTo>
                    <a:pt x="631" y="227"/>
                    <a:pt x="631" y="227"/>
                    <a:pt x="630" y="226"/>
                  </a:cubicBezTo>
                  <a:lnTo>
                    <a:pt x="624" y="221"/>
                  </a:lnTo>
                  <a:lnTo>
                    <a:pt x="618" y="218"/>
                  </a:lnTo>
                  <a:lnTo>
                    <a:pt x="608" y="214"/>
                  </a:lnTo>
                  <a:lnTo>
                    <a:pt x="588" y="210"/>
                  </a:lnTo>
                  <a:lnTo>
                    <a:pt x="580" y="207"/>
                  </a:lnTo>
                  <a:cubicBezTo>
                    <a:pt x="578" y="207"/>
                    <a:pt x="577" y="205"/>
                    <a:pt x="576" y="204"/>
                  </a:cubicBezTo>
                  <a:lnTo>
                    <a:pt x="574" y="199"/>
                  </a:lnTo>
                  <a:cubicBezTo>
                    <a:pt x="573" y="197"/>
                    <a:pt x="573" y="195"/>
                    <a:pt x="573" y="193"/>
                  </a:cubicBezTo>
                  <a:lnTo>
                    <a:pt x="575" y="186"/>
                  </a:lnTo>
                  <a:lnTo>
                    <a:pt x="573" y="186"/>
                  </a:lnTo>
                  <a:lnTo>
                    <a:pt x="570" y="187"/>
                  </a:lnTo>
                  <a:lnTo>
                    <a:pt x="567" y="190"/>
                  </a:lnTo>
                  <a:lnTo>
                    <a:pt x="560" y="194"/>
                  </a:lnTo>
                  <a:cubicBezTo>
                    <a:pt x="559" y="194"/>
                    <a:pt x="558" y="194"/>
                    <a:pt x="557" y="194"/>
                  </a:cubicBezTo>
                  <a:lnTo>
                    <a:pt x="550" y="195"/>
                  </a:lnTo>
                  <a:cubicBezTo>
                    <a:pt x="549" y="195"/>
                    <a:pt x="548" y="195"/>
                    <a:pt x="547" y="195"/>
                  </a:cubicBezTo>
                  <a:lnTo>
                    <a:pt x="536" y="191"/>
                  </a:lnTo>
                  <a:lnTo>
                    <a:pt x="527" y="191"/>
                  </a:lnTo>
                  <a:lnTo>
                    <a:pt x="522" y="193"/>
                  </a:lnTo>
                  <a:lnTo>
                    <a:pt x="520" y="195"/>
                  </a:lnTo>
                  <a:lnTo>
                    <a:pt x="511" y="212"/>
                  </a:lnTo>
                  <a:cubicBezTo>
                    <a:pt x="510" y="214"/>
                    <a:pt x="509" y="215"/>
                    <a:pt x="507" y="215"/>
                  </a:cubicBezTo>
                  <a:lnTo>
                    <a:pt x="503" y="217"/>
                  </a:lnTo>
                  <a:cubicBezTo>
                    <a:pt x="501" y="218"/>
                    <a:pt x="499" y="218"/>
                    <a:pt x="497" y="217"/>
                  </a:cubicBezTo>
                  <a:lnTo>
                    <a:pt x="493" y="215"/>
                  </a:lnTo>
                  <a:cubicBezTo>
                    <a:pt x="491" y="215"/>
                    <a:pt x="490" y="214"/>
                    <a:pt x="489" y="213"/>
                  </a:cubicBezTo>
                  <a:lnTo>
                    <a:pt x="484" y="208"/>
                  </a:lnTo>
                  <a:cubicBezTo>
                    <a:pt x="484" y="207"/>
                    <a:pt x="483" y="207"/>
                    <a:pt x="483" y="206"/>
                  </a:cubicBezTo>
                  <a:lnTo>
                    <a:pt x="480" y="201"/>
                  </a:lnTo>
                  <a:lnTo>
                    <a:pt x="477" y="188"/>
                  </a:lnTo>
                  <a:lnTo>
                    <a:pt x="476" y="182"/>
                  </a:lnTo>
                  <a:lnTo>
                    <a:pt x="478" y="170"/>
                  </a:lnTo>
                  <a:lnTo>
                    <a:pt x="481" y="164"/>
                  </a:lnTo>
                  <a:lnTo>
                    <a:pt x="488" y="154"/>
                  </a:lnTo>
                  <a:lnTo>
                    <a:pt x="500" y="144"/>
                  </a:lnTo>
                  <a:lnTo>
                    <a:pt x="523" y="129"/>
                  </a:lnTo>
                  <a:lnTo>
                    <a:pt x="520" y="127"/>
                  </a:lnTo>
                  <a:lnTo>
                    <a:pt x="495" y="114"/>
                  </a:lnTo>
                  <a:lnTo>
                    <a:pt x="493" y="114"/>
                  </a:lnTo>
                  <a:lnTo>
                    <a:pt x="489" y="119"/>
                  </a:lnTo>
                  <a:cubicBezTo>
                    <a:pt x="489" y="120"/>
                    <a:pt x="488" y="120"/>
                    <a:pt x="487" y="121"/>
                  </a:cubicBezTo>
                  <a:lnTo>
                    <a:pt x="483" y="123"/>
                  </a:lnTo>
                  <a:cubicBezTo>
                    <a:pt x="481" y="124"/>
                    <a:pt x="479" y="124"/>
                    <a:pt x="477" y="124"/>
                  </a:cubicBezTo>
                  <a:lnTo>
                    <a:pt x="472" y="122"/>
                  </a:lnTo>
                  <a:cubicBezTo>
                    <a:pt x="470" y="121"/>
                    <a:pt x="469" y="120"/>
                    <a:pt x="468" y="119"/>
                  </a:cubicBezTo>
                  <a:lnTo>
                    <a:pt x="461" y="107"/>
                  </a:lnTo>
                  <a:lnTo>
                    <a:pt x="460" y="110"/>
                  </a:lnTo>
                  <a:cubicBezTo>
                    <a:pt x="459" y="112"/>
                    <a:pt x="458" y="114"/>
                    <a:pt x="457" y="115"/>
                  </a:cubicBezTo>
                  <a:lnTo>
                    <a:pt x="453" y="118"/>
                  </a:lnTo>
                  <a:cubicBezTo>
                    <a:pt x="452" y="119"/>
                    <a:pt x="451" y="119"/>
                    <a:pt x="450" y="119"/>
                  </a:cubicBezTo>
                  <a:lnTo>
                    <a:pt x="444" y="121"/>
                  </a:lnTo>
                  <a:lnTo>
                    <a:pt x="432" y="122"/>
                  </a:lnTo>
                  <a:lnTo>
                    <a:pt x="422" y="127"/>
                  </a:lnTo>
                  <a:cubicBezTo>
                    <a:pt x="421" y="127"/>
                    <a:pt x="420" y="127"/>
                    <a:pt x="419" y="127"/>
                  </a:cubicBezTo>
                  <a:lnTo>
                    <a:pt x="414" y="128"/>
                  </a:lnTo>
                  <a:lnTo>
                    <a:pt x="404" y="127"/>
                  </a:lnTo>
                  <a:lnTo>
                    <a:pt x="399" y="128"/>
                  </a:lnTo>
                  <a:lnTo>
                    <a:pt x="388" y="131"/>
                  </a:lnTo>
                  <a:lnTo>
                    <a:pt x="356" y="133"/>
                  </a:lnTo>
                  <a:lnTo>
                    <a:pt x="347" y="132"/>
                  </a:lnTo>
                  <a:cubicBezTo>
                    <a:pt x="346" y="132"/>
                    <a:pt x="345" y="131"/>
                    <a:pt x="344" y="131"/>
                  </a:cubicBezTo>
                  <a:lnTo>
                    <a:pt x="338" y="128"/>
                  </a:lnTo>
                  <a:cubicBezTo>
                    <a:pt x="337" y="128"/>
                    <a:pt x="336" y="127"/>
                    <a:pt x="336" y="126"/>
                  </a:cubicBezTo>
                  <a:lnTo>
                    <a:pt x="328" y="118"/>
                  </a:lnTo>
                  <a:lnTo>
                    <a:pt x="323" y="110"/>
                  </a:lnTo>
                  <a:lnTo>
                    <a:pt x="320" y="102"/>
                  </a:lnTo>
                  <a:cubicBezTo>
                    <a:pt x="320" y="101"/>
                    <a:pt x="320" y="101"/>
                    <a:pt x="320" y="100"/>
                  </a:cubicBezTo>
                  <a:lnTo>
                    <a:pt x="319" y="93"/>
                  </a:lnTo>
                  <a:lnTo>
                    <a:pt x="316" y="89"/>
                  </a:lnTo>
                  <a:lnTo>
                    <a:pt x="308" y="84"/>
                  </a:lnTo>
                  <a:lnTo>
                    <a:pt x="263" y="59"/>
                  </a:lnTo>
                  <a:cubicBezTo>
                    <a:pt x="261" y="58"/>
                    <a:pt x="259" y="56"/>
                    <a:pt x="259" y="53"/>
                  </a:cubicBezTo>
                  <a:lnTo>
                    <a:pt x="259" y="49"/>
                  </a:lnTo>
                  <a:cubicBezTo>
                    <a:pt x="258" y="47"/>
                    <a:pt x="259" y="45"/>
                    <a:pt x="259" y="44"/>
                  </a:cubicBezTo>
                  <a:lnTo>
                    <a:pt x="262" y="39"/>
                  </a:lnTo>
                  <a:lnTo>
                    <a:pt x="265" y="35"/>
                  </a:lnTo>
                  <a:lnTo>
                    <a:pt x="263" y="36"/>
                  </a:lnTo>
                  <a:lnTo>
                    <a:pt x="261" y="37"/>
                  </a:lnTo>
                  <a:lnTo>
                    <a:pt x="259" y="40"/>
                  </a:lnTo>
                  <a:cubicBezTo>
                    <a:pt x="258" y="41"/>
                    <a:pt x="258" y="41"/>
                    <a:pt x="257" y="42"/>
                  </a:cubicBezTo>
                  <a:lnTo>
                    <a:pt x="253" y="45"/>
                  </a:lnTo>
                  <a:cubicBezTo>
                    <a:pt x="252" y="46"/>
                    <a:pt x="250" y="46"/>
                    <a:pt x="249" y="46"/>
                  </a:cubicBezTo>
                  <a:lnTo>
                    <a:pt x="243" y="47"/>
                  </a:lnTo>
                  <a:cubicBezTo>
                    <a:pt x="241" y="46"/>
                    <a:pt x="240" y="46"/>
                    <a:pt x="239" y="46"/>
                  </a:cubicBezTo>
                  <a:lnTo>
                    <a:pt x="230" y="41"/>
                  </a:lnTo>
                  <a:cubicBezTo>
                    <a:pt x="230" y="40"/>
                    <a:pt x="229" y="40"/>
                    <a:pt x="228" y="39"/>
                  </a:cubicBezTo>
                  <a:lnTo>
                    <a:pt x="223" y="34"/>
                  </a:lnTo>
                  <a:lnTo>
                    <a:pt x="212" y="19"/>
                  </a:lnTo>
                  <a:lnTo>
                    <a:pt x="206" y="14"/>
                  </a:lnTo>
                  <a:lnTo>
                    <a:pt x="199" y="13"/>
                  </a:lnTo>
                  <a:lnTo>
                    <a:pt x="190" y="13"/>
                  </a:lnTo>
                  <a:lnTo>
                    <a:pt x="171" y="15"/>
                  </a:lnTo>
                  <a:lnTo>
                    <a:pt x="143" y="27"/>
                  </a:lnTo>
                  <a:lnTo>
                    <a:pt x="135" y="28"/>
                  </a:lnTo>
                  <a:cubicBezTo>
                    <a:pt x="134" y="28"/>
                    <a:pt x="133" y="28"/>
                    <a:pt x="133" y="28"/>
                  </a:cubicBezTo>
                  <a:lnTo>
                    <a:pt x="125" y="27"/>
                  </a:lnTo>
                  <a:cubicBezTo>
                    <a:pt x="124" y="27"/>
                    <a:pt x="123" y="27"/>
                    <a:pt x="123" y="26"/>
                  </a:cubicBezTo>
                  <a:lnTo>
                    <a:pt x="110" y="19"/>
                  </a:lnTo>
                  <a:cubicBezTo>
                    <a:pt x="110" y="18"/>
                    <a:pt x="109" y="18"/>
                    <a:pt x="109" y="17"/>
                  </a:cubicBezTo>
                  <a:lnTo>
                    <a:pt x="94" y="0"/>
                  </a:lnTo>
                  <a:lnTo>
                    <a:pt x="90" y="0"/>
                  </a:lnTo>
                  <a:lnTo>
                    <a:pt x="83" y="14"/>
                  </a:lnTo>
                  <a:lnTo>
                    <a:pt x="79" y="43"/>
                  </a:lnTo>
                  <a:lnTo>
                    <a:pt x="79" y="64"/>
                  </a:lnTo>
                  <a:lnTo>
                    <a:pt x="81" y="67"/>
                  </a:lnTo>
                  <a:lnTo>
                    <a:pt x="100" y="76"/>
                  </a:lnTo>
                  <a:cubicBezTo>
                    <a:pt x="102" y="77"/>
                    <a:pt x="103" y="78"/>
                    <a:pt x="104" y="80"/>
                  </a:cubicBezTo>
                  <a:lnTo>
                    <a:pt x="111" y="97"/>
                  </a:lnTo>
                  <a:lnTo>
                    <a:pt x="116" y="101"/>
                  </a:lnTo>
                  <a:lnTo>
                    <a:pt x="124" y="104"/>
                  </a:lnTo>
                  <a:lnTo>
                    <a:pt x="132" y="104"/>
                  </a:lnTo>
                  <a:cubicBezTo>
                    <a:pt x="137" y="104"/>
                    <a:pt x="140" y="107"/>
                    <a:pt x="140" y="112"/>
                  </a:cubicBezTo>
                  <a:lnTo>
                    <a:pt x="140" y="117"/>
                  </a:lnTo>
                  <a:cubicBezTo>
                    <a:pt x="140" y="119"/>
                    <a:pt x="140" y="120"/>
                    <a:pt x="139" y="120"/>
                  </a:cubicBezTo>
                  <a:cubicBezTo>
                    <a:pt x="140" y="121"/>
                    <a:pt x="141" y="121"/>
                    <a:pt x="141" y="122"/>
                  </a:cubicBezTo>
                  <a:cubicBezTo>
                    <a:pt x="143" y="123"/>
                    <a:pt x="144" y="125"/>
                    <a:pt x="144" y="128"/>
                  </a:cubicBezTo>
                  <a:lnTo>
                    <a:pt x="144" y="133"/>
                  </a:lnTo>
                  <a:cubicBezTo>
                    <a:pt x="144" y="135"/>
                    <a:pt x="143" y="137"/>
                    <a:pt x="141" y="139"/>
                  </a:cubicBezTo>
                  <a:lnTo>
                    <a:pt x="137" y="143"/>
                  </a:lnTo>
                  <a:cubicBezTo>
                    <a:pt x="136" y="144"/>
                    <a:pt x="134" y="145"/>
                    <a:pt x="132" y="145"/>
                  </a:cubicBezTo>
                  <a:lnTo>
                    <a:pt x="127" y="145"/>
                  </a:lnTo>
                  <a:cubicBezTo>
                    <a:pt x="126" y="146"/>
                    <a:pt x="125" y="145"/>
                    <a:pt x="123" y="145"/>
                  </a:cubicBezTo>
                  <a:lnTo>
                    <a:pt x="76" y="122"/>
                  </a:lnTo>
                  <a:lnTo>
                    <a:pt x="65" y="123"/>
                  </a:lnTo>
                  <a:lnTo>
                    <a:pt x="51" y="142"/>
                  </a:lnTo>
                  <a:lnTo>
                    <a:pt x="40" y="182"/>
                  </a:lnTo>
                  <a:cubicBezTo>
                    <a:pt x="40" y="183"/>
                    <a:pt x="39" y="183"/>
                    <a:pt x="39" y="184"/>
                  </a:cubicBezTo>
                  <a:lnTo>
                    <a:pt x="35" y="191"/>
                  </a:lnTo>
                  <a:cubicBezTo>
                    <a:pt x="34" y="191"/>
                    <a:pt x="34" y="192"/>
                    <a:pt x="33" y="192"/>
                  </a:cubicBezTo>
                  <a:lnTo>
                    <a:pt x="27" y="197"/>
                  </a:lnTo>
                  <a:lnTo>
                    <a:pt x="0" y="231"/>
                  </a:lnTo>
                  <a:lnTo>
                    <a:pt x="63" y="275"/>
                  </a:lnTo>
                  <a:lnTo>
                    <a:pt x="146" y="363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xmlns="" id="{322EF2C2-8192-43F4-A8AE-7D828D052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7171" y="3176029"/>
              <a:ext cx="16865" cy="22486"/>
            </a:xfrm>
            <a:custGeom>
              <a:avLst/>
              <a:gdLst>
                <a:gd name="T0" fmla="*/ 25 w 27"/>
                <a:gd name="T1" fmla="*/ 5 h 34"/>
                <a:gd name="T2" fmla="*/ 19 w 27"/>
                <a:gd name="T3" fmla="*/ 1 h 34"/>
                <a:gd name="T4" fmla="*/ 12 w 27"/>
                <a:gd name="T5" fmla="*/ 0 h 34"/>
                <a:gd name="T6" fmla="*/ 0 w 27"/>
                <a:gd name="T7" fmla="*/ 1 h 34"/>
                <a:gd name="T8" fmla="*/ 1 w 27"/>
                <a:gd name="T9" fmla="*/ 2 h 34"/>
                <a:gd name="T10" fmla="*/ 8 w 27"/>
                <a:gd name="T11" fmla="*/ 29 h 34"/>
                <a:gd name="T12" fmla="*/ 11 w 27"/>
                <a:gd name="T13" fmla="*/ 33 h 34"/>
                <a:gd name="T14" fmla="*/ 19 w 27"/>
                <a:gd name="T15" fmla="*/ 30 h 34"/>
                <a:gd name="T16" fmla="*/ 24 w 27"/>
                <a:gd name="T17" fmla="*/ 29 h 34"/>
                <a:gd name="T18" fmla="*/ 24 w 27"/>
                <a:gd name="T19" fmla="*/ 29 h 34"/>
                <a:gd name="T20" fmla="*/ 24 w 27"/>
                <a:gd name="T21" fmla="*/ 18 h 34"/>
                <a:gd name="T22" fmla="*/ 26 w 27"/>
                <a:gd name="T23" fmla="*/ 8 h 34"/>
                <a:gd name="T24" fmla="*/ 25 w 27"/>
                <a:gd name="T25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34">
                  <a:moveTo>
                    <a:pt x="25" y="5"/>
                  </a:moveTo>
                  <a:lnTo>
                    <a:pt x="19" y="1"/>
                  </a:lnTo>
                  <a:lnTo>
                    <a:pt x="12" y="0"/>
                  </a:lnTo>
                  <a:lnTo>
                    <a:pt x="0" y="1"/>
                  </a:lnTo>
                  <a:cubicBezTo>
                    <a:pt x="1" y="1"/>
                    <a:pt x="1" y="2"/>
                    <a:pt x="1" y="2"/>
                  </a:cubicBezTo>
                  <a:lnTo>
                    <a:pt x="8" y="29"/>
                  </a:lnTo>
                  <a:lnTo>
                    <a:pt x="11" y="33"/>
                  </a:lnTo>
                  <a:lnTo>
                    <a:pt x="19" y="30"/>
                  </a:lnTo>
                  <a:cubicBezTo>
                    <a:pt x="20" y="29"/>
                    <a:pt x="23" y="28"/>
                    <a:pt x="24" y="29"/>
                  </a:cubicBezTo>
                  <a:lnTo>
                    <a:pt x="24" y="29"/>
                  </a:lnTo>
                  <a:lnTo>
                    <a:pt x="24" y="18"/>
                  </a:lnTo>
                  <a:lnTo>
                    <a:pt x="26" y="8"/>
                  </a:lnTo>
                  <a:lnTo>
                    <a:pt x="25" y="5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xmlns="" id="{298AE50D-5DF6-449B-A52E-26AC536C2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5659" y="2456471"/>
              <a:ext cx="1087769" cy="1056851"/>
            </a:xfrm>
            <a:custGeom>
              <a:avLst/>
              <a:gdLst>
                <a:gd name="T0" fmla="*/ 463 w 1706"/>
                <a:gd name="T1" fmla="*/ 1552 h 1656"/>
                <a:gd name="T2" fmla="*/ 579 w 1706"/>
                <a:gd name="T3" fmla="*/ 1604 h 1656"/>
                <a:gd name="T4" fmla="*/ 668 w 1706"/>
                <a:gd name="T5" fmla="*/ 1624 h 1656"/>
                <a:gd name="T6" fmla="*/ 786 w 1706"/>
                <a:gd name="T7" fmla="*/ 1602 h 1656"/>
                <a:gd name="T8" fmla="*/ 826 w 1706"/>
                <a:gd name="T9" fmla="*/ 1618 h 1656"/>
                <a:gd name="T10" fmla="*/ 950 w 1706"/>
                <a:gd name="T11" fmla="*/ 1606 h 1656"/>
                <a:gd name="T12" fmla="*/ 942 w 1706"/>
                <a:gd name="T13" fmla="*/ 1581 h 1656"/>
                <a:gd name="T14" fmla="*/ 937 w 1706"/>
                <a:gd name="T15" fmla="*/ 1480 h 1656"/>
                <a:gd name="T16" fmla="*/ 924 w 1706"/>
                <a:gd name="T17" fmla="*/ 1393 h 1656"/>
                <a:gd name="T18" fmla="*/ 881 w 1706"/>
                <a:gd name="T19" fmla="*/ 1274 h 1656"/>
                <a:gd name="T20" fmla="*/ 800 w 1706"/>
                <a:gd name="T21" fmla="*/ 1164 h 1656"/>
                <a:gd name="T22" fmla="*/ 841 w 1706"/>
                <a:gd name="T23" fmla="*/ 1144 h 1656"/>
                <a:gd name="T24" fmla="*/ 972 w 1706"/>
                <a:gd name="T25" fmla="*/ 1107 h 1656"/>
                <a:gd name="T26" fmla="*/ 1015 w 1706"/>
                <a:gd name="T27" fmla="*/ 1083 h 1656"/>
                <a:gd name="T28" fmla="*/ 1179 w 1706"/>
                <a:gd name="T29" fmla="*/ 1067 h 1656"/>
                <a:gd name="T30" fmla="*/ 1233 w 1706"/>
                <a:gd name="T31" fmla="*/ 1049 h 1656"/>
                <a:gd name="T32" fmla="*/ 1339 w 1706"/>
                <a:gd name="T33" fmla="*/ 866 h 1656"/>
                <a:gd name="T34" fmla="*/ 1381 w 1706"/>
                <a:gd name="T35" fmla="*/ 695 h 1656"/>
                <a:gd name="T36" fmla="*/ 1477 w 1706"/>
                <a:gd name="T37" fmla="*/ 682 h 1656"/>
                <a:gd name="T38" fmla="*/ 1551 w 1706"/>
                <a:gd name="T39" fmla="*/ 628 h 1656"/>
                <a:gd name="T40" fmla="*/ 1634 w 1706"/>
                <a:gd name="T41" fmla="*/ 499 h 1656"/>
                <a:gd name="T42" fmla="*/ 1671 w 1706"/>
                <a:gd name="T43" fmla="*/ 397 h 1656"/>
                <a:gd name="T44" fmla="*/ 1661 w 1706"/>
                <a:gd name="T45" fmla="*/ 350 h 1656"/>
                <a:gd name="T46" fmla="*/ 1705 w 1706"/>
                <a:gd name="T47" fmla="*/ 302 h 1656"/>
                <a:gd name="T48" fmla="*/ 1616 w 1706"/>
                <a:gd name="T49" fmla="*/ 271 h 1656"/>
                <a:gd name="T50" fmla="*/ 1499 w 1706"/>
                <a:gd name="T51" fmla="*/ 204 h 1656"/>
                <a:gd name="T52" fmla="*/ 1437 w 1706"/>
                <a:gd name="T53" fmla="*/ 135 h 1656"/>
                <a:gd name="T54" fmla="*/ 1336 w 1706"/>
                <a:gd name="T55" fmla="*/ 87 h 1656"/>
                <a:gd name="T56" fmla="*/ 1295 w 1706"/>
                <a:gd name="T57" fmla="*/ 132 h 1656"/>
                <a:gd name="T58" fmla="*/ 1211 w 1706"/>
                <a:gd name="T59" fmla="*/ 82 h 1656"/>
                <a:gd name="T60" fmla="*/ 1145 w 1706"/>
                <a:gd name="T61" fmla="*/ 0 h 1656"/>
                <a:gd name="T62" fmla="*/ 1092 w 1706"/>
                <a:gd name="T63" fmla="*/ 49 h 1656"/>
                <a:gd name="T64" fmla="*/ 932 w 1706"/>
                <a:gd name="T65" fmla="*/ 77 h 1656"/>
                <a:gd name="T66" fmla="*/ 865 w 1706"/>
                <a:gd name="T67" fmla="*/ 77 h 1656"/>
                <a:gd name="T68" fmla="*/ 799 w 1706"/>
                <a:gd name="T69" fmla="*/ 43 h 1656"/>
                <a:gd name="T70" fmla="*/ 727 w 1706"/>
                <a:gd name="T71" fmla="*/ 94 h 1656"/>
                <a:gd name="T72" fmla="*/ 733 w 1706"/>
                <a:gd name="T73" fmla="*/ 284 h 1656"/>
                <a:gd name="T74" fmla="*/ 746 w 1706"/>
                <a:gd name="T75" fmla="*/ 378 h 1656"/>
                <a:gd name="T76" fmla="*/ 689 w 1706"/>
                <a:gd name="T77" fmla="*/ 435 h 1656"/>
                <a:gd name="T78" fmla="*/ 576 w 1706"/>
                <a:gd name="T79" fmla="*/ 568 h 1656"/>
                <a:gd name="T80" fmla="*/ 456 w 1706"/>
                <a:gd name="T81" fmla="*/ 594 h 1656"/>
                <a:gd name="T82" fmla="*/ 283 w 1706"/>
                <a:gd name="T83" fmla="*/ 657 h 1656"/>
                <a:gd name="T84" fmla="*/ 221 w 1706"/>
                <a:gd name="T85" fmla="*/ 718 h 1656"/>
                <a:gd name="T86" fmla="*/ 181 w 1706"/>
                <a:gd name="T87" fmla="*/ 795 h 1656"/>
                <a:gd name="T88" fmla="*/ 153 w 1706"/>
                <a:gd name="T89" fmla="*/ 785 h 1656"/>
                <a:gd name="T90" fmla="*/ 109 w 1706"/>
                <a:gd name="T91" fmla="*/ 800 h 1656"/>
                <a:gd name="T92" fmla="*/ 60 w 1706"/>
                <a:gd name="T93" fmla="*/ 820 h 1656"/>
                <a:gd name="T94" fmla="*/ 53 w 1706"/>
                <a:gd name="T95" fmla="*/ 856 h 1656"/>
                <a:gd name="T96" fmla="*/ 29 w 1706"/>
                <a:gd name="T97" fmla="*/ 886 h 1656"/>
                <a:gd name="T98" fmla="*/ 51 w 1706"/>
                <a:gd name="T99" fmla="*/ 933 h 1656"/>
                <a:gd name="T100" fmla="*/ 128 w 1706"/>
                <a:gd name="T101" fmla="*/ 954 h 1656"/>
                <a:gd name="T102" fmla="*/ 282 w 1706"/>
                <a:gd name="T103" fmla="*/ 911 h 1656"/>
                <a:gd name="T104" fmla="*/ 398 w 1706"/>
                <a:gd name="T105" fmla="*/ 999 h 1656"/>
                <a:gd name="T106" fmla="*/ 286 w 1706"/>
                <a:gd name="T107" fmla="*/ 948 h 1656"/>
                <a:gd name="T108" fmla="*/ 190 w 1706"/>
                <a:gd name="T109" fmla="*/ 992 h 1656"/>
                <a:gd name="T110" fmla="*/ 251 w 1706"/>
                <a:gd name="T111" fmla="*/ 1071 h 1656"/>
                <a:gd name="T112" fmla="*/ 242 w 1706"/>
                <a:gd name="T113" fmla="*/ 1182 h 1656"/>
                <a:gd name="T114" fmla="*/ 224 w 1706"/>
                <a:gd name="T115" fmla="*/ 1277 h 1656"/>
                <a:gd name="T116" fmla="*/ 324 w 1706"/>
                <a:gd name="T117" fmla="*/ 1389 h 1656"/>
                <a:gd name="T118" fmla="*/ 374 w 1706"/>
                <a:gd name="T119" fmla="*/ 1479 h 1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06" h="1656">
                  <a:moveTo>
                    <a:pt x="379" y="1487"/>
                  </a:moveTo>
                  <a:lnTo>
                    <a:pt x="387" y="1507"/>
                  </a:lnTo>
                  <a:lnTo>
                    <a:pt x="391" y="1509"/>
                  </a:lnTo>
                  <a:lnTo>
                    <a:pt x="403" y="1513"/>
                  </a:lnTo>
                  <a:cubicBezTo>
                    <a:pt x="405" y="1513"/>
                    <a:pt x="406" y="1514"/>
                    <a:pt x="407" y="1515"/>
                  </a:cubicBezTo>
                  <a:lnTo>
                    <a:pt x="422" y="1528"/>
                  </a:lnTo>
                  <a:lnTo>
                    <a:pt x="446" y="1532"/>
                  </a:lnTo>
                  <a:cubicBezTo>
                    <a:pt x="448" y="1532"/>
                    <a:pt x="449" y="1533"/>
                    <a:pt x="450" y="1534"/>
                  </a:cubicBezTo>
                  <a:lnTo>
                    <a:pt x="458" y="1542"/>
                  </a:lnTo>
                  <a:cubicBezTo>
                    <a:pt x="461" y="1545"/>
                    <a:pt x="461" y="1548"/>
                    <a:pt x="460" y="1550"/>
                  </a:cubicBezTo>
                  <a:lnTo>
                    <a:pt x="460" y="1551"/>
                  </a:lnTo>
                  <a:lnTo>
                    <a:pt x="463" y="1552"/>
                  </a:lnTo>
                  <a:lnTo>
                    <a:pt x="496" y="1554"/>
                  </a:lnTo>
                  <a:lnTo>
                    <a:pt x="510" y="1556"/>
                  </a:lnTo>
                  <a:cubicBezTo>
                    <a:pt x="512" y="1557"/>
                    <a:pt x="513" y="1557"/>
                    <a:pt x="514" y="1558"/>
                  </a:cubicBezTo>
                  <a:lnTo>
                    <a:pt x="525" y="1566"/>
                  </a:lnTo>
                  <a:cubicBezTo>
                    <a:pt x="526" y="1566"/>
                    <a:pt x="527" y="1567"/>
                    <a:pt x="527" y="1568"/>
                  </a:cubicBezTo>
                  <a:lnTo>
                    <a:pt x="535" y="1581"/>
                  </a:lnTo>
                  <a:cubicBezTo>
                    <a:pt x="536" y="1582"/>
                    <a:pt x="536" y="1583"/>
                    <a:pt x="536" y="1584"/>
                  </a:cubicBezTo>
                  <a:lnTo>
                    <a:pt x="539" y="1602"/>
                  </a:lnTo>
                  <a:lnTo>
                    <a:pt x="542" y="1611"/>
                  </a:lnTo>
                  <a:lnTo>
                    <a:pt x="548" y="1612"/>
                  </a:lnTo>
                  <a:lnTo>
                    <a:pt x="573" y="1604"/>
                  </a:lnTo>
                  <a:cubicBezTo>
                    <a:pt x="575" y="1603"/>
                    <a:pt x="577" y="1603"/>
                    <a:pt x="579" y="1604"/>
                  </a:cubicBezTo>
                  <a:lnTo>
                    <a:pt x="586" y="1607"/>
                  </a:lnTo>
                  <a:cubicBezTo>
                    <a:pt x="586" y="1607"/>
                    <a:pt x="587" y="1607"/>
                    <a:pt x="588" y="1608"/>
                  </a:cubicBezTo>
                  <a:lnTo>
                    <a:pt x="599" y="1618"/>
                  </a:lnTo>
                  <a:lnTo>
                    <a:pt x="612" y="1625"/>
                  </a:lnTo>
                  <a:lnTo>
                    <a:pt x="624" y="1628"/>
                  </a:lnTo>
                  <a:cubicBezTo>
                    <a:pt x="626" y="1629"/>
                    <a:pt x="628" y="1630"/>
                    <a:pt x="629" y="1632"/>
                  </a:cubicBezTo>
                  <a:lnTo>
                    <a:pt x="638" y="1646"/>
                  </a:lnTo>
                  <a:lnTo>
                    <a:pt x="645" y="1654"/>
                  </a:lnTo>
                  <a:lnTo>
                    <a:pt x="646" y="1655"/>
                  </a:lnTo>
                  <a:lnTo>
                    <a:pt x="646" y="1643"/>
                  </a:lnTo>
                  <a:cubicBezTo>
                    <a:pt x="645" y="1640"/>
                    <a:pt x="647" y="1637"/>
                    <a:pt x="649" y="1636"/>
                  </a:cubicBezTo>
                  <a:lnTo>
                    <a:pt x="668" y="1624"/>
                  </a:lnTo>
                  <a:cubicBezTo>
                    <a:pt x="669" y="1624"/>
                    <a:pt x="671" y="1623"/>
                    <a:pt x="673" y="1623"/>
                  </a:cubicBezTo>
                  <a:lnTo>
                    <a:pt x="695" y="1625"/>
                  </a:lnTo>
                  <a:cubicBezTo>
                    <a:pt x="697" y="1625"/>
                    <a:pt x="699" y="1626"/>
                    <a:pt x="701" y="1628"/>
                  </a:cubicBezTo>
                  <a:lnTo>
                    <a:pt x="709" y="1616"/>
                  </a:lnTo>
                  <a:cubicBezTo>
                    <a:pt x="710" y="1616"/>
                    <a:pt x="711" y="1615"/>
                    <a:pt x="712" y="1615"/>
                  </a:cubicBezTo>
                  <a:lnTo>
                    <a:pt x="717" y="1612"/>
                  </a:lnTo>
                  <a:lnTo>
                    <a:pt x="749" y="1604"/>
                  </a:lnTo>
                  <a:lnTo>
                    <a:pt x="764" y="1602"/>
                  </a:lnTo>
                  <a:lnTo>
                    <a:pt x="772" y="1598"/>
                  </a:lnTo>
                  <a:cubicBezTo>
                    <a:pt x="773" y="1597"/>
                    <a:pt x="775" y="1597"/>
                    <a:pt x="776" y="1597"/>
                  </a:cubicBezTo>
                  <a:lnTo>
                    <a:pt x="781" y="1598"/>
                  </a:lnTo>
                  <a:cubicBezTo>
                    <a:pt x="783" y="1598"/>
                    <a:pt x="785" y="1600"/>
                    <a:pt x="786" y="1602"/>
                  </a:cubicBezTo>
                  <a:lnTo>
                    <a:pt x="790" y="1608"/>
                  </a:lnTo>
                  <a:cubicBezTo>
                    <a:pt x="790" y="1609"/>
                    <a:pt x="791" y="1611"/>
                    <a:pt x="791" y="1613"/>
                  </a:cubicBezTo>
                  <a:lnTo>
                    <a:pt x="790" y="1618"/>
                  </a:lnTo>
                  <a:cubicBezTo>
                    <a:pt x="790" y="1619"/>
                    <a:pt x="789" y="1620"/>
                    <a:pt x="789" y="1621"/>
                  </a:cubicBezTo>
                  <a:lnTo>
                    <a:pt x="787" y="1625"/>
                  </a:lnTo>
                  <a:cubicBezTo>
                    <a:pt x="786" y="1626"/>
                    <a:pt x="786" y="1627"/>
                    <a:pt x="785" y="1627"/>
                  </a:cubicBezTo>
                  <a:lnTo>
                    <a:pt x="785" y="1628"/>
                  </a:lnTo>
                  <a:lnTo>
                    <a:pt x="793" y="1627"/>
                  </a:lnTo>
                  <a:lnTo>
                    <a:pt x="797" y="1625"/>
                  </a:lnTo>
                  <a:lnTo>
                    <a:pt x="816" y="1621"/>
                  </a:lnTo>
                  <a:lnTo>
                    <a:pt x="824" y="1618"/>
                  </a:lnTo>
                  <a:cubicBezTo>
                    <a:pt x="825" y="1618"/>
                    <a:pt x="826" y="1618"/>
                    <a:pt x="826" y="1618"/>
                  </a:cubicBezTo>
                  <a:lnTo>
                    <a:pt x="835" y="1618"/>
                  </a:lnTo>
                  <a:lnTo>
                    <a:pt x="849" y="1620"/>
                  </a:lnTo>
                  <a:cubicBezTo>
                    <a:pt x="850" y="1620"/>
                    <a:pt x="851" y="1620"/>
                    <a:pt x="852" y="1621"/>
                  </a:cubicBezTo>
                  <a:lnTo>
                    <a:pt x="883" y="1641"/>
                  </a:lnTo>
                  <a:lnTo>
                    <a:pt x="885" y="1640"/>
                  </a:lnTo>
                  <a:lnTo>
                    <a:pt x="908" y="1626"/>
                  </a:lnTo>
                  <a:lnTo>
                    <a:pt x="915" y="1624"/>
                  </a:lnTo>
                  <a:cubicBezTo>
                    <a:pt x="916" y="1624"/>
                    <a:pt x="916" y="1624"/>
                    <a:pt x="917" y="1624"/>
                  </a:cubicBezTo>
                  <a:lnTo>
                    <a:pt x="932" y="1624"/>
                  </a:lnTo>
                  <a:lnTo>
                    <a:pt x="933" y="1623"/>
                  </a:lnTo>
                  <a:lnTo>
                    <a:pt x="947" y="1608"/>
                  </a:lnTo>
                  <a:cubicBezTo>
                    <a:pt x="948" y="1607"/>
                    <a:pt x="949" y="1606"/>
                    <a:pt x="950" y="1606"/>
                  </a:cubicBezTo>
                  <a:lnTo>
                    <a:pt x="954" y="1603"/>
                  </a:lnTo>
                  <a:cubicBezTo>
                    <a:pt x="955" y="1603"/>
                    <a:pt x="956" y="1603"/>
                    <a:pt x="957" y="1603"/>
                  </a:cubicBezTo>
                  <a:lnTo>
                    <a:pt x="961" y="1602"/>
                  </a:lnTo>
                  <a:lnTo>
                    <a:pt x="971" y="1603"/>
                  </a:lnTo>
                  <a:lnTo>
                    <a:pt x="973" y="1601"/>
                  </a:lnTo>
                  <a:lnTo>
                    <a:pt x="974" y="1600"/>
                  </a:lnTo>
                  <a:lnTo>
                    <a:pt x="973" y="1598"/>
                  </a:lnTo>
                  <a:lnTo>
                    <a:pt x="969" y="1593"/>
                  </a:lnTo>
                  <a:lnTo>
                    <a:pt x="955" y="1582"/>
                  </a:lnTo>
                  <a:cubicBezTo>
                    <a:pt x="955" y="1583"/>
                    <a:pt x="953" y="1583"/>
                    <a:pt x="952" y="1583"/>
                  </a:cubicBezTo>
                  <a:lnTo>
                    <a:pt x="949" y="1584"/>
                  </a:lnTo>
                  <a:cubicBezTo>
                    <a:pt x="946" y="1584"/>
                    <a:pt x="943" y="1583"/>
                    <a:pt x="942" y="1581"/>
                  </a:cubicBezTo>
                  <a:lnTo>
                    <a:pt x="938" y="1577"/>
                  </a:lnTo>
                  <a:cubicBezTo>
                    <a:pt x="938" y="1576"/>
                    <a:pt x="937" y="1575"/>
                    <a:pt x="937" y="1574"/>
                  </a:cubicBezTo>
                  <a:lnTo>
                    <a:pt x="935" y="1563"/>
                  </a:lnTo>
                  <a:cubicBezTo>
                    <a:pt x="935" y="1563"/>
                    <a:pt x="935" y="1562"/>
                    <a:pt x="935" y="1561"/>
                  </a:cubicBezTo>
                  <a:lnTo>
                    <a:pt x="935" y="1554"/>
                  </a:lnTo>
                  <a:lnTo>
                    <a:pt x="940" y="1538"/>
                  </a:lnTo>
                  <a:lnTo>
                    <a:pt x="939" y="1536"/>
                  </a:lnTo>
                  <a:lnTo>
                    <a:pt x="932" y="1498"/>
                  </a:lnTo>
                  <a:cubicBezTo>
                    <a:pt x="931" y="1497"/>
                    <a:pt x="931" y="1496"/>
                    <a:pt x="932" y="1495"/>
                  </a:cubicBezTo>
                  <a:lnTo>
                    <a:pt x="933" y="1488"/>
                  </a:lnTo>
                  <a:cubicBezTo>
                    <a:pt x="933" y="1487"/>
                    <a:pt x="934" y="1486"/>
                    <a:pt x="934" y="1485"/>
                  </a:cubicBezTo>
                  <a:lnTo>
                    <a:pt x="937" y="1480"/>
                  </a:lnTo>
                  <a:cubicBezTo>
                    <a:pt x="938" y="1479"/>
                    <a:pt x="938" y="1479"/>
                    <a:pt x="939" y="1478"/>
                  </a:cubicBezTo>
                  <a:lnTo>
                    <a:pt x="943" y="1474"/>
                  </a:lnTo>
                  <a:lnTo>
                    <a:pt x="943" y="1472"/>
                  </a:lnTo>
                  <a:lnTo>
                    <a:pt x="943" y="1467"/>
                  </a:lnTo>
                  <a:lnTo>
                    <a:pt x="939" y="1446"/>
                  </a:lnTo>
                  <a:lnTo>
                    <a:pt x="937" y="1427"/>
                  </a:lnTo>
                  <a:lnTo>
                    <a:pt x="935" y="1423"/>
                  </a:lnTo>
                  <a:lnTo>
                    <a:pt x="930" y="1417"/>
                  </a:lnTo>
                  <a:cubicBezTo>
                    <a:pt x="929" y="1416"/>
                    <a:pt x="929" y="1415"/>
                    <a:pt x="928" y="1414"/>
                  </a:cubicBezTo>
                  <a:lnTo>
                    <a:pt x="926" y="1407"/>
                  </a:lnTo>
                  <a:lnTo>
                    <a:pt x="924" y="1399"/>
                  </a:lnTo>
                  <a:lnTo>
                    <a:pt x="924" y="1393"/>
                  </a:lnTo>
                  <a:lnTo>
                    <a:pt x="923" y="1384"/>
                  </a:lnTo>
                  <a:lnTo>
                    <a:pt x="921" y="1377"/>
                  </a:lnTo>
                  <a:lnTo>
                    <a:pt x="908" y="1351"/>
                  </a:lnTo>
                  <a:lnTo>
                    <a:pt x="895" y="1330"/>
                  </a:lnTo>
                  <a:lnTo>
                    <a:pt x="890" y="1316"/>
                  </a:lnTo>
                  <a:cubicBezTo>
                    <a:pt x="890" y="1316"/>
                    <a:pt x="889" y="1315"/>
                    <a:pt x="889" y="1314"/>
                  </a:cubicBezTo>
                  <a:lnTo>
                    <a:pt x="889" y="1306"/>
                  </a:lnTo>
                  <a:cubicBezTo>
                    <a:pt x="889" y="1305"/>
                    <a:pt x="889" y="1303"/>
                    <a:pt x="890" y="1302"/>
                  </a:cubicBezTo>
                  <a:lnTo>
                    <a:pt x="895" y="1290"/>
                  </a:lnTo>
                  <a:lnTo>
                    <a:pt x="894" y="1287"/>
                  </a:lnTo>
                  <a:lnTo>
                    <a:pt x="891" y="1283"/>
                  </a:lnTo>
                  <a:lnTo>
                    <a:pt x="881" y="1274"/>
                  </a:lnTo>
                  <a:lnTo>
                    <a:pt x="854" y="1257"/>
                  </a:lnTo>
                  <a:cubicBezTo>
                    <a:pt x="853" y="1257"/>
                    <a:pt x="852" y="1256"/>
                    <a:pt x="852" y="1255"/>
                  </a:cubicBezTo>
                  <a:lnTo>
                    <a:pt x="847" y="1249"/>
                  </a:lnTo>
                  <a:lnTo>
                    <a:pt x="842" y="1241"/>
                  </a:lnTo>
                  <a:lnTo>
                    <a:pt x="838" y="1227"/>
                  </a:lnTo>
                  <a:lnTo>
                    <a:pt x="836" y="1207"/>
                  </a:lnTo>
                  <a:lnTo>
                    <a:pt x="831" y="1201"/>
                  </a:lnTo>
                  <a:lnTo>
                    <a:pt x="820" y="1194"/>
                  </a:lnTo>
                  <a:cubicBezTo>
                    <a:pt x="819" y="1193"/>
                    <a:pt x="818" y="1192"/>
                    <a:pt x="817" y="1191"/>
                  </a:cubicBezTo>
                  <a:lnTo>
                    <a:pt x="812" y="1184"/>
                  </a:lnTo>
                  <a:lnTo>
                    <a:pt x="805" y="1169"/>
                  </a:lnTo>
                  <a:lnTo>
                    <a:pt x="800" y="1164"/>
                  </a:lnTo>
                  <a:lnTo>
                    <a:pt x="782" y="1151"/>
                  </a:lnTo>
                  <a:cubicBezTo>
                    <a:pt x="780" y="1149"/>
                    <a:pt x="779" y="1146"/>
                    <a:pt x="779" y="1142"/>
                  </a:cubicBezTo>
                  <a:lnTo>
                    <a:pt x="780" y="1139"/>
                  </a:lnTo>
                  <a:cubicBezTo>
                    <a:pt x="781" y="1138"/>
                    <a:pt x="781" y="1136"/>
                    <a:pt x="781" y="1136"/>
                  </a:cubicBezTo>
                  <a:lnTo>
                    <a:pt x="782" y="1133"/>
                  </a:lnTo>
                  <a:cubicBezTo>
                    <a:pt x="782" y="1131"/>
                    <a:pt x="783" y="1130"/>
                    <a:pt x="785" y="1129"/>
                  </a:cubicBezTo>
                  <a:lnTo>
                    <a:pt x="788" y="1126"/>
                  </a:lnTo>
                  <a:cubicBezTo>
                    <a:pt x="790" y="1125"/>
                    <a:pt x="792" y="1124"/>
                    <a:pt x="794" y="1125"/>
                  </a:cubicBezTo>
                  <a:lnTo>
                    <a:pt x="808" y="1129"/>
                  </a:lnTo>
                  <a:lnTo>
                    <a:pt x="833" y="1144"/>
                  </a:lnTo>
                  <a:lnTo>
                    <a:pt x="836" y="1145"/>
                  </a:lnTo>
                  <a:lnTo>
                    <a:pt x="841" y="1144"/>
                  </a:lnTo>
                  <a:lnTo>
                    <a:pt x="868" y="1139"/>
                  </a:lnTo>
                  <a:cubicBezTo>
                    <a:pt x="869" y="1139"/>
                    <a:pt x="871" y="1139"/>
                    <a:pt x="872" y="1139"/>
                  </a:cubicBezTo>
                  <a:lnTo>
                    <a:pt x="886" y="1143"/>
                  </a:lnTo>
                  <a:lnTo>
                    <a:pt x="912" y="1145"/>
                  </a:lnTo>
                  <a:lnTo>
                    <a:pt x="942" y="1142"/>
                  </a:lnTo>
                  <a:lnTo>
                    <a:pt x="951" y="1138"/>
                  </a:lnTo>
                  <a:lnTo>
                    <a:pt x="958" y="1131"/>
                  </a:lnTo>
                  <a:cubicBezTo>
                    <a:pt x="959" y="1131"/>
                    <a:pt x="959" y="1130"/>
                    <a:pt x="960" y="1130"/>
                  </a:cubicBezTo>
                  <a:lnTo>
                    <a:pt x="979" y="1121"/>
                  </a:lnTo>
                  <a:lnTo>
                    <a:pt x="975" y="1114"/>
                  </a:lnTo>
                  <a:cubicBezTo>
                    <a:pt x="974" y="1113"/>
                    <a:pt x="974" y="1112"/>
                    <a:pt x="974" y="1111"/>
                  </a:cubicBezTo>
                  <a:lnTo>
                    <a:pt x="972" y="1107"/>
                  </a:lnTo>
                  <a:cubicBezTo>
                    <a:pt x="972" y="1105"/>
                    <a:pt x="972" y="1104"/>
                    <a:pt x="973" y="1102"/>
                  </a:cubicBezTo>
                  <a:lnTo>
                    <a:pt x="974" y="1098"/>
                  </a:lnTo>
                  <a:cubicBezTo>
                    <a:pt x="975" y="1096"/>
                    <a:pt x="975" y="1096"/>
                    <a:pt x="976" y="1095"/>
                  </a:cubicBezTo>
                  <a:lnTo>
                    <a:pt x="980" y="1091"/>
                  </a:lnTo>
                  <a:cubicBezTo>
                    <a:pt x="981" y="1090"/>
                    <a:pt x="981" y="1090"/>
                    <a:pt x="982" y="1089"/>
                  </a:cubicBezTo>
                  <a:lnTo>
                    <a:pt x="986" y="1087"/>
                  </a:lnTo>
                  <a:lnTo>
                    <a:pt x="998" y="1082"/>
                  </a:lnTo>
                  <a:cubicBezTo>
                    <a:pt x="998" y="1082"/>
                    <a:pt x="999" y="1082"/>
                    <a:pt x="1000" y="1082"/>
                  </a:cubicBezTo>
                  <a:lnTo>
                    <a:pt x="1005" y="1081"/>
                  </a:lnTo>
                  <a:cubicBezTo>
                    <a:pt x="1006" y="1081"/>
                    <a:pt x="1007" y="1081"/>
                    <a:pt x="1007" y="1081"/>
                  </a:cubicBezTo>
                  <a:lnTo>
                    <a:pt x="1013" y="1082"/>
                  </a:lnTo>
                  <a:cubicBezTo>
                    <a:pt x="1014" y="1083"/>
                    <a:pt x="1014" y="1083"/>
                    <a:pt x="1015" y="1083"/>
                  </a:cubicBezTo>
                  <a:lnTo>
                    <a:pt x="1024" y="1088"/>
                  </a:lnTo>
                  <a:lnTo>
                    <a:pt x="1028" y="1087"/>
                  </a:lnTo>
                  <a:lnTo>
                    <a:pt x="1055" y="1079"/>
                  </a:lnTo>
                  <a:lnTo>
                    <a:pt x="1068" y="1073"/>
                  </a:lnTo>
                  <a:cubicBezTo>
                    <a:pt x="1068" y="1073"/>
                    <a:pt x="1069" y="1073"/>
                    <a:pt x="1070" y="1072"/>
                  </a:cubicBezTo>
                  <a:lnTo>
                    <a:pt x="1123" y="1066"/>
                  </a:lnTo>
                  <a:lnTo>
                    <a:pt x="1152" y="1067"/>
                  </a:lnTo>
                  <a:lnTo>
                    <a:pt x="1160" y="1064"/>
                  </a:lnTo>
                  <a:lnTo>
                    <a:pt x="1167" y="1063"/>
                  </a:lnTo>
                  <a:cubicBezTo>
                    <a:pt x="1169" y="1063"/>
                    <a:pt x="1170" y="1063"/>
                    <a:pt x="1171" y="1064"/>
                  </a:cubicBezTo>
                  <a:lnTo>
                    <a:pt x="1176" y="1065"/>
                  </a:lnTo>
                  <a:cubicBezTo>
                    <a:pt x="1177" y="1066"/>
                    <a:pt x="1178" y="1066"/>
                    <a:pt x="1179" y="1067"/>
                  </a:cubicBezTo>
                  <a:lnTo>
                    <a:pt x="1184" y="1072"/>
                  </a:lnTo>
                  <a:cubicBezTo>
                    <a:pt x="1185" y="1073"/>
                    <a:pt x="1186" y="1074"/>
                    <a:pt x="1187" y="1075"/>
                  </a:cubicBezTo>
                  <a:lnTo>
                    <a:pt x="1189" y="1082"/>
                  </a:lnTo>
                  <a:lnTo>
                    <a:pt x="1190" y="1088"/>
                  </a:lnTo>
                  <a:lnTo>
                    <a:pt x="1192" y="1092"/>
                  </a:lnTo>
                  <a:lnTo>
                    <a:pt x="1195" y="1093"/>
                  </a:lnTo>
                  <a:lnTo>
                    <a:pt x="1202" y="1082"/>
                  </a:lnTo>
                  <a:lnTo>
                    <a:pt x="1207" y="1076"/>
                  </a:lnTo>
                  <a:cubicBezTo>
                    <a:pt x="1208" y="1075"/>
                    <a:pt x="1209" y="1075"/>
                    <a:pt x="1210" y="1074"/>
                  </a:cubicBezTo>
                  <a:lnTo>
                    <a:pt x="1226" y="1068"/>
                  </a:lnTo>
                  <a:lnTo>
                    <a:pt x="1229" y="1064"/>
                  </a:lnTo>
                  <a:lnTo>
                    <a:pt x="1233" y="1049"/>
                  </a:lnTo>
                  <a:cubicBezTo>
                    <a:pt x="1233" y="1048"/>
                    <a:pt x="1233" y="1047"/>
                    <a:pt x="1234" y="1046"/>
                  </a:cubicBezTo>
                  <a:lnTo>
                    <a:pt x="1250" y="1026"/>
                  </a:lnTo>
                  <a:cubicBezTo>
                    <a:pt x="1251" y="1024"/>
                    <a:pt x="1252" y="1023"/>
                    <a:pt x="1254" y="1023"/>
                  </a:cubicBezTo>
                  <a:lnTo>
                    <a:pt x="1263" y="1020"/>
                  </a:lnTo>
                  <a:cubicBezTo>
                    <a:pt x="1264" y="1020"/>
                    <a:pt x="1266" y="1019"/>
                    <a:pt x="1267" y="1020"/>
                  </a:cubicBezTo>
                  <a:lnTo>
                    <a:pt x="1285" y="1023"/>
                  </a:lnTo>
                  <a:lnTo>
                    <a:pt x="1291" y="976"/>
                  </a:lnTo>
                  <a:lnTo>
                    <a:pt x="1303" y="924"/>
                  </a:lnTo>
                  <a:lnTo>
                    <a:pt x="1306" y="917"/>
                  </a:lnTo>
                  <a:lnTo>
                    <a:pt x="1312" y="907"/>
                  </a:lnTo>
                  <a:lnTo>
                    <a:pt x="1327" y="887"/>
                  </a:lnTo>
                  <a:lnTo>
                    <a:pt x="1339" y="866"/>
                  </a:lnTo>
                  <a:lnTo>
                    <a:pt x="1339" y="863"/>
                  </a:lnTo>
                  <a:lnTo>
                    <a:pt x="1336" y="850"/>
                  </a:lnTo>
                  <a:cubicBezTo>
                    <a:pt x="1336" y="849"/>
                    <a:pt x="1336" y="848"/>
                    <a:pt x="1336" y="847"/>
                  </a:cubicBezTo>
                  <a:lnTo>
                    <a:pt x="1337" y="840"/>
                  </a:lnTo>
                  <a:lnTo>
                    <a:pt x="1345" y="811"/>
                  </a:lnTo>
                  <a:lnTo>
                    <a:pt x="1362" y="772"/>
                  </a:lnTo>
                  <a:lnTo>
                    <a:pt x="1361" y="767"/>
                  </a:lnTo>
                  <a:lnTo>
                    <a:pt x="1358" y="755"/>
                  </a:lnTo>
                  <a:lnTo>
                    <a:pt x="1357" y="743"/>
                  </a:lnTo>
                  <a:lnTo>
                    <a:pt x="1360" y="732"/>
                  </a:lnTo>
                  <a:lnTo>
                    <a:pt x="1371" y="700"/>
                  </a:lnTo>
                  <a:cubicBezTo>
                    <a:pt x="1373" y="696"/>
                    <a:pt x="1377" y="694"/>
                    <a:pt x="1381" y="695"/>
                  </a:cubicBezTo>
                  <a:lnTo>
                    <a:pt x="1403" y="701"/>
                  </a:lnTo>
                  <a:lnTo>
                    <a:pt x="1416" y="703"/>
                  </a:lnTo>
                  <a:lnTo>
                    <a:pt x="1443" y="711"/>
                  </a:lnTo>
                  <a:lnTo>
                    <a:pt x="1441" y="693"/>
                  </a:lnTo>
                  <a:cubicBezTo>
                    <a:pt x="1440" y="692"/>
                    <a:pt x="1441" y="691"/>
                    <a:pt x="1441" y="690"/>
                  </a:cubicBezTo>
                  <a:lnTo>
                    <a:pt x="1443" y="685"/>
                  </a:lnTo>
                  <a:cubicBezTo>
                    <a:pt x="1443" y="683"/>
                    <a:pt x="1444" y="682"/>
                    <a:pt x="1445" y="681"/>
                  </a:cubicBezTo>
                  <a:lnTo>
                    <a:pt x="1452" y="676"/>
                  </a:lnTo>
                  <a:cubicBezTo>
                    <a:pt x="1453" y="675"/>
                    <a:pt x="1455" y="674"/>
                    <a:pt x="1457" y="674"/>
                  </a:cubicBezTo>
                  <a:lnTo>
                    <a:pt x="1462" y="675"/>
                  </a:lnTo>
                  <a:cubicBezTo>
                    <a:pt x="1464" y="675"/>
                    <a:pt x="1465" y="675"/>
                    <a:pt x="1466" y="676"/>
                  </a:cubicBezTo>
                  <a:lnTo>
                    <a:pt x="1477" y="682"/>
                  </a:lnTo>
                  <a:cubicBezTo>
                    <a:pt x="1478" y="681"/>
                    <a:pt x="1478" y="681"/>
                    <a:pt x="1479" y="680"/>
                  </a:cubicBezTo>
                  <a:lnTo>
                    <a:pt x="1483" y="675"/>
                  </a:lnTo>
                  <a:cubicBezTo>
                    <a:pt x="1483" y="675"/>
                    <a:pt x="1484" y="674"/>
                    <a:pt x="1485" y="674"/>
                  </a:cubicBezTo>
                  <a:lnTo>
                    <a:pt x="1492" y="669"/>
                  </a:lnTo>
                  <a:cubicBezTo>
                    <a:pt x="1493" y="668"/>
                    <a:pt x="1494" y="668"/>
                    <a:pt x="1495" y="668"/>
                  </a:cubicBezTo>
                  <a:lnTo>
                    <a:pt x="1515" y="663"/>
                  </a:lnTo>
                  <a:lnTo>
                    <a:pt x="1539" y="650"/>
                  </a:lnTo>
                  <a:lnTo>
                    <a:pt x="1548" y="648"/>
                  </a:lnTo>
                  <a:lnTo>
                    <a:pt x="1556" y="646"/>
                  </a:lnTo>
                  <a:lnTo>
                    <a:pt x="1555" y="643"/>
                  </a:lnTo>
                  <a:lnTo>
                    <a:pt x="1551" y="633"/>
                  </a:lnTo>
                  <a:cubicBezTo>
                    <a:pt x="1550" y="632"/>
                    <a:pt x="1550" y="630"/>
                    <a:pt x="1551" y="628"/>
                  </a:cubicBezTo>
                  <a:lnTo>
                    <a:pt x="1557" y="612"/>
                  </a:lnTo>
                  <a:cubicBezTo>
                    <a:pt x="1557" y="611"/>
                    <a:pt x="1558" y="610"/>
                    <a:pt x="1558" y="609"/>
                  </a:cubicBezTo>
                  <a:lnTo>
                    <a:pt x="1570" y="597"/>
                  </a:lnTo>
                  <a:lnTo>
                    <a:pt x="1581" y="589"/>
                  </a:lnTo>
                  <a:cubicBezTo>
                    <a:pt x="1582" y="589"/>
                    <a:pt x="1583" y="589"/>
                    <a:pt x="1583" y="588"/>
                  </a:cubicBezTo>
                  <a:lnTo>
                    <a:pt x="1589" y="587"/>
                  </a:lnTo>
                  <a:lnTo>
                    <a:pt x="1600" y="582"/>
                  </a:lnTo>
                  <a:lnTo>
                    <a:pt x="1613" y="573"/>
                  </a:lnTo>
                  <a:lnTo>
                    <a:pt x="1622" y="563"/>
                  </a:lnTo>
                  <a:lnTo>
                    <a:pt x="1635" y="519"/>
                  </a:lnTo>
                  <a:lnTo>
                    <a:pt x="1635" y="515"/>
                  </a:lnTo>
                  <a:lnTo>
                    <a:pt x="1634" y="499"/>
                  </a:lnTo>
                  <a:lnTo>
                    <a:pt x="1635" y="492"/>
                  </a:lnTo>
                  <a:lnTo>
                    <a:pt x="1636" y="484"/>
                  </a:lnTo>
                  <a:lnTo>
                    <a:pt x="1639" y="475"/>
                  </a:lnTo>
                  <a:cubicBezTo>
                    <a:pt x="1640" y="474"/>
                    <a:pt x="1640" y="473"/>
                    <a:pt x="1641" y="473"/>
                  </a:cubicBezTo>
                  <a:lnTo>
                    <a:pt x="1647" y="467"/>
                  </a:lnTo>
                  <a:lnTo>
                    <a:pt x="1655" y="461"/>
                  </a:lnTo>
                  <a:lnTo>
                    <a:pt x="1666" y="451"/>
                  </a:lnTo>
                  <a:lnTo>
                    <a:pt x="1669" y="443"/>
                  </a:lnTo>
                  <a:lnTo>
                    <a:pt x="1667" y="435"/>
                  </a:lnTo>
                  <a:lnTo>
                    <a:pt x="1666" y="426"/>
                  </a:lnTo>
                  <a:lnTo>
                    <a:pt x="1667" y="416"/>
                  </a:lnTo>
                  <a:lnTo>
                    <a:pt x="1671" y="397"/>
                  </a:lnTo>
                  <a:lnTo>
                    <a:pt x="1662" y="395"/>
                  </a:lnTo>
                  <a:cubicBezTo>
                    <a:pt x="1661" y="395"/>
                    <a:pt x="1659" y="394"/>
                    <a:pt x="1658" y="392"/>
                  </a:cubicBezTo>
                  <a:lnTo>
                    <a:pt x="1655" y="389"/>
                  </a:lnTo>
                  <a:lnTo>
                    <a:pt x="1648" y="372"/>
                  </a:lnTo>
                  <a:cubicBezTo>
                    <a:pt x="1648" y="371"/>
                    <a:pt x="1648" y="370"/>
                    <a:pt x="1648" y="369"/>
                  </a:cubicBezTo>
                  <a:lnTo>
                    <a:pt x="1648" y="369"/>
                  </a:lnTo>
                  <a:lnTo>
                    <a:pt x="1648" y="366"/>
                  </a:lnTo>
                  <a:lnTo>
                    <a:pt x="1648" y="362"/>
                  </a:lnTo>
                  <a:cubicBezTo>
                    <a:pt x="1648" y="361"/>
                    <a:pt x="1649" y="359"/>
                    <a:pt x="1650" y="357"/>
                  </a:cubicBezTo>
                  <a:lnTo>
                    <a:pt x="1653" y="354"/>
                  </a:lnTo>
                  <a:cubicBezTo>
                    <a:pt x="1654" y="353"/>
                    <a:pt x="1655" y="352"/>
                    <a:pt x="1657" y="352"/>
                  </a:cubicBezTo>
                  <a:lnTo>
                    <a:pt x="1661" y="350"/>
                  </a:lnTo>
                  <a:cubicBezTo>
                    <a:pt x="1662" y="350"/>
                    <a:pt x="1662" y="350"/>
                    <a:pt x="1663" y="350"/>
                  </a:cubicBezTo>
                  <a:lnTo>
                    <a:pt x="1673" y="350"/>
                  </a:lnTo>
                  <a:lnTo>
                    <a:pt x="1672" y="349"/>
                  </a:lnTo>
                  <a:lnTo>
                    <a:pt x="1667" y="345"/>
                  </a:lnTo>
                  <a:cubicBezTo>
                    <a:pt x="1666" y="343"/>
                    <a:pt x="1665" y="342"/>
                    <a:pt x="1665" y="340"/>
                  </a:cubicBezTo>
                  <a:lnTo>
                    <a:pt x="1665" y="334"/>
                  </a:lnTo>
                  <a:cubicBezTo>
                    <a:pt x="1665" y="332"/>
                    <a:pt x="1665" y="330"/>
                    <a:pt x="1666" y="329"/>
                  </a:cubicBezTo>
                  <a:lnTo>
                    <a:pt x="1668" y="325"/>
                  </a:lnTo>
                  <a:cubicBezTo>
                    <a:pt x="1669" y="324"/>
                    <a:pt x="1670" y="323"/>
                    <a:pt x="1671" y="322"/>
                  </a:cubicBezTo>
                  <a:lnTo>
                    <a:pt x="1677" y="319"/>
                  </a:lnTo>
                  <a:lnTo>
                    <a:pt x="1694" y="307"/>
                  </a:lnTo>
                  <a:lnTo>
                    <a:pt x="1705" y="302"/>
                  </a:lnTo>
                  <a:lnTo>
                    <a:pt x="1703" y="301"/>
                  </a:lnTo>
                  <a:lnTo>
                    <a:pt x="1699" y="300"/>
                  </a:lnTo>
                  <a:lnTo>
                    <a:pt x="1685" y="299"/>
                  </a:lnTo>
                  <a:lnTo>
                    <a:pt x="1678" y="297"/>
                  </a:lnTo>
                  <a:cubicBezTo>
                    <a:pt x="1677" y="297"/>
                    <a:pt x="1677" y="297"/>
                    <a:pt x="1676" y="296"/>
                  </a:cubicBezTo>
                  <a:lnTo>
                    <a:pt x="1655" y="280"/>
                  </a:lnTo>
                  <a:lnTo>
                    <a:pt x="1645" y="283"/>
                  </a:lnTo>
                  <a:cubicBezTo>
                    <a:pt x="1644" y="283"/>
                    <a:pt x="1643" y="283"/>
                    <a:pt x="1642" y="283"/>
                  </a:cubicBezTo>
                  <a:cubicBezTo>
                    <a:pt x="1642" y="283"/>
                    <a:pt x="1641" y="283"/>
                    <a:pt x="1640" y="283"/>
                  </a:cubicBezTo>
                  <a:lnTo>
                    <a:pt x="1630" y="280"/>
                  </a:lnTo>
                  <a:cubicBezTo>
                    <a:pt x="1629" y="280"/>
                    <a:pt x="1629" y="279"/>
                    <a:pt x="1628" y="279"/>
                  </a:cubicBezTo>
                  <a:lnTo>
                    <a:pt x="1616" y="271"/>
                  </a:lnTo>
                  <a:lnTo>
                    <a:pt x="1609" y="265"/>
                  </a:lnTo>
                  <a:lnTo>
                    <a:pt x="1604" y="258"/>
                  </a:lnTo>
                  <a:lnTo>
                    <a:pt x="1593" y="240"/>
                  </a:lnTo>
                  <a:lnTo>
                    <a:pt x="1586" y="231"/>
                  </a:lnTo>
                  <a:lnTo>
                    <a:pt x="1582" y="229"/>
                  </a:lnTo>
                  <a:cubicBezTo>
                    <a:pt x="1581" y="231"/>
                    <a:pt x="1579" y="232"/>
                    <a:pt x="1576" y="232"/>
                  </a:cubicBezTo>
                  <a:lnTo>
                    <a:pt x="1557" y="231"/>
                  </a:lnTo>
                  <a:lnTo>
                    <a:pt x="1513" y="219"/>
                  </a:lnTo>
                  <a:lnTo>
                    <a:pt x="1504" y="215"/>
                  </a:lnTo>
                  <a:cubicBezTo>
                    <a:pt x="1503" y="214"/>
                    <a:pt x="1501" y="212"/>
                    <a:pt x="1501" y="211"/>
                  </a:cubicBezTo>
                  <a:lnTo>
                    <a:pt x="1500" y="208"/>
                  </a:lnTo>
                  <a:cubicBezTo>
                    <a:pt x="1499" y="207"/>
                    <a:pt x="1499" y="206"/>
                    <a:pt x="1499" y="204"/>
                  </a:cubicBezTo>
                  <a:lnTo>
                    <a:pt x="1500" y="198"/>
                  </a:lnTo>
                  <a:lnTo>
                    <a:pt x="1499" y="190"/>
                  </a:lnTo>
                  <a:lnTo>
                    <a:pt x="1491" y="192"/>
                  </a:lnTo>
                  <a:cubicBezTo>
                    <a:pt x="1490" y="192"/>
                    <a:pt x="1489" y="192"/>
                    <a:pt x="1488" y="192"/>
                  </a:cubicBezTo>
                  <a:lnTo>
                    <a:pt x="1478" y="190"/>
                  </a:lnTo>
                  <a:cubicBezTo>
                    <a:pt x="1477" y="190"/>
                    <a:pt x="1476" y="190"/>
                    <a:pt x="1475" y="189"/>
                  </a:cubicBezTo>
                  <a:lnTo>
                    <a:pt x="1462" y="181"/>
                  </a:lnTo>
                  <a:lnTo>
                    <a:pt x="1453" y="174"/>
                  </a:lnTo>
                  <a:lnTo>
                    <a:pt x="1447" y="166"/>
                  </a:lnTo>
                  <a:cubicBezTo>
                    <a:pt x="1446" y="166"/>
                    <a:pt x="1446" y="165"/>
                    <a:pt x="1446" y="164"/>
                  </a:cubicBezTo>
                  <a:lnTo>
                    <a:pt x="1439" y="146"/>
                  </a:lnTo>
                  <a:lnTo>
                    <a:pt x="1437" y="135"/>
                  </a:lnTo>
                  <a:lnTo>
                    <a:pt x="1436" y="113"/>
                  </a:lnTo>
                  <a:lnTo>
                    <a:pt x="1439" y="87"/>
                  </a:lnTo>
                  <a:lnTo>
                    <a:pt x="1437" y="79"/>
                  </a:lnTo>
                  <a:lnTo>
                    <a:pt x="1435" y="77"/>
                  </a:lnTo>
                  <a:lnTo>
                    <a:pt x="1430" y="74"/>
                  </a:lnTo>
                  <a:lnTo>
                    <a:pt x="1410" y="65"/>
                  </a:lnTo>
                  <a:lnTo>
                    <a:pt x="1399" y="64"/>
                  </a:lnTo>
                  <a:lnTo>
                    <a:pt x="1358" y="74"/>
                  </a:lnTo>
                  <a:lnTo>
                    <a:pt x="1345" y="83"/>
                  </a:lnTo>
                  <a:cubicBezTo>
                    <a:pt x="1344" y="83"/>
                    <a:pt x="1343" y="83"/>
                    <a:pt x="1343" y="83"/>
                  </a:cubicBezTo>
                  <a:lnTo>
                    <a:pt x="1338" y="84"/>
                  </a:lnTo>
                  <a:lnTo>
                    <a:pt x="1336" y="87"/>
                  </a:lnTo>
                  <a:lnTo>
                    <a:pt x="1333" y="91"/>
                  </a:lnTo>
                  <a:lnTo>
                    <a:pt x="1330" y="97"/>
                  </a:lnTo>
                  <a:lnTo>
                    <a:pt x="1322" y="107"/>
                  </a:lnTo>
                  <a:lnTo>
                    <a:pt x="1318" y="110"/>
                  </a:lnTo>
                  <a:cubicBezTo>
                    <a:pt x="1318" y="110"/>
                    <a:pt x="1317" y="111"/>
                    <a:pt x="1316" y="111"/>
                  </a:cubicBezTo>
                  <a:lnTo>
                    <a:pt x="1311" y="113"/>
                  </a:lnTo>
                  <a:cubicBezTo>
                    <a:pt x="1310" y="113"/>
                    <a:pt x="1309" y="113"/>
                    <a:pt x="1309" y="113"/>
                  </a:cubicBezTo>
                  <a:lnTo>
                    <a:pt x="1302" y="115"/>
                  </a:lnTo>
                  <a:lnTo>
                    <a:pt x="1301" y="117"/>
                  </a:lnTo>
                  <a:lnTo>
                    <a:pt x="1300" y="125"/>
                  </a:lnTo>
                  <a:cubicBezTo>
                    <a:pt x="1300" y="126"/>
                    <a:pt x="1299" y="128"/>
                    <a:pt x="1298" y="129"/>
                  </a:cubicBezTo>
                  <a:lnTo>
                    <a:pt x="1295" y="132"/>
                  </a:lnTo>
                  <a:cubicBezTo>
                    <a:pt x="1294" y="133"/>
                    <a:pt x="1292" y="134"/>
                    <a:pt x="1290" y="134"/>
                  </a:cubicBezTo>
                  <a:lnTo>
                    <a:pt x="1283" y="135"/>
                  </a:lnTo>
                  <a:cubicBezTo>
                    <a:pt x="1281" y="135"/>
                    <a:pt x="1280" y="135"/>
                    <a:pt x="1279" y="134"/>
                  </a:cubicBezTo>
                  <a:lnTo>
                    <a:pt x="1265" y="130"/>
                  </a:lnTo>
                  <a:lnTo>
                    <a:pt x="1262" y="130"/>
                  </a:lnTo>
                  <a:lnTo>
                    <a:pt x="1233" y="134"/>
                  </a:lnTo>
                  <a:cubicBezTo>
                    <a:pt x="1231" y="134"/>
                    <a:pt x="1229" y="133"/>
                    <a:pt x="1227" y="132"/>
                  </a:cubicBezTo>
                  <a:cubicBezTo>
                    <a:pt x="1225" y="130"/>
                    <a:pt x="1224" y="128"/>
                    <a:pt x="1224" y="126"/>
                  </a:cubicBezTo>
                  <a:lnTo>
                    <a:pt x="1222" y="90"/>
                  </a:lnTo>
                  <a:lnTo>
                    <a:pt x="1219" y="83"/>
                  </a:lnTo>
                  <a:lnTo>
                    <a:pt x="1214" y="83"/>
                  </a:lnTo>
                  <a:cubicBezTo>
                    <a:pt x="1213" y="83"/>
                    <a:pt x="1212" y="82"/>
                    <a:pt x="1211" y="82"/>
                  </a:cubicBezTo>
                  <a:lnTo>
                    <a:pt x="1204" y="78"/>
                  </a:lnTo>
                  <a:cubicBezTo>
                    <a:pt x="1203" y="78"/>
                    <a:pt x="1203" y="78"/>
                    <a:pt x="1202" y="77"/>
                  </a:cubicBezTo>
                  <a:lnTo>
                    <a:pt x="1193" y="70"/>
                  </a:lnTo>
                  <a:lnTo>
                    <a:pt x="1175" y="49"/>
                  </a:lnTo>
                  <a:lnTo>
                    <a:pt x="1169" y="37"/>
                  </a:lnTo>
                  <a:cubicBezTo>
                    <a:pt x="1169" y="37"/>
                    <a:pt x="1169" y="36"/>
                    <a:pt x="1169" y="35"/>
                  </a:cubicBezTo>
                  <a:lnTo>
                    <a:pt x="1168" y="26"/>
                  </a:lnTo>
                  <a:cubicBezTo>
                    <a:pt x="1167" y="25"/>
                    <a:pt x="1168" y="23"/>
                    <a:pt x="1168" y="22"/>
                  </a:cubicBezTo>
                  <a:lnTo>
                    <a:pt x="1171" y="17"/>
                  </a:lnTo>
                  <a:lnTo>
                    <a:pt x="1171" y="13"/>
                  </a:lnTo>
                  <a:lnTo>
                    <a:pt x="1169" y="9"/>
                  </a:lnTo>
                  <a:lnTo>
                    <a:pt x="1145" y="0"/>
                  </a:lnTo>
                  <a:lnTo>
                    <a:pt x="1146" y="5"/>
                  </a:lnTo>
                  <a:cubicBezTo>
                    <a:pt x="1146" y="6"/>
                    <a:pt x="1146" y="8"/>
                    <a:pt x="1146" y="9"/>
                  </a:cubicBezTo>
                  <a:lnTo>
                    <a:pt x="1145" y="14"/>
                  </a:lnTo>
                  <a:lnTo>
                    <a:pt x="1142" y="20"/>
                  </a:lnTo>
                  <a:cubicBezTo>
                    <a:pt x="1141" y="21"/>
                    <a:pt x="1140" y="22"/>
                    <a:pt x="1139" y="23"/>
                  </a:cubicBezTo>
                  <a:lnTo>
                    <a:pt x="1135" y="26"/>
                  </a:lnTo>
                  <a:lnTo>
                    <a:pt x="1127" y="30"/>
                  </a:lnTo>
                  <a:cubicBezTo>
                    <a:pt x="1126" y="31"/>
                    <a:pt x="1125" y="31"/>
                    <a:pt x="1123" y="31"/>
                  </a:cubicBezTo>
                  <a:lnTo>
                    <a:pt x="1113" y="30"/>
                  </a:lnTo>
                  <a:lnTo>
                    <a:pt x="1105" y="33"/>
                  </a:lnTo>
                  <a:lnTo>
                    <a:pt x="1097" y="46"/>
                  </a:lnTo>
                  <a:cubicBezTo>
                    <a:pt x="1095" y="47"/>
                    <a:pt x="1094" y="48"/>
                    <a:pt x="1092" y="49"/>
                  </a:cubicBezTo>
                  <a:lnTo>
                    <a:pt x="1084" y="50"/>
                  </a:lnTo>
                  <a:cubicBezTo>
                    <a:pt x="1083" y="51"/>
                    <a:pt x="1082" y="50"/>
                    <a:pt x="1081" y="50"/>
                  </a:cubicBezTo>
                  <a:lnTo>
                    <a:pt x="1047" y="41"/>
                  </a:lnTo>
                  <a:lnTo>
                    <a:pt x="1023" y="39"/>
                  </a:lnTo>
                  <a:lnTo>
                    <a:pt x="1016" y="40"/>
                  </a:lnTo>
                  <a:lnTo>
                    <a:pt x="1014" y="42"/>
                  </a:lnTo>
                  <a:lnTo>
                    <a:pt x="998" y="59"/>
                  </a:lnTo>
                  <a:lnTo>
                    <a:pt x="992" y="64"/>
                  </a:lnTo>
                  <a:lnTo>
                    <a:pt x="986" y="67"/>
                  </a:lnTo>
                  <a:lnTo>
                    <a:pt x="941" y="78"/>
                  </a:lnTo>
                  <a:cubicBezTo>
                    <a:pt x="940" y="78"/>
                    <a:pt x="938" y="78"/>
                    <a:pt x="937" y="78"/>
                  </a:cubicBezTo>
                  <a:lnTo>
                    <a:pt x="932" y="77"/>
                  </a:lnTo>
                  <a:cubicBezTo>
                    <a:pt x="930" y="76"/>
                    <a:pt x="928" y="75"/>
                    <a:pt x="927" y="73"/>
                  </a:cubicBezTo>
                  <a:lnTo>
                    <a:pt x="923" y="64"/>
                  </a:lnTo>
                  <a:lnTo>
                    <a:pt x="901" y="70"/>
                  </a:lnTo>
                  <a:lnTo>
                    <a:pt x="900" y="75"/>
                  </a:lnTo>
                  <a:cubicBezTo>
                    <a:pt x="900" y="77"/>
                    <a:pt x="899" y="78"/>
                    <a:pt x="898" y="79"/>
                  </a:cubicBezTo>
                  <a:lnTo>
                    <a:pt x="895" y="83"/>
                  </a:lnTo>
                  <a:cubicBezTo>
                    <a:pt x="894" y="84"/>
                    <a:pt x="893" y="85"/>
                    <a:pt x="892" y="85"/>
                  </a:cubicBezTo>
                  <a:lnTo>
                    <a:pt x="886" y="88"/>
                  </a:lnTo>
                  <a:cubicBezTo>
                    <a:pt x="884" y="88"/>
                    <a:pt x="882" y="88"/>
                    <a:pt x="881" y="88"/>
                  </a:cubicBezTo>
                  <a:lnTo>
                    <a:pt x="876" y="87"/>
                  </a:lnTo>
                  <a:cubicBezTo>
                    <a:pt x="875" y="86"/>
                    <a:pt x="873" y="86"/>
                    <a:pt x="873" y="85"/>
                  </a:cubicBezTo>
                  <a:lnTo>
                    <a:pt x="865" y="77"/>
                  </a:lnTo>
                  <a:lnTo>
                    <a:pt x="858" y="80"/>
                  </a:lnTo>
                  <a:cubicBezTo>
                    <a:pt x="856" y="81"/>
                    <a:pt x="853" y="81"/>
                    <a:pt x="851" y="80"/>
                  </a:cubicBezTo>
                  <a:lnTo>
                    <a:pt x="847" y="77"/>
                  </a:lnTo>
                  <a:cubicBezTo>
                    <a:pt x="846" y="77"/>
                    <a:pt x="845" y="76"/>
                    <a:pt x="845" y="75"/>
                  </a:cubicBezTo>
                  <a:lnTo>
                    <a:pt x="842" y="71"/>
                  </a:lnTo>
                  <a:lnTo>
                    <a:pt x="835" y="55"/>
                  </a:lnTo>
                  <a:lnTo>
                    <a:pt x="831" y="47"/>
                  </a:lnTo>
                  <a:lnTo>
                    <a:pt x="826" y="44"/>
                  </a:lnTo>
                  <a:lnTo>
                    <a:pt x="812" y="46"/>
                  </a:lnTo>
                  <a:cubicBezTo>
                    <a:pt x="810" y="47"/>
                    <a:pt x="809" y="47"/>
                    <a:pt x="807" y="46"/>
                  </a:cubicBezTo>
                  <a:lnTo>
                    <a:pt x="803" y="45"/>
                  </a:lnTo>
                  <a:cubicBezTo>
                    <a:pt x="802" y="44"/>
                    <a:pt x="800" y="44"/>
                    <a:pt x="799" y="43"/>
                  </a:cubicBezTo>
                  <a:lnTo>
                    <a:pt x="797" y="42"/>
                  </a:lnTo>
                  <a:lnTo>
                    <a:pt x="791" y="39"/>
                  </a:lnTo>
                  <a:lnTo>
                    <a:pt x="788" y="41"/>
                  </a:lnTo>
                  <a:cubicBezTo>
                    <a:pt x="787" y="42"/>
                    <a:pt x="786" y="43"/>
                    <a:pt x="785" y="43"/>
                  </a:cubicBezTo>
                  <a:lnTo>
                    <a:pt x="783" y="44"/>
                  </a:lnTo>
                  <a:lnTo>
                    <a:pt x="765" y="49"/>
                  </a:lnTo>
                  <a:cubicBezTo>
                    <a:pt x="764" y="49"/>
                    <a:pt x="764" y="49"/>
                    <a:pt x="763" y="49"/>
                  </a:cubicBezTo>
                  <a:lnTo>
                    <a:pt x="746" y="50"/>
                  </a:lnTo>
                  <a:lnTo>
                    <a:pt x="729" y="47"/>
                  </a:lnTo>
                  <a:lnTo>
                    <a:pt x="729" y="68"/>
                  </a:lnTo>
                  <a:lnTo>
                    <a:pt x="727" y="82"/>
                  </a:lnTo>
                  <a:lnTo>
                    <a:pt x="727" y="94"/>
                  </a:lnTo>
                  <a:lnTo>
                    <a:pt x="733" y="148"/>
                  </a:lnTo>
                  <a:lnTo>
                    <a:pt x="734" y="164"/>
                  </a:lnTo>
                  <a:lnTo>
                    <a:pt x="733" y="173"/>
                  </a:lnTo>
                  <a:cubicBezTo>
                    <a:pt x="733" y="173"/>
                    <a:pt x="733" y="174"/>
                    <a:pt x="733" y="175"/>
                  </a:cubicBezTo>
                  <a:lnTo>
                    <a:pt x="732" y="179"/>
                  </a:lnTo>
                  <a:lnTo>
                    <a:pt x="719" y="205"/>
                  </a:lnTo>
                  <a:lnTo>
                    <a:pt x="718" y="211"/>
                  </a:lnTo>
                  <a:lnTo>
                    <a:pt x="719" y="216"/>
                  </a:lnTo>
                  <a:lnTo>
                    <a:pt x="721" y="218"/>
                  </a:lnTo>
                  <a:lnTo>
                    <a:pt x="726" y="232"/>
                  </a:lnTo>
                  <a:lnTo>
                    <a:pt x="727" y="238"/>
                  </a:lnTo>
                  <a:lnTo>
                    <a:pt x="733" y="284"/>
                  </a:lnTo>
                  <a:lnTo>
                    <a:pt x="733" y="289"/>
                  </a:lnTo>
                  <a:cubicBezTo>
                    <a:pt x="732" y="291"/>
                    <a:pt x="732" y="292"/>
                    <a:pt x="731" y="293"/>
                  </a:cubicBezTo>
                  <a:lnTo>
                    <a:pt x="729" y="295"/>
                  </a:lnTo>
                  <a:lnTo>
                    <a:pt x="728" y="296"/>
                  </a:lnTo>
                  <a:lnTo>
                    <a:pt x="727" y="297"/>
                  </a:lnTo>
                  <a:lnTo>
                    <a:pt x="736" y="347"/>
                  </a:lnTo>
                  <a:lnTo>
                    <a:pt x="742" y="353"/>
                  </a:lnTo>
                  <a:cubicBezTo>
                    <a:pt x="743" y="353"/>
                    <a:pt x="743" y="354"/>
                    <a:pt x="744" y="355"/>
                  </a:cubicBezTo>
                  <a:lnTo>
                    <a:pt x="746" y="359"/>
                  </a:lnTo>
                  <a:cubicBezTo>
                    <a:pt x="747" y="360"/>
                    <a:pt x="747" y="361"/>
                    <a:pt x="747" y="363"/>
                  </a:cubicBezTo>
                  <a:lnTo>
                    <a:pt x="748" y="368"/>
                  </a:lnTo>
                  <a:lnTo>
                    <a:pt x="746" y="378"/>
                  </a:lnTo>
                  <a:lnTo>
                    <a:pt x="747" y="385"/>
                  </a:lnTo>
                  <a:lnTo>
                    <a:pt x="749" y="397"/>
                  </a:lnTo>
                  <a:lnTo>
                    <a:pt x="749" y="405"/>
                  </a:lnTo>
                  <a:lnTo>
                    <a:pt x="748" y="409"/>
                  </a:lnTo>
                  <a:cubicBezTo>
                    <a:pt x="748" y="411"/>
                    <a:pt x="747" y="412"/>
                    <a:pt x="747" y="413"/>
                  </a:cubicBezTo>
                  <a:cubicBezTo>
                    <a:pt x="746" y="413"/>
                    <a:pt x="745" y="415"/>
                    <a:pt x="745" y="415"/>
                  </a:cubicBezTo>
                  <a:lnTo>
                    <a:pt x="741" y="418"/>
                  </a:lnTo>
                  <a:lnTo>
                    <a:pt x="736" y="421"/>
                  </a:lnTo>
                  <a:lnTo>
                    <a:pt x="723" y="425"/>
                  </a:lnTo>
                  <a:lnTo>
                    <a:pt x="700" y="428"/>
                  </a:lnTo>
                  <a:lnTo>
                    <a:pt x="692" y="432"/>
                  </a:lnTo>
                  <a:lnTo>
                    <a:pt x="689" y="435"/>
                  </a:lnTo>
                  <a:lnTo>
                    <a:pt x="679" y="451"/>
                  </a:lnTo>
                  <a:lnTo>
                    <a:pt x="677" y="461"/>
                  </a:lnTo>
                  <a:lnTo>
                    <a:pt x="671" y="485"/>
                  </a:lnTo>
                  <a:lnTo>
                    <a:pt x="668" y="498"/>
                  </a:lnTo>
                  <a:lnTo>
                    <a:pt x="660" y="517"/>
                  </a:lnTo>
                  <a:lnTo>
                    <a:pt x="654" y="543"/>
                  </a:lnTo>
                  <a:lnTo>
                    <a:pt x="651" y="549"/>
                  </a:lnTo>
                  <a:lnTo>
                    <a:pt x="647" y="554"/>
                  </a:lnTo>
                  <a:lnTo>
                    <a:pt x="643" y="573"/>
                  </a:lnTo>
                  <a:cubicBezTo>
                    <a:pt x="642" y="578"/>
                    <a:pt x="638" y="581"/>
                    <a:pt x="634" y="580"/>
                  </a:cubicBezTo>
                  <a:lnTo>
                    <a:pt x="584" y="571"/>
                  </a:lnTo>
                  <a:lnTo>
                    <a:pt x="576" y="568"/>
                  </a:lnTo>
                  <a:lnTo>
                    <a:pt x="567" y="562"/>
                  </a:lnTo>
                  <a:cubicBezTo>
                    <a:pt x="565" y="561"/>
                    <a:pt x="564" y="560"/>
                    <a:pt x="564" y="559"/>
                  </a:cubicBezTo>
                  <a:lnTo>
                    <a:pt x="560" y="551"/>
                  </a:lnTo>
                  <a:lnTo>
                    <a:pt x="557" y="549"/>
                  </a:lnTo>
                  <a:lnTo>
                    <a:pt x="554" y="548"/>
                  </a:lnTo>
                  <a:lnTo>
                    <a:pt x="545" y="547"/>
                  </a:lnTo>
                  <a:lnTo>
                    <a:pt x="533" y="548"/>
                  </a:lnTo>
                  <a:lnTo>
                    <a:pt x="530" y="550"/>
                  </a:lnTo>
                  <a:lnTo>
                    <a:pt x="523" y="557"/>
                  </a:lnTo>
                  <a:cubicBezTo>
                    <a:pt x="522" y="558"/>
                    <a:pt x="521" y="558"/>
                    <a:pt x="520" y="559"/>
                  </a:cubicBezTo>
                  <a:lnTo>
                    <a:pt x="469" y="583"/>
                  </a:lnTo>
                  <a:lnTo>
                    <a:pt x="456" y="594"/>
                  </a:lnTo>
                  <a:lnTo>
                    <a:pt x="448" y="606"/>
                  </a:lnTo>
                  <a:cubicBezTo>
                    <a:pt x="448" y="607"/>
                    <a:pt x="447" y="608"/>
                    <a:pt x="446" y="608"/>
                  </a:cubicBezTo>
                  <a:lnTo>
                    <a:pt x="438" y="616"/>
                  </a:lnTo>
                  <a:lnTo>
                    <a:pt x="423" y="625"/>
                  </a:lnTo>
                  <a:lnTo>
                    <a:pt x="361" y="645"/>
                  </a:lnTo>
                  <a:cubicBezTo>
                    <a:pt x="360" y="645"/>
                    <a:pt x="360" y="645"/>
                    <a:pt x="359" y="645"/>
                  </a:cubicBezTo>
                  <a:lnTo>
                    <a:pt x="354" y="645"/>
                  </a:lnTo>
                  <a:lnTo>
                    <a:pt x="343" y="643"/>
                  </a:lnTo>
                  <a:lnTo>
                    <a:pt x="329" y="638"/>
                  </a:lnTo>
                  <a:lnTo>
                    <a:pt x="296" y="650"/>
                  </a:lnTo>
                  <a:lnTo>
                    <a:pt x="287" y="656"/>
                  </a:lnTo>
                  <a:cubicBezTo>
                    <a:pt x="286" y="657"/>
                    <a:pt x="284" y="657"/>
                    <a:pt x="283" y="657"/>
                  </a:cubicBezTo>
                  <a:lnTo>
                    <a:pt x="265" y="657"/>
                  </a:lnTo>
                  <a:lnTo>
                    <a:pt x="249" y="661"/>
                  </a:lnTo>
                  <a:lnTo>
                    <a:pt x="242" y="666"/>
                  </a:lnTo>
                  <a:lnTo>
                    <a:pt x="228" y="674"/>
                  </a:lnTo>
                  <a:lnTo>
                    <a:pt x="226" y="681"/>
                  </a:lnTo>
                  <a:lnTo>
                    <a:pt x="228" y="686"/>
                  </a:lnTo>
                  <a:cubicBezTo>
                    <a:pt x="228" y="687"/>
                    <a:pt x="228" y="688"/>
                    <a:pt x="228" y="690"/>
                  </a:cubicBezTo>
                  <a:lnTo>
                    <a:pt x="227" y="696"/>
                  </a:lnTo>
                  <a:lnTo>
                    <a:pt x="227" y="698"/>
                  </a:lnTo>
                  <a:cubicBezTo>
                    <a:pt x="227" y="699"/>
                    <a:pt x="227" y="700"/>
                    <a:pt x="227" y="701"/>
                  </a:cubicBezTo>
                  <a:lnTo>
                    <a:pt x="226" y="704"/>
                  </a:lnTo>
                  <a:lnTo>
                    <a:pt x="221" y="718"/>
                  </a:lnTo>
                  <a:lnTo>
                    <a:pt x="215" y="749"/>
                  </a:lnTo>
                  <a:cubicBezTo>
                    <a:pt x="215" y="750"/>
                    <a:pt x="215" y="751"/>
                    <a:pt x="214" y="752"/>
                  </a:cubicBezTo>
                  <a:lnTo>
                    <a:pt x="209" y="761"/>
                  </a:lnTo>
                  <a:cubicBezTo>
                    <a:pt x="209" y="762"/>
                    <a:pt x="208" y="763"/>
                    <a:pt x="208" y="763"/>
                  </a:cubicBezTo>
                  <a:lnTo>
                    <a:pt x="201" y="769"/>
                  </a:lnTo>
                  <a:cubicBezTo>
                    <a:pt x="201" y="769"/>
                    <a:pt x="200" y="770"/>
                    <a:pt x="199" y="770"/>
                  </a:cubicBezTo>
                  <a:lnTo>
                    <a:pt x="195" y="772"/>
                  </a:lnTo>
                  <a:lnTo>
                    <a:pt x="191" y="774"/>
                  </a:lnTo>
                  <a:lnTo>
                    <a:pt x="189" y="779"/>
                  </a:lnTo>
                  <a:lnTo>
                    <a:pt x="187" y="785"/>
                  </a:lnTo>
                  <a:lnTo>
                    <a:pt x="182" y="793"/>
                  </a:lnTo>
                  <a:cubicBezTo>
                    <a:pt x="182" y="794"/>
                    <a:pt x="181" y="795"/>
                    <a:pt x="181" y="795"/>
                  </a:cubicBezTo>
                  <a:lnTo>
                    <a:pt x="178" y="798"/>
                  </a:lnTo>
                  <a:cubicBezTo>
                    <a:pt x="177" y="799"/>
                    <a:pt x="176" y="799"/>
                    <a:pt x="174" y="800"/>
                  </a:cubicBezTo>
                  <a:lnTo>
                    <a:pt x="170" y="800"/>
                  </a:lnTo>
                  <a:cubicBezTo>
                    <a:pt x="169" y="801"/>
                    <a:pt x="167" y="801"/>
                    <a:pt x="166" y="800"/>
                  </a:cubicBezTo>
                  <a:lnTo>
                    <a:pt x="162" y="798"/>
                  </a:lnTo>
                  <a:cubicBezTo>
                    <a:pt x="161" y="798"/>
                    <a:pt x="160" y="797"/>
                    <a:pt x="159" y="796"/>
                  </a:cubicBezTo>
                  <a:lnTo>
                    <a:pt x="157" y="792"/>
                  </a:lnTo>
                  <a:cubicBezTo>
                    <a:pt x="156" y="792"/>
                    <a:pt x="156" y="791"/>
                    <a:pt x="156" y="790"/>
                  </a:cubicBezTo>
                  <a:lnTo>
                    <a:pt x="155" y="788"/>
                  </a:lnTo>
                  <a:cubicBezTo>
                    <a:pt x="155" y="787"/>
                    <a:pt x="155" y="786"/>
                    <a:pt x="155" y="786"/>
                  </a:cubicBezTo>
                  <a:lnTo>
                    <a:pt x="155" y="784"/>
                  </a:lnTo>
                  <a:lnTo>
                    <a:pt x="153" y="785"/>
                  </a:lnTo>
                  <a:lnTo>
                    <a:pt x="145" y="789"/>
                  </a:lnTo>
                  <a:lnTo>
                    <a:pt x="137" y="790"/>
                  </a:lnTo>
                  <a:cubicBezTo>
                    <a:pt x="136" y="790"/>
                    <a:pt x="135" y="790"/>
                    <a:pt x="133" y="790"/>
                  </a:cubicBezTo>
                  <a:lnTo>
                    <a:pt x="129" y="789"/>
                  </a:lnTo>
                  <a:cubicBezTo>
                    <a:pt x="128" y="788"/>
                    <a:pt x="128" y="788"/>
                    <a:pt x="127" y="788"/>
                  </a:cubicBezTo>
                  <a:lnTo>
                    <a:pt x="125" y="786"/>
                  </a:lnTo>
                  <a:cubicBezTo>
                    <a:pt x="124" y="786"/>
                    <a:pt x="123" y="784"/>
                    <a:pt x="122" y="784"/>
                  </a:cubicBezTo>
                  <a:lnTo>
                    <a:pt x="122" y="784"/>
                  </a:lnTo>
                  <a:lnTo>
                    <a:pt x="120" y="782"/>
                  </a:lnTo>
                  <a:lnTo>
                    <a:pt x="118" y="783"/>
                  </a:lnTo>
                  <a:lnTo>
                    <a:pt x="114" y="792"/>
                  </a:lnTo>
                  <a:lnTo>
                    <a:pt x="109" y="800"/>
                  </a:lnTo>
                  <a:lnTo>
                    <a:pt x="102" y="810"/>
                  </a:lnTo>
                  <a:cubicBezTo>
                    <a:pt x="101" y="811"/>
                    <a:pt x="100" y="812"/>
                    <a:pt x="99" y="812"/>
                  </a:cubicBezTo>
                  <a:lnTo>
                    <a:pt x="94" y="816"/>
                  </a:lnTo>
                  <a:cubicBezTo>
                    <a:pt x="93" y="816"/>
                    <a:pt x="92" y="817"/>
                    <a:pt x="91" y="817"/>
                  </a:cubicBezTo>
                  <a:lnTo>
                    <a:pt x="86" y="817"/>
                  </a:lnTo>
                  <a:cubicBezTo>
                    <a:pt x="85" y="818"/>
                    <a:pt x="84" y="818"/>
                    <a:pt x="84" y="817"/>
                  </a:cubicBezTo>
                  <a:lnTo>
                    <a:pt x="84" y="817"/>
                  </a:lnTo>
                  <a:lnTo>
                    <a:pt x="79" y="817"/>
                  </a:lnTo>
                  <a:lnTo>
                    <a:pt x="75" y="817"/>
                  </a:lnTo>
                  <a:lnTo>
                    <a:pt x="67" y="820"/>
                  </a:lnTo>
                  <a:cubicBezTo>
                    <a:pt x="66" y="820"/>
                    <a:pt x="66" y="820"/>
                    <a:pt x="65" y="820"/>
                  </a:cubicBezTo>
                  <a:lnTo>
                    <a:pt x="60" y="820"/>
                  </a:lnTo>
                  <a:cubicBezTo>
                    <a:pt x="59" y="819"/>
                    <a:pt x="58" y="819"/>
                    <a:pt x="57" y="819"/>
                  </a:cubicBezTo>
                  <a:lnTo>
                    <a:pt x="53" y="817"/>
                  </a:lnTo>
                  <a:lnTo>
                    <a:pt x="50" y="815"/>
                  </a:lnTo>
                  <a:cubicBezTo>
                    <a:pt x="51" y="817"/>
                    <a:pt x="52" y="820"/>
                    <a:pt x="51" y="823"/>
                  </a:cubicBezTo>
                  <a:lnTo>
                    <a:pt x="50" y="825"/>
                  </a:lnTo>
                  <a:lnTo>
                    <a:pt x="59" y="825"/>
                  </a:lnTo>
                  <a:lnTo>
                    <a:pt x="68" y="827"/>
                  </a:lnTo>
                  <a:cubicBezTo>
                    <a:pt x="71" y="828"/>
                    <a:pt x="73" y="829"/>
                    <a:pt x="74" y="831"/>
                  </a:cubicBezTo>
                  <a:cubicBezTo>
                    <a:pt x="75" y="833"/>
                    <a:pt x="75" y="835"/>
                    <a:pt x="74" y="837"/>
                  </a:cubicBezTo>
                  <a:lnTo>
                    <a:pt x="73" y="842"/>
                  </a:lnTo>
                  <a:cubicBezTo>
                    <a:pt x="72" y="844"/>
                    <a:pt x="71" y="846"/>
                    <a:pt x="69" y="847"/>
                  </a:cubicBezTo>
                  <a:lnTo>
                    <a:pt x="53" y="856"/>
                  </a:lnTo>
                  <a:lnTo>
                    <a:pt x="49" y="860"/>
                  </a:lnTo>
                  <a:cubicBezTo>
                    <a:pt x="48" y="862"/>
                    <a:pt x="46" y="863"/>
                    <a:pt x="43" y="863"/>
                  </a:cubicBezTo>
                  <a:cubicBezTo>
                    <a:pt x="41" y="863"/>
                    <a:pt x="39" y="862"/>
                    <a:pt x="37" y="860"/>
                  </a:cubicBezTo>
                  <a:lnTo>
                    <a:pt x="33" y="856"/>
                  </a:lnTo>
                  <a:cubicBezTo>
                    <a:pt x="32" y="854"/>
                    <a:pt x="32" y="852"/>
                    <a:pt x="32" y="850"/>
                  </a:cubicBezTo>
                  <a:lnTo>
                    <a:pt x="26" y="849"/>
                  </a:lnTo>
                  <a:lnTo>
                    <a:pt x="0" y="865"/>
                  </a:lnTo>
                  <a:lnTo>
                    <a:pt x="10" y="871"/>
                  </a:lnTo>
                  <a:cubicBezTo>
                    <a:pt x="11" y="872"/>
                    <a:pt x="12" y="873"/>
                    <a:pt x="13" y="874"/>
                  </a:cubicBezTo>
                  <a:lnTo>
                    <a:pt x="18" y="884"/>
                  </a:lnTo>
                  <a:lnTo>
                    <a:pt x="19" y="883"/>
                  </a:lnTo>
                  <a:cubicBezTo>
                    <a:pt x="23" y="882"/>
                    <a:pt x="27" y="883"/>
                    <a:pt x="29" y="886"/>
                  </a:cubicBezTo>
                  <a:lnTo>
                    <a:pt x="37" y="896"/>
                  </a:lnTo>
                  <a:lnTo>
                    <a:pt x="46" y="905"/>
                  </a:lnTo>
                  <a:cubicBezTo>
                    <a:pt x="46" y="906"/>
                    <a:pt x="47" y="906"/>
                    <a:pt x="47" y="907"/>
                  </a:cubicBezTo>
                  <a:lnTo>
                    <a:pt x="52" y="917"/>
                  </a:lnTo>
                  <a:cubicBezTo>
                    <a:pt x="53" y="920"/>
                    <a:pt x="53" y="923"/>
                    <a:pt x="51" y="926"/>
                  </a:cubicBezTo>
                  <a:lnTo>
                    <a:pt x="42" y="936"/>
                  </a:lnTo>
                  <a:cubicBezTo>
                    <a:pt x="41" y="937"/>
                    <a:pt x="39" y="938"/>
                    <a:pt x="38" y="938"/>
                  </a:cubicBezTo>
                  <a:lnTo>
                    <a:pt x="35" y="939"/>
                  </a:lnTo>
                  <a:lnTo>
                    <a:pt x="41" y="942"/>
                  </a:lnTo>
                  <a:lnTo>
                    <a:pt x="47" y="942"/>
                  </a:lnTo>
                  <a:lnTo>
                    <a:pt x="49" y="936"/>
                  </a:lnTo>
                  <a:cubicBezTo>
                    <a:pt x="49" y="935"/>
                    <a:pt x="50" y="934"/>
                    <a:pt x="51" y="933"/>
                  </a:cubicBezTo>
                  <a:lnTo>
                    <a:pt x="55" y="929"/>
                  </a:lnTo>
                  <a:cubicBezTo>
                    <a:pt x="56" y="929"/>
                    <a:pt x="57" y="928"/>
                    <a:pt x="59" y="928"/>
                  </a:cubicBezTo>
                  <a:lnTo>
                    <a:pt x="68" y="926"/>
                  </a:lnTo>
                  <a:lnTo>
                    <a:pt x="78" y="928"/>
                  </a:lnTo>
                  <a:cubicBezTo>
                    <a:pt x="79" y="928"/>
                    <a:pt x="80" y="928"/>
                    <a:pt x="81" y="929"/>
                  </a:cubicBezTo>
                  <a:lnTo>
                    <a:pt x="89" y="933"/>
                  </a:lnTo>
                  <a:cubicBezTo>
                    <a:pt x="90" y="934"/>
                    <a:pt x="90" y="934"/>
                    <a:pt x="91" y="935"/>
                  </a:cubicBezTo>
                  <a:lnTo>
                    <a:pt x="103" y="949"/>
                  </a:lnTo>
                  <a:lnTo>
                    <a:pt x="109" y="954"/>
                  </a:lnTo>
                  <a:lnTo>
                    <a:pt x="115" y="957"/>
                  </a:lnTo>
                  <a:lnTo>
                    <a:pt x="122" y="957"/>
                  </a:lnTo>
                  <a:lnTo>
                    <a:pt x="128" y="954"/>
                  </a:lnTo>
                  <a:lnTo>
                    <a:pt x="139" y="944"/>
                  </a:lnTo>
                  <a:cubicBezTo>
                    <a:pt x="140" y="943"/>
                    <a:pt x="141" y="942"/>
                    <a:pt x="142" y="942"/>
                  </a:cubicBezTo>
                  <a:lnTo>
                    <a:pt x="155" y="938"/>
                  </a:lnTo>
                  <a:lnTo>
                    <a:pt x="158" y="935"/>
                  </a:lnTo>
                  <a:lnTo>
                    <a:pt x="166" y="921"/>
                  </a:lnTo>
                  <a:cubicBezTo>
                    <a:pt x="167" y="920"/>
                    <a:pt x="167" y="919"/>
                    <a:pt x="168" y="919"/>
                  </a:cubicBezTo>
                  <a:lnTo>
                    <a:pt x="184" y="909"/>
                  </a:lnTo>
                  <a:cubicBezTo>
                    <a:pt x="185" y="908"/>
                    <a:pt x="186" y="908"/>
                    <a:pt x="188" y="908"/>
                  </a:cubicBezTo>
                  <a:lnTo>
                    <a:pt x="257" y="903"/>
                  </a:lnTo>
                  <a:cubicBezTo>
                    <a:pt x="257" y="903"/>
                    <a:pt x="258" y="903"/>
                    <a:pt x="259" y="904"/>
                  </a:cubicBezTo>
                  <a:lnTo>
                    <a:pt x="278" y="909"/>
                  </a:lnTo>
                  <a:cubicBezTo>
                    <a:pt x="280" y="909"/>
                    <a:pt x="281" y="910"/>
                    <a:pt x="282" y="911"/>
                  </a:cubicBezTo>
                  <a:lnTo>
                    <a:pt x="289" y="918"/>
                  </a:lnTo>
                  <a:lnTo>
                    <a:pt x="300" y="919"/>
                  </a:lnTo>
                  <a:lnTo>
                    <a:pt x="312" y="922"/>
                  </a:lnTo>
                  <a:lnTo>
                    <a:pt x="330" y="934"/>
                  </a:lnTo>
                  <a:lnTo>
                    <a:pt x="349" y="949"/>
                  </a:lnTo>
                  <a:lnTo>
                    <a:pt x="365" y="968"/>
                  </a:lnTo>
                  <a:lnTo>
                    <a:pt x="371" y="973"/>
                  </a:lnTo>
                  <a:lnTo>
                    <a:pt x="390" y="976"/>
                  </a:lnTo>
                  <a:cubicBezTo>
                    <a:pt x="391" y="977"/>
                    <a:pt x="392" y="977"/>
                    <a:pt x="393" y="978"/>
                  </a:cubicBezTo>
                  <a:lnTo>
                    <a:pt x="403" y="984"/>
                  </a:lnTo>
                  <a:cubicBezTo>
                    <a:pt x="405" y="986"/>
                    <a:pt x="407" y="990"/>
                    <a:pt x="406" y="993"/>
                  </a:cubicBezTo>
                  <a:cubicBezTo>
                    <a:pt x="405" y="997"/>
                    <a:pt x="401" y="999"/>
                    <a:pt x="398" y="999"/>
                  </a:cubicBezTo>
                  <a:lnTo>
                    <a:pt x="371" y="998"/>
                  </a:lnTo>
                  <a:cubicBezTo>
                    <a:pt x="370" y="998"/>
                    <a:pt x="369" y="998"/>
                    <a:pt x="368" y="997"/>
                  </a:cubicBezTo>
                  <a:lnTo>
                    <a:pt x="356" y="992"/>
                  </a:lnTo>
                  <a:cubicBezTo>
                    <a:pt x="355" y="992"/>
                    <a:pt x="355" y="991"/>
                    <a:pt x="354" y="990"/>
                  </a:cubicBezTo>
                  <a:lnTo>
                    <a:pt x="341" y="977"/>
                  </a:lnTo>
                  <a:lnTo>
                    <a:pt x="321" y="973"/>
                  </a:lnTo>
                  <a:cubicBezTo>
                    <a:pt x="320" y="973"/>
                    <a:pt x="319" y="973"/>
                    <a:pt x="318" y="972"/>
                  </a:cubicBezTo>
                  <a:lnTo>
                    <a:pt x="298" y="957"/>
                  </a:lnTo>
                  <a:cubicBezTo>
                    <a:pt x="296" y="955"/>
                    <a:pt x="294" y="953"/>
                    <a:pt x="294" y="951"/>
                  </a:cubicBezTo>
                  <a:lnTo>
                    <a:pt x="294" y="949"/>
                  </a:lnTo>
                  <a:lnTo>
                    <a:pt x="288" y="949"/>
                  </a:lnTo>
                  <a:cubicBezTo>
                    <a:pt x="287" y="949"/>
                    <a:pt x="287" y="949"/>
                    <a:pt x="286" y="948"/>
                  </a:cubicBezTo>
                  <a:lnTo>
                    <a:pt x="260" y="942"/>
                  </a:lnTo>
                  <a:cubicBezTo>
                    <a:pt x="259" y="941"/>
                    <a:pt x="258" y="941"/>
                    <a:pt x="257" y="940"/>
                  </a:cubicBezTo>
                  <a:lnTo>
                    <a:pt x="252" y="935"/>
                  </a:lnTo>
                  <a:lnTo>
                    <a:pt x="249" y="937"/>
                  </a:lnTo>
                  <a:cubicBezTo>
                    <a:pt x="248" y="938"/>
                    <a:pt x="247" y="938"/>
                    <a:pt x="245" y="938"/>
                  </a:cubicBezTo>
                  <a:lnTo>
                    <a:pt x="201" y="943"/>
                  </a:lnTo>
                  <a:lnTo>
                    <a:pt x="192" y="947"/>
                  </a:lnTo>
                  <a:lnTo>
                    <a:pt x="189" y="951"/>
                  </a:lnTo>
                  <a:lnTo>
                    <a:pt x="186" y="958"/>
                  </a:lnTo>
                  <a:lnTo>
                    <a:pt x="184" y="974"/>
                  </a:lnTo>
                  <a:lnTo>
                    <a:pt x="185" y="982"/>
                  </a:lnTo>
                  <a:lnTo>
                    <a:pt x="190" y="992"/>
                  </a:lnTo>
                  <a:cubicBezTo>
                    <a:pt x="191" y="993"/>
                    <a:pt x="191" y="994"/>
                    <a:pt x="191" y="996"/>
                  </a:cubicBezTo>
                  <a:lnTo>
                    <a:pt x="191" y="1006"/>
                  </a:lnTo>
                  <a:lnTo>
                    <a:pt x="187" y="1024"/>
                  </a:lnTo>
                  <a:cubicBezTo>
                    <a:pt x="187" y="1026"/>
                    <a:pt x="186" y="1028"/>
                    <a:pt x="184" y="1029"/>
                  </a:cubicBezTo>
                  <a:lnTo>
                    <a:pt x="180" y="1031"/>
                  </a:lnTo>
                  <a:cubicBezTo>
                    <a:pt x="179" y="1032"/>
                    <a:pt x="178" y="1033"/>
                    <a:pt x="177" y="1033"/>
                  </a:cubicBezTo>
                  <a:lnTo>
                    <a:pt x="163" y="1035"/>
                  </a:lnTo>
                  <a:lnTo>
                    <a:pt x="157" y="1040"/>
                  </a:lnTo>
                  <a:lnTo>
                    <a:pt x="162" y="1043"/>
                  </a:lnTo>
                  <a:lnTo>
                    <a:pt x="218" y="1053"/>
                  </a:lnTo>
                  <a:cubicBezTo>
                    <a:pt x="219" y="1053"/>
                    <a:pt x="220" y="1053"/>
                    <a:pt x="221" y="1054"/>
                  </a:cubicBezTo>
                  <a:lnTo>
                    <a:pt x="251" y="1071"/>
                  </a:lnTo>
                  <a:cubicBezTo>
                    <a:pt x="252" y="1071"/>
                    <a:pt x="252" y="1071"/>
                    <a:pt x="253" y="1072"/>
                  </a:cubicBezTo>
                  <a:lnTo>
                    <a:pt x="260" y="1080"/>
                  </a:lnTo>
                  <a:lnTo>
                    <a:pt x="267" y="1089"/>
                  </a:lnTo>
                  <a:lnTo>
                    <a:pt x="273" y="1103"/>
                  </a:lnTo>
                  <a:cubicBezTo>
                    <a:pt x="273" y="1104"/>
                    <a:pt x="274" y="1105"/>
                    <a:pt x="274" y="1106"/>
                  </a:cubicBezTo>
                  <a:lnTo>
                    <a:pt x="275" y="1118"/>
                  </a:lnTo>
                  <a:cubicBezTo>
                    <a:pt x="275" y="1121"/>
                    <a:pt x="274" y="1124"/>
                    <a:pt x="271" y="1125"/>
                  </a:cubicBezTo>
                  <a:lnTo>
                    <a:pt x="264" y="1131"/>
                  </a:lnTo>
                  <a:lnTo>
                    <a:pt x="259" y="1142"/>
                  </a:lnTo>
                  <a:lnTo>
                    <a:pt x="251" y="1167"/>
                  </a:lnTo>
                  <a:lnTo>
                    <a:pt x="245" y="1180"/>
                  </a:lnTo>
                  <a:cubicBezTo>
                    <a:pt x="244" y="1181"/>
                    <a:pt x="243" y="1182"/>
                    <a:pt x="242" y="1182"/>
                  </a:cubicBezTo>
                  <a:lnTo>
                    <a:pt x="223" y="1194"/>
                  </a:lnTo>
                  <a:lnTo>
                    <a:pt x="220" y="1197"/>
                  </a:lnTo>
                  <a:lnTo>
                    <a:pt x="222" y="1203"/>
                  </a:lnTo>
                  <a:cubicBezTo>
                    <a:pt x="223" y="1207"/>
                    <a:pt x="221" y="1210"/>
                    <a:pt x="219" y="1212"/>
                  </a:cubicBezTo>
                  <a:lnTo>
                    <a:pt x="208" y="1220"/>
                  </a:lnTo>
                  <a:lnTo>
                    <a:pt x="206" y="1224"/>
                  </a:lnTo>
                  <a:lnTo>
                    <a:pt x="205" y="1239"/>
                  </a:lnTo>
                  <a:lnTo>
                    <a:pt x="205" y="1250"/>
                  </a:lnTo>
                  <a:lnTo>
                    <a:pt x="207" y="1263"/>
                  </a:lnTo>
                  <a:lnTo>
                    <a:pt x="210" y="1271"/>
                  </a:lnTo>
                  <a:lnTo>
                    <a:pt x="213" y="1273"/>
                  </a:lnTo>
                  <a:lnTo>
                    <a:pt x="224" y="1277"/>
                  </a:lnTo>
                  <a:cubicBezTo>
                    <a:pt x="225" y="1278"/>
                    <a:pt x="226" y="1278"/>
                    <a:pt x="226" y="1278"/>
                  </a:cubicBezTo>
                  <a:lnTo>
                    <a:pt x="242" y="1289"/>
                  </a:lnTo>
                  <a:lnTo>
                    <a:pt x="271" y="1319"/>
                  </a:lnTo>
                  <a:cubicBezTo>
                    <a:pt x="271" y="1320"/>
                    <a:pt x="272" y="1321"/>
                    <a:pt x="272" y="1321"/>
                  </a:cubicBezTo>
                  <a:lnTo>
                    <a:pt x="287" y="1352"/>
                  </a:lnTo>
                  <a:lnTo>
                    <a:pt x="293" y="1352"/>
                  </a:lnTo>
                  <a:lnTo>
                    <a:pt x="303" y="1356"/>
                  </a:lnTo>
                  <a:cubicBezTo>
                    <a:pt x="304" y="1356"/>
                    <a:pt x="305" y="1356"/>
                    <a:pt x="305" y="1357"/>
                  </a:cubicBezTo>
                  <a:lnTo>
                    <a:pt x="312" y="1362"/>
                  </a:lnTo>
                  <a:cubicBezTo>
                    <a:pt x="313" y="1363"/>
                    <a:pt x="314" y="1365"/>
                    <a:pt x="315" y="1366"/>
                  </a:cubicBezTo>
                  <a:lnTo>
                    <a:pt x="319" y="1383"/>
                  </a:lnTo>
                  <a:lnTo>
                    <a:pt x="324" y="1389"/>
                  </a:lnTo>
                  <a:lnTo>
                    <a:pt x="331" y="1395"/>
                  </a:lnTo>
                  <a:lnTo>
                    <a:pt x="339" y="1404"/>
                  </a:lnTo>
                  <a:cubicBezTo>
                    <a:pt x="340" y="1405"/>
                    <a:pt x="340" y="1406"/>
                    <a:pt x="341" y="1407"/>
                  </a:cubicBezTo>
                  <a:lnTo>
                    <a:pt x="344" y="1415"/>
                  </a:lnTo>
                  <a:lnTo>
                    <a:pt x="346" y="1426"/>
                  </a:lnTo>
                  <a:lnTo>
                    <a:pt x="348" y="1429"/>
                  </a:lnTo>
                  <a:lnTo>
                    <a:pt x="354" y="1432"/>
                  </a:lnTo>
                  <a:cubicBezTo>
                    <a:pt x="357" y="1433"/>
                    <a:pt x="359" y="1437"/>
                    <a:pt x="358" y="1440"/>
                  </a:cubicBezTo>
                  <a:lnTo>
                    <a:pt x="356" y="1451"/>
                  </a:lnTo>
                  <a:lnTo>
                    <a:pt x="362" y="1477"/>
                  </a:lnTo>
                  <a:cubicBezTo>
                    <a:pt x="363" y="1477"/>
                    <a:pt x="364" y="1476"/>
                    <a:pt x="365" y="1476"/>
                  </a:cubicBezTo>
                  <a:cubicBezTo>
                    <a:pt x="368" y="1475"/>
                    <a:pt x="372" y="1476"/>
                    <a:pt x="374" y="1479"/>
                  </a:cubicBezTo>
                  <a:lnTo>
                    <a:pt x="379" y="1487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xmlns="" id="{2769ACAF-7975-497B-A928-0255EDE9A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8090" y="3206949"/>
              <a:ext cx="5622" cy="11243"/>
            </a:xfrm>
            <a:custGeom>
              <a:avLst/>
              <a:gdLst>
                <a:gd name="T0" fmla="*/ 7 w 10"/>
                <a:gd name="T1" fmla="*/ 5 h 16"/>
                <a:gd name="T2" fmla="*/ 4 w 10"/>
                <a:gd name="T3" fmla="*/ 2 h 16"/>
                <a:gd name="T4" fmla="*/ 0 w 10"/>
                <a:gd name="T5" fmla="*/ 0 h 16"/>
                <a:gd name="T6" fmla="*/ 9 w 10"/>
                <a:gd name="T7" fmla="*/ 15 h 16"/>
                <a:gd name="T8" fmla="*/ 8 w 10"/>
                <a:gd name="T9" fmla="*/ 12 h 16"/>
                <a:gd name="T10" fmla="*/ 7 w 10"/>
                <a:gd name="T11" fmla="*/ 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6">
                  <a:moveTo>
                    <a:pt x="7" y="5"/>
                  </a:moveTo>
                  <a:lnTo>
                    <a:pt x="4" y="2"/>
                  </a:lnTo>
                  <a:lnTo>
                    <a:pt x="0" y="0"/>
                  </a:lnTo>
                  <a:lnTo>
                    <a:pt x="9" y="15"/>
                  </a:lnTo>
                  <a:lnTo>
                    <a:pt x="8" y="12"/>
                  </a:lnTo>
                  <a:lnTo>
                    <a:pt x="7" y="5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xmlns="" id="{A8EB0B3F-A06B-4D14-8397-525E0BB47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7047" y="1219730"/>
              <a:ext cx="831989" cy="545291"/>
            </a:xfrm>
            <a:custGeom>
              <a:avLst/>
              <a:gdLst>
                <a:gd name="T0" fmla="*/ 28 w 1306"/>
                <a:gd name="T1" fmla="*/ 545 h 855"/>
                <a:gd name="T2" fmla="*/ 82 w 1306"/>
                <a:gd name="T3" fmla="*/ 556 h 855"/>
                <a:gd name="T4" fmla="*/ 154 w 1306"/>
                <a:gd name="T5" fmla="*/ 583 h 855"/>
                <a:gd name="T6" fmla="*/ 182 w 1306"/>
                <a:gd name="T7" fmla="*/ 575 h 855"/>
                <a:gd name="T8" fmla="*/ 194 w 1306"/>
                <a:gd name="T9" fmla="*/ 600 h 855"/>
                <a:gd name="T10" fmla="*/ 251 w 1306"/>
                <a:gd name="T11" fmla="*/ 654 h 855"/>
                <a:gd name="T12" fmla="*/ 312 w 1306"/>
                <a:gd name="T13" fmla="*/ 668 h 855"/>
                <a:gd name="T14" fmla="*/ 363 w 1306"/>
                <a:gd name="T15" fmla="*/ 651 h 855"/>
                <a:gd name="T16" fmla="*/ 394 w 1306"/>
                <a:gd name="T17" fmla="*/ 662 h 855"/>
                <a:gd name="T18" fmla="*/ 446 w 1306"/>
                <a:gd name="T19" fmla="*/ 671 h 855"/>
                <a:gd name="T20" fmla="*/ 424 w 1306"/>
                <a:gd name="T21" fmla="*/ 713 h 855"/>
                <a:gd name="T22" fmla="*/ 416 w 1306"/>
                <a:gd name="T23" fmla="*/ 755 h 855"/>
                <a:gd name="T24" fmla="*/ 453 w 1306"/>
                <a:gd name="T25" fmla="*/ 731 h 855"/>
                <a:gd name="T26" fmla="*/ 484 w 1306"/>
                <a:gd name="T27" fmla="*/ 726 h 855"/>
                <a:gd name="T28" fmla="*/ 506 w 1306"/>
                <a:gd name="T29" fmla="*/ 745 h 855"/>
                <a:gd name="T30" fmla="*/ 552 w 1306"/>
                <a:gd name="T31" fmla="*/ 765 h 855"/>
                <a:gd name="T32" fmla="*/ 575 w 1306"/>
                <a:gd name="T33" fmla="*/ 733 h 855"/>
                <a:gd name="T34" fmla="*/ 601 w 1306"/>
                <a:gd name="T35" fmla="*/ 783 h 855"/>
                <a:gd name="T36" fmla="*/ 620 w 1306"/>
                <a:gd name="T37" fmla="*/ 778 h 855"/>
                <a:gd name="T38" fmla="*/ 645 w 1306"/>
                <a:gd name="T39" fmla="*/ 797 h 855"/>
                <a:gd name="T40" fmla="*/ 684 w 1306"/>
                <a:gd name="T41" fmla="*/ 803 h 855"/>
                <a:gd name="T42" fmla="*/ 702 w 1306"/>
                <a:gd name="T43" fmla="*/ 772 h 855"/>
                <a:gd name="T44" fmla="*/ 822 w 1306"/>
                <a:gd name="T45" fmla="*/ 808 h 855"/>
                <a:gd name="T46" fmla="*/ 897 w 1306"/>
                <a:gd name="T47" fmla="*/ 805 h 855"/>
                <a:gd name="T48" fmla="*/ 957 w 1306"/>
                <a:gd name="T49" fmla="*/ 808 h 855"/>
                <a:gd name="T50" fmla="*/ 1001 w 1306"/>
                <a:gd name="T51" fmla="*/ 793 h 855"/>
                <a:gd name="T52" fmla="*/ 1051 w 1306"/>
                <a:gd name="T53" fmla="*/ 784 h 855"/>
                <a:gd name="T54" fmla="*/ 1148 w 1306"/>
                <a:gd name="T55" fmla="*/ 803 h 855"/>
                <a:gd name="T56" fmla="*/ 1198 w 1306"/>
                <a:gd name="T57" fmla="*/ 798 h 855"/>
                <a:gd name="T58" fmla="*/ 1211 w 1306"/>
                <a:gd name="T59" fmla="*/ 836 h 855"/>
                <a:gd name="T60" fmla="*/ 1270 w 1306"/>
                <a:gd name="T61" fmla="*/ 846 h 855"/>
                <a:gd name="T62" fmla="*/ 1287 w 1306"/>
                <a:gd name="T63" fmla="*/ 798 h 855"/>
                <a:gd name="T64" fmla="*/ 1282 w 1306"/>
                <a:gd name="T65" fmla="*/ 749 h 855"/>
                <a:gd name="T66" fmla="*/ 1280 w 1306"/>
                <a:gd name="T67" fmla="*/ 670 h 855"/>
                <a:gd name="T68" fmla="*/ 1292 w 1306"/>
                <a:gd name="T69" fmla="*/ 635 h 855"/>
                <a:gd name="T70" fmla="*/ 1252 w 1306"/>
                <a:gd name="T71" fmla="*/ 614 h 855"/>
                <a:gd name="T72" fmla="*/ 1172 w 1306"/>
                <a:gd name="T73" fmla="*/ 593 h 855"/>
                <a:gd name="T74" fmla="*/ 1108 w 1306"/>
                <a:gd name="T75" fmla="*/ 575 h 855"/>
                <a:gd name="T76" fmla="*/ 1066 w 1306"/>
                <a:gd name="T77" fmla="*/ 608 h 855"/>
                <a:gd name="T78" fmla="*/ 1029 w 1306"/>
                <a:gd name="T79" fmla="*/ 559 h 855"/>
                <a:gd name="T80" fmla="*/ 960 w 1306"/>
                <a:gd name="T81" fmla="*/ 468 h 855"/>
                <a:gd name="T82" fmla="*/ 941 w 1306"/>
                <a:gd name="T83" fmla="*/ 444 h 855"/>
                <a:gd name="T84" fmla="*/ 880 w 1306"/>
                <a:gd name="T85" fmla="*/ 462 h 855"/>
                <a:gd name="T86" fmla="*/ 835 w 1306"/>
                <a:gd name="T87" fmla="*/ 396 h 855"/>
                <a:gd name="T88" fmla="*/ 808 w 1306"/>
                <a:gd name="T89" fmla="*/ 293 h 855"/>
                <a:gd name="T90" fmla="*/ 763 w 1306"/>
                <a:gd name="T91" fmla="*/ 235 h 855"/>
                <a:gd name="T92" fmla="*/ 653 w 1306"/>
                <a:gd name="T93" fmla="*/ 303 h 855"/>
                <a:gd name="T94" fmla="*/ 577 w 1306"/>
                <a:gd name="T95" fmla="*/ 246 h 855"/>
                <a:gd name="T96" fmla="*/ 533 w 1306"/>
                <a:gd name="T97" fmla="*/ 212 h 855"/>
                <a:gd name="T98" fmla="*/ 500 w 1306"/>
                <a:gd name="T99" fmla="*/ 185 h 855"/>
                <a:gd name="T100" fmla="*/ 493 w 1306"/>
                <a:gd name="T101" fmla="*/ 123 h 855"/>
                <a:gd name="T102" fmla="*/ 483 w 1306"/>
                <a:gd name="T103" fmla="*/ 58 h 855"/>
                <a:gd name="T104" fmla="*/ 375 w 1306"/>
                <a:gd name="T105" fmla="*/ 17 h 855"/>
                <a:gd name="T106" fmla="*/ 176 w 1306"/>
                <a:gd name="T107" fmla="*/ 68 h 855"/>
                <a:gd name="T108" fmla="*/ 33 w 1306"/>
                <a:gd name="T109" fmla="*/ 156 h 855"/>
                <a:gd name="T110" fmla="*/ 23 w 1306"/>
                <a:gd name="T111" fmla="*/ 238 h 855"/>
                <a:gd name="T112" fmla="*/ 12 w 1306"/>
                <a:gd name="T113" fmla="*/ 380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06" h="855">
                  <a:moveTo>
                    <a:pt x="12" y="428"/>
                  </a:moveTo>
                  <a:lnTo>
                    <a:pt x="10" y="456"/>
                  </a:lnTo>
                  <a:lnTo>
                    <a:pt x="9" y="492"/>
                  </a:lnTo>
                  <a:cubicBezTo>
                    <a:pt x="9" y="493"/>
                    <a:pt x="9" y="494"/>
                    <a:pt x="9" y="495"/>
                  </a:cubicBezTo>
                  <a:lnTo>
                    <a:pt x="0" y="520"/>
                  </a:lnTo>
                  <a:lnTo>
                    <a:pt x="25" y="539"/>
                  </a:lnTo>
                  <a:cubicBezTo>
                    <a:pt x="27" y="541"/>
                    <a:pt x="28" y="543"/>
                    <a:pt x="28" y="545"/>
                  </a:cubicBezTo>
                  <a:lnTo>
                    <a:pt x="28" y="550"/>
                  </a:lnTo>
                  <a:cubicBezTo>
                    <a:pt x="28" y="551"/>
                    <a:pt x="28" y="552"/>
                    <a:pt x="28" y="552"/>
                  </a:cubicBezTo>
                  <a:lnTo>
                    <a:pt x="35" y="562"/>
                  </a:lnTo>
                  <a:lnTo>
                    <a:pt x="44" y="567"/>
                  </a:lnTo>
                  <a:lnTo>
                    <a:pt x="49" y="568"/>
                  </a:lnTo>
                  <a:lnTo>
                    <a:pt x="54" y="567"/>
                  </a:lnTo>
                  <a:lnTo>
                    <a:pt x="82" y="556"/>
                  </a:lnTo>
                  <a:lnTo>
                    <a:pt x="105" y="553"/>
                  </a:lnTo>
                  <a:lnTo>
                    <a:pt x="116" y="553"/>
                  </a:lnTo>
                  <a:lnTo>
                    <a:pt x="126" y="555"/>
                  </a:lnTo>
                  <a:cubicBezTo>
                    <a:pt x="127" y="555"/>
                    <a:pt x="128" y="556"/>
                    <a:pt x="129" y="556"/>
                  </a:cubicBezTo>
                  <a:lnTo>
                    <a:pt x="138" y="564"/>
                  </a:lnTo>
                  <a:lnTo>
                    <a:pt x="143" y="569"/>
                  </a:lnTo>
                  <a:lnTo>
                    <a:pt x="154" y="583"/>
                  </a:lnTo>
                  <a:lnTo>
                    <a:pt x="160" y="586"/>
                  </a:lnTo>
                  <a:lnTo>
                    <a:pt x="162" y="585"/>
                  </a:lnTo>
                  <a:lnTo>
                    <a:pt x="164" y="582"/>
                  </a:lnTo>
                  <a:cubicBezTo>
                    <a:pt x="165" y="582"/>
                    <a:pt x="165" y="581"/>
                    <a:pt x="166" y="581"/>
                  </a:cubicBezTo>
                  <a:lnTo>
                    <a:pt x="170" y="578"/>
                  </a:lnTo>
                  <a:cubicBezTo>
                    <a:pt x="171" y="577"/>
                    <a:pt x="172" y="576"/>
                    <a:pt x="174" y="576"/>
                  </a:cubicBezTo>
                  <a:lnTo>
                    <a:pt x="182" y="575"/>
                  </a:lnTo>
                  <a:cubicBezTo>
                    <a:pt x="184" y="575"/>
                    <a:pt x="186" y="575"/>
                    <a:pt x="188" y="576"/>
                  </a:cubicBezTo>
                  <a:lnTo>
                    <a:pt x="192" y="579"/>
                  </a:lnTo>
                  <a:cubicBezTo>
                    <a:pt x="194" y="580"/>
                    <a:pt x="195" y="581"/>
                    <a:pt x="196" y="582"/>
                  </a:cubicBezTo>
                  <a:lnTo>
                    <a:pt x="197" y="586"/>
                  </a:lnTo>
                  <a:cubicBezTo>
                    <a:pt x="198" y="589"/>
                    <a:pt x="198" y="591"/>
                    <a:pt x="197" y="593"/>
                  </a:cubicBezTo>
                  <a:lnTo>
                    <a:pt x="195" y="598"/>
                  </a:lnTo>
                  <a:cubicBezTo>
                    <a:pt x="195" y="599"/>
                    <a:pt x="194" y="599"/>
                    <a:pt x="194" y="600"/>
                  </a:cubicBezTo>
                  <a:lnTo>
                    <a:pt x="191" y="604"/>
                  </a:lnTo>
                  <a:lnTo>
                    <a:pt x="232" y="626"/>
                  </a:lnTo>
                  <a:lnTo>
                    <a:pt x="242" y="633"/>
                  </a:lnTo>
                  <a:lnTo>
                    <a:pt x="243" y="634"/>
                  </a:lnTo>
                  <a:lnTo>
                    <a:pt x="248" y="640"/>
                  </a:lnTo>
                  <a:cubicBezTo>
                    <a:pt x="249" y="641"/>
                    <a:pt x="250" y="643"/>
                    <a:pt x="250" y="644"/>
                  </a:cubicBezTo>
                  <a:lnTo>
                    <a:pt x="251" y="654"/>
                  </a:lnTo>
                  <a:lnTo>
                    <a:pt x="252" y="660"/>
                  </a:lnTo>
                  <a:lnTo>
                    <a:pt x="255" y="665"/>
                  </a:lnTo>
                  <a:lnTo>
                    <a:pt x="261" y="670"/>
                  </a:lnTo>
                  <a:lnTo>
                    <a:pt x="265" y="672"/>
                  </a:lnTo>
                  <a:lnTo>
                    <a:pt x="271" y="673"/>
                  </a:lnTo>
                  <a:lnTo>
                    <a:pt x="300" y="671"/>
                  </a:lnTo>
                  <a:lnTo>
                    <a:pt x="312" y="668"/>
                  </a:lnTo>
                  <a:lnTo>
                    <a:pt x="319" y="667"/>
                  </a:lnTo>
                  <a:lnTo>
                    <a:pt x="329" y="668"/>
                  </a:lnTo>
                  <a:lnTo>
                    <a:pt x="332" y="667"/>
                  </a:lnTo>
                  <a:lnTo>
                    <a:pt x="344" y="663"/>
                  </a:lnTo>
                  <a:cubicBezTo>
                    <a:pt x="344" y="662"/>
                    <a:pt x="345" y="662"/>
                    <a:pt x="346" y="662"/>
                  </a:cubicBezTo>
                  <a:lnTo>
                    <a:pt x="360" y="660"/>
                  </a:lnTo>
                  <a:lnTo>
                    <a:pt x="363" y="651"/>
                  </a:lnTo>
                  <a:cubicBezTo>
                    <a:pt x="363" y="649"/>
                    <a:pt x="365" y="648"/>
                    <a:pt x="367" y="647"/>
                  </a:cubicBezTo>
                  <a:lnTo>
                    <a:pt x="371" y="645"/>
                  </a:lnTo>
                  <a:cubicBezTo>
                    <a:pt x="374" y="643"/>
                    <a:pt x="376" y="643"/>
                    <a:pt x="378" y="644"/>
                  </a:cubicBezTo>
                  <a:lnTo>
                    <a:pt x="382" y="646"/>
                  </a:lnTo>
                  <a:cubicBezTo>
                    <a:pt x="383" y="647"/>
                    <a:pt x="384" y="648"/>
                    <a:pt x="385" y="649"/>
                  </a:cubicBezTo>
                  <a:lnTo>
                    <a:pt x="389" y="653"/>
                  </a:lnTo>
                  <a:lnTo>
                    <a:pt x="394" y="662"/>
                  </a:lnTo>
                  <a:lnTo>
                    <a:pt x="398" y="658"/>
                  </a:lnTo>
                  <a:cubicBezTo>
                    <a:pt x="399" y="656"/>
                    <a:pt x="401" y="655"/>
                    <a:pt x="402" y="655"/>
                  </a:cubicBezTo>
                  <a:lnTo>
                    <a:pt x="409" y="654"/>
                  </a:lnTo>
                  <a:cubicBezTo>
                    <a:pt x="410" y="653"/>
                    <a:pt x="411" y="653"/>
                    <a:pt x="413" y="654"/>
                  </a:cubicBezTo>
                  <a:lnTo>
                    <a:pt x="420" y="656"/>
                  </a:lnTo>
                  <a:lnTo>
                    <a:pt x="444" y="669"/>
                  </a:lnTo>
                  <a:cubicBezTo>
                    <a:pt x="445" y="670"/>
                    <a:pt x="445" y="670"/>
                    <a:pt x="446" y="671"/>
                  </a:cubicBezTo>
                  <a:lnTo>
                    <a:pt x="451" y="677"/>
                  </a:lnTo>
                  <a:cubicBezTo>
                    <a:pt x="453" y="678"/>
                    <a:pt x="453" y="680"/>
                    <a:pt x="454" y="681"/>
                  </a:cubicBezTo>
                  <a:lnTo>
                    <a:pt x="454" y="687"/>
                  </a:lnTo>
                  <a:cubicBezTo>
                    <a:pt x="454" y="689"/>
                    <a:pt x="454" y="691"/>
                    <a:pt x="452" y="693"/>
                  </a:cubicBezTo>
                  <a:lnTo>
                    <a:pt x="448" y="697"/>
                  </a:lnTo>
                  <a:lnTo>
                    <a:pt x="441" y="703"/>
                  </a:lnTo>
                  <a:lnTo>
                    <a:pt x="424" y="713"/>
                  </a:lnTo>
                  <a:lnTo>
                    <a:pt x="414" y="721"/>
                  </a:lnTo>
                  <a:lnTo>
                    <a:pt x="408" y="731"/>
                  </a:lnTo>
                  <a:lnTo>
                    <a:pt x="407" y="739"/>
                  </a:lnTo>
                  <a:lnTo>
                    <a:pt x="408" y="746"/>
                  </a:lnTo>
                  <a:lnTo>
                    <a:pt x="412" y="753"/>
                  </a:lnTo>
                  <a:lnTo>
                    <a:pt x="415" y="757"/>
                  </a:lnTo>
                  <a:lnTo>
                    <a:pt x="416" y="755"/>
                  </a:lnTo>
                  <a:lnTo>
                    <a:pt x="422" y="742"/>
                  </a:lnTo>
                  <a:cubicBezTo>
                    <a:pt x="422" y="741"/>
                    <a:pt x="423" y="740"/>
                    <a:pt x="423" y="740"/>
                  </a:cubicBezTo>
                  <a:lnTo>
                    <a:pt x="428" y="735"/>
                  </a:lnTo>
                  <a:cubicBezTo>
                    <a:pt x="429" y="735"/>
                    <a:pt x="430" y="734"/>
                    <a:pt x="431" y="734"/>
                  </a:cubicBezTo>
                  <a:lnTo>
                    <a:pt x="439" y="731"/>
                  </a:lnTo>
                  <a:cubicBezTo>
                    <a:pt x="440" y="731"/>
                    <a:pt x="440" y="731"/>
                    <a:pt x="441" y="731"/>
                  </a:cubicBezTo>
                  <a:lnTo>
                    <a:pt x="453" y="731"/>
                  </a:lnTo>
                  <a:cubicBezTo>
                    <a:pt x="454" y="731"/>
                    <a:pt x="454" y="731"/>
                    <a:pt x="455" y="732"/>
                  </a:cubicBezTo>
                  <a:lnTo>
                    <a:pt x="465" y="735"/>
                  </a:lnTo>
                  <a:lnTo>
                    <a:pt x="469" y="735"/>
                  </a:lnTo>
                  <a:lnTo>
                    <a:pt x="473" y="733"/>
                  </a:lnTo>
                  <a:lnTo>
                    <a:pt x="476" y="730"/>
                  </a:lnTo>
                  <a:cubicBezTo>
                    <a:pt x="477" y="729"/>
                    <a:pt x="477" y="729"/>
                    <a:pt x="478" y="729"/>
                  </a:cubicBezTo>
                  <a:lnTo>
                    <a:pt x="484" y="726"/>
                  </a:lnTo>
                  <a:cubicBezTo>
                    <a:pt x="485" y="726"/>
                    <a:pt x="486" y="726"/>
                    <a:pt x="487" y="726"/>
                  </a:cubicBezTo>
                  <a:lnTo>
                    <a:pt x="496" y="726"/>
                  </a:lnTo>
                  <a:cubicBezTo>
                    <a:pt x="498" y="726"/>
                    <a:pt x="500" y="727"/>
                    <a:pt x="501" y="728"/>
                  </a:cubicBezTo>
                  <a:lnTo>
                    <a:pt x="505" y="732"/>
                  </a:lnTo>
                  <a:cubicBezTo>
                    <a:pt x="506" y="734"/>
                    <a:pt x="507" y="736"/>
                    <a:pt x="507" y="738"/>
                  </a:cubicBezTo>
                  <a:lnTo>
                    <a:pt x="507" y="742"/>
                  </a:lnTo>
                  <a:cubicBezTo>
                    <a:pt x="507" y="743"/>
                    <a:pt x="507" y="744"/>
                    <a:pt x="506" y="745"/>
                  </a:cubicBezTo>
                  <a:lnTo>
                    <a:pt x="505" y="750"/>
                  </a:lnTo>
                  <a:lnTo>
                    <a:pt x="507" y="751"/>
                  </a:lnTo>
                  <a:lnTo>
                    <a:pt x="528" y="755"/>
                  </a:lnTo>
                  <a:lnTo>
                    <a:pt x="540" y="759"/>
                  </a:lnTo>
                  <a:lnTo>
                    <a:pt x="552" y="767"/>
                  </a:lnTo>
                  <a:lnTo>
                    <a:pt x="552" y="767"/>
                  </a:lnTo>
                  <a:cubicBezTo>
                    <a:pt x="552" y="766"/>
                    <a:pt x="552" y="765"/>
                    <a:pt x="552" y="765"/>
                  </a:cubicBezTo>
                  <a:lnTo>
                    <a:pt x="553" y="743"/>
                  </a:lnTo>
                  <a:cubicBezTo>
                    <a:pt x="554" y="743"/>
                    <a:pt x="554" y="742"/>
                    <a:pt x="554" y="741"/>
                  </a:cubicBezTo>
                  <a:lnTo>
                    <a:pt x="556" y="737"/>
                  </a:lnTo>
                  <a:cubicBezTo>
                    <a:pt x="557" y="736"/>
                    <a:pt x="558" y="734"/>
                    <a:pt x="559" y="733"/>
                  </a:cubicBezTo>
                  <a:lnTo>
                    <a:pt x="563" y="731"/>
                  </a:lnTo>
                  <a:cubicBezTo>
                    <a:pt x="565" y="730"/>
                    <a:pt x="568" y="730"/>
                    <a:pt x="570" y="731"/>
                  </a:cubicBezTo>
                  <a:lnTo>
                    <a:pt x="575" y="733"/>
                  </a:lnTo>
                  <a:cubicBezTo>
                    <a:pt x="575" y="733"/>
                    <a:pt x="576" y="734"/>
                    <a:pt x="577" y="734"/>
                  </a:cubicBezTo>
                  <a:lnTo>
                    <a:pt x="581" y="738"/>
                  </a:lnTo>
                  <a:lnTo>
                    <a:pt x="595" y="757"/>
                  </a:lnTo>
                  <a:lnTo>
                    <a:pt x="600" y="769"/>
                  </a:lnTo>
                  <a:lnTo>
                    <a:pt x="602" y="776"/>
                  </a:lnTo>
                  <a:cubicBezTo>
                    <a:pt x="602" y="777"/>
                    <a:pt x="602" y="778"/>
                    <a:pt x="602" y="778"/>
                  </a:cubicBezTo>
                  <a:lnTo>
                    <a:pt x="601" y="783"/>
                  </a:lnTo>
                  <a:cubicBezTo>
                    <a:pt x="601" y="784"/>
                    <a:pt x="601" y="785"/>
                    <a:pt x="601" y="785"/>
                  </a:cubicBezTo>
                  <a:lnTo>
                    <a:pt x="599" y="790"/>
                  </a:lnTo>
                  <a:lnTo>
                    <a:pt x="592" y="800"/>
                  </a:lnTo>
                  <a:lnTo>
                    <a:pt x="592" y="800"/>
                  </a:lnTo>
                  <a:lnTo>
                    <a:pt x="600" y="795"/>
                  </a:lnTo>
                  <a:lnTo>
                    <a:pt x="618" y="779"/>
                  </a:lnTo>
                  <a:cubicBezTo>
                    <a:pt x="618" y="779"/>
                    <a:pt x="619" y="778"/>
                    <a:pt x="620" y="778"/>
                  </a:cubicBezTo>
                  <a:lnTo>
                    <a:pt x="624" y="776"/>
                  </a:lnTo>
                  <a:cubicBezTo>
                    <a:pt x="626" y="775"/>
                    <a:pt x="629" y="775"/>
                    <a:pt x="631" y="776"/>
                  </a:cubicBezTo>
                  <a:lnTo>
                    <a:pt x="635" y="777"/>
                  </a:lnTo>
                  <a:cubicBezTo>
                    <a:pt x="636" y="778"/>
                    <a:pt x="637" y="779"/>
                    <a:pt x="638" y="780"/>
                  </a:cubicBezTo>
                  <a:lnTo>
                    <a:pt x="641" y="784"/>
                  </a:lnTo>
                  <a:lnTo>
                    <a:pt x="644" y="791"/>
                  </a:lnTo>
                  <a:lnTo>
                    <a:pt x="645" y="797"/>
                  </a:lnTo>
                  <a:lnTo>
                    <a:pt x="645" y="804"/>
                  </a:lnTo>
                  <a:lnTo>
                    <a:pt x="644" y="814"/>
                  </a:lnTo>
                  <a:lnTo>
                    <a:pt x="651" y="809"/>
                  </a:lnTo>
                  <a:cubicBezTo>
                    <a:pt x="651" y="808"/>
                    <a:pt x="652" y="808"/>
                    <a:pt x="653" y="808"/>
                  </a:cubicBezTo>
                  <a:lnTo>
                    <a:pt x="661" y="804"/>
                  </a:lnTo>
                  <a:cubicBezTo>
                    <a:pt x="662" y="804"/>
                    <a:pt x="663" y="803"/>
                    <a:pt x="664" y="803"/>
                  </a:cubicBezTo>
                  <a:lnTo>
                    <a:pt x="684" y="803"/>
                  </a:lnTo>
                  <a:lnTo>
                    <a:pt x="690" y="801"/>
                  </a:lnTo>
                  <a:lnTo>
                    <a:pt x="691" y="797"/>
                  </a:lnTo>
                  <a:lnTo>
                    <a:pt x="690" y="786"/>
                  </a:lnTo>
                  <a:cubicBezTo>
                    <a:pt x="690" y="784"/>
                    <a:pt x="690" y="783"/>
                    <a:pt x="691" y="781"/>
                  </a:cubicBezTo>
                  <a:lnTo>
                    <a:pt x="694" y="777"/>
                  </a:lnTo>
                  <a:cubicBezTo>
                    <a:pt x="695" y="776"/>
                    <a:pt x="696" y="775"/>
                    <a:pt x="697" y="775"/>
                  </a:cubicBezTo>
                  <a:lnTo>
                    <a:pt x="702" y="772"/>
                  </a:lnTo>
                  <a:cubicBezTo>
                    <a:pt x="703" y="771"/>
                    <a:pt x="705" y="771"/>
                    <a:pt x="706" y="771"/>
                  </a:cubicBezTo>
                  <a:lnTo>
                    <a:pt x="717" y="771"/>
                  </a:lnTo>
                  <a:lnTo>
                    <a:pt x="724" y="772"/>
                  </a:lnTo>
                  <a:lnTo>
                    <a:pt x="730" y="774"/>
                  </a:lnTo>
                  <a:lnTo>
                    <a:pt x="762" y="794"/>
                  </a:lnTo>
                  <a:lnTo>
                    <a:pt x="791" y="815"/>
                  </a:lnTo>
                  <a:lnTo>
                    <a:pt x="822" y="808"/>
                  </a:lnTo>
                  <a:cubicBezTo>
                    <a:pt x="823" y="808"/>
                    <a:pt x="823" y="808"/>
                    <a:pt x="824" y="808"/>
                  </a:cubicBezTo>
                  <a:lnTo>
                    <a:pt x="840" y="808"/>
                  </a:lnTo>
                  <a:lnTo>
                    <a:pt x="869" y="816"/>
                  </a:lnTo>
                  <a:lnTo>
                    <a:pt x="873" y="815"/>
                  </a:lnTo>
                  <a:lnTo>
                    <a:pt x="888" y="806"/>
                  </a:lnTo>
                  <a:cubicBezTo>
                    <a:pt x="889" y="805"/>
                    <a:pt x="890" y="805"/>
                    <a:pt x="892" y="805"/>
                  </a:cubicBezTo>
                  <a:lnTo>
                    <a:pt x="897" y="805"/>
                  </a:lnTo>
                  <a:cubicBezTo>
                    <a:pt x="898" y="805"/>
                    <a:pt x="899" y="805"/>
                    <a:pt x="899" y="805"/>
                  </a:cubicBezTo>
                  <a:lnTo>
                    <a:pt x="905" y="807"/>
                  </a:lnTo>
                  <a:lnTo>
                    <a:pt x="918" y="814"/>
                  </a:lnTo>
                  <a:lnTo>
                    <a:pt x="935" y="818"/>
                  </a:lnTo>
                  <a:lnTo>
                    <a:pt x="945" y="816"/>
                  </a:lnTo>
                  <a:lnTo>
                    <a:pt x="953" y="810"/>
                  </a:lnTo>
                  <a:lnTo>
                    <a:pt x="957" y="808"/>
                  </a:lnTo>
                  <a:lnTo>
                    <a:pt x="970" y="803"/>
                  </a:lnTo>
                  <a:lnTo>
                    <a:pt x="983" y="793"/>
                  </a:lnTo>
                  <a:cubicBezTo>
                    <a:pt x="984" y="792"/>
                    <a:pt x="985" y="792"/>
                    <a:pt x="987" y="792"/>
                  </a:cubicBezTo>
                  <a:lnTo>
                    <a:pt x="992" y="791"/>
                  </a:lnTo>
                  <a:cubicBezTo>
                    <a:pt x="992" y="791"/>
                    <a:pt x="993" y="791"/>
                    <a:pt x="994" y="791"/>
                  </a:cubicBezTo>
                  <a:lnTo>
                    <a:pt x="999" y="792"/>
                  </a:lnTo>
                  <a:cubicBezTo>
                    <a:pt x="999" y="792"/>
                    <a:pt x="1000" y="793"/>
                    <a:pt x="1001" y="793"/>
                  </a:cubicBezTo>
                  <a:lnTo>
                    <a:pt x="1012" y="800"/>
                  </a:lnTo>
                  <a:lnTo>
                    <a:pt x="1019" y="801"/>
                  </a:lnTo>
                  <a:lnTo>
                    <a:pt x="1022" y="801"/>
                  </a:lnTo>
                  <a:lnTo>
                    <a:pt x="1027" y="798"/>
                  </a:lnTo>
                  <a:lnTo>
                    <a:pt x="1032" y="794"/>
                  </a:lnTo>
                  <a:lnTo>
                    <a:pt x="1048" y="785"/>
                  </a:lnTo>
                  <a:cubicBezTo>
                    <a:pt x="1049" y="785"/>
                    <a:pt x="1050" y="784"/>
                    <a:pt x="1051" y="784"/>
                  </a:cubicBezTo>
                  <a:lnTo>
                    <a:pt x="1058" y="784"/>
                  </a:lnTo>
                  <a:lnTo>
                    <a:pt x="1065" y="784"/>
                  </a:lnTo>
                  <a:lnTo>
                    <a:pt x="1088" y="791"/>
                  </a:lnTo>
                  <a:lnTo>
                    <a:pt x="1138" y="797"/>
                  </a:lnTo>
                  <a:cubicBezTo>
                    <a:pt x="1139" y="797"/>
                    <a:pt x="1140" y="797"/>
                    <a:pt x="1141" y="798"/>
                  </a:cubicBezTo>
                  <a:lnTo>
                    <a:pt x="1145" y="800"/>
                  </a:lnTo>
                  <a:cubicBezTo>
                    <a:pt x="1146" y="801"/>
                    <a:pt x="1147" y="802"/>
                    <a:pt x="1148" y="803"/>
                  </a:cubicBezTo>
                  <a:lnTo>
                    <a:pt x="1157" y="814"/>
                  </a:lnTo>
                  <a:lnTo>
                    <a:pt x="1159" y="814"/>
                  </a:lnTo>
                  <a:lnTo>
                    <a:pt x="1170" y="805"/>
                  </a:lnTo>
                  <a:lnTo>
                    <a:pt x="1177" y="801"/>
                  </a:lnTo>
                  <a:lnTo>
                    <a:pt x="1188" y="797"/>
                  </a:lnTo>
                  <a:cubicBezTo>
                    <a:pt x="1189" y="797"/>
                    <a:pt x="1191" y="797"/>
                    <a:pt x="1192" y="797"/>
                  </a:cubicBezTo>
                  <a:lnTo>
                    <a:pt x="1198" y="798"/>
                  </a:lnTo>
                  <a:cubicBezTo>
                    <a:pt x="1200" y="798"/>
                    <a:pt x="1201" y="799"/>
                    <a:pt x="1202" y="800"/>
                  </a:cubicBezTo>
                  <a:lnTo>
                    <a:pt x="1206" y="803"/>
                  </a:lnTo>
                  <a:cubicBezTo>
                    <a:pt x="1208" y="804"/>
                    <a:pt x="1209" y="806"/>
                    <a:pt x="1209" y="807"/>
                  </a:cubicBezTo>
                  <a:lnTo>
                    <a:pt x="1210" y="812"/>
                  </a:lnTo>
                  <a:cubicBezTo>
                    <a:pt x="1211" y="813"/>
                    <a:pt x="1211" y="814"/>
                    <a:pt x="1211" y="815"/>
                  </a:cubicBezTo>
                  <a:lnTo>
                    <a:pt x="1209" y="831"/>
                  </a:lnTo>
                  <a:lnTo>
                    <a:pt x="1211" y="836"/>
                  </a:lnTo>
                  <a:lnTo>
                    <a:pt x="1212" y="837"/>
                  </a:lnTo>
                  <a:lnTo>
                    <a:pt x="1253" y="853"/>
                  </a:lnTo>
                  <a:lnTo>
                    <a:pt x="1259" y="854"/>
                  </a:lnTo>
                  <a:lnTo>
                    <a:pt x="1266" y="851"/>
                  </a:lnTo>
                  <a:cubicBezTo>
                    <a:pt x="1267" y="851"/>
                    <a:pt x="1268" y="851"/>
                    <a:pt x="1268" y="850"/>
                  </a:cubicBezTo>
                  <a:lnTo>
                    <a:pt x="1271" y="850"/>
                  </a:lnTo>
                  <a:lnTo>
                    <a:pt x="1270" y="846"/>
                  </a:lnTo>
                  <a:lnTo>
                    <a:pt x="1269" y="840"/>
                  </a:lnTo>
                  <a:cubicBezTo>
                    <a:pt x="1266" y="838"/>
                    <a:pt x="1265" y="835"/>
                    <a:pt x="1265" y="831"/>
                  </a:cubicBezTo>
                  <a:lnTo>
                    <a:pt x="1267" y="822"/>
                  </a:lnTo>
                  <a:lnTo>
                    <a:pt x="1270" y="815"/>
                  </a:lnTo>
                  <a:cubicBezTo>
                    <a:pt x="1271" y="814"/>
                    <a:pt x="1271" y="814"/>
                    <a:pt x="1272" y="813"/>
                  </a:cubicBezTo>
                  <a:lnTo>
                    <a:pt x="1285" y="800"/>
                  </a:lnTo>
                  <a:cubicBezTo>
                    <a:pt x="1285" y="799"/>
                    <a:pt x="1286" y="799"/>
                    <a:pt x="1287" y="798"/>
                  </a:cubicBezTo>
                  <a:lnTo>
                    <a:pt x="1297" y="791"/>
                  </a:lnTo>
                  <a:lnTo>
                    <a:pt x="1305" y="787"/>
                  </a:lnTo>
                  <a:lnTo>
                    <a:pt x="1304" y="784"/>
                  </a:lnTo>
                  <a:lnTo>
                    <a:pt x="1300" y="776"/>
                  </a:lnTo>
                  <a:lnTo>
                    <a:pt x="1293" y="745"/>
                  </a:lnTo>
                  <a:lnTo>
                    <a:pt x="1291" y="745"/>
                  </a:lnTo>
                  <a:lnTo>
                    <a:pt x="1282" y="749"/>
                  </a:lnTo>
                  <a:cubicBezTo>
                    <a:pt x="1280" y="750"/>
                    <a:pt x="1278" y="750"/>
                    <a:pt x="1276" y="749"/>
                  </a:cubicBezTo>
                  <a:lnTo>
                    <a:pt x="1268" y="746"/>
                  </a:lnTo>
                  <a:cubicBezTo>
                    <a:pt x="1266" y="744"/>
                    <a:pt x="1264" y="741"/>
                    <a:pt x="1264" y="738"/>
                  </a:cubicBezTo>
                  <a:lnTo>
                    <a:pt x="1265" y="724"/>
                  </a:lnTo>
                  <a:lnTo>
                    <a:pt x="1275" y="691"/>
                  </a:lnTo>
                  <a:lnTo>
                    <a:pt x="1278" y="678"/>
                  </a:lnTo>
                  <a:lnTo>
                    <a:pt x="1280" y="670"/>
                  </a:lnTo>
                  <a:cubicBezTo>
                    <a:pt x="1280" y="670"/>
                    <a:pt x="1281" y="669"/>
                    <a:pt x="1281" y="668"/>
                  </a:cubicBezTo>
                  <a:lnTo>
                    <a:pt x="1286" y="661"/>
                  </a:lnTo>
                  <a:cubicBezTo>
                    <a:pt x="1287" y="660"/>
                    <a:pt x="1287" y="659"/>
                    <a:pt x="1288" y="659"/>
                  </a:cubicBezTo>
                  <a:lnTo>
                    <a:pt x="1302" y="647"/>
                  </a:lnTo>
                  <a:lnTo>
                    <a:pt x="1303" y="644"/>
                  </a:lnTo>
                  <a:lnTo>
                    <a:pt x="1302" y="643"/>
                  </a:lnTo>
                  <a:lnTo>
                    <a:pt x="1292" y="635"/>
                  </a:lnTo>
                  <a:lnTo>
                    <a:pt x="1293" y="638"/>
                  </a:lnTo>
                  <a:cubicBezTo>
                    <a:pt x="1293" y="641"/>
                    <a:pt x="1292" y="643"/>
                    <a:pt x="1290" y="645"/>
                  </a:cubicBezTo>
                  <a:lnTo>
                    <a:pt x="1287" y="648"/>
                  </a:lnTo>
                  <a:cubicBezTo>
                    <a:pt x="1285" y="650"/>
                    <a:pt x="1281" y="651"/>
                    <a:pt x="1278" y="650"/>
                  </a:cubicBezTo>
                  <a:lnTo>
                    <a:pt x="1268" y="646"/>
                  </a:lnTo>
                  <a:cubicBezTo>
                    <a:pt x="1267" y="645"/>
                    <a:pt x="1265" y="643"/>
                    <a:pt x="1265" y="642"/>
                  </a:cubicBezTo>
                  <a:lnTo>
                    <a:pt x="1252" y="614"/>
                  </a:lnTo>
                  <a:lnTo>
                    <a:pt x="1243" y="606"/>
                  </a:lnTo>
                  <a:lnTo>
                    <a:pt x="1233" y="601"/>
                  </a:lnTo>
                  <a:cubicBezTo>
                    <a:pt x="1233" y="600"/>
                    <a:pt x="1232" y="600"/>
                    <a:pt x="1231" y="599"/>
                  </a:cubicBezTo>
                  <a:lnTo>
                    <a:pt x="1216" y="582"/>
                  </a:lnTo>
                  <a:lnTo>
                    <a:pt x="1210" y="579"/>
                  </a:lnTo>
                  <a:lnTo>
                    <a:pt x="1203" y="580"/>
                  </a:lnTo>
                  <a:lnTo>
                    <a:pt x="1172" y="593"/>
                  </a:lnTo>
                  <a:cubicBezTo>
                    <a:pt x="1171" y="593"/>
                    <a:pt x="1170" y="593"/>
                    <a:pt x="1169" y="593"/>
                  </a:cubicBezTo>
                  <a:lnTo>
                    <a:pt x="1158" y="593"/>
                  </a:lnTo>
                  <a:cubicBezTo>
                    <a:pt x="1157" y="593"/>
                    <a:pt x="1155" y="593"/>
                    <a:pt x="1154" y="593"/>
                  </a:cubicBezTo>
                  <a:lnTo>
                    <a:pt x="1145" y="588"/>
                  </a:lnTo>
                  <a:lnTo>
                    <a:pt x="1135" y="582"/>
                  </a:lnTo>
                  <a:lnTo>
                    <a:pt x="1127" y="578"/>
                  </a:lnTo>
                  <a:lnTo>
                    <a:pt x="1108" y="575"/>
                  </a:lnTo>
                  <a:lnTo>
                    <a:pt x="1089" y="577"/>
                  </a:lnTo>
                  <a:lnTo>
                    <a:pt x="1085" y="578"/>
                  </a:lnTo>
                  <a:lnTo>
                    <a:pt x="1083" y="581"/>
                  </a:lnTo>
                  <a:lnTo>
                    <a:pt x="1075" y="595"/>
                  </a:lnTo>
                  <a:lnTo>
                    <a:pt x="1071" y="604"/>
                  </a:lnTo>
                  <a:cubicBezTo>
                    <a:pt x="1071" y="605"/>
                    <a:pt x="1069" y="606"/>
                    <a:pt x="1068" y="607"/>
                  </a:cubicBezTo>
                  <a:lnTo>
                    <a:pt x="1066" y="608"/>
                  </a:lnTo>
                  <a:cubicBezTo>
                    <a:pt x="1066" y="608"/>
                    <a:pt x="1066" y="608"/>
                    <a:pt x="1066" y="609"/>
                  </a:cubicBezTo>
                  <a:lnTo>
                    <a:pt x="1066" y="609"/>
                  </a:lnTo>
                  <a:cubicBezTo>
                    <a:pt x="1065" y="612"/>
                    <a:pt x="1063" y="614"/>
                    <a:pt x="1060" y="614"/>
                  </a:cubicBezTo>
                  <a:cubicBezTo>
                    <a:pt x="1058" y="615"/>
                    <a:pt x="1056" y="614"/>
                    <a:pt x="1054" y="613"/>
                  </a:cubicBezTo>
                  <a:lnTo>
                    <a:pt x="1035" y="596"/>
                  </a:lnTo>
                  <a:cubicBezTo>
                    <a:pt x="1034" y="595"/>
                    <a:pt x="1033" y="593"/>
                    <a:pt x="1033" y="591"/>
                  </a:cubicBezTo>
                  <a:lnTo>
                    <a:pt x="1029" y="559"/>
                  </a:lnTo>
                  <a:lnTo>
                    <a:pt x="1028" y="522"/>
                  </a:lnTo>
                  <a:lnTo>
                    <a:pt x="1025" y="494"/>
                  </a:lnTo>
                  <a:lnTo>
                    <a:pt x="1018" y="482"/>
                  </a:lnTo>
                  <a:lnTo>
                    <a:pt x="1010" y="474"/>
                  </a:lnTo>
                  <a:lnTo>
                    <a:pt x="1001" y="470"/>
                  </a:lnTo>
                  <a:lnTo>
                    <a:pt x="990" y="468"/>
                  </a:lnTo>
                  <a:lnTo>
                    <a:pt x="960" y="468"/>
                  </a:lnTo>
                  <a:cubicBezTo>
                    <a:pt x="958" y="468"/>
                    <a:pt x="956" y="467"/>
                    <a:pt x="955" y="466"/>
                  </a:cubicBezTo>
                  <a:lnTo>
                    <a:pt x="949" y="461"/>
                  </a:lnTo>
                  <a:cubicBezTo>
                    <a:pt x="946" y="459"/>
                    <a:pt x="945" y="455"/>
                    <a:pt x="947" y="451"/>
                  </a:cubicBezTo>
                  <a:lnTo>
                    <a:pt x="951" y="443"/>
                  </a:lnTo>
                  <a:lnTo>
                    <a:pt x="948" y="442"/>
                  </a:lnTo>
                  <a:lnTo>
                    <a:pt x="944" y="442"/>
                  </a:lnTo>
                  <a:lnTo>
                    <a:pt x="941" y="444"/>
                  </a:lnTo>
                  <a:lnTo>
                    <a:pt x="937" y="448"/>
                  </a:lnTo>
                  <a:lnTo>
                    <a:pt x="930" y="454"/>
                  </a:lnTo>
                  <a:cubicBezTo>
                    <a:pt x="929" y="455"/>
                    <a:pt x="928" y="455"/>
                    <a:pt x="928" y="455"/>
                  </a:cubicBezTo>
                  <a:lnTo>
                    <a:pt x="906" y="463"/>
                  </a:lnTo>
                  <a:lnTo>
                    <a:pt x="892" y="465"/>
                  </a:lnTo>
                  <a:cubicBezTo>
                    <a:pt x="891" y="465"/>
                    <a:pt x="890" y="465"/>
                    <a:pt x="889" y="465"/>
                  </a:cubicBezTo>
                  <a:lnTo>
                    <a:pt x="880" y="462"/>
                  </a:lnTo>
                  <a:lnTo>
                    <a:pt x="857" y="450"/>
                  </a:lnTo>
                  <a:lnTo>
                    <a:pt x="849" y="444"/>
                  </a:lnTo>
                  <a:lnTo>
                    <a:pt x="840" y="433"/>
                  </a:lnTo>
                  <a:cubicBezTo>
                    <a:pt x="839" y="432"/>
                    <a:pt x="839" y="431"/>
                    <a:pt x="839" y="430"/>
                  </a:cubicBezTo>
                  <a:lnTo>
                    <a:pt x="836" y="421"/>
                  </a:lnTo>
                  <a:lnTo>
                    <a:pt x="836" y="420"/>
                  </a:lnTo>
                  <a:lnTo>
                    <a:pt x="835" y="396"/>
                  </a:lnTo>
                  <a:lnTo>
                    <a:pt x="822" y="353"/>
                  </a:lnTo>
                  <a:lnTo>
                    <a:pt x="818" y="329"/>
                  </a:lnTo>
                  <a:cubicBezTo>
                    <a:pt x="817" y="327"/>
                    <a:pt x="818" y="325"/>
                    <a:pt x="819" y="324"/>
                  </a:cubicBezTo>
                  <a:lnTo>
                    <a:pt x="824" y="314"/>
                  </a:lnTo>
                  <a:lnTo>
                    <a:pt x="818" y="295"/>
                  </a:lnTo>
                  <a:lnTo>
                    <a:pt x="814" y="294"/>
                  </a:lnTo>
                  <a:lnTo>
                    <a:pt x="808" y="293"/>
                  </a:lnTo>
                  <a:cubicBezTo>
                    <a:pt x="806" y="293"/>
                    <a:pt x="804" y="292"/>
                    <a:pt x="803" y="291"/>
                  </a:cubicBezTo>
                  <a:lnTo>
                    <a:pt x="799" y="286"/>
                  </a:lnTo>
                  <a:cubicBezTo>
                    <a:pt x="799" y="285"/>
                    <a:pt x="798" y="285"/>
                    <a:pt x="798" y="284"/>
                  </a:cubicBezTo>
                  <a:lnTo>
                    <a:pt x="792" y="269"/>
                  </a:lnTo>
                  <a:lnTo>
                    <a:pt x="778" y="244"/>
                  </a:lnTo>
                  <a:lnTo>
                    <a:pt x="771" y="238"/>
                  </a:lnTo>
                  <a:lnTo>
                    <a:pt x="763" y="235"/>
                  </a:lnTo>
                  <a:lnTo>
                    <a:pt x="700" y="255"/>
                  </a:lnTo>
                  <a:lnTo>
                    <a:pt x="691" y="261"/>
                  </a:lnTo>
                  <a:lnTo>
                    <a:pt x="682" y="270"/>
                  </a:lnTo>
                  <a:lnTo>
                    <a:pt x="668" y="294"/>
                  </a:lnTo>
                  <a:cubicBezTo>
                    <a:pt x="668" y="295"/>
                    <a:pt x="667" y="296"/>
                    <a:pt x="666" y="297"/>
                  </a:cubicBezTo>
                  <a:lnTo>
                    <a:pt x="660" y="302"/>
                  </a:lnTo>
                  <a:cubicBezTo>
                    <a:pt x="658" y="303"/>
                    <a:pt x="656" y="304"/>
                    <a:pt x="653" y="303"/>
                  </a:cubicBezTo>
                  <a:lnTo>
                    <a:pt x="642" y="300"/>
                  </a:lnTo>
                  <a:lnTo>
                    <a:pt x="602" y="282"/>
                  </a:lnTo>
                  <a:cubicBezTo>
                    <a:pt x="601" y="281"/>
                    <a:pt x="600" y="281"/>
                    <a:pt x="600" y="280"/>
                  </a:cubicBezTo>
                  <a:lnTo>
                    <a:pt x="591" y="273"/>
                  </a:lnTo>
                  <a:cubicBezTo>
                    <a:pt x="590" y="272"/>
                    <a:pt x="589" y="271"/>
                    <a:pt x="589" y="270"/>
                  </a:cubicBezTo>
                  <a:lnTo>
                    <a:pt x="586" y="266"/>
                  </a:lnTo>
                  <a:lnTo>
                    <a:pt x="577" y="246"/>
                  </a:lnTo>
                  <a:lnTo>
                    <a:pt x="560" y="229"/>
                  </a:lnTo>
                  <a:cubicBezTo>
                    <a:pt x="559" y="228"/>
                    <a:pt x="558" y="228"/>
                    <a:pt x="558" y="227"/>
                  </a:cubicBezTo>
                  <a:lnTo>
                    <a:pt x="555" y="221"/>
                  </a:lnTo>
                  <a:lnTo>
                    <a:pt x="552" y="213"/>
                  </a:lnTo>
                  <a:lnTo>
                    <a:pt x="547" y="211"/>
                  </a:lnTo>
                  <a:lnTo>
                    <a:pt x="538" y="212"/>
                  </a:lnTo>
                  <a:lnTo>
                    <a:pt x="533" y="212"/>
                  </a:lnTo>
                  <a:lnTo>
                    <a:pt x="524" y="211"/>
                  </a:lnTo>
                  <a:lnTo>
                    <a:pt x="519" y="208"/>
                  </a:lnTo>
                  <a:cubicBezTo>
                    <a:pt x="517" y="208"/>
                    <a:pt x="516" y="207"/>
                    <a:pt x="515" y="205"/>
                  </a:cubicBezTo>
                  <a:lnTo>
                    <a:pt x="513" y="201"/>
                  </a:lnTo>
                  <a:lnTo>
                    <a:pt x="508" y="191"/>
                  </a:lnTo>
                  <a:lnTo>
                    <a:pt x="503" y="188"/>
                  </a:lnTo>
                  <a:cubicBezTo>
                    <a:pt x="502" y="187"/>
                    <a:pt x="501" y="186"/>
                    <a:pt x="500" y="185"/>
                  </a:cubicBezTo>
                  <a:lnTo>
                    <a:pt x="498" y="183"/>
                  </a:lnTo>
                  <a:cubicBezTo>
                    <a:pt x="497" y="181"/>
                    <a:pt x="497" y="179"/>
                    <a:pt x="497" y="177"/>
                  </a:cubicBezTo>
                  <a:lnTo>
                    <a:pt x="498" y="174"/>
                  </a:lnTo>
                  <a:cubicBezTo>
                    <a:pt x="498" y="173"/>
                    <a:pt x="498" y="172"/>
                    <a:pt x="498" y="171"/>
                  </a:cubicBezTo>
                  <a:lnTo>
                    <a:pt x="502" y="162"/>
                  </a:lnTo>
                  <a:lnTo>
                    <a:pt x="493" y="129"/>
                  </a:lnTo>
                  <a:cubicBezTo>
                    <a:pt x="492" y="127"/>
                    <a:pt x="492" y="125"/>
                    <a:pt x="493" y="123"/>
                  </a:cubicBezTo>
                  <a:lnTo>
                    <a:pt x="496" y="116"/>
                  </a:lnTo>
                  <a:cubicBezTo>
                    <a:pt x="496" y="115"/>
                    <a:pt x="497" y="114"/>
                    <a:pt x="498" y="113"/>
                  </a:cubicBezTo>
                  <a:lnTo>
                    <a:pt x="510" y="101"/>
                  </a:lnTo>
                  <a:lnTo>
                    <a:pt x="508" y="90"/>
                  </a:lnTo>
                  <a:lnTo>
                    <a:pt x="502" y="80"/>
                  </a:lnTo>
                  <a:lnTo>
                    <a:pt x="485" y="61"/>
                  </a:lnTo>
                  <a:cubicBezTo>
                    <a:pt x="484" y="60"/>
                    <a:pt x="483" y="59"/>
                    <a:pt x="483" y="58"/>
                  </a:cubicBezTo>
                  <a:lnTo>
                    <a:pt x="478" y="43"/>
                  </a:lnTo>
                  <a:lnTo>
                    <a:pt x="473" y="7"/>
                  </a:lnTo>
                  <a:lnTo>
                    <a:pt x="470" y="0"/>
                  </a:lnTo>
                  <a:lnTo>
                    <a:pt x="449" y="10"/>
                  </a:lnTo>
                  <a:lnTo>
                    <a:pt x="407" y="21"/>
                  </a:lnTo>
                  <a:cubicBezTo>
                    <a:pt x="406" y="21"/>
                    <a:pt x="405" y="21"/>
                    <a:pt x="404" y="21"/>
                  </a:cubicBezTo>
                  <a:lnTo>
                    <a:pt x="375" y="17"/>
                  </a:lnTo>
                  <a:lnTo>
                    <a:pt x="373" y="18"/>
                  </a:lnTo>
                  <a:lnTo>
                    <a:pt x="369" y="20"/>
                  </a:lnTo>
                  <a:lnTo>
                    <a:pt x="284" y="49"/>
                  </a:lnTo>
                  <a:lnTo>
                    <a:pt x="204" y="59"/>
                  </a:lnTo>
                  <a:lnTo>
                    <a:pt x="188" y="68"/>
                  </a:lnTo>
                  <a:cubicBezTo>
                    <a:pt x="186" y="69"/>
                    <a:pt x="184" y="69"/>
                    <a:pt x="182" y="69"/>
                  </a:cubicBezTo>
                  <a:lnTo>
                    <a:pt x="176" y="68"/>
                  </a:lnTo>
                  <a:lnTo>
                    <a:pt x="84" y="108"/>
                  </a:lnTo>
                  <a:lnTo>
                    <a:pt x="70" y="121"/>
                  </a:lnTo>
                  <a:lnTo>
                    <a:pt x="56" y="140"/>
                  </a:lnTo>
                  <a:lnTo>
                    <a:pt x="47" y="150"/>
                  </a:lnTo>
                  <a:cubicBezTo>
                    <a:pt x="47" y="151"/>
                    <a:pt x="46" y="151"/>
                    <a:pt x="44" y="152"/>
                  </a:cubicBezTo>
                  <a:lnTo>
                    <a:pt x="35" y="155"/>
                  </a:lnTo>
                  <a:cubicBezTo>
                    <a:pt x="34" y="155"/>
                    <a:pt x="34" y="156"/>
                    <a:pt x="33" y="156"/>
                  </a:cubicBezTo>
                  <a:lnTo>
                    <a:pt x="22" y="157"/>
                  </a:lnTo>
                  <a:lnTo>
                    <a:pt x="14" y="164"/>
                  </a:lnTo>
                  <a:lnTo>
                    <a:pt x="15" y="174"/>
                  </a:lnTo>
                  <a:lnTo>
                    <a:pt x="22" y="202"/>
                  </a:lnTo>
                  <a:lnTo>
                    <a:pt x="26" y="221"/>
                  </a:lnTo>
                  <a:cubicBezTo>
                    <a:pt x="26" y="222"/>
                    <a:pt x="26" y="223"/>
                    <a:pt x="26" y="223"/>
                  </a:cubicBezTo>
                  <a:lnTo>
                    <a:pt x="23" y="238"/>
                  </a:lnTo>
                  <a:cubicBezTo>
                    <a:pt x="23" y="239"/>
                    <a:pt x="23" y="240"/>
                    <a:pt x="22" y="240"/>
                  </a:cubicBezTo>
                  <a:lnTo>
                    <a:pt x="17" y="252"/>
                  </a:lnTo>
                  <a:lnTo>
                    <a:pt x="7" y="282"/>
                  </a:lnTo>
                  <a:lnTo>
                    <a:pt x="4" y="295"/>
                  </a:lnTo>
                  <a:lnTo>
                    <a:pt x="5" y="310"/>
                  </a:lnTo>
                  <a:lnTo>
                    <a:pt x="10" y="342"/>
                  </a:lnTo>
                  <a:lnTo>
                    <a:pt x="12" y="380"/>
                  </a:lnTo>
                  <a:lnTo>
                    <a:pt x="14" y="388"/>
                  </a:lnTo>
                  <a:lnTo>
                    <a:pt x="27" y="407"/>
                  </a:lnTo>
                  <a:cubicBezTo>
                    <a:pt x="29" y="411"/>
                    <a:pt x="28" y="415"/>
                    <a:pt x="25" y="418"/>
                  </a:cubicBezTo>
                  <a:lnTo>
                    <a:pt x="12" y="428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xmlns="" id="{8C777B94-F201-4A99-A4DD-7F8A695B2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1163" y="4083910"/>
              <a:ext cx="1186148" cy="1076526"/>
            </a:xfrm>
            <a:custGeom>
              <a:avLst/>
              <a:gdLst>
                <a:gd name="T0" fmla="*/ 1120 w 1859"/>
                <a:gd name="T1" fmla="*/ 1656 h 1687"/>
                <a:gd name="T2" fmla="*/ 1195 w 1859"/>
                <a:gd name="T3" fmla="*/ 1604 h 1687"/>
                <a:gd name="T4" fmla="*/ 1094 w 1859"/>
                <a:gd name="T5" fmla="*/ 1548 h 1687"/>
                <a:gd name="T6" fmla="*/ 1106 w 1859"/>
                <a:gd name="T7" fmla="*/ 1497 h 1687"/>
                <a:gd name="T8" fmla="*/ 1134 w 1859"/>
                <a:gd name="T9" fmla="*/ 1419 h 1687"/>
                <a:gd name="T10" fmla="*/ 1085 w 1859"/>
                <a:gd name="T11" fmla="*/ 1328 h 1687"/>
                <a:gd name="T12" fmla="*/ 995 w 1859"/>
                <a:gd name="T13" fmla="*/ 1201 h 1687"/>
                <a:gd name="T14" fmla="*/ 1042 w 1859"/>
                <a:gd name="T15" fmla="*/ 1141 h 1687"/>
                <a:gd name="T16" fmla="*/ 1092 w 1859"/>
                <a:gd name="T17" fmla="*/ 1125 h 1687"/>
                <a:gd name="T18" fmla="*/ 1242 w 1859"/>
                <a:gd name="T19" fmla="*/ 1126 h 1687"/>
                <a:gd name="T20" fmla="*/ 1276 w 1859"/>
                <a:gd name="T21" fmla="*/ 1093 h 1687"/>
                <a:gd name="T22" fmla="*/ 1465 w 1859"/>
                <a:gd name="T23" fmla="*/ 1047 h 1687"/>
                <a:gd name="T24" fmla="*/ 1455 w 1859"/>
                <a:gd name="T25" fmla="*/ 971 h 1687"/>
                <a:gd name="T26" fmla="*/ 1608 w 1859"/>
                <a:gd name="T27" fmla="*/ 921 h 1687"/>
                <a:gd name="T28" fmla="*/ 1666 w 1859"/>
                <a:gd name="T29" fmla="*/ 881 h 1687"/>
                <a:gd name="T30" fmla="*/ 1734 w 1859"/>
                <a:gd name="T31" fmla="*/ 839 h 1687"/>
                <a:gd name="T32" fmla="*/ 1815 w 1859"/>
                <a:gd name="T33" fmla="*/ 754 h 1687"/>
                <a:gd name="T34" fmla="*/ 1808 w 1859"/>
                <a:gd name="T35" fmla="*/ 679 h 1687"/>
                <a:gd name="T36" fmla="*/ 1797 w 1859"/>
                <a:gd name="T37" fmla="*/ 640 h 1687"/>
                <a:gd name="T38" fmla="*/ 1759 w 1859"/>
                <a:gd name="T39" fmla="*/ 592 h 1687"/>
                <a:gd name="T40" fmla="*/ 1699 w 1859"/>
                <a:gd name="T41" fmla="*/ 523 h 1687"/>
                <a:gd name="T42" fmla="*/ 1678 w 1859"/>
                <a:gd name="T43" fmla="*/ 382 h 1687"/>
                <a:gd name="T44" fmla="*/ 1596 w 1859"/>
                <a:gd name="T45" fmla="*/ 180 h 1687"/>
                <a:gd name="T46" fmla="*/ 1523 w 1859"/>
                <a:gd name="T47" fmla="*/ 118 h 1687"/>
                <a:gd name="T48" fmla="*/ 1396 w 1859"/>
                <a:gd name="T49" fmla="*/ 246 h 1687"/>
                <a:gd name="T50" fmla="*/ 1303 w 1859"/>
                <a:gd name="T51" fmla="*/ 266 h 1687"/>
                <a:gd name="T52" fmla="*/ 1219 w 1859"/>
                <a:gd name="T53" fmla="*/ 247 h 1687"/>
                <a:gd name="T54" fmla="*/ 1173 w 1859"/>
                <a:gd name="T55" fmla="*/ 54 h 1687"/>
                <a:gd name="T56" fmla="*/ 1046 w 1859"/>
                <a:gd name="T57" fmla="*/ 77 h 1687"/>
                <a:gd name="T58" fmla="*/ 923 w 1859"/>
                <a:gd name="T59" fmla="*/ 10 h 1687"/>
                <a:gd name="T60" fmla="*/ 878 w 1859"/>
                <a:gd name="T61" fmla="*/ 77 h 1687"/>
                <a:gd name="T62" fmla="*/ 829 w 1859"/>
                <a:gd name="T63" fmla="*/ 164 h 1687"/>
                <a:gd name="T64" fmla="*/ 777 w 1859"/>
                <a:gd name="T65" fmla="*/ 236 h 1687"/>
                <a:gd name="T66" fmla="*/ 666 w 1859"/>
                <a:gd name="T67" fmla="*/ 372 h 1687"/>
                <a:gd name="T68" fmla="*/ 679 w 1859"/>
                <a:gd name="T69" fmla="*/ 469 h 1687"/>
                <a:gd name="T70" fmla="*/ 604 w 1859"/>
                <a:gd name="T71" fmla="*/ 508 h 1687"/>
                <a:gd name="T72" fmla="*/ 601 w 1859"/>
                <a:gd name="T73" fmla="*/ 601 h 1687"/>
                <a:gd name="T74" fmla="*/ 553 w 1859"/>
                <a:gd name="T75" fmla="*/ 636 h 1687"/>
                <a:gd name="T76" fmla="*/ 438 w 1859"/>
                <a:gd name="T77" fmla="*/ 677 h 1687"/>
                <a:gd name="T78" fmla="*/ 309 w 1859"/>
                <a:gd name="T79" fmla="*/ 726 h 1687"/>
                <a:gd name="T80" fmla="*/ 221 w 1859"/>
                <a:gd name="T81" fmla="*/ 748 h 1687"/>
                <a:gd name="T82" fmla="*/ 179 w 1859"/>
                <a:gd name="T83" fmla="*/ 790 h 1687"/>
                <a:gd name="T84" fmla="*/ 137 w 1859"/>
                <a:gd name="T85" fmla="*/ 746 h 1687"/>
                <a:gd name="T86" fmla="*/ 65 w 1859"/>
                <a:gd name="T87" fmla="*/ 824 h 1687"/>
                <a:gd name="T88" fmla="*/ 50 w 1859"/>
                <a:gd name="T89" fmla="*/ 928 h 1687"/>
                <a:gd name="T90" fmla="*/ 31 w 1859"/>
                <a:gd name="T91" fmla="*/ 979 h 1687"/>
                <a:gd name="T92" fmla="*/ 149 w 1859"/>
                <a:gd name="T93" fmla="*/ 1089 h 1687"/>
                <a:gd name="T94" fmla="*/ 169 w 1859"/>
                <a:gd name="T95" fmla="*/ 1171 h 1687"/>
                <a:gd name="T96" fmla="*/ 135 w 1859"/>
                <a:gd name="T97" fmla="*/ 1251 h 1687"/>
                <a:gd name="T98" fmla="*/ 62 w 1859"/>
                <a:gd name="T99" fmla="*/ 1351 h 1687"/>
                <a:gd name="T100" fmla="*/ 16 w 1859"/>
                <a:gd name="T101" fmla="*/ 1443 h 1687"/>
                <a:gd name="T102" fmla="*/ 76 w 1859"/>
                <a:gd name="T103" fmla="*/ 1552 h 1687"/>
                <a:gd name="T104" fmla="*/ 213 w 1859"/>
                <a:gd name="T105" fmla="*/ 1587 h 1687"/>
                <a:gd name="T106" fmla="*/ 345 w 1859"/>
                <a:gd name="T107" fmla="*/ 1599 h 1687"/>
                <a:gd name="T108" fmla="*/ 471 w 1859"/>
                <a:gd name="T109" fmla="*/ 1589 h 1687"/>
                <a:gd name="T110" fmla="*/ 501 w 1859"/>
                <a:gd name="T111" fmla="*/ 1498 h 1687"/>
                <a:gd name="T112" fmla="*/ 613 w 1859"/>
                <a:gd name="T113" fmla="*/ 1536 h 1687"/>
                <a:gd name="T114" fmla="*/ 728 w 1859"/>
                <a:gd name="T115" fmla="*/ 1593 h 1687"/>
                <a:gd name="T116" fmla="*/ 864 w 1859"/>
                <a:gd name="T117" fmla="*/ 1666 h 1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59" h="1687">
                  <a:moveTo>
                    <a:pt x="1015" y="1669"/>
                  </a:moveTo>
                  <a:lnTo>
                    <a:pt x="1012" y="1676"/>
                  </a:lnTo>
                  <a:lnTo>
                    <a:pt x="1014" y="1678"/>
                  </a:lnTo>
                  <a:lnTo>
                    <a:pt x="1025" y="1681"/>
                  </a:lnTo>
                  <a:cubicBezTo>
                    <a:pt x="1027" y="1681"/>
                    <a:pt x="1028" y="1682"/>
                    <a:pt x="1029" y="1684"/>
                  </a:cubicBezTo>
                  <a:lnTo>
                    <a:pt x="1030" y="1686"/>
                  </a:lnTo>
                  <a:lnTo>
                    <a:pt x="1067" y="1680"/>
                  </a:lnTo>
                  <a:lnTo>
                    <a:pt x="1082" y="1679"/>
                  </a:lnTo>
                  <a:lnTo>
                    <a:pt x="1089" y="1680"/>
                  </a:lnTo>
                  <a:lnTo>
                    <a:pt x="1106" y="1686"/>
                  </a:lnTo>
                  <a:lnTo>
                    <a:pt x="1111" y="1685"/>
                  </a:lnTo>
                  <a:lnTo>
                    <a:pt x="1117" y="1678"/>
                  </a:lnTo>
                  <a:lnTo>
                    <a:pt x="1117" y="1676"/>
                  </a:lnTo>
                  <a:lnTo>
                    <a:pt x="1117" y="1668"/>
                  </a:lnTo>
                  <a:lnTo>
                    <a:pt x="1120" y="1656"/>
                  </a:lnTo>
                  <a:lnTo>
                    <a:pt x="1122" y="1650"/>
                  </a:lnTo>
                  <a:lnTo>
                    <a:pt x="1130" y="1640"/>
                  </a:lnTo>
                  <a:lnTo>
                    <a:pt x="1137" y="1632"/>
                  </a:lnTo>
                  <a:cubicBezTo>
                    <a:pt x="1138" y="1631"/>
                    <a:pt x="1139" y="1630"/>
                    <a:pt x="1140" y="1630"/>
                  </a:cubicBezTo>
                  <a:lnTo>
                    <a:pt x="1146" y="1628"/>
                  </a:lnTo>
                  <a:lnTo>
                    <a:pt x="1194" y="1622"/>
                  </a:lnTo>
                  <a:cubicBezTo>
                    <a:pt x="1195" y="1622"/>
                    <a:pt x="1195" y="1622"/>
                    <a:pt x="1196" y="1622"/>
                  </a:cubicBezTo>
                  <a:lnTo>
                    <a:pt x="1221" y="1626"/>
                  </a:lnTo>
                  <a:lnTo>
                    <a:pt x="1222" y="1625"/>
                  </a:lnTo>
                  <a:lnTo>
                    <a:pt x="1222" y="1623"/>
                  </a:lnTo>
                  <a:lnTo>
                    <a:pt x="1219" y="1617"/>
                  </a:lnTo>
                  <a:lnTo>
                    <a:pt x="1214" y="1613"/>
                  </a:lnTo>
                  <a:lnTo>
                    <a:pt x="1201" y="1608"/>
                  </a:lnTo>
                  <a:cubicBezTo>
                    <a:pt x="1200" y="1608"/>
                    <a:pt x="1200" y="1607"/>
                    <a:pt x="1199" y="1607"/>
                  </a:cubicBezTo>
                  <a:lnTo>
                    <a:pt x="1195" y="1604"/>
                  </a:lnTo>
                  <a:lnTo>
                    <a:pt x="1190" y="1598"/>
                  </a:lnTo>
                  <a:cubicBezTo>
                    <a:pt x="1189" y="1597"/>
                    <a:pt x="1189" y="1597"/>
                    <a:pt x="1189" y="1596"/>
                  </a:cubicBezTo>
                  <a:lnTo>
                    <a:pt x="1183" y="1585"/>
                  </a:lnTo>
                  <a:lnTo>
                    <a:pt x="1178" y="1583"/>
                  </a:lnTo>
                  <a:lnTo>
                    <a:pt x="1174" y="1583"/>
                  </a:lnTo>
                  <a:lnTo>
                    <a:pt x="1144" y="1592"/>
                  </a:lnTo>
                  <a:lnTo>
                    <a:pt x="1133" y="1593"/>
                  </a:lnTo>
                  <a:lnTo>
                    <a:pt x="1127" y="1592"/>
                  </a:lnTo>
                  <a:lnTo>
                    <a:pt x="1121" y="1589"/>
                  </a:lnTo>
                  <a:lnTo>
                    <a:pt x="1101" y="1577"/>
                  </a:lnTo>
                  <a:cubicBezTo>
                    <a:pt x="1100" y="1577"/>
                    <a:pt x="1099" y="1576"/>
                    <a:pt x="1099" y="1575"/>
                  </a:cubicBezTo>
                  <a:lnTo>
                    <a:pt x="1096" y="1572"/>
                  </a:lnTo>
                  <a:cubicBezTo>
                    <a:pt x="1095" y="1571"/>
                    <a:pt x="1094" y="1569"/>
                    <a:pt x="1094" y="1567"/>
                  </a:cubicBezTo>
                  <a:lnTo>
                    <a:pt x="1095" y="1554"/>
                  </a:lnTo>
                  <a:lnTo>
                    <a:pt x="1094" y="1548"/>
                  </a:lnTo>
                  <a:lnTo>
                    <a:pt x="1089" y="1543"/>
                  </a:lnTo>
                  <a:lnTo>
                    <a:pt x="1082" y="1541"/>
                  </a:lnTo>
                  <a:cubicBezTo>
                    <a:pt x="1081" y="1540"/>
                    <a:pt x="1081" y="1540"/>
                    <a:pt x="1080" y="1540"/>
                  </a:cubicBezTo>
                  <a:lnTo>
                    <a:pt x="1077" y="1538"/>
                  </a:lnTo>
                  <a:cubicBezTo>
                    <a:pt x="1075" y="1537"/>
                    <a:pt x="1074" y="1536"/>
                    <a:pt x="1073" y="1534"/>
                  </a:cubicBezTo>
                  <a:lnTo>
                    <a:pt x="1072" y="1531"/>
                  </a:lnTo>
                  <a:cubicBezTo>
                    <a:pt x="1071" y="1529"/>
                    <a:pt x="1071" y="1526"/>
                    <a:pt x="1071" y="1524"/>
                  </a:cubicBezTo>
                  <a:lnTo>
                    <a:pt x="1074" y="1518"/>
                  </a:lnTo>
                  <a:lnTo>
                    <a:pt x="1083" y="1504"/>
                  </a:lnTo>
                  <a:cubicBezTo>
                    <a:pt x="1083" y="1503"/>
                    <a:pt x="1084" y="1502"/>
                    <a:pt x="1085" y="1501"/>
                  </a:cubicBezTo>
                  <a:lnTo>
                    <a:pt x="1088" y="1499"/>
                  </a:lnTo>
                  <a:cubicBezTo>
                    <a:pt x="1089" y="1498"/>
                    <a:pt x="1090" y="1498"/>
                    <a:pt x="1091" y="1497"/>
                  </a:cubicBezTo>
                  <a:lnTo>
                    <a:pt x="1095" y="1497"/>
                  </a:lnTo>
                  <a:cubicBezTo>
                    <a:pt x="1096" y="1496"/>
                    <a:pt x="1097" y="1496"/>
                    <a:pt x="1098" y="1496"/>
                  </a:cubicBezTo>
                  <a:lnTo>
                    <a:pt x="1106" y="1497"/>
                  </a:lnTo>
                  <a:lnTo>
                    <a:pt x="1109" y="1497"/>
                  </a:lnTo>
                  <a:lnTo>
                    <a:pt x="1131" y="1488"/>
                  </a:lnTo>
                  <a:lnTo>
                    <a:pt x="1130" y="1485"/>
                  </a:lnTo>
                  <a:lnTo>
                    <a:pt x="1125" y="1463"/>
                  </a:lnTo>
                  <a:lnTo>
                    <a:pt x="1115" y="1456"/>
                  </a:lnTo>
                  <a:cubicBezTo>
                    <a:pt x="1115" y="1456"/>
                    <a:pt x="1114" y="1456"/>
                    <a:pt x="1114" y="1455"/>
                  </a:cubicBezTo>
                  <a:lnTo>
                    <a:pt x="1111" y="1452"/>
                  </a:lnTo>
                  <a:cubicBezTo>
                    <a:pt x="1109" y="1450"/>
                    <a:pt x="1109" y="1448"/>
                    <a:pt x="1109" y="1446"/>
                  </a:cubicBezTo>
                  <a:lnTo>
                    <a:pt x="1109" y="1441"/>
                  </a:lnTo>
                  <a:cubicBezTo>
                    <a:pt x="1109" y="1439"/>
                    <a:pt x="1110" y="1438"/>
                    <a:pt x="1111" y="1436"/>
                  </a:cubicBezTo>
                  <a:lnTo>
                    <a:pt x="1114" y="1433"/>
                  </a:lnTo>
                  <a:cubicBezTo>
                    <a:pt x="1114" y="1432"/>
                    <a:pt x="1115" y="1431"/>
                    <a:pt x="1116" y="1431"/>
                  </a:cubicBezTo>
                  <a:lnTo>
                    <a:pt x="1120" y="1429"/>
                  </a:lnTo>
                  <a:lnTo>
                    <a:pt x="1134" y="1424"/>
                  </a:lnTo>
                  <a:lnTo>
                    <a:pt x="1134" y="1419"/>
                  </a:lnTo>
                  <a:lnTo>
                    <a:pt x="1129" y="1405"/>
                  </a:lnTo>
                  <a:lnTo>
                    <a:pt x="1124" y="1388"/>
                  </a:lnTo>
                  <a:lnTo>
                    <a:pt x="1115" y="1381"/>
                  </a:lnTo>
                  <a:lnTo>
                    <a:pt x="1114" y="1380"/>
                  </a:lnTo>
                  <a:lnTo>
                    <a:pt x="1111" y="1376"/>
                  </a:lnTo>
                  <a:cubicBezTo>
                    <a:pt x="1110" y="1374"/>
                    <a:pt x="1109" y="1372"/>
                    <a:pt x="1109" y="1370"/>
                  </a:cubicBezTo>
                  <a:lnTo>
                    <a:pt x="1110" y="1366"/>
                  </a:lnTo>
                  <a:cubicBezTo>
                    <a:pt x="1110" y="1365"/>
                    <a:pt x="1110" y="1364"/>
                    <a:pt x="1111" y="1363"/>
                  </a:cubicBezTo>
                  <a:lnTo>
                    <a:pt x="1118" y="1353"/>
                  </a:lnTo>
                  <a:lnTo>
                    <a:pt x="1118" y="1350"/>
                  </a:lnTo>
                  <a:lnTo>
                    <a:pt x="1115" y="1340"/>
                  </a:lnTo>
                  <a:lnTo>
                    <a:pt x="1112" y="1336"/>
                  </a:lnTo>
                  <a:lnTo>
                    <a:pt x="1106" y="1331"/>
                  </a:lnTo>
                  <a:lnTo>
                    <a:pt x="1094" y="1330"/>
                  </a:lnTo>
                  <a:lnTo>
                    <a:pt x="1085" y="1328"/>
                  </a:lnTo>
                  <a:cubicBezTo>
                    <a:pt x="1084" y="1328"/>
                    <a:pt x="1083" y="1328"/>
                    <a:pt x="1082" y="1327"/>
                  </a:cubicBezTo>
                  <a:lnTo>
                    <a:pt x="1070" y="1319"/>
                  </a:lnTo>
                  <a:lnTo>
                    <a:pt x="1063" y="1316"/>
                  </a:lnTo>
                  <a:lnTo>
                    <a:pt x="1026" y="1304"/>
                  </a:lnTo>
                  <a:lnTo>
                    <a:pt x="1020" y="1300"/>
                  </a:lnTo>
                  <a:lnTo>
                    <a:pt x="1001" y="1284"/>
                  </a:lnTo>
                  <a:cubicBezTo>
                    <a:pt x="1000" y="1283"/>
                    <a:pt x="999" y="1283"/>
                    <a:pt x="999" y="1282"/>
                  </a:cubicBezTo>
                  <a:lnTo>
                    <a:pt x="996" y="1278"/>
                  </a:lnTo>
                  <a:cubicBezTo>
                    <a:pt x="996" y="1276"/>
                    <a:pt x="995" y="1275"/>
                    <a:pt x="995" y="1274"/>
                  </a:cubicBezTo>
                  <a:lnTo>
                    <a:pt x="993" y="1256"/>
                  </a:lnTo>
                  <a:lnTo>
                    <a:pt x="987" y="1238"/>
                  </a:lnTo>
                  <a:cubicBezTo>
                    <a:pt x="987" y="1237"/>
                    <a:pt x="987" y="1236"/>
                    <a:pt x="987" y="1235"/>
                  </a:cubicBezTo>
                  <a:lnTo>
                    <a:pt x="991" y="1209"/>
                  </a:lnTo>
                  <a:lnTo>
                    <a:pt x="994" y="1203"/>
                  </a:lnTo>
                  <a:cubicBezTo>
                    <a:pt x="994" y="1202"/>
                    <a:pt x="994" y="1202"/>
                    <a:pt x="995" y="1201"/>
                  </a:cubicBezTo>
                  <a:lnTo>
                    <a:pt x="1001" y="1191"/>
                  </a:lnTo>
                  <a:lnTo>
                    <a:pt x="1001" y="1188"/>
                  </a:lnTo>
                  <a:cubicBezTo>
                    <a:pt x="1001" y="1186"/>
                    <a:pt x="1001" y="1185"/>
                    <a:pt x="1002" y="1183"/>
                  </a:cubicBezTo>
                  <a:lnTo>
                    <a:pt x="1004" y="1179"/>
                  </a:lnTo>
                  <a:cubicBezTo>
                    <a:pt x="1005" y="1178"/>
                    <a:pt x="1006" y="1177"/>
                    <a:pt x="1007" y="1176"/>
                  </a:cubicBezTo>
                  <a:lnTo>
                    <a:pt x="1013" y="1172"/>
                  </a:lnTo>
                  <a:cubicBezTo>
                    <a:pt x="1014" y="1172"/>
                    <a:pt x="1015" y="1172"/>
                    <a:pt x="1016" y="1171"/>
                  </a:cubicBezTo>
                  <a:lnTo>
                    <a:pt x="1028" y="1169"/>
                  </a:lnTo>
                  <a:lnTo>
                    <a:pt x="1043" y="1167"/>
                  </a:lnTo>
                  <a:lnTo>
                    <a:pt x="1044" y="1164"/>
                  </a:lnTo>
                  <a:lnTo>
                    <a:pt x="1043" y="1161"/>
                  </a:lnTo>
                  <a:lnTo>
                    <a:pt x="1041" y="1155"/>
                  </a:lnTo>
                  <a:lnTo>
                    <a:pt x="1041" y="1149"/>
                  </a:lnTo>
                  <a:cubicBezTo>
                    <a:pt x="1040" y="1148"/>
                    <a:pt x="1041" y="1147"/>
                    <a:pt x="1041" y="1146"/>
                  </a:cubicBezTo>
                  <a:lnTo>
                    <a:pt x="1042" y="1141"/>
                  </a:lnTo>
                  <a:cubicBezTo>
                    <a:pt x="1042" y="1141"/>
                    <a:pt x="1043" y="1140"/>
                    <a:pt x="1043" y="1139"/>
                  </a:cubicBezTo>
                  <a:lnTo>
                    <a:pt x="1045" y="1135"/>
                  </a:lnTo>
                  <a:lnTo>
                    <a:pt x="1057" y="1120"/>
                  </a:lnTo>
                  <a:lnTo>
                    <a:pt x="1057" y="1118"/>
                  </a:lnTo>
                  <a:cubicBezTo>
                    <a:pt x="1057" y="1117"/>
                    <a:pt x="1057" y="1116"/>
                    <a:pt x="1058" y="1115"/>
                  </a:cubicBezTo>
                  <a:lnTo>
                    <a:pt x="1059" y="1112"/>
                  </a:lnTo>
                  <a:cubicBezTo>
                    <a:pt x="1060" y="1110"/>
                    <a:pt x="1062" y="1109"/>
                    <a:pt x="1064" y="1108"/>
                  </a:cubicBezTo>
                  <a:lnTo>
                    <a:pt x="1068" y="1106"/>
                  </a:lnTo>
                  <a:cubicBezTo>
                    <a:pt x="1070" y="1106"/>
                    <a:pt x="1072" y="1106"/>
                    <a:pt x="1073" y="1106"/>
                  </a:cubicBezTo>
                  <a:lnTo>
                    <a:pt x="1082" y="1109"/>
                  </a:lnTo>
                  <a:cubicBezTo>
                    <a:pt x="1083" y="1109"/>
                    <a:pt x="1084" y="1110"/>
                    <a:pt x="1085" y="1111"/>
                  </a:cubicBezTo>
                  <a:lnTo>
                    <a:pt x="1088" y="1114"/>
                  </a:lnTo>
                  <a:cubicBezTo>
                    <a:pt x="1089" y="1115"/>
                    <a:pt x="1090" y="1117"/>
                    <a:pt x="1090" y="1118"/>
                  </a:cubicBezTo>
                  <a:lnTo>
                    <a:pt x="1092" y="1122"/>
                  </a:lnTo>
                  <a:cubicBezTo>
                    <a:pt x="1092" y="1123"/>
                    <a:pt x="1092" y="1124"/>
                    <a:pt x="1092" y="1125"/>
                  </a:cubicBezTo>
                  <a:lnTo>
                    <a:pt x="1092" y="1126"/>
                  </a:lnTo>
                  <a:lnTo>
                    <a:pt x="1101" y="1120"/>
                  </a:lnTo>
                  <a:cubicBezTo>
                    <a:pt x="1101" y="1119"/>
                    <a:pt x="1102" y="1119"/>
                    <a:pt x="1103" y="1118"/>
                  </a:cubicBezTo>
                  <a:lnTo>
                    <a:pt x="1118" y="1113"/>
                  </a:lnTo>
                  <a:lnTo>
                    <a:pt x="1160" y="1107"/>
                  </a:lnTo>
                  <a:cubicBezTo>
                    <a:pt x="1163" y="1106"/>
                    <a:pt x="1166" y="1107"/>
                    <a:pt x="1167" y="1109"/>
                  </a:cubicBezTo>
                  <a:lnTo>
                    <a:pt x="1182" y="1124"/>
                  </a:lnTo>
                  <a:lnTo>
                    <a:pt x="1188" y="1127"/>
                  </a:lnTo>
                  <a:lnTo>
                    <a:pt x="1192" y="1127"/>
                  </a:lnTo>
                  <a:lnTo>
                    <a:pt x="1202" y="1127"/>
                  </a:lnTo>
                  <a:lnTo>
                    <a:pt x="1220" y="1122"/>
                  </a:lnTo>
                  <a:lnTo>
                    <a:pt x="1229" y="1121"/>
                  </a:lnTo>
                  <a:cubicBezTo>
                    <a:pt x="1230" y="1121"/>
                    <a:pt x="1231" y="1121"/>
                    <a:pt x="1232" y="1122"/>
                  </a:cubicBezTo>
                  <a:lnTo>
                    <a:pt x="1240" y="1125"/>
                  </a:lnTo>
                  <a:cubicBezTo>
                    <a:pt x="1240" y="1125"/>
                    <a:pt x="1241" y="1126"/>
                    <a:pt x="1242" y="1126"/>
                  </a:cubicBezTo>
                  <a:lnTo>
                    <a:pt x="1250" y="1133"/>
                  </a:lnTo>
                  <a:lnTo>
                    <a:pt x="1251" y="1133"/>
                  </a:lnTo>
                  <a:lnTo>
                    <a:pt x="1253" y="1130"/>
                  </a:lnTo>
                  <a:lnTo>
                    <a:pt x="1253" y="1129"/>
                  </a:lnTo>
                  <a:lnTo>
                    <a:pt x="1251" y="1122"/>
                  </a:lnTo>
                  <a:lnTo>
                    <a:pt x="1251" y="1116"/>
                  </a:lnTo>
                  <a:cubicBezTo>
                    <a:pt x="1251" y="1115"/>
                    <a:pt x="1251" y="1114"/>
                    <a:pt x="1251" y="1113"/>
                  </a:cubicBezTo>
                  <a:lnTo>
                    <a:pt x="1252" y="1109"/>
                  </a:lnTo>
                  <a:cubicBezTo>
                    <a:pt x="1252" y="1109"/>
                    <a:pt x="1253" y="1108"/>
                    <a:pt x="1253" y="1107"/>
                  </a:cubicBezTo>
                  <a:lnTo>
                    <a:pt x="1255" y="1103"/>
                  </a:lnTo>
                  <a:lnTo>
                    <a:pt x="1260" y="1098"/>
                  </a:lnTo>
                  <a:cubicBezTo>
                    <a:pt x="1260" y="1098"/>
                    <a:pt x="1261" y="1097"/>
                    <a:pt x="1262" y="1097"/>
                  </a:cubicBezTo>
                  <a:lnTo>
                    <a:pt x="1266" y="1094"/>
                  </a:lnTo>
                  <a:cubicBezTo>
                    <a:pt x="1267" y="1094"/>
                    <a:pt x="1269" y="1093"/>
                    <a:pt x="1270" y="1093"/>
                  </a:cubicBezTo>
                  <a:lnTo>
                    <a:pt x="1276" y="1093"/>
                  </a:lnTo>
                  <a:cubicBezTo>
                    <a:pt x="1277" y="1093"/>
                    <a:pt x="1278" y="1093"/>
                    <a:pt x="1278" y="1093"/>
                  </a:cubicBezTo>
                  <a:lnTo>
                    <a:pt x="1288" y="1097"/>
                  </a:lnTo>
                  <a:lnTo>
                    <a:pt x="1328" y="1105"/>
                  </a:lnTo>
                  <a:lnTo>
                    <a:pt x="1374" y="1101"/>
                  </a:lnTo>
                  <a:lnTo>
                    <a:pt x="1428" y="1106"/>
                  </a:lnTo>
                  <a:lnTo>
                    <a:pt x="1435" y="1105"/>
                  </a:lnTo>
                  <a:lnTo>
                    <a:pt x="1444" y="1102"/>
                  </a:lnTo>
                  <a:lnTo>
                    <a:pt x="1454" y="1094"/>
                  </a:lnTo>
                  <a:lnTo>
                    <a:pt x="1466" y="1082"/>
                  </a:lnTo>
                  <a:lnTo>
                    <a:pt x="1461" y="1070"/>
                  </a:lnTo>
                  <a:lnTo>
                    <a:pt x="1461" y="1064"/>
                  </a:lnTo>
                  <a:cubicBezTo>
                    <a:pt x="1460" y="1064"/>
                    <a:pt x="1461" y="1062"/>
                    <a:pt x="1461" y="1061"/>
                  </a:cubicBezTo>
                  <a:lnTo>
                    <a:pt x="1461" y="1059"/>
                  </a:lnTo>
                  <a:lnTo>
                    <a:pt x="1463" y="1055"/>
                  </a:lnTo>
                  <a:lnTo>
                    <a:pt x="1465" y="1047"/>
                  </a:lnTo>
                  <a:lnTo>
                    <a:pt x="1465" y="1044"/>
                  </a:lnTo>
                  <a:lnTo>
                    <a:pt x="1463" y="1041"/>
                  </a:lnTo>
                  <a:lnTo>
                    <a:pt x="1452" y="1031"/>
                  </a:lnTo>
                  <a:lnTo>
                    <a:pt x="1449" y="1026"/>
                  </a:lnTo>
                  <a:cubicBezTo>
                    <a:pt x="1448" y="1025"/>
                    <a:pt x="1448" y="1024"/>
                    <a:pt x="1448" y="1024"/>
                  </a:cubicBezTo>
                  <a:lnTo>
                    <a:pt x="1447" y="1019"/>
                  </a:lnTo>
                  <a:cubicBezTo>
                    <a:pt x="1446" y="1018"/>
                    <a:pt x="1446" y="1018"/>
                    <a:pt x="1446" y="1017"/>
                  </a:cubicBezTo>
                  <a:lnTo>
                    <a:pt x="1446" y="1013"/>
                  </a:lnTo>
                  <a:lnTo>
                    <a:pt x="1447" y="1002"/>
                  </a:lnTo>
                  <a:lnTo>
                    <a:pt x="1447" y="995"/>
                  </a:lnTo>
                  <a:cubicBezTo>
                    <a:pt x="1447" y="994"/>
                    <a:pt x="1447" y="993"/>
                    <a:pt x="1447" y="992"/>
                  </a:cubicBezTo>
                  <a:lnTo>
                    <a:pt x="1448" y="988"/>
                  </a:lnTo>
                  <a:lnTo>
                    <a:pt x="1454" y="976"/>
                  </a:lnTo>
                  <a:lnTo>
                    <a:pt x="1454" y="974"/>
                  </a:lnTo>
                  <a:cubicBezTo>
                    <a:pt x="1454" y="973"/>
                    <a:pt x="1455" y="972"/>
                    <a:pt x="1455" y="971"/>
                  </a:cubicBezTo>
                  <a:lnTo>
                    <a:pt x="1457" y="967"/>
                  </a:lnTo>
                  <a:cubicBezTo>
                    <a:pt x="1458" y="966"/>
                    <a:pt x="1459" y="964"/>
                    <a:pt x="1460" y="964"/>
                  </a:cubicBezTo>
                  <a:lnTo>
                    <a:pt x="1465" y="960"/>
                  </a:lnTo>
                  <a:cubicBezTo>
                    <a:pt x="1466" y="960"/>
                    <a:pt x="1467" y="959"/>
                    <a:pt x="1468" y="959"/>
                  </a:cubicBezTo>
                  <a:lnTo>
                    <a:pt x="1480" y="958"/>
                  </a:lnTo>
                  <a:lnTo>
                    <a:pt x="1495" y="959"/>
                  </a:lnTo>
                  <a:lnTo>
                    <a:pt x="1500" y="961"/>
                  </a:lnTo>
                  <a:lnTo>
                    <a:pt x="1524" y="974"/>
                  </a:lnTo>
                  <a:lnTo>
                    <a:pt x="1529" y="973"/>
                  </a:lnTo>
                  <a:lnTo>
                    <a:pt x="1586" y="947"/>
                  </a:lnTo>
                  <a:lnTo>
                    <a:pt x="1588" y="945"/>
                  </a:lnTo>
                  <a:lnTo>
                    <a:pt x="1595" y="933"/>
                  </a:lnTo>
                  <a:cubicBezTo>
                    <a:pt x="1595" y="932"/>
                    <a:pt x="1596" y="931"/>
                    <a:pt x="1596" y="930"/>
                  </a:cubicBezTo>
                  <a:lnTo>
                    <a:pt x="1605" y="923"/>
                  </a:lnTo>
                  <a:cubicBezTo>
                    <a:pt x="1606" y="922"/>
                    <a:pt x="1607" y="921"/>
                    <a:pt x="1608" y="921"/>
                  </a:cubicBezTo>
                  <a:lnTo>
                    <a:pt x="1622" y="917"/>
                  </a:lnTo>
                  <a:lnTo>
                    <a:pt x="1633" y="916"/>
                  </a:lnTo>
                  <a:lnTo>
                    <a:pt x="1639" y="916"/>
                  </a:lnTo>
                  <a:cubicBezTo>
                    <a:pt x="1639" y="916"/>
                    <a:pt x="1640" y="916"/>
                    <a:pt x="1641" y="917"/>
                  </a:cubicBezTo>
                  <a:lnTo>
                    <a:pt x="1645" y="918"/>
                  </a:lnTo>
                  <a:lnTo>
                    <a:pt x="1653" y="923"/>
                  </a:lnTo>
                  <a:lnTo>
                    <a:pt x="1656" y="923"/>
                  </a:lnTo>
                  <a:lnTo>
                    <a:pt x="1659" y="922"/>
                  </a:lnTo>
                  <a:lnTo>
                    <a:pt x="1661" y="920"/>
                  </a:lnTo>
                  <a:lnTo>
                    <a:pt x="1663" y="913"/>
                  </a:lnTo>
                  <a:lnTo>
                    <a:pt x="1662" y="898"/>
                  </a:lnTo>
                  <a:cubicBezTo>
                    <a:pt x="1662" y="897"/>
                    <a:pt x="1662" y="896"/>
                    <a:pt x="1662" y="896"/>
                  </a:cubicBezTo>
                  <a:lnTo>
                    <a:pt x="1663" y="891"/>
                  </a:lnTo>
                  <a:lnTo>
                    <a:pt x="1666" y="882"/>
                  </a:lnTo>
                  <a:lnTo>
                    <a:pt x="1666" y="881"/>
                  </a:lnTo>
                  <a:lnTo>
                    <a:pt x="1660" y="869"/>
                  </a:lnTo>
                  <a:cubicBezTo>
                    <a:pt x="1660" y="868"/>
                    <a:pt x="1660" y="867"/>
                    <a:pt x="1660" y="866"/>
                  </a:cubicBezTo>
                  <a:lnTo>
                    <a:pt x="1659" y="862"/>
                  </a:lnTo>
                  <a:lnTo>
                    <a:pt x="1661" y="848"/>
                  </a:lnTo>
                  <a:cubicBezTo>
                    <a:pt x="1661" y="847"/>
                    <a:pt x="1662" y="846"/>
                    <a:pt x="1662" y="845"/>
                  </a:cubicBezTo>
                  <a:lnTo>
                    <a:pt x="1664" y="841"/>
                  </a:lnTo>
                  <a:cubicBezTo>
                    <a:pt x="1665" y="840"/>
                    <a:pt x="1666" y="838"/>
                    <a:pt x="1667" y="838"/>
                  </a:cubicBezTo>
                  <a:lnTo>
                    <a:pt x="1672" y="835"/>
                  </a:lnTo>
                  <a:cubicBezTo>
                    <a:pt x="1673" y="834"/>
                    <a:pt x="1674" y="834"/>
                    <a:pt x="1676" y="833"/>
                  </a:cubicBezTo>
                  <a:lnTo>
                    <a:pt x="1686" y="832"/>
                  </a:lnTo>
                  <a:lnTo>
                    <a:pt x="1694" y="833"/>
                  </a:lnTo>
                  <a:lnTo>
                    <a:pt x="1707" y="836"/>
                  </a:lnTo>
                  <a:lnTo>
                    <a:pt x="1718" y="835"/>
                  </a:lnTo>
                  <a:lnTo>
                    <a:pt x="1723" y="836"/>
                  </a:lnTo>
                  <a:lnTo>
                    <a:pt x="1734" y="839"/>
                  </a:lnTo>
                  <a:lnTo>
                    <a:pt x="1739" y="838"/>
                  </a:lnTo>
                  <a:lnTo>
                    <a:pt x="1744" y="836"/>
                  </a:lnTo>
                  <a:lnTo>
                    <a:pt x="1746" y="833"/>
                  </a:lnTo>
                  <a:lnTo>
                    <a:pt x="1751" y="826"/>
                  </a:lnTo>
                  <a:lnTo>
                    <a:pt x="1754" y="809"/>
                  </a:lnTo>
                  <a:cubicBezTo>
                    <a:pt x="1754" y="809"/>
                    <a:pt x="1754" y="808"/>
                    <a:pt x="1755" y="807"/>
                  </a:cubicBezTo>
                  <a:lnTo>
                    <a:pt x="1758" y="802"/>
                  </a:lnTo>
                  <a:cubicBezTo>
                    <a:pt x="1759" y="801"/>
                    <a:pt x="1759" y="801"/>
                    <a:pt x="1760" y="800"/>
                  </a:cubicBezTo>
                  <a:lnTo>
                    <a:pt x="1768" y="793"/>
                  </a:lnTo>
                  <a:lnTo>
                    <a:pt x="1776" y="788"/>
                  </a:lnTo>
                  <a:cubicBezTo>
                    <a:pt x="1777" y="788"/>
                    <a:pt x="1778" y="788"/>
                    <a:pt x="1779" y="787"/>
                  </a:cubicBezTo>
                  <a:lnTo>
                    <a:pt x="1799" y="786"/>
                  </a:lnTo>
                  <a:lnTo>
                    <a:pt x="1806" y="780"/>
                  </a:lnTo>
                  <a:lnTo>
                    <a:pt x="1813" y="758"/>
                  </a:lnTo>
                  <a:cubicBezTo>
                    <a:pt x="1814" y="757"/>
                    <a:pt x="1814" y="755"/>
                    <a:pt x="1815" y="754"/>
                  </a:cubicBezTo>
                  <a:lnTo>
                    <a:pt x="1836" y="735"/>
                  </a:lnTo>
                  <a:lnTo>
                    <a:pt x="1841" y="728"/>
                  </a:lnTo>
                  <a:lnTo>
                    <a:pt x="1858" y="712"/>
                  </a:lnTo>
                  <a:lnTo>
                    <a:pt x="1858" y="710"/>
                  </a:lnTo>
                  <a:lnTo>
                    <a:pt x="1855" y="707"/>
                  </a:lnTo>
                  <a:lnTo>
                    <a:pt x="1853" y="705"/>
                  </a:lnTo>
                  <a:lnTo>
                    <a:pt x="1842" y="697"/>
                  </a:lnTo>
                  <a:lnTo>
                    <a:pt x="1833" y="688"/>
                  </a:lnTo>
                  <a:lnTo>
                    <a:pt x="1830" y="688"/>
                  </a:lnTo>
                  <a:lnTo>
                    <a:pt x="1822" y="688"/>
                  </a:lnTo>
                  <a:cubicBezTo>
                    <a:pt x="1821" y="688"/>
                    <a:pt x="1820" y="688"/>
                    <a:pt x="1819" y="687"/>
                  </a:cubicBezTo>
                  <a:lnTo>
                    <a:pt x="1815" y="686"/>
                  </a:lnTo>
                  <a:cubicBezTo>
                    <a:pt x="1815" y="686"/>
                    <a:pt x="1814" y="685"/>
                    <a:pt x="1813" y="684"/>
                  </a:cubicBezTo>
                  <a:lnTo>
                    <a:pt x="1809" y="681"/>
                  </a:lnTo>
                  <a:cubicBezTo>
                    <a:pt x="1809" y="681"/>
                    <a:pt x="1808" y="680"/>
                    <a:pt x="1808" y="679"/>
                  </a:cubicBezTo>
                  <a:lnTo>
                    <a:pt x="1806" y="677"/>
                  </a:lnTo>
                  <a:lnTo>
                    <a:pt x="1803" y="678"/>
                  </a:lnTo>
                  <a:cubicBezTo>
                    <a:pt x="1802" y="678"/>
                    <a:pt x="1800" y="679"/>
                    <a:pt x="1799" y="679"/>
                  </a:cubicBezTo>
                  <a:lnTo>
                    <a:pt x="1795" y="678"/>
                  </a:lnTo>
                  <a:cubicBezTo>
                    <a:pt x="1794" y="678"/>
                    <a:pt x="1793" y="678"/>
                    <a:pt x="1792" y="677"/>
                  </a:cubicBezTo>
                  <a:lnTo>
                    <a:pt x="1788" y="675"/>
                  </a:lnTo>
                  <a:lnTo>
                    <a:pt x="1783" y="671"/>
                  </a:lnTo>
                  <a:cubicBezTo>
                    <a:pt x="1782" y="671"/>
                    <a:pt x="1782" y="670"/>
                    <a:pt x="1781" y="670"/>
                  </a:cubicBezTo>
                  <a:lnTo>
                    <a:pt x="1779" y="667"/>
                  </a:lnTo>
                  <a:cubicBezTo>
                    <a:pt x="1778" y="665"/>
                    <a:pt x="1777" y="663"/>
                    <a:pt x="1778" y="661"/>
                  </a:cubicBezTo>
                  <a:lnTo>
                    <a:pt x="1778" y="658"/>
                  </a:lnTo>
                  <a:cubicBezTo>
                    <a:pt x="1778" y="655"/>
                    <a:pt x="1779" y="653"/>
                    <a:pt x="1781" y="652"/>
                  </a:cubicBezTo>
                  <a:lnTo>
                    <a:pt x="1786" y="648"/>
                  </a:lnTo>
                  <a:lnTo>
                    <a:pt x="1797" y="642"/>
                  </a:lnTo>
                  <a:lnTo>
                    <a:pt x="1797" y="640"/>
                  </a:lnTo>
                  <a:lnTo>
                    <a:pt x="1797" y="631"/>
                  </a:lnTo>
                  <a:cubicBezTo>
                    <a:pt x="1797" y="630"/>
                    <a:pt x="1797" y="629"/>
                    <a:pt x="1797" y="629"/>
                  </a:cubicBezTo>
                  <a:lnTo>
                    <a:pt x="1798" y="624"/>
                  </a:lnTo>
                  <a:cubicBezTo>
                    <a:pt x="1798" y="623"/>
                    <a:pt x="1798" y="622"/>
                    <a:pt x="1799" y="622"/>
                  </a:cubicBezTo>
                  <a:lnTo>
                    <a:pt x="1807" y="610"/>
                  </a:lnTo>
                  <a:cubicBezTo>
                    <a:pt x="1807" y="609"/>
                    <a:pt x="1808" y="608"/>
                    <a:pt x="1809" y="608"/>
                  </a:cubicBezTo>
                  <a:lnTo>
                    <a:pt x="1821" y="599"/>
                  </a:lnTo>
                  <a:lnTo>
                    <a:pt x="1820" y="596"/>
                  </a:lnTo>
                  <a:lnTo>
                    <a:pt x="1814" y="591"/>
                  </a:lnTo>
                  <a:lnTo>
                    <a:pt x="1811" y="590"/>
                  </a:lnTo>
                  <a:lnTo>
                    <a:pt x="1803" y="590"/>
                  </a:lnTo>
                  <a:lnTo>
                    <a:pt x="1768" y="594"/>
                  </a:lnTo>
                  <a:cubicBezTo>
                    <a:pt x="1767" y="594"/>
                    <a:pt x="1767" y="594"/>
                    <a:pt x="1766" y="594"/>
                  </a:cubicBezTo>
                  <a:lnTo>
                    <a:pt x="1762" y="593"/>
                  </a:lnTo>
                  <a:cubicBezTo>
                    <a:pt x="1761" y="593"/>
                    <a:pt x="1760" y="593"/>
                    <a:pt x="1759" y="592"/>
                  </a:cubicBezTo>
                  <a:lnTo>
                    <a:pt x="1756" y="590"/>
                  </a:lnTo>
                  <a:cubicBezTo>
                    <a:pt x="1754" y="589"/>
                    <a:pt x="1752" y="588"/>
                    <a:pt x="1752" y="585"/>
                  </a:cubicBezTo>
                  <a:lnTo>
                    <a:pt x="1750" y="580"/>
                  </a:lnTo>
                  <a:lnTo>
                    <a:pt x="1749" y="571"/>
                  </a:lnTo>
                  <a:lnTo>
                    <a:pt x="1748" y="568"/>
                  </a:lnTo>
                  <a:lnTo>
                    <a:pt x="1740" y="562"/>
                  </a:lnTo>
                  <a:lnTo>
                    <a:pt x="1724" y="554"/>
                  </a:lnTo>
                  <a:lnTo>
                    <a:pt x="1714" y="546"/>
                  </a:lnTo>
                  <a:lnTo>
                    <a:pt x="1706" y="546"/>
                  </a:lnTo>
                  <a:cubicBezTo>
                    <a:pt x="1705" y="546"/>
                    <a:pt x="1703" y="545"/>
                    <a:pt x="1702" y="544"/>
                  </a:cubicBezTo>
                  <a:lnTo>
                    <a:pt x="1700" y="542"/>
                  </a:lnTo>
                  <a:cubicBezTo>
                    <a:pt x="1697" y="540"/>
                    <a:pt x="1696" y="538"/>
                    <a:pt x="1696" y="535"/>
                  </a:cubicBezTo>
                  <a:lnTo>
                    <a:pt x="1697" y="530"/>
                  </a:lnTo>
                  <a:cubicBezTo>
                    <a:pt x="1697" y="529"/>
                    <a:pt x="1697" y="528"/>
                    <a:pt x="1697" y="528"/>
                  </a:cubicBezTo>
                  <a:lnTo>
                    <a:pt x="1699" y="523"/>
                  </a:lnTo>
                  <a:lnTo>
                    <a:pt x="1708" y="503"/>
                  </a:lnTo>
                  <a:lnTo>
                    <a:pt x="1708" y="501"/>
                  </a:lnTo>
                  <a:lnTo>
                    <a:pt x="1701" y="490"/>
                  </a:lnTo>
                  <a:cubicBezTo>
                    <a:pt x="1701" y="489"/>
                    <a:pt x="1700" y="488"/>
                    <a:pt x="1700" y="488"/>
                  </a:cubicBezTo>
                  <a:lnTo>
                    <a:pt x="1699" y="479"/>
                  </a:lnTo>
                  <a:lnTo>
                    <a:pt x="1697" y="461"/>
                  </a:lnTo>
                  <a:lnTo>
                    <a:pt x="1698" y="455"/>
                  </a:lnTo>
                  <a:cubicBezTo>
                    <a:pt x="1698" y="455"/>
                    <a:pt x="1698" y="454"/>
                    <a:pt x="1699" y="453"/>
                  </a:cubicBezTo>
                  <a:lnTo>
                    <a:pt x="1703" y="441"/>
                  </a:lnTo>
                  <a:lnTo>
                    <a:pt x="1703" y="436"/>
                  </a:lnTo>
                  <a:lnTo>
                    <a:pt x="1705" y="426"/>
                  </a:lnTo>
                  <a:lnTo>
                    <a:pt x="1705" y="423"/>
                  </a:lnTo>
                  <a:lnTo>
                    <a:pt x="1703" y="418"/>
                  </a:lnTo>
                  <a:lnTo>
                    <a:pt x="1681" y="389"/>
                  </a:lnTo>
                  <a:lnTo>
                    <a:pt x="1678" y="382"/>
                  </a:lnTo>
                  <a:lnTo>
                    <a:pt x="1675" y="369"/>
                  </a:lnTo>
                  <a:lnTo>
                    <a:pt x="1675" y="360"/>
                  </a:lnTo>
                  <a:lnTo>
                    <a:pt x="1677" y="347"/>
                  </a:lnTo>
                  <a:lnTo>
                    <a:pt x="1669" y="330"/>
                  </a:lnTo>
                  <a:lnTo>
                    <a:pt x="1627" y="276"/>
                  </a:lnTo>
                  <a:lnTo>
                    <a:pt x="1611" y="262"/>
                  </a:lnTo>
                  <a:lnTo>
                    <a:pt x="1603" y="252"/>
                  </a:lnTo>
                  <a:lnTo>
                    <a:pt x="1599" y="241"/>
                  </a:lnTo>
                  <a:lnTo>
                    <a:pt x="1595" y="226"/>
                  </a:lnTo>
                  <a:lnTo>
                    <a:pt x="1593" y="203"/>
                  </a:lnTo>
                  <a:lnTo>
                    <a:pt x="1589" y="195"/>
                  </a:lnTo>
                  <a:cubicBezTo>
                    <a:pt x="1588" y="193"/>
                    <a:pt x="1588" y="191"/>
                    <a:pt x="1589" y="189"/>
                  </a:cubicBezTo>
                  <a:lnTo>
                    <a:pt x="1591" y="185"/>
                  </a:lnTo>
                  <a:cubicBezTo>
                    <a:pt x="1591" y="184"/>
                    <a:pt x="1592" y="183"/>
                    <a:pt x="1594" y="182"/>
                  </a:cubicBezTo>
                  <a:lnTo>
                    <a:pt x="1596" y="180"/>
                  </a:lnTo>
                  <a:lnTo>
                    <a:pt x="1588" y="178"/>
                  </a:lnTo>
                  <a:lnTo>
                    <a:pt x="1582" y="175"/>
                  </a:lnTo>
                  <a:cubicBezTo>
                    <a:pt x="1581" y="174"/>
                    <a:pt x="1580" y="174"/>
                    <a:pt x="1580" y="173"/>
                  </a:cubicBezTo>
                  <a:lnTo>
                    <a:pt x="1577" y="169"/>
                  </a:lnTo>
                  <a:lnTo>
                    <a:pt x="1573" y="163"/>
                  </a:lnTo>
                  <a:lnTo>
                    <a:pt x="1569" y="148"/>
                  </a:lnTo>
                  <a:lnTo>
                    <a:pt x="1567" y="145"/>
                  </a:lnTo>
                  <a:lnTo>
                    <a:pt x="1558" y="133"/>
                  </a:lnTo>
                  <a:lnTo>
                    <a:pt x="1553" y="123"/>
                  </a:lnTo>
                  <a:lnTo>
                    <a:pt x="1550" y="123"/>
                  </a:lnTo>
                  <a:lnTo>
                    <a:pt x="1536" y="127"/>
                  </a:lnTo>
                  <a:cubicBezTo>
                    <a:pt x="1535" y="127"/>
                    <a:pt x="1534" y="127"/>
                    <a:pt x="1533" y="126"/>
                  </a:cubicBezTo>
                  <a:lnTo>
                    <a:pt x="1529" y="126"/>
                  </a:lnTo>
                  <a:cubicBezTo>
                    <a:pt x="1527" y="125"/>
                    <a:pt x="1525" y="123"/>
                    <a:pt x="1524" y="121"/>
                  </a:cubicBezTo>
                  <a:lnTo>
                    <a:pt x="1523" y="118"/>
                  </a:lnTo>
                  <a:cubicBezTo>
                    <a:pt x="1522" y="117"/>
                    <a:pt x="1522" y="115"/>
                    <a:pt x="1522" y="114"/>
                  </a:cubicBezTo>
                  <a:lnTo>
                    <a:pt x="1523" y="105"/>
                  </a:lnTo>
                  <a:lnTo>
                    <a:pt x="1521" y="95"/>
                  </a:lnTo>
                  <a:lnTo>
                    <a:pt x="1519" y="92"/>
                  </a:lnTo>
                  <a:lnTo>
                    <a:pt x="1508" y="77"/>
                  </a:lnTo>
                  <a:lnTo>
                    <a:pt x="1448" y="142"/>
                  </a:lnTo>
                  <a:lnTo>
                    <a:pt x="1446" y="148"/>
                  </a:lnTo>
                  <a:lnTo>
                    <a:pt x="1443" y="162"/>
                  </a:lnTo>
                  <a:lnTo>
                    <a:pt x="1440" y="169"/>
                  </a:lnTo>
                  <a:lnTo>
                    <a:pt x="1427" y="186"/>
                  </a:lnTo>
                  <a:lnTo>
                    <a:pt x="1422" y="200"/>
                  </a:lnTo>
                  <a:lnTo>
                    <a:pt x="1420" y="212"/>
                  </a:lnTo>
                  <a:lnTo>
                    <a:pt x="1418" y="218"/>
                  </a:lnTo>
                  <a:lnTo>
                    <a:pt x="1412" y="229"/>
                  </a:lnTo>
                  <a:lnTo>
                    <a:pt x="1396" y="246"/>
                  </a:lnTo>
                  <a:lnTo>
                    <a:pt x="1392" y="253"/>
                  </a:lnTo>
                  <a:cubicBezTo>
                    <a:pt x="1392" y="254"/>
                    <a:pt x="1391" y="254"/>
                    <a:pt x="1391" y="255"/>
                  </a:cubicBezTo>
                  <a:lnTo>
                    <a:pt x="1385" y="260"/>
                  </a:lnTo>
                  <a:lnTo>
                    <a:pt x="1375" y="266"/>
                  </a:lnTo>
                  <a:cubicBezTo>
                    <a:pt x="1374" y="266"/>
                    <a:pt x="1373" y="267"/>
                    <a:pt x="1372" y="267"/>
                  </a:cubicBezTo>
                  <a:lnTo>
                    <a:pt x="1356" y="269"/>
                  </a:lnTo>
                  <a:lnTo>
                    <a:pt x="1336" y="269"/>
                  </a:lnTo>
                  <a:lnTo>
                    <a:pt x="1329" y="268"/>
                  </a:lnTo>
                  <a:lnTo>
                    <a:pt x="1329" y="268"/>
                  </a:lnTo>
                  <a:lnTo>
                    <a:pt x="1321" y="273"/>
                  </a:lnTo>
                  <a:cubicBezTo>
                    <a:pt x="1320" y="273"/>
                    <a:pt x="1318" y="273"/>
                    <a:pt x="1317" y="273"/>
                  </a:cubicBezTo>
                  <a:lnTo>
                    <a:pt x="1314" y="273"/>
                  </a:lnTo>
                  <a:cubicBezTo>
                    <a:pt x="1312" y="273"/>
                    <a:pt x="1311" y="273"/>
                    <a:pt x="1309" y="272"/>
                  </a:cubicBezTo>
                  <a:lnTo>
                    <a:pt x="1305" y="268"/>
                  </a:lnTo>
                  <a:cubicBezTo>
                    <a:pt x="1304" y="268"/>
                    <a:pt x="1304" y="267"/>
                    <a:pt x="1303" y="266"/>
                  </a:cubicBezTo>
                  <a:lnTo>
                    <a:pt x="1299" y="262"/>
                  </a:lnTo>
                  <a:lnTo>
                    <a:pt x="1296" y="262"/>
                  </a:lnTo>
                  <a:lnTo>
                    <a:pt x="1259" y="274"/>
                  </a:lnTo>
                  <a:lnTo>
                    <a:pt x="1256" y="288"/>
                  </a:lnTo>
                  <a:cubicBezTo>
                    <a:pt x="1255" y="290"/>
                    <a:pt x="1254" y="292"/>
                    <a:pt x="1253" y="293"/>
                  </a:cubicBezTo>
                  <a:cubicBezTo>
                    <a:pt x="1252" y="293"/>
                    <a:pt x="1251" y="293"/>
                    <a:pt x="1251" y="293"/>
                  </a:cubicBezTo>
                  <a:cubicBezTo>
                    <a:pt x="1250" y="294"/>
                    <a:pt x="1249" y="294"/>
                    <a:pt x="1248" y="294"/>
                  </a:cubicBezTo>
                  <a:lnTo>
                    <a:pt x="1247" y="294"/>
                  </a:lnTo>
                  <a:lnTo>
                    <a:pt x="1242" y="293"/>
                  </a:lnTo>
                  <a:cubicBezTo>
                    <a:pt x="1240" y="293"/>
                    <a:pt x="1239" y="292"/>
                    <a:pt x="1238" y="292"/>
                  </a:cubicBezTo>
                  <a:lnTo>
                    <a:pt x="1231" y="286"/>
                  </a:lnTo>
                  <a:cubicBezTo>
                    <a:pt x="1230" y="285"/>
                    <a:pt x="1230" y="284"/>
                    <a:pt x="1229" y="283"/>
                  </a:cubicBezTo>
                  <a:lnTo>
                    <a:pt x="1226" y="278"/>
                  </a:lnTo>
                  <a:lnTo>
                    <a:pt x="1223" y="269"/>
                  </a:lnTo>
                  <a:lnTo>
                    <a:pt x="1219" y="247"/>
                  </a:lnTo>
                  <a:lnTo>
                    <a:pt x="1218" y="245"/>
                  </a:lnTo>
                  <a:lnTo>
                    <a:pt x="1211" y="243"/>
                  </a:lnTo>
                  <a:cubicBezTo>
                    <a:pt x="1210" y="242"/>
                    <a:pt x="1209" y="242"/>
                    <a:pt x="1208" y="241"/>
                  </a:cubicBezTo>
                  <a:lnTo>
                    <a:pt x="1206" y="239"/>
                  </a:lnTo>
                  <a:cubicBezTo>
                    <a:pt x="1204" y="237"/>
                    <a:pt x="1203" y="234"/>
                    <a:pt x="1204" y="231"/>
                  </a:cubicBezTo>
                  <a:lnTo>
                    <a:pt x="1205" y="226"/>
                  </a:lnTo>
                  <a:lnTo>
                    <a:pt x="1210" y="215"/>
                  </a:lnTo>
                  <a:lnTo>
                    <a:pt x="1217" y="180"/>
                  </a:lnTo>
                  <a:lnTo>
                    <a:pt x="1216" y="174"/>
                  </a:lnTo>
                  <a:lnTo>
                    <a:pt x="1214" y="167"/>
                  </a:lnTo>
                  <a:lnTo>
                    <a:pt x="1206" y="153"/>
                  </a:lnTo>
                  <a:lnTo>
                    <a:pt x="1186" y="120"/>
                  </a:lnTo>
                  <a:lnTo>
                    <a:pt x="1181" y="109"/>
                  </a:lnTo>
                  <a:lnTo>
                    <a:pt x="1178" y="96"/>
                  </a:lnTo>
                  <a:lnTo>
                    <a:pt x="1173" y="54"/>
                  </a:lnTo>
                  <a:lnTo>
                    <a:pt x="1170" y="47"/>
                  </a:lnTo>
                  <a:lnTo>
                    <a:pt x="1148" y="47"/>
                  </a:lnTo>
                  <a:lnTo>
                    <a:pt x="1138" y="50"/>
                  </a:lnTo>
                  <a:lnTo>
                    <a:pt x="1126" y="56"/>
                  </a:lnTo>
                  <a:cubicBezTo>
                    <a:pt x="1125" y="57"/>
                    <a:pt x="1124" y="57"/>
                    <a:pt x="1123" y="57"/>
                  </a:cubicBezTo>
                  <a:lnTo>
                    <a:pt x="1119" y="57"/>
                  </a:lnTo>
                  <a:cubicBezTo>
                    <a:pt x="1118" y="57"/>
                    <a:pt x="1117" y="57"/>
                    <a:pt x="1116" y="57"/>
                  </a:cubicBezTo>
                  <a:lnTo>
                    <a:pt x="1113" y="56"/>
                  </a:lnTo>
                  <a:cubicBezTo>
                    <a:pt x="1112" y="55"/>
                    <a:pt x="1111" y="55"/>
                    <a:pt x="1110" y="54"/>
                  </a:cubicBezTo>
                  <a:lnTo>
                    <a:pt x="1106" y="51"/>
                  </a:lnTo>
                  <a:lnTo>
                    <a:pt x="1102" y="52"/>
                  </a:lnTo>
                  <a:lnTo>
                    <a:pt x="1076" y="67"/>
                  </a:lnTo>
                  <a:lnTo>
                    <a:pt x="1048" y="76"/>
                  </a:lnTo>
                  <a:cubicBezTo>
                    <a:pt x="1048" y="77"/>
                    <a:pt x="1047" y="77"/>
                    <a:pt x="1046" y="77"/>
                  </a:cubicBezTo>
                  <a:lnTo>
                    <a:pt x="1046" y="77"/>
                  </a:lnTo>
                  <a:lnTo>
                    <a:pt x="1035" y="76"/>
                  </a:lnTo>
                  <a:lnTo>
                    <a:pt x="1028" y="75"/>
                  </a:lnTo>
                  <a:cubicBezTo>
                    <a:pt x="1026" y="75"/>
                    <a:pt x="1025" y="74"/>
                    <a:pt x="1025" y="74"/>
                  </a:cubicBezTo>
                  <a:lnTo>
                    <a:pt x="1008" y="61"/>
                  </a:lnTo>
                  <a:lnTo>
                    <a:pt x="1000" y="57"/>
                  </a:lnTo>
                  <a:cubicBezTo>
                    <a:pt x="999" y="57"/>
                    <a:pt x="998" y="56"/>
                    <a:pt x="998" y="55"/>
                  </a:cubicBezTo>
                  <a:lnTo>
                    <a:pt x="993" y="51"/>
                  </a:lnTo>
                  <a:cubicBezTo>
                    <a:pt x="993" y="50"/>
                    <a:pt x="992" y="50"/>
                    <a:pt x="992" y="49"/>
                  </a:cubicBezTo>
                  <a:lnTo>
                    <a:pt x="987" y="38"/>
                  </a:lnTo>
                  <a:lnTo>
                    <a:pt x="971" y="23"/>
                  </a:lnTo>
                  <a:lnTo>
                    <a:pt x="955" y="12"/>
                  </a:lnTo>
                  <a:lnTo>
                    <a:pt x="948" y="8"/>
                  </a:lnTo>
                  <a:lnTo>
                    <a:pt x="936" y="5"/>
                  </a:lnTo>
                  <a:lnTo>
                    <a:pt x="933" y="5"/>
                  </a:lnTo>
                  <a:lnTo>
                    <a:pt x="923" y="10"/>
                  </a:lnTo>
                  <a:cubicBezTo>
                    <a:pt x="921" y="11"/>
                    <a:pt x="918" y="11"/>
                    <a:pt x="916" y="9"/>
                  </a:cubicBezTo>
                  <a:lnTo>
                    <a:pt x="913" y="8"/>
                  </a:lnTo>
                  <a:cubicBezTo>
                    <a:pt x="911" y="7"/>
                    <a:pt x="910" y="5"/>
                    <a:pt x="909" y="3"/>
                  </a:cubicBezTo>
                  <a:lnTo>
                    <a:pt x="908" y="0"/>
                  </a:lnTo>
                  <a:lnTo>
                    <a:pt x="904" y="5"/>
                  </a:lnTo>
                  <a:cubicBezTo>
                    <a:pt x="903" y="6"/>
                    <a:pt x="901" y="7"/>
                    <a:pt x="900" y="7"/>
                  </a:cubicBezTo>
                  <a:lnTo>
                    <a:pt x="894" y="8"/>
                  </a:lnTo>
                  <a:lnTo>
                    <a:pt x="890" y="13"/>
                  </a:lnTo>
                  <a:cubicBezTo>
                    <a:pt x="889" y="14"/>
                    <a:pt x="888" y="14"/>
                    <a:pt x="887" y="15"/>
                  </a:cubicBezTo>
                  <a:lnTo>
                    <a:pt x="880" y="18"/>
                  </a:lnTo>
                  <a:lnTo>
                    <a:pt x="869" y="26"/>
                  </a:lnTo>
                  <a:lnTo>
                    <a:pt x="868" y="33"/>
                  </a:lnTo>
                  <a:lnTo>
                    <a:pt x="878" y="66"/>
                  </a:lnTo>
                  <a:cubicBezTo>
                    <a:pt x="878" y="67"/>
                    <a:pt x="878" y="68"/>
                    <a:pt x="878" y="69"/>
                  </a:cubicBezTo>
                  <a:lnTo>
                    <a:pt x="878" y="77"/>
                  </a:lnTo>
                  <a:cubicBezTo>
                    <a:pt x="878" y="78"/>
                    <a:pt x="878" y="79"/>
                    <a:pt x="877" y="80"/>
                  </a:cubicBezTo>
                  <a:lnTo>
                    <a:pt x="872" y="92"/>
                  </a:lnTo>
                  <a:lnTo>
                    <a:pt x="873" y="97"/>
                  </a:lnTo>
                  <a:cubicBezTo>
                    <a:pt x="873" y="98"/>
                    <a:pt x="873" y="98"/>
                    <a:pt x="873" y="99"/>
                  </a:cubicBezTo>
                  <a:lnTo>
                    <a:pt x="873" y="104"/>
                  </a:lnTo>
                  <a:cubicBezTo>
                    <a:pt x="873" y="105"/>
                    <a:pt x="873" y="105"/>
                    <a:pt x="873" y="106"/>
                  </a:cubicBezTo>
                  <a:lnTo>
                    <a:pt x="871" y="112"/>
                  </a:lnTo>
                  <a:cubicBezTo>
                    <a:pt x="871" y="112"/>
                    <a:pt x="870" y="113"/>
                    <a:pt x="870" y="114"/>
                  </a:cubicBezTo>
                  <a:lnTo>
                    <a:pt x="866" y="118"/>
                  </a:lnTo>
                  <a:lnTo>
                    <a:pt x="852" y="131"/>
                  </a:lnTo>
                  <a:lnTo>
                    <a:pt x="845" y="140"/>
                  </a:lnTo>
                  <a:lnTo>
                    <a:pt x="840" y="152"/>
                  </a:lnTo>
                  <a:lnTo>
                    <a:pt x="835" y="159"/>
                  </a:lnTo>
                  <a:cubicBezTo>
                    <a:pt x="835" y="160"/>
                    <a:pt x="834" y="160"/>
                    <a:pt x="833" y="161"/>
                  </a:cubicBezTo>
                  <a:lnTo>
                    <a:pt x="829" y="164"/>
                  </a:lnTo>
                  <a:cubicBezTo>
                    <a:pt x="827" y="165"/>
                    <a:pt x="825" y="165"/>
                    <a:pt x="824" y="165"/>
                  </a:cubicBezTo>
                  <a:lnTo>
                    <a:pt x="819" y="165"/>
                  </a:lnTo>
                  <a:lnTo>
                    <a:pt x="816" y="167"/>
                  </a:lnTo>
                  <a:lnTo>
                    <a:pt x="810" y="176"/>
                  </a:lnTo>
                  <a:lnTo>
                    <a:pt x="811" y="178"/>
                  </a:lnTo>
                  <a:lnTo>
                    <a:pt x="815" y="185"/>
                  </a:lnTo>
                  <a:cubicBezTo>
                    <a:pt x="816" y="186"/>
                    <a:pt x="816" y="187"/>
                    <a:pt x="816" y="189"/>
                  </a:cubicBezTo>
                  <a:lnTo>
                    <a:pt x="816" y="196"/>
                  </a:lnTo>
                  <a:cubicBezTo>
                    <a:pt x="816" y="197"/>
                    <a:pt x="815" y="198"/>
                    <a:pt x="815" y="199"/>
                  </a:cubicBezTo>
                  <a:lnTo>
                    <a:pt x="812" y="206"/>
                  </a:lnTo>
                  <a:lnTo>
                    <a:pt x="803" y="218"/>
                  </a:lnTo>
                  <a:lnTo>
                    <a:pt x="797" y="225"/>
                  </a:lnTo>
                  <a:lnTo>
                    <a:pt x="789" y="230"/>
                  </a:lnTo>
                  <a:lnTo>
                    <a:pt x="780" y="234"/>
                  </a:lnTo>
                  <a:lnTo>
                    <a:pt x="777" y="236"/>
                  </a:lnTo>
                  <a:lnTo>
                    <a:pt x="770" y="243"/>
                  </a:lnTo>
                  <a:lnTo>
                    <a:pt x="765" y="246"/>
                  </a:lnTo>
                  <a:lnTo>
                    <a:pt x="759" y="248"/>
                  </a:lnTo>
                  <a:lnTo>
                    <a:pt x="746" y="251"/>
                  </a:lnTo>
                  <a:lnTo>
                    <a:pt x="741" y="256"/>
                  </a:lnTo>
                  <a:lnTo>
                    <a:pt x="720" y="295"/>
                  </a:lnTo>
                  <a:lnTo>
                    <a:pt x="714" y="304"/>
                  </a:lnTo>
                  <a:lnTo>
                    <a:pt x="700" y="317"/>
                  </a:lnTo>
                  <a:lnTo>
                    <a:pt x="683" y="332"/>
                  </a:lnTo>
                  <a:lnTo>
                    <a:pt x="659" y="345"/>
                  </a:lnTo>
                  <a:lnTo>
                    <a:pt x="655" y="349"/>
                  </a:lnTo>
                  <a:lnTo>
                    <a:pt x="656" y="351"/>
                  </a:lnTo>
                  <a:lnTo>
                    <a:pt x="664" y="364"/>
                  </a:lnTo>
                  <a:lnTo>
                    <a:pt x="666" y="369"/>
                  </a:lnTo>
                  <a:cubicBezTo>
                    <a:pt x="666" y="370"/>
                    <a:pt x="666" y="371"/>
                    <a:pt x="666" y="372"/>
                  </a:cubicBezTo>
                  <a:lnTo>
                    <a:pt x="665" y="382"/>
                  </a:lnTo>
                  <a:lnTo>
                    <a:pt x="668" y="388"/>
                  </a:lnTo>
                  <a:lnTo>
                    <a:pt x="670" y="393"/>
                  </a:lnTo>
                  <a:lnTo>
                    <a:pt x="673" y="404"/>
                  </a:lnTo>
                  <a:lnTo>
                    <a:pt x="676" y="407"/>
                  </a:lnTo>
                  <a:lnTo>
                    <a:pt x="683" y="413"/>
                  </a:lnTo>
                  <a:cubicBezTo>
                    <a:pt x="684" y="414"/>
                    <a:pt x="684" y="415"/>
                    <a:pt x="685" y="416"/>
                  </a:cubicBezTo>
                  <a:lnTo>
                    <a:pt x="688" y="422"/>
                  </a:lnTo>
                  <a:cubicBezTo>
                    <a:pt x="689" y="423"/>
                    <a:pt x="689" y="424"/>
                    <a:pt x="689" y="425"/>
                  </a:cubicBezTo>
                  <a:lnTo>
                    <a:pt x="689" y="432"/>
                  </a:lnTo>
                  <a:cubicBezTo>
                    <a:pt x="690" y="433"/>
                    <a:pt x="689" y="433"/>
                    <a:pt x="689" y="434"/>
                  </a:cubicBezTo>
                  <a:lnTo>
                    <a:pt x="688" y="441"/>
                  </a:lnTo>
                  <a:lnTo>
                    <a:pt x="688" y="456"/>
                  </a:lnTo>
                  <a:cubicBezTo>
                    <a:pt x="688" y="458"/>
                    <a:pt x="687" y="460"/>
                    <a:pt x="686" y="461"/>
                  </a:cubicBezTo>
                  <a:lnTo>
                    <a:pt x="679" y="469"/>
                  </a:lnTo>
                  <a:cubicBezTo>
                    <a:pt x="678" y="470"/>
                    <a:pt x="676" y="471"/>
                    <a:pt x="674" y="471"/>
                  </a:cubicBezTo>
                  <a:lnTo>
                    <a:pt x="633" y="475"/>
                  </a:lnTo>
                  <a:cubicBezTo>
                    <a:pt x="632" y="475"/>
                    <a:pt x="631" y="475"/>
                    <a:pt x="631" y="475"/>
                  </a:cubicBezTo>
                  <a:lnTo>
                    <a:pt x="621" y="473"/>
                  </a:lnTo>
                  <a:cubicBezTo>
                    <a:pt x="620" y="472"/>
                    <a:pt x="619" y="472"/>
                    <a:pt x="619" y="472"/>
                  </a:cubicBezTo>
                  <a:lnTo>
                    <a:pt x="612" y="468"/>
                  </a:lnTo>
                  <a:cubicBezTo>
                    <a:pt x="611" y="468"/>
                    <a:pt x="611" y="467"/>
                    <a:pt x="610" y="467"/>
                  </a:cubicBezTo>
                  <a:lnTo>
                    <a:pt x="607" y="464"/>
                  </a:lnTo>
                  <a:lnTo>
                    <a:pt x="606" y="465"/>
                  </a:lnTo>
                  <a:lnTo>
                    <a:pt x="606" y="469"/>
                  </a:lnTo>
                  <a:lnTo>
                    <a:pt x="606" y="477"/>
                  </a:lnTo>
                  <a:lnTo>
                    <a:pt x="606" y="483"/>
                  </a:lnTo>
                  <a:lnTo>
                    <a:pt x="604" y="489"/>
                  </a:lnTo>
                  <a:lnTo>
                    <a:pt x="599" y="500"/>
                  </a:lnTo>
                  <a:lnTo>
                    <a:pt x="604" y="508"/>
                  </a:lnTo>
                  <a:lnTo>
                    <a:pt x="615" y="512"/>
                  </a:lnTo>
                  <a:lnTo>
                    <a:pt x="621" y="515"/>
                  </a:lnTo>
                  <a:lnTo>
                    <a:pt x="622" y="516"/>
                  </a:lnTo>
                  <a:lnTo>
                    <a:pt x="626" y="519"/>
                  </a:lnTo>
                  <a:cubicBezTo>
                    <a:pt x="627" y="520"/>
                    <a:pt x="627" y="521"/>
                    <a:pt x="628" y="523"/>
                  </a:cubicBezTo>
                  <a:lnTo>
                    <a:pt x="629" y="527"/>
                  </a:lnTo>
                  <a:cubicBezTo>
                    <a:pt x="629" y="528"/>
                    <a:pt x="629" y="529"/>
                    <a:pt x="629" y="530"/>
                  </a:cubicBezTo>
                  <a:lnTo>
                    <a:pt x="629" y="534"/>
                  </a:lnTo>
                  <a:lnTo>
                    <a:pt x="627" y="541"/>
                  </a:lnTo>
                  <a:lnTo>
                    <a:pt x="608" y="582"/>
                  </a:lnTo>
                  <a:cubicBezTo>
                    <a:pt x="608" y="583"/>
                    <a:pt x="607" y="584"/>
                    <a:pt x="606" y="584"/>
                  </a:cubicBezTo>
                  <a:lnTo>
                    <a:pt x="601" y="590"/>
                  </a:lnTo>
                  <a:lnTo>
                    <a:pt x="595" y="595"/>
                  </a:lnTo>
                  <a:lnTo>
                    <a:pt x="599" y="599"/>
                  </a:lnTo>
                  <a:cubicBezTo>
                    <a:pt x="599" y="599"/>
                    <a:pt x="600" y="600"/>
                    <a:pt x="601" y="601"/>
                  </a:cubicBezTo>
                  <a:lnTo>
                    <a:pt x="602" y="606"/>
                  </a:lnTo>
                  <a:cubicBezTo>
                    <a:pt x="603" y="607"/>
                    <a:pt x="603" y="608"/>
                    <a:pt x="603" y="609"/>
                  </a:cubicBezTo>
                  <a:lnTo>
                    <a:pt x="603" y="615"/>
                  </a:lnTo>
                  <a:cubicBezTo>
                    <a:pt x="603" y="616"/>
                    <a:pt x="602" y="618"/>
                    <a:pt x="602" y="619"/>
                  </a:cubicBezTo>
                  <a:lnTo>
                    <a:pt x="599" y="623"/>
                  </a:lnTo>
                  <a:cubicBezTo>
                    <a:pt x="599" y="624"/>
                    <a:pt x="598" y="625"/>
                    <a:pt x="596" y="625"/>
                  </a:cubicBezTo>
                  <a:lnTo>
                    <a:pt x="593" y="628"/>
                  </a:lnTo>
                  <a:cubicBezTo>
                    <a:pt x="592" y="628"/>
                    <a:pt x="591" y="628"/>
                    <a:pt x="590" y="629"/>
                  </a:cubicBezTo>
                  <a:lnTo>
                    <a:pt x="585" y="629"/>
                  </a:lnTo>
                  <a:lnTo>
                    <a:pt x="580" y="629"/>
                  </a:lnTo>
                  <a:lnTo>
                    <a:pt x="573" y="628"/>
                  </a:lnTo>
                  <a:lnTo>
                    <a:pt x="561" y="623"/>
                  </a:lnTo>
                  <a:lnTo>
                    <a:pt x="559" y="623"/>
                  </a:lnTo>
                  <a:lnTo>
                    <a:pt x="557" y="624"/>
                  </a:lnTo>
                  <a:lnTo>
                    <a:pt x="553" y="636"/>
                  </a:lnTo>
                  <a:cubicBezTo>
                    <a:pt x="552" y="637"/>
                    <a:pt x="552" y="639"/>
                    <a:pt x="550" y="640"/>
                  </a:cubicBezTo>
                  <a:lnTo>
                    <a:pt x="546" y="643"/>
                  </a:lnTo>
                  <a:lnTo>
                    <a:pt x="536" y="648"/>
                  </a:lnTo>
                  <a:lnTo>
                    <a:pt x="533" y="651"/>
                  </a:lnTo>
                  <a:lnTo>
                    <a:pt x="531" y="654"/>
                  </a:lnTo>
                  <a:lnTo>
                    <a:pt x="527" y="673"/>
                  </a:lnTo>
                  <a:cubicBezTo>
                    <a:pt x="526" y="675"/>
                    <a:pt x="525" y="677"/>
                    <a:pt x="523" y="679"/>
                  </a:cubicBezTo>
                  <a:lnTo>
                    <a:pt x="492" y="697"/>
                  </a:lnTo>
                  <a:cubicBezTo>
                    <a:pt x="491" y="697"/>
                    <a:pt x="490" y="698"/>
                    <a:pt x="489" y="698"/>
                  </a:cubicBezTo>
                  <a:lnTo>
                    <a:pt x="479" y="700"/>
                  </a:lnTo>
                  <a:cubicBezTo>
                    <a:pt x="477" y="700"/>
                    <a:pt x="475" y="700"/>
                    <a:pt x="473" y="698"/>
                  </a:cubicBezTo>
                  <a:lnTo>
                    <a:pt x="469" y="696"/>
                  </a:lnTo>
                  <a:lnTo>
                    <a:pt x="450" y="678"/>
                  </a:lnTo>
                  <a:lnTo>
                    <a:pt x="444" y="676"/>
                  </a:lnTo>
                  <a:lnTo>
                    <a:pt x="438" y="677"/>
                  </a:lnTo>
                  <a:lnTo>
                    <a:pt x="406" y="689"/>
                  </a:lnTo>
                  <a:cubicBezTo>
                    <a:pt x="405" y="690"/>
                    <a:pt x="404" y="690"/>
                    <a:pt x="403" y="690"/>
                  </a:cubicBezTo>
                  <a:lnTo>
                    <a:pt x="399" y="690"/>
                  </a:lnTo>
                  <a:lnTo>
                    <a:pt x="393" y="689"/>
                  </a:lnTo>
                  <a:lnTo>
                    <a:pt x="386" y="687"/>
                  </a:lnTo>
                  <a:lnTo>
                    <a:pt x="384" y="687"/>
                  </a:lnTo>
                  <a:lnTo>
                    <a:pt x="381" y="688"/>
                  </a:lnTo>
                  <a:lnTo>
                    <a:pt x="378" y="692"/>
                  </a:lnTo>
                  <a:cubicBezTo>
                    <a:pt x="377" y="692"/>
                    <a:pt x="377" y="693"/>
                    <a:pt x="376" y="693"/>
                  </a:cubicBezTo>
                  <a:lnTo>
                    <a:pt x="340" y="711"/>
                  </a:lnTo>
                  <a:cubicBezTo>
                    <a:pt x="339" y="712"/>
                    <a:pt x="338" y="712"/>
                    <a:pt x="337" y="712"/>
                  </a:cubicBezTo>
                  <a:lnTo>
                    <a:pt x="328" y="714"/>
                  </a:lnTo>
                  <a:lnTo>
                    <a:pt x="322" y="717"/>
                  </a:lnTo>
                  <a:lnTo>
                    <a:pt x="311" y="725"/>
                  </a:lnTo>
                  <a:cubicBezTo>
                    <a:pt x="310" y="725"/>
                    <a:pt x="309" y="726"/>
                    <a:pt x="309" y="726"/>
                  </a:cubicBezTo>
                  <a:lnTo>
                    <a:pt x="303" y="728"/>
                  </a:lnTo>
                  <a:cubicBezTo>
                    <a:pt x="303" y="728"/>
                    <a:pt x="302" y="728"/>
                    <a:pt x="301" y="728"/>
                  </a:cubicBezTo>
                  <a:lnTo>
                    <a:pt x="296" y="728"/>
                  </a:lnTo>
                  <a:cubicBezTo>
                    <a:pt x="296" y="728"/>
                    <a:pt x="294" y="728"/>
                    <a:pt x="293" y="728"/>
                  </a:cubicBezTo>
                  <a:lnTo>
                    <a:pt x="290" y="727"/>
                  </a:lnTo>
                  <a:lnTo>
                    <a:pt x="279" y="721"/>
                  </a:lnTo>
                  <a:lnTo>
                    <a:pt x="259" y="713"/>
                  </a:lnTo>
                  <a:lnTo>
                    <a:pt x="257" y="715"/>
                  </a:lnTo>
                  <a:lnTo>
                    <a:pt x="255" y="717"/>
                  </a:lnTo>
                  <a:lnTo>
                    <a:pt x="244" y="735"/>
                  </a:lnTo>
                  <a:lnTo>
                    <a:pt x="240" y="741"/>
                  </a:lnTo>
                  <a:lnTo>
                    <a:pt x="232" y="746"/>
                  </a:lnTo>
                  <a:cubicBezTo>
                    <a:pt x="231" y="746"/>
                    <a:pt x="230" y="747"/>
                    <a:pt x="229" y="747"/>
                  </a:cubicBezTo>
                  <a:lnTo>
                    <a:pt x="225" y="748"/>
                  </a:lnTo>
                  <a:cubicBezTo>
                    <a:pt x="223" y="748"/>
                    <a:pt x="222" y="748"/>
                    <a:pt x="221" y="748"/>
                  </a:cubicBezTo>
                  <a:lnTo>
                    <a:pt x="217" y="747"/>
                  </a:lnTo>
                  <a:cubicBezTo>
                    <a:pt x="215" y="746"/>
                    <a:pt x="214" y="745"/>
                    <a:pt x="213" y="743"/>
                  </a:cubicBezTo>
                  <a:lnTo>
                    <a:pt x="210" y="739"/>
                  </a:lnTo>
                  <a:lnTo>
                    <a:pt x="209" y="739"/>
                  </a:lnTo>
                  <a:lnTo>
                    <a:pt x="200" y="743"/>
                  </a:lnTo>
                  <a:lnTo>
                    <a:pt x="196" y="750"/>
                  </a:lnTo>
                  <a:lnTo>
                    <a:pt x="198" y="765"/>
                  </a:lnTo>
                  <a:cubicBezTo>
                    <a:pt x="198" y="765"/>
                    <a:pt x="198" y="766"/>
                    <a:pt x="198" y="767"/>
                  </a:cubicBezTo>
                  <a:lnTo>
                    <a:pt x="197" y="773"/>
                  </a:lnTo>
                  <a:cubicBezTo>
                    <a:pt x="197" y="774"/>
                    <a:pt x="197" y="775"/>
                    <a:pt x="196" y="775"/>
                  </a:cubicBezTo>
                  <a:lnTo>
                    <a:pt x="193" y="782"/>
                  </a:lnTo>
                  <a:cubicBezTo>
                    <a:pt x="192" y="783"/>
                    <a:pt x="191" y="784"/>
                    <a:pt x="190" y="785"/>
                  </a:cubicBezTo>
                  <a:lnTo>
                    <a:pt x="186" y="788"/>
                  </a:lnTo>
                  <a:cubicBezTo>
                    <a:pt x="185" y="788"/>
                    <a:pt x="184" y="789"/>
                    <a:pt x="183" y="789"/>
                  </a:cubicBezTo>
                  <a:lnTo>
                    <a:pt x="179" y="790"/>
                  </a:lnTo>
                  <a:cubicBezTo>
                    <a:pt x="178" y="790"/>
                    <a:pt x="177" y="790"/>
                    <a:pt x="176" y="790"/>
                  </a:cubicBezTo>
                  <a:lnTo>
                    <a:pt x="154" y="788"/>
                  </a:lnTo>
                  <a:lnTo>
                    <a:pt x="145" y="783"/>
                  </a:lnTo>
                  <a:lnTo>
                    <a:pt x="141" y="780"/>
                  </a:lnTo>
                  <a:cubicBezTo>
                    <a:pt x="141" y="779"/>
                    <a:pt x="140" y="779"/>
                    <a:pt x="140" y="778"/>
                  </a:cubicBezTo>
                  <a:lnTo>
                    <a:pt x="138" y="774"/>
                  </a:lnTo>
                  <a:cubicBezTo>
                    <a:pt x="137" y="773"/>
                    <a:pt x="137" y="772"/>
                    <a:pt x="137" y="771"/>
                  </a:cubicBezTo>
                  <a:lnTo>
                    <a:pt x="137" y="767"/>
                  </a:lnTo>
                  <a:cubicBezTo>
                    <a:pt x="137" y="766"/>
                    <a:pt x="137" y="765"/>
                    <a:pt x="137" y="764"/>
                  </a:cubicBezTo>
                  <a:lnTo>
                    <a:pt x="138" y="760"/>
                  </a:lnTo>
                  <a:cubicBezTo>
                    <a:pt x="139" y="759"/>
                    <a:pt x="139" y="758"/>
                    <a:pt x="140" y="758"/>
                  </a:cubicBezTo>
                  <a:lnTo>
                    <a:pt x="144" y="752"/>
                  </a:lnTo>
                  <a:lnTo>
                    <a:pt x="143" y="749"/>
                  </a:lnTo>
                  <a:lnTo>
                    <a:pt x="141" y="748"/>
                  </a:lnTo>
                  <a:lnTo>
                    <a:pt x="137" y="746"/>
                  </a:lnTo>
                  <a:lnTo>
                    <a:pt x="131" y="749"/>
                  </a:lnTo>
                  <a:lnTo>
                    <a:pt x="120" y="757"/>
                  </a:lnTo>
                  <a:lnTo>
                    <a:pt x="112" y="768"/>
                  </a:lnTo>
                  <a:lnTo>
                    <a:pt x="105" y="774"/>
                  </a:lnTo>
                  <a:cubicBezTo>
                    <a:pt x="104" y="774"/>
                    <a:pt x="102" y="775"/>
                    <a:pt x="101" y="775"/>
                  </a:cubicBezTo>
                  <a:lnTo>
                    <a:pt x="95" y="776"/>
                  </a:lnTo>
                  <a:lnTo>
                    <a:pt x="84" y="777"/>
                  </a:lnTo>
                  <a:lnTo>
                    <a:pt x="67" y="774"/>
                  </a:lnTo>
                  <a:lnTo>
                    <a:pt x="64" y="776"/>
                  </a:lnTo>
                  <a:lnTo>
                    <a:pt x="49" y="788"/>
                  </a:lnTo>
                  <a:lnTo>
                    <a:pt x="46" y="791"/>
                  </a:lnTo>
                  <a:lnTo>
                    <a:pt x="48" y="793"/>
                  </a:lnTo>
                  <a:lnTo>
                    <a:pt x="54" y="800"/>
                  </a:lnTo>
                  <a:lnTo>
                    <a:pt x="58" y="805"/>
                  </a:lnTo>
                  <a:lnTo>
                    <a:pt x="65" y="824"/>
                  </a:lnTo>
                  <a:cubicBezTo>
                    <a:pt x="66" y="825"/>
                    <a:pt x="66" y="826"/>
                    <a:pt x="66" y="827"/>
                  </a:cubicBezTo>
                  <a:lnTo>
                    <a:pt x="66" y="831"/>
                  </a:lnTo>
                  <a:cubicBezTo>
                    <a:pt x="66" y="832"/>
                    <a:pt x="66" y="833"/>
                    <a:pt x="66" y="834"/>
                  </a:cubicBezTo>
                  <a:lnTo>
                    <a:pt x="62" y="846"/>
                  </a:lnTo>
                  <a:lnTo>
                    <a:pt x="55" y="856"/>
                  </a:lnTo>
                  <a:lnTo>
                    <a:pt x="54" y="865"/>
                  </a:lnTo>
                  <a:lnTo>
                    <a:pt x="54" y="874"/>
                  </a:lnTo>
                  <a:lnTo>
                    <a:pt x="53" y="882"/>
                  </a:lnTo>
                  <a:lnTo>
                    <a:pt x="53" y="883"/>
                  </a:lnTo>
                  <a:lnTo>
                    <a:pt x="57" y="889"/>
                  </a:lnTo>
                  <a:cubicBezTo>
                    <a:pt x="57" y="889"/>
                    <a:pt x="58" y="890"/>
                    <a:pt x="58" y="891"/>
                  </a:cubicBezTo>
                  <a:lnTo>
                    <a:pt x="60" y="895"/>
                  </a:lnTo>
                  <a:cubicBezTo>
                    <a:pt x="60" y="896"/>
                    <a:pt x="60" y="898"/>
                    <a:pt x="60" y="899"/>
                  </a:cubicBezTo>
                  <a:lnTo>
                    <a:pt x="59" y="903"/>
                  </a:lnTo>
                  <a:lnTo>
                    <a:pt x="50" y="928"/>
                  </a:lnTo>
                  <a:cubicBezTo>
                    <a:pt x="49" y="929"/>
                    <a:pt x="49" y="930"/>
                    <a:pt x="48" y="930"/>
                  </a:cubicBezTo>
                  <a:lnTo>
                    <a:pt x="45" y="934"/>
                  </a:lnTo>
                  <a:cubicBezTo>
                    <a:pt x="45" y="935"/>
                    <a:pt x="44" y="936"/>
                    <a:pt x="43" y="936"/>
                  </a:cubicBezTo>
                  <a:lnTo>
                    <a:pt x="40" y="938"/>
                  </a:lnTo>
                  <a:cubicBezTo>
                    <a:pt x="39" y="938"/>
                    <a:pt x="38" y="939"/>
                    <a:pt x="37" y="939"/>
                  </a:cubicBezTo>
                  <a:lnTo>
                    <a:pt x="32" y="939"/>
                  </a:lnTo>
                  <a:lnTo>
                    <a:pt x="34" y="942"/>
                  </a:lnTo>
                  <a:cubicBezTo>
                    <a:pt x="34" y="943"/>
                    <a:pt x="35" y="944"/>
                    <a:pt x="35" y="946"/>
                  </a:cubicBezTo>
                  <a:lnTo>
                    <a:pt x="35" y="952"/>
                  </a:lnTo>
                  <a:cubicBezTo>
                    <a:pt x="35" y="953"/>
                    <a:pt x="35" y="954"/>
                    <a:pt x="35" y="955"/>
                  </a:cubicBezTo>
                  <a:lnTo>
                    <a:pt x="32" y="962"/>
                  </a:lnTo>
                  <a:cubicBezTo>
                    <a:pt x="32" y="963"/>
                    <a:pt x="31" y="964"/>
                    <a:pt x="31" y="965"/>
                  </a:cubicBezTo>
                  <a:lnTo>
                    <a:pt x="25" y="973"/>
                  </a:lnTo>
                  <a:lnTo>
                    <a:pt x="28" y="975"/>
                  </a:lnTo>
                  <a:cubicBezTo>
                    <a:pt x="29" y="976"/>
                    <a:pt x="31" y="977"/>
                    <a:pt x="31" y="979"/>
                  </a:cubicBezTo>
                  <a:lnTo>
                    <a:pt x="33" y="982"/>
                  </a:lnTo>
                  <a:lnTo>
                    <a:pt x="35" y="994"/>
                  </a:lnTo>
                  <a:lnTo>
                    <a:pt x="48" y="993"/>
                  </a:lnTo>
                  <a:cubicBezTo>
                    <a:pt x="49" y="992"/>
                    <a:pt x="49" y="993"/>
                    <a:pt x="50" y="993"/>
                  </a:cubicBezTo>
                  <a:lnTo>
                    <a:pt x="97" y="1002"/>
                  </a:lnTo>
                  <a:cubicBezTo>
                    <a:pt x="98" y="1003"/>
                    <a:pt x="99" y="1003"/>
                    <a:pt x="99" y="1004"/>
                  </a:cubicBezTo>
                  <a:lnTo>
                    <a:pt x="109" y="1011"/>
                  </a:lnTo>
                  <a:cubicBezTo>
                    <a:pt x="111" y="1012"/>
                    <a:pt x="112" y="1013"/>
                    <a:pt x="112" y="1014"/>
                  </a:cubicBezTo>
                  <a:lnTo>
                    <a:pt x="117" y="1026"/>
                  </a:lnTo>
                  <a:lnTo>
                    <a:pt x="119" y="1029"/>
                  </a:lnTo>
                  <a:lnTo>
                    <a:pt x="123" y="1031"/>
                  </a:lnTo>
                  <a:lnTo>
                    <a:pt x="129" y="1036"/>
                  </a:lnTo>
                  <a:lnTo>
                    <a:pt x="133" y="1042"/>
                  </a:lnTo>
                  <a:lnTo>
                    <a:pt x="148" y="1081"/>
                  </a:lnTo>
                  <a:lnTo>
                    <a:pt x="149" y="1089"/>
                  </a:lnTo>
                  <a:cubicBezTo>
                    <a:pt x="150" y="1090"/>
                    <a:pt x="149" y="1092"/>
                    <a:pt x="149" y="1093"/>
                  </a:cubicBezTo>
                  <a:lnTo>
                    <a:pt x="147" y="1097"/>
                  </a:lnTo>
                  <a:cubicBezTo>
                    <a:pt x="146" y="1097"/>
                    <a:pt x="146" y="1098"/>
                    <a:pt x="145" y="1099"/>
                  </a:cubicBezTo>
                  <a:cubicBezTo>
                    <a:pt x="146" y="1099"/>
                    <a:pt x="146" y="1099"/>
                    <a:pt x="147" y="1099"/>
                  </a:cubicBezTo>
                  <a:lnTo>
                    <a:pt x="152" y="1099"/>
                  </a:lnTo>
                  <a:cubicBezTo>
                    <a:pt x="154" y="1099"/>
                    <a:pt x="156" y="1101"/>
                    <a:pt x="157" y="1102"/>
                  </a:cubicBezTo>
                  <a:lnTo>
                    <a:pt x="160" y="1106"/>
                  </a:lnTo>
                  <a:cubicBezTo>
                    <a:pt x="160" y="1107"/>
                    <a:pt x="161" y="1108"/>
                    <a:pt x="161" y="1109"/>
                  </a:cubicBezTo>
                  <a:lnTo>
                    <a:pt x="162" y="1113"/>
                  </a:lnTo>
                  <a:cubicBezTo>
                    <a:pt x="162" y="1114"/>
                    <a:pt x="162" y="1115"/>
                    <a:pt x="162" y="1115"/>
                  </a:cubicBezTo>
                  <a:lnTo>
                    <a:pt x="160" y="1141"/>
                  </a:lnTo>
                  <a:lnTo>
                    <a:pt x="162" y="1148"/>
                  </a:lnTo>
                  <a:lnTo>
                    <a:pt x="168" y="1162"/>
                  </a:lnTo>
                  <a:cubicBezTo>
                    <a:pt x="168" y="1162"/>
                    <a:pt x="168" y="1163"/>
                    <a:pt x="169" y="1164"/>
                  </a:cubicBezTo>
                  <a:lnTo>
                    <a:pt x="169" y="1171"/>
                  </a:lnTo>
                  <a:cubicBezTo>
                    <a:pt x="169" y="1172"/>
                    <a:pt x="169" y="1174"/>
                    <a:pt x="168" y="1175"/>
                  </a:cubicBezTo>
                  <a:lnTo>
                    <a:pt x="166" y="1179"/>
                  </a:lnTo>
                  <a:cubicBezTo>
                    <a:pt x="166" y="1181"/>
                    <a:pt x="165" y="1182"/>
                    <a:pt x="163" y="1183"/>
                  </a:cubicBezTo>
                  <a:lnTo>
                    <a:pt x="159" y="1185"/>
                  </a:lnTo>
                  <a:cubicBezTo>
                    <a:pt x="159" y="1186"/>
                    <a:pt x="158" y="1186"/>
                    <a:pt x="157" y="1186"/>
                  </a:cubicBezTo>
                  <a:lnTo>
                    <a:pt x="147" y="1189"/>
                  </a:lnTo>
                  <a:lnTo>
                    <a:pt x="142" y="1196"/>
                  </a:lnTo>
                  <a:lnTo>
                    <a:pt x="139" y="1206"/>
                  </a:lnTo>
                  <a:lnTo>
                    <a:pt x="139" y="1213"/>
                  </a:lnTo>
                  <a:lnTo>
                    <a:pt x="144" y="1228"/>
                  </a:lnTo>
                  <a:cubicBezTo>
                    <a:pt x="144" y="1229"/>
                    <a:pt x="145" y="1230"/>
                    <a:pt x="144" y="1231"/>
                  </a:cubicBezTo>
                  <a:lnTo>
                    <a:pt x="144" y="1235"/>
                  </a:lnTo>
                  <a:lnTo>
                    <a:pt x="142" y="1240"/>
                  </a:lnTo>
                  <a:lnTo>
                    <a:pt x="139" y="1246"/>
                  </a:lnTo>
                  <a:lnTo>
                    <a:pt x="135" y="1251"/>
                  </a:lnTo>
                  <a:lnTo>
                    <a:pt x="123" y="1263"/>
                  </a:lnTo>
                  <a:lnTo>
                    <a:pt x="122" y="1267"/>
                  </a:lnTo>
                  <a:lnTo>
                    <a:pt x="117" y="1287"/>
                  </a:lnTo>
                  <a:lnTo>
                    <a:pt x="114" y="1293"/>
                  </a:lnTo>
                  <a:cubicBezTo>
                    <a:pt x="113" y="1295"/>
                    <a:pt x="112" y="1296"/>
                    <a:pt x="110" y="1297"/>
                  </a:cubicBezTo>
                  <a:lnTo>
                    <a:pt x="107" y="1298"/>
                  </a:lnTo>
                  <a:cubicBezTo>
                    <a:pt x="105" y="1299"/>
                    <a:pt x="103" y="1299"/>
                    <a:pt x="101" y="1299"/>
                  </a:cubicBezTo>
                  <a:lnTo>
                    <a:pt x="98" y="1298"/>
                  </a:lnTo>
                  <a:lnTo>
                    <a:pt x="98" y="1299"/>
                  </a:lnTo>
                  <a:lnTo>
                    <a:pt x="87" y="1321"/>
                  </a:lnTo>
                  <a:cubicBezTo>
                    <a:pt x="87" y="1322"/>
                    <a:pt x="87" y="1323"/>
                    <a:pt x="86" y="1323"/>
                  </a:cubicBezTo>
                  <a:lnTo>
                    <a:pt x="76" y="1331"/>
                  </a:lnTo>
                  <a:lnTo>
                    <a:pt x="64" y="1338"/>
                  </a:lnTo>
                  <a:lnTo>
                    <a:pt x="62" y="1342"/>
                  </a:lnTo>
                  <a:lnTo>
                    <a:pt x="62" y="1351"/>
                  </a:lnTo>
                  <a:lnTo>
                    <a:pt x="62" y="1357"/>
                  </a:lnTo>
                  <a:lnTo>
                    <a:pt x="65" y="1369"/>
                  </a:lnTo>
                  <a:cubicBezTo>
                    <a:pt x="66" y="1370"/>
                    <a:pt x="66" y="1372"/>
                    <a:pt x="65" y="1374"/>
                  </a:cubicBezTo>
                  <a:lnTo>
                    <a:pt x="62" y="1379"/>
                  </a:lnTo>
                  <a:cubicBezTo>
                    <a:pt x="62" y="1380"/>
                    <a:pt x="61" y="1381"/>
                    <a:pt x="60" y="1382"/>
                  </a:cubicBezTo>
                  <a:lnTo>
                    <a:pt x="56" y="1385"/>
                  </a:lnTo>
                  <a:cubicBezTo>
                    <a:pt x="54" y="1386"/>
                    <a:pt x="53" y="1387"/>
                    <a:pt x="52" y="1387"/>
                  </a:cubicBezTo>
                  <a:lnTo>
                    <a:pt x="47" y="1388"/>
                  </a:lnTo>
                  <a:lnTo>
                    <a:pt x="31" y="1389"/>
                  </a:lnTo>
                  <a:lnTo>
                    <a:pt x="28" y="1391"/>
                  </a:lnTo>
                  <a:lnTo>
                    <a:pt x="24" y="1397"/>
                  </a:lnTo>
                  <a:lnTo>
                    <a:pt x="16" y="1405"/>
                  </a:lnTo>
                  <a:lnTo>
                    <a:pt x="13" y="1411"/>
                  </a:lnTo>
                  <a:lnTo>
                    <a:pt x="17" y="1431"/>
                  </a:lnTo>
                  <a:lnTo>
                    <a:pt x="16" y="1443"/>
                  </a:lnTo>
                  <a:cubicBezTo>
                    <a:pt x="16" y="1444"/>
                    <a:pt x="16" y="1445"/>
                    <a:pt x="15" y="1446"/>
                  </a:cubicBezTo>
                  <a:lnTo>
                    <a:pt x="13" y="1452"/>
                  </a:lnTo>
                  <a:lnTo>
                    <a:pt x="1" y="1469"/>
                  </a:lnTo>
                  <a:lnTo>
                    <a:pt x="0" y="1475"/>
                  </a:lnTo>
                  <a:lnTo>
                    <a:pt x="1" y="1487"/>
                  </a:lnTo>
                  <a:lnTo>
                    <a:pt x="5" y="1512"/>
                  </a:lnTo>
                  <a:lnTo>
                    <a:pt x="30" y="1527"/>
                  </a:lnTo>
                  <a:cubicBezTo>
                    <a:pt x="32" y="1528"/>
                    <a:pt x="33" y="1529"/>
                    <a:pt x="34" y="1531"/>
                  </a:cubicBezTo>
                  <a:lnTo>
                    <a:pt x="38" y="1539"/>
                  </a:lnTo>
                  <a:lnTo>
                    <a:pt x="45" y="1540"/>
                  </a:lnTo>
                  <a:lnTo>
                    <a:pt x="58" y="1537"/>
                  </a:lnTo>
                  <a:lnTo>
                    <a:pt x="66" y="1533"/>
                  </a:lnTo>
                  <a:cubicBezTo>
                    <a:pt x="68" y="1532"/>
                    <a:pt x="71" y="1533"/>
                    <a:pt x="74" y="1534"/>
                  </a:cubicBezTo>
                  <a:cubicBezTo>
                    <a:pt x="76" y="1536"/>
                    <a:pt x="77" y="1539"/>
                    <a:pt x="77" y="1541"/>
                  </a:cubicBezTo>
                  <a:lnTo>
                    <a:pt x="76" y="1552"/>
                  </a:lnTo>
                  <a:lnTo>
                    <a:pt x="78" y="1561"/>
                  </a:lnTo>
                  <a:lnTo>
                    <a:pt x="83" y="1569"/>
                  </a:lnTo>
                  <a:lnTo>
                    <a:pt x="90" y="1575"/>
                  </a:lnTo>
                  <a:lnTo>
                    <a:pt x="94" y="1580"/>
                  </a:lnTo>
                  <a:cubicBezTo>
                    <a:pt x="95" y="1581"/>
                    <a:pt x="96" y="1582"/>
                    <a:pt x="96" y="1584"/>
                  </a:cubicBezTo>
                  <a:lnTo>
                    <a:pt x="97" y="1588"/>
                  </a:lnTo>
                  <a:lnTo>
                    <a:pt x="104" y="1590"/>
                  </a:lnTo>
                  <a:cubicBezTo>
                    <a:pt x="105" y="1591"/>
                    <a:pt x="106" y="1591"/>
                    <a:pt x="107" y="1592"/>
                  </a:cubicBezTo>
                  <a:lnTo>
                    <a:pt x="110" y="1595"/>
                  </a:lnTo>
                  <a:cubicBezTo>
                    <a:pt x="111" y="1595"/>
                    <a:pt x="111" y="1596"/>
                    <a:pt x="112" y="1597"/>
                  </a:cubicBezTo>
                  <a:lnTo>
                    <a:pt x="115" y="1601"/>
                  </a:lnTo>
                  <a:lnTo>
                    <a:pt x="131" y="1607"/>
                  </a:lnTo>
                  <a:lnTo>
                    <a:pt x="145" y="1606"/>
                  </a:lnTo>
                  <a:lnTo>
                    <a:pt x="183" y="1592"/>
                  </a:lnTo>
                  <a:lnTo>
                    <a:pt x="213" y="1587"/>
                  </a:lnTo>
                  <a:lnTo>
                    <a:pt x="221" y="1582"/>
                  </a:lnTo>
                  <a:cubicBezTo>
                    <a:pt x="222" y="1581"/>
                    <a:pt x="223" y="1581"/>
                    <a:pt x="224" y="1581"/>
                  </a:cubicBezTo>
                  <a:lnTo>
                    <a:pt x="232" y="1579"/>
                  </a:lnTo>
                  <a:cubicBezTo>
                    <a:pt x="234" y="1579"/>
                    <a:pt x="235" y="1579"/>
                    <a:pt x="236" y="1580"/>
                  </a:cubicBezTo>
                  <a:lnTo>
                    <a:pt x="262" y="1586"/>
                  </a:lnTo>
                  <a:lnTo>
                    <a:pt x="272" y="1591"/>
                  </a:lnTo>
                  <a:cubicBezTo>
                    <a:pt x="273" y="1592"/>
                    <a:pt x="274" y="1593"/>
                    <a:pt x="275" y="1594"/>
                  </a:cubicBezTo>
                  <a:lnTo>
                    <a:pt x="286" y="1613"/>
                  </a:lnTo>
                  <a:lnTo>
                    <a:pt x="290" y="1617"/>
                  </a:lnTo>
                  <a:lnTo>
                    <a:pt x="301" y="1601"/>
                  </a:lnTo>
                  <a:lnTo>
                    <a:pt x="311" y="1591"/>
                  </a:lnTo>
                  <a:cubicBezTo>
                    <a:pt x="312" y="1590"/>
                    <a:pt x="313" y="1589"/>
                    <a:pt x="314" y="1589"/>
                  </a:cubicBezTo>
                  <a:lnTo>
                    <a:pt x="323" y="1586"/>
                  </a:lnTo>
                  <a:cubicBezTo>
                    <a:pt x="326" y="1585"/>
                    <a:pt x="329" y="1585"/>
                    <a:pt x="331" y="1587"/>
                  </a:cubicBezTo>
                  <a:lnTo>
                    <a:pt x="345" y="1599"/>
                  </a:lnTo>
                  <a:cubicBezTo>
                    <a:pt x="346" y="1600"/>
                    <a:pt x="346" y="1601"/>
                    <a:pt x="347" y="1602"/>
                  </a:cubicBezTo>
                  <a:lnTo>
                    <a:pt x="348" y="1604"/>
                  </a:lnTo>
                  <a:cubicBezTo>
                    <a:pt x="349" y="1605"/>
                    <a:pt x="349" y="1606"/>
                    <a:pt x="349" y="1608"/>
                  </a:cubicBezTo>
                  <a:lnTo>
                    <a:pt x="349" y="1608"/>
                  </a:lnTo>
                  <a:lnTo>
                    <a:pt x="355" y="1609"/>
                  </a:lnTo>
                  <a:lnTo>
                    <a:pt x="363" y="1609"/>
                  </a:lnTo>
                  <a:lnTo>
                    <a:pt x="380" y="1604"/>
                  </a:lnTo>
                  <a:cubicBezTo>
                    <a:pt x="382" y="1603"/>
                    <a:pt x="384" y="1603"/>
                    <a:pt x="385" y="1604"/>
                  </a:cubicBezTo>
                  <a:lnTo>
                    <a:pt x="392" y="1607"/>
                  </a:lnTo>
                  <a:lnTo>
                    <a:pt x="452" y="1605"/>
                  </a:lnTo>
                  <a:lnTo>
                    <a:pt x="469" y="1607"/>
                  </a:lnTo>
                  <a:lnTo>
                    <a:pt x="471" y="1607"/>
                  </a:lnTo>
                  <a:lnTo>
                    <a:pt x="473" y="1604"/>
                  </a:lnTo>
                  <a:lnTo>
                    <a:pt x="473" y="1596"/>
                  </a:lnTo>
                  <a:lnTo>
                    <a:pt x="471" y="1589"/>
                  </a:lnTo>
                  <a:lnTo>
                    <a:pt x="467" y="1584"/>
                  </a:lnTo>
                  <a:lnTo>
                    <a:pt x="462" y="1582"/>
                  </a:lnTo>
                  <a:cubicBezTo>
                    <a:pt x="460" y="1582"/>
                    <a:pt x="459" y="1580"/>
                    <a:pt x="458" y="1578"/>
                  </a:cubicBezTo>
                  <a:cubicBezTo>
                    <a:pt x="457" y="1576"/>
                    <a:pt x="457" y="1574"/>
                    <a:pt x="458" y="1572"/>
                  </a:cubicBezTo>
                  <a:lnTo>
                    <a:pt x="463" y="1561"/>
                  </a:lnTo>
                  <a:lnTo>
                    <a:pt x="462" y="1559"/>
                  </a:lnTo>
                  <a:cubicBezTo>
                    <a:pt x="460" y="1557"/>
                    <a:pt x="460" y="1555"/>
                    <a:pt x="461" y="1552"/>
                  </a:cubicBezTo>
                  <a:lnTo>
                    <a:pt x="467" y="1535"/>
                  </a:lnTo>
                  <a:lnTo>
                    <a:pt x="466" y="1522"/>
                  </a:lnTo>
                  <a:cubicBezTo>
                    <a:pt x="466" y="1521"/>
                    <a:pt x="466" y="1520"/>
                    <a:pt x="466" y="1519"/>
                  </a:cubicBezTo>
                  <a:lnTo>
                    <a:pt x="469" y="1510"/>
                  </a:lnTo>
                  <a:cubicBezTo>
                    <a:pt x="469" y="1507"/>
                    <a:pt x="471" y="1505"/>
                    <a:pt x="473" y="1504"/>
                  </a:cubicBezTo>
                  <a:lnTo>
                    <a:pt x="485" y="1500"/>
                  </a:lnTo>
                  <a:cubicBezTo>
                    <a:pt x="486" y="1499"/>
                    <a:pt x="487" y="1499"/>
                    <a:pt x="487" y="1499"/>
                  </a:cubicBezTo>
                  <a:lnTo>
                    <a:pt x="501" y="1498"/>
                  </a:lnTo>
                  <a:lnTo>
                    <a:pt x="511" y="1499"/>
                  </a:lnTo>
                  <a:cubicBezTo>
                    <a:pt x="512" y="1499"/>
                    <a:pt x="513" y="1499"/>
                    <a:pt x="513" y="1499"/>
                  </a:cubicBezTo>
                  <a:lnTo>
                    <a:pt x="530" y="1506"/>
                  </a:lnTo>
                  <a:lnTo>
                    <a:pt x="537" y="1508"/>
                  </a:lnTo>
                  <a:lnTo>
                    <a:pt x="545" y="1507"/>
                  </a:lnTo>
                  <a:cubicBezTo>
                    <a:pt x="546" y="1507"/>
                    <a:pt x="547" y="1507"/>
                    <a:pt x="547" y="1507"/>
                  </a:cubicBezTo>
                  <a:lnTo>
                    <a:pt x="556" y="1508"/>
                  </a:lnTo>
                  <a:cubicBezTo>
                    <a:pt x="557" y="1509"/>
                    <a:pt x="558" y="1509"/>
                    <a:pt x="559" y="1509"/>
                  </a:cubicBezTo>
                  <a:lnTo>
                    <a:pt x="580" y="1522"/>
                  </a:lnTo>
                  <a:lnTo>
                    <a:pt x="594" y="1527"/>
                  </a:lnTo>
                  <a:cubicBezTo>
                    <a:pt x="594" y="1528"/>
                    <a:pt x="595" y="1528"/>
                    <a:pt x="595" y="1528"/>
                  </a:cubicBezTo>
                  <a:lnTo>
                    <a:pt x="600" y="1532"/>
                  </a:lnTo>
                  <a:lnTo>
                    <a:pt x="608" y="1539"/>
                  </a:lnTo>
                  <a:lnTo>
                    <a:pt x="609" y="1539"/>
                  </a:lnTo>
                  <a:lnTo>
                    <a:pt x="613" y="1536"/>
                  </a:lnTo>
                  <a:cubicBezTo>
                    <a:pt x="613" y="1535"/>
                    <a:pt x="614" y="1535"/>
                    <a:pt x="615" y="1534"/>
                  </a:cubicBezTo>
                  <a:lnTo>
                    <a:pt x="620" y="1533"/>
                  </a:lnTo>
                  <a:cubicBezTo>
                    <a:pt x="622" y="1532"/>
                    <a:pt x="624" y="1532"/>
                    <a:pt x="626" y="1533"/>
                  </a:cubicBezTo>
                  <a:lnTo>
                    <a:pt x="630" y="1534"/>
                  </a:lnTo>
                  <a:cubicBezTo>
                    <a:pt x="631" y="1535"/>
                    <a:pt x="631" y="1535"/>
                    <a:pt x="632" y="1536"/>
                  </a:cubicBezTo>
                  <a:lnTo>
                    <a:pt x="641" y="1543"/>
                  </a:lnTo>
                  <a:lnTo>
                    <a:pt x="682" y="1546"/>
                  </a:lnTo>
                  <a:lnTo>
                    <a:pt x="694" y="1549"/>
                  </a:lnTo>
                  <a:cubicBezTo>
                    <a:pt x="695" y="1550"/>
                    <a:pt x="696" y="1550"/>
                    <a:pt x="697" y="1551"/>
                  </a:cubicBezTo>
                  <a:lnTo>
                    <a:pt x="706" y="1559"/>
                  </a:lnTo>
                  <a:cubicBezTo>
                    <a:pt x="707" y="1560"/>
                    <a:pt x="707" y="1560"/>
                    <a:pt x="708" y="1561"/>
                  </a:cubicBezTo>
                  <a:lnTo>
                    <a:pt x="713" y="1571"/>
                  </a:lnTo>
                  <a:lnTo>
                    <a:pt x="717" y="1582"/>
                  </a:lnTo>
                  <a:lnTo>
                    <a:pt x="721" y="1589"/>
                  </a:lnTo>
                  <a:lnTo>
                    <a:pt x="728" y="1593"/>
                  </a:lnTo>
                  <a:lnTo>
                    <a:pt x="743" y="1588"/>
                  </a:lnTo>
                  <a:cubicBezTo>
                    <a:pt x="743" y="1588"/>
                    <a:pt x="744" y="1588"/>
                    <a:pt x="745" y="1588"/>
                  </a:cubicBezTo>
                  <a:lnTo>
                    <a:pt x="807" y="1588"/>
                  </a:lnTo>
                  <a:cubicBezTo>
                    <a:pt x="807" y="1588"/>
                    <a:pt x="808" y="1588"/>
                    <a:pt x="809" y="1588"/>
                  </a:cubicBezTo>
                  <a:lnTo>
                    <a:pt x="820" y="1592"/>
                  </a:lnTo>
                  <a:cubicBezTo>
                    <a:pt x="824" y="1593"/>
                    <a:pt x="827" y="1597"/>
                    <a:pt x="826" y="1601"/>
                  </a:cubicBezTo>
                  <a:lnTo>
                    <a:pt x="825" y="1604"/>
                  </a:lnTo>
                  <a:cubicBezTo>
                    <a:pt x="826" y="1604"/>
                    <a:pt x="826" y="1605"/>
                    <a:pt x="827" y="1605"/>
                  </a:cubicBezTo>
                  <a:lnTo>
                    <a:pt x="831" y="1607"/>
                  </a:lnTo>
                  <a:cubicBezTo>
                    <a:pt x="833" y="1608"/>
                    <a:pt x="834" y="1609"/>
                    <a:pt x="834" y="1610"/>
                  </a:cubicBezTo>
                  <a:lnTo>
                    <a:pt x="843" y="1626"/>
                  </a:lnTo>
                  <a:lnTo>
                    <a:pt x="852" y="1638"/>
                  </a:lnTo>
                  <a:cubicBezTo>
                    <a:pt x="853" y="1639"/>
                    <a:pt x="853" y="1640"/>
                    <a:pt x="853" y="1640"/>
                  </a:cubicBezTo>
                  <a:lnTo>
                    <a:pt x="861" y="1662"/>
                  </a:lnTo>
                  <a:lnTo>
                    <a:pt x="864" y="1666"/>
                  </a:lnTo>
                  <a:lnTo>
                    <a:pt x="866" y="1665"/>
                  </a:lnTo>
                  <a:lnTo>
                    <a:pt x="872" y="1642"/>
                  </a:lnTo>
                  <a:cubicBezTo>
                    <a:pt x="873" y="1639"/>
                    <a:pt x="877" y="1637"/>
                    <a:pt x="881" y="1637"/>
                  </a:cubicBezTo>
                  <a:lnTo>
                    <a:pt x="895" y="1637"/>
                  </a:lnTo>
                  <a:lnTo>
                    <a:pt x="908" y="1632"/>
                  </a:lnTo>
                  <a:cubicBezTo>
                    <a:pt x="908" y="1632"/>
                    <a:pt x="909" y="1632"/>
                    <a:pt x="910" y="1632"/>
                  </a:cubicBezTo>
                  <a:lnTo>
                    <a:pt x="918" y="1631"/>
                  </a:lnTo>
                  <a:cubicBezTo>
                    <a:pt x="919" y="1631"/>
                    <a:pt x="921" y="1632"/>
                    <a:pt x="923" y="1633"/>
                  </a:cubicBezTo>
                  <a:lnTo>
                    <a:pt x="953" y="1652"/>
                  </a:lnTo>
                  <a:lnTo>
                    <a:pt x="1008" y="1658"/>
                  </a:lnTo>
                  <a:cubicBezTo>
                    <a:pt x="1011" y="1658"/>
                    <a:pt x="1013" y="1660"/>
                    <a:pt x="1014" y="1662"/>
                  </a:cubicBezTo>
                  <a:cubicBezTo>
                    <a:pt x="1015" y="1664"/>
                    <a:pt x="1016" y="1666"/>
                    <a:pt x="1015" y="1669"/>
                  </a:cubicBezTo>
                </a:path>
              </a:pathLst>
            </a:custGeom>
            <a:solidFill>
              <a:schemeClr val="accent6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xmlns="" id="{C5FB36CB-F8E3-44F1-A138-B08B2DDAF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3980" y="1894316"/>
              <a:ext cx="919124" cy="736423"/>
            </a:xfrm>
            <a:custGeom>
              <a:avLst/>
              <a:gdLst>
                <a:gd name="T0" fmla="*/ 52 w 1441"/>
                <a:gd name="T1" fmla="*/ 86 h 1154"/>
                <a:gd name="T2" fmla="*/ 49 w 1441"/>
                <a:gd name="T3" fmla="*/ 166 h 1154"/>
                <a:gd name="T4" fmla="*/ 69 w 1441"/>
                <a:gd name="T5" fmla="*/ 249 h 1154"/>
                <a:gd name="T6" fmla="*/ 110 w 1441"/>
                <a:gd name="T7" fmla="*/ 267 h 1154"/>
                <a:gd name="T8" fmla="*/ 139 w 1441"/>
                <a:gd name="T9" fmla="*/ 321 h 1154"/>
                <a:gd name="T10" fmla="*/ 182 w 1441"/>
                <a:gd name="T11" fmla="*/ 364 h 1154"/>
                <a:gd name="T12" fmla="*/ 167 w 1441"/>
                <a:gd name="T13" fmla="*/ 395 h 1154"/>
                <a:gd name="T14" fmla="*/ 167 w 1441"/>
                <a:gd name="T15" fmla="*/ 470 h 1154"/>
                <a:gd name="T16" fmla="*/ 175 w 1441"/>
                <a:gd name="T17" fmla="*/ 514 h 1154"/>
                <a:gd name="T18" fmla="*/ 206 w 1441"/>
                <a:gd name="T19" fmla="*/ 532 h 1154"/>
                <a:gd name="T20" fmla="*/ 200 w 1441"/>
                <a:gd name="T21" fmla="*/ 595 h 1154"/>
                <a:gd name="T22" fmla="*/ 181 w 1441"/>
                <a:gd name="T23" fmla="*/ 665 h 1154"/>
                <a:gd name="T24" fmla="*/ 221 w 1441"/>
                <a:gd name="T25" fmla="*/ 772 h 1154"/>
                <a:gd name="T26" fmla="*/ 280 w 1441"/>
                <a:gd name="T27" fmla="*/ 795 h 1154"/>
                <a:gd name="T28" fmla="*/ 185 w 1441"/>
                <a:gd name="T29" fmla="*/ 840 h 1154"/>
                <a:gd name="T30" fmla="*/ 235 w 1441"/>
                <a:gd name="T31" fmla="*/ 933 h 1154"/>
                <a:gd name="T32" fmla="*/ 313 w 1441"/>
                <a:gd name="T33" fmla="*/ 906 h 1154"/>
                <a:gd name="T34" fmla="*/ 425 w 1441"/>
                <a:gd name="T35" fmla="*/ 916 h 1154"/>
                <a:gd name="T36" fmla="*/ 510 w 1441"/>
                <a:gd name="T37" fmla="*/ 915 h 1154"/>
                <a:gd name="T38" fmla="*/ 561 w 1441"/>
                <a:gd name="T39" fmla="*/ 948 h 1154"/>
                <a:gd name="T40" fmla="*/ 596 w 1441"/>
                <a:gd name="T41" fmla="*/ 942 h 1154"/>
                <a:gd name="T42" fmla="*/ 682 w 1441"/>
                <a:gd name="T43" fmla="*/ 939 h 1154"/>
                <a:gd name="T44" fmla="*/ 785 w 1441"/>
                <a:gd name="T45" fmla="*/ 921 h 1154"/>
                <a:gd name="T46" fmla="*/ 830 w 1441"/>
                <a:gd name="T47" fmla="*/ 897 h 1154"/>
                <a:gd name="T48" fmla="*/ 881 w 1441"/>
                <a:gd name="T49" fmla="*/ 883 h 1154"/>
                <a:gd name="T50" fmla="*/ 891 w 1441"/>
                <a:gd name="T51" fmla="*/ 927 h 1154"/>
                <a:gd name="T52" fmla="*/ 942 w 1441"/>
                <a:gd name="T53" fmla="*/ 1003 h 1154"/>
                <a:gd name="T54" fmla="*/ 999 w 1441"/>
                <a:gd name="T55" fmla="*/ 985 h 1154"/>
                <a:gd name="T56" fmla="*/ 1044 w 1441"/>
                <a:gd name="T57" fmla="*/ 952 h 1154"/>
                <a:gd name="T58" fmla="*/ 1151 w 1441"/>
                <a:gd name="T59" fmla="*/ 956 h 1154"/>
                <a:gd name="T60" fmla="*/ 1166 w 1441"/>
                <a:gd name="T61" fmla="*/ 1049 h 1154"/>
                <a:gd name="T62" fmla="*/ 1218 w 1441"/>
                <a:gd name="T63" fmla="*/ 1085 h 1154"/>
                <a:gd name="T64" fmla="*/ 1291 w 1441"/>
                <a:gd name="T65" fmla="*/ 1101 h 1154"/>
                <a:gd name="T66" fmla="*/ 1364 w 1441"/>
                <a:gd name="T67" fmla="*/ 1143 h 1154"/>
                <a:gd name="T68" fmla="*/ 1342 w 1441"/>
                <a:gd name="T69" fmla="*/ 1074 h 1154"/>
                <a:gd name="T70" fmla="*/ 1355 w 1441"/>
                <a:gd name="T71" fmla="*/ 1037 h 1154"/>
                <a:gd name="T72" fmla="*/ 1429 w 1441"/>
                <a:gd name="T73" fmla="*/ 955 h 1154"/>
                <a:gd name="T74" fmla="*/ 1425 w 1441"/>
                <a:gd name="T75" fmla="*/ 910 h 1154"/>
                <a:gd name="T76" fmla="*/ 1340 w 1441"/>
                <a:gd name="T77" fmla="*/ 795 h 1154"/>
                <a:gd name="T78" fmla="*/ 1320 w 1441"/>
                <a:gd name="T79" fmla="*/ 753 h 1154"/>
                <a:gd name="T80" fmla="*/ 1260 w 1441"/>
                <a:gd name="T81" fmla="*/ 667 h 1154"/>
                <a:gd name="T82" fmla="*/ 1180 w 1441"/>
                <a:gd name="T83" fmla="*/ 644 h 1154"/>
                <a:gd name="T84" fmla="*/ 1150 w 1441"/>
                <a:gd name="T85" fmla="*/ 609 h 1154"/>
                <a:gd name="T86" fmla="*/ 1145 w 1441"/>
                <a:gd name="T87" fmla="*/ 518 h 1154"/>
                <a:gd name="T88" fmla="*/ 1159 w 1441"/>
                <a:gd name="T89" fmla="*/ 483 h 1154"/>
                <a:gd name="T90" fmla="*/ 1150 w 1441"/>
                <a:gd name="T91" fmla="*/ 420 h 1154"/>
                <a:gd name="T92" fmla="*/ 1123 w 1441"/>
                <a:gd name="T93" fmla="*/ 351 h 1154"/>
                <a:gd name="T94" fmla="*/ 1112 w 1441"/>
                <a:gd name="T95" fmla="*/ 327 h 1154"/>
                <a:gd name="T96" fmla="*/ 1045 w 1441"/>
                <a:gd name="T97" fmla="*/ 238 h 1154"/>
                <a:gd name="T98" fmla="*/ 947 w 1441"/>
                <a:gd name="T99" fmla="*/ 310 h 1154"/>
                <a:gd name="T100" fmla="*/ 721 w 1441"/>
                <a:gd name="T101" fmla="*/ 294 h 1154"/>
                <a:gd name="T102" fmla="*/ 548 w 1441"/>
                <a:gd name="T103" fmla="*/ 278 h 1154"/>
                <a:gd name="T104" fmla="*/ 413 w 1441"/>
                <a:gd name="T105" fmla="*/ 288 h 1154"/>
                <a:gd name="T106" fmla="*/ 373 w 1441"/>
                <a:gd name="T107" fmla="*/ 283 h 1154"/>
                <a:gd name="T108" fmla="*/ 324 w 1441"/>
                <a:gd name="T109" fmla="*/ 173 h 1154"/>
                <a:gd name="T110" fmla="*/ 317 w 1441"/>
                <a:gd name="T111" fmla="*/ 90 h 1154"/>
                <a:gd name="T112" fmla="*/ 267 w 1441"/>
                <a:gd name="T113" fmla="*/ 11 h 1154"/>
                <a:gd name="T114" fmla="*/ 193 w 1441"/>
                <a:gd name="T115" fmla="*/ 53 h 1154"/>
                <a:gd name="T116" fmla="*/ 149 w 1441"/>
                <a:gd name="T117" fmla="*/ 51 h 1154"/>
                <a:gd name="T118" fmla="*/ 53 w 1441"/>
                <a:gd name="T119" fmla="*/ 26 h 1154"/>
                <a:gd name="T120" fmla="*/ 9 w 1441"/>
                <a:gd name="T121" fmla="*/ 0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41" h="1154">
                  <a:moveTo>
                    <a:pt x="0" y="24"/>
                  </a:moveTo>
                  <a:lnTo>
                    <a:pt x="16" y="31"/>
                  </a:lnTo>
                  <a:lnTo>
                    <a:pt x="31" y="34"/>
                  </a:lnTo>
                  <a:cubicBezTo>
                    <a:pt x="32" y="34"/>
                    <a:pt x="34" y="35"/>
                    <a:pt x="35" y="36"/>
                  </a:cubicBezTo>
                  <a:lnTo>
                    <a:pt x="40" y="42"/>
                  </a:lnTo>
                  <a:cubicBezTo>
                    <a:pt x="40" y="42"/>
                    <a:pt x="41" y="43"/>
                    <a:pt x="41" y="44"/>
                  </a:cubicBezTo>
                  <a:lnTo>
                    <a:pt x="52" y="71"/>
                  </a:lnTo>
                  <a:cubicBezTo>
                    <a:pt x="52" y="72"/>
                    <a:pt x="52" y="73"/>
                    <a:pt x="52" y="74"/>
                  </a:cubicBezTo>
                  <a:lnTo>
                    <a:pt x="52" y="86"/>
                  </a:lnTo>
                  <a:lnTo>
                    <a:pt x="50" y="111"/>
                  </a:lnTo>
                  <a:cubicBezTo>
                    <a:pt x="50" y="112"/>
                    <a:pt x="50" y="113"/>
                    <a:pt x="49" y="113"/>
                  </a:cubicBezTo>
                  <a:lnTo>
                    <a:pt x="46" y="121"/>
                  </a:lnTo>
                  <a:cubicBezTo>
                    <a:pt x="46" y="122"/>
                    <a:pt x="45" y="123"/>
                    <a:pt x="44" y="124"/>
                  </a:cubicBezTo>
                  <a:lnTo>
                    <a:pt x="32" y="135"/>
                  </a:lnTo>
                  <a:lnTo>
                    <a:pt x="30" y="141"/>
                  </a:lnTo>
                  <a:lnTo>
                    <a:pt x="31" y="142"/>
                  </a:lnTo>
                  <a:lnTo>
                    <a:pt x="43" y="157"/>
                  </a:lnTo>
                  <a:lnTo>
                    <a:pt x="49" y="166"/>
                  </a:lnTo>
                  <a:lnTo>
                    <a:pt x="51" y="174"/>
                  </a:lnTo>
                  <a:lnTo>
                    <a:pt x="52" y="181"/>
                  </a:lnTo>
                  <a:lnTo>
                    <a:pt x="61" y="199"/>
                  </a:lnTo>
                  <a:lnTo>
                    <a:pt x="63" y="205"/>
                  </a:lnTo>
                  <a:lnTo>
                    <a:pt x="64" y="218"/>
                  </a:lnTo>
                  <a:lnTo>
                    <a:pt x="62" y="245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9" y="249"/>
                  </a:lnTo>
                  <a:lnTo>
                    <a:pt x="78" y="246"/>
                  </a:lnTo>
                  <a:cubicBezTo>
                    <a:pt x="81" y="246"/>
                    <a:pt x="84" y="247"/>
                    <a:pt x="86" y="249"/>
                  </a:cubicBezTo>
                  <a:cubicBezTo>
                    <a:pt x="88" y="252"/>
                    <a:pt x="88" y="255"/>
                    <a:pt x="87" y="258"/>
                  </a:cubicBezTo>
                  <a:lnTo>
                    <a:pt x="85" y="261"/>
                  </a:lnTo>
                  <a:lnTo>
                    <a:pt x="90" y="264"/>
                  </a:lnTo>
                  <a:cubicBezTo>
                    <a:pt x="91" y="264"/>
                    <a:pt x="91" y="264"/>
                    <a:pt x="92" y="265"/>
                  </a:cubicBezTo>
                  <a:lnTo>
                    <a:pt x="102" y="276"/>
                  </a:lnTo>
                  <a:lnTo>
                    <a:pt x="103" y="273"/>
                  </a:lnTo>
                  <a:cubicBezTo>
                    <a:pt x="104" y="270"/>
                    <a:pt x="107" y="267"/>
                    <a:pt x="110" y="267"/>
                  </a:cubicBezTo>
                  <a:lnTo>
                    <a:pt x="114" y="267"/>
                  </a:lnTo>
                  <a:cubicBezTo>
                    <a:pt x="117" y="267"/>
                    <a:pt x="120" y="269"/>
                    <a:pt x="121" y="272"/>
                  </a:cubicBezTo>
                  <a:lnTo>
                    <a:pt x="128" y="288"/>
                  </a:lnTo>
                  <a:cubicBezTo>
                    <a:pt x="128" y="289"/>
                    <a:pt x="128" y="290"/>
                    <a:pt x="128" y="291"/>
                  </a:cubicBezTo>
                  <a:lnTo>
                    <a:pt x="128" y="296"/>
                  </a:lnTo>
                  <a:cubicBezTo>
                    <a:pt x="128" y="300"/>
                    <a:pt x="125" y="303"/>
                    <a:pt x="121" y="304"/>
                  </a:cubicBezTo>
                  <a:lnTo>
                    <a:pt x="121" y="304"/>
                  </a:lnTo>
                  <a:lnTo>
                    <a:pt x="126" y="311"/>
                  </a:lnTo>
                  <a:lnTo>
                    <a:pt x="139" y="321"/>
                  </a:lnTo>
                  <a:cubicBezTo>
                    <a:pt x="141" y="323"/>
                    <a:pt x="143" y="326"/>
                    <a:pt x="142" y="328"/>
                  </a:cubicBezTo>
                  <a:cubicBezTo>
                    <a:pt x="142" y="331"/>
                    <a:pt x="141" y="333"/>
                    <a:pt x="139" y="334"/>
                  </a:cubicBezTo>
                  <a:lnTo>
                    <a:pt x="141" y="337"/>
                  </a:lnTo>
                  <a:cubicBezTo>
                    <a:pt x="142" y="338"/>
                    <a:pt x="142" y="339"/>
                    <a:pt x="143" y="340"/>
                  </a:cubicBezTo>
                  <a:lnTo>
                    <a:pt x="149" y="360"/>
                  </a:lnTo>
                  <a:cubicBezTo>
                    <a:pt x="150" y="358"/>
                    <a:pt x="153" y="357"/>
                    <a:pt x="155" y="357"/>
                  </a:cubicBezTo>
                  <a:lnTo>
                    <a:pt x="166" y="357"/>
                  </a:lnTo>
                  <a:cubicBezTo>
                    <a:pt x="167" y="357"/>
                    <a:pt x="168" y="358"/>
                    <a:pt x="169" y="358"/>
                  </a:cubicBezTo>
                  <a:lnTo>
                    <a:pt x="182" y="364"/>
                  </a:lnTo>
                  <a:lnTo>
                    <a:pt x="191" y="367"/>
                  </a:lnTo>
                  <a:cubicBezTo>
                    <a:pt x="195" y="368"/>
                    <a:pt x="197" y="371"/>
                    <a:pt x="197" y="375"/>
                  </a:cubicBezTo>
                  <a:lnTo>
                    <a:pt x="197" y="379"/>
                  </a:lnTo>
                  <a:cubicBezTo>
                    <a:pt x="197" y="382"/>
                    <a:pt x="196" y="384"/>
                    <a:pt x="194" y="386"/>
                  </a:cubicBezTo>
                  <a:cubicBezTo>
                    <a:pt x="192" y="387"/>
                    <a:pt x="189" y="388"/>
                    <a:pt x="187" y="387"/>
                  </a:cubicBezTo>
                  <a:lnTo>
                    <a:pt x="170" y="382"/>
                  </a:lnTo>
                  <a:lnTo>
                    <a:pt x="167" y="382"/>
                  </a:lnTo>
                  <a:lnTo>
                    <a:pt x="166" y="384"/>
                  </a:lnTo>
                  <a:lnTo>
                    <a:pt x="167" y="395"/>
                  </a:lnTo>
                  <a:lnTo>
                    <a:pt x="169" y="409"/>
                  </a:lnTo>
                  <a:lnTo>
                    <a:pt x="173" y="425"/>
                  </a:lnTo>
                  <a:cubicBezTo>
                    <a:pt x="175" y="424"/>
                    <a:pt x="176" y="425"/>
                    <a:pt x="177" y="426"/>
                  </a:cubicBezTo>
                  <a:lnTo>
                    <a:pt x="184" y="431"/>
                  </a:lnTo>
                  <a:cubicBezTo>
                    <a:pt x="186" y="432"/>
                    <a:pt x="187" y="435"/>
                    <a:pt x="187" y="437"/>
                  </a:cubicBezTo>
                  <a:cubicBezTo>
                    <a:pt x="187" y="440"/>
                    <a:pt x="185" y="442"/>
                    <a:pt x="183" y="444"/>
                  </a:cubicBezTo>
                  <a:lnTo>
                    <a:pt x="174" y="450"/>
                  </a:lnTo>
                  <a:lnTo>
                    <a:pt x="173" y="452"/>
                  </a:lnTo>
                  <a:lnTo>
                    <a:pt x="167" y="470"/>
                  </a:lnTo>
                  <a:lnTo>
                    <a:pt x="167" y="475"/>
                  </a:lnTo>
                  <a:lnTo>
                    <a:pt x="167" y="475"/>
                  </a:lnTo>
                  <a:lnTo>
                    <a:pt x="170" y="476"/>
                  </a:lnTo>
                  <a:cubicBezTo>
                    <a:pt x="172" y="476"/>
                    <a:pt x="174" y="478"/>
                    <a:pt x="175" y="479"/>
                  </a:cubicBezTo>
                  <a:cubicBezTo>
                    <a:pt x="177" y="481"/>
                    <a:pt x="177" y="484"/>
                    <a:pt x="176" y="486"/>
                  </a:cubicBezTo>
                  <a:lnTo>
                    <a:pt x="174" y="494"/>
                  </a:lnTo>
                  <a:lnTo>
                    <a:pt x="173" y="500"/>
                  </a:lnTo>
                  <a:lnTo>
                    <a:pt x="173" y="516"/>
                  </a:lnTo>
                  <a:cubicBezTo>
                    <a:pt x="174" y="515"/>
                    <a:pt x="174" y="515"/>
                    <a:pt x="175" y="514"/>
                  </a:cubicBezTo>
                  <a:lnTo>
                    <a:pt x="184" y="509"/>
                  </a:lnTo>
                  <a:cubicBezTo>
                    <a:pt x="186" y="508"/>
                    <a:pt x="187" y="508"/>
                    <a:pt x="188" y="508"/>
                  </a:cubicBezTo>
                  <a:lnTo>
                    <a:pt x="200" y="508"/>
                  </a:lnTo>
                  <a:cubicBezTo>
                    <a:pt x="201" y="508"/>
                    <a:pt x="202" y="508"/>
                    <a:pt x="203" y="508"/>
                  </a:cubicBezTo>
                  <a:lnTo>
                    <a:pt x="213" y="513"/>
                  </a:lnTo>
                  <a:cubicBezTo>
                    <a:pt x="215" y="514"/>
                    <a:pt x="217" y="517"/>
                    <a:pt x="217" y="520"/>
                  </a:cubicBezTo>
                  <a:lnTo>
                    <a:pt x="217" y="525"/>
                  </a:lnTo>
                  <a:cubicBezTo>
                    <a:pt x="217" y="528"/>
                    <a:pt x="216" y="530"/>
                    <a:pt x="213" y="532"/>
                  </a:cubicBezTo>
                  <a:cubicBezTo>
                    <a:pt x="211" y="533"/>
                    <a:pt x="208" y="533"/>
                    <a:pt x="206" y="532"/>
                  </a:cubicBezTo>
                  <a:lnTo>
                    <a:pt x="197" y="528"/>
                  </a:lnTo>
                  <a:lnTo>
                    <a:pt x="197" y="528"/>
                  </a:lnTo>
                  <a:lnTo>
                    <a:pt x="195" y="536"/>
                  </a:lnTo>
                  <a:lnTo>
                    <a:pt x="190" y="576"/>
                  </a:lnTo>
                  <a:lnTo>
                    <a:pt x="192" y="576"/>
                  </a:lnTo>
                  <a:cubicBezTo>
                    <a:pt x="194" y="577"/>
                    <a:pt x="196" y="578"/>
                    <a:pt x="197" y="580"/>
                  </a:cubicBezTo>
                  <a:lnTo>
                    <a:pt x="199" y="584"/>
                  </a:lnTo>
                  <a:cubicBezTo>
                    <a:pt x="200" y="585"/>
                    <a:pt x="200" y="587"/>
                    <a:pt x="200" y="589"/>
                  </a:cubicBezTo>
                  <a:lnTo>
                    <a:pt x="200" y="595"/>
                  </a:lnTo>
                  <a:lnTo>
                    <a:pt x="197" y="606"/>
                  </a:lnTo>
                  <a:cubicBezTo>
                    <a:pt x="196" y="609"/>
                    <a:pt x="193" y="611"/>
                    <a:pt x="190" y="611"/>
                  </a:cubicBezTo>
                  <a:lnTo>
                    <a:pt x="189" y="611"/>
                  </a:lnTo>
                  <a:lnTo>
                    <a:pt x="185" y="642"/>
                  </a:lnTo>
                  <a:lnTo>
                    <a:pt x="182" y="653"/>
                  </a:lnTo>
                  <a:cubicBezTo>
                    <a:pt x="181" y="653"/>
                    <a:pt x="181" y="654"/>
                    <a:pt x="180" y="655"/>
                  </a:cubicBezTo>
                  <a:lnTo>
                    <a:pt x="176" y="661"/>
                  </a:lnTo>
                  <a:lnTo>
                    <a:pt x="176" y="661"/>
                  </a:lnTo>
                  <a:cubicBezTo>
                    <a:pt x="178" y="661"/>
                    <a:pt x="180" y="663"/>
                    <a:pt x="181" y="665"/>
                  </a:cubicBezTo>
                  <a:lnTo>
                    <a:pt x="187" y="677"/>
                  </a:lnTo>
                  <a:cubicBezTo>
                    <a:pt x="187" y="677"/>
                    <a:pt x="188" y="678"/>
                    <a:pt x="188" y="679"/>
                  </a:cubicBezTo>
                  <a:lnTo>
                    <a:pt x="190" y="697"/>
                  </a:lnTo>
                  <a:lnTo>
                    <a:pt x="190" y="719"/>
                  </a:lnTo>
                  <a:lnTo>
                    <a:pt x="194" y="732"/>
                  </a:lnTo>
                  <a:lnTo>
                    <a:pt x="210" y="747"/>
                  </a:lnTo>
                  <a:cubicBezTo>
                    <a:pt x="212" y="748"/>
                    <a:pt x="212" y="750"/>
                    <a:pt x="213" y="751"/>
                  </a:cubicBezTo>
                  <a:lnTo>
                    <a:pt x="218" y="770"/>
                  </a:lnTo>
                  <a:lnTo>
                    <a:pt x="221" y="772"/>
                  </a:lnTo>
                  <a:lnTo>
                    <a:pt x="237" y="777"/>
                  </a:lnTo>
                  <a:cubicBezTo>
                    <a:pt x="239" y="778"/>
                    <a:pt x="240" y="778"/>
                    <a:pt x="241" y="779"/>
                  </a:cubicBezTo>
                  <a:lnTo>
                    <a:pt x="244" y="782"/>
                  </a:lnTo>
                  <a:cubicBezTo>
                    <a:pt x="244" y="783"/>
                    <a:pt x="245" y="784"/>
                    <a:pt x="245" y="785"/>
                  </a:cubicBezTo>
                  <a:lnTo>
                    <a:pt x="246" y="787"/>
                  </a:lnTo>
                  <a:cubicBezTo>
                    <a:pt x="246" y="786"/>
                    <a:pt x="247" y="786"/>
                    <a:pt x="247" y="786"/>
                  </a:cubicBezTo>
                  <a:lnTo>
                    <a:pt x="266" y="788"/>
                  </a:lnTo>
                  <a:cubicBezTo>
                    <a:pt x="267" y="788"/>
                    <a:pt x="268" y="789"/>
                    <a:pt x="269" y="789"/>
                  </a:cubicBezTo>
                  <a:lnTo>
                    <a:pt x="280" y="795"/>
                  </a:lnTo>
                  <a:cubicBezTo>
                    <a:pt x="282" y="795"/>
                    <a:pt x="283" y="797"/>
                    <a:pt x="284" y="798"/>
                  </a:cubicBezTo>
                  <a:lnTo>
                    <a:pt x="291" y="811"/>
                  </a:lnTo>
                  <a:cubicBezTo>
                    <a:pt x="293" y="814"/>
                    <a:pt x="293" y="817"/>
                    <a:pt x="291" y="820"/>
                  </a:cubicBezTo>
                  <a:cubicBezTo>
                    <a:pt x="289" y="823"/>
                    <a:pt x="285" y="824"/>
                    <a:pt x="282" y="822"/>
                  </a:cubicBezTo>
                  <a:lnTo>
                    <a:pt x="266" y="816"/>
                  </a:lnTo>
                  <a:lnTo>
                    <a:pt x="215" y="828"/>
                  </a:lnTo>
                  <a:cubicBezTo>
                    <a:pt x="214" y="828"/>
                    <a:pt x="213" y="828"/>
                    <a:pt x="212" y="828"/>
                  </a:cubicBezTo>
                  <a:lnTo>
                    <a:pt x="179" y="824"/>
                  </a:lnTo>
                  <a:lnTo>
                    <a:pt x="185" y="840"/>
                  </a:lnTo>
                  <a:lnTo>
                    <a:pt x="192" y="854"/>
                  </a:lnTo>
                  <a:lnTo>
                    <a:pt x="197" y="866"/>
                  </a:lnTo>
                  <a:cubicBezTo>
                    <a:pt x="198" y="867"/>
                    <a:pt x="198" y="868"/>
                    <a:pt x="198" y="868"/>
                  </a:cubicBezTo>
                  <a:lnTo>
                    <a:pt x="199" y="873"/>
                  </a:lnTo>
                  <a:lnTo>
                    <a:pt x="202" y="887"/>
                  </a:lnTo>
                  <a:lnTo>
                    <a:pt x="206" y="897"/>
                  </a:lnTo>
                  <a:lnTo>
                    <a:pt x="221" y="923"/>
                  </a:lnTo>
                  <a:lnTo>
                    <a:pt x="223" y="925"/>
                  </a:lnTo>
                  <a:lnTo>
                    <a:pt x="235" y="933"/>
                  </a:lnTo>
                  <a:lnTo>
                    <a:pt x="243" y="941"/>
                  </a:lnTo>
                  <a:lnTo>
                    <a:pt x="247" y="942"/>
                  </a:lnTo>
                  <a:lnTo>
                    <a:pt x="256" y="942"/>
                  </a:lnTo>
                  <a:lnTo>
                    <a:pt x="269" y="937"/>
                  </a:lnTo>
                  <a:lnTo>
                    <a:pt x="275" y="933"/>
                  </a:lnTo>
                  <a:lnTo>
                    <a:pt x="284" y="924"/>
                  </a:lnTo>
                  <a:lnTo>
                    <a:pt x="290" y="920"/>
                  </a:lnTo>
                  <a:lnTo>
                    <a:pt x="307" y="913"/>
                  </a:lnTo>
                  <a:lnTo>
                    <a:pt x="313" y="906"/>
                  </a:lnTo>
                  <a:lnTo>
                    <a:pt x="319" y="896"/>
                  </a:lnTo>
                  <a:lnTo>
                    <a:pt x="324" y="891"/>
                  </a:lnTo>
                  <a:cubicBezTo>
                    <a:pt x="325" y="889"/>
                    <a:pt x="327" y="888"/>
                    <a:pt x="329" y="888"/>
                  </a:cubicBezTo>
                  <a:lnTo>
                    <a:pt x="338" y="887"/>
                  </a:lnTo>
                  <a:lnTo>
                    <a:pt x="352" y="888"/>
                  </a:lnTo>
                  <a:lnTo>
                    <a:pt x="404" y="903"/>
                  </a:lnTo>
                  <a:cubicBezTo>
                    <a:pt x="405" y="903"/>
                    <a:pt x="406" y="904"/>
                    <a:pt x="407" y="905"/>
                  </a:cubicBezTo>
                  <a:lnTo>
                    <a:pt x="414" y="911"/>
                  </a:lnTo>
                  <a:lnTo>
                    <a:pt x="425" y="916"/>
                  </a:lnTo>
                  <a:lnTo>
                    <a:pt x="449" y="920"/>
                  </a:lnTo>
                  <a:lnTo>
                    <a:pt x="463" y="920"/>
                  </a:lnTo>
                  <a:lnTo>
                    <a:pt x="479" y="915"/>
                  </a:lnTo>
                  <a:cubicBezTo>
                    <a:pt x="479" y="915"/>
                    <a:pt x="480" y="914"/>
                    <a:pt x="481" y="913"/>
                  </a:cubicBezTo>
                  <a:lnTo>
                    <a:pt x="485" y="911"/>
                  </a:lnTo>
                  <a:cubicBezTo>
                    <a:pt x="485" y="911"/>
                    <a:pt x="486" y="911"/>
                    <a:pt x="487" y="911"/>
                  </a:cubicBezTo>
                  <a:lnTo>
                    <a:pt x="492" y="909"/>
                  </a:lnTo>
                  <a:cubicBezTo>
                    <a:pt x="494" y="909"/>
                    <a:pt x="496" y="909"/>
                    <a:pt x="497" y="910"/>
                  </a:cubicBezTo>
                  <a:lnTo>
                    <a:pt x="510" y="915"/>
                  </a:lnTo>
                  <a:cubicBezTo>
                    <a:pt x="510" y="916"/>
                    <a:pt x="511" y="916"/>
                    <a:pt x="512" y="916"/>
                  </a:cubicBezTo>
                  <a:lnTo>
                    <a:pt x="513" y="917"/>
                  </a:lnTo>
                  <a:lnTo>
                    <a:pt x="529" y="913"/>
                  </a:lnTo>
                  <a:cubicBezTo>
                    <a:pt x="531" y="913"/>
                    <a:pt x="534" y="914"/>
                    <a:pt x="536" y="915"/>
                  </a:cubicBezTo>
                  <a:lnTo>
                    <a:pt x="544" y="922"/>
                  </a:lnTo>
                  <a:cubicBezTo>
                    <a:pt x="545" y="923"/>
                    <a:pt x="545" y="924"/>
                    <a:pt x="546" y="924"/>
                  </a:cubicBezTo>
                  <a:lnTo>
                    <a:pt x="551" y="934"/>
                  </a:lnTo>
                  <a:lnTo>
                    <a:pt x="558" y="950"/>
                  </a:lnTo>
                  <a:lnTo>
                    <a:pt x="561" y="948"/>
                  </a:lnTo>
                  <a:cubicBezTo>
                    <a:pt x="562" y="948"/>
                    <a:pt x="563" y="947"/>
                    <a:pt x="564" y="947"/>
                  </a:cubicBezTo>
                  <a:lnTo>
                    <a:pt x="568" y="947"/>
                  </a:lnTo>
                  <a:cubicBezTo>
                    <a:pt x="570" y="947"/>
                    <a:pt x="572" y="947"/>
                    <a:pt x="574" y="949"/>
                  </a:cubicBezTo>
                  <a:lnTo>
                    <a:pt x="577" y="951"/>
                  </a:lnTo>
                  <a:lnTo>
                    <a:pt x="584" y="958"/>
                  </a:lnTo>
                  <a:lnTo>
                    <a:pt x="586" y="956"/>
                  </a:lnTo>
                  <a:lnTo>
                    <a:pt x="589" y="948"/>
                  </a:lnTo>
                  <a:cubicBezTo>
                    <a:pt x="590" y="947"/>
                    <a:pt x="591" y="945"/>
                    <a:pt x="592" y="944"/>
                  </a:cubicBezTo>
                  <a:lnTo>
                    <a:pt x="596" y="942"/>
                  </a:lnTo>
                  <a:cubicBezTo>
                    <a:pt x="597" y="942"/>
                    <a:pt x="597" y="942"/>
                    <a:pt x="598" y="941"/>
                  </a:cubicBezTo>
                  <a:lnTo>
                    <a:pt x="622" y="935"/>
                  </a:lnTo>
                  <a:cubicBezTo>
                    <a:pt x="623" y="935"/>
                    <a:pt x="624" y="935"/>
                    <a:pt x="625" y="935"/>
                  </a:cubicBezTo>
                  <a:lnTo>
                    <a:pt x="630" y="935"/>
                  </a:lnTo>
                  <a:cubicBezTo>
                    <a:pt x="632" y="935"/>
                    <a:pt x="634" y="936"/>
                    <a:pt x="635" y="938"/>
                  </a:cubicBezTo>
                  <a:lnTo>
                    <a:pt x="639" y="942"/>
                  </a:lnTo>
                  <a:cubicBezTo>
                    <a:pt x="639" y="942"/>
                    <a:pt x="640" y="943"/>
                    <a:pt x="640" y="944"/>
                  </a:cubicBezTo>
                  <a:lnTo>
                    <a:pt x="642" y="948"/>
                  </a:lnTo>
                  <a:lnTo>
                    <a:pt x="682" y="939"/>
                  </a:lnTo>
                  <a:lnTo>
                    <a:pt x="689" y="934"/>
                  </a:lnTo>
                  <a:lnTo>
                    <a:pt x="705" y="916"/>
                  </a:lnTo>
                  <a:lnTo>
                    <a:pt x="706" y="915"/>
                  </a:lnTo>
                  <a:lnTo>
                    <a:pt x="710" y="912"/>
                  </a:lnTo>
                  <a:cubicBezTo>
                    <a:pt x="711" y="912"/>
                    <a:pt x="712" y="912"/>
                    <a:pt x="713" y="911"/>
                  </a:cubicBezTo>
                  <a:lnTo>
                    <a:pt x="718" y="910"/>
                  </a:lnTo>
                  <a:lnTo>
                    <a:pt x="725" y="909"/>
                  </a:lnTo>
                  <a:lnTo>
                    <a:pt x="752" y="912"/>
                  </a:lnTo>
                  <a:lnTo>
                    <a:pt x="785" y="921"/>
                  </a:lnTo>
                  <a:lnTo>
                    <a:pt x="788" y="920"/>
                  </a:lnTo>
                  <a:lnTo>
                    <a:pt x="795" y="909"/>
                  </a:lnTo>
                  <a:cubicBezTo>
                    <a:pt x="796" y="908"/>
                    <a:pt x="796" y="907"/>
                    <a:pt x="798" y="906"/>
                  </a:cubicBezTo>
                  <a:lnTo>
                    <a:pt x="803" y="903"/>
                  </a:lnTo>
                  <a:cubicBezTo>
                    <a:pt x="804" y="903"/>
                    <a:pt x="804" y="903"/>
                    <a:pt x="805" y="903"/>
                  </a:cubicBezTo>
                  <a:lnTo>
                    <a:pt x="812" y="901"/>
                  </a:lnTo>
                  <a:cubicBezTo>
                    <a:pt x="813" y="901"/>
                    <a:pt x="813" y="901"/>
                    <a:pt x="814" y="901"/>
                  </a:cubicBezTo>
                  <a:lnTo>
                    <a:pt x="824" y="901"/>
                  </a:lnTo>
                  <a:lnTo>
                    <a:pt x="830" y="897"/>
                  </a:lnTo>
                  <a:lnTo>
                    <a:pt x="832" y="893"/>
                  </a:lnTo>
                  <a:lnTo>
                    <a:pt x="831" y="884"/>
                  </a:lnTo>
                  <a:cubicBezTo>
                    <a:pt x="830" y="883"/>
                    <a:pt x="831" y="881"/>
                    <a:pt x="831" y="880"/>
                  </a:cubicBezTo>
                  <a:lnTo>
                    <a:pt x="832" y="876"/>
                  </a:lnTo>
                  <a:cubicBezTo>
                    <a:pt x="833" y="875"/>
                    <a:pt x="834" y="873"/>
                    <a:pt x="836" y="872"/>
                  </a:cubicBezTo>
                  <a:lnTo>
                    <a:pt x="840" y="870"/>
                  </a:lnTo>
                  <a:cubicBezTo>
                    <a:pt x="842" y="869"/>
                    <a:pt x="845" y="868"/>
                    <a:pt x="847" y="869"/>
                  </a:cubicBezTo>
                  <a:lnTo>
                    <a:pt x="878" y="881"/>
                  </a:lnTo>
                  <a:cubicBezTo>
                    <a:pt x="879" y="882"/>
                    <a:pt x="880" y="882"/>
                    <a:pt x="881" y="883"/>
                  </a:cubicBezTo>
                  <a:lnTo>
                    <a:pt x="885" y="887"/>
                  </a:lnTo>
                  <a:cubicBezTo>
                    <a:pt x="885" y="888"/>
                    <a:pt x="886" y="889"/>
                    <a:pt x="887" y="890"/>
                  </a:cubicBezTo>
                  <a:lnTo>
                    <a:pt x="889" y="895"/>
                  </a:lnTo>
                  <a:cubicBezTo>
                    <a:pt x="889" y="896"/>
                    <a:pt x="890" y="898"/>
                    <a:pt x="889" y="899"/>
                  </a:cubicBezTo>
                  <a:lnTo>
                    <a:pt x="888" y="908"/>
                  </a:lnTo>
                  <a:cubicBezTo>
                    <a:pt x="888" y="908"/>
                    <a:pt x="888" y="909"/>
                    <a:pt x="887" y="910"/>
                  </a:cubicBezTo>
                  <a:lnTo>
                    <a:pt x="886" y="913"/>
                  </a:lnTo>
                  <a:lnTo>
                    <a:pt x="886" y="918"/>
                  </a:lnTo>
                  <a:lnTo>
                    <a:pt x="891" y="927"/>
                  </a:lnTo>
                  <a:lnTo>
                    <a:pt x="906" y="945"/>
                  </a:lnTo>
                  <a:lnTo>
                    <a:pt x="913" y="951"/>
                  </a:lnTo>
                  <a:lnTo>
                    <a:pt x="918" y="953"/>
                  </a:lnTo>
                  <a:lnTo>
                    <a:pt x="927" y="954"/>
                  </a:lnTo>
                  <a:cubicBezTo>
                    <a:pt x="929" y="955"/>
                    <a:pt x="931" y="956"/>
                    <a:pt x="932" y="958"/>
                  </a:cubicBezTo>
                  <a:lnTo>
                    <a:pt x="936" y="964"/>
                  </a:lnTo>
                  <a:lnTo>
                    <a:pt x="939" y="971"/>
                  </a:lnTo>
                  <a:cubicBezTo>
                    <a:pt x="940" y="972"/>
                    <a:pt x="940" y="973"/>
                    <a:pt x="940" y="974"/>
                  </a:cubicBezTo>
                  <a:lnTo>
                    <a:pt x="942" y="1003"/>
                  </a:lnTo>
                  <a:lnTo>
                    <a:pt x="963" y="1001"/>
                  </a:lnTo>
                  <a:lnTo>
                    <a:pt x="969" y="1001"/>
                  </a:lnTo>
                  <a:lnTo>
                    <a:pt x="977" y="1002"/>
                  </a:lnTo>
                  <a:lnTo>
                    <a:pt x="985" y="1005"/>
                  </a:lnTo>
                  <a:lnTo>
                    <a:pt x="986" y="1005"/>
                  </a:lnTo>
                  <a:lnTo>
                    <a:pt x="987" y="999"/>
                  </a:lnTo>
                  <a:lnTo>
                    <a:pt x="990" y="993"/>
                  </a:lnTo>
                  <a:cubicBezTo>
                    <a:pt x="990" y="992"/>
                    <a:pt x="991" y="991"/>
                    <a:pt x="992" y="990"/>
                  </a:cubicBezTo>
                  <a:lnTo>
                    <a:pt x="999" y="985"/>
                  </a:lnTo>
                  <a:lnTo>
                    <a:pt x="1013" y="982"/>
                  </a:lnTo>
                  <a:lnTo>
                    <a:pt x="1018" y="975"/>
                  </a:lnTo>
                  <a:lnTo>
                    <a:pt x="1021" y="969"/>
                  </a:lnTo>
                  <a:lnTo>
                    <a:pt x="1025" y="963"/>
                  </a:lnTo>
                  <a:lnTo>
                    <a:pt x="1026" y="962"/>
                  </a:lnTo>
                  <a:lnTo>
                    <a:pt x="1031" y="958"/>
                  </a:lnTo>
                  <a:cubicBezTo>
                    <a:pt x="1032" y="957"/>
                    <a:pt x="1033" y="956"/>
                    <a:pt x="1034" y="956"/>
                  </a:cubicBezTo>
                  <a:lnTo>
                    <a:pt x="1040" y="955"/>
                  </a:lnTo>
                  <a:lnTo>
                    <a:pt x="1044" y="952"/>
                  </a:lnTo>
                  <a:lnTo>
                    <a:pt x="1051" y="946"/>
                  </a:lnTo>
                  <a:cubicBezTo>
                    <a:pt x="1052" y="946"/>
                    <a:pt x="1053" y="945"/>
                    <a:pt x="1054" y="945"/>
                  </a:cubicBezTo>
                  <a:lnTo>
                    <a:pt x="1098" y="934"/>
                  </a:lnTo>
                  <a:cubicBezTo>
                    <a:pt x="1099" y="934"/>
                    <a:pt x="1100" y="934"/>
                    <a:pt x="1100" y="934"/>
                  </a:cubicBezTo>
                  <a:lnTo>
                    <a:pt x="1107" y="935"/>
                  </a:lnTo>
                  <a:lnTo>
                    <a:pt x="1116" y="936"/>
                  </a:lnTo>
                  <a:lnTo>
                    <a:pt x="1146" y="950"/>
                  </a:lnTo>
                  <a:cubicBezTo>
                    <a:pt x="1147" y="951"/>
                    <a:pt x="1147" y="951"/>
                    <a:pt x="1148" y="952"/>
                  </a:cubicBezTo>
                  <a:lnTo>
                    <a:pt x="1151" y="956"/>
                  </a:lnTo>
                  <a:cubicBezTo>
                    <a:pt x="1152" y="957"/>
                    <a:pt x="1153" y="958"/>
                    <a:pt x="1153" y="958"/>
                  </a:cubicBezTo>
                  <a:lnTo>
                    <a:pt x="1155" y="965"/>
                  </a:lnTo>
                  <a:lnTo>
                    <a:pt x="1157" y="972"/>
                  </a:lnTo>
                  <a:lnTo>
                    <a:pt x="1157" y="979"/>
                  </a:lnTo>
                  <a:lnTo>
                    <a:pt x="1154" y="1000"/>
                  </a:lnTo>
                  <a:lnTo>
                    <a:pt x="1155" y="1020"/>
                  </a:lnTo>
                  <a:lnTo>
                    <a:pt x="1159" y="1036"/>
                  </a:lnTo>
                  <a:lnTo>
                    <a:pt x="1162" y="1044"/>
                  </a:lnTo>
                  <a:lnTo>
                    <a:pt x="1166" y="1049"/>
                  </a:lnTo>
                  <a:lnTo>
                    <a:pt x="1173" y="1054"/>
                  </a:lnTo>
                  <a:lnTo>
                    <a:pt x="1184" y="1061"/>
                  </a:lnTo>
                  <a:lnTo>
                    <a:pt x="1191" y="1062"/>
                  </a:lnTo>
                  <a:lnTo>
                    <a:pt x="1200" y="1060"/>
                  </a:lnTo>
                  <a:cubicBezTo>
                    <a:pt x="1202" y="1059"/>
                    <a:pt x="1204" y="1059"/>
                    <a:pt x="1206" y="1060"/>
                  </a:cubicBezTo>
                  <a:lnTo>
                    <a:pt x="1209" y="1062"/>
                  </a:lnTo>
                  <a:cubicBezTo>
                    <a:pt x="1211" y="1063"/>
                    <a:pt x="1213" y="1064"/>
                    <a:pt x="1213" y="1066"/>
                  </a:cubicBezTo>
                  <a:lnTo>
                    <a:pt x="1216" y="1072"/>
                  </a:lnTo>
                  <a:lnTo>
                    <a:pt x="1218" y="1085"/>
                  </a:lnTo>
                  <a:lnTo>
                    <a:pt x="1217" y="1089"/>
                  </a:lnTo>
                  <a:lnTo>
                    <a:pt x="1221" y="1091"/>
                  </a:lnTo>
                  <a:lnTo>
                    <a:pt x="1262" y="1102"/>
                  </a:lnTo>
                  <a:lnTo>
                    <a:pt x="1275" y="1103"/>
                  </a:lnTo>
                  <a:cubicBezTo>
                    <a:pt x="1275" y="1102"/>
                    <a:pt x="1275" y="1102"/>
                    <a:pt x="1275" y="1102"/>
                  </a:cubicBezTo>
                  <a:lnTo>
                    <a:pt x="1277" y="1101"/>
                  </a:lnTo>
                  <a:cubicBezTo>
                    <a:pt x="1279" y="1100"/>
                    <a:pt x="1281" y="1099"/>
                    <a:pt x="1282" y="1099"/>
                  </a:cubicBezTo>
                  <a:lnTo>
                    <a:pt x="1287" y="1100"/>
                  </a:lnTo>
                  <a:cubicBezTo>
                    <a:pt x="1289" y="1100"/>
                    <a:pt x="1290" y="1100"/>
                    <a:pt x="1291" y="1101"/>
                  </a:cubicBezTo>
                  <a:lnTo>
                    <a:pt x="1297" y="1105"/>
                  </a:lnTo>
                  <a:cubicBezTo>
                    <a:pt x="1298" y="1105"/>
                    <a:pt x="1298" y="1106"/>
                    <a:pt x="1299" y="1106"/>
                  </a:cubicBezTo>
                  <a:lnTo>
                    <a:pt x="1308" y="1117"/>
                  </a:lnTo>
                  <a:lnTo>
                    <a:pt x="1323" y="1141"/>
                  </a:lnTo>
                  <a:lnTo>
                    <a:pt x="1328" y="1145"/>
                  </a:lnTo>
                  <a:lnTo>
                    <a:pt x="1337" y="1151"/>
                  </a:lnTo>
                  <a:lnTo>
                    <a:pt x="1344" y="1153"/>
                  </a:lnTo>
                  <a:lnTo>
                    <a:pt x="1355" y="1150"/>
                  </a:lnTo>
                  <a:lnTo>
                    <a:pt x="1364" y="1143"/>
                  </a:lnTo>
                  <a:lnTo>
                    <a:pt x="1364" y="1140"/>
                  </a:lnTo>
                  <a:lnTo>
                    <a:pt x="1363" y="1134"/>
                  </a:lnTo>
                  <a:lnTo>
                    <a:pt x="1360" y="1129"/>
                  </a:lnTo>
                  <a:lnTo>
                    <a:pt x="1350" y="1110"/>
                  </a:lnTo>
                  <a:lnTo>
                    <a:pt x="1349" y="1103"/>
                  </a:lnTo>
                  <a:lnTo>
                    <a:pt x="1350" y="1085"/>
                  </a:lnTo>
                  <a:lnTo>
                    <a:pt x="1349" y="1080"/>
                  </a:lnTo>
                  <a:lnTo>
                    <a:pt x="1347" y="1079"/>
                  </a:lnTo>
                  <a:lnTo>
                    <a:pt x="1342" y="1074"/>
                  </a:lnTo>
                  <a:cubicBezTo>
                    <a:pt x="1342" y="1073"/>
                    <a:pt x="1341" y="1072"/>
                    <a:pt x="1341" y="1071"/>
                  </a:cubicBezTo>
                  <a:lnTo>
                    <a:pt x="1339" y="1065"/>
                  </a:lnTo>
                  <a:cubicBezTo>
                    <a:pt x="1339" y="1064"/>
                    <a:pt x="1338" y="1062"/>
                    <a:pt x="1339" y="1061"/>
                  </a:cubicBezTo>
                  <a:lnTo>
                    <a:pt x="1341" y="1053"/>
                  </a:lnTo>
                  <a:lnTo>
                    <a:pt x="1344" y="1046"/>
                  </a:lnTo>
                  <a:cubicBezTo>
                    <a:pt x="1344" y="1045"/>
                    <a:pt x="1344" y="1044"/>
                    <a:pt x="1345" y="1044"/>
                  </a:cubicBezTo>
                  <a:lnTo>
                    <a:pt x="1347" y="1041"/>
                  </a:lnTo>
                  <a:cubicBezTo>
                    <a:pt x="1348" y="1040"/>
                    <a:pt x="1350" y="1039"/>
                    <a:pt x="1351" y="1039"/>
                  </a:cubicBezTo>
                  <a:lnTo>
                    <a:pt x="1355" y="1037"/>
                  </a:lnTo>
                  <a:lnTo>
                    <a:pt x="1370" y="1035"/>
                  </a:lnTo>
                  <a:lnTo>
                    <a:pt x="1403" y="1021"/>
                  </a:lnTo>
                  <a:lnTo>
                    <a:pt x="1413" y="1014"/>
                  </a:lnTo>
                  <a:lnTo>
                    <a:pt x="1426" y="1000"/>
                  </a:lnTo>
                  <a:lnTo>
                    <a:pt x="1432" y="985"/>
                  </a:lnTo>
                  <a:lnTo>
                    <a:pt x="1435" y="979"/>
                  </a:lnTo>
                  <a:lnTo>
                    <a:pt x="1440" y="972"/>
                  </a:lnTo>
                  <a:lnTo>
                    <a:pt x="1440" y="970"/>
                  </a:lnTo>
                  <a:lnTo>
                    <a:pt x="1429" y="955"/>
                  </a:lnTo>
                  <a:lnTo>
                    <a:pt x="1426" y="949"/>
                  </a:lnTo>
                  <a:cubicBezTo>
                    <a:pt x="1426" y="948"/>
                    <a:pt x="1425" y="948"/>
                    <a:pt x="1425" y="947"/>
                  </a:cubicBezTo>
                  <a:lnTo>
                    <a:pt x="1424" y="933"/>
                  </a:lnTo>
                  <a:lnTo>
                    <a:pt x="1424" y="927"/>
                  </a:lnTo>
                  <a:lnTo>
                    <a:pt x="1426" y="921"/>
                  </a:lnTo>
                  <a:cubicBezTo>
                    <a:pt x="1426" y="920"/>
                    <a:pt x="1426" y="919"/>
                    <a:pt x="1427" y="919"/>
                  </a:cubicBezTo>
                  <a:lnTo>
                    <a:pt x="1427" y="916"/>
                  </a:lnTo>
                  <a:lnTo>
                    <a:pt x="1427" y="914"/>
                  </a:lnTo>
                  <a:lnTo>
                    <a:pt x="1425" y="910"/>
                  </a:lnTo>
                  <a:lnTo>
                    <a:pt x="1400" y="882"/>
                  </a:lnTo>
                  <a:lnTo>
                    <a:pt x="1386" y="874"/>
                  </a:lnTo>
                  <a:lnTo>
                    <a:pt x="1378" y="866"/>
                  </a:lnTo>
                  <a:cubicBezTo>
                    <a:pt x="1378" y="865"/>
                    <a:pt x="1377" y="865"/>
                    <a:pt x="1377" y="864"/>
                  </a:cubicBezTo>
                  <a:lnTo>
                    <a:pt x="1368" y="848"/>
                  </a:lnTo>
                  <a:lnTo>
                    <a:pt x="1363" y="835"/>
                  </a:lnTo>
                  <a:cubicBezTo>
                    <a:pt x="1363" y="835"/>
                    <a:pt x="1362" y="834"/>
                    <a:pt x="1362" y="833"/>
                  </a:cubicBezTo>
                  <a:lnTo>
                    <a:pt x="1360" y="804"/>
                  </a:lnTo>
                  <a:lnTo>
                    <a:pt x="1340" y="795"/>
                  </a:lnTo>
                  <a:cubicBezTo>
                    <a:pt x="1338" y="795"/>
                    <a:pt x="1337" y="794"/>
                    <a:pt x="1337" y="793"/>
                  </a:cubicBezTo>
                  <a:lnTo>
                    <a:pt x="1328" y="780"/>
                  </a:lnTo>
                  <a:lnTo>
                    <a:pt x="1324" y="778"/>
                  </a:lnTo>
                  <a:cubicBezTo>
                    <a:pt x="1323" y="778"/>
                    <a:pt x="1323" y="777"/>
                    <a:pt x="1322" y="777"/>
                  </a:cubicBezTo>
                  <a:lnTo>
                    <a:pt x="1319" y="774"/>
                  </a:lnTo>
                  <a:cubicBezTo>
                    <a:pt x="1317" y="772"/>
                    <a:pt x="1316" y="770"/>
                    <a:pt x="1316" y="768"/>
                  </a:cubicBezTo>
                  <a:lnTo>
                    <a:pt x="1316" y="763"/>
                  </a:lnTo>
                  <a:cubicBezTo>
                    <a:pt x="1316" y="761"/>
                    <a:pt x="1316" y="759"/>
                    <a:pt x="1317" y="758"/>
                  </a:cubicBezTo>
                  <a:lnTo>
                    <a:pt x="1320" y="753"/>
                  </a:lnTo>
                  <a:lnTo>
                    <a:pt x="1328" y="744"/>
                  </a:lnTo>
                  <a:lnTo>
                    <a:pt x="1331" y="735"/>
                  </a:lnTo>
                  <a:lnTo>
                    <a:pt x="1329" y="731"/>
                  </a:lnTo>
                  <a:lnTo>
                    <a:pt x="1324" y="721"/>
                  </a:lnTo>
                  <a:lnTo>
                    <a:pt x="1318" y="716"/>
                  </a:lnTo>
                  <a:lnTo>
                    <a:pt x="1300" y="711"/>
                  </a:lnTo>
                  <a:lnTo>
                    <a:pt x="1291" y="707"/>
                  </a:lnTo>
                  <a:lnTo>
                    <a:pt x="1284" y="701"/>
                  </a:lnTo>
                  <a:lnTo>
                    <a:pt x="1260" y="667"/>
                  </a:lnTo>
                  <a:cubicBezTo>
                    <a:pt x="1259" y="666"/>
                    <a:pt x="1259" y="666"/>
                    <a:pt x="1259" y="665"/>
                  </a:cubicBezTo>
                  <a:lnTo>
                    <a:pt x="1253" y="647"/>
                  </a:lnTo>
                  <a:lnTo>
                    <a:pt x="1250" y="647"/>
                  </a:lnTo>
                  <a:lnTo>
                    <a:pt x="1243" y="651"/>
                  </a:lnTo>
                  <a:lnTo>
                    <a:pt x="1237" y="654"/>
                  </a:lnTo>
                  <a:cubicBezTo>
                    <a:pt x="1236" y="654"/>
                    <a:pt x="1235" y="654"/>
                    <a:pt x="1234" y="654"/>
                  </a:cubicBezTo>
                  <a:lnTo>
                    <a:pt x="1229" y="654"/>
                  </a:lnTo>
                  <a:lnTo>
                    <a:pt x="1190" y="644"/>
                  </a:lnTo>
                  <a:lnTo>
                    <a:pt x="1180" y="644"/>
                  </a:lnTo>
                  <a:lnTo>
                    <a:pt x="1174" y="644"/>
                  </a:lnTo>
                  <a:cubicBezTo>
                    <a:pt x="1173" y="644"/>
                    <a:pt x="1172" y="644"/>
                    <a:pt x="1172" y="643"/>
                  </a:cubicBezTo>
                  <a:lnTo>
                    <a:pt x="1167" y="641"/>
                  </a:lnTo>
                  <a:cubicBezTo>
                    <a:pt x="1166" y="641"/>
                    <a:pt x="1166" y="641"/>
                    <a:pt x="1165" y="640"/>
                  </a:cubicBezTo>
                  <a:lnTo>
                    <a:pt x="1154" y="629"/>
                  </a:lnTo>
                  <a:cubicBezTo>
                    <a:pt x="1153" y="628"/>
                    <a:pt x="1153" y="627"/>
                    <a:pt x="1153" y="626"/>
                  </a:cubicBezTo>
                  <a:lnTo>
                    <a:pt x="1150" y="620"/>
                  </a:lnTo>
                  <a:lnTo>
                    <a:pt x="1150" y="613"/>
                  </a:lnTo>
                  <a:cubicBezTo>
                    <a:pt x="1149" y="611"/>
                    <a:pt x="1150" y="610"/>
                    <a:pt x="1150" y="609"/>
                  </a:cubicBezTo>
                  <a:lnTo>
                    <a:pt x="1159" y="587"/>
                  </a:lnTo>
                  <a:lnTo>
                    <a:pt x="1165" y="575"/>
                  </a:lnTo>
                  <a:lnTo>
                    <a:pt x="1166" y="571"/>
                  </a:lnTo>
                  <a:lnTo>
                    <a:pt x="1166" y="561"/>
                  </a:lnTo>
                  <a:lnTo>
                    <a:pt x="1167" y="544"/>
                  </a:lnTo>
                  <a:lnTo>
                    <a:pt x="1166" y="538"/>
                  </a:lnTo>
                  <a:lnTo>
                    <a:pt x="1163" y="533"/>
                  </a:lnTo>
                  <a:lnTo>
                    <a:pt x="1150" y="523"/>
                  </a:lnTo>
                  <a:lnTo>
                    <a:pt x="1145" y="518"/>
                  </a:lnTo>
                  <a:lnTo>
                    <a:pt x="1142" y="512"/>
                  </a:lnTo>
                  <a:lnTo>
                    <a:pt x="1139" y="504"/>
                  </a:lnTo>
                  <a:lnTo>
                    <a:pt x="1139" y="497"/>
                  </a:lnTo>
                  <a:cubicBezTo>
                    <a:pt x="1138" y="496"/>
                    <a:pt x="1139" y="495"/>
                    <a:pt x="1139" y="494"/>
                  </a:cubicBezTo>
                  <a:lnTo>
                    <a:pt x="1141" y="488"/>
                  </a:lnTo>
                  <a:cubicBezTo>
                    <a:pt x="1142" y="486"/>
                    <a:pt x="1144" y="484"/>
                    <a:pt x="1146" y="483"/>
                  </a:cubicBezTo>
                  <a:lnTo>
                    <a:pt x="1150" y="482"/>
                  </a:lnTo>
                  <a:cubicBezTo>
                    <a:pt x="1151" y="482"/>
                    <a:pt x="1153" y="482"/>
                    <a:pt x="1154" y="482"/>
                  </a:cubicBezTo>
                  <a:lnTo>
                    <a:pt x="1159" y="483"/>
                  </a:lnTo>
                  <a:lnTo>
                    <a:pt x="1159" y="481"/>
                  </a:lnTo>
                  <a:lnTo>
                    <a:pt x="1157" y="475"/>
                  </a:lnTo>
                  <a:lnTo>
                    <a:pt x="1156" y="467"/>
                  </a:lnTo>
                  <a:cubicBezTo>
                    <a:pt x="1156" y="466"/>
                    <a:pt x="1156" y="464"/>
                    <a:pt x="1156" y="463"/>
                  </a:cubicBezTo>
                  <a:lnTo>
                    <a:pt x="1158" y="456"/>
                  </a:lnTo>
                  <a:lnTo>
                    <a:pt x="1163" y="446"/>
                  </a:lnTo>
                  <a:lnTo>
                    <a:pt x="1162" y="445"/>
                  </a:lnTo>
                  <a:lnTo>
                    <a:pt x="1155" y="432"/>
                  </a:lnTo>
                  <a:lnTo>
                    <a:pt x="1150" y="420"/>
                  </a:lnTo>
                  <a:lnTo>
                    <a:pt x="1145" y="402"/>
                  </a:lnTo>
                  <a:lnTo>
                    <a:pt x="1139" y="393"/>
                  </a:lnTo>
                  <a:lnTo>
                    <a:pt x="1131" y="387"/>
                  </a:lnTo>
                  <a:cubicBezTo>
                    <a:pt x="1130" y="387"/>
                    <a:pt x="1129" y="386"/>
                    <a:pt x="1129" y="386"/>
                  </a:cubicBezTo>
                  <a:lnTo>
                    <a:pt x="1125" y="381"/>
                  </a:lnTo>
                  <a:lnTo>
                    <a:pt x="1120" y="368"/>
                  </a:lnTo>
                  <a:cubicBezTo>
                    <a:pt x="1119" y="367"/>
                    <a:pt x="1119" y="366"/>
                    <a:pt x="1119" y="365"/>
                  </a:cubicBezTo>
                  <a:lnTo>
                    <a:pt x="1121" y="355"/>
                  </a:lnTo>
                  <a:cubicBezTo>
                    <a:pt x="1121" y="354"/>
                    <a:pt x="1122" y="352"/>
                    <a:pt x="1123" y="351"/>
                  </a:cubicBezTo>
                  <a:cubicBezTo>
                    <a:pt x="1123" y="351"/>
                    <a:pt x="1126" y="349"/>
                    <a:pt x="1127" y="348"/>
                  </a:cubicBezTo>
                  <a:lnTo>
                    <a:pt x="1139" y="341"/>
                  </a:lnTo>
                  <a:lnTo>
                    <a:pt x="1138" y="340"/>
                  </a:lnTo>
                  <a:lnTo>
                    <a:pt x="1135" y="339"/>
                  </a:lnTo>
                  <a:lnTo>
                    <a:pt x="1126" y="338"/>
                  </a:lnTo>
                  <a:cubicBezTo>
                    <a:pt x="1125" y="338"/>
                    <a:pt x="1124" y="338"/>
                    <a:pt x="1123" y="337"/>
                  </a:cubicBezTo>
                  <a:lnTo>
                    <a:pt x="1118" y="334"/>
                  </a:lnTo>
                  <a:cubicBezTo>
                    <a:pt x="1117" y="334"/>
                    <a:pt x="1117" y="333"/>
                    <a:pt x="1116" y="332"/>
                  </a:cubicBezTo>
                  <a:lnTo>
                    <a:pt x="1112" y="327"/>
                  </a:lnTo>
                  <a:lnTo>
                    <a:pt x="1105" y="312"/>
                  </a:lnTo>
                  <a:cubicBezTo>
                    <a:pt x="1104" y="311"/>
                    <a:pt x="1104" y="309"/>
                    <a:pt x="1104" y="308"/>
                  </a:cubicBezTo>
                  <a:lnTo>
                    <a:pt x="1104" y="301"/>
                  </a:lnTo>
                  <a:lnTo>
                    <a:pt x="1106" y="288"/>
                  </a:lnTo>
                  <a:lnTo>
                    <a:pt x="1105" y="281"/>
                  </a:lnTo>
                  <a:lnTo>
                    <a:pt x="1104" y="271"/>
                  </a:lnTo>
                  <a:lnTo>
                    <a:pt x="1104" y="248"/>
                  </a:lnTo>
                  <a:lnTo>
                    <a:pt x="1100" y="225"/>
                  </a:lnTo>
                  <a:lnTo>
                    <a:pt x="1045" y="238"/>
                  </a:lnTo>
                  <a:lnTo>
                    <a:pt x="1014" y="260"/>
                  </a:lnTo>
                  <a:lnTo>
                    <a:pt x="1003" y="277"/>
                  </a:lnTo>
                  <a:cubicBezTo>
                    <a:pt x="1003" y="278"/>
                    <a:pt x="1002" y="279"/>
                    <a:pt x="1001" y="279"/>
                  </a:cubicBezTo>
                  <a:lnTo>
                    <a:pt x="997" y="283"/>
                  </a:lnTo>
                  <a:cubicBezTo>
                    <a:pt x="996" y="284"/>
                    <a:pt x="995" y="284"/>
                    <a:pt x="994" y="284"/>
                  </a:cubicBezTo>
                  <a:lnTo>
                    <a:pt x="984" y="287"/>
                  </a:lnTo>
                  <a:lnTo>
                    <a:pt x="972" y="298"/>
                  </a:lnTo>
                  <a:cubicBezTo>
                    <a:pt x="971" y="298"/>
                    <a:pt x="971" y="299"/>
                    <a:pt x="970" y="299"/>
                  </a:cubicBezTo>
                  <a:lnTo>
                    <a:pt x="947" y="310"/>
                  </a:lnTo>
                  <a:lnTo>
                    <a:pt x="868" y="329"/>
                  </a:lnTo>
                  <a:lnTo>
                    <a:pt x="856" y="339"/>
                  </a:lnTo>
                  <a:cubicBezTo>
                    <a:pt x="854" y="342"/>
                    <a:pt x="850" y="342"/>
                    <a:pt x="847" y="340"/>
                  </a:cubicBezTo>
                  <a:lnTo>
                    <a:pt x="801" y="313"/>
                  </a:lnTo>
                  <a:lnTo>
                    <a:pt x="777" y="307"/>
                  </a:lnTo>
                  <a:cubicBezTo>
                    <a:pt x="777" y="307"/>
                    <a:pt x="776" y="306"/>
                    <a:pt x="775" y="306"/>
                  </a:cubicBezTo>
                  <a:lnTo>
                    <a:pt x="760" y="296"/>
                  </a:lnTo>
                  <a:lnTo>
                    <a:pt x="754" y="294"/>
                  </a:lnTo>
                  <a:lnTo>
                    <a:pt x="721" y="294"/>
                  </a:lnTo>
                  <a:cubicBezTo>
                    <a:pt x="720" y="294"/>
                    <a:pt x="719" y="293"/>
                    <a:pt x="718" y="293"/>
                  </a:cubicBezTo>
                  <a:lnTo>
                    <a:pt x="697" y="283"/>
                  </a:lnTo>
                  <a:lnTo>
                    <a:pt x="689" y="282"/>
                  </a:lnTo>
                  <a:lnTo>
                    <a:pt x="674" y="290"/>
                  </a:lnTo>
                  <a:cubicBezTo>
                    <a:pt x="672" y="291"/>
                    <a:pt x="670" y="291"/>
                    <a:pt x="669" y="291"/>
                  </a:cubicBezTo>
                  <a:lnTo>
                    <a:pt x="657" y="290"/>
                  </a:lnTo>
                  <a:lnTo>
                    <a:pt x="634" y="283"/>
                  </a:lnTo>
                  <a:lnTo>
                    <a:pt x="550" y="278"/>
                  </a:lnTo>
                  <a:cubicBezTo>
                    <a:pt x="549" y="278"/>
                    <a:pt x="549" y="278"/>
                    <a:pt x="548" y="278"/>
                  </a:cubicBezTo>
                  <a:lnTo>
                    <a:pt x="490" y="256"/>
                  </a:lnTo>
                  <a:lnTo>
                    <a:pt x="428" y="252"/>
                  </a:lnTo>
                  <a:lnTo>
                    <a:pt x="422" y="255"/>
                  </a:lnTo>
                  <a:lnTo>
                    <a:pt x="416" y="262"/>
                  </a:lnTo>
                  <a:lnTo>
                    <a:pt x="414" y="267"/>
                  </a:lnTo>
                  <a:lnTo>
                    <a:pt x="417" y="271"/>
                  </a:lnTo>
                  <a:cubicBezTo>
                    <a:pt x="418" y="272"/>
                    <a:pt x="419" y="274"/>
                    <a:pt x="419" y="276"/>
                  </a:cubicBezTo>
                  <a:lnTo>
                    <a:pt x="419" y="281"/>
                  </a:lnTo>
                  <a:cubicBezTo>
                    <a:pt x="419" y="284"/>
                    <a:pt x="416" y="288"/>
                    <a:pt x="413" y="288"/>
                  </a:cubicBezTo>
                  <a:lnTo>
                    <a:pt x="403" y="291"/>
                  </a:lnTo>
                  <a:cubicBezTo>
                    <a:pt x="401" y="292"/>
                    <a:pt x="399" y="292"/>
                    <a:pt x="397" y="290"/>
                  </a:cubicBezTo>
                  <a:lnTo>
                    <a:pt x="392" y="287"/>
                  </a:lnTo>
                  <a:cubicBezTo>
                    <a:pt x="391" y="287"/>
                    <a:pt x="390" y="286"/>
                    <a:pt x="389" y="285"/>
                  </a:cubicBezTo>
                  <a:lnTo>
                    <a:pt x="384" y="279"/>
                  </a:lnTo>
                  <a:lnTo>
                    <a:pt x="384" y="279"/>
                  </a:lnTo>
                  <a:lnTo>
                    <a:pt x="380" y="281"/>
                  </a:lnTo>
                  <a:cubicBezTo>
                    <a:pt x="379" y="282"/>
                    <a:pt x="378" y="283"/>
                    <a:pt x="377" y="283"/>
                  </a:cubicBezTo>
                  <a:lnTo>
                    <a:pt x="373" y="283"/>
                  </a:lnTo>
                  <a:cubicBezTo>
                    <a:pt x="368" y="284"/>
                    <a:pt x="364" y="281"/>
                    <a:pt x="364" y="277"/>
                  </a:cubicBezTo>
                  <a:lnTo>
                    <a:pt x="362" y="269"/>
                  </a:lnTo>
                  <a:cubicBezTo>
                    <a:pt x="362" y="268"/>
                    <a:pt x="362" y="266"/>
                    <a:pt x="363" y="264"/>
                  </a:cubicBezTo>
                  <a:lnTo>
                    <a:pt x="368" y="253"/>
                  </a:lnTo>
                  <a:lnTo>
                    <a:pt x="368" y="246"/>
                  </a:lnTo>
                  <a:lnTo>
                    <a:pt x="367" y="232"/>
                  </a:lnTo>
                  <a:lnTo>
                    <a:pt x="363" y="223"/>
                  </a:lnTo>
                  <a:lnTo>
                    <a:pt x="326" y="176"/>
                  </a:lnTo>
                  <a:cubicBezTo>
                    <a:pt x="325" y="175"/>
                    <a:pt x="325" y="174"/>
                    <a:pt x="324" y="173"/>
                  </a:cubicBezTo>
                  <a:lnTo>
                    <a:pt x="317" y="152"/>
                  </a:lnTo>
                  <a:lnTo>
                    <a:pt x="309" y="140"/>
                  </a:lnTo>
                  <a:lnTo>
                    <a:pt x="302" y="124"/>
                  </a:lnTo>
                  <a:cubicBezTo>
                    <a:pt x="302" y="123"/>
                    <a:pt x="301" y="121"/>
                    <a:pt x="302" y="120"/>
                  </a:cubicBezTo>
                  <a:lnTo>
                    <a:pt x="304" y="102"/>
                  </a:lnTo>
                  <a:cubicBezTo>
                    <a:pt x="304" y="100"/>
                    <a:pt x="305" y="99"/>
                    <a:pt x="306" y="98"/>
                  </a:cubicBezTo>
                  <a:lnTo>
                    <a:pt x="309" y="94"/>
                  </a:lnTo>
                  <a:cubicBezTo>
                    <a:pt x="310" y="93"/>
                    <a:pt x="311" y="92"/>
                    <a:pt x="312" y="92"/>
                  </a:cubicBezTo>
                  <a:lnTo>
                    <a:pt x="317" y="90"/>
                  </a:lnTo>
                  <a:cubicBezTo>
                    <a:pt x="318" y="90"/>
                    <a:pt x="318" y="90"/>
                    <a:pt x="319" y="90"/>
                  </a:cubicBezTo>
                  <a:lnTo>
                    <a:pt x="325" y="89"/>
                  </a:lnTo>
                  <a:lnTo>
                    <a:pt x="328" y="77"/>
                  </a:lnTo>
                  <a:cubicBezTo>
                    <a:pt x="329" y="76"/>
                    <a:pt x="330" y="74"/>
                    <a:pt x="331" y="73"/>
                  </a:cubicBezTo>
                  <a:lnTo>
                    <a:pt x="340" y="67"/>
                  </a:lnTo>
                  <a:lnTo>
                    <a:pt x="339" y="60"/>
                  </a:lnTo>
                  <a:lnTo>
                    <a:pt x="328" y="37"/>
                  </a:lnTo>
                  <a:lnTo>
                    <a:pt x="324" y="21"/>
                  </a:lnTo>
                  <a:lnTo>
                    <a:pt x="267" y="11"/>
                  </a:lnTo>
                  <a:lnTo>
                    <a:pt x="259" y="11"/>
                  </a:lnTo>
                  <a:lnTo>
                    <a:pt x="239" y="18"/>
                  </a:lnTo>
                  <a:lnTo>
                    <a:pt x="234" y="22"/>
                  </a:lnTo>
                  <a:lnTo>
                    <a:pt x="222" y="38"/>
                  </a:lnTo>
                  <a:lnTo>
                    <a:pt x="213" y="47"/>
                  </a:lnTo>
                  <a:cubicBezTo>
                    <a:pt x="212" y="47"/>
                    <a:pt x="211" y="48"/>
                    <a:pt x="211" y="48"/>
                  </a:cubicBezTo>
                  <a:lnTo>
                    <a:pt x="202" y="52"/>
                  </a:lnTo>
                  <a:cubicBezTo>
                    <a:pt x="201" y="53"/>
                    <a:pt x="200" y="53"/>
                    <a:pt x="198" y="53"/>
                  </a:cubicBezTo>
                  <a:lnTo>
                    <a:pt x="193" y="53"/>
                  </a:lnTo>
                  <a:cubicBezTo>
                    <a:pt x="192" y="53"/>
                    <a:pt x="191" y="52"/>
                    <a:pt x="190" y="52"/>
                  </a:cubicBezTo>
                  <a:lnTo>
                    <a:pt x="178" y="48"/>
                  </a:lnTo>
                  <a:lnTo>
                    <a:pt x="176" y="48"/>
                  </a:lnTo>
                  <a:lnTo>
                    <a:pt x="170" y="54"/>
                  </a:lnTo>
                  <a:cubicBezTo>
                    <a:pt x="170" y="55"/>
                    <a:pt x="168" y="56"/>
                    <a:pt x="167" y="56"/>
                  </a:cubicBezTo>
                  <a:lnTo>
                    <a:pt x="163" y="58"/>
                  </a:lnTo>
                  <a:cubicBezTo>
                    <a:pt x="161" y="59"/>
                    <a:pt x="158" y="59"/>
                    <a:pt x="156" y="58"/>
                  </a:cubicBezTo>
                  <a:lnTo>
                    <a:pt x="153" y="56"/>
                  </a:lnTo>
                  <a:cubicBezTo>
                    <a:pt x="151" y="55"/>
                    <a:pt x="149" y="54"/>
                    <a:pt x="149" y="51"/>
                  </a:cubicBezTo>
                  <a:lnTo>
                    <a:pt x="148" y="48"/>
                  </a:lnTo>
                  <a:lnTo>
                    <a:pt x="147" y="48"/>
                  </a:lnTo>
                  <a:cubicBezTo>
                    <a:pt x="146" y="48"/>
                    <a:pt x="145" y="48"/>
                    <a:pt x="144" y="48"/>
                  </a:cubicBezTo>
                  <a:lnTo>
                    <a:pt x="107" y="35"/>
                  </a:lnTo>
                  <a:lnTo>
                    <a:pt x="75" y="30"/>
                  </a:lnTo>
                  <a:lnTo>
                    <a:pt x="63" y="26"/>
                  </a:lnTo>
                  <a:lnTo>
                    <a:pt x="59" y="27"/>
                  </a:lnTo>
                  <a:cubicBezTo>
                    <a:pt x="58" y="27"/>
                    <a:pt x="57" y="27"/>
                    <a:pt x="55" y="27"/>
                  </a:cubicBezTo>
                  <a:lnTo>
                    <a:pt x="53" y="26"/>
                  </a:lnTo>
                  <a:cubicBezTo>
                    <a:pt x="51" y="26"/>
                    <a:pt x="50" y="25"/>
                    <a:pt x="49" y="23"/>
                  </a:cubicBezTo>
                  <a:lnTo>
                    <a:pt x="46" y="19"/>
                  </a:lnTo>
                  <a:cubicBezTo>
                    <a:pt x="46" y="18"/>
                    <a:pt x="45" y="18"/>
                    <a:pt x="45" y="17"/>
                  </a:cubicBezTo>
                  <a:lnTo>
                    <a:pt x="43" y="9"/>
                  </a:lnTo>
                  <a:lnTo>
                    <a:pt x="31" y="10"/>
                  </a:lnTo>
                  <a:cubicBezTo>
                    <a:pt x="30" y="11"/>
                    <a:pt x="29" y="10"/>
                    <a:pt x="28" y="10"/>
                  </a:cubicBezTo>
                  <a:lnTo>
                    <a:pt x="22" y="9"/>
                  </a:lnTo>
                  <a:cubicBezTo>
                    <a:pt x="21" y="8"/>
                    <a:pt x="20" y="8"/>
                    <a:pt x="19" y="7"/>
                  </a:cubicBezTo>
                  <a:lnTo>
                    <a:pt x="9" y="0"/>
                  </a:lnTo>
                  <a:lnTo>
                    <a:pt x="2" y="1"/>
                  </a:lnTo>
                  <a:lnTo>
                    <a:pt x="3" y="10"/>
                  </a:lnTo>
                  <a:cubicBezTo>
                    <a:pt x="3" y="11"/>
                    <a:pt x="3" y="12"/>
                    <a:pt x="3" y="13"/>
                  </a:cubicBezTo>
                  <a:lnTo>
                    <a:pt x="0" y="24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xmlns="" id="{3B595A36-8819-436A-8D49-3D5973AAC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9520" y="1956153"/>
              <a:ext cx="857287" cy="843232"/>
            </a:xfrm>
            <a:custGeom>
              <a:avLst/>
              <a:gdLst>
                <a:gd name="T0" fmla="*/ 141 w 1346"/>
                <a:gd name="T1" fmla="*/ 26 h 1322"/>
                <a:gd name="T2" fmla="*/ 96 w 1346"/>
                <a:gd name="T3" fmla="*/ 20 h 1322"/>
                <a:gd name="T4" fmla="*/ 95 w 1346"/>
                <a:gd name="T5" fmla="*/ 90 h 1322"/>
                <a:gd name="T6" fmla="*/ 66 w 1346"/>
                <a:gd name="T7" fmla="*/ 197 h 1322"/>
                <a:gd name="T8" fmla="*/ 36 w 1346"/>
                <a:gd name="T9" fmla="*/ 269 h 1322"/>
                <a:gd name="T10" fmla="*/ 43 w 1346"/>
                <a:gd name="T11" fmla="*/ 415 h 1322"/>
                <a:gd name="T12" fmla="*/ 61 w 1346"/>
                <a:gd name="T13" fmla="*/ 448 h 1322"/>
                <a:gd name="T14" fmla="*/ 37 w 1346"/>
                <a:gd name="T15" fmla="*/ 509 h 1322"/>
                <a:gd name="T16" fmla="*/ 12 w 1346"/>
                <a:gd name="T17" fmla="*/ 573 h 1322"/>
                <a:gd name="T18" fmla="*/ 43 w 1346"/>
                <a:gd name="T19" fmla="*/ 653 h 1322"/>
                <a:gd name="T20" fmla="*/ 101 w 1346"/>
                <a:gd name="T21" fmla="*/ 754 h 1322"/>
                <a:gd name="T22" fmla="*/ 218 w 1346"/>
                <a:gd name="T23" fmla="*/ 822 h 1322"/>
                <a:gd name="T24" fmla="*/ 261 w 1346"/>
                <a:gd name="T25" fmla="*/ 938 h 1322"/>
                <a:gd name="T26" fmla="*/ 323 w 1346"/>
                <a:gd name="T27" fmla="*/ 963 h 1322"/>
                <a:gd name="T28" fmla="*/ 372 w 1346"/>
                <a:gd name="T29" fmla="*/ 1000 h 1322"/>
                <a:gd name="T30" fmla="*/ 403 w 1346"/>
                <a:gd name="T31" fmla="*/ 1055 h 1322"/>
                <a:gd name="T32" fmla="*/ 401 w 1346"/>
                <a:gd name="T33" fmla="*/ 1144 h 1322"/>
                <a:gd name="T34" fmla="*/ 443 w 1346"/>
                <a:gd name="T35" fmla="*/ 1214 h 1322"/>
                <a:gd name="T36" fmla="*/ 505 w 1346"/>
                <a:gd name="T37" fmla="*/ 1207 h 1322"/>
                <a:gd name="T38" fmla="*/ 529 w 1346"/>
                <a:gd name="T39" fmla="*/ 1225 h 1322"/>
                <a:gd name="T40" fmla="*/ 612 w 1346"/>
                <a:gd name="T41" fmla="*/ 1186 h 1322"/>
                <a:gd name="T42" fmla="*/ 638 w 1346"/>
                <a:gd name="T43" fmla="*/ 1226 h 1322"/>
                <a:gd name="T44" fmla="*/ 722 w 1346"/>
                <a:gd name="T45" fmla="*/ 1221 h 1322"/>
                <a:gd name="T46" fmla="*/ 834 w 1346"/>
                <a:gd name="T47" fmla="*/ 1235 h 1322"/>
                <a:gd name="T48" fmla="*/ 902 w 1346"/>
                <a:gd name="T49" fmla="*/ 1275 h 1322"/>
                <a:gd name="T50" fmla="*/ 986 w 1346"/>
                <a:gd name="T51" fmla="*/ 1294 h 1322"/>
                <a:gd name="T52" fmla="*/ 1008 w 1346"/>
                <a:gd name="T53" fmla="*/ 1215 h 1322"/>
                <a:gd name="T54" fmla="*/ 1069 w 1346"/>
                <a:gd name="T55" fmla="*/ 1069 h 1322"/>
                <a:gd name="T56" fmla="*/ 1083 w 1346"/>
                <a:gd name="T57" fmla="*/ 943 h 1322"/>
                <a:gd name="T58" fmla="*/ 1095 w 1346"/>
                <a:gd name="T59" fmla="*/ 824 h 1322"/>
                <a:gd name="T60" fmla="*/ 1135 w 1346"/>
                <a:gd name="T61" fmla="*/ 777 h 1322"/>
                <a:gd name="T62" fmla="*/ 1162 w 1346"/>
                <a:gd name="T63" fmla="*/ 696 h 1322"/>
                <a:gd name="T64" fmla="*/ 1180 w 1346"/>
                <a:gd name="T65" fmla="*/ 619 h 1322"/>
                <a:gd name="T66" fmla="*/ 1124 w 1346"/>
                <a:gd name="T67" fmla="*/ 588 h 1322"/>
                <a:gd name="T68" fmla="*/ 1077 w 1346"/>
                <a:gd name="T69" fmla="*/ 601 h 1322"/>
                <a:gd name="T70" fmla="*/ 1067 w 1346"/>
                <a:gd name="T71" fmla="*/ 555 h 1322"/>
                <a:gd name="T72" fmla="*/ 1049 w 1346"/>
                <a:gd name="T73" fmla="*/ 459 h 1322"/>
                <a:gd name="T74" fmla="*/ 1069 w 1346"/>
                <a:gd name="T75" fmla="*/ 393 h 1322"/>
                <a:gd name="T76" fmla="*/ 1110 w 1346"/>
                <a:gd name="T77" fmla="*/ 429 h 1322"/>
                <a:gd name="T78" fmla="*/ 1198 w 1346"/>
                <a:gd name="T79" fmla="*/ 478 h 1322"/>
                <a:gd name="T80" fmla="*/ 1315 w 1346"/>
                <a:gd name="T81" fmla="*/ 482 h 1322"/>
                <a:gd name="T82" fmla="*/ 1290 w 1346"/>
                <a:gd name="T83" fmla="*/ 388 h 1322"/>
                <a:gd name="T84" fmla="*/ 1266 w 1346"/>
                <a:gd name="T85" fmla="*/ 337 h 1322"/>
                <a:gd name="T86" fmla="*/ 1211 w 1346"/>
                <a:gd name="T87" fmla="*/ 341 h 1322"/>
                <a:gd name="T88" fmla="*/ 1171 w 1346"/>
                <a:gd name="T89" fmla="*/ 373 h 1322"/>
                <a:gd name="T90" fmla="*/ 1079 w 1346"/>
                <a:gd name="T91" fmla="*/ 355 h 1322"/>
                <a:gd name="T92" fmla="*/ 1025 w 1346"/>
                <a:gd name="T93" fmla="*/ 313 h 1322"/>
                <a:gd name="T94" fmla="*/ 952 w 1346"/>
                <a:gd name="T95" fmla="*/ 337 h 1322"/>
                <a:gd name="T96" fmla="*/ 878 w 1346"/>
                <a:gd name="T97" fmla="*/ 313 h 1322"/>
                <a:gd name="T98" fmla="*/ 864 w 1346"/>
                <a:gd name="T99" fmla="*/ 277 h 1322"/>
                <a:gd name="T100" fmla="*/ 808 w 1346"/>
                <a:gd name="T101" fmla="*/ 202 h 1322"/>
                <a:gd name="T102" fmla="*/ 788 w 1346"/>
                <a:gd name="T103" fmla="*/ 135 h 1322"/>
                <a:gd name="T104" fmla="*/ 708 w 1346"/>
                <a:gd name="T105" fmla="*/ 106 h 1322"/>
                <a:gd name="T106" fmla="*/ 609 w 1346"/>
                <a:gd name="T107" fmla="*/ 83 h 1322"/>
                <a:gd name="T108" fmla="*/ 569 w 1346"/>
                <a:gd name="T109" fmla="*/ 112 h 1322"/>
                <a:gd name="T110" fmla="*/ 443 w 1346"/>
                <a:gd name="T111" fmla="*/ 62 h 1322"/>
                <a:gd name="T112" fmla="*/ 380 w 1346"/>
                <a:gd name="T113" fmla="*/ 46 h 1322"/>
                <a:gd name="T114" fmla="*/ 332 w 1346"/>
                <a:gd name="T115" fmla="*/ 63 h 1322"/>
                <a:gd name="T116" fmla="*/ 255 w 1346"/>
                <a:gd name="T117" fmla="*/ 61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46" h="1322">
                  <a:moveTo>
                    <a:pt x="194" y="32"/>
                  </a:moveTo>
                  <a:lnTo>
                    <a:pt x="183" y="39"/>
                  </a:lnTo>
                  <a:cubicBezTo>
                    <a:pt x="182" y="39"/>
                    <a:pt x="180" y="40"/>
                    <a:pt x="178" y="39"/>
                  </a:cubicBezTo>
                  <a:lnTo>
                    <a:pt x="173" y="39"/>
                  </a:lnTo>
                  <a:cubicBezTo>
                    <a:pt x="171" y="38"/>
                    <a:pt x="169" y="37"/>
                    <a:pt x="168" y="35"/>
                  </a:cubicBezTo>
                  <a:lnTo>
                    <a:pt x="166" y="32"/>
                  </a:lnTo>
                  <a:cubicBezTo>
                    <a:pt x="165" y="31"/>
                    <a:pt x="165" y="30"/>
                    <a:pt x="165" y="30"/>
                  </a:cubicBezTo>
                  <a:lnTo>
                    <a:pt x="163" y="25"/>
                  </a:lnTo>
                  <a:lnTo>
                    <a:pt x="161" y="24"/>
                  </a:lnTo>
                  <a:lnTo>
                    <a:pt x="141" y="26"/>
                  </a:lnTo>
                  <a:lnTo>
                    <a:pt x="134" y="25"/>
                  </a:lnTo>
                  <a:cubicBezTo>
                    <a:pt x="133" y="25"/>
                    <a:pt x="132" y="25"/>
                    <a:pt x="131" y="25"/>
                  </a:cubicBezTo>
                  <a:lnTo>
                    <a:pt x="127" y="22"/>
                  </a:lnTo>
                  <a:cubicBezTo>
                    <a:pt x="126" y="22"/>
                    <a:pt x="125" y="22"/>
                    <a:pt x="125" y="21"/>
                  </a:cubicBezTo>
                  <a:lnTo>
                    <a:pt x="111" y="9"/>
                  </a:lnTo>
                  <a:lnTo>
                    <a:pt x="108" y="8"/>
                  </a:lnTo>
                  <a:lnTo>
                    <a:pt x="105" y="8"/>
                  </a:lnTo>
                  <a:lnTo>
                    <a:pt x="101" y="12"/>
                  </a:lnTo>
                  <a:lnTo>
                    <a:pt x="97" y="18"/>
                  </a:lnTo>
                  <a:lnTo>
                    <a:pt x="96" y="20"/>
                  </a:lnTo>
                  <a:lnTo>
                    <a:pt x="96" y="23"/>
                  </a:lnTo>
                  <a:lnTo>
                    <a:pt x="95" y="34"/>
                  </a:lnTo>
                  <a:lnTo>
                    <a:pt x="95" y="36"/>
                  </a:lnTo>
                  <a:lnTo>
                    <a:pt x="94" y="49"/>
                  </a:lnTo>
                  <a:cubicBezTo>
                    <a:pt x="94" y="51"/>
                    <a:pt x="93" y="52"/>
                    <a:pt x="92" y="53"/>
                  </a:cubicBezTo>
                  <a:lnTo>
                    <a:pt x="82" y="67"/>
                  </a:lnTo>
                  <a:lnTo>
                    <a:pt x="86" y="80"/>
                  </a:lnTo>
                  <a:lnTo>
                    <a:pt x="91" y="84"/>
                  </a:lnTo>
                  <a:cubicBezTo>
                    <a:pt x="92" y="84"/>
                    <a:pt x="93" y="85"/>
                    <a:pt x="93" y="87"/>
                  </a:cubicBezTo>
                  <a:lnTo>
                    <a:pt x="95" y="90"/>
                  </a:lnTo>
                  <a:cubicBezTo>
                    <a:pt x="96" y="91"/>
                    <a:pt x="96" y="92"/>
                    <a:pt x="96" y="93"/>
                  </a:cubicBezTo>
                  <a:lnTo>
                    <a:pt x="98" y="103"/>
                  </a:lnTo>
                  <a:lnTo>
                    <a:pt x="102" y="115"/>
                  </a:lnTo>
                  <a:lnTo>
                    <a:pt x="103" y="123"/>
                  </a:lnTo>
                  <a:cubicBezTo>
                    <a:pt x="103" y="124"/>
                    <a:pt x="103" y="125"/>
                    <a:pt x="103" y="126"/>
                  </a:cubicBezTo>
                  <a:lnTo>
                    <a:pt x="101" y="134"/>
                  </a:lnTo>
                  <a:lnTo>
                    <a:pt x="92" y="160"/>
                  </a:lnTo>
                  <a:cubicBezTo>
                    <a:pt x="92" y="160"/>
                    <a:pt x="91" y="161"/>
                    <a:pt x="91" y="162"/>
                  </a:cubicBezTo>
                  <a:lnTo>
                    <a:pt x="81" y="174"/>
                  </a:lnTo>
                  <a:lnTo>
                    <a:pt x="66" y="197"/>
                  </a:lnTo>
                  <a:lnTo>
                    <a:pt x="65" y="205"/>
                  </a:lnTo>
                  <a:lnTo>
                    <a:pt x="67" y="212"/>
                  </a:lnTo>
                  <a:lnTo>
                    <a:pt x="69" y="217"/>
                  </a:lnTo>
                  <a:lnTo>
                    <a:pt x="71" y="224"/>
                  </a:lnTo>
                  <a:cubicBezTo>
                    <a:pt x="71" y="224"/>
                    <a:pt x="71" y="225"/>
                    <a:pt x="71" y="226"/>
                  </a:cubicBezTo>
                  <a:lnTo>
                    <a:pt x="71" y="233"/>
                  </a:lnTo>
                  <a:cubicBezTo>
                    <a:pt x="71" y="234"/>
                    <a:pt x="70" y="236"/>
                    <a:pt x="69" y="237"/>
                  </a:cubicBezTo>
                  <a:lnTo>
                    <a:pt x="66" y="242"/>
                  </a:lnTo>
                  <a:lnTo>
                    <a:pt x="53" y="251"/>
                  </a:lnTo>
                  <a:lnTo>
                    <a:pt x="36" y="269"/>
                  </a:lnTo>
                  <a:lnTo>
                    <a:pt x="37" y="285"/>
                  </a:lnTo>
                  <a:cubicBezTo>
                    <a:pt x="37" y="287"/>
                    <a:pt x="36" y="288"/>
                    <a:pt x="36" y="289"/>
                  </a:cubicBezTo>
                  <a:lnTo>
                    <a:pt x="25" y="310"/>
                  </a:lnTo>
                  <a:lnTo>
                    <a:pt x="24" y="315"/>
                  </a:lnTo>
                  <a:lnTo>
                    <a:pt x="24" y="318"/>
                  </a:lnTo>
                  <a:lnTo>
                    <a:pt x="36" y="351"/>
                  </a:lnTo>
                  <a:lnTo>
                    <a:pt x="39" y="365"/>
                  </a:lnTo>
                  <a:lnTo>
                    <a:pt x="40" y="375"/>
                  </a:lnTo>
                  <a:lnTo>
                    <a:pt x="40" y="408"/>
                  </a:lnTo>
                  <a:lnTo>
                    <a:pt x="43" y="415"/>
                  </a:lnTo>
                  <a:lnTo>
                    <a:pt x="51" y="418"/>
                  </a:lnTo>
                  <a:cubicBezTo>
                    <a:pt x="52" y="418"/>
                    <a:pt x="53" y="419"/>
                    <a:pt x="53" y="419"/>
                  </a:cubicBezTo>
                  <a:lnTo>
                    <a:pt x="57" y="423"/>
                  </a:lnTo>
                  <a:cubicBezTo>
                    <a:pt x="58" y="424"/>
                    <a:pt x="58" y="424"/>
                    <a:pt x="59" y="425"/>
                  </a:cubicBezTo>
                  <a:lnTo>
                    <a:pt x="62" y="431"/>
                  </a:lnTo>
                  <a:cubicBezTo>
                    <a:pt x="63" y="433"/>
                    <a:pt x="63" y="434"/>
                    <a:pt x="63" y="435"/>
                  </a:cubicBezTo>
                  <a:lnTo>
                    <a:pt x="64" y="440"/>
                  </a:lnTo>
                  <a:cubicBezTo>
                    <a:pt x="64" y="441"/>
                    <a:pt x="64" y="442"/>
                    <a:pt x="63" y="442"/>
                  </a:cubicBezTo>
                  <a:lnTo>
                    <a:pt x="62" y="446"/>
                  </a:lnTo>
                  <a:cubicBezTo>
                    <a:pt x="62" y="447"/>
                    <a:pt x="62" y="447"/>
                    <a:pt x="61" y="448"/>
                  </a:cubicBezTo>
                  <a:cubicBezTo>
                    <a:pt x="61" y="449"/>
                    <a:pt x="59" y="451"/>
                    <a:pt x="59" y="451"/>
                  </a:cubicBezTo>
                  <a:lnTo>
                    <a:pt x="56" y="454"/>
                  </a:lnTo>
                  <a:lnTo>
                    <a:pt x="55" y="460"/>
                  </a:lnTo>
                  <a:lnTo>
                    <a:pt x="56" y="470"/>
                  </a:lnTo>
                  <a:lnTo>
                    <a:pt x="55" y="486"/>
                  </a:lnTo>
                  <a:cubicBezTo>
                    <a:pt x="55" y="487"/>
                    <a:pt x="55" y="487"/>
                    <a:pt x="55" y="488"/>
                  </a:cubicBezTo>
                  <a:lnTo>
                    <a:pt x="50" y="498"/>
                  </a:lnTo>
                  <a:lnTo>
                    <a:pt x="46" y="503"/>
                  </a:lnTo>
                  <a:lnTo>
                    <a:pt x="45" y="504"/>
                  </a:lnTo>
                  <a:lnTo>
                    <a:pt x="37" y="509"/>
                  </a:lnTo>
                  <a:lnTo>
                    <a:pt x="16" y="515"/>
                  </a:lnTo>
                  <a:lnTo>
                    <a:pt x="13" y="519"/>
                  </a:lnTo>
                  <a:lnTo>
                    <a:pt x="10" y="525"/>
                  </a:lnTo>
                  <a:lnTo>
                    <a:pt x="7" y="539"/>
                  </a:lnTo>
                  <a:lnTo>
                    <a:pt x="7" y="545"/>
                  </a:lnTo>
                  <a:lnTo>
                    <a:pt x="8" y="552"/>
                  </a:lnTo>
                  <a:lnTo>
                    <a:pt x="10" y="556"/>
                  </a:lnTo>
                  <a:lnTo>
                    <a:pt x="12" y="564"/>
                  </a:lnTo>
                  <a:cubicBezTo>
                    <a:pt x="13" y="565"/>
                    <a:pt x="13" y="566"/>
                    <a:pt x="12" y="567"/>
                  </a:cubicBezTo>
                  <a:lnTo>
                    <a:pt x="12" y="573"/>
                  </a:lnTo>
                  <a:cubicBezTo>
                    <a:pt x="12" y="574"/>
                    <a:pt x="11" y="575"/>
                    <a:pt x="10" y="576"/>
                  </a:cubicBezTo>
                  <a:lnTo>
                    <a:pt x="3" y="587"/>
                  </a:lnTo>
                  <a:lnTo>
                    <a:pt x="0" y="594"/>
                  </a:lnTo>
                  <a:lnTo>
                    <a:pt x="2" y="598"/>
                  </a:lnTo>
                  <a:lnTo>
                    <a:pt x="3" y="600"/>
                  </a:lnTo>
                  <a:lnTo>
                    <a:pt x="19" y="612"/>
                  </a:lnTo>
                  <a:lnTo>
                    <a:pt x="36" y="628"/>
                  </a:lnTo>
                  <a:cubicBezTo>
                    <a:pt x="36" y="629"/>
                    <a:pt x="37" y="630"/>
                    <a:pt x="37" y="631"/>
                  </a:cubicBezTo>
                  <a:lnTo>
                    <a:pt x="39" y="634"/>
                  </a:lnTo>
                  <a:lnTo>
                    <a:pt x="43" y="653"/>
                  </a:lnTo>
                  <a:cubicBezTo>
                    <a:pt x="43" y="654"/>
                    <a:pt x="43" y="654"/>
                    <a:pt x="43" y="655"/>
                  </a:cubicBezTo>
                  <a:lnTo>
                    <a:pt x="43" y="674"/>
                  </a:lnTo>
                  <a:lnTo>
                    <a:pt x="45" y="676"/>
                  </a:lnTo>
                  <a:cubicBezTo>
                    <a:pt x="46" y="677"/>
                    <a:pt x="46" y="679"/>
                    <a:pt x="47" y="680"/>
                  </a:cubicBezTo>
                  <a:lnTo>
                    <a:pt x="49" y="704"/>
                  </a:lnTo>
                  <a:lnTo>
                    <a:pt x="53" y="716"/>
                  </a:lnTo>
                  <a:lnTo>
                    <a:pt x="58" y="723"/>
                  </a:lnTo>
                  <a:lnTo>
                    <a:pt x="62" y="728"/>
                  </a:lnTo>
                  <a:lnTo>
                    <a:pt x="79" y="742"/>
                  </a:lnTo>
                  <a:lnTo>
                    <a:pt x="101" y="754"/>
                  </a:lnTo>
                  <a:lnTo>
                    <a:pt x="137" y="784"/>
                  </a:lnTo>
                  <a:lnTo>
                    <a:pt x="176" y="807"/>
                  </a:lnTo>
                  <a:lnTo>
                    <a:pt x="183" y="808"/>
                  </a:lnTo>
                  <a:lnTo>
                    <a:pt x="198" y="808"/>
                  </a:lnTo>
                  <a:cubicBezTo>
                    <a:pt x="198" y="808"/>
                    <a:pt x="199" y="808"/>
                    <a:pt x="200" y="808"/>
                  </a:cubicBezTo>
                  <a:lnTo>
                    <a:pt x="208" y="811"/>
                  </a:lnTo>
                  <a:cubicBezTo>
                    <a:pt x="208" y="811"/>
                    <a:pt x="209" y="811"/>
                    <a:pt x="210" y="812"/>
                  </a:cubicBezTo>
                  <a:lnTo>
                    <a:pt x="215" y="815"/>
                  </a:lnTo>
                  <a:cubicBezTo>
                    <a:pt x="217" y="816"/>
                    <a:pt x="218" y="818"/>
                    <a:pt x="218" y="820"/>
                  </a:cubicBezTo>
                  <a:lnTo>
                    <a:pt x="218" y="822"/>
                  </a:lnTo>
                  <a:lnTo>
                    <a:pt x="218" y="823"/>
                  </a:lnTo>
                  <a:lnTo>
                    <a:pt x="222" y="831"/>
                  </a:lnTo>
                  <a:lnTo>
                    <a:pt x="271" y="876"/>
                  </a:lnTo>
                  <a:cubicBezTo>
                    <a:pt x="273" y="879"/>
                    <a:pt x="274" y="883"/>
                    <a:pt x="273" y="886"/>
                  </a:cubicBezTo>
                  <a:lnTo>
                    <a:pt x="267" y="897"/>
                  </a:lnTo>
                  <a:lnTo>
                    <a:pt x="258" y="909"/>
                  </a:lnTo>
                  <a:lnTo>
                    <a:pt x="257" y="911"/>
                  </a:lnTo>
                  <a:lnTo>
                    <a:pt x="259" y="918"/>
                  </a:lnTo>
                  <a:cubicBezTo>
                    <a:pt x="260" y="919"/>
                    <a:pt x="260" y="920"/>
                    <a:pt x="260" y="921"/>
                  </a:cubicBezTo>
                  <a:lnTo>
                    <a:pt x="261" y="938"/>
                  </a:lnTo>
                  <a:lnTo>
                    <a:pt x="266" y="930"/>
                  </a:lnTo>
                  <a:cubicBezTo>
                    <a:pt x="267" y="929"/>
                    <a:pt x="268" y="928"/>
                    <a:pt x="269" y="927"/>
                  </a:cubicBezTo>
                  <a:lnTo>
                    <a:pt x="273" y="925"/>
                  </a:lnTo>
                  <a:cubicBezTo>
                    <a:pt x="274" y="925"/>
                    <a:pt x="275" y="925"/>
                    <a:pt x="276" y="925"/>
                  </a:cubicBezTo>
                  <a:lnTo>
                    <a:pt x="280" y="924"/>
                  </a:lnTo>
                  <a:lnTo>
                    <a:pt x="293" y="925"/>
                  </a:lnTo>
                  <a:cubicBezTo>
                    <a:pt x="294" y="926"/>
                    <a:pt x="296" y="926"/>
                    <a:pt x="297" y="927"/>
                  </a:cubicBezTo>
                  <a:lnTo>
                    <a:pt x="303" y="932"/>
                  </a:lnTo>
                  <a:lnTo>
                    <a:pt x="310" y="941"/>
                  </a:lnTo>
                  <a:lnTo>
                    <a:pt x="323" y="963"/>
                  </a:lnTo>
                  <a:lnTo>
                    <a:pt x="335" y="977"/>
                  </a:lnTo>
                  <a:lnTo>
                    <a:pt x="343" y="975"/>
                  </a:lnTo>
                  <a:lnTo>
                    <a:pt x="350" y="975"/>
                  </a:lnTo>
                  <a:cubicBezTo>
                    <a:pt x="351" y="975"/>
                    <a:pt x="352" y="975"/>
                    <a:pt x="353" y="976"/>
                  </a:cubicBezTo>
                  <a:lnTo>
                    <a:pt x="359" y="978"/>
                  </a:lnTo>
                  <a:cubicBezTo>
                    <a:pt x="360" y="978"/>
                    <a:pt x="361" y="979"/>
                    <a:pt x="362" y="980"/>
                  </a:cubicBezTo>
                  <a:lnTo>
                    <a:pt x="368" y="986"/>
                  </a:lnTo>
                  <a:cubicBezTo>
                    <a:pt x="369" y="987"/>
                    <a:pt x="369" y="988"/>
                    <a:pt x="370" y="989"/>
                  </a:cubicBezTo>
                  <a:lnTo>
                    <a:pt x="372" y="995"/>
                  </a:lnTo>
                  <a:lnTo>
                    <a:pt x="372" y="1000"/>
                  </a:lnTo>
                  <a:lnTo>
                    <a:pt x="371" y="1008"/>
                  </a:lnTo>
                  <a:lnTo>
                    <a:pt x="372" y="1010"/>
                  </a:lnTo>
                  <a:lnTo>
                    <a:pt x="374" y="1012"/>
                  </a:lnTo>
                  <a:lnTo>
                    <a:pt x="389" y="1022"/>
                  </a:lnTo>
                  <a:lnTo>
                    <a:pt x="399" y="1032"/>
                  </a:lnTo>
                  <a:cubicBezTo>
                    <a:pt x="400" y="1032"/>
                    <a:pt x="400" y="1033"/>
                    <a:pt x="401" y="1034"/>
                  </a:cubicBezTo>
                  <a:lnTo>
                    <a:pt x="404" y="1040"/>
                  </a:lnTo>
                  <a:cubicBezTo>
                    <a:pt x="405" y="1041"/>
                    <a:pt x="405" y="1042"/>
                    <a:pt x="405" y="1043"/>
                  </a:cubicBezTo>
                  <a:lnTo>
                    <a:pt x="405" y="1048"/>
                  </a:lnTo>
                  <a:cubicBezTo>
                    <a:pt x="406" y="1051"/>
                    <a:pt x="405" y="1053"/>
                    <a:pt x="403" y="1055"/>
                  </a:cubicBezTo>
                  <a:lnTo>
                    <a:pt x="393" y="1064"/>
                  </a:lnTo>
                  <a:lnTo>
                    <a:pt x="392" y="1071"/>
                  </a:lnTo>
                  <a:lnTo>
                    <a:pt x="391" y="1082"/>
                  </a:lnTo>
                  <a:lnTo>
                    <a:pt x="389" y="1087"/>
                  </a:lnTo>
                  <a:lnTo>
                    <a:pt x="380" y="1106"/>
                  </a:lnTo>
                  <a:lnTo>
                    <a:pt x="379" y="1111"/>
                  </a:lnTo>
                  <a:cubicBezTo>
                    <a:pt x="379" y="1112"/>
                    <a:pt x="379" y="1113"/>
                    <a:pt x="379" y="1114"/>
                  </a:cubicBezTo>
                  <a:lnTo>
                    <a:pt x="375" y="1121"/>
                  </a:lnTo>
                  <a:lnTo>
                    <a:pt x="382" y="1127"/>
                  </a:lnTo>
                  <a:lnTo>
                    <a:pt x="401" y="1144"/>
                  </a:lnTo>
                  <a:lnTo>
                    <a:pt x="409" y="1155"/>
                  </a:lnTo>
                  <a:lnTo>
                    <a:pt x="419" y="1161"/>
                  </a:lnTo>
                  <a:lnTo>
                    <a:pt x="423" y="1162"/>
                  </a:lnTo>
                  <a:lnTo>
                    <a:pt x="429" y="1166"/>
                  </a:lnTo>
                  <a:cubicBezTo>
                    <a:pt x="430" y="1166"/>
                    <a:pt x="430" y="1166"/>
                    <a:pt x="431" y="1167"/>
                  </a:cubicBezTo>
                  <a:lnTo>
                    <a:pt x="437" y="1172"/>
                  </a:lnTo>
                  <a:cubicBezTo>
                    <a:pt x="437" y="1173"/>
                    <a:pt x="438" y="1173"/>
                    <a:pt x="438" y="1174"/>
                  </a:cubicBezTo>
                  <a:lnTo>
                    <a:pt x="443" y="1185"/>
                  </a:lnTo>
                  <a:lnTo>
                    <a:pt x="445" y="1193"/>
                  </a:lnTo>
                  <a:lnTo>
                    <a:pt x="443" y="1214"/>
                  </a:lnTo>
                  <a:lnTo>
                    <a:pt x="443" y="1217"/>
                  </a:lnTo>
                  <a:lnTo>
                    <a:pt x="445" y="1214"/>
                  </a:lnTo>
                  <a:cubicBezTo>
                    <a:pt x="447" y="1213"/>
                    <a:pt x="448" y="1212"/>
                    <a:pt x="450" y="1212"/>
                  </a:cubicBezTo>
                  <a:lnTo>
                    <a:pt x="461" y="1211"/>
                  </a:lnTo>
                  <a:cubicBezTo>
                    <a:pt x="463" y="1210"/>
                    <a:pt x="466" y="1211"/>
                    <a:pt x="468" y="1214"/>
                  </a:cubicBezTo>
                  <a:lnTo>
                    <a:pt x="485" y="1235"/>
                  </a:lnTo>
                  <a:lnTo>
                    <a:pt x="488" y="1234"/>
                  </a:lnTo>
                  <a:lnTo>
                    <a:pt x="493" y="1229"/>
                  </a:lnTo>
                  <a:lnTo>
                    <a:pt x="501" y="1212"/>
                  </a:lnTo>
                  <a:lnTo>
                    <a:pt x="505" y="1207"/>
                  </a:lnTo>
                  <a:lnTo>
                    <a:pt x="506" y="1206"/>
                  </a:lnTo>
                  <a:lnTo>
                    <a:pt x="510" y="1203"/>
                  </a:lnTo>
                  <a:cubicBezTo>
                    <a:pt x="511" y="1202"/>
                    <a:pt x="513" y="1202"/>
                    <a:pt x="515" y="1202"/>
                  </a:cubicBezTo>
                  <a:lnTo>
                    <a:pt x="518" y="1202"/>
                  </a:lnTo>
                  <a:cubicBezTo>
                    <a:pt x="521" y="1202"/>
                    <a:pt x="523" y="1203"/>
                    <a:pt x="524" y="1205"/>
                  </a:cubicBezTo>
                  <a:lnTo>
                    <a:pt x="526" y="1208"/>
                  </a:lnTo>
                  <a:cubicBezTo>
                    <a:pt x="527" y="1209"/>
                    <a:pt x="528" y="1211"/>
                    <a:pt x="528" y="1212"/>
                  </a:cubicBezTo>
                  <a:lnTo>
                    <a:pt x="529" y="1222"/>
                  </a:lnTo>
                  <a:cubicBezTo>
                    <a:pt x="529" y="1222"/>
                    <a:pt x="529" y="1223"/>
                    <a:pt x="529" y="1224"/>
                  </a:cubicBezTo>
                  <a:lnTo>
                    <a:pt x="529" y="1225"/>
                  </a:lnTo>
                  <a:lnTo>
                    <a:pt x="532" y="1222"/>
                  </a:lnTo>
                  <a:cubicBezTo>
                    <a:pt x="532" y="1221"/>
                    <a:pt x="533" y="1221"/>
                    <a:pt x="533" y="1220"/>
                  </a:cubicBezTo>
                  <a:lnTo>
                    <a:pt x="548" y="1209"/>
                  </a:lnTo>
                  <a:lnTo>
                    <a:pt x="562" y="1189"/>
                  </a:lnTo>
                  <a:lnTo>
                    <a:pt x="567" y="1185"/>
                  </a:lnTo>
                  <a:cubicBezTo>
                    <a:pt x="568" y="1185"/>
                    <a:pt x="568" y="1184"/>
                    <a:pt x="569" y="1184"/>
                  </a:cubicBezTo>
                  <a:lnTo>
                    <a:pt x="576" y="1182"/>
                  </a:lnTo>
                  <a:lnTo>
                    <a:pt x="585" y="1180"/>
                  </a:lnTo>
                  <a:cubicBezTo>
                    <a:pt x="586" y="1180"/>
                    <a:pt x="587" y="1180"/>
                    <a:pt x="588" y="1180"/>
                  </a:cubicBezTo>
                  <a:lnTo>
                    <a:pt x="612" y="1186"/>
                  </a:lnTo>
                  <a:cubicBezTo>
                    <a:pt x="613" y="1186"/>
                    <a:pt x="614" y="1186"/>
                    <a:pt x="615" y="1187"/>
                  </a:cubicBezTo>
                  <a:lnTo>
                    <a:pt x="625" y="1194"/>
                  </a:lnTo>
                  <a:lnTo>
                    <a:pt x="626" y="1195"/>
                  </a:lnTo>
                  <a:lnTo>
                    <a:pt x="631" y="1201"/>
                  </a:lnTo>
                  <a:lnTo>
                    <a:pt x="635" y="1208"/>
                  </a:lnTo>
                  <a:cubicBezTo>
                    <a:pt x="635" y="1209"/>
                    <a:pt x="636" y="1210"/>
                    <a:pt x="636" y="1211"/>
                  </a:cubicBezTo>
                  <a:lnTo>
                    <a:pt x="636" y="1216"/>
                  </a:lnTo>
                  <a:lnTo>
                    <a:pt x="636" y="1224"/>
                  </a:lnTo>
                  <a:lnTo>
                    <a:pt x="636" y="1224"/>
                  </a:lnTo>
                  <a:lnTo>
                    <a:pt x="638" y="1226"/>
                  </a:lnTo>
                  <a:lnTo>
                    <a:pt x="646" y="1228"/>
                  </a:lnTo>
                  <a:cubicBezTo>
                    <a:pt x="647" y="1229"/>
                    <a:pt x="647" y="1229"/>
                    <a:pt x="648" y="1229"/>
                  </a:cubicBezTo>
                  <a:lnTo>
                    <a:pt x="655" y="1235"/>
                  </a:lnTo>
                  <a:lnTo>
                    <a:pt x="660" y="1237"/>
                  </a:lnTo>
                  <a:lnTo>
                    <a:pt x="669" y="1237"/>
                  </a:lnTo>
                  <a:lnTo>
                    <a:pt x="674" y="1236"/>
                  </a:lnTo>
                  <a:lnTo>
                    <a:pt x="683" y="1228"/>
                  </a:lnTo>
                  <a:cubicBezTo>
                    <a:pt x="684" y="1228"/>
                    <a:pt x="685" y="1227"/>
                    <a:pt x="686" y="1227"/>
                  </a:cubicBezTo>
                  <a:lnTo>
                    <a:pt x="695" y="1224"/>
                  </a:lnTo>
                  <a:lnTo>
                    <a:pt x="722" y="1221"/>
                  </a:lnTo>
                  <a:cubicBezTo>
                    <a:pt x="724" y="1221"/>
                    <a:pt x="725" y="1222"/>
                    <a:pt x="726" y="1222"/>
                  </a:cubicBezTo>
                  <a:lnTo>
                    <a:pt x="745" y="1230"/>
                  </a:lnTo>
                  <a:lnTo>
                    <a:pt x="792" y="1259"/>
                  </a:lnTo>
                  <a:lnTo>
                    <a:pt x="797" y="1260"/>
                  </a:lnTo>
                  <a:lnTo>
                    <a:pt x="805" y="1261"/>
                  </a:lnTo>
                  <a:lnTo>
                    <a:pt x="811" y="1260"/>
                  </a:lnTo>
                  <a:lnTo>
                    <a:pt x="819" y="1256"/>
                  </a:lnTo>
                  <a:lnTo>
                    <a:pt x="825" y="1249"/>
                  </a:lnTo>
                  <a:lnTo>
                    <a:pt x="832" y="1236"/>
                  </a:lnTo>
                  <a:cubicBezTo>
                    <a:pt x="833" y="1236"/>
                    <a:pt x="833" y="1235"/>
                    <a:pt x="834" y="1235"/>
                  </a:cubicBezTo>
                  <a:lnTo>
                    <a:pt x="838" y="1232"/>
                  </a:lnTo>
                  <a:cubicBezTo>
                    <a:pt x="839" y="1230"/>
                    <a:pt x="842" y="1230"/>
                    <a:pt x="844" y="1230"/>
                  </a:cubicBezTo>
                  <a:lnTo>
                    <a:pt x="849" y="1231"/>
                  </a:lnTo>
                  <a:cubicBezTo>
                    <a:pt x="850" y="1231"/>
                    <a:pt x="851" y="1231"/>
                    <a:pt x="852" y="1232"/>
                  </a:cubicBezTo>
                  <a:lnTo>
                    <a:pt x="859" y="1236"/>
                  </a:lnTo>
                  <a:lnTo>
                    <a:pt x="860" y="1237"/>
                  </a:lnTo>
                  <a:lnTo>
                    <a:pt x="870" y="1248"/>
                  </a:lnTo>
                  <a:lnTo>
                    <a:pt x="884" y="1267"/>
                  </a:lnTo>
                  <a:lnTo>
                    <a:pt x="889" y="1270"/>
                  </a:lnTo>
                  <a:lnTo>
                    <a:pt x="902" y="1275"/>
                  </a:lnTo>
                  <a:lnTo>
                    <a:pt x="910" y="1280"/>
                  </a:lnTo>
                  <a:lnTo>
                    <a:pt x="922" y="1291"/>
                  </a:lnTo>
                  <a:lnTo>
                    <a:pt x="959" y="1319"/>
                  </a:lnTo>
                  <a:lnTo>
                    <a:pt x="969" y="1321"/>
                  </a:lnTo>
                  <a:lnTo>
                    <a:pt x="973" y="1320"/>
                  </a:lnTo>
                  <a:lnTo>
                    <a:pt x="988" y="1311"/>
                  </a:lnTo>
                  <a:lnTo>
                    <a:pt x="989" y="1308"/>
                  </a:lnTo>
                  <a:lnTo>
                    <a:pt x="990" y="1304"/>
                  </a:lnTo>
                  <a:lnTo>
                    <a:pt x="986" y="1296"/>
                  </a:lnTo>
                  <a:cubicBezTo>
                    <a:pt x="986" y="1295"/>
                    <a:pt x="986" y="1294"/>
                    <a:pt x="986" y="1294"/>
                  </a:cubicBezTo>
                  <a:lnTo>
                    <a:pt x="985" y="1288"/>
                  </a:lnTo>
                  <a:cubicBezTo>
                    <a:pt x="985" y="1287"/>
                    <a:pt x="985" y="1286"/>
                    <a:pt x="985" y="1285"/>
                  </a:cubicBezTo>
                  <a:lnTo>
                    <a:pt x="986" y="1280"/>
                  </a:lnTo>
                  <a:cubicBezTo>
                    <a:pt x="986" y="1279"/>
                    <a:pt x="986" y="1278"/>
                    <a:pt x="987" y="1277"/>
                  </a:cubicBezTo>
                  <a:lnTo>
                    <a:pt x="996" y="1263"/>
                  </a:lnTo>
                  <a:lnTo>
                    <a:pt x="1000" y="1242"/>
                  </a:lnTo>
                  <a:lnTo>
                    <a:pt x="1001" y="1232"/>
                  </a:lnTo>
                  <a:cubicBezTo>
                    <a:pt x="1001" y="1232"/>
                    <a:pt x="1001" y="1231"/>
                    <a:pt x="1001" y="1230"/>
                  </a:cubicBezTo>
                  <a:lnTo>
                    <a:pt x="1003" y="1224"/>
                  </a:lnTo>
                  <a:lnTo>
                    <a:pt x="1008" y="1215"/>
                  </a:lnTo>
                  <a:lnTo>
                    <a:pt x="1033" y="1182"/>
                  </a:lnTo>
                  <a:lnTo>
                    <a:pt x="1042" y="1165"/>
                  </a:lnTo>
                  <a:lnTo>
                    <a:pt x="1057" y="1129"/>
                  </a:lnTo>
                  <a:lnTo>
                    <a:pt x="1070" y="1109"/>
                  </a:lnTo>
                  <a:lnTo>
                    <a:pt x="1070" y="1103"/>
                  </a:lnTo>
                  <a:lnTo>
                    <a:pt x="1064" y="1088"/>
                  </a:lnTo>
                  <a:cubicBezTo>
                    <a:pt x="1064" y="1087"/>
                    <a:pt x="1064" y="1086"/>
                    <a:pt x="1064" y="1085"/>
                  </a:cubicBezTo>
                  <a:lnTo>
                    <a:pt x="1064" y="1080"/>
                  </a:lnTo>
                  <a:cubicBezTo>
                    <a:pt x="1065" y="1079"/>
                    <a:pt x="1065" y="1079"/>
                    <a:pt x="1065" y="1078"/>
                  </a:cubicBezTo>
                  <a:lnTo>
                    <a:pt x="1069" y="1069"/>
                  </a:lnTo>
                  <a:lnTo>
                    <a:pt x="1131" y="966"/>
                  </a:lnTo>
                  <a:lnTo>
                    <a:pt x="1131" y="962"/>
                  </a:lnTo>
                  <a:lnTo>
                    <a:pt x="1130" y="960"/>
                  </a:lnTo>
                  <a:lnTo>
                    <a:pt x="1125" y="955"/>
                  </a:lnTo>
                  <a:lnTo>
                    <a:pt x="1122" y="954"/>
                  </a:lnTo>
                  <a:lnTo>
                    <a:pt x="1107" y="955"/>
                  </a:lnTo>
                  <a:lnTo>
                    <a:pt x="1096" y="953"/>
                  </a:lnTo>
                  <a:lnTo>
                    <a:pt x="1089" y="949"/>
                  </a:lnTo>
                  <a:lnTo>
                    <a:pt x="1085" y="946"/>
                  </a:lnTo>
                  <a:cubicBezTo>
                    <a:pt x="1084" y="945"/>
                    <a:pt x="1083" y="944"/>
                    <a:pt x="1083" y="943"/>
                  </a:cubicBezTo>
                  <a:lnTo>
                    <a:pt x="1079" y="934"/>
                  </a:lnTo>
                  <a:cubicBezTo>
                    <a:pt x="1079" y="933"/>
                    <a:pt x="1079" y="932"/>
                    <a:pt x="1079" y="930"/>
                  </a:cubicBezTo>
                  <a:lnTo>
                    <a:pt x="1081" y="923"/>
                  </a:lnTo>
                  <a:lnTo>
                    <a:pt x="1085" y="910"/>
                  </a:lnTo>
                  <a:lnTo>
                    <a:pt x="1086" y="905"/>
                  </a:lnTo>
                  <a:lnTo>
                    <a:pt x="1086" y="895"/>
                  </a:lnTo>
                  <a:lnTo>
                    <a:pt x="1090" y="860"/>
                  </a:lnTo>
                  <a:lnTo>
                    <a:pt x="1091" y="833"/>
                  </a:lnTo>
                  <a:cubicBezTo>
                    <a:pt x="1091" y="832"/>
                    <a:pt x="1091" y="831"/>
                    <a:pt x="1092" y="830"/>
                  </a:cubicBezTo>
                  <a:lnTo>
                    <a:pt x="1095" y="824"/>
                  </a:lnTo>
                  <a:cubicBezTo>
                    <a:pt x="1095" y="823"/>
                    <a:pt x="1095" y="823"/>
                    <a:pt x="1096" y="822"/>
                  </a:cubicBezTo>
                  <a:lnTo>
                    <a:pt x="1075" y="811"/>
                  </a:lnTo>
                  <a:cubicBezTo>
                    <a:pt x="1073" y="810"/>
                    <a:pt x="1072" y="807"/>
                    <a:pt x="1071" y="805"/>
                  </a:cubicBezTo>
                  <a:lnTo>
                    <a:pt x="1071" y="805"/>
                  </a:lnTo>
                  <a:cubicBezTo>
                    <a:pt x="1071" y="802"/>
                    <a:pt x="1072" y="800"/>
                    <a:pt x="1074" y="798"/>
                  </a:cubicBezTo>
                  <a:lnTo>
                    <a:pt x="1079" y="794"/>
                  </a:lnTo>
                  <a:cubicBezTo>
                    <a:pt x="1080" y="793"/>
                    <a:pt x="1082" y="792"/>
                    <a:pt x="1083" y="792"/>
                  </a:cubicBezTo>
                  <a:lnTo>
                    <a:pt x="1129" y="788"/>
                  </a:lnTo>
                  <a:lnTo>
                    <a:pt x="1132" y="783"/>
                  </a:lnTo>
                  <a:lnTo>
                    <a:pt x="1135" y="777"/>
                  </a:lnTo>
                  <a:cubicBezTo>
                    <a:pt x="1136" y="776"/>
                    <a:pt x="1136" y="775"/>
                    <a:pt x="1138" y="775"/>
                  </a:cubicBezTo>
                  <a:lnTo>
                    <a:pt x="1156" y="764"/>
                  </a:lnTo>
                  <a:lnTo>
                    <a:pt x="1160" y="760"/>
                  </a:lnTo>
                  <a:lnTo>
                    <a:pt x="1163" y="754"/>
                  </a:lnTo>
                  <a:lnTo>
                    <a:pt x="1166" y="746"/>
                  </a:lnTo>
                  <a:lnTo>
                    <a:pt x="1170" y="728"/>
                  </a:lnTo>
                  <a:lnTo>
                    <a:pt x="1176" y="706"/>
                  </a:lnTo>
                  <a:lnTo>
                    <a:pt x="1176" y="706"/>
                  </a:lnTo>
                  <a:lnTo>
                    <a:pt x="1164" y="699"/>
                  </a:lnTo>
                  <a:cubicBezTo>
                    <a:pt x="1163" y="698"/>
                    <a:pt x="1162" y="697"/>
                    <a:pt x="1162" y="696"/>
                  </a:cubicBezTo>
                  <a:lnTo>
                    <a:pt x="1160" y="692"/>
                  </a:lnTo>
                  <a:cubicBezTo>
                    <a:pt x="1159" y="690"/>
                    <a:pt x="1159" y="689"/>
                    <a:pt x="1159" y="688"/>
                  </a:cubicBezTo>
                  <a:lnTo>
                    <a:pt x="1159" y="682"/>
                  </a:lnTo>
                  <a:cubicBezTo>
                    <a:pt x="1159" y="681"/>
                    <a:pt x="1159" y="680"/>
                    <a:pt x="1160" y="679"/>
                  </a:cubicBezTo>
                  <a:lnTo>
                    <a:pt x="1164" y="671"/>
                  </a:lnTo>
                  <a:lnTo>
                    <a:pt x="1173" y="659"/>
                  </a:lnTo>
                  <a:lnTo>
                    <a:pt x="1185" y="633"/>
                  </a:lnTo>
                  <a:lnTo>
                    <a:pt x="1185" y="632"/>
                  </a:lnTo>
                  <a:lnTo>
                    <a:pt x="1185" y="629"/>
                  </a:lnTo>
                  <a:lnTo>
                    <a:pt x="1180" y="619"/>
                  </a:lnTo>
                  <a:lnTo>
                    <a:pt x="1153" y="588"/>
                  </a:lnTo>
                  <a:lnTo>
                    <a:pt x="1150" y="587"/>
                  </a:lnTo>
                  <a:lnTo>
                    <a:pt x="1143" y="584"/>
                  </a:lnTo>
                  <a:cubicBezTo>
                    <a:pt x="1142" y="584"/>
                    <a:pt x="1141" y="583"/>
                    <a:pt x="1140" y="582"/>
                  </a:cubicBezTo>
                  <a:lnTo>
                    <a:pt x="1137" y="579"/>
                  </a:lnTo>
                  <a:cubicBezTo>
                    <a:pt x="1136" y="578"/>
                    <a:pt x="1136" y="578"/>
                    <a:pt x="1136" y="577"/>
                  </a:cubicBezTo>
                  <a:lnTo>
                    <a:pt x="1134" y="581"/>
                  </a:lnTo>
                  <a:cubicBezTo>
                    <a:pt x="1133" y="582"/>
                    <a:pt x="1133" y="583"/>
                    <a:pt x="1132" y="584"/>
                  </a:cubicBezTo>
                  <a:lnTo>
                    <a:pt x="1127" y="587"/>
                  </a:lnTo>
                  <a:cubicBezTo>
                    <a:pt x="1127" y="588"/>
                    <a:pt x="1126" y="588"/>
                    <a:pt x="1124" y="588"/>
                  </a:cubicBezTo>
                  <a:lnTo>
                    <a:pt x="1114" y="592"/>
                  </a:lnTo>
                  <a:lnTo>
                    <a:pt x="1106" y="606"/>
                  </a:lnTo>
                  <a:cubicBezTo>
                    <a:pt x="1106" y="607"/>
                    <a:pt x="1105" y="607"/>
                    <a:pt x="1104" y="608"/>
                  </a:cubicBezTo>
                  <a:lnTo>
                    <a:pt x="1099" y="611"/>
                  </a:lnTo>
                  <a:cubicBezTo>
                    <a:pt x="1098" y="612"/>
                    <a:pt x="1097" y="612"/>
                    <a:pt x="1095" y="612"/>
                  </a:cubicBezTo>
                  <a:lnTo>
                    <a:pt x="1091" y="612"/>
                  </a:lnTo>
                  <a:cubicBezTo>
                    <a:pt x="1089" y="612"/>
                    <a:pt x="1087" y="612"/>
                    <a:pt x="1086" y="611"/>
                  </a:cubicBezTo>
                  <a:lnTo>
                    <a:pt x="1082" y="608"/>
                  </a:lnTo>
                  <a:cubicBezTo>
                    <a:pt x="1081" y="607"/>
                    <a:pt x="1080" y="606"/>
                    <a:pt x="1079" y="605"/>
                  </a:cubicBezTo>
                  <a:lnTo>
                    <a:pt x="1077" y="601"/>
                  </a:lnTo>
                  <a:lnTo>
                    <a:pt x="1073" y="589"/>
                  </a:lnTo>
                  <a:lnTo>
                    <a:pt x="1067" y="583"/>
                  </a:lnTo>
                  <a:cubicBezTo>
                    <a:pt x="1065" y="581"/>
                    <a:pt x="1065" y="580"/>
                    <a:pt x="1065" y="577"/>
                  </a:cubicBezTo>
                  <a:lnTo>
                    <a:pt x="1065" y="572"/>
                  </a:lnTo>
                  <a:cubicBezTo>
                    <a:pt x="1065" y="571"/>
                    <a:pt x="1065" y="570"/>
                    <a:pt x="1065" y="569"/>
                  </a:cubicBezTo>
                  <a:lnTo>
                    <a:pt x="1068" y="563"/>
                  </a:lnTo>
                  <a:cubicBezTo>
                    <a:pt x="1068" y="562"/>
                    <a:pt x="1069" y="561"/>
                    <a:pt x="1069" y="561"/>
                  </a:cubicBezTo>
                  <a:lnTo>
                    <a:pt x="1073" y="556"/>
                  </a:lnTo>
                  <a:lnTo>
                    <a:pt x="1069" y="555"/>
                  </a:lnTo>
                  <a:cubicBezTo>
                    <a:pt x="1068" y="555"/>
                    <a:pt x="1068" y="555"/>
                    <a:pt x="1067" y="555"/>
                  </a:cubicBezTo>
                  <a:lnTo>
                    <a:pt x="1039" y="541"/>
                  </a:lnTo>
                  <a:lnTo>
                    <a:pt x="1026" y="531"/>
                  </a:lnTo>
                  <a:lnTo>
                    <a:pt x="1022" y="527"/>
                  </a:lnTo>
                  <a:lnTo>
                    <a:pt x="1019" y="521"/>
                  </a:lnTo>
                  <a:lnTo>
                    <a:pt x="1017" y="514"/>
                  </a:lnTo>
                  <a:lnTo>
                    <a:pt x="1016" y="508"/>
                  </a:lnTo>
                  <a:lnTo>
                    <a:pt x="1018" y="496"/>
                  </a:lnTo>
                  <a:lnTo>
                    <a:pt x="1024" y="483"/>
                  </a:lnTo>
                  <a:lnTo>
                    <a:pt x="1029" y="476"/>
                  </a:lnTo>
                  <a:lnTo>
                    <a:pt x="1049" y="459"/>
                  </a:lnTo>
                  <a:lnTo>
                    <a:pt x="1050" y="457"/>
                  </a:lnTo>
                  <a:lnTo>
                    <a:pt x="1050" y="452"/>
                  </a:lnTo>
                  <a:lnTo>
                    <a:pt x="1050" y="444"/>
                  </a:lnTo>
                  <a:cubicBezTo>
                    <a:pt x="1051" y="444"/>
                    <a:pt x="1051" y="441"/>
                    <a:pt x="1051" y="441"/>
                  </a:cubicBezTo>
                  <a:lnTo>
                    <a:pt x="1059" y="427"/>
                  </a:lnTo>
                  <a:lnTo>
                    <a:pt x="1069" y="414"/>
                  </a:lnTo>
                  <a:lnTo>
                    <a:pt x="1066" y="406"/>
                  </a:lnTo>
                  <a:cubicBezTo>
                    <a:pt x="1066" y="405"/>
                    <a:pt x="1066" y="404"/>
                    <a:pt x="1066" y="403"/>
                  </a:cubicBezTo>
                  <a:lnTo>
                    <a:pt x="1066" y="398"/>
                  </a:lnTo>
                  <a:cubicBezTo>
                    <a:pt x="1067" y="396"/>
                    <a:pt x="1068" y="394"/>
                    <a:pt x="1069" y="393"/>
                  </a:cubicBezTo>
                  <a:lnTo>
                    <a:pt x="1073" y="390"/>
                  </a:lnTo>
                  <a:cubicBezTo>
                    <a:pt x="1074" y="389"/>
                    <a:pt x="1076" y="388"/>
                    <a:pt x="1077" y="388"/>
                  </a:cubicBezTo>
                  <a:lnTo>
                    <a:pt x="1082" y="387"/>
                  </a:lnTo>
                  <a:cubicBezTo>
                    <a:pt x="1084" y="387"/>
                    <a:pt x="1085" y="387"/>
                    <a:pt x="1087" y="388"/>
                  </a:cubicBezTo>
                  <a:lnTo>
                    <a:pt x="1094" y="390"/>
                  </a:lnTo>
                  <a:cubicBezTo>
                    <a:pt x="1096" y="391"/>
                    <a:pt x="1097" y="392"/>
                    <a:pt x="1098" y="393"/>
                  </a:cubicBezTo>
                  <a:lnTo>
                    <a:pt x="1101" y="397"/>
                  </a:lnTo>
                  <a:cubicBezTo>
                    <a:pt x="1101" y="398"/>
                    <a:pt x="1102" y="398"/>
                    <a:pt x="1102" y="399"/>
                  </a:cubicBezTo>
                  <a:lnTo>
                    <a:pt x="1104" y="404"/>
                  </a:lnTo>
                  <a:lnTo>
                    <a:pt x="1110" y="429"/>
                  </a:lnTo>
                  <a:lnTo>
                    <a:pt x="1116" y="433"/>
                  </a:lnTo>
                  <a:lnTo>
                    <a:pt x="1135" y="438"/>
                  </a:lnTo>
                  <a:lnTo>
                    <a:pt x="1155" y="447"/>
                  </a:lnTo>
                  <a:lnTo>
                    <a:pt x="1180" y="454"/>
                  </a:lnTo>
                  <a:cubicBezTo>
                    <a:pt x="1181" y="455"/>
                    <a:pt x="1182" y="455"/>
                    <a:pt x="1182" y="456"/>
                  </a:cubicBezTo>
                  <a:lnTo>
                    <a:pt x="1186" y="459"/>
                  </a:lnTo>
                  <a:cubicBezTo>
                    <a:pt x="1187" y="460"/>
                    <a:pt x="1187" y="461"/>
                    <a:pt x="1188" y="462"/>
                  </a:cubicBezTo>
                  <a:lnTo>
                    <a:pt x="1192" y="474"/>
                  </a:lnTo>
                  <a:lnTo>
                    <a:pt x="1194" y="476"/>
                  </a:lnTo>
                  <a:lnTo>
                    <a:pt x="1198" y="478"/>
                  </a:lnTo>
                  <a:lnTo>
                    <a:pt x="1206" y="480"/>
                  </a:lnTo>
                  <a:lnTo>
                    <a:pt x="1221" y="479"/>
                  </a:lnTo>
                  <a:lnTo>
                    <a:pt x="1273" y="468"/>
                  </a:lnTo>
                  <a:lnTo>
                    <a:pt x="1280" y="468"/>
                  </a:lnTo>
                  <a:cubicBezTo>
                    <a:pt x="1281" y="468"/>
                    <a:pt x="1281" y="468"/>
                    <a:pt x="1282" y="468"/>
                  </a:cubicBezTo>
                  <a:lnTo>
                    <a:pt x="1287" y="470"/>
                  </a:lnTo>
                  <a:lnTo>
                    <a:pt x="1293" y="473"/>
                  </a:lnTo>
                  <a:lnTo>
                    <a:pt x="1308" y="484"/>
                  </a:lnTo>
                  <a:lnTo>
                    <a:pt x="1313" y="483"/>
                  </a:lnTo>
                  <a:lnTo>
                    <a:pt x="1315" y="482"/>
                  </a:lnTo>
                  <a:lnTo>
                    <a:pt x="1322" y="470"/>
                  </a:lnTo>
                  <a:lnTo>
                    <a:pt x="1332" y="445"/>
                  </a:lnTo>
                  <a:lnTo>
                    <a:pt x="1345" y="421"/>
                  </a:lnTo>
                  <a:lnTo>
                    <a:pt x="1342" y="418"/>
                  </a:lnTo>
                  <a:cubicBezTo>
                    <a:pt x="1341" y="417"/>
                    <a:pt x="1340" y="416"/>
                    <a:pt x="1340" y="416"/>
                  </a:cubicBezTo>
                  <a:lnTo>
                    <a:pt x="1333" y="404"/>
                  </a:lnTo>
                  <a:lnTo>
                    <a:pt x="1324" y="399"/>
                  </a:lnTo>
                  <a:lnTo>
                    <a:pt x="1304" y="396"/>
                  </a:lnTo>
                  <a:cubicBezTo>
                    <a:pt x="1303" y="396"/>
                    <a:pt x="1302" y="395"/>
                    <a:pt x="1301" y="395"/>
                  </a:cubicBezTo>
                  <a:lnTo>
                    <a:pt x="1290" y="388"/>
                  </a:lnTo>
                  <a:cubicBezTo>
                    <a:pt x="1289" y="387"/>
                    <a:pt x="1289" y="387"/>
                    <a:pt x="1288" y="386"/>
                  </a:cubicBezTo>
                  <a:lnTo>
                    <a:pt x="1282" y="378"/>
                  </a:lnTo>
                  <a:lnTo>
                    <a:pt x="1270" y="359"/>
                  </a:lnTo>
                  <a:lnTo>
                    <a:pt x="1264" y="353"/>
                  </a:lnTo>
                  <a:cubicBezTo>
                    <a:pt x="1262" y="351"/>
                    <a:pt x="1262" y="349"/>
                    <a:pt x="1262" y="347"/>
                  </a:cubicBezTo>
                  <a:cubicBezTo>
                    <a:pt x="1262" y="346"/>
                    <a:pt x="1262" y="346"/>
                    <a:pt x="1262" y="345"/>
                  </a:cubicBezTo>
                  <a:lnTo>
                    <a:pt x="1263" y="342"/>
                  </a:lnTo>
                  <a:cubicBezTo>
                    <a:pt x="1263" y="341"/>
                    <a:pt x="1264" y="341"/>
                    <a:pt x="1264" y="340"/>
                  </a:cubicBezTo>
                  <a:lnTo>
                    <a:pt x="1265" y="338"/>
                  </a:lnTo>
                  <a:cubicBezTo>
                    <a:pt x="1266" y="338"/>
                    <a:pt x="1266" y="338"/>
                    <a:pt x="1266" y="337"/>
                  </a:cubicBezTo>
                  <a:lnTo>
                    <a:pt x="1266" y="336"/>
                  </a:lnTo>
                  <a:lnTo>
                    <a:pt x="1261" y="334"/>
                  </a:lnTo>
                  <a:lnTo>
                    <a:pt x="1241" y="333"/>
                  </a:lnTo>
                  <a:cubicBezTo>
                    <a:pt x="1238" y="333"/>
                    <a:pt x="1235" y="330"/>
                    <a:pt x="1234" y="327"/>
                  </a:cubicBezTo>
                  <a:lnTo>
                    <a:pt x="1233" y="324"/>
                  </a:lnTo>
                  <a:lnTo>
                    <a:pt x="1231" y="324"/>
                  </a:lnTo>
                  <a:lnTo>
                    <a:pt x="1220" y="327"/>
                  </a:lnTo>
                  <a:lnTo>
                    <a:pt x="1216" y="330"/>
                  </a:lnTo>
                  <a:lnTo>
                    <a:pt x="1214" y="332"/>
                  </a:lnTo>
                  <a:lnTo>
                    <a:pt x="1211" y="341"/>
                  </a:lnTo>
                  <a:lnTo>
                    <a:pt x="1208" y="347"/>
                  </a:lnTo>
                  <a:cubicBezTo>
                    <a:pt x="1207" y="348"/>
                    <a:pt x="1206" y="349"/>
                    <a:pt x="1205" y="350"/>
                  </a:cubicBezTo>
                  <a:lnTo>
                    <a:pt x="1201" y="352"/>
                  </a:lnTo>
                  <a:cubicBezTo>
                    <a:pt x="1200" y="352"/>
                    <a:pt x="1199" y="352"/>
                    <a:pt x="1199" y="353"/>
                  </a:cubicBezTo>
                  <a:lnTo>
                    <a:pt x="1188" y="354"/>
                  </a:lnTo>
                  <a:lnTo>
                    <a:pt x="1186" y="356"/>
                  </a:lnTo>
                  <a:lnTo>
                    <a:pt x="1182" y="365"/>
                  </a:lnTo>
                  <a:cubicBezTo>
                    <a:pt x="1181" y="366"/>
                    <a:pt x="1181" y="367"/>
                    <a:pt x="1180" y="368"/>
                  </a:cubicBezTo>
                  <a:lnTo>
                    <a:pt x="1177" y="371"/>
                  </a:lnTo>
                  <a:cubicBezTo>
                    <a:pt x="1176" y="372"/>
                    <a:pt x="1173" y="373"/>
                    <a:pt x="1171" y="373"/>
                  </a:cubicBezTo>
                  <a:lnTo>
                    <a:pt x="1167" y="372"/>
                  </a:lnTo>
                  <a:cubicBezTo>
                    <a:pt x="1167" y="372"/>
                    <a:pt x="1166" y="372"/>
                    <a:pt x="1165" y="372"/>
                  </a:cubicBezTo>
                  <a:lnTo>
                    <a:pt x="1153" y="366"/>
                  </a:lnTo>
                  <a:lnTo>
                    <a:pt x="1112" y="366"/>
                  </a:lnTo>
                  <a:cubicBezTo>
                    <a:pt x="1111" y="366"/>
                    <a:pt x="1110" y="366"/>
                    <a:pt x="1110" y="365"/>
                  </a:cubicBezTo>
                  <a:lnTo>
                    <a:pt x="1102" y="363"/>
                  </a:lnTo>
                  <a:lnTo>
                    <a:pt x="1093" y="358"/>
                  </a:lnTo>
                  <a:lnTo>
                    <a:pt x="1080" y="349"/>
                  </a:lnTo>
                  <a:cubicBezTo>
                    <a:pt x="1080" y="350"/>
                    <a:pt x="1080" y="350"/>
                    <a:pt x="1080" y="351"/>
                  </a:cubicBezTo>
                  <a:lnTo>
                    <a:pt x="1079" y="355"/>
                  </a:lnTo>
                  <a:cubicBezTo>
                    <a:pt x="1079" y="357"/>
                    <a:pt x="1078" y="359"/>
                    <a:pt x="1076" y="360"/>
                  </a:cubicBezTo>
                  <a:lnTo>
                    <a:pt x="1060" y="370"/>
                  </a:lnTo>
                  <a:cubicBezTo>
                    <a:pt x="1057" y="372"/>
                    <a:pt x="1054" y="371"/>
                    <a:pt x="1051" y="369"/>
                  </a:cubicBezTo>
                  <a:lnTo>
                    <a:pt x="1040" y="361"/>
                  </a:lnTo>
                  <a:cubicBezTo>
                    <a:pt x="1039" y="360"/>
                    <a:pt x="1038" y="358"/>
                    <a:pt x="1037" y="356"/>
                  </a:cubicBezTo>
                  <a:lnTo>
                    <a:pt x="1032" y="336"/>
                  </a:lnTo>
                  <a:cubicBezTo>
                    <a:pt x="1032" y="335"/>
                    <a:pt x="1031" y="334"/>
                    <a:pt x="1031" y="334"/>
                  </a:cubicBezTo>
                  <a:lnTo>
                    <a:pt x="1032" y="314"/>
                  </a:lnTo>
                  <a:lnTo>
                    <a:pt x="1029" y="314"/>
                  </a:lnTo>
                  <a:cubicBezTo>
                    <a:pt x="1027" y="314"/>
                    <a:pt x="1026" y="314"/>
                    <a:pt x="1025" y="313"/>
                  </a:cubicBezTo>
                  <a:lnTo>
                    <a:pt x="995" y="296"/>
                  </a:lnTo>
                  <a:lnTo>
                    <a:pt x="991" y="296"/>
                  </a:lnTo>
                  <a:lnTo>
                    <a:pt x="979" y="297"/>
                  </a:lnTo>
                  <a:cubicBezTo>
                    <a:pt x="978" y="297"/>
                    <a:pt x="977" y="297"/>
                    <a:pt x="976" y="297"/>
                  </a:cubicBezTo>
                  <a:lnTo>
                    <a:pt x="958" y="293"/>
                  </a:lnTo>
                  <a:lnTo>
                    <a:pt x="957" y="296"/>
                  </a:lnTo>
                  <a:lnTo>
                    <a:pt x="960" y="306"/>
                  </a:lnTo>
                  <a:lnTo>
                    <a:pt x="963" y="320"/>
                  </a:lnTo>
                  <a:cubicBezTo>
                    <a:pt x="963" y="322"/>
                    <a:pt x="962" y="324"/>
                    <a:pt x="961" y="326"/>
                  </a:cubicBezTo>
                  <a:lnTo>
                    <a:pt x="952" y="337"/>
                  </a:lnTo>
                  <a:cubicBezTo>
                    <a:pt x="951" y="339"/>
                    <a:pt x="950" y="340"/>
                    <a:pt x="948" y="340"/>
                  </a:cubicBezTo>
                  <a:lnTo>
                    <a:pt x="942" y="342"/>
                  </a:lnTo>
                  <a:cubicBezTo>
                    <a:pt x="940" y="342"/>
                    <a:pt x="939" y="342"/>
                    <a:pt x="937" y="341"/>
                  </a:cubicBezTo>
                  <a:lnTo>
                    <a:pt x="919" y="335"/>
                  </a:lnTo>
                  <a:lnTo>
                    <a:pt x="898" y="335"/>
                  </a:lnTo>
                  <a:cubicBezTo>
                    <a:pt x="897" y="335"/>
                    <a:pt x="896" y="334"/>
                    <a:pt x="895" y="334"/>
                  </a:cubicBezTo>
                  <a:lnTo>
                    <a:pt x="889" y="331"/>
                  </a:lnTo>
                  <a:cubicBezTo>
                    <a:pt x="888" y="331"/>
                    <a:pt x="886" y="330"/>
                    <a:pt x="885" y="328"/>
                  </a:cubicBezTo>
                  <a:lnTo>
                    <a:pt x="879" y="318"/>
                  </a:lnTo>
                  <a:cubicBezTo>
                    <a:pt x="878" y="316"/>
                    <a:pt x="878" y="315"/>
                    <a:pt x="878" y="313"/>
                  </a:cubicBezTo>
                  <a:lnTo>
                    <a:pt x="879" y="303"/>
                  </a:lnTo>
                  <a:lnTo>
                    <a:pt x="882" y="294"/>
                  </a:lnTo>
                  <a:lnTo>
                    <a:pt x="881" y="294"/>
                  </a:lnTo>
                  <a:cubicBezTo>
                    <a:pt x="881" y="295"/>
                    <a:pt x="880" y="295"/>
                    <a:pt x="879" y="295"/>
                  </a:cubicBezTo>
                  <a:lnTo>
                    <a:pt x="876" y="295"/>
                  </a:lnTo>
                  <a:cubicBezTo>
                    <a:pt x="874" y="295"/>
                    <a:pt x="870" y="294"/>
                    <a:pt x="869" y="291"/>
                  </a:cubicBezTo>
                  <a:lnTo>
                    <a:pt x="867" y="288"/>
                  </a:lnTo>
                  <a:cubicBezTo>
                    <a:pt x="867" y="287"/>
                    <a:pt x="867" y="286"/>
                    <a:pt x="867" y="286"/>
                  </a:cubicBezTo>
                  <a:lnTo>
                    <a:pt x="866" y="280"/>
                  </a:lnTo>
                  <a:lnTo>
                    <a:pt x="864" y="277"/>
                  </a:lnTo>
                  <a:lnTo>
                    <a:pt x="860" y="264"/>
                  </a:lnTo>
                  <a:lnTo>
                    <a:pt x="856" y="262"/>
                  </a:lnTo>
                  <a:cubicBezTo>
                    <a:pt x="855" y="262"/>
                    <a:pt x="854" y="262"/>
                    <a:pt x="853" y="261"/>
                  </a:cubicBezTo>
                  <a:lnTo>
                    <a:pt x="851" y="259"/>
                  </a:lnTo>
                  <a:cubicBezTo>
                    <a:pt x="849" y="258"/>
                    <a:pt x="848" y="256"/>
                    <a:pt x="848" y="254"/>
                  </a:cubicBezTo>
                  <a:lnTo>
                    <a:pt x="847" y="251"/>
                  </a:lnTo>
                  <a:cubicBezTo>
                    <a:pt x="847" y="250"/>
                    <a:pt x="847" y="249"/>
                    <a:pt x="847" y="248"/>
                  </a:cubicBezTo>
                  <a:lnTo>
                    <a:pt x="848" y="243"/>
                  </a:lnTo>
                  <a:lnTo>
                    <a:pt x="817" y="212"/>
                  </a:lnTo>
                  <a:lnTo>
                    <a:pt x="808" y="202"/>
                  </a:lnTo>
                  <a:cubicBezTo>
                    <a:pt x="807" y="201"/>
                    <a:pt x="807" y="200"/>
                    <a:pt x="806" y="199"/>
                  </a:cubicBezTo>
                  <a:lnTo>
                    <a:pt x="803" y="190"/>
                  </a:lnTo>
                  <a:cubicBezTo>
                    <a:pt x="803" y="189"/>
                    <a:pt x="803" y="187"/>
                    <a:pt x="803" y="185"/>
                  </a:cubicBezTo>
                  <a:lnTo>
                    <a:pt x="806" y="178"/>
                  </a:lnTo>
                  <a:cubicBezTo>
                    <a:pt x="807" y="175"/>
                    <a:pt x="810" y="173"/>
                    <a:pt x="813" y="173"/>
                  </a:cubicBezTo>
                  <a:lnTo>
                    <a:pt x="815" y="173"/>
                  </a:lnTo>
                  <a:lnTo>
                    <a:pt x="793" y="149"/>
                  </a:lnTo>
                  <a:lnTo>
                    <a:pt x="789" y="143"/>
                  </a:lnTo>
                  <a:cubicBezTo>
                    <a:pt x="787" y="141"/>
                    <a:pt x="787" y="138"/>
                    <a:pt x="788" y="136"/>
                  </a:cubicBezTo>
                  <a:lnTo>
                    <a:pt x="788" y="135"/>
                  </a:lnTo>
                  <a:lnTo>
                    <a:pt x="788" y="134"/>
                  </a:lnTo>
                  <a:lnTo>
                    <a:pt x="785" y="126"/>
                  </a:lnTo>
                  <a:lnTo>
                    <a:pt x="778" y="120"/>
                  </a:lnTo>
                  <a:lnTo>
                    <a:pt x="733" y="98"/>
                  </a:lnTo>
                  <a:lnTo>
                    <a:pt x="731" y="99"/>
                  </a:lnTo>
                  <a:lnTo>
                    <a:pt x="723" y="104"/>
                  </a:lnTo>
                  <a:cubicBezTo>
                    <a:pt x="722" y="105"/>
                    <a:pt x="721" y="105"/>
                    <a:pt x="720" y="105"/>
                  </a:cubicBezTo>
                  <a:lnTo>
                    <a:pt x="715" y="106"/>
                  </a:lnTo>
                  <a:cubicBezTo>
                    <a:pt x="714" y="107"/>
                    <a:pt x="713" y="107"/>
                    <a:pt x="712" y="107"/>
                  </a:cubicBezTo>
                  <a:lnTo>
                    <a:pt x="708" y="106"/>
                  </a:lnTo>
                  <a:cubicBezTo>
                    <a:pt x="708" y="106"/>
                    <a:pt x="708" y="106"/>
                    <a:pt x="707" y="106"/>
                  </a:cubicBezTo>
                  <a:lnTo>
                    <a:pt x="698" y="105"/>
                  </a:lnTo>
                  <a:cubicBezTo>
                    <a:pt x="697" y="105"/>
                    <a:pt x="696" y="105"/>
                    <a:pt x="695" y="104"/>
                  </a:cubicBezTo>
                  <a:lnTo>
                    <a:pt x="682" y="97"/>
                  </a:lnTo>
                  <a:lnTo>
                    <a:pt x="657" y="79"/>
                  </a:lnTo>
                  <a:lnTo>
                    <a:pt x="645" y="74"/>
                  </a:lnTo>
                  <a:lnTo>
                    <a:pt x="632" y="73"/>
                  </a:lnTo>
                  <a:lnTo>
                    <a:pt x="616" y="74"/>
                  </a:lnTo>
                  <a:cubicBezTo>
                    <a:pt x="616" y="77"/>
                    <a:pt x="614" y="80"/>
                    <a:pt x="611" y="82"/>
                  </a:cubicBezTo>
                  <a:cubicBezTo>
                    <a:pt x="611" y="82"/>
                    <a:pt x="610" y="83"/>
                    <a:pt x="609" y="83"/>
                  </a:cubicBezTo>
                  <a:lnTo>
                    <a:pt x="596" y="84"/>
                  </a:lnTo>
                  <a:lnTo>
                    <a:pt x="596" y="87"/>
                  </a:lnTo>
                  <a:cubicBezTo>
                    <a:pt x="596" y="88"/>
                    <a:pt x="596" y="88"/>
                    <a:pt x="595" y="89"/>
                  </a:cubicBezTo>
                  <a:lnTo>
                    <a:pt x="594" y="93"/>
                  </a:lnTo>
                  <a:cubicBezTo>
                    <a:pt x="594" y="96"/>
                    <a:pt x="591" y="98"/>
                    <a:pt x="589" y="99"/>
                  </a:cubicBezTo>
                  <a:lnTo>
                    <a:pt x="586" y="100"/>
                  </a:lnTo>
                  <a:lnTo>
                    <a:pt x="582" y="105"/>
                  </a:lnTo>
                  <a:cubicBezTo>
                    <a:pt x="581" y="107"/>
                    <a:pt x="580" y="108"/>
                    <a:pt x="578" y="108"/>
                  </a:cubicBezTo>
                  <a:lnTo>
                    <a:pt x="571" y="111"/>
                  </a:lnTo>
                  <a:cubicBezTo>
                    <a:pt x="570" y="111"/>
                    <a:pt x="570" y="111"/>
                    <a:pt x="569" y="112"/>
                  </a:cubicBezTo>
                  <a:lnTo>
                    <a:pt x="527" y="114"/>
                  </a:lnTo>
                  <a:lnTo>
                    <a:pt x="520" y="117"/>
                  </a:lnTo>
                  <a:cubicBezTo>
                    <a:pt x="518" y="117"/>
                    <a:pt x="516" y="117"/>
                    <a:pt x="514" y="116"/>
                  </a:cubicBezTo>
                  <a:cubicBezTo>
                    <a:pt x="512" y="115"/>
                    <a:pt x="510" y="113"/>
                    <a:pt x="510" y="111"/>
                  </a:cubicBezTo>
                  <a:lnTo>
                    <a:pt x="503" y="91"/>
                  </a:lnTo>
                  <a:lnTo>
                    <a:pt x="497" y="85"/>
                  </a:lnTo>
                  <a:lnTo>
                    <a:pt x="468" y="78"/>
                  </a:lnTo>
                  <a:lnTo>
                    <a:pt x="453" y="71"/>
                  </a:lnTo>
                  <a:cubicBezTo>
                    <a:pt x="453" y="71"/>
                    <a:pt x="452" y="71"/>
                    <a:pt x="451" y="70"/>
                  </a:cubicBezTo>
                  <a:lnTo>
                    <a:pt x="443" y="62"/>
                  </a:lnTo>
                  <a:lnTo>
                    <a:pt x="428" y="42"/>
                  </a:lnTo>
                  <a:lnTo>
                    <a:pt x="425" y="42"/>
                  </a:lnTo>
                  <a:cubicBezTo>
                    <a:pt x="424" y="41"/>
                    <a:pt x="423" y="41"/>
                    <a:pt x="422" y="41"/>
                  </a:cubicBezTo>
                  <a:lnTo>
                    <a:pt x="412" y="35"/>
                  </a:lnTo>
                  <a:lnTo>
                    <a:pt x="410" y="35"/>
                  </a:lnTo>
                  <a:lnTo>
                    <a:pt x="405" y="42"/>
                  </a:lnTo>
                  <a:cubicBezTo>
                    <a:pt x="404" y="44"/>
                    <a:pt x="403" y="45"/>
                    <a:pt x="401" y="45"/>
                  </a:cubicBezTo>
                  <a:lnTo>
                    <a:pt x="396" y="48"/>
                  </a:lnTo>
                  <a:cubicBezTo>
                    <a:pt x="394" y="48"/>
                    <a:pt x="393" y="48"/>
                    <a:pt x="391" y="48"/>
                  </a:cubicBezTo>
                  <a:lnTo>
                    <a:pt x="380" y="46"/>
                  </a:lnTo>
                  <a:cubicBezTo>
                    <a:pt x="379" y="46"/>
                    <a:pt x="379" y="46"/>
                    <a:pt x="378" y="46"/>
                  </a:cubicBezTo>
                  <a:lnTo>
                    <a:pt x="367" y="40"/>
                  </a:lnTo>
                  <a:lnTo>
                    <a:pt x="361" y="39"/>
                  </a:lnTo>
                  <a:lnTo>
                    <a:pt x="353" y="43"/>
                  </a:lnTo>
                  <a:lnTo>
                    <a:pt x="349" y="48"/>
                  </a:lnTo>
                  <a:lnTo>
                    <a:pt x="348" y="52"/>
                  </a:lnTo>
                  <a:cubicBezTo>
                    <a:pt x="348" y="53"/>
                    <a:pt x="348" y="54"/>
                    <a:pt x="347" y="54"/>
                  </a:cubicBezTo>
                  <a:lnTo>
                    <a:pt x="346" y="57"/>
                  </a:lnTo>
                  <a:cubicBezTo>
                    <a:pt x="344" y="60"/>
                    <a:pt x="342" y="62"/>
                    <a:pt x="339" y="62"/>
                  </a:cubicBezTo>
                  <a:lnTo>
                    <a:pt x="332" y="63"/>
                  </a:lnTo>
                  <a:cubicBezTo>
                    <a:pt x="331" y="63"/>
                    <a:pt x="330" y="63"/>
                    <a:pt x="329" y="62"/>
                  </a:cubicBezTo>
                  <a:lnTo>
                    <a:pt x="325" y="61"/>
                  </a:lnTo>
                  <a:lnTo>
                    <a:pt x="311" y="55"/>
                  </a:lnTo>
                  <a:lnTo>
                    <a:pt x="305" y="58"/>
                  </a:lnTo>
                  <a:lnTo>
                    <a:pt x="294" y="66"/>
                  </a:lnTo>
                  <a:lnTo>
                    <a:pt x="281" y="75"/>
                  </a:lnTo>
                  <a:cubicBezTo>
                    <a:pt x="279" y="76"/>
                    <a:pt x="277" y="76"/>
                    <a:pt x="275" y="76"/>
                  </a:cubicBezTo>
                  <a:lnTo>
                    <a:pt x="264" y="73"/>
                  </a:lnTo>
                  <a:cubicBezTo>
                    <a:pt x="261" y="72"/>
                    <a:pt x="260" y="70"/>
                    <a:pt x="259" y="68"/>
                  </a:cubicBezTo>
                  <a:lnTo>
                    <a:pt x="255" y="61"/>
                  </a:lnTo>
                  <a:cubicBezTo>
                    <a:pt x="255" y="60"/>
                    <a:pt x="255" y="59"/>
                    <a:pt x="255" y="58"/>
                  </a:cubicBezTo>
                  <a:lnTo>
                    <a:pt x="255" y="51"/>
                  </a:lnTo>
                  <a:lnTo>
                    <a:pt x="257" y="42"/>
                  </a:lnTo>
                  <a:lnTo>
                    <a:pt x="257" y="37"/>
                  </a:lnTo>
                  <a:lnTo>
                    <a:pt x="255" y="31"/>
                  </a:lnTo>
                  <a:lnTo>
                    <a:pt x="238" y="0"/>
                  </a:lnTo>
                  <a:lnTo>
                    <a:pt x="228" y="6"/>
                  </a:lnTo>
                  <a:lnTo>
                    <a:pt x="219" y="11"/>
                  </a:lnTo>
                  <a:lnTo>
                    <a:pt x="194" y="32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xmlns="" id="{6BFE7EFA-0A9C-4F96-9528-972546274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4727" y="3445864"/>
              <a:ext cx="612749" cy="677397"/>
            </a:xfrm>
            <a:custGeom>
              <a:avLst/>
              <a:gdLst>
                <a:gd name="T0" fmla="*/ 404 w 960"/>
                <a:gd name="T1" fmla="*/ 1002 h 1064"/>
                <a:gd name="T2" fmla="*/ 436 w 960"/>
                <a:gd name="T3" fmla="*/ 984 h 1064"/>
                <a:gd name="T4" fmla="*/ 463 w 960"/>
                <a:gd name="T5" fmla="*/ 991 h 1064"/>
                <a:gd name="T6" fmla="*/ 532 w 960"/>
                <a:gd name="T7" fmla="*/ 1045 h 1064"/>
                <a:gd name="T8" fmla="*/ 627 w 960"/>
                <a:gd name="T9" fmla="*/ 1037 h 1064"/>
                <a:gd name="T10" fmla="*/ 671 w 960"/>
                <a:gd name="T11" fmla="*/ 1034 h 1064"/>
                <a:gd name="T12" fmla="*/ 715 w 960"/>
                <a:gd name="T13" fmla="*/ 987 h 1064"/>
                <a:gd name="T14" fmla="*/ 765 w 960"/>
                <a:gd name="T15" fmla="*/ 909 h 1064"/>
                <a:gd name="T16" fmla="*/ 762 w 960"/>
                <a:gd name="T17" fmla="*/ 860 h 1064"/>
                <a:gd name="T18" fmla="*/ 827 w 960"/>
                <a:gd name="T19" fmla="*/ 786 h 1064"/>
                <a:gd name="T20" fmla="*/ 837 w 960"/>
                <a:gd name="T21" fmla="*/ 734 h 1064"/>
                <a:gd name="T22" fmla="*/ 874 w 960"/>
                <a:gd name="T23" fmla="*/ 729 h 1064"/>
                <a:gd name="T24" fmla="*/ 915 w 960"/>
                <a:gd name="T25" fmla="*/ 687 h 1064"/>
                <a:gd name="T26" fmla="*/ 906 w 960"/>
                <a:gd name="T27" fmla="*/ 636 h 1064"/>
                <a:gd name="T28" fmla="*/ 899 w 960"/>
                <a:gd name="T29" fmla="*/ 583 h 1064"/>
                <a:gd name="T30" fmla="*/ 919 w 960"/>
                <a:gd name="T31" fmla="*/ 524 h 1064"/>
                <a:gd name="T32" fmla="*/ 872 w 960"/>
                <a:gd name="T33" fmla="*/ 466 h 1064"/>
                <a:gd name="T34" fmla="*/ 870 w 960"/>
                <a:gd name="T35" fmla="*/ 424 h 1064"/>
                <a:gd name="T36" fmla="*/ 906 w 960"/>
                <a:gd name="T37" fmla="*/ 400 h 1064"/>
                <a:gd name="T38" fmla="*/ 949 w 960"/>
                <a:gd name="T39" fmla="*/ 344 h 1064"/>
                <a:gd name="T40" fmla="*/ 957 w 960"/>
                <a:gd name="T41" fmla="*/ 298 h 1064"/>
                <a:gd name="T42" fmla="*/ 924 w 960"/>
                <a:gd name="T43" fmla="*/ 179 h 1064"/>
                <a:gd name="T44" fmla="*/ 873 w 960"/>
                <a:gd name="T45" fmla="*/ 122 h 1064"/>
                <a:gd name="T46" fmla="*/ 832 w 960"/>
                <a:gd name="T47" fmla="*/ 89 h 1064"/>
                <a:gd name="T48" fmla="*/ 748 w 960"/>
                <a:gd name="T49" fmla="*/ 19 h 1064"/>
                <a:gd name="T50" fmla="*/ 653 w 960"/>
                <a:gd name="T51" fmla="*/ 10 h 1064"/>
                <a:gd name="T52" fmla="*/ 570 w 960"/>
                <a:gd name="T53" fmla="*/ 15 h 1064"/>
                <a:gd name="T54" fmla="*/ 553 w 960"/>
                <a:gd name="T55" fmla="*/ 24 h 1064"/>
                <a:gd name="T56" fmla="*/ 510 w 960"/>
                <a:gd name="T57" fmla="*/ 35 h 1064"/>
                <a:gd name="T58" fmla="*/ 471 w 960"/>
                <a:gd name="T59" fmla="*/ 46 h 1064"/>
                <a:gd name="T60" fmla="*/ 443 w 960"/>
                <a:gd name="T61" fmla="*/ 30 h 1064"/>
                <a:gd name="T62" fmla="*/ 374 w 960"/>
                <a:gd name="T63" fmla="*/ 70 h 1064"/>
                <a:gd name="T64" fmla="*/ 326 w 960"/>
                <a:gd name="T65" fmla="*/ 54 h 1064"/>
                <a:gd name="T66" fmla="*/ 263 w 960"/>
                <a:gd name="T67" fmla="*/ 51 h 1064"/>
                <a:gd name="T68" fmla="*/ 217 w 960"/>
                <a:gd name="T69" fmla="*/ 63 h 1064"/>
                <a:gd name="T70" fmla="*/ 177 w 960"/>
                <a:gd name="T71" fmla="*/ 106 h 1064"/>
                <a:gd name="T72" fmla="*/ 156 w 960"/>
                <a:gd name="T73" fmla="*/ 124 h 1064"/>
                <a:gd name="T74" fmla="*/ 76 w 960"/>
                <a:gd name="T75" fmla="*/ 159 h 1064"/>
                <a:gd name="T76" fmla="*/ 88 w 960"/>
                <a:gd name="T77" fmla="*/ 227 h 1064"/>
                <a:gd name="T78" fmla="*/ 107 w 960"/>
                <a:gd name="T79" fmla="*/ 292 h 1064"/>
                <a:gd name="T80" fmla="*/ 142 w 960"/>
                <a:gd name="T81" fmla="*/ 340 h 1064"/>
                <a:gd name="T82" fmla="*/ 84 w 960"/>
                <a:gd name="T83" fmla="*/ 376 h 1064"/>
                <a:gd name="T84" fmla="*/ 65 w 960"/>
                <a:gd name="T85" fmla="*/ 469 h 1064"/>
                <a:gd name="T86" fmla="*/ 8 w 960"/>
                <a:gd name="T87" fmla="*/ 498 h 1064"/>
                <a:gd name="T88" fmla="*/ 45 w 960"/>
                <a:gd name="T89" fmla="*/ 529 h 1064"/>
                <a:gd name="T90" fmla="*/ 62 w 960"/>
                <a:gd name="T91" fmla="*/ 588 h 1064"/>
                <a:gd name="T92" fmla="*/ 113 w 960"/>
                <a:gd name="T93" fmla="*/ 580 h 1064"/>
                <a:gd name="T94" fmla="*/ 168 w 960"/>
                <a:gd name="T95" fmla="*/ 582 h 1064"/>
                <a:gd name="T96" fmla="*/ 217 w 960"/>
                <a:gd name="T97" fmla="*/ 631 h 1064"/>
                <a:gd name="T98" fmla="*/ 259 w 960"/>
                <a:gd name="T99" fmla="*/ 656 h 1064"/>
                <a:gd name="T100" fmla="*/ 263 w 960"/>
                <a:gd name="T101" fmla="*/ 687 h 1064"/>
                <a:gd name="T102" fmla="*/ 315 w 960"/>
                <a:gd name="T103" fmla="*/ 704 h 1064"/>
                <a:gd name="T104" fmla="*/ 323 w 960"/>
                <a:gd name="T105" fmla="*/ 744 h 1064"/>
                <a:gd name="T106" fmla="*/ 340 w 960"/>
                <a:gd name="T107" fmla="*/ 767 h 1064"/>
                <a:gd name="T108" fmla="*/ 304 w 960"/>
                <a:gd name="T109" fmla="*/ 804 h 1064"/>
                <a:gd name="T110" fmla="*/ 318 w 960"/>
                <a:gd name="T111" fmla="*/ 839 h 1064"/>
                <a:gd name="T112" fmla="*/ 307 w 960"/>
                <a:gd name="T113" fmla="*/ 874 h 1064"/>
                <a:gd name="T114" fmla="*/ 324 w 960"/>
                <a:gd name="T115" fmla="*/ 898 h 1064"/>
                <a:gd name="T116" fmla="*/ 369 w 960"/>
                <a:gd name="T117" fmla="*/ 922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60" h="1064">
                  <a:moveTo>
                    <a:pt x="379" y="945"/>
                  </a:moveTo>
                  <a:lnTo>
                    <a:pt x="376" y="957"/>
                  </a:lnTo>
                  <a:lnTo>
                    <a:pt x="381" y="971"/>
                  </a:lnTo>
                  <a:lnTo>
                    <a:pt x="386" y="978"/>
                  </a:lnTo>
                  <a:lnTo>
                    <a:pt x="392" y="990"/>
                  </a:lnTo>
                  <a:lnTo>
                    <a:pt x="400" y="996"/>
                  </a:lnTo>
                  <a:cubicBezTo>
                    <a:pt x="401" y="997"/>
                    <a:pt x="401" y="998"/>
                    <a:pt x="402" y="999"/>
                  </a:cubicBezTo>
                  <a:lnTo>
                    <a:pt x="404" y="1002"/>
                  </a:lnTo>
                  <a:lnTo>
                    <a:pt x="409" y="997"/>
                  </a:lnTo>
                  <a:cubicBezTo>
                    <a:pt x="410" y="996"/>
                    <a:pt x="411" y="996"/>
                    <a:pt x="413" y="995"/>
                  </a:cubicBezTo>
                  <a:lnTo>
                    <a:pt x="418" y="994"/>
                  </a:lnTo>
                  <a:lnTo>
                    <a:pt x="422" y="989"/>
                  </a:lnTo>
                  <a:cubicBezTo>
                    <a:pt x="423" y="989"/>
                    <a:pt x="423" y="988"/>
                    <a:pt x="424" y="988"/>
                  </a:cubicBezTo>
                  <a:lnTo>
                    <a:pt x="428" y="985"/>
                  </a:lnTo>
                  <a:cubicBezTo>
                    <a:pt x="429" y="984"/>
                    <a:pt x="431" y="984"/>
                    <a:pt x="432" y="984"/>
                  </a:cubicBezTo>
                  <a:lnTo>
                    <a:pt x="436" y="984"/>
                  </a:lnTo>
                  <a:cubicBezTo>
                    <a:pt x="438" y="984"/>
                    <a:pt x="440" y="985"/>
                    <a:pt x="441" y="987"/>
                  </a:cubicBezTo>
                  <a:lnTo>
                    <a:pt x="444" y="990"/>
                  </a:lnTo>
                  <a:cubicBezTo>
                    <a:pt x="445" y="990"/>
                    <a:pt x="446" y="992"/>
                    <a:pt x="446" y="993"/>
                  </a:cubicBezTo>
                  <a:lnTo>
                    <a:pt x="446" y="994"/>
                  </a:lnTo>
                  <a:lnTo>
                    <a:pt x="451" y="992"/>
                  </a:lnTo>
                  <a:cubicBezTo>
                    <a:pt x="452" y="992"/>
                    <a:pt x="453" y="992"/>
                    <a:pt x="454" y="992"/>
                  </a:cubicBezTo>
                  <a:lnTo>
                    <a:pt x="460" y="991"/>
                  </a:lnTo>
                  <a:cubicBezTo>
                    <a:pt x="461" y="991"/>
                    <a:pt x="462" y="991"/>
                    <a:pt x="463" y="991"/>
                  </a:cubicBezTo>
                  <a:lnTo>
                    <a:pt x="478" y="996"/>
                  </a:lnTo>
                  <a:lnTo>
                    <a:pt x="487" y="1001"/>
                  </a:lnTo>
                  <a:lnTo>
                    <a:pt x="505" y="1013"/>
                  </a:lnTo>
                  <a:lnTo>
                    <a:pt x="522" y="1029"/>
                  </a:lnTo>
                  <a:cubicBezTo>
                    <a:pt x="523" y="1029"/>
                    <a:pt x="523" y="1030"/>
                    <a:pt x="524" y="1030"/>
                  </a:cubicBezTo>
                  <a:lnTo>
                    <a:pt x="527" y="1035"/>
                  </a:lnTo>
                  <a:lnTo>
                    <a:pt x="530" y="1043"/>
                  </a:lnTo>
                  <a:lnTo>
                    <a:pt x="532" y="1045"/>
                  </a:lnTo>
                  <a:lnTo>
                    <a:pt x="540" y="1049"/>
                  </a:lnTo>
                  <a:lnTo>
                    <a:pt x="553" y="1058"/>
                  </a:lnTo>
                  <a:lnTo>
                    <a:pt x="556" y="1062"/>
                  </a:lnTo>
                  <a:lnTo>
                    <a:pt x="561" y="1063"/>
                  </a:lnTo>
                  <a:lnTo>
                    <a:pt x="569" y="1063"/>
                  </a:lnTo>
                  <a:lnTo>
                    <a:pt x="594" y="1054"/>
                  </a:lnTo>
                  <a:lnTo>
                    <a:pt x="620" y="1039"/>
                  </a:lnTo>
                  <a:lnTo>
                    <a:pt x="627" y="1037"/>
                  </a:lnTo>
                  <a:cubicBezTo>
                    <a:pt x="627" y="1037"/>
                    <a:pt x="628" y="1037"/>
                    <a:pt x="629" y="1037"/>
                  </a:cubicBezTo>
                  <a:lnTo>
                    <a:pt x="633" y="1037"/>
                  </a:lnTo>
                  <a:cubicBezTo>
                    <a:pt x="635" y="1037"/>
                    <a:pt x="636" y="1037"/>
                    <a:pt x="637" y="1038"/>
                  </a:cubicBezTo>
                  <a:lnTo>
                    <a:pt x="642" y="1041"/>
                  </a:lnTo>
                  <a:cubicBezTo>
                    <a:pt x="642" y="1041"/>
                    <a:pt x="643" y="1042"/>
                    <a:pt x="644" y="1042"/>
                  </a:cubicBezTo>
                  <a:lnTo>
                    <a:pt x="645" y="1043"/>
                  </a:lnTo>
                  <a:lnTo>
                    <a:pt x="659" y="1036"/>
                  </a:lnTo>
                  <a:lnTo>
                    <a:pt x="671" y="1034"/>
                  </a:lnTo>
                  <a:lnTo>
                    <a:pt x="697" y="1033"/>
                  </a:lnTo>
                  <a:lnTo>
                    <a:pt x="707" y="1029"/>
                  </a:lnTo>
                  <a:cubicBezTo>
                    <a:pt x="708" y="1028"/>
                    <a:pt x="709" y="1028"/>
                    <a:pt x="710" y="1028"/>
                  </a:cubicBezTo>
                  <a:lnTo>
                    <a:pt x="729" y="1024"/>
                  </a:lnTo>
                  <a:lnTo>
                    <a:pt x="727" y="1019"/>
                  </a:lnTo>
                  <a:lnTo>
                    <a:pt x="715" y="996"/>
                  </a:lnTo>
                  <a:cubicBezTo>
                    <a:pt x="715" y="995"/>
                    <a:pt x="715" y="994"/>
                    <a:pt x="715" y="993"/>
                  </a:cubicBezTo>
                  <a:lnTo>
                    <a:pt x="715" y="987"/>
                  </a:lnTo>
                  <a:cubicBezTo>
                    <a:pt x="715" y="986"/>
                    <a:pt x="716" y="985"/>
                    <a:pt x="716" y="984"/>
                  </a:cubicBezTo>
                  <a:lnTo>
                    <a:pt x="720" y="979"/>
                  </a:lnTo>
                  <a:cubicBezTo>
                    <a:pt x="720" y="978"/>
                    <a:pt x="721" y="977"/>
                    <a:pt x="722" y="976"/>
                  </a:cubicBezTo>
                  <a:lnTo>
                    <a:pt x="741" y="962"/>
                  </a:lnTo>
                  <a:lnTo>
                    <a:pt x="744" y="958"/>
                  </a:lnTo>
                  <a:lnTo>
                    <a:pt x="747" y="953"/>
                  </a:lnTo>
                  <a:lnTo>
                    <a:pt x="755" y="931"/>
                  </a:lnTo>
                  <a:lnTo>
                    <a:pt x="765" y="909"/>
                  </a:lnTo>
                  <a:lnTo>
                    <a:pt x="766" y="904"/>
                  </a:lnTo>
                  <a:lnTo>
                    <a:pt x="766" y="900"/>
                  </a:lnTo>
                  <a:lnTo>
                    <a:pt x="760" y="891"/>
                  </a:lnTo>
                  <a:cubicBezTo>
                    <a:pt x="760" y="891"/>
                    <a:pt x="759" y="890"/>
                    <a:pt x="759" y="889"/>
                  </a:cubicBezTo>
                  <a:lnTo>
                    <a:pt x="758" y="884"/>
                  </a:lnTo>
                  <a:lnTo>
                    <a:pt x="757" y="877"/>
                  </a:lnTo>
                  <a:lnTo>
                    <a:pt x="759" y="865"/>
                  </a:lnTo>
                  <a:cubicBezTo>
                    <a:pt x="759" y="863"/>
                    <a:pt x="760" y="861"/>
                    <a:pt x="762" y="860"/>
                  </a:cubicBezTo>
                  <a:lnTo>
                    <a:pt x="781" y="845"/>
                  </a:lnTo>
                  <a:lnTo>
                    <a:pt x="785" y="827"/>
                  </a:lnTo>
                  <a:cubicBezTo>
                    <a:pt x="786" y="826"/>
                    <a:pt x="786" y="825"/>
                    <a:pt x="788" y="824"/>
                  </a:cubicBezTo>
                  <a:lnTo>
                    <a:pt x="790" y="822"/>
                  </a:lnTo>
                  <a:cubicBezTo>
                    <a:pt x="791" y="822"/>
                    <a:pt x="792" y="821"/>
                    <a:pt x="793" y="821"/>
                  </a:cubicBezTo>
                  <a:lnTo>
                    <a:pt x="801" y="819"/>
                  </a:lnTo>
                  <a:lnTo>
                    <a:pt x="811" y="812"/>
                  </a:lnTo>
                  <a:lnTo>
                    <a:pt x="827" y="786"/>
                  </a:lnTo>
                  <a:cubicBezTo>
                    <a:pt x="828" y="785"/>
                    <a:pt x="829" y="784"/>
                    <a:pt x="831" y="783"/>
                  </a:cubicBezTo>
                  <a:lnTo>
                    <a:pt x="835" y="781"/>
                  </a:lnTo>
                  <a:lnTo>
                    <a:pt x="838" y="773"/>
                  </a:lnTo>
                  <a:lnTo>
                    <a:pt x="845" y="756"/>
                  </a:lnTo>
                  <a:lnTo>
                    <a:pt x="843" y="752"/>
                  </a:lnTo>
                  <a:lnTo>
                    <a:pt x="836" y="744"/>
                  </a:lnTo>
                  <a:cubicBezTo>
                    <a:pt x="835" y="742"/>
                    <a:pt x="835" y="739"/>
                    <a:pt x="836" y="737"/>
                  </a:cubicBezTo>
                  <a:lnTo>
                    <a:pt x="837" y="734"/>
                  </a:lnTo>
                  <a:cubicBezTo>
                    <a:pt x="837" y="733"/>
                    <a:pt x="838" y="732"/>
                    <a:pt x="839" y="731"/>
                  </a:cubicBezTo>
                  <a:lnTo>
                    <a:pt x="842" y="729"/>
                  </a:lnTo>
                  <a:cubicBezTo>
                    <a:pt x="843" y="728"/>
                    <a:pt x="844" y="727"/>
                    <a:pt x="845" y="727"/>
                  </a:cubicBezTo>
                  <a:lnTo>
                    <a:pt x="853" y="725"/>
                  </a:lnTo>
                  <a:lnTo>
                    <a:pt x="860" y="724"/>
                  </a:lnTo>
                  <a:lnTo>
                    <a:pt x="865" y="725"/>
                  </a:lnTo>
                  <a:cubicBezTo>
                    <a:pt x="866" y="725"/>
                    <a:pt x="866" y="725"/>
                    <a:pt x="867" y="725"/>
                  </a:cubicBezTo>
                  <a:lnTo>
                    <a:pt x="874" y="729"/>
                  </a:lnTo>
                  <a:lnTo>
                    <a:pt x="881" y="735"/>
                  </a:lnTo>
                  <a:lnTo>
                    <a:pt x="891" y="740"/>
                  </a:lnTo>
                  <a:lnTo>
                    <a:pt x="903" y="742"/>
                  </a:lnTo>
                  <a:lnTo>
                    <a:pt x="904" y="741"/>
                  </a:lnTo>
                  <a:lnTo>
                    <a:pt x="905" y="740"/>
                  </a:lnTo>
                  <a:lnTo>
                    <a:pt x="910" y="727"/>
                  </a:lnTo>
                  <a:lnTo>
                    <a:pt x="918" y="689"/>
                  </a:lnTo>
                  <a:lnTo>
                    <a:pt x="915" y="687"/>
                  </a:lnTo>
                  <a:cubicBezTo>
                    <a:pt x="914" y="686"/>
                    <a:pt x="913" y="685"/>
                    <a:pt x="912" y="684"/>
                  </a:cubicBezTo>
                  <a:lnTo>
                    <a:pt x="911" y="681"/>
                  </a:lnTo>
                  <a:cubicBezTo>
                    <a:pt x="910" y="681"/>
                    <a:pt x="910" y="680"/>
                    <a:pt x="910" y="679"/>
                  </a:cubicBezTo>
                  <a:lnTo>
                    <a:pt x="908" y="672"/>
                  </a:lnTo>
                  <a:lnTo>
                    <a:pt x="908" y="661"/>
                  </a:lnTo>
                  <a:lnTo>
                    <a:pt x="908" y="647"/>
                  </a:lnTo>
                  <a:lnTo>
                    <a:pt x="908" y="641"/>
                  </a:lnTo>
                  <a:lnTo>
                    <a:pt x="906" y="636"/>
                  </a:lnTo>
                  <a:lnTo>
                    <a:pt x="898" y="628"/>
                  </a:lnTo>
                  <a:cubicBezTo>
                    <a:pt x="898" y="627"/>
                    <a:pt x="897" y="627"/>
                    <a:pt x="897" y="626"/>
                  </a:cubicBezTo>
                  <a:lnTo>
                    <a:pt x="895" y="621"/>
                  </a:lnTo>
                  <a:cubicBezTo>
                    <a:pt x="894" y="620"/>
                    <a:pt x="894" y="619"/>
                    <a:pt x="894" y="619"/>
                  </a:cubicBezTo>
                  <a:lnTo>
                    <a:pt x="893" y="613"/>
                  </a:lnTo>
                  <a:cubicBezTo>
                    <a:pt x="893" y="612"/>
                    <a:pt x="893" y="611"/>
                    <a:pt x="893" y="609"/>
                  </a:cubicBezTo>
                  <a:lnTo>
                    <a:pt x="898" y="586"/>
                  </a:lnTo>
                  <a:cubicBezTo>
                    <a:pt x="898" y="585"/>
                    <a:pt x="899" y="584"/>
                    <a:pt x="899" y="583"/>
                  </a:cubicBezTo>
                  <a:lnTo>
                    <a:pt x="902" y="579"/>
                  </a:lnTo>
                  <a:cubicBezTo>
                    <a:pt x="903" y="578"/>
                    <a:pt x="903" y="577"/>
                    <a:pt x="904" y="577"/>
                  </a:cubicBezTo>
                  <a:lnTo>
                    <a:pt x="908" y="574"/>
                  </a:lnTo>
                  <a:lnTo>
                    <a:pt x="920" y="569"/>
                  </a:lnTo>
                  <a:lnTo>
                    <a:pt x="921" y="564"/>
                  </a:lnTo>
                  <a:lnTo>
                    <a:pt x="923" y="545"/>
                  </a:lnTo>
                  <a:lnTo>
                    <a:pt x="922" y="533"/>
                  </a:lnTo>
                  <a:lnTo>
                    <a:pt x="919" y="524"/>
                  </a:lnTo>
                  <a:lnTo>
                    <a:pt x="898" y="499"/>
                  </a:lnTo>
                  <a:lnTo>
                    <a:pt x="887" y="496"/>
                  </a:lnTo>
                  <a:cubicBezTo>
                    <a:pt x="886" y="496"/>
                    <a:pt x="885" y="495"/>
                    <a:pt x="884" y="494"/>
                  </a:cubicBezTo>
                  <a:lnTo>
                    <a:pt x="881" y="491"/>
                  </a:lnTo>
                  <a:cubicBezTo>
                    <a:pt x="881" y="490"/>
                    <a:pt x="880" y="489"/>
                    <a:pt x="880" y="488"/>
                  </a:cubicBezTo>
                  <a:lnTo>
                    <a:pt x="878" y="484"/>
                  </a:lnTo>
                  <a:lnTo>
                    <a:pt x="874" y="470"/>
                  </a:lnTo>
                  <a:lnTo>
                    <a:pt x="872" y="466"/>
                  </a:lnTo>
                  <a:lnTo>
                    <a:pt x="862" y="453"/>
                  </a:lnTo>
                  <a:cubicBezTo>
                    <a:pt x="862" y="452"/>
                    <a:pt x="861" y="451"/>
                    <a:pt x="861" y="450"/>
                  </a:cubicBezTo>
                  <a:lnTo>
                    <a:pt x="860" y="445"/>
                  </a:lnTo>
                  <a:cubicBezTo>
                    <a:pt x="859" y="443"/>
                    <a:pt x="859" y="442"/>
                    <a:pt x="859" y="441"/>
                  </a:cubicBezTo>
                  <a:lnTo>
                    <a:pt x="861" y="436"/>
                  </a:lnTo>
                  <a:cubicBezTo>
                    <a:pt x="861" y="434"/>
                    <a:pt x="862" y="433"/>
                    <a:pt x="862" y="432"/>
                  </a:cubicBezTo>
                  <a:lnTo>
                    <a:pt x="868" y="426"/>
                  </a:lnTo>
                  <a:cubicBezTo>
                    <a:pt x="868" y="425"/>
                    <a:pt x="869" y="425"/>
                    <a:pt x="870" y="424"/>
                  </a:cubicBezTo>
                  <a:lnTo>
                    <a:pt x="880" y="418"/>
                  </a:lnTo>
                  <a:lnTo>
                    <a:pt x="884" y="414"/>
                  </a:lnTo>
                  <a:lnTo>
                    <a:pt x="889" y="408"/>
                  </a:lnTo>
                  <a:cubicBezTo>
                    <a:pt x="889" y="407"/>
                    <a:pt x="890" y="407"/>
                    <a:pt x="890" y="406"/>
                  </a:cubicBezTo>
                  <a:lnTo>
                    <a:pt x="895" y="403"/>
                  </a:lnTo>
                  <a:cubicBezTo>
                    <a:pt x="896" y="402"/>
                    <a:pt x="897" y="402"/>
                    <a:pt x="897" y="402"/>
                  </a:cubicBezTo>
                  <a:lnTo>
                    <a:pt x="902" y="400"/>
                  </a:lnTo>
                  <a:cubicBezTo>
                    <a:pt x="903" y="400"/>
                    <a:pt x="905" y="399"/>
                    <a:pt x="906" y="400"/>
                  </a:cubicBezTo>
                  <a:lnTo>
                    <a:pt x="914" y="401"/>
                  </a:lnTo>
                  <a:lnTo>
                    <a:pt x="915" y="401"/>
                  </a:lnTo>
                  <a:lnTo>
                    <a:pt x="925" y="387"/>
                  </a:lnTo>
                  <a:lnTo>
                    <a:pt x="933" y="379"/>
                  </a:lnTo>
                  <a:lnTo>
                    <a:pt x="935" y="374"/>
                  </a:lnTo>
                  <a:lnTo>
                    <a:pt x="941" y="356"/>
                  </a:lnTo>
                  <a:lnTo>
                    <a:pt x="945" y="350"/>
                  </a:lnTo>
                  <a:lnTo>
                    <a:pt x="949" y="344"/>
                  </a:lnTo>
                  <a:lnTo>
                    <a:pt x="957" y="334"/>
                  </a:lnTo>
                  <a:lnTo>
                    <a:pt x="956" y="326"/>
                  </a:lnTo>
                  <a:lnTo>
                    <a:pt x="957" y="318"/>
                  </a:lnTo>
                  <a:lnTo>
                    <a:pt x="957" y="316"/>
                  </a:lnTo>
                  <a:cubicBezTo>
                    <a:pt x="957" y="315"/>
                    <a:pt x="957" y="314"/>
                    <a:pt x="957" y="314"/>
                  </a:cubicBezTo>
                  <a:lnTo>
                    <a:pt x="959" y="307"/>
                  </a:lnTo>
                  <a:lnTo>
                    <a:pt x="959" y="303"/>
                  </a:lnTo>
                  <a:lnTo>
                    <a:pt x="957" y="298"/>
                  </a:lnTo>
                  <a:lnTo>
                    <a:pt x="953" y="289"/>
                  </a:lnTo>
                  <a:lnTo>
                    <a:pt x="942" y="268"/>
                  </a:lnTo>
                  <a:cubicBezTo>
                    <a:pt x="942" y="268"/>
                    <a:pt x="942" y="267"/>
                    <a:pt x="942" y="266"/>
                  </a:cubicBezTo>
                  <a:lnTo>
                    <a:pt x="940" y="251"/>
                  </a:lnTo>
                  <a:lnTo>
                    <a:pt x="943" y="219"/>
                  </a:lnTo>
                  <a:lnTo>
                    <a:pt x="940" y="209"/>
                  </a:lnTo>
                  <a:lnTo>
                    <a:pt x="930" y="194"/>
                  </a:lnTo>
                  <a:lnTo>
                    <a:pt x="924" y="179"/>
                  </a:lnTo>
                  <a:lnTo>
                    <a:pt x="921" y="162"/>
                  </a:lnTo>
                  <a:lnTo>
                    <a:pt x="918" y="157"/>
                  </a:lnTo>
                  <a:lnTo>
                    <a:pt x="895" y="122"/>
                  </a:lnTo>
                  <a:lnTo>
                    <a:pt x="893" y="121"/>
                  </a:lnTo>
                  <a:lnTo>
                    <a:pt x="889" y="125"/>
                  </a:lnTo>
                  <a:cubicBezTo>
                    <a:pt x="887" y="127"/>
                    <a:pt x="884" y="128"/>
                    <a:pt x="881" y="127"/>
                  </a:cubicBezTo>
                  <a:lnTo>
                    <a:pt x="878" y="126"/>
                  </a:lnTo>
                  <a:cubicBezTo>
                    <a:pt x="876" y="125"/>
                    <a:pt x="874" y="124"/>
                    <a:pt x="873" y="122"/>
                  </a:cubicBezTo>
                  <a:lnTo>
                    <a:pt x="868" y="111"/>
                  </a:lnTo>
                  <a:lnTo>
                    <a:pt x="865" y="102"/>
                  </a:lnTo>
                  <a:lnTo>
                    <a:pt x="863" y="100"/>
                  </a:lnTo>
                  <a:lnTo>
                    <a:pt x="851" y="98"/>
                  </a:lnTo>
                  <a:lnTo>
                    <a:pt x="840" y="95"/>
                  </a:lnTo>
                  <a:cubicBezTo>
                    <a:pt x="840" y="94"/>
                    <a:pt x="839" y="94"/>
                    <a:pt x="838" y="94"/>
                  </a:cubicBezTo>
                  <a:lnTo>
                    <a:pt x="834" y="91"/>
                  </a:lnTo>
                  <a:cubicBezTo>
                    <a:pt x="833" y="90"/>
                    <a:pt x="833" y="90"/>
                    <a:pt x="832" y="89"/>
                  </a:cubicBezTo>
                  <a:lnTo>
                    <a:pt x="828" y="85"/>
                  </a:lnTo>
                  <a:cubicBezTo>
                    <a:pt x="827" y="84"/>
                    <a:pt x="827" y="83"/>
                    <a:pt x="826" y="82"/>
                  </a:cubicBezTo>
                  <a:lnTo>
                    <a:pt x="823" y="69"/>
                  </a:lnTo>
                  <a:lnTo>
                    <a:pt x="821" y="61"/>
                  </a:lnTo>
                  <a:lnTo>
                    <a:pt x="820" y="57"/>
                  </a:lnTo>
                  <a:lnTo>
                    <a:pt x="807" y="44"/>
                  </a:lnTo>
                  <a:lnTo>
                    <a:pt x="792" y="22"/>
                  </a:lnTo>
                  <a:lnTo>
                    <a:pt x="748" y="19"/>
                  </a:lnTo>
                  <a:lnTo>
                    <a:pt x="723" y="25"/>
                  </a:lnTo>
                  <a:cubicBezTo>
                    <a:pt x="721" y="25"/>
                    <a:pt x="719" y="25"/>
                    <a:pt x="718" y="24"/>
                  </a:cubicBezTo>
                  <a:lnTo>
                    <a:pt x="702" y="18"/>
                  </a:lnTo>
                  <a:lnTo>
                    <a:pt x="676" y="18"/>
                  </a:lnTo>
                  <a:lnTo>
                    <a:pt x="670" y="17"/>
                  </a:lnTo>
                  <a:cubicBezTo>
                    <a:pt x="669" y="17"/>
                    <a:pt x="668" y="16"/>
                    <a:pt x="668" y="16"/>
                  </a:cubicBezTo>
                  <a:lnTo>
                    <a:pt x="658" y="11"/>
                  </a:lnTo>
                  <a:lnTo>
                    <a:pt x="653" y="10"/>
                  </a:lnTo>
                  <a:lnTo>
                    <a:pt x="611" y="9"/>
                  </a:lnTo>
                  <a:lnTo>
                    <a:pt x="605" y="10"/>
                  </a:lnTo>
                  <a:lnTo>
                    <a:pt x="595" y="17"/>
                  </a:lnTo>
                  <a:lnTo>
                    <a:pt x="589" y="21"/>
                  </a:lnTo>
                  <a:cubicBezTo>
                    <a:pt x="588" y="21"/>
                    <a:pt x="586" y="22"/>
                    <a:pt x="585" y="21"/>
                  </a:cubicBezTo>
                  <a:lnTo>
                    <a:pt x="578" y="21"/>
                  </a:lnTo>
                  <a:cubicBezTo>
                    <a:pt x="577" y="20"/>
                    <a:pt x="576" y="20"/>
                    <a:pt x="574" y="19"/>
                  </a:cubicBezTo>
                  <a:lnTo>
                    <a:pt x="570" y="15"/>
                  </a:lnTo>
                  <a:cubicBezTo>
                    <a:pt x="569" y="15"/>
                    <a:pt x="569" y="14"/>
                    <a:pt x="568" y="14"/>
                  </a:cubicBezTo>
                  <a:lnTo>
                    <a:pt x="556" y="0"/>
                  </a:lnTo>
                  <a:lnTo>
                    <a:pt x="556" y="0"/>
                  </a:lnTo>
                  <a:lnTo>
                    <a:pt x="554" y="1"/>
                  </a:lnTo>
                  <a:lnTo>
                    <a:pt x="554" y="5"/>
                  </a:lnTo>
                  <a:lnTo>
                    <a:pt x="555" y="12"/>
                  </a:lnTo>
                  <a:lnTo>
                    <a:pt x="554" y="18"/>
                  </a:lnTo>
                  <a:lnTo>
                    <a:pt x="553" y="24"/>
                  </a:lnTo>
                  <a:lnTo>
                    <a:pt x="550" y="30"/>
                  </a:lnTo>
                  <a:cubicBezTo>
                    <a:pt x="550" y="31"/>
                    <a:pt x="549" y="32"/>
                    <a:pt x="548" y="32"/>
                  </a:cubicBezTo>
                  <a:lnTo>
                    <a:pt x="544" y="36"/>
                  </a:lnTo>
                  <a:cubicBezTo>
                    <a:pt x="543" y="36"/>
                    <a:pt x="542" y="37"/>
                    <a:pt x="541" y="37"/>
                  </a:cubicBezTo>
                  <a:lnTo>
                    <a:pt x="535" y="39"/>
                  </a:lnTo>
                  <a:cubicBezTo>
                    <a:pt x="534" y="39"/>
                    <a:pt x="532" y="39"/>
                    <a:pt x="531" y="39"/>
                  </a:cubicBezTo>
                  <a:lnTo>
                    <a:pt x="512" y="35"/>
                  </a:lnTo>
                  <a:lnTo>
                    <a:pt x="510" y="35"/>
                  </a:lnTo>
                  <a:lnTo>
                    <a:pt x="505" y="38"/>
                  </a:lnTo>
                  <a:lnTo>
                    <a:pt x="502" y="42"/>
                  </a:lnTo>
                  <a:lnTo>
                    <a:pt x="496" y="47"/>
                  </a:lnTo>
                  <a:cubicBezTo>
                    <a:pt x="495" y="48"/>
                    <a:pt x="494" y="48"/>
                    <a:pt x="493" y="48"/>
                  </a:cubicBezTo>
                  <a:lnTo>
                    <a:pt x="487" y="50"/>
                  </a:lnTo>
                  <a:cubicBezTo>
                    <a:pt x="485" y="50"/>
                    <a:pt x="484" y="50"/>
                    <a:pt x="483" y="50"/>
                  </a:cubicBezTo>
                  <a:lnTo>
                    <a:pt x="475" y="48"/>
                  </a:lnTo>
                  <a:cubicBezTo>
                    <a:pt x="474" y="48"/>
                    <a:pt x="472" y="47"/>
                    <a:pt x="471" y="46"/>
                  </a:cubicBezTo>
                  <a:lnTo>
                    <a:pt x="467" y="42"/>
                  </a:lnTo>
                  <a:cubicBezTo>
                    <a:pt x="466" y="41"/>
                    <a:pt x="465" y="39"/>
                    <a:pt x="465" y="38"/>
                  </a:cubicBezTo>
                  <a:lnTo>
                    <a:pt x="463" y="33"/>
                  </a:lnTo>
                  <a:cubicBezTo>
                    <a:pt x="463" y="32"/>
                    <a:pt x="463" y="31"/>
                    <a:pt x="463" y="30"/>
                  </a:cubicBezTo>
                  <a:lnTo>
                    <a:pt x="463" y="29"/>
                  </a:lnTo>
                  <a:lnTo>
                    <a:pt x="453" y="31"/>
                  </a:lnTo>
                  <a:cubicBezTo>
                    <a:pt x="452" y="31"/>
                    <a:pt x="451" y="31"/>
                    <a:pt x="450" y="31"/>
                  </a:cubicBezTo>
                  <a:lnTo>
                    <a:pt x="443" y="30"/>
                  </a:lnTo>
                  <a:cubicBezTo>
                    <a:pt x="443" y="30"/>
                    <a:pt x="442" y="30"/>
                    <a:pt x="441" y="29"/>
                  </a:cubicBezTo>
                  <a:lnTo>
                    <a:pt x="434" y="26"/>
                  </a:lnTo>
                  <a:lnTo>
                    <a:pt x="431" y="27"/>
                  </a:lnTo>
                  <a:lnTo>
                    <a:pt x="399" y="59"/>
                  </a:lnTo>
                  <a:lnTo>
                    <a:pt x="382" y="70"/>
                  </a:lnTo>
                  <a:cubicBezTo>
                    <a:pt x="381" y="71"/>
                    <a:pt x="380" y="72"/>
                    <a:pt x="378" y="72"/>
                  </a:cubicBezTo>
                  <a:lnTo>
                    <a:pt x="378" y="72"/>
                  </a:lnTo>
                  <a:cubicBezTo>
                    <a:pt x="376" y="72"/>
                    <a:pt x="375" y="71"/>
                    <a:pt x="374" y="70"/>
                  </a:cubicBezTo>
                  <a:lnTo>
                    <a:pt x="351" y="55"/>
                  </a:lnTo>
                  <a:cubicBezTo>
                    <a:pt x="350" y="54"/>
                    <a:pt x="350" y="53"/>
                    <a:pt x="349" y="53"/>
                  </a:cubicBezTo>
                  <a:lnTo>
                    <a:pt x="340" y="39"/>
                  </a:lnTo>
                  <a:lnTo>
                    <a:pt x="337" y="40"/>
                  </a:lnTo>
                  <a:lnTo>
                    <a:pt x="335" y="46"/>
                  </a:lnTo>
                  <a:cubicBezTo>
                    <a:pt x="334" y="47"/>
                    <a:pt x="334" y="48"/>
                    <a:pt x="333" y="48"/>
                  </a:cubicBezTo>
                  <a:lnTo>
                    <a:pt x="329" y="52"/>
                  </a:lnTo>
                  <a:cubicBezTo>
                    <a:pt x="328" y="53"/>
                    <a:pt x="327" y="54"/>
                    <a:pt x="326" y="54"/>
                  </a:cubicBezTo>
                  <a:lnTo>
                    <a:pt x="319" y="56"/>
                  </a:lnTo>
                  <a:lnTo>
                    <a:pt x="296" y="59"/>
                  </a:lnTo>
                  <a:lnTo>
                    <a:pt x="288" y="60"/>
                  </a:lnTo>
                  <a:lnTo>
                    <a:pt x="281" y="59"/>
                  </a:lnTo>
                  <a:cubicBezTo>
                    <a:pt x="279" y="58"/>
                    <a:pt x="278" y="58"/>
                    <a:pt x="277" y="57"/>
                  </a:cubicBezTo>
                  <a:lnTo>
                    <a:pt x="272" y="53"/>
                  </a:lnTo>
                  <a:lnTo>
                    <a:pt x="267" y="52"/>
                  </a:lnTo>
                  <a:cubicBezTo>
                    <a:pt x="266" y="52"/>
                    <a:pt x="264" y="52"/>
                    <a:pt x="263" y="51"/>
                  </a:cubicBezTo>
                  <a:lnTo>
                    <a:pt x="257" y="46"/>
                  </a:lnTo>
                  <a:lnTo>
                    <a:pt x="257" y="46"/>
                  </a:lnTo>
                  <a:lnTo>
                    <a:pt x="236" y="60"/>
                  </a:lnTo>
                  <a:cubicBezTo>
                    <a:pt x="236" y="60"/>
                    <a:pt x="235" y="60"/>
                    <a:pt x="234" y="60"/>
                  </a:cubicBezTo>
                  <a:lnTo>
                    <a:pt x="227" y="63"/>
                  </a:lnTo>
                  <a:cubicBezTo>
                    <a:pt x="227" y="63"/>
                    <a:pt x="226" y="63"/>
                    <a:pt x="225" y="63"/>
                  </a:cubicBezTo>
                  <a:lnTo>
                    <a:pt x="219" y="63"/>
                  </a:lnTo>
                  <a:cubicBezTo>
                    <a:pt x="219" y="63"/>
                    <a:pt x="218" y="63"/>
                    <a:pt x="217" y="63"/>
                  </a:cubicBezTo>
                  <a:lnTo>
                    <a:pt x="214" y="62"/>
                  </a:lnTo>
                  <a:lnTo>
                    <a:pt x="208" y="63"/>
                  </a:lnTo>
                  <a:lnTo>
                    <a:pt x="205" y="64"/>
                  </a:lnTo>
                  <a:lnTo>
                    <a:pt x="200" y="68"/>
                  </a:lnTo>
                  <a:lnTo>
                    <a:pt x="197" y="72"/>
                  </a:lnTo>
                  <a:lnTo>
                    <a:pt x="187" y="88"/>
                  </a:lnTo>
                  <a:lnTo>
                    <a:pt x="178" y="99"/>
                  </a:lnTo>
                  <a:lnTo>
                    <a:pt x="177" y="106"/>
                  </a:lnTo>
                  <a:cubicBezTo>
                    <a:pt x="177" y="107"/>
                    <a:pt x="176" y="107"/>
                    <a:pt x="176" y="108"/>
                  </a:cubicBezTo>
                  <a:lnTo>
                    <a:pt x="175" y="111"/>
                  </a:lnTo>
                  <a:cubicBezTo>
                    <a:pt x="175" y="112"/>
                    <a:pt x="174" y="113"/>
                    <a:pt x="174" y="113"/>
                  </a:cubicBezTo>
                  <a:lnTo>
                    <a:pt x="172" y="117"/>
                  </a:lnTo>
                  <a:cubicBezTo>
                    <a:pt x="171" y="118"/>
                    <a:pt x="170" y="118"/>
                    <a:pt x="169" y="119"/>
                  </a:cubicBezTo>
                  <a:lnTo>
                    <a:pt x="164" y="122"/>
                  </a:lnTo>
                  <a:cubicBezTo>
                    <a:pt x="163" y="123"/>
                    <a:pt x="162" y="123"/>
                    <a:pt x="161" y="123"/>
                  </a:cubicBezTo>
                  <a:lnTo>
                    <a:pt x="156" y="124"/>
                  </a:lnTo>
                  <a:lnTo>
                    <a:pt x="127" y="123"/>
                  </a:lnTo>
                  <a:lnTo>
                    <a:pt x="126" y="124"/>
                  </a:lnTo>
                  <a:lnTo>
                    <a:pt x="121" y="126"/>
                  </a:lnTo>
                  <a:lnTo>
                    <a:pt x="111" y="135"/>
                  </a:lnTo>
                  <a:lnTo>
                    <a:pt x="99" y="149"/>
                  </a:lnTo>
                  <a:lnTo>
                    <a:pt x="93" y="153"/>
                  </a:lnTo>
                  <a:lnTo>
                    <a:pt x="86" y="156"/>
                  </a:lnTo>
                  <a:lnTo>
                    <a:pt x="76" y="159"/>
                  </a:lnTo>
                  <a:lnTo>
                    <a:pt x="78" y="167"/>
                  </a:lnTo>
                  <a:lnTo>
                    <a:pt x="88" y="184"/>
                  </a:lnTo>
                  <a:cubicBezTo>
                    <a:pt x="88" y="184"/>
                    <a:pt x="89" y="185"/>
                    <a:pt x="89" y="186"/>
                  </a:cubicBezTo>
                  <a:lnTo>
                    <a:pt x="94" y="214"/>
                  </a:lnTo>
                  <a:cubicBezTo>
                    <a:pt x="94" y="215"/>
                    <a:pt x="94" y="216"/>
                    <a:pt x="93" y="218"/>
                  </a:cubicBezTo>
                  <a:lnTo>
                    <a:pt x="92" y="222"/>
                  </a:lnTo>
                  <a:cubicBezTo>
                    <a:pt x="91" y="223"/>
                    <a:pt x="91" y="223"/>
                    <a:pt x="90" y="224"/>
                  </a:cubicBezTo>
                  <a:lnTo>
                    <a:pt x="88" y="227"/>
                  </a:lnTo>
                  <a:cubicBezTo>
                    <a:pt x="86" y="229"/>
                    <a:pt x="84" y="230"/>
                    <a:pt x="81" y="230"/>
                  </a:cubicBezTo>
                  <a:lnTo>
                    <a:pt x="83" y="243"/>
                  </a:lnTo>
                  <a:lnTo>
                    <a:pt x="84" y="249"/>
                  </a:lnTo>
                  <a:lnTo>
                    <a:pt x="83" y="259"/>
                  </a:lnTo>
                  <a:lnTo>
                    <a:pt x="83" y="266"/>
                  </a:lnTo>
                  <a:lnTo>
                    <a:pt x="86" y="274"/>
                  </a:lnTo>
                  <a:lnTo>
                    <a:pt x="102" y="295"/>
                  </a:lnTo>
                  <a:lnTo>
                    <a:pt x="107" y="292"/>
                  </a:lnTo>
                  <a:cubicBezTo>
                    <a:pt x="108" y="291"/>
                    <a:pt x="110" y="291"/>
                    <a:pt x="111" y="291"/>
                  </a:cubicBezTo>
                  <a:lnTo>
                    <a:pt x="115" y="292"/>
                  </a:lnTo>
                  <a:cubicBezTo>
                    <a:pt x="117" y="292"/>
                    <a:pt x="119" y="293"/>
                    <a:pt x="120" y="294"/>
                  </a:cubicBezTo>
                  <a:lnTo>
                    <a:pt x="123" y="297"/>
                  </a:lnTo>
                  <a:lnTo>
                    <a:pt x="127" y="303"/>
                  </a:lnTo>
                  <a:lnTo>
                    <a:pt x="141" y="330"/>
                  </a:lnTo>
                  <a:cubicBezTo>
                    <a:pt x="142" y="332"/>
                    <a:pt x="142" y="333"/>
                    <a:pt x="142" y="334"/>
                  </a:cubicBezTo>
                  <a:lnTo>
                    <a:pt x="142" y="340"/>
                  </a:lnTo>
                  <a:cubicBezTo>
                    <a:pt x="142" y="341"/>
                    <a:pt x="141" y="342"/>
                    <a:pt x="141" y="343"/>
                  </a:cubicBezTo>
                  <a:lnTo>
                    <a:pt x="138" y="349"/>
                  </a:lnTo>
                  <a:cubicBezTo>
                    <a:pt x="138" y="350"/>
                    <a:pt x="137" y="351"/>
                    <a:pt x="136" y="351"/>
                  </a:cubicBezTo>
                  <a:lnTo>
                    <a:pt x="122" y="365"/>
                  </a:lnTo>
                  <a:lnTo>
                    <a:pt x="108" y="372"/>
                  </a:lnTo>
                  <a:lnTo>
                    <a:pt x="96" y="375"/>
                  </a:lnTo>
                  <a:lnTo>
                    <a:pt x="86" y="375"/>
                  </a:lnTo>
                  <a:lnTo>
                    <a:pt x="84" y="376"/>
                  </a:lnTo>
                  <a:lnTo>
                    <a:pt x="83" y="379"/>
                  </a:lnTo>
                  <a:lnTo>
                    <a:pt x="83" y="389"/>
                  </a:lnTo>
                  <a:lnTo>
                    <a:pt x="83" y="394"/>
                  </a:lnTo>
                  <a:lnTo>
                    <a:pt x="79" y="412"/>
                  </a:lnTo>
                  <a:lnTo>
                    <a:pt x="77" y="441"/>
                  </a:lnTo>
                  <a:lnTo>
                    <a:pt x="72" y="459"/>
                  </a:lnTo>
                  <a:lnTo>
                    <a:pt x="69" y="464"/>
                  </a:lnTo>
                  <a:lnTo>
                    <a:pt x="65" y="469"/>
                  </a:lnTo>
                  <a:cubicBezTo>
                    <a:pt x="63" y="470"/>
                    <a:pt x="61" y="471"/>
                    <a:pt x="59" y="471"/>
                  </a:cubicBezTo>
                  <a:lnTo>
                    <a:pt x="49" y="471"/>
                  </a:lnTo>
                  <a:cubicBezTo>
                    <a:pt x="47" y="471"/>
                    <a:pt x="47" y="471"/>
                    <a:pt x="46" y="471"/>
                  </a:cubicBezTo>
                  <a:lnTo>
                    <a:pt x="41" y="469"/>
                  </a:lnTo>
                  <a:lnTo>
                    <a:pt x="34" y="465"/>
                  </a:lnTo>
                  <a:lnTo>
                    <a:pt x="27" y="480"/>
                  </a:lnTo>
                  <a:lnTo>
                    <a:pt x="20" y="487"/>
                  </a:lnTo>
                  <a:lnTo>
                    <a:pt x="8" y="498"/>
                  </a:lnTo>
                  <a:lnTo>
                    <a:pt x="0" y="519"/>
                  </a:lnTo>
                  <a:lnTo>
                    <a:pt x="3" y="522"/>
                  </a:lnTo>
                  <a:lnTo>
                    <a:pt x="14" y="524"/>
                  </a:lnTo>
                  <a:lnTo>
                    <a:pt x="28" y="523"/>
                  </a:lnTo>
                  <a:lnTo>
                    <a:pt x="35" y="524"/>
                  </a:lnTo>
                  <a:cubicBezTo>
                    <a:pt x="36" y="524"/>
                    <a:pt x="37" y="524"/>
                    <a:pt x="38" y="525"/>
                  </a:cubicBezTo>
                  <a:lnTo>
                    <a:pt x="43" y="527"/>
                  </a:lnTo>
                  <a:cubicBezTo>
                    <a:pt x="44" y="528"/>
                    <a:pt x="45" y="528"/>
                    <a:pt x="45" y="529"/>
                  </a:cubicBezTo>
                  <a:lnTo>
                    <a:pt x="52" y="537"/>
                  </a:lnTo>
                  <a:lnTo>
                    <a:pt x="64" y="551"/>
                  </a:lnTo>
                  <a:cubicBezTo>
                    <a:pt x="64" y="552"/>
                    <a:pt x="65" y="553"/>
                    <a:pt x="65" y="554"/>
                  </a:cubicBezTo>
                  <a:lnTo>
                    <a:pt x="66" y="560"/>
                  </a:lnTo>
                  <a:cubicBezTo>
                    <a:pt x="66" y="560"/>
                    <a:pt x="67" y="561"/>
                    <a:pt x="67" y="562"/>
                  </a:cubicBezTo>
                  <a:lnTo>
                    <a:pt x="66" y="567"/>
                  </a:lnTo>
                  <a:lnTo>
                    <a:pt x="61" y="587"/>
                  </a:lnTo>
                  <a:lnTo>
                    <a:pt x="62" y="588"/>
                  </a:lnTo>
                  <a:lnTo>
                    <a:pt x="68" y="591"/>
                  </a:lnTo>
                  <a:lnTo>
                    <a:pt x="82" y="595"/>
                  </a:lnTo>
                  <a:lnTo>
                    <a:pt x="90" y="593"/>
                  </a:lnTo>
                  <a:lnTo>
                    <a:pt x="94" y="586"/>
                  </a:lnTo>
                  <a:lnTo>
                    <a:pt x="98" y="581"/>
                  </a:lnTo>
                  <a:cubicBezTo>
                    <a:pt x="99" y="580"/>
                    <a:pt x="101" y="579"/>
                    <a:pt x="102" y="579"/>
                  </a:cubicBezTo>
                  <a:lnTo>
                    <a:pt x="106" y="578"/>
                  </a:lnTo>
                  <a:cubicBezTo>
                    <a:pt x="109" y="578"/>
                    <a:pt x="111" y="578"/>
                    <a:pt x="113" y="580"/>
                  </a:cubicBezTo>
                  <a:lnTo>
                    <a:pt x="120" y="586"/>
                  </a:lnTo>
                  <a:lnTo>
                    <a:pt x="123" y="586"/>
                  </a:lnTo>
                  <a:lnTo>
                    <a:pt x="137" y="582"/>
                  </a:lnTo>
                  <a:cubicBezTo>
                    <a:pt x="138" y="582"/>
                    <a:pt x="138" y="581"/>
                    <a:pt x="139" y="581"/>
                  </a:cubicBezTo>
                  <a:lnTo>
                    <a:pt x="143" y="581"/>
                  </a:lnTo>
                  <a:lnTo>
                    <a:pt x="158" y="584"/>
                  </a:lnTo>
                  <a:lnTo>
                    <a:pt x="161" y="584"/>
                  </a:lnTo>
                  <a:lnTo>
                    <a:pt x="168" y="582"/>
                  </a:lnTo>
                  <a:lnTo>
                    <a:pt x="176" y="582"/>
                  </a:lnTo>
                  <a:cubicBezTo>
                    <a:pt x="177" y="582"/>
                    <a:pt x="178" y="582"/>
                    <a:pt x="180" y="583"/>
                  </a:cubicBezTo>
                  <a:lnTo>
                    <a:pt x="184" y="585"/>
                  </a:lnTo>
                  <a:lnTo>
                    <a:pt x="190" y="590"/>
                  </a:lnTo>
                  <a:cubicBezTo>
                    <a:pt x="191" y="591"/>
                    <a:pt x="191" y="591"/>
                    <a:pt x="192" y="592"/>
                  </a:cubicBezTo>
                  <a:lnTo>
                    <a:pt x="199" y="602"/>
                  </a:lnTo>
                  <a:lnTo>
                    <a:pt x="214" y="628"/>
                  </a:lnTo>
                  <a:lnTo>
                    <a:pt x="217" y="631"/>
                  </a:lnTo>
                  <a:lnTo>
                    <a:pt x="225" y="634"/>
                  </a:lnTo>
                  <a:lnTo>
                    <a:pt x="245" y="637"/>
                  </a:lnTo>
                  <a:cubicBezTo>
                    <a:pt x="246" y="637"/>
                    <a:pt x="247" y="638"/>
                    <a:pt x="248" y="638"/>
                  </a:cubicBezTo>
                  <a:lnTo>
                    <a:pt x="252" y="641"/>
                  </a:lnTo>
                  <a:cubicBezTo>
                    <a:pt x="252" y="641"/>
                    <a:pt x="253" y="642"/>
                    <a:pt x="254" y="642"/>
                  </a:cubicBezTo>
                  <a:lnTo>
                    <a:pt x="257" y="646"/>
                  </a:lnTo>
                  <a:cubicBezTo>
                    <a:pt x="258" y="647"/>
                    <a:pt x="258" y="649"/>
                    <a:pt x="259" y="650"/>
                  </a:cubicBezTo>
                  <a:lnTo>
                    <a:pt x="259" y="656"/>
                  </a:lnTo>
                  <a:cubicBezTo>
                    <a:pt x="259" y="658"/>
                    <a:pt x="259" y="659"/>
                    <a:pt x="258" y="661"/>
                  </a:cubicBezTo>
                  <a:lnTo>
                    <a:pt x="256" y="665"/>
                  </a:lnTo>
                  <a:cubicBezTo>
                    <a:pt x="255" y="666"/>
                    <a:pt x="255" y="667"/>
                    <a:pt x="254" y="667"/>
                  </a:cubicBezTo>
                  <a:lnTo>
                    <a:pt x="243" y="677"/>
                  </a:lnTo>
                  <a:lnTo>
                    <a:pt x="243" y="678"/>
                  </a:lnTo>
                  <a:lnTo>
                    <a:pt x="245" y="680"/>
                  </a:lnTo>
                  <a:lnTo>
                    <a:pt x="255" y="683"/>
                  </a:lnTo>
                  <a:lnTo>
                    <a:pt x="263" y="687"/>
                  </a:lnTo>
                  <a:lnTo>
                    <a:pt x="272" y="693"/>
                  </a:lnTo>
                  <a:lnTo>
                    <a:pt x="284" y="691"/>
                  </a:lnTo>
                  <a:cubicBezTo>
                    <a:pt x="286" y="690"/>
                    <a:pt x="289" y="691"/>
                    <a:pt x="290" y="692"/>
                  </a:cubicBezTo>
                  <a:lnTo>
                    <a:pt x="303" y="702"/>
                  </a:lnTo>
                  <a:lnTo>
                    <a:pt x="306" y="702"/>
                  </a:lnTo>
                  <a:cubicBezTo>
                    <a:pt x="307" y="702"/>
                    <a:pt x="308" y="702"/>
                    <a:pt x="309" y="702"/>
                  </a:cubicBezTo>
                  <a:lnTo>
                    <a:pt x="312" y="703"/>
                  </a:lnTo>
                  <a:cubicBezTo>
                    <a:pt x="313" y="703"/>
                    <a:pt x="314" y="703"/>
                    <a:pt x="315" y="704"/>
                  </a:cubicBezTo>
                  <a:lnTo>
                    <a:pt x="319" y="707"/>
                  </a:lnTo>
                  <a:cubicBezTo>
                    <a:pt x="321" y="708"/>
                    <a:pt x="322" y="709"/>
                    <a:pt x="322" y="710"/>
                  </a:cubicBezTo>
                  <a:lnTo>
                    <a:pt x="324" y="715"/>
                  </a:lnTo>
                  <a:cubicBezTo>
                    <a:pt x="325" y="717"/>
                    <a:pt x="325" y="718"/>
                    <a:pt x="324" y="720"/>
                  </a:cubicBezTo>
                  <a:lnTo>
                    <a:pt x="323" y="726"/>
                  </a:lnTo>
                  <a:lnTo>
                    <a:pt x="314" y="743"/>
                  </a:lnTo>
                  <a:lnTo>
                    <a:pt x="316" y="746"/>
                  </a:lnTo>
                  <a:lnTo>
                    <a:pt x="323" y="744"/>
                  </a:lnTo>
                  <a:cubicBezTo>
                    <a:pt x="324" y="743"/>
                    <a:pt x="325" y="743"/>
                    <a:pt x="326" y="743"/>
                  </a:cubicBezTo>
                  <a:lnTo>
                    <a:pt x="330" y="743"/>
                  </a:lnTo>
                  <a:cubicBezTo>
                    <a:pt x="332" y="743"/>
                    <a:pt x="334" y="744"/>
                    <a:pt x="335" y="745"/>
                  </a:cubicBezTo>
                  <a:lnTo>
                    <a:pt x="338" y="748"/>
                  </a:lnTo>
                  <a:cubicBezTo>
                    <a:pt x="340" y="749"/>
                    <a:pt x="341" y="750"/>
                    <a:pt x="341" y="752"/>
                  </a:cubicBezTo>
                  <a:lnTo>
                    <a:pt x="342" y="756"/>
                  </a:lnTo>
                  <a:cubicBezTo>
                    <a:pt x="343" y="758"/>
                    <a:pt x="342" y="759"/>
                    <a:pt x="342" y="760"/>
                  </a:cubicBezTo>
                  <a:lnTo>
                    <a:pt x="340" y="767"/>
                  </a:lnTo>
                  <a:cubicBezTo>
                    <a:pt x="340" y="768"/>
                    <a:pt x="340" y="769"/>
                    <a:pt x="339" y="770"/>
                  </a:cubicBezTo>
                  <a:lnTo>
                    <a:pt x="336" y="774"/>
                  </a:lnTo>
                  <a:cubicBezTo>
                    <a:pt x="335" y="775"/>
                    <a:pt x="334" y="776"/>
                    <a:pt x="334" y="776"/>
                  </a:cubicBezTo>
                  <a:lnTo>
                    <a:pt x="322" y="784"/>
                  </a:lnTo>
                  <a:lnTo>
                    <a:pt x="315" y="794"/>
                  </a:lnTo>
                  <a:cubicBezTo>
                    <a:pt x="315" y="794"/>
                    <a:pt x="314" y="795"/>
                    <a:pt x="313" y="796"/>
                  </a:cubicBezTo>
                  <a:lnTo>
                    <a:pt x="305" y="802"/>
                  </a:lnTo>
                  <a:lnTo>
                    <a:pt x="304" y="804"/>
                  </a:lnTo>
                  <a:lnTo>
                    <a:pt x="304" y="812"/>
                  </a:lnTo>
                  <a:cubicBezTo>
                    <a:pt x="304" y="812"/>
                    <a:pt x="304" y="813"/>
                    <a:pt x="304" y="814"/>
                  </a:cubicBezTo>
                  <a:lnTo>
                    <a:pt x="301" y="823"/>
                  </a:lnTo>
                  <a:lnTo>
                    <a:pt x="302" y="825"/>
                  </a:lnTo>
                  <a:lnTo>
                    <a:pt x="308" y="830"/>
                  </a:lnTo>
                  <a:lnTo>
                    <a:pt x="313" y="833"/>
                  </a:lnTo>
                  <a:cubicBezTo>
                    <a:pt x="313" y="834"/>
                    <a:pt x="314" y="834"/>
                    <a:pt x="315" y="835"/>
                  </a:cubicBezTo>
                  <a:lnTo>
                    <a:pt x="318" y="839"/>
                  </a:lnTo>
                  <a:cubicBezTo>
                    <a:pt x="320" y="841"/>
                    <a:pt x="321" y="844"/>
                    <a:pt x="320" y="846"/>
                  </a:cubicBezTo>
                  <a:lnTo>
                    <a:pt x="319" y="852"/>
                  </a:lnTo>
                  <a:cubicBezTo>
                    <a:pt x="319" y="853"/>
                    <a:pt x="318" y="854"/>
                    <a:pt x="317" y="855"/>
                  </a:cubicBezTo>
                  <a:lnTo>
                    <a:pt x="314" y="859"/>
                  </a:lnTo>
                  <a:lnTo>
                    <a:pt x="301" y="871"/>
                  </a:lnTo>
                  <a:lnTo>
                    <a:pt x="299" y="874"/>
                  </a:lnTo>
                  <a:lnTo>
                    <a:pt x="299" y="875"/>
                  </a:lnTo>
                  <a:lnTo>
                    <a:pt x="307" y="874"/>
                  </a:lnTo>
                  <a:cubicBezTo>
                    <a:pt x="307" y="874"/>
                    <a:pt x="308" y="874"/>
                    <a:pt x="309" y="874"/>
                  </a:cubicBezTo>
                  <a:lnTo>
                    <a:pt x="313" y="875"/>
                  </a:lnTo>
                  <a:cubicBezTo>
                    <a:pt x="315" y="875"/>
                    <a:pt x="316" y="876"/>
                    <a:pt x="317" y="877"/>
                  </a:cubicBezTo>
                  <a:lnTo>
                    <a:pt x="321" y="881"/>
                  </a:lnTo>
                  <a:cubicBezTo>
                    <a:pt x="322" y="882"/>
                    <a:pt x="323" y="883"/>
                    <a:pt x="323" y="885"/>
                  </a:cubicBezTo>
                  <a:lnTo>
                    <a:pt x="324" y="891"/>
                  </a:lnTo>
                  <a:cubicBezTo>
                    <a:pt x="324" y="891"/>
                    <a:pt x="325" y="892"/>
                    <a:pt x="324" y="893"/>
                  </a:cubicBezTo>
                  <a:lnTo>
                    <a:pt x="324" y="898"/>
                  </a:lnTo>
                  <a:cubicBezTo>
                    <a:pt x="324" y="899"/>
                    <a:pt x="324" y="900"/>
                    <a:pt x="323" y="901"/>
                  </a:cubicBezTo>
                  <a:lnTo>
                    <a:pt x="318" y="911"/>
                  </a:lnTo>
                  <a:lnTo>
                    <a:pt x="319" y="911"/>
                  </a:lnTo>
                  <a:lnTo>
                    <a:pt x="321" y="914"/>
                  </a:lnTo>
                  <a:lnTo>
                    <a:pt x="330" y="920"/>
                  </a:lnTo>
                  <a:lnTo>
                    <a:pt x="338" y="923"/>
                  </a:lnTo>
                  <a:lnTo>
                    <a:pt x="365" y="921"/>
                  </a:lnTo>
                  <a:cubicBezTo>
                    <a:pt x="367" y="921"/>
                    <a:pt x="368" y="921"/>
                    <a:pt x="369" y="922"/>
                  </a:cubicBezTo>
                  <a:lnTo>
                    <a:pt x="372" y="923"/>
                  </a:lnTo>
                  <a:cubicBezTo>
                    <a:pt x="374" y="924"/>
                    <a:pt x="375" y="925"/>
                    <a:pt x="376" y="926"/>
                  </a:cubicBezTo>
                  <a:lnTo>
                    <a:pt x="378" y="929"/>
                  </a:lnTo>
                  <a:cubicBezTo>
                    <a:pt x="379" y="931"/>
                    <a:pt x="380" y="932"/>
                    <a:pt x="380" y="934"/>
                  </a:cubicBezTo>
                  <a:lnTo>
                    <a:pt x="379" y="942"/>
                  </a:lnTo>
                  <a:cubicBezTo>
                    <a:pt x="380" y="943"/>
                    <a:pt x="379" y="944"/>
                    <a:pt x="379" y="945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xmlns="" id="{836985AC-DACA-4F02-8AB0-52D5F5BB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2020" y="4123261"/>
              <a:ext cx="989392" cy="1141175"/>
            </a:xfrm>
            <a:custGeom>
              <a:avLst/>
              <a:gdLst>
                <a:gd name="T0" fmla="*/ 1344 w 1554"/>
                <a:gd name="T1" fmla="*/ 935 h 1789"/>
                <a:gd name="T2" fmla="*/ 1356 w 1554"/>
                <a:gd name="T3" fmla="*/ 883 h 1789"/>
                <a:gd name="T4" fmla="*/ 1447 w 1554"/>
                <a:gd name="T5" fmla="*/ 813 h 1789"/>
                <a:gd name="T6" fmla="*/ 1521 w 1554"/>
                <a:gd name="T7" fmla="*/ 695 h 1789"/>
                <a:gd name="T8" fmla="*/ 1519 w 1554"/>
                <a:gd name="T9" fmla="*/ 603 h 1789"/>
                <a:gd name="T10" fmla="*/ 1489 w 1554"/>
                <a:gd name="T11" fmla="*/ 525 h 1789"/>
                <a:gd name="T12" fmla="*/ 1441 w 1554"/>
                <a:gd name="T13" fmla="*/ 463 h 1789"/>
                <a:gd name="T14" fmla="*/ 1367 w 1554"/>
                <a:gd name="T15" fmla="*/ 452 h 1789"/>
                <a:gd name="T16" fmla="*/ 1326 w 1554"/>
                <a:gd name="T17" fmla="*/ 443 h 1789"/>
                <a:gd name="T18" fmla="*/ 1266 w 1554"/>
                <a:gd name="T19" fmla="*/ 470 h 1789"/>
                <a:gd name="T20" fmla="*/ 1179 w 1554"/>
                <a:gd name="T21" fmla="*/ 437 h 1789"/>
                <a:gd name="T22" fmla="*/ 1155 w 1554"/>
                <a:gd name="T23" fmla="*/ 381 h 1789"/>
                <a:gd name="T24" fmla="*/ 1076 w 1554"/>
                <a:gd name="T25" fmla="*/ 198 h 1789"/>
                <a:gd name="T26" fmla="*/ 968 w 1554"/>
                <a:gd name="T27" fmla="*/ 87 h 1789"/>
                <a:gd name="T28" fmla="*/ 940 w 1554"/>
                <a:gd name="T29" fmla="*/ 72 h 1789"/>
                <a:gd name="T30" fmla="*/ 873 w 1554"/>
                <a:gd name="T31" fmla="*/ 91 h 1789"/>
                <a:gd name="T32" fmla="*/ 739 w 1554"/>
                <a:gd name="T33" fmla="*/ 50 h 1789"/>
                <a:gd name="T34" fmla="*/ 677 w 1554"/>
                <a:gd name="T35" fmla="*/ 90 h 1789"/>
                <a:gd name="T36" fmla="*/ 688 w 1554"/>
                <a:gd name="T37" fmla="*/ 300 h 1789"/>
                <a:gd name="T38" fmla="*/ 715 w 1554"/>
                <a:gd name="T39" fmla="*/ 390 h 1789"/>
                <a:gd name="T40" fmla="*/ 718 w 1554"/>
                <a:gd name="T41" fmla="*/ 471 h 1789"/>
                <a:gd name="T42" fmla="*/ 824 w 1554"/>
                <a:gd name="T43" fmla="*/ 519 h 1789"/>
                <a:gd name="T44" fmla="*/ 793 w 1554"/>
                <a:gd name="T45" fmla="*/ 600 h 1789"/>
                <a:gd name="T46" fmla="*/ 865 w 1554"/>
                <a:gd name="T47" fmla="*/ 636 h 1789"/>
                <a:gd name="T48" fmla="*/ 816 w 1554"/>
                <a:gd name="T49" fmla="*/ 729 h 1789"/>
                <a:gd name="T50" fmla="*/ 750 w 1554"/>
                <a:gd name="T51" fmla="*/ 788 h 1789"/>
                <a:gd name="T52" fmla="*/ 672 w 1554"/>
                <a:gd name="T53" fmla="*/ 802 h 1789"/>
                <a:gd name="T54" fmla="*/ 657 w 1554"/>
                <a:gd name="T55" fmla="*/ 878 h 1789"/>
                <a:gd name="T56" fmla="*/ 588 w 1554"/>
                <a:gd name="T57" fmla="*/ 902 h 1789"/>
                <a:gd name="T58" fmla="*/ 465 w 1554"/>
                <a:gd name="T59" fmla="*/ 963 h 1789"/>
                <a:gd name="T60" fmla="*/ 474 w 1554"/>
                <a:gd name="T61" fmla="*/ 1033 h 1789"/>
                <a:gd name="T62" fmla="*/ 266 w 1554"/>
                <a:gd name="T63" fmla="*/ 1065 h 1789"/>
                <a:gd name="T64" fmla="*/ 225 w 1554"/>
                <a:gd name="T65" fmla="*/ 1076 h 1789"/>
                <a:gd name="T66" fmla="*/ 86 w 1554"/>
                <a:gd name="T67" fmla="*/ 1082 h 1789"/>
                <a:gd name="T68" fmla="*/ 54 w 1554"/>
                <a:gd name="T69" fmla="*/ 1088 h 1789"/>
                <a:gd name="T70" fmla="*/ 14 w 1554"/>
                <a:gd name="T71" fmla="*/ 1128 h 1789"/>
                <a:gd name="T72" fmla="*/ 34 w 1554"/>
                <a:gd name="T73" fmla="*/ 1230 h 1789"/>
                <a:gd name="T74" fmla="*/ 130 w 1554"/>
                <a:gd name="T75" fmla="*/ 1298 h 1789"/>
                <a:gd name="T76" fmla="*/ 142 w 1554"/>
                <a:gd name="T77" fmla="*/ 1374 h 1789"/>
                <a:gd name="T78" fmla="*/ 134 w 1554"/>
                <a:gd name="T79" fmla="*/ 1441 h 1789"/>
                <a:gd name="T80" fmla="*/ 108 w 1554"/>
                <a:gd name="T81" fmla="*/ 1488 h 1789"/>
                <a:gd name="T82" fmla="*/ 192 w 1554"/>
                <a:gd name="T83" fmla="*/ 1514 h 1789"/>
                <a:gd name="T84" fmla="*/ 231 w 1554"/>
                <a:gd name="T85" fmla="*/ 1575 h 1789"/>
                <a:gd name="T86" fmla="*/ 125 w 1554"/>
                <a:gd name="T87" fmla="*/ 1629 h 1789"/>
                <a:gd name="T88" fmla="*/ 11 w 1554"/>
                <a:gd name="T89" fmla="*/ 1651 h 1789"/>
                <a:gd name="T90" fmla="*/ 108 w 1554"/>
                <a:gd name="T91" fmla="*/ 1713 h 1789"/>
                <a:gd name="T92" fmla="*/ 134 w 1554"/>
                <a:gd name="T93" fmla="*/ 1726 h 1789"/>
                <a:gd name="T94" fmla="*/ 188 w 1554"/>
                <a:gd name="T95" fmla="*/ 1751 h 1789"/>
                <a:gd name="T96" fmla="*/ 304 w 1554"/>
                <a:gd name="T97" fmla="*/ 1733 h 1789"/>
                <a:gd name="T98" fmla="*/ 405 w 1554"/>
                <a:gd name="T99" fmla="*/ 1776 h 1789"/>
                <a:gd name="T100" fmla="*/ 493 w 1554"/>
                <a:gd name="T101" fmla="*/ 1730 h 1789"/>
                <a:gd name="T102" fmla="*/ 622 w 1554"/>
                <a:gd name="T103" fmla="*/ 1696 h 1789"/>
                <a:gd name="T104" fmla="*/ 708 w 1554"/>
                <a:gd name="T105" fmla="*/ 1721 h 1789"/>
                <a:gd name="T106" fmla="*/ 661 w 1554"/>
                <a:gd name="T107" fmla="*/ 1570 h 1789"/>
                <a:gd name="T108" fmla="*/ 671 w 1554"/>
                <a:gd name="T109" fmla="*/ 1479 h 1789"/>
                <a:gd name="T110" fmla="*/ 657 w 1554"/>
                <a:gd name="T111" fmla="*/ 1416 h 1789"/>
                <a:gd name="T112" fmla="*/ 659 w 1554"/>
                <a:gd name="T113" fmla="*/ 1354 h 1789"/>
                <a:gd name="T114" fmla="*/ 683 w 1554"/>
                <a:gd name="T115" fmla="*/ 1286 h 1789"/>
                <a:gd name="T116" fmla="*/ 706 w 1554"/>
                <a:gd name="T117" fmla="*/ 1271 h 1789"/>
                <a:gd name="T118" fmla="*/ 850 w 1554"/>
                <a:gd name="T119" fmla="*/ 1132 h 1789"/>
                <a:gd name="T120" fmla="*/ 989 w 1554"/>
                <a:gd name="T121" fmla="*/ 1028 h 1789"/>
                <a:gd name="T122" fmla="*/ 1186 w 1554"/>
                <a:gd name="T123" fmla="*/ 915 h 1789"/>
                <a:gd name="T124" fmla="*/ 1235 w 1554"/>
                <a:gd name="T125" fmla="*/ 1010 h 1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54" h="1789">
                  <a:moveTo>
                    <a:pt x="1271" y="986"/>
                  </a:moveTo>
                  <a:lnTo>
                    <a:pt x="1276" y="982"/>
                  </a:lnTo>
                  <a:cubicBezTo>
                    <a:pt x="1277" y="981"/>
                    <a:pt x="1278" y="981"/>
                    <a:pt x="1280" y="980"/>
                  </a:cubicBezTo>
                  <a:lnTo>
                    <a:pt x="1291" y="978"/>
                  </a:lnTo>
                  <a:lnTo>
                    <a:pt x="1295" y="976"/>
                  </a:lnTo>
                  <a:lnTo>
                    <a:pt x="1302" y="972"/>
                  </a:lnTo>
                  <a:lnTo>
                    <a:pt x="1325" y="953"/>
                  </a:lnTo>
                  <a:lnTo>
                    <a:pt x="1334" y="951"/>
                  </a:lnTo>
                  <a:lnTo>
                    <a:pt x="1335" y="945"/>
                  </a:lnTo>
                  <a:cubicBezTo>
                    <a:pt x="1335" y="944"/>
                    <a:pt x="1335" y="943"/>
                    <a:pt x="1336" y="943"/>
                  </a:cubicBezTo>
                  <a:lnTo>
                    <a:pt x="1337" y="940"/>
                  </a:lnTo>
                  <a:cubicBezTo>
                    <a:pt x="1338" y="939"/>
                    <a:pt x="1339" y="938"/>
                    <a:pt x="1340" y="937"/>
                  </a:cubicBezTo>
                  <a:lnTo>
                    <a:pt x="1344" y="935"/>
                  </a:lnTo>
                  <a:lnTo>
                    <a:pt x="1349" y="934"/>
                  </a:lnTo>
                  <a:lnTo>
                    <a:pt x="1358" y="933"/>
                  </a:lnTo>
                  <a:lnTo>
                    <a:pt x="1360" y="928"/>
                  </a:lnTo>
                  <a:lnTo>
                    <a:pt x="1355" y="927"/>
                  </a:lnTo>
                  <a:lnTo>
                    <a:pt x="1352" y="926"/>
                  </a:lnTo>
                  <a:cubicBezTo>
                    <a:pt x="1351" y="925"/>
                    <a:pt x="1350" y="925"/>
                    <a:pt x="1350" y="924"/>
                  </a:cubicBezTo>
                  <a:lnTo>
                    <a:pt x="1348" y="923"/>
                  </a:lnTo>
                  <a:cubicBezTo>
                    <a:pt x="1347" y="922"/>
                    <a:pt x="1347" y="921"/>
                    <a:pt x="1346" y="921"/>
                  </a:cubicBezTo>
                  <a:lnTo>
                    <a:pt x="1345" y="919"/>
                  </a:lnTo>
                  <a:cubicBezTo>
                    <a:pt x="1345" y="918"/>
                    <a:pt x="1344" y="917"/>
                    <a:pt x="1344" y="915"/>
                  </a:cubicBezTo>
                  <a:lnTo>
                    <a:pt x="1344" y="913"/>
                  </a:lnTo>
                  <a:cubicBezTo>
                    <a:pt x="1344" y="912"/>
                    <a:pt x="1344" y="911"/>
                    <a:pt x="1345" y="910"/>
                  </a:cubicBezTo>
                  <a:lnTo>
                    <a:pt x="1356" y="883"/>
                  </a:lnTo>
                  <a:lnTo>
                    <a:pt x="1369" y="864"/>
                  </a:lnTo>
                  <a:cubicBezTo>
                    <a:pt x="1370" y="863"/>
                    <a:pt x="1370" y="862"/>
                    <a:pt x="1371" y="862"/>
                  </a:cubicBezTo>
                  <a:lnTo>
                    <a:pt x="1382" y="853"/>
                  </a:lnTo>
                  <a:cubicBezTo>
                    <a:pt x="1383" y="852"/>
                    <a:pt x="1384" y="852"/>
                    <a:pt x="1385" y="852"/>
                  </a:cubicBezTo>
                  <a:lnTo>
                    <a:pt x="1405" y="846"/>
                  </a:lnTo>
                  <a:lnTo>
                    <a:pt x="1410" y="847"/>
                  </a:lnTo>
                  <a:lnTo>
                    <a:pt x="1426" y="852"/>
                  </a:lnTo>
                  <a:lnTo>
                    <a:pt x="1436" y="858"/>
                  </a:lnTo>
                  <a:lnTo>
                    <a:pt x="1437" y="857"/>
                  </a:lnTo>
                  <a:lnTo>
                    <a:pt x="1438" y="847"/>
                  </a:lnTo>
                  <a:lnTo>
                    <a:pt x="1437" y="838"/>
                  </a:lnTo>
                  <a:lnTo>
                    <a:pt x="1438" y="833"/>
                  </a:lnTo>
                  <a:lnTo>
                    <a:pt x="1447" y="813"/>
                  </a:lnTo>
                  <a:lnTo>
                    <a:pt x="1453" y="796"/>
                  </a:lnTo>
                  <a:lnTo>
                    <a:pt x="1454" y="786"/>
                  </a:lnTo>
                  <a:lnTo>
                    <a:pt x="1454" y="782"/>
                  </a:lnTo>
                  <a:lnTo>
                    <a:pt x="1449" y="752"/>
                  </a:lnTo>
                  <a:lnTo>
                    <a:pt x="1450" y="746"/>
                  </a:lnTo>
                  <a:cubicBezTo>
                    <a:pt x="1450" y="744"/>
                    <a:pt x="1450" y="742"/>
                    <a:pt x="1452" y="741"/>
                  </a:cubicBezTo>
                  <a:lnTo>
                    <a:pt x="1455" y="737"/>
                  </a:lnTo>
                  <a:lnTo>
                    <a:pt x="1462" y="731"/>
                  </a:lnTo>
                  <a:lnTo>
                    <a:pt x="1477" y="722"/>
                  </a:lnTo>
                  <a:lnTo>
                    <a:pt x="1495" y="708"/>
                  </a:lnTo>
                  <a:lnTo>
                    <a:pt x="1503" y="703"/>
                  </a:lnTo>
                  <a:lnTo>
                    <a:pt x="1519" y="696"/>
                  </a:lnTo>
                  <a:lnTo>
                    <a:pt x="1521" y="695"/>
                  </a:lnTo>
                  <a:cubicBezTo>
                    <a:pt x="1521" y="694"/>
                    <a:pt x="1522" y="693"/>
                    <a:pt x="1522" y="693"/>
                  </a:cubicBezTo>
                  <a:lnTo>
                    <a:pt x="1526" y="690"/>
                  </a:lnTo>
                  <a:lnTo>
                    <a:pt x="1535" y="683"/>
                  </a:lnTo>
                  <a:lnTo>
                    <a:pt x="1540" y="673"/>
                  </a:lnTo>
                  <a:lnTo>
                    <a:pt x="1539" y="659"/>
                  </a:lnTo>
                  <a:cubicBezTo>
                    <a:pt x="1539" y="658"/>
                    <a:pt x="1539" y="655"/>
                    <a:pt x="1540" y="654"/>
                  </a:cubicBezTo>
                  <a:cubicBezTo>
                    <a:pt x="1541" y="652"/>
                    <a:pt x="1543" y="649"/>
                    <a:pt x="1546" y="649"/>
                  </a:cubicBezTo>
                  <a:lnTo>
                    <a:pt x="1549" y="648"/>
                  </a:lnTo>
                  <a:cubicBezTo>
                    <a:pt x="1550" y="648"/>
                    <a:pt x="1552" y="648"/>
                    <a:pt x="1552" y="648"/>
                  </a:cubicBezTo>
                  <a:lnTo>
                    <a:pt x="1553" y="648"/>
                  </a:lnTo>
                  <a:lnTo>
                    <a:pt x="1552" y="646"/>
                  </a:lnTo>
                  <a:lnTo>
                    <a:pt x="1543" y="637"/>
                  </a:lnTo>
                  <a:lnTo>
                    <a:pt x="1519" y="603"/>
                  </a:lnTo>
                  <a:lnTo>
                    <a:pt x="1516" y="602"/>
                  </a:lnTo>
                  <a:lnTo>
                    <a:pt x="1512" y="602"/>
                  </a:lnTo>
                  <a:lnTo>
                    <a:pt x="1510" y="603"/>
                  </a:lnTo>
                  <a:lnTo>
                    <a:pt x="1507" y="604"/>
                  </a:lnTo>
                  <a:cubicBezTo>
                    <a:pt x="1506" y="605"/>
                    <a:pt x="1505" y="605"/>
                    <a:pt x="1504" y="605"/>
                  </a:cubicBezTo>
                  <a:cubicBezTo>
                    <a:pt x="1502" y="605"/>
                    <a:pt x="1497" y="605"/>
                    <a:pt x="1496" y="603"/>
                  </a:cubicBezTo>
                  <a:lnTo>
                    <a:pt x="1494" y="601"/>
                  </a:lnTo>
                  <a:cubicBezTo>
                    <a:pt x="1493" y="600"/>
                    <a:pt x="1493" y="599"/>
                    <a:pt x="1492" y="598"/>
                  </a:cubicBezTo>
                  <a:lnTo>
                    <a:pt x="1491" y="595"/>
                  </a:lnTo>
                  <a:lnTo>
                    <a:pt x="1489" y="572"/>
                  </a:lnTo>
                  <a:lnTo>
                    <a:pt x="1491" y="551"/>
                  </a:lnTo>
                  <a:lnTo>
                    <a:pt x="1491" y="546"/>
                  </a:lnTo>
                  <a:lnTo>
                    <a:pt x="1489" y="525"/>
                  </a:lnTo>
                  <a:lnTo>
                    <a:pt x="1484" y="520"/>
                  </a:lnTo>
                  <a:lnTo>
                    <a:pt x="1480" y="517"/>
                  </a:lnTo>
                  <a:lnTo>
                    <a:pt x="1476" y="514"/>
                  </a:lnTo>
                  <a:cubicBezTo>
                    <a:pt x="1475" y="513"/>
                    <a:pt x="1475" y="512"/>
                    <a:pt x="1474" y="510"/>
                  </a:cubicBezTo>
                  <a:lnTo>
                    <a:pt x="1473" y="507"/>
                  </a:lnTo>
                  <a:cubicBezTo>
                    <a:pt x="1473" y="507"/>
                    <a:pt x="1473" y="506"/>
                    <a:pt x="1473" y="505"/>
                  </a:cubicBezTo>
                  <a:lnTo>
                    <a:pt x="1474" y="496"/>
                  </a:lnTo>
                  <a:lnTo>
                    <a:pt x="1473" y="495"/>
                  </a:lnTo>
                  <a:lnTo>
                    <a:pt x="1470" y="491"/>
                  </a:lnTo>
                  <a:lnTo>
                    <a:pt x="1464" y="483"/>
                  </a:lnTo>
                  <a:cubicBezTo>
                    <a:pt x="1464" y="482"/>
                    <a:pt x="1463" y="481"/>
                    <a:pt x="1463" y="481"/>
                  </a:cubicBezTo>
                  <a:lnTo>
                    <a:pt x="1460" y="468"/>
                  </a:lnTo>
                  <a:lnTo>
                    <a:pt x="1441" y="463"/>
                  </a:lnTo>
                  <a:lnTo>
                    <a:pt x="1420" y="451"/>
                  </a:lnTo>
                  <a:cubicBezTo>
                    <a:pt x="1419" y="451"/>
                    <a:pt x="1419" y="450"/>
                    <a:pt x="1418" y="449"/>
                  </a:cubicBezTo>
                  <a:lnTo>
                    <a:pt x="1416" y="446"/>
                  </a:lnTo>
                  <a:lnTo>
                    <a:pt x="1413" y="444"/>
                  </a:lnTo>
                  <a:cubicBezTo>
                    <a:pt x="1412" y="443"/>
                    <a:pt x="1412" y="443"/>
                    <a:pt x="1411" y="442"/>
                  </a:cubicBezTo>
                  <a:lnTo>
                    <a:pt x="1410" y="441"/>
                  </a:lnTo>
                  <a:cubicBezTo>
                    <a:pt x="1409" y="440"/>
                    <a:pt x="1409" y="439"/>
                    <a:pt x="1409" y="439"/>
                  </a:cubicBezTo>
                  <a:lnTo>
                    <a:pt x="1408" y="437"/>
                  </a:lnTo>
                  <a:lnTo>
                    <a:pt x="1396" y="432"/>
                  </a:lnTo>
                  <a:lnTo>
                    <a:pt x="1385" y="431"/>
                  </a:lnTo>
                  <a:lnTo>
                    <a:pt x="1371" y="434"/>
                  </a:lnTo>
                  <a:lnTo>
                    <a:pt x="1370" y="446"/>
                  </a:lnTo>
                  <a:lnTo>
                    <a:pt x="1367" y="452"/>
                  </a:lnTo>
                  <a:cubicBezTo>
                    <a:pt x="1367" y="452"/>
                    <a:pt x="1367" y="453"/>
                    <a:pt x="1366" y="454"/>
                  </a:cubicBezTo>
                  <a:lnTo>
                    <a:pt x="1363" y="457"/>
                  </a:lnTo>
                  <a:cubicBezTo>
                    <a:pt x="1362" y="458"/>
                    <a:pt x="1362" y="458"/>
                    <a:pt x="1361" y="459"/>
                  </a:cubicBezTo>
                  <a:lnTo>
                    <a:pt x="1356" y="462"/>
                  </a:lnTo>
                  <a:cubicBezTo>
                    <a:pt x="1356" y="462"/>
                    <a:pt x="1354" y="463"/>
                    <a:pt x="1353" y="463"/>
                  </a:cubicBezTo>
                  <a:lnTo>
                    <a:pt x="1348" y="464"/>
                  </a:lnTo>
                  <a:cubicBezTo>
                    <a:pt x="1347" y="464"/>
                    <a:pt x="1345" y="464"/>
                    <a:pt x="1344" y="464"/>
                  </a:cubicBezTo>
                  <a:lnTo>
                    <a:pt x="1339" y="462"/>
                  </a:lnTo>
                  <a:cubicBezTo>
                    <a:pt x="1338" y="462"/>
                    <a:pt x="1337" y="461"/>
                    <a:pt x="1336" y="460"/>
                  </a:cubicBezTo>
                  <a:lnTo>
                    <a:pt x="1330" y="454"/>
                  </a:lnTo>
                  <a:cubicBezTo>
                    <a:pt x="1329" y="453"/>
                    <a:pt x="1328" y="452"/>
                    <a:pt x="1328" y="451"/>
                  </a:cubicBezTo>
                  <a:lnTo>
                    <a:pt x="1326" y="446"/>
                  </a:lnTo>
                  <a:cubicBezTo>
                    <a:pt x="1326" y="445"/>
                    <a:pt x="1326" y="444"/>
                    <a:pt x="1326" y="443"/>
                  </a:cubicBezTo>
                  <a:lnTo>
                    <a:pt x="1326" y="438"/>
                  </a:lnTo>
                  <a:cubicBezTo>
                    <a:pt x="1326" y="438"/>
                    <a:pt x="1326" y="437"/>
                    <a:pt x="1326" y="436"/>
                  </a:cubicBezTo>
                  <a:lnTo>
                    <a:pt x="1328" y="430"/>
                  </a:lnTo>
                  <a:lnTo>
                    <a:pt x="1328" y="430"/>
                  </a:lnTo>
                  <a:lnTo>
                    <a:pt x="1325" y="430"/>
                  </a:lnTo>
                  <a:lnTo>
                    <a:pt x="1309" y="434"/>
                  </a:lnTo>
                  <a:lnTo>
                    <a:pt x="1299" y="444"/>
                  </a:lnTo>
                  <a:lnTo>
                    <a:pt x="1283" y="456"/>
                  </a:lnTo>
                  <a:lnTo>
                    <a:pt x="1278" y="462"/>
                  </a:lnTo>
                  <a:cubicBezTo>
                    <a:pt x="1277" y="463"/>
                    <a:pt x="1277" y="463"/>
                    <a:pt x="1276" y="464"/>
                  </a:cubicBezTo>
                  <a:lnTo>
                    <a:pt x="1273" y="467"/>
                  </a:lnTo>
                  <a:cubicBezTo>
                    <a:pt x="1272" y="467"/>
                    <a:pt x="1271" y="468"/>
                    <a:pt x="1270" y="468"/>
                  </a:cubicBezTo>
                  <a:lnTo>
                    <a:pt x="1266" y="470"/>
                  </a:lnTo>
                  <a:cubicBezTo>
                    <a:pt x="1265" y="470"/>
                    <a:pt x="1264" y="470"/>
                    <a:pt x="1263" y="470"/>
                  </a:cubicBezTo>
                  <a:lnTo>
                    <a:pt x="1257" y="469"/>
                  </a:lnTo>
                  <a:lnTo>
                    <a:pt x="1250" y="467"/>
                  </a:lnTo>
                  <a:lnTo>
                    <a:pt x="1214" y="446"/>
                  </a:lnTo>
                  <a:lnTo>
                    <a:pt x="1210" y="445"/>
                  </a:lnTo>
                  <a:cubicBezTo>
                    <a:pt x="1209" y="445"/>
                    <a:pt x="1209" y="444"/>
                    <a:pt x="1208" y="444"/>
                  </a:cubicBezTo>
                  <a:lnTo>
                    <a:pt x="1204" y="441"/>
                  </a:lnTo>
                  <a:cubicBezTo>
                    <a:pt x="1203" y="440"/>
                    <a:pt x="1202" y="439"/>
                    <a:pt x="1201" y="438"/>
                  </a:cubicBezTo>
                  <a:lnTo>
                    <a:pt x="1199" y="435"/>
                  </a:lnTo>
                  <a:lnTo>
                    <a:pt x="1192" y="437"/>
                  </a:lnTo>
                  <a:cubicBezTo>
                    <a:pt x="1192" y="438"/>
                    <a:pt x="1191" y="438"/>
                    <a:pt x="1190" y="438"/>
                  </a:cubicBezTo>
                  <a:lnTo>
                    <a:pt x="1185" y="438"/>
                  </a:lnTo>
                  <a:lnTo>
                    <a:pt x="1179" y="437"/>
                  </a:lnTo>
                  <a:lnTo>
                    <a:pt x="1178" y="437"/>
                  </a:lnTo>
                  <a:lnTo>
                    <a:pt x="1170" y="440"/>
                  </a:lnTo>
                  <a:cubicBezTo>
                    <a:pt x="1168" y="441"/>
                    <a:pt x="1167" y="441"/>
                    <a:pt x="1165" y="441"/>
                  </a:cubicBezTo>
                  <a:lnTo>
                    <a:pt x="1161" y="440"/>
                  </a:lnTo>
                  <a:cubicBezTo>
                    <a:pt x="1159" y="439"/>
                    <a:pt x="1158" y="438"/>
                    <a:pt x="1156" y="436"/>
                  </a:cubicBezTo>
                  <a:lnTo>
                    <a:pt x="1154" y="432"/>
                  </a:lnTo>
                  <a:cubicBezTo>
                    <a:pt x="1153" y="431"/>
                    <a:pt x="1152" y="430"/>
                    <a:pt x="1152" y="428"/>
                  </a:cubicBezTo>
                  <a:lnTo>
                    <a:pt x="1151" y="406"/>
                  </a:lnTo>
                  <a:lnTo>
                    <a:pt x="1149" y="399"/>
                  </a:lnTo>
                  <a:cubicBezTo>
                    <a:pt x="1148" y="397"/>
                    <a:pt x="1148" y="396"/>
                    <a:pt x="1149" y="394"/>
                  </a:cubicBezTo>
                  <a:lnTo>
                    <a:pt x="1151" y="388"/>
                  </a:lnTo>
                  <a:cubicBezTo>
                    <a:pt x="1151" y="387"/>
                    <a:pt x="1152" y="386"/>
                    <a:pt x="1152" y="385"/>
                  </a:cubicBezTo>
                  <a:lnTo>
                    <a:pt x="1155" y="381"/>
                  </a:lnTo>
                  <a:lnTo>
                    <a:pt x="1155" y="380"/>
                  </a:lnTo>
                  <a:lnTo>
                    <a:pt x="1150" y="372"/>
                  </a:lnTo>
                  <a:lnTo>
                    <a:pt x="1143" y="357"/>
                  </a:lnTo>
                  <a:lnTo>
                    <a:pt x="1130" y="345"/>
                  </a:lnTo>
                  <a:cubicBezTo>
                    <a:pt x="1129" y="344"/>
                    <a:pt x="1128" y="343"/>
                    <a:pt x="1128" y="342"/>
                  </a:cubicBezTo>
                  <a:lnTo>
                    <a:pt x="1113" y="288"/>
                  </a:lnTo>
                  <a:lnTo>
                    <a:pt x="1110" y="278"/>
                  </a:lnTo>
                  <a:lnTo>
                    <a:pt x="1104" y="267"/>
                  </a:lnTo>
                  <a:lnTo>
                    <a:pt x="1095" y="261"/>
                  </a:lnTo>
                  <a:cubicBezTo>
                    <a:pt x="1094" y="260"/>
                    <a:pt x="1093" y="259"/>
                    <a:pt x="1092" y="258"/>
                  </a:cubicBezTo>
                  <a:lnTo>
                    <a:pt x="1087" y="248"/>
                  </a:lnTo>
                  <a:lnTo>
                    <a:pt x="1081" y="227"/>
                  </a:lnTo>
                  <a:lnTo>
                    <a:pt x="1076" y="198"/>
                  </a:lnTo>
                  <a:lnTo>
                    <a:pt x="1066" y="166"/>
                  </a:lnTo>
                  <a:lnTo>
                    <a:pt x="1065" y="157"/>
                  </a:lnTo>
                  <a:lnTo>
                    <a:pt x="1066" y="141"/>
                  </a:lnTo>
                  <a:lnTo>
                    <a:pt x="1056" y="138"/>
                  </a:lnTo>
                  <a:lnTo>
                    <a:pt x="1052" y="136"/>
                  </a:lnTo>
                  <a:cubicBezTo>
                    <a:pt x="1051" y="135"/>
                    <a:pt x="1051" y="135"/>
                    <a:pt x="1050" y="134"/>
                  </a:cubicBezTo>
                  <a:lnTo>
                    <a:pt x="1046" y="130"/>
                  </a:lnTo>
                  <a:lnTo>
                    <a:pt x="1040" y="129"/>
                  </a:lnTo>
                  <a:lnTo>
                    <a:pt x="1032" y="125"/>
                  </a:lnTo>
                  <a:lnTo>
                    <a:pt x="1016" y="111"/>
                  </a:lnTo>
                  <a:lnTo>
                    <a:pt x="998" y="93"/>
                  </a:lnTo>
                  <a:lnTo>
                    <a:pt x="995" y="91"/>
                  </a:lnTo>
                  <a:lnTo>
                    <a:pt x="968" y="87"/>
                  </a:lnTo>
                  <a:cubicBezTo>
                    <a:pt x="967" y="87"/>
                    <a:pt x="966" y="87"/>
                    <a:pt x="965" y="86"/>
                  </a:cubicBezTo>
                  <a:lnTo>
                    <a:pt x="962" y="84"/>
                  </a:lnTo>
                  <a:cubicBezTo>
                    <a:pt x="961" y="83"/>
                    <a:pt x="959" y="81"/>
                    <a:pt x="959" y="79"/>
                  </a:cubicBezTo>
                  <a:lnTo>
                    <a:pt x="958" y="76"/>
                  </a:lnTo>
                  <a:cubicBezTo>
                    <a:pt x="957" y="74"/>
                    <a:pt x="957" y="73"/>
                    <a:pt x="958" y="71"/>
                  </a:cubicBezTo>
                  <a:lnTo>
                    <a:pt x="962" y="62"/>
                  </a:lnTo>
                  <a:lnTo>
                    <a:pt x="962" y="60"/>
                  </a:lnTo>
                  <a:lnTo>
                    <a:pt x="960" y="58"/>
                  </a:lnTo>
                  <a:lnTo>
                    <a:pt x="958" y="56"/>
                  </a:lnTo>
                  <a:lnTo>
                    <a:pt x="950" y="55"/>
                  </a:lnTo>
                  <a:lnTo>
                    <a:pt x="942" y="58"/>
                  </a:lnTo>
                  <a:lnTo>
                    <a:pt x="941" y="70"/>
                  </a:lnTo>
                  <a:cubicBezTo>
                    <a:pt x="941" y="71"/>
                    <a:pt x="940" y="71"/>
                    <a:pt x="940" y="72"/>
                  </a:cubicBezTo>
                  <a:lnTo>
                    <a:pt x="938" y="77"/>
                  </a:lnTo>
                  <a:cubicBezTo>
                    <a:pt x="938" y="77"/>
                    <a:pt x="938" y="78"/>
                    <a:pt x="937" y="79"/>
                  </a:cubicBezTo>
                  <a:lnTo>
                    <a:pt x="935" y="82"/>
                  </a:lnTo>
                  <a:cubicBezTo>
                    <a:pt x="934" y="83"/>
                    <a:pt x="933" y="84"/>
                    <a:pt x="932" y="85"/>
                  </a:cubicBezTo>
                  <a:lnTo>
                    <a:pt x="928" y="87"/>
                  </a:lnTo>
                  <a:cubicBezTo>
                    <a:pt x="927" y="88"/>
                    <a:pt x="926" y="88"/>
                    <a:pt x="926" y="88"/>
                  </a:cubicBezTo>
                  <a:lnTo>
                    <a:pt x="921" y="89"/>
                  </a:lnTo>
                  <a:lnTo>
                    <a:pt x="899" y="91"/>
                  </a:lnTo>
                  <a:lnTo>
                    <a:pt x="895" y="93"/>
                  </a:lnTo>
                  <a:lnTo>
                    <a:pt x="890" y="96"/>
                  </a:lnTo>
                  <a:cubicBezTo>
                    <a:pt x="887" y="98"/>
                    <a:pt x="884" y="98"/>
                    <a:pt x="882" y="97"/>
                  </a:cubicBezTo>
                  <a:lnTo>
                    <a:pt x="875" y="93"/>
                  </a:lnTo>
                  <a:cubicBezTo>
                    <a:pt x="874" y="92"/>
                    <a:pt x="873" y="92"/>
                    <a:pt x="873" y="91"/>
                  </a:cubicBezTo>
                  <a:lnTo>
                    <a:pt x="863" y="81"/>
                  </a:lnTo>
                  <a:lnTo>
                    <a:pt x="834" y="24"/>
                  </a:lnTo>
                  <a:lnTo>
                    <a:pt x="827" y="0"/>
                  </a:lnTo>
                  <a:lnTo>
                    <a:pt x="827" y="0"/>
                  </a:lnTo>
                  <a:cubicBezTo>
                    <a:pt x="826" y="1"/>
                    <a:pt x="825" y="1"/>
                    <a:pt x="823" y="1"/>
                  </a:cubicBezTo>
                  <a:lnTo>
                    <a:pt x="819" y="0"/>
                  </a:lnTo>
                  <a:lnTo>
                    <a:pt x="812" y="3"/>
                  </a:lnTo>
                  <a:lnTo>
                    <a:pt x="793" y="16"/>
                  </a:lnTo>
                  <a:lnTo>
                    <a:pt x="779" y="22"/>
                  </a:lnTo>
                  <a:cubicBezTo>
                    <a:pt x="778" y="22"/>
                    <a:pt x="777" y="22"/>
                    <a:pt x="776" y="22"/>
                  </a:cubicBezTo>
                  <a:lnTo>
                    <a:pt x="769" y="21"/>
                  </a:lnTo>
                  <a:lnTo>
                    <a:pt x="766" y="22"/>
                  </a:lnTo>
                  <a:lnTo>
                    <a:pt x="739" y="50"/>
                  </a:lnTo>
                  <a:lnTo>
                    <a:pt x="728" y="57"/>
                  </a:lnTo>
                  <a:cubicBezTo>
                    <a:pt x="727" y="58"/>
                    <a:pt x="726" y="58"/>
                    <a:pt x="725" y="58"/>
                  </a:cubicBezTo>
                  <a:lnTo>
                    <a:pt x="718" y="60"/>
                  </a:lnTo>
                  <a:cubicBezTo>
                    <a:pt x="716" y="60"/>
                    <a:pt x="713" y="59"/>
                    <a:pt x="711" y="57"/>
                  </a:cubicBezTo>
                  <a:lnTo>
                    <a:pt x="707" y="53"/>
                  </a:lnTo>
                  <a:lnTo>
                    <a:pt x="701" y="43"/>
                  </a:lnTo>
                  <a:lnTo>
                    <a:pt x="698" y="47"/>
                  </a:lnTo>
                  <a:lnTo>
                    <a:pt x="696" y="60"/>
                  </a:lnTo>
                  <a:lnTo>
                    <a:pt x="692" y="77"/>
                  </a:lnTo>
                  <a:cubicBezTo>
                    <a:pt x="692" y="78"/>
                    <a:pt x="691" y="80"/>
                    <a:pt x="690" y="81"/>
                  </a:cubicBezTo>
                  <a:lnTo>
                    <a:pt x="685" y="85"/>
                  </a:lnTo>
                  <a:cubicBezTo>
                    <a:pt x="685" y="86"/>
                    <a:pt x="684" y="87"/>
                    <a:pt x="683" y="87"/>
                  </a:cubicBezTo>
                  <a:lnTo>
                    <a:pt x="677" y="90"/>
                  </a:lnTo>
                  <a:lnTo>
                    <a:pt x="674" y="97"/>
                  </a:lnTo>
                  <a:lnTo>
                    <a:pt x="670" y="109"/>
                  </a:lnTo>
                  <a:lnTo>
                    <a:pt x="663" y="138"/>
                  </a:lnTo>
                  <a:lnTo>
                    <a:pt x="660" y="161"/>
                  </a:lnTo>
                  <a:lnTo>
                    <a:pt x="658" y="168"/>
                  </a:lnTo>
                  <a:cubicBezTo>
                    <a:pt x="658" y="169"/>
                    <a:pt x="657" y="170"/>
                    <a:pt x="657" y="171"/>
                  </a:cubicBezTo>
                  <a:lnTo>
                    <a:pt x="648" y="183"/>
                  </a:lnTo>
                  <a:lnTo>
                    <a:pt x="644" y="191"/>
                  </a:lnTo>
                  <a:lnTo>
                    <a:pt x="639" y="208"/>
                  </a:lnTo>
                  <a:lnTo>
                    <a:pt x="679" y="261"/>
                  </a:lnTo>
                  <a:lnTo>
                    <a:pt x="689" y="281"/>
                  </a:lnTo>
                  <a:cubicBezTo>
                    <a:pt x="690" y="282"/>
                    <a:pt x="690" y="284"/>
                    <a:pt x="690" y="285"/>
                  </a:cubicBezTo>
                  <a:lnTo>
                    <a:pt x="688" y="300"/>
                  </a:lnTo>
                  <a:lnTo>
                    <a:pt x="688" y="306"/>
                  </a:lnTo>
                  <a:lnTo>
                    <a:pt x="690" y="316"/>
                  </a:lnTo>
                  <a:lnTo>
                    <a:pt x="695" y="325"/>
                  </a:lnTo>
                  <a:lnTo>
                    <a:pt x="714" y="348"/>
                  </a:lnTo>
                  <a:cubicBezTo>
                    <a:pt x="714" y="349"/>
                    <a:pt x="714" y="350"/>
                    <a:pt x="715" y="351"/>
                  </a:cubicBezTo>
                  <a:lnTo>
                    <a:pt x="717" y="357"/>
                  </a:lnTo>
                  <a:cubicBezTo>
                    <a:pt x="717" y="358"/>
                    <a:pt x="718" y="359"/>
                    <a:pt x="718" y="359"/>
                  </a:cubicBezTo>
                  <a:lnTo>
                    <a:pt x="718" y="365"/>
                  </a:lnTo>
                  <a:cubicBezTo>
                    <a:pt x="718" y="365"/>
                    <a:pt x="718" y="366"/>
                    <a:pt x="718" y="367"/>
                  </a:cubicBezTo>
                  <a:lnTo>
                    <a:pt x="716" y="376"/>
                  </a:lnTo>
                  <a:lnTo>
                    <a:pt x="716" y="381"/>
                  </a:lnTo>
                  <a:lnTo>
                    <a:pt x="715" y="388"/>
                  </a:lnTo>
                  <a:cubicBezTo>
                    <a:pt x="715" y="388"/>
                    <a:pt x="715" y="389"/>
                    <a:pt x="715" y="390"/>
                  </a:cubicBezTo>
                  <a:lnTo>
                    <a:pt x="711" y="398"/>
                  </a:lnTo>
                  <a:lnTo>
                    <a:pt x="710" y="401"/>
                  </a:lnTo>
                  <a:lnTo>
                    <a:pt x="711" y="416"/>
                  </a:lnTo>
                  <a:lnTo>
                    <a:pt x="713" y="422"/>
                  </a:lnTo>
                  <a:lnTo>
                    <a:pt x="719" y="433"/>
                  </a:lnTo>
                  <a:cubicBezTo>
                    <a:pt x="720" y="434"/>
                    <a:pt x="720" y="435"/>
                    <a:pt x="720" y="435"/>
                  </a:cubicBezTo>
                  <a:lnTo>
                    <a:pt x="721" y="440"/>
                  </a:lnTo>
                  <a:cubicBezTo>
                    <a:pt x="721" y="441"/>
                    <a:pt x="721" y="442"/>
                    <a:pt x="721" y="444"/>
                  </a:cubicBezTo>
                  <a:lnTo>
                    <a:pt x="720" y="449"/>
                  </a:lnTo>
                  <a:cubicBezTo>
                    <a:pt x="720" y="449"/>
                    <a:pt x="720" y="450"/>
                    <a:pt x="720" y="451"/>
                  </a:cubicBezTo>
                  <a:lnTo>
                    <a:pt x="710" y="469"/>
                  </a:lnTo>
                  <a:lnTo>
                    <a:pt x="714" y="470"/>
                  </a:lnTo>
                  <a:cubicBezTo>
                    <a:pt x="716" y="470"/>
                    <a:pt x="717" y="470"/>
                    <a:pt x="718" y="471"/>
                  </a:cubicBezTo>
                  <a:lnTo>
                    <a:pt x="729" y="479"/>
                  </a:lnTo>
                  <a:lnTo>
                    <a:pt x="751" y="491"/>
                  </a:lnTo>
                  <a:lnTo>
                    <a:pt x="757" y="497"/>
                  </a:lnTo>
                  <a:cubicBezTo>
                    <a:pt x="757" y="497"/>
                    <a:pt x="758" y="498"/>
                    <a:pt x="758" y="499"/>
                  </a:cubicBezTo>
                  <a:lnTo>
                    <a:pt x="761" y="503"/>
                  </a:lnTo>
                  <a:cubicBezTo>
                    <a:pt x="761" y="504"/>
                    <a:pt x="761" y="505"/>
                    <a:pt x="761" y="505"/>
                  </a:cubicBezTo>
                  <a:lnTo>
                    <a:pt x="763" y="516"/>
                  </a:lnTo>
                  <a:lnTo>
                    <a:pt x="765" y="517"/>
                  </a:lnTo>
                  <a:lnTo>
                    <a:pt x="800" y="513"/>
                  </a:lnTo>
                  <a:lnTo>
                    <a:pt x="810" y="514"/>
                  </a:lnTo>
                  <a:lnTo>
                    <a:pt x="817" y="515"/>
                  </a:lnTo>
                  <a:cubicBezTo>
                    <a:pt x="818" y="515"/>
                    <a:pt x="818" y="516"/>
                    <a:pt x="819" y="516"/>
                  </a:cubicBezTo>
                  <a:lnTo>
                    <a:pt x="824" y="519"/>
                  </a:lnTo>
                  <a:lnTo>
                    <a:pt x="830" y="525"/>
                  </a:lnTo>
                  <a:cubicBezTo>
                    <a:pt x="831" y="526"/>
                    <a:pt x="831" y="527"/>
                    <a:pt x="832" y="528"/>
                  </a:cubicBezTo>
                  <a:lnTo>
                    <a:pt x="835" y="538"/>
                  </a:lnTo>
                  <a:cubicBezTo>
                    <a:pt x="837" y="541"/>
                    <a:pt x="835" y="545"/>
                    <a:pt x="833" y="547"/>
                  </a:cubicBezTo>
                  <a:lnTo>
                    <a:pt x="816" y="559"/>
                  </a:lnTo>
                  <a:lnTo>
                    <a:pt x="810" y="570"/>
                  </a:lnTo>
                  <a:lnTo>
                    <a:pt x="811" y="578"/>
                  </a:lnTo>
                  <a:cubicBezTo>
                    <a:pt x="811" y="579"/>
                    <a:pt x="811" y="580"/>
                    <a:pt x="810" y="581"/>
                  </a:cubicBezTo>
                  <a:lnTo>
                    <a:pt x="809" y="586"/>
                  </a:lnTo>
                  <a:cubicBezTo>
                    <a:pt x="809" y="588"/>
                    <a:pt x="808" y="589"/>
                    <a:pt x="807" y="590"/>
                  </a:cubicBezTo>
                  <a:lnTo>
                    <a:pt x="803" y="594"/>
                  </a:lnTo>
                  <a:cubicBezTo>
                    <a:pt x="803" y="595"/>
                    <a:pt x="802" y="595"/>
                    <a:pt x="801" y="596"/>
                  </a:cubicBezTo>
                  <a:lnTo>
                    <a:pt x="793" y="600"/>
                  </a:lnTo>
                  <a:lnTo>
                    <a:pt x="796" y="601"/>
                  </a:lnTo>
                  <a:lnTo>
                    <a:pt x="798" y="600"/>
                  </a:lnTo>
                  <a:lnTo>
                    <a:pt x="804" y="599"/>
                  </a:lnTo>
                  <a:cubicBezTo>
                    <a:pt x="806" y="599"/>
                    <a:pt x="808" y="599"/>
                    <a:pt x="810" y="600"/>
                  </a:cubicBezTo>
                  <a:lnTo>
                    <a:pt x="813" y="603"/>
                  </a:lnTo>
                  <a:cubicBezTo>
                    <a:pt x="814" y="603"/>
                    <a:pt x="815" y="604"/>
                    <a:pt x="816" y="606"/>
                  </a:cubicBezTo>
                  <a:lnTo>
                    <a:pt x="821" y="611"/>
                  </a:lnTo>
                  <a:lnTo>
                    <a:pt x="828" y="611"/>
                  </a:lnTo>
                  <a:lnTo>
                    <a:pt x="834" y="612"/>
                  </a:lnTo>
                  <a:cubicBezTo>
                    <a:pt x="835" y="612"/>
                    <a:pt x="836" y="612"/>
                    <a:pt x="837" y="613"/>
                  </a:cubicBezTo>
                  <a:lnTo>
                    <a:pt x="841" y="615"/>
                  </a:lnTo>
                  <a:lnTo>
                    <a:pt x="849" y="623"/>
                  </a:lnTo>
                  <a:lnTo>
                    <a:pt x="865" y="636"/>
                  </a:lnTo>
                  <a:lnTo>
                    <a:pt x="869" y="643"/>
                  </a:lnTo>
                  <a:cubicBezTo>
                    <a:pt x="870" y="644"/>
                    <a:pt x="871" y="645"/>
                    <a:pt x="871" y="646"/>
                  </a:cubicBezTo>
                  <a:lnTo>
                    <a:pt x="871" y="651"/>
                  </a:lnTo>
                  <a:cubicBezTo>
                    <a:pt x="871" y="652"/>
                    <a:pt x="871" y="653"/>
                    <a:pt x="871" y="654"/>
                  </a:cubicBezTo>
                  <a:lnTo>
                    <a:pt x="869" y="657"/>
                  </a:lnTo>
                  <a:cubicBezTo>
                    <a:pt x="869" y="658"/>
                    <a:pt x="869" y="659"/>
                    <a:pt x="868" y="659"/>
                  </a:cubicBezTo>
                  <a:cubicBezTo>
                    <a:pt x="868" y="660"/>
                    <a:pt x="867" y="661"/>
                    <a:pt x="867" y="661"/>
                  </a:cubicBezTo>
                  <a:lnTo>
                    <a:pt x="850" y="677"/>
                  </a:lnTo>
                  <a:lnTo>
                    <a:pt x="842" y="688"/>
                  </a:lnTo>
                  <a:lnTo>
                    <a:pt x="832" y="696"/>
                  </a:lnTo>
                  <a:lnTo>
                    <a:pt x="825" y="704"/>
                  </a:lnTo>
                  <a:lnTo>
                    <a:pt x="818" y="725"/>
                  </a:lnTo>
                  <a:cubicBezTo>
                    <a:pt x="818" y="727"/>
                    <a:pt x="817" y="728"/>
                    <a:pt x="816" y="729"/>
                  </a:cubicBezTo>
                  <a:lnTo>
                    <a:pt x="806" y="738"/>
                  </a:lnTo>
                  <a:cubicBezTo>
                    <a:pt x="805" y="739"/>
                    <a:pt x="804" y="739"/>
                    <a:pt x="802" y="740"/>
                  </a:cubicBezTo>
                  <a:lnTo>
                    <a:pt x="799" y="741"/>
                  </a:lnTo>
                  <a:lnTo>
                    <a:pt x="779" y="742"/>
                  </a:lnTo>
                  <a:lnTo>
                    <a:pt x="774" y="745"/>
                  </a:lnTo>
                  <a:lnTo>
                    <a:pt x="768" y="750"/>
                  </a:lnTo>
                  <a:lnTo>
                    <a:pt x="766" y="754"/>
                  </a:lnTo>
                  <a:lnTo>
                    <a:pt x="765" y="758"/>
                  </a:lnTo>
                  <a:lnTo>
                    <a:pt x="764" y="769"/>
                  </a:lnTo>
                  <a:cubicBezTo>
                    <a:pt x="763" y="770"/>
                    <a:pt x="763" y="771"/>
                    <a:pt x="762" y="772"/>
                  </a:cubicBezTo>
                  <a:lnTo>
                    <a:pt x="756" y="782"/>
                  </a:lnTo>
                  <a:cubicBezTo>
                    <a:pt x="756" y="782"/>
                    <a:pt x="756" y="783"/>
                    <a:pt x="755" y="783"/>
                  </a:cubicBezTo>
                  <a:lnTo>
                    <a:pt x="750" y="788"/>
                  </a:lnTo>
                  <a:lnTo>
                    <a:pt x="743" y="792"/>
                  </a:lnTo>
                  <a:cubicBezTo>
                    <a:pt x="742" y="792"/>
                    <a:pt x="741" y="792"/>
                    <a:pt x="741" y="793"/>
                  </a:cubicBezTo>
                  <a:lnTo>
                    <a:pt x="730" y="794"/>
                  </a:lnTo>
                  <a:lnTo>
                    <a:pt x="725" y="793"/>
                  </a:lnTo>
                  <a:lnTo>
                    <a:pt x="716" y="790"/>
                  </a:lnTo>
                  <a:lnTo>
                    <a:pt x="705" y="791"/>
                  </a:lnTo>
                  <a:cubicBezTo>
                    <a:pt x="704" y="791"/>
                    <a:pt x="703" y="791"/>
                    <a:pt x="703" y="791"/>
                  </a:cubicBezTo>
                  <a:lnTo>
                    <a:pt x="698" y="790"/>
                  </a:lnTo>
                  <a:lnTo>
                    <a:pt x="688" y="787"/>
                  </a:lnTo>
                  <a:lnTo>
                    <a:pt x="683" y="787"/>
                  </a:lnTo>
                  <a:lnTo>
                    <a:pt x="674" y="790"/>
                  </a:lnTo>
                  <a:lnTo>
                    <a:pt x="674" y="793"/>
                  </a:lnTo>
                  <a:lnTo>
                    <a:pt x="672" y="802"/>
                  </a:lnTo>
                  <a:lnTo>
                    <a:pt x="672" y="803"/>
                  </a:lnTo>
                  <a:lnTo>
                    <a:pt x="678" y="815"/>
                  </a:lnTo>
                  <a:cubicBezTo>
                    <a:pt x="678" y="816"/>
                    <a:pt x="678" y="817"/>
                    <a:pt x="678" y="818"/>
                  </a:cubicBezTo>
                  <a:lnTo>
                    <a:pt x="678" y="823"/>
                  </a:lnTo>
                  <a:lnTo>
                    <a:pt x="675" y="836"/>
                  </a:lnTo>
                  <a:lnTo>
                    <a:pt x="676" y="853"/>
                  </a:lnTo>
                  <a:cubicBezTo>
                    <a:pt x="676" y="853"/>
                    <a:pt x="676" y="854"/>
                    <a:pt x="676" y="855"/>
                  </a:cubicBezTo>
                  <a:lnTo>
                    <a:pt x="673" y="864"/>
                  </a:lnTo>
                  <a:cubicBezTo>
                    <a:pt x="673" y="866"/>
                    <a:pt x="672" y="867"/>
                    <a:pt x="671" y="867"/>
                  </a:cubicBezTo>
                  <a:lnTo>
                    <a:pt x="668" y="872"/>
                  </a:lnTo>
                  <a:cubicBezTo>
                    <a:pt x="667" y="873"/>
                    <a:pt x="666" y="874"/>
                    <a:pt x="665" y="874"/>
                  </a:cubicBezTo>
                  <a:lnTo>
                    <a:pt x="661" y="877"/>
                  </a:lnTo>
                  <a:cubicBezTo>
                    <a:pt x="660" y="877"/>
                    <a:pt x="659" y="877"/>
                    <a:pt x="657" y="878"/>
                  </a:cubicBezTo>
                  <a:lnTo>
                    <a:pt x="653" y="878"/>
                  </a:lnTo>
                  <a:lnTo>
                    <a:pt x="647" y="877"/>
                  </a:lnTo>
                  <a:cubicBezTo>
                    <a:pt x="647" y="877"/>
                    <a:pt x="646" y="877"/>
                    <a:pt x="645" y="877"/>
                  </a:cubicBezTo>
                  <a:lnTo>
                    <a:pt x="641" y="875"/>
                  </a:lnTo>
                  <a:lnTo>
                    <a:pt x="633" y="871"/>
                  </a:lnTo>
                  <a:lnTo>
                    <a:pt x="631" y="871"/>
                  </a:lnTo>
                  <a:lnTo>
                    <a:pt x="622" y="872"/>
                  </a:lnTo>
                  <a:lnTo>
                    <a:pt x="611" y="875"/>
                  </a:lnTo>
                  <a:lnTo>
                    <a:pt x="605" y="880"/>
                  </a:lnTo>
                  <a:lnTo>
                    <a:pt x="599" y="892"/>
                  </a:lnTo>
                  <a:cubicBezTo>
                    <a:pt x="598" y="893"/>
                    <a:pt x="598" y="893"/>
                    <a:pt x="597" y="894"/>
                  </a:cubicBezTo>
                  <a:lnTo>
                    <a:pt x="593" y="898"/>
                  </a:lnTo>
                  <a:lnTo>
                    <a:pt x="588" y="902"/>
                  </a:lnTo>
                  <a:lnTo>
                    <a:pt x="531" y="927"/>
                  </a:lnTo>
                  <a:cubicBezTo>
                    <a:pt x="531" y="927"/>
                    <a:pt x="530" y="927"/>
                    <a:pt x="529" y="928"/>
                  </a:cubicBezTo>
                  <a:lnTo>
                    <a:pt x="522" y="928"/>
                  </a:lnTo>
                  <a:cubicBezTo>
                    <a:pt x="520" y="929"/>
                    <a:pt x="519" y="928"/>
                    <a:pt x="518" y="928"/>
                  </a:cubicBezTo>
                  <a:lnTo>
                    <a:pt x="514" y="927"/>
                  </a:lnTo>
                  <a:lnTo>
                    <a:pt x="488" y="914"/>
                  </a:lnTo>
                  <a:lnTo>
                    <a:pt x="477" y="912"/>
                  </a:lnTo>
                  <a:lnTo>
                    <a:pt x="468" y="915"/>
                  </a:lnTo>
                  <a:lnTo>
                    <a:pt x="460" y="934"/>
                  </a:lnTo>
                  <a:lnTo>
                    <a:pt x="460" y="942"/>
                  </a:lnTo>
                  <a:lnTo>
                    <a:pt x="459" y="952"/>
                  </a:lnTo>
                  <a:lnTo>
                    <a:pt x="460" y="957"/>
                  </a:lnTo>
                  <a:lnTo>
                    <a:pt x="465" y="963"/>
                  </a:lnTo>
                  <a:lnTo>
                    <a:pt x="472" y="970"/>
                  </a:lnTo>
                  <a:lnTo>
                    <a:pt x="476" y="975"/>
                  </a:lnTo>
                  <a:cubicBezTo>
                    <a:pt x="476" y="976"/>
                    <a:pt x="477" y="977"/>
                    <a:pt x="477" y="978"/>
                  </a:cubicBezTo>
                  <a:lnTo>
                    <a:pt x="478" y="984"/>
                  </a:lnTo>
                  <a:cubicBezTo>
                    <a:pt x="479" y="985"/>
                    <a:pt x="479" y="987"/>
                    <a:pt x="478" y="988"/>
                  </a:cubicBezTo>
                  <a:lnTo>
                    <a:pt x="473" y="1003"/>
                  </a:lnTo>
                  <a:lnTo>
                    <a:pt x="474" y="1009"/>
                  </a:lnTo>
                  <a:lnTo>
                    <a:pt x="478" y="1016"/>
                  </a:lnTo>
                  <a:cubicBezTo>
                    <a:pt x="479" y="1016"/>
                    <a:pt x="479" y="1017"/>
                    <a:pt x="479" y="1018"/>
                  </a:cubicBezTo>
                  <a:lnTo>
                    <a:pt x="479" y="1020"/>
                  </a:lnTo>
                  <a:cubicBezTo>
                    <a:pt x="480" y="1022"/>
                    <a:pt x="479" y="1023"/>
                    <a:pt x="479" y="1025"/>
                  </a:cubicBezTo>
                  <a:lnTo>
                    <a:pt x="476" y="1031"/>
                  </a:lnTo>
                  <a:cubicBezTo>
                    <a:pt x="476" y="1031"/>
                    <a:pt x="475" y="1032"/>
                    <a:pt x="474" y="1033"/>
                  </a:cubicBezTo>
                  <a:lnTo>
                    <a:pt x="461" y="1046"/>
                  </a:lnTo>
                  <a:lnTo>
                    <a:pt x="448" y="1054"/>
                  </a:lnTo>
                  <a:lnTo>
                    <a:pt x="432" y="1060"/>
                  </a:lnTo>
                  <a:lnTo>
                    <a:pt x="425" y="1061"/>
                  </a:lnTo>
                  <a:lnTo>
                    <a:pt x="371" y="1056"/>
                  </a:lnTo>
                  <a:lnTo>
                    <a:pt x="325" y="1060"/>
                  </a:lnTo>
                  <a:cubicBezTo>
                    <a:pt x="325" y="1060"/>
                    <a:pt x="324" y="1060"/>
                    <a:pt x="323" y="1060"/>
                  </a:cubicBezTo>
                  <a:lnTo>
                    <a:pt x="281" y="1051"/>
                  </a:lnTo>
                  <a:lnTo>
                    <a:pt x="272" y="1048"/>
                  </a:lnTo>
                  <a:lnTo>
                    <a:pt x="268" y="1049"/>
                  </a:lnTo>
                  <a:lnTo>
                    <a:pt x="264" y="1055"/>
                  </a:lnTo>
                  <a:lnTo>
                    <a:pt x="264" y="1058"/>
                  </a:lnTo>
                  <a:lnTo>
                    <a:pt x="266" y="1065"/>
                  </a:lnTo>
                  <a:cubicBezTo>
                    <a:pt x="266" y="1066"/>
                    <a:pt x="266" y="1067"/>
                    <a:pt x="266" y="1067"/>
                  </a:cubicBezTo>
                  <a:lnTo>
                    <a:pt x="266" y="1072"/>
                  </a:lnTo>
                  <a:cubicBezTo>
                    <a:pt x="266" y="1073"/>
                    <a:pt x="266" y="1074"/>
                    <a:pt x="265" y="1075"/>
                  </a:cubicBezTo>
                  <a:lnTo>
                    <a:pt x="263" y="1079"/>
                  </a:lnTo>
                  <a:cubicBezTo>
                    <a:pt x="262" y="1080"/>
                    <a:pt x="262" y="1081"/>
                    <a:pt x="261" y="1082"/>
                  </a:cubicBezTo>
                  <a:lnTo>
                    <a:pt x="256" y="1086"/>
                  </a:lnTo>
                  <a:cubicBezTo>
                    <a:pt x="255" y="1087"/>
                    <a:pt x="254" y="1087"/>
                    <a:pt x="252" y="1087"/>
                  </a:cubicBezTo>
                  <a:lnTo>
                    <a:pt x="248" y="1088"/>
                  </a:lnTo>
                  <a:cubicBezTo>
                    <a:pt x="246" y="1088"/>
                    <a:pt x="245" y="1088"/>
                    <a:pt x="244" y="1088"/>
                  </a:cubicBezTo>
                  <a:lnTo>
                    <a:pt x="240" y="1086"/>
                  </a:lnTo>
                  <a:cubicBezTo>
                    <a:pt x="239" y="1086"/>
                    <a:pt x="238" y="1086"/>
                    <a:pt x="237" y="1085"/>
                  </a:cubicBezTo>
                  <a:lnTo>
                    <a:pt x="229" y="1078"/>
                  </a:lnTo>
                  <a:lnTo>
                    <a:pt x="225" y="1076"/>
                  </a:lnTo>
                  <a:lnTo>
                    <a:pt x="220" y="1077"/>
                  </a:lnTo>
                  <a:lnTo>
                    <a:pt x="195" y="1082"/>
                  </a:lnTo>
                  <a:lnTo>
                    <a:pt x="188" y="1082"/>
                  </a:lnTo>
                  <a:lnTo>
                    <a:pt x="176" y="1080"/>
                  </a:lnTo>
                  <a:lnTo>
                    <a:pt x="171" y="1077"/>
                  </a:lnTo>
                  <a:cubicBezTo>
                    <a:pt x="170" y="1076"/>
                    <a:pt x="169" y="1076"/>
                    <a:pt x="169" y="1075"/>
                  </a:cubicBezTo>
                  <a:lnTo>
                    <a:pt x="156" y="1062"/>
                  </a:lnTo>
                  <a:lnTo>
                    <a:pt x="119" y="1067"/>
                  </a:lnTo>
                  <a:lnTo>
                    <a:pt x="107" y="1072"/>
                  </a:lnTo>
                  <a:lnTo>
                    <a:pt x="103" y="1075"/>
                  </a:lnTo>
                  <a:lnTo>
                    <a:pt x="94" y="1080"/>
                  </a:lnTo>
                  <a:cubicBezTo>
                    <a:pt x="93" y="1080"/>
                    <a:pt x="92" y="1081"/>
                    <a:pt x="91" y="1081"/>
                  </a:cubicBezTo>
                  <a:lnTo>
                    <a:pt x="86" y="1082"/>
                  </a:lnTo>
                  <a:cubicBezTo>
                    <a:pt x="84" y="1082"/>
                    <a:pt x="82" y="1081"/>
                    <a:pt x="80" y="1080"/>
                  </a:cubicBezTo>
                  <a:lnTo>
                    <a:pt x="77" y="1077"/>
                  </a:lnTo>
                  <a:cubicBezTo>
                    <a:pt x="75" y="1076"/>
                    <a:pt x="74" y="1075"/>
                    <a:pt x="74" y="1073"/>
                  </a:cubicBezTo>
                  <a:lnTo>
                    <a:pt x="73" y="1069"/>
                  </a:lnTo>
                  <a:cubicBezTo>
                    <a:pt x="73" y="1068"/>
                    <a:pt x="73" y="1067"/>
                    <a:pt x="73" y="1067"/>
                  </a:cubicBezTo>
                  <a:lnTo>
                    <a:pt x="73" y="1064"/>
                  </a:lnTo>
                  <a:lnTo>
                    <a:pt x="72" y="1062"/>
                  </a:lnTo>
                  <a:lnTo>
                    <a:pt x="69" y="1061"/>
                  </a:lnTo>
                  <a:lnTo>
                    <a:pt x="69" y="1063"/>
                  </a:lnTo>
                  <a:lnTo>
                    <a:pt x="67" y="1069"/>
                  </a:lnTo>
                  <a:cubicBezTo>
                    <a:pt x="67" y="1070"/>
                    <a:pt x="66" y="1070"/>
                    <a:pt x="66" y="1071"/>
                  </a:cubicBezTo>
                  <a:lnTo>
                    <a:pt x="54" y="1085"/>
                  </a:lnTo>
                  <a:lnTo>
                    <a:pt x="54" y="1088"/>
                  </a:lnTo>
                  <a:lnTo>
                    <a:pt x="55" y="1094"/>
                  </a:lnTo>
                  <a:lnTo>
                    <a:pt x="56" y="1096"/>
                  </a:lnTo>
                  <a:cubicBezTo>
                    <a:pt x="57" y="1097"/>
                    <a:pt x="57" y="1098"/>
                    <a:pt x="57" y="1099"/>
                  </a:cubicBezTo>
                  <a:lnTo>
                    <a:pt x="57" y="1102"/>
                  </a:lnTo>
                  <a:cubicBezTo>
                    <a:pt x="57" y="1103"/>
                    <a:pt x="57" y="1104"/>
                    <a:pt x="57" y="1104"/>
                  </a:cubicBezTo>
                  <a:lnTo>
                    <a:pt x="57" y="1108"/>
                  </a:lnTo>
                  <a:cubicBezTo>
                    <a:pt x="56" y="1110"/>
                    <a:pt x="56" y="1111"/>
                    <a:pt x="55" y="1112"/>
                  </a:cubicBezTo>
                  <a:lnTo>
                    <a:pt x="51" y="1117"/>
                  </a:lnTo>
                  <a:cubicBezTo>
                    <a:pt x="50" y="1118"/>
                    <a:pt x="49" y="1119"/>
                    <a:pt x="48" y="1120"/>
                  </a:cubicBezTo>
                  <a:lnTo>
                    <a:pt x="43" y="1122"/>
                  </a:lnTo>
                  <a:cubicBezTo>
                    <a:pt x="43" y="1122"/>
                    <a:pt x="42" y="1122"/>
                    <a:pt x="41" y="1122"/>
                  </a:cubicBezTo>
                  <a:lnTo>
                    <a:pt x="27" y="1123"/>
                  </a:lnTo>
                  <a:lnTo>
                    <a:pt x="14" y="1128"/>
                  </a:lnTo>
                  <a:lnTo>
                    <a:pt x="14" y="1130"/>
                  </a:lnTo>
                  <a:cubicBezTo>
                    <a:pt x="14" y="1130"/>
                    <a:pt x="14" y="1131"/>
                    <a:pt x="14" y="1132"/>
                  </a:cubicBezTo>
                  <a:lnTo>
                    <a:pt x="13" y="1137"/>
                  </a:lnTo>
                  <a:cubicBezTo>
                    <a:pt x="13" y="1138"/>
                    <a:pt x="13" y="1139"/>
                    <a:pt x="12" y="1140"/>
                  </a:cubicBezTo>
                  <a:lnTo>
                    <a:pt x="5" y="1149"/>
                  </a:lnTo>
                  <a:lnTo>
                    <a:pt x="4" y="1152"/>
                  </a:lnTo>
                  <a:lnTo>
                    <a:pt x="0" y="1175"/>
                  </a:lnTo>
                  <a:lnTo>
                    <a:pt x="0" y="1178"/>
                  </a:lnTo>
                  <a:lnTo>
                    <a:pt x="5" y="1191"/>
                  </a:lnTo>
                  <a:lnTo>
                    <a:pt x="7" y="1200"/>
                  </a:lnTo>
                  <a:lnTo>
                    <a:pt x="9" y="1211"/>
                  </a:lnTo>
                  <a:lnTo>
                    <a:pt x="31" y="1229"/>
                  </a:lnTo>
                  <a:lnTo>
                    <a:pt x="34" y="1230"/>
                  </a:lnTo>
                  <a:lnTo>
                    <a:pt x="66" y="1240"/>
                  </a:lnTo>
                  <a:lnTo>
                    <a:pt x="74" y="1244"/>
                  </a:lnTo>
                  <a:lnTo>
                    <a:pt x="86" y="1252"/>
                  </a:lnTo>
                  <a:lnTo>
                    <a:pt x="93" y="1253"/>
                  </a:lnTo>
                  <a:lnTo>
                    <a:pt x="106" y="1254"/>
                  </a:lnTo>
                  <a:cubicBezTo>
                    <a:pt x="107" y="1254"/>
                    <a:pt x="109" y="1254"/>
                    <a:pt x="110" y="1255"/>
                  </a:cubicBezTo>
                  <a:lnTo>
                    <a:pt x="115" y="1259"/>
                  </a:lnTo>
                  <a:lnTo>
                    <a:pt x="121" y="1265"/>
                  </a:lnTo>
                  <a:lnTo>
                    <a:pt x="126" y="1272"/>
                  </a:lnTo>
                  <a:lnTo>
                    <a:pt x="129" y="1279"/>
                  </a:lnTo>
                  <a:lnTo>
                    <a:pt x="131" y="1287"/>
                  </a:lnTo>
                  <a:lnTo>
                    <a:pt x="131" y="1294"/>
                  </a:lnTo>
                  <a:cubicBezTo>
                    <a:pt x="131" y="1296"/>
                    <a:pt x="131" y="1297"/>
                    <a:pt x="130" y="1298"/>
                  </a:cubicBezTo>
                  <a:lnTo>
                    <a:pt x="128" y="1302"/>
                  </a:lnTo>
                  <a:cubicBezTo>
                    <a:pt x="127" y="1303"/>
                    <a:pt x="127" y="1304"/>
                    <a:pt x="127" y="1304"/>
                  </a:cubicBezTo>
                  <a:lnTo>
                    <a:pt x="123" y="1308"/>
                  </a:lnTo>
                  <a:lnTo>
                    <a:pt x="131" y="1314"/>
                  </a:lnTo>
                  <a:cubicBezTo>
                    <a:pt x="132" y="1315"/>
                    <a:pt x="133" y="1316"/>
                    <a:pt x="133" y="1317"/>
                  </a:cubicBezTo>
                  <a:lnTo>
                    <a:pt x="136" y="1322"/>
                  </a:lnTo>
                  <a:lnTo>
                    <a:pt x="139" y="1328"/>
                  </a:lnTo>
                  <a:lnTo>
                    <a:pt x="141" y="1339"/>
                  </a:lnTo>
                  <a:lnTo>
                    <a:pt x="146" y="1355"/>
                  </a:lnTo>
                  <a:lnTo>
                    <a:pt x="147" y="1363"/>
                  </a:lnTo>
                  <a:cubicBezTo>
                    <a:pt x="147" y="1364"/>
                    <a:pt x="147" y="1365"/>
                    <a:pt x="147" y="1366"/>
                  </a:cubicBezTo>
                  <a:lnTo>
                    <a:pt x="145" y="1370"/>
                  </a:lnTo>
                  <a:cubicBezTo>
                    <a:pt x="145" y="1372"/>
                    <a:pt x="144" y="1373"/>
                    <a:pt x="142" y="1374"/>
                  </a:cubicBezTo>
                  <a:lnTo>
                    <a:pt x="139" y="1377"/>
                  </a:lnTo>
                  <a:lnTo>
                    <a:pt x="133" y="1380"/>
                  </a:lnTo>
                  <a:lnTo>
                    <a:pt x="122" y="1383"/>
                  </a:lnTo>
                  <a:lnTo>
                    <a:pt x="132" y="1389"/>
                  </a:lnTo>
                  <a:cubicBezTo>
                    <a:pt x="133" y="1390"/>
                    <a:pt x="133" y="1390"/>
                    <a:pt x="134" y="1391"/>
                  </a:cubicBezTo>
                  <a:lnTo>
                    <a:pt x="137" y="1395"/>
                  </a:lnTo>
                  <a:lnTo>
                    <a:pt x="139" y="1402"/>
                  </a:lnTo>
                  <a:lnTo>
                    <a:pt x="144" y="1427"/>
                  </a:lnTo>
                  <a:cubicBezTo>
                    <a:pt x="144" y="1428"/>
                    <a:pt x="144" y="1428"/>
                    <a:pt x="143" y="1429"/>
                  </a:cubicBezTo>
                  <a:lnTo>
                    <a:pt x="142" y="1433"/>
                  </a:lnTo>
                  <a:cubicBezTo>
                    <a:pt x="142" y="1434"/>
                    <a:pt x="141" y="1436"/>
                    <a:pt x="140" y="1437"/>
                  </a:cubicBezTo>
                  <a:lnTo>
                    <a:pt x="136" y="1440"/>
                  </a:lnTo>
                  <a:cubicBezTo>
                    <a:pt x="136" y="1440"/>
                    <a:pt x="135" y="1441"/>
                    <a:pt x="134" y="1441"/>
                  </a:cubicBezTo>
                  <a:lnTo>
                    <a:pt x="111" y="1451"/>
                  </a:lnTo>
                  <a:cubicBezTo>
                    <a:pt x="110" y="1451"/>
                    <a:pt x="109" y="1451"/>
                    <a:pt x="109" y="1451"/>
                  </a:cubicBezTo>
                  <a:lnTo>
                    <a:pt x="104" y="1452"/>
                  </a:lnTo>
                  <a:lnTo>
                    <a:pt x="95" y="1451"/>
                  </a:lnTo>
                  <a:lnTo>
                    <a:pt x="92" y="1452"/>
                  </a:lnTo>
                  <a:lnTo>
                    <a:pt x="85" y="1464"/>
                  </a:lnTo>
                  <a:lnTo>
                    <a:pt x="92" y="1467"/>
                  </a:lnTo>
                  <a:cubicBezTo>
                    <a:pt x="93" y="1467"/>
                    <a:pt x="94" y="1468"/>
                    <a:pt x="94" y="1468"/>
                  </a:cubicBezTo>
                  <a:lnTo>
                    <a:pt x="98" y="1471"/>
                  </a:lnTo>
                  <a:lnTo>
                    <a:pt x="104" y="1478"/>
                  </a:lnTo>
                  <a:cubicBezTo>
                    <a:pt x="105" y="1479"/>
                    <a:pt x="105" y="1479"/>
                    <a:pt x="105" y="1480"/>
                  </a:cubicBezTo>
                  <a:lnTo>
                    <a:pt x="107" y="1485"/>
                  </a:lnTo>
                  <a:cubicBezTo>
                    <a:pt x="108" y="1486"/>
                    <a:pt x="108" y="1487"/>
                    <a:pt x="108" y="1488"/>
                  </a:cubicBezTo>
                  <a:lnTo>
                    <a:pt x="108" y="1493"/>
                  </a:lnTo>
                  <a:lnTo>
                    <a:pt x="107" y="1503"/>
                  </a:lnTo>
                  <a:lnTo>
                    <a:pt x="112" y="1505"/>
                  </a:lnTo>
                  <a:cubicBezTo>
                    <a:pt x="113" y="1505"/>
                    <a:pt x="113" y="1506"/>
                    <a:pt x="114" y="1506"/>
                  </a:cubicBezTo>
                  <a:lnTo>
                    <a:pt x="128" y="1515"/>
                  </a:lnTo>
                  <a:lnTo>
                    <a:pt x="131" y="1516"/>
                  </a:lnTo>
                  <a:lnTo>
                    <a:pt x="138" y="1515"/>
                  </a:lnTo>
                  <a:lnTo>
                    <a:pt x="175" y="1506"/>
                  </a:lnTo>
                  <a:cubicBezTo>
                    <a:pt x="175" y="1506"/>
                    <a:pt x="176" y="1506"/>
                    <a:pt x="177" y="1506"/>
                  </a:cubicBezTo>
                  <a:lnTo>
                    <a:pt x="181" y="1507"/>
                  </a:lnTo>
                  <a:cubicBezTo>
                    <a:pt x="183" y="1507"/>
                    <a:pt x="184" y="1507"/>
                    <a:pt x="185" y="1508"/>
                  </a:cubicBezTo>
                  <a:lnTo>
                    <a:pt x="190" y="1512"/>
                  </a:lnTo>
                  <a:cubicBezTo>
                    <a:pt x="191" y="1513"/>
                    <a:pt x="192" y="1513"/>
                    <a:pt x="192" y="1514"/>
                  </a:cubicBezTo>
                  <a:lnTo>
                    <a:pt x="196" y="1519"/>
                  </a:lnTo>
                  <a:lnTo>
                    <a:pt x="200" y="1528"/>
                  </a:lnTo>
                  <a:lnTo>
                    <a:pt x="204" y="1532"/>
                  </a:lnTo>
                  <a:lnTo>
                    <a:pt x="219" y="1538"/>
                  </a:lnTo>
                  <a:lnTo>
                    <a:pt x="226" y="1544"/>
                  </a:lnTo>
                  <a:cubicBezTo>
                    <a:pt x="227" y="1544"/>
                    <a:pt x="227" y="1545"/>
                    <a:pt x="228" y="1546"/>
                  </a:cubicBezTo>
                  <a:lnTo>
                    <a:pt x="231" y="1551"/>
                  </a:lnTo>
                  <a:lnTo>
                    <a:pt x="234" y="1557"/>
                  </a:lnTo>
                  <a:cubicBezTo>
                    <a:pt x="234" y="1558"/>
                    <a:pt x="235" y="1559"/>
                    <a:pt x="235" y="1560"/>
                  </a:cubicBezTo>
                  <a:lnTo>
                    <a:pt x="235" y="1564"/>
                  </a:lnTo>
                  <a:cubicBezTo>
                    <a:pt x="235" y="1565"/>
                    <a:pt x="235" y="1566"/>
                    <a:pt x="234" y="1567"/>
                  </a:cubicBezTo>
                  <a:lnTo>
                    <a:pt x="233" y="1571"/>
                  </a:lnTo>
                  <a:lnTo>
                    <a:pt x="231" y="1575"/>
                  </a:lnTo>
                  <a:cubicBezTo>
                    <a:pt x="230" y="1576"/>
                    <a:pt x="229" y="1577"/>
                    <a:pt x="228" y="1578"/>
                  </a:cubicBezTo>
                  <a:lnTo>
                    <a:pt x="223" y="1581"/>
                  </a:lnTo>
                  <a:cubicBezTo>
                    <a:pt x="222" y="1582"/>
                    <a:pt x="220" y="1582"/>
                    <a:pt x="218" y="1582"/>
                  </a:cubicBezTo>
                  <a:lnTo>
                    <a:pt x="191" y="1577"/>
                  </a:lnTo>
                  <a:lnTo>
                    <a:pt x="144" y="1583"/>
                  </a:lnTo>
                  <a:lnTo>
                    <a:pt x="139" y="1589"/>
                  </a:lnTo>
                  <a:lnTo>
                    <a:pt x="131" y="1601"/>
                  </a:lnTo>
                  <a:lnTo>
                    <a:pt x="130" y="1608"/>
                  </a:lnTo>
                  <a:lnTo>
                    <a:pt x="130" y="1615"/>
                  </a:lnTo>
                  <a:cubicBezTo>
                    <a:pt x="130" y="1616"/>
                    <a:pt x="130" y="1617"/>
                    <a:pt x="130" y="1617"/>
                  </a:cubicBezTo>
                  <a:lnTo>
                    <a:pt x="129" y="1622"/>
                  </a:lnTo>
                  <a:cubicBezTo>
                    <a:pt x="128" y="1623"/>
                    <a:pt x="128" y="1624"/>
                    <a:pt x="128" y="1625"/>
                  </a:cubicBezTo>
                  <a:lnTo>
                    <a:pt x="125" y="1629"/>
                  </a:lnTo>
                  <a:cubicBezTo>
                    <a:pt x="125" y="1630"/>
                    <a:pt x="124" y="1631"/>
                    <a:pt x="123" y="1631"/>
                  </a:cubicBezTo>
                  <a:lnTo>
                    <a:pt x="117" y="1637"/>
                  </a:lnTo>
                  <a:cubicBezTo>
                    <a:pt x="116" y="1637"/>
                    <a:pt x="116" y="1638"/>
                    <a:pt x="114" y="1638"/>
                  </a:cubicBezTo>
                  <a:lnTo>
                    <a:pt x="110" y="1640"/>
                  </a:lnTo>
                  <a:cubicBezTo>
                    <a:pt x="109" y="1640"/>
                    <a:pt x="108" y="1640"/>
                    <a:pt x="108" y="1640"/>
                  </a:cubicBezTo>
                  <a:lnTo>
                    <a:pt x="103" y="1641"/>
                  </a:lnTo>
                  <a:cubicBezTo>
                    <a:pt x="102" y="1641"/>
                    <a:pt x="101" y="1641"/>
                    <a:pt x="100" y="1640"/>
                  </a:cubicBezTo>
                  <a:lnTo>
                    <a:pt x="78" y="1634"/>
                  </a:lnTo>
                  <a:lnTo>
                    <a:pt x="66" y="1634"/>
                  </a:lnTo>
                  <a:lnTo>
                    <a:pt x="32" y="1640"/>
                  </a:lnTo>
                  <a:cubicBezTo>
                    <a:pt x="31" y="1643"/>
                    <a:pt x="29" y="1644"/>
                    <a:pt x="26" y="1644"/>
                  </a:cubicBezTo>
                  <a:lnTo>
                    <a:pt x="16" y="1645"/>
                  </a:lnTo>
                  <a:lnTo>
                    <a:pt x="11" y="1651"/>
                  </a:lnTo>
                  <a:lnTo>
                    <a:pt x="6" y="1662"/>
                  </a:lnTo>
                  <a:lnTo>
                    <a:pt x="5" y="1674"/>
                  </a:lnTo>
                  <a:cubicBezTo>
                    <a:pt x="5" y="1675"/>
                    <a:pt x="7" y="1677"/>
                    <a:pt x="7" y="1678"/>
                  </a:cubicBezTo>
                  <a:lnTo>
                    <a:pt x="10" y="1679"/>
                  </a:lnTo>
                  <a:lnTo>
                    <a:pt x="40" y="1683"/>
                  </a:lnTo>
                  <a:cubicBezTo>
                    <a:pt x="41" y="1683"/>
                    <a:pt x="42" y="1684"/>
                    <a:pt x="42" y="1684"/>
                  </a:cubicBezTo>
                  <a:lnTo>
                    <a:pt x="53" y="1688"/>
                  </a:lnTo>
                  <a:lnTo>
                    <a:pt x="81" y="1707"/>
                  </a:lnTo>
                  <a:lnTo>
                    <a:pt x="91" y="1710"/>
                  </a:lnTo>
                  <a:lnTo>
                    <a:pt x="99" y="1710"/>
                  </a:lnTo>
                  <a:cubicBezTo>
                    <a:pt x="100" y="1710"/>
                    <a:pt x="101" y="1710"/>
                    <a:pt x="102" y="1711"/>
                  </a:cubicBezTo>
                  <a:lnTo>
                    <a:pt x="109" y="1714"/>
                  </a:lnTo>
                  <a:cubicBezTo>
                    <a:pt x="108" y="1713"/>
                    <a:pt x="108" y="1713"/>
                    <a:pt x="108" y="1713"/>
                  </a:cubicBezTo>
                  <a:lnTo>
                    <a:pt x="107" y="1704"/>
                  </a:lnTo>
                  <a:cubicBezTo>
                    <a:pt x="107" y="1703"/>
                    <a:pt x="107" y="1701"/>
                    <a:pt x="108" y="1700"/>
                  </a:cubicBezTo>
                  <a:lnTo>
                    <a:pt x="114" y="1688"/>
                  </a:lnTo>
                  <a:cubicBezTo>
                    <a:pt x="114" y="1686"/>
                    <a:pt x="116" y="1685"/>
                    <a:pt x="117" y="1684"/>
                  </a:cubicBezTo>
                  <a:lnTo>
                    <a:pt x="123" y="1681"/>
                  </a:lnTo>
                  <a:cubicBezTo>
                    <a:pt x="127" y="1680"/>
                    <a:pt x="131" y="1681"/>
                    <a:pt x="133" y="1684"/>
                  </a:cubicBezTo>
                  <a:lnTo>
                    <a:pt x="138" y="1691"/>
                  </a:lnTo>
                  <a:lnTo>
                    <a:pt x="149" y="1713"/>
                  </a:lnTo>
                  <a:cubicBezTo>
                    <a:pt x="150" y="1715"/>
                    <a:pt x="150" y="1717"/>
                    <a:pt x="150" y="1719"/>
                  </a:cubicBezTo>
                  <a:cubicBezTo>
                    <a:pt x="149" y="1722"/>
                    <a:pt x="147" y="1723"/>
                    <a:pt x="145" y="1724"/>
                  </a:cubicBezTo>
                  <a:cubicBezTo>
                    <a:pt x="145" y="1724"/>
                    <a:pt x="143" y="1725"/>
                    <a:pt x="142" y="1725"/>
                  </a:cubicBezTo>
                  <a:lnTo>
                    <a:pt x="137" y="1726"/>
                  </a:lnTo>
                  <a:cubicBezTo>
                    <a:pt x="137" y="1726"/>
                    <a:pt x="135" y="1726"/>
                    <a:pt x="134" y="1726"/>
                  </a:cubicBezTo>
                  <a:lnTo>
                    <a:pt x="122" y="1725"/>
                  </a:lnTo>
                  <a:cubicBezTo>
                    <a:pt x="120" y="1725"/>
                    <a:pt x="119" y="1724"/>
                    <a:pt x="118" y="1723"/>
                  </a:cubicBezTo>
                  <a:lnTo>
                    <a:pt x="116" y="1721"/>
                  </a:lnTo>
                  <a:lnTo>
                    <a:pt x="120" y="1729"/>
                  </a:lnTo>
                  <a:cubicBezTo>
                    <a:pt x="120" y="1729"/>
                    <a:pt x="121" y="1730"/>
                    <a:pt x="121" y="1731"/>
                  </a:cubicBezTo>
                  <a:lnTo>
                    <a:pt x="127" y="1756"/>
                  </a:lnTo>
                  <a:lnTo>
                    <a:pt x="131" y="1763"/>
                  </a:lnTo>
                  <a:lnTo>
                    <a:pt x="143" y="1773"/>
                  </a:lnTo>
                  <a:lnTo>
                    <a:pt x="147" y="1774"/>
                  </a:lnTo>
                  <a:lnTo>
                    <a:pt x="165" y="1771"/>
                  </a:lnTo>
                  <a:lnTo>
                    <a:pt x="170" y="1768"/>
                  </a:lnTo>
                  <a:lnTo>
                    <a:pt x="176" y="1760"/>
                  </a:lnTo>
                  <a:lnTo>
                    <a:pt x="188" y="1751"/>
                  </a:lnTo>
                  <a:lnTo>
                    <a:pt x="190" y="1748"/>
                  </a:lnTo>
                  <a:lnTo>
                    <a:pt x="193" y="1740"/>
                  </a:lnTo>
                  <a:cubicBezTo>
                    <a:pt x="193" y="1739"/>
                    <a:pt x="193" y="1739"/>
                    <a:pt x="194" y="1738"/>
                  </a:cubicBezTo>
                  <a:lnTo>
                    <a:pt x="196" y="1735"/>
                  </a:lnTo>
                  <a:cubicBezTo>
                    <a:pt x="197" y="1733"/>
                    <a:pt x="198" y="1733"/>
                    <a:pt x="199" y="1732"/>
                  </a:cubicBezTo>
                  <a:lnTo>
                    <a:pt x="207" y="1728"/>
                  </a:lnTo>
                  <a:cubicBezTo>
                    <a:pt x="209" y="1727"/>
                    <a:pt x="210" y="1727"/>
                    <a:pt x="212" y="1727"/>
                  </a:cubicBezTo>
                  <a:lnTo>
                    <a:pt x="233" y="1730"/>
                  </a:lnTo>
                  <a:lnTo>
                    <a:pt x="263" y="1721"/>
                  </a:lnTo>
                  <a:lnTo>
                    <a:pt x="279" y="1719"/>
                  </a:lnTo>
                  <a:cubicBezTo>
                    <a:pt x="280" y="1719"/>
                    <a:pt x="282" y="1719"/>
                    <a:pt x="283" y="1720"/>
                  </a:cubicBezTo>
                  <a:lnTo>
                    <a:pt x="297" y="1728"/>
                  </a:lnTo>
                  <a:lnTo>
                    <a:pt x="304" y="1733"/>
                  </a:lnTo>
                  <a:lnTo>
                    <a:pt x="332" y="1746"/>
                  </a:lnTo>
                  <a:lnTo>
                    <a:pt x="346" y="1749"/>
                  </a:lnTo>
                  <a:lnTo>
                    <a:pt x="352" y="1749"/>
                  </a:lnTo>
                  <a:cubicBezTo>
                    <a:pt x="356" y="1750"/>
                    <a:pt x="358" y="1752"/>
                    <a:pt x="359" y="1755"/>
                  </a:cubicBezTo>
                  <a:lnTo>
                    <a:pt x="363" y="1764"/>
                  </a:lnTo>
                  <a:lnTo>
                    <a:pt x="369" y="1773"/>
                  </a:lnTo>
                  <a:lnTo>
                    <a:pt x="377" y="1779"/>
                  </a:lnTo>
                  <a:lnTo>
                    <a:pt x="384" y="1781"/>
                  </a:lnTo>
                  <a:cubicBezTo>
                    <a:pt x="385" y="1781"/>
                    <a:pt x="386" y="1781"/>
                    <a:pt x="386" y="1782"/>
                  </a:cubicBezTo>
                  <a:lnTo>
                    <a:pt x="399" y="1788"/>
                  </a:lnTo>
                  <a:lnTo>
                    <a:pt x="400" y="1788"/>
                  </a:lnTo>
                  <a:lnTo>
                    <a:pt x="403" y="1779"/>
                  </a:lnTo>
                  <a:cubicBezTo>
                    <a:pt x="403" y="1778"/>
                    <a:pt x="404" y="1777"/>
                    <a:pt x="405" y="1776"/>
                  </a:cubicBezTo>
                  <a:lnTo>
                    <a:pt x="409" y="1772"/>
                  </a:lnTo>
                  <a:cubicBezTo>
                    <a:pt x="410" y="1771"/>
                    <a:pt x="412" y="1770"/>
                    <a:pt x="414" y="1770"/>
                  </a:cubicBezTo>
                  <a:lnTo>
                    <a:pt x="424" y="1770"/>
                  </a:lnTo>
                  <a:cubicBezTo>
                    <a:pt x="424" y="1770"/>
                    <a:pt x="426" y="1770"/>
                    <a:pt x="427" y="1771"/>
                  </a:cubicBezTo>
                  <a:lnTo>
                    <a:pt x="450" y="1778"/>
                  </a:lnTo>
                  <a:lnTo>
                    <a:pt x="457" y="1780"/>
                  </a:lnTo>
                  <a:lnTo>
                    <a:pt x="453" y="1767"/>
                  </a:lnTo>
                  <a:cubicBezTo>
                    <a:pt x="452" y="1765"/>
                    <a:pt x="452" y="1762"/>
                    <a:pt x="454" y="1760"/>
                  </a:cubicBezTo>
                  <a:lnTo>
                    <a:pt x="458" y="1754"/>
                  </a:lnTo>
                  <a:lnTo>
                    <a:pt x="459" y="1753"/>
                  </a:lnTo>
                  <a:lnTo>
                    <a:pt x="480" y="1736"/>
                  </a:lnTo>
                  <a:lnTo>
                    <a:pt x="490" y="1731"/>
                  </a:lnTo>
                  <a:cubicBezTo>
                    <a:pt x="491" y="1730"/>
                    <a:pt x="492" y="1730"/>
                    <a:pt x="493" y="1730"/>
                  </a:cubicBezTo>
                  <a:lnTo>
                    <a:pt x="504" y="1729"/>
                  </a:lnTo>
                  <a:lnTo>
                    <a:pt x="524" y="1732"/>
                  </a:lnTo>
                  <a:lnTo>
                    <a:pt x="531" y="1731"/>
                  </a:lnTo>
                  <a:lnTo>
                    <a:pt x="538" y="1726"/>
                  </a:lnTo>
                  <a:lnTo>
                    <a:pt x="552" y="1713"/>
                  </a:lnTo>
                  <a:lnTo>
                    <a:pt x="561" y="1707"/>
                  </a:lnTo>
                  <a:cubicBezTo>
                    <a:pt x="562" y="1706"/>
                    <a:pt x="563" y="1706"/>
                    <a:pt x="564" y="1706"/>
                  </a:cubicBezTo>
                  <a:lnTo>
                    <a:pt x="572" y="1705"/>
                  </a:lnTo>
                  <a:lnTo>
                    <a:pt x="582" y="1705"/>
                  </a:lnTo>
                  <a:lnTo>
                    <a:pt x="587" y="1704"/>
                  </a:lnTo>
                  <a:lnTo>
                    <a:pt x="602" y="1693"/>
                  </a:lnTo>
                  <a:cubicBezTo>
                    <a:pt x="604" y="1691"/>
                    <a:pt x="607" y="1691"/>
                    <a:pt x="609" y="1692"/>
                  </a:cubicBezTo>
                  <a:lnTo>
                    <a:pt x="622" y="1696"/>
                  </a:lnTo>
                  <a:lnTo>
                    <a:pt x="627" y="1693"/>
                  </a:lnTo>
                  <a:cubicBezTo>
                    <a:pt x="629" y="1692"/>
                    <a:pt x="631" y="1692"/>
                    <a:pt x="633" y="1692"/>
                  </a:cubicBezTo>
                  <a:lnTo>
                    <a:pt x="638" y="1693"/>
                  </a:lnTo>
                  <a:lnTo>
                    <a:pt x="651" y="1693"/>
                  </a:lnTo>
                  <a:cubicBezTo>
                    <a:pt x="652" y="1693"/>
                    <a:pt x="653" y="1693"/>
                    <a:pt x="653" y="1694"/>
                  </a:cubicBezTo>
                  <a:lnTo>
                    <a:pt x="657" y="1695"/>
                  </a:lnTo>
                  <a:cubicBezTo>
                    <a:pt x="659" y="1695"/>
                    <a:pt x="661" y="1697"/>
                    <a:pt x="662" y="1699"/>
                  </a:cubicBezTo>
                  <a:lnTo>
                    <a:pt x="668" y="1712"/>
                  </a:lnTo>
                  <a:lnTo>
                    <a:pt x="671" y="1715"/>
                  </a:lnTo>
                  <a:lnTo>
                    <a:pt x="676" y="1718"/>
                  </a:lnTo>
                  <a:lnTo>
                    <a:pt x="685" y="1720"/>
                  </a:lnTo>
                  <a:lnTo>
                    <a:pt x="696" y="1722"/>
                  </a:lnTo>
                  <a:lnTo>
                    <a:pt x="708" y="1721"/>
                  </a:lnTo>
                  <a:lnTo>
                    <a:pt x="735" y="1716"/>
                  </a:lnTo>
                  <a:lnTo>
                    <a:pt x="735" y="1705"/>
                  </a:lnTo>
                  <a:lnTo>
                    <a:pt x="720" y="1685"/>
                  </a:lnTo>
                  <a:lnTo>
                    <a:pt x="686" y="1650"/>
                  </a:lnTo>
                  <a:cubicBezTo>
                    <a:pt x="685" y="1650"/>
                    <a:pt x="685" y="1649"/>
                    <a:pt x="684" y="1648"/>
                  </a:cubicBezTo>
                  <a:lnTo>
                    <a:pt x="679" y="1634"/>
                  </a:lnTo>
                  <a:cubicBezTo>
                    <a:pt x="679" y="1634"/>
                    <a:pt x="679" y="1633"/>
                    <a:pt x="679" y="1632"/>
                  </a:cubicBezTo>
                  <a:lnTo>
                    <a:pt x="673" y="1581"/>
                  </a:lnTo>
                  <a:lnTo>
                    <a:pt x="673" y="1575"/>
                  </a:lnTo>
                  <a:lnTo>
                    <a:pt x="671" y="1575"/>
                  </a:lnTo>
                  <a:cubicBezTo>
                    <a:pt x="669" y="1575"/>
                    <a:pt x="668" y="1575"/>
                    <a:pt x="667" y="1574"/>
                  </a:cubicBezTo>
                  <a:lnTo>
                    <a:pt x="664" y="1573"/>
                  </a:lnTo>
                  <a:cubicBezTo>
                    <a:pt x="663" y="1573"/>
                    <a:pt x="662" y="1572"/>
                    <a:pt x="661" y="1570"/>
                  </a:cubicBezTo>
                  <a:lnTo>
                    <a:pt x="658" y="1565"/>
                  </a:lnTo>
                  <a:lnTo>
                    <a:pt x="655" y="1559"/>
                  </a:lnTo>
                  <a:cubicBezTo>
                    <a:pt x="655" y="1558"/>
                    <a:pt x="654" y="1556"/>
                    <a:pt x="655" y="1555"/>
                  </a:cubicBezTo>
                  <a:lnTo>
                    <a:pt x="655" y="1549"/>
                  </a:lnTo>
                  <a:cubicBezTo>
                    <a:pt x="655" y="1548"/>
                    <a:pt x="656" y="1547"/>
                    <a:pt x="657" y="1545"/>
                  </a:cubicBezTo>
                  <a:lnTo>
                    <a:pt x="662" y="1538"/>
                  </a:lnTo>
                  <a:cubicBezTo>
                    <a:pt x="663" y="1536"/>
                    <a:pt x="665" y="1535"/>
                    <a:pt x="668" y="1535"/>
                  </a:cubicBezTo>
                  <a:cubicBezTo>
                    <a:pt x="669" y="1535"/>
                    <a:pt x="672" y="1536"/>
                    <a:pt x="673" y="1537"/>
                  </a:cubicBezTo>
                  <a:lnTo>
                    <a:pt x="677" y="1515"/>
                  </a:lnTo>
                  <a:lnTo>
                    <a:pt x="678" y="1503"/>
                  </a:lnTo>
                  <a:lnTo>
                    <a:pt x="677" y="1492"/>
                  </a:lnTo>
                  <a:lnTo>
                    <a:pt x="674" y="1481"/>
                  </a:lnTo>
                  <a:lnTo>
                    <a:pt x="671" y="1479"/>
                  </a:lnTo>
                  <a:lnTo>
                    <a:pt x="657" y="1475"/>
                  </a:lnTo>
                  <a:lnTo>
                    <a:pt x="651" y="1475"/>
                  </a:lnTo>
                  <a:cubicBezTo>
                    <a:pt x="650" y="1474"/>
                    <a:pt x="649" y="1474"/>
                    <a:pt x="648" y="1474"/>
                  </a:cubicBezTo>
                  <a:lnTo>
                    <a:pt x="644" y="1471"/>
                  </a:lnTo>
                  <a:cubicBezTo>
                    <a:pt x="643" y="1471"/>
                    <a:pt x="642" y="1470"/>
                    <a:pt x="641" y="1469"/>
                  </a:cubicBezTo>
                  <a:lnTo>
                    <a:pt x="638" y="1465"/>
                  </a:lnTo>
                  <a:cubicBezTo>
                    <a:pt x="637" y="1464"/>
                    <a:pt x="637" y="1463"/>
                    <a:pt x="637" y="1463"/>
                  </a:cubicBezTo>
                  <a:lnTo>
                    <a:pt x="634" y="1455"/>
                  </a:lnTo>
                  <a:lnTo>
                    <a:pt x="631" y="1451"/>
                  </a:lnTo>
                  <a:cubicBezTo>
                    <a:pt x="629" y="1448"/>
                    <a:pt x="629" y="1444"/>
                    <a:pt x="632" y="1441"/>
                  </a:cubicBezTo>
                  <a:lnTo>
                    <a:pt x="651" y="1420"/>
                  </a:lnTo>
                  <a:cubicBezTo>
                    <a:pt x="652" y="1419"/>
                    <a:pt x="653" y="1419"/>
                    <a:pt x="653" y="1418"/>
                  </a:cubicBezTo>
                  <a:lnTo>
                    <a:pt x="657" y="1416"/>
                  </a:lnTo>
                  <a:lnTo>
                    <a:pt x="656" y="1403"/>
                  </a:lnTo>
                  <a:cubicBezTo>
                    <a:pt x="656" y="1402"/>
                    <a:pt x="657" y="1400"/>
                    <a:pt x="657" y="1399"/>
                  </a:cubicBezTo>
                  <a:lnTo>
                    <a:pt x="659" y="1396"/>
                  </a:lnTo>
                  <a:cubicBezTo>
                    <a:pt x="661" y="1392"/>
                    <a:pt x="665" y="1391"/>
                    <a:pt x="668" y="1392"/>
                  </a:cubicBezTo>
                  <a:lnTo>
                    <a:pt x="673" y="1393"/>
                  </a:lnTo>
                  <a:lnTo>
                    <a:pt x="678" y="1395"/>
                  </a:lnTo>
                  <a:lnTo>
                    <a:pt x="680" y="1394"/>
                  </a:lnTo>
                  <a:lnTo>
                    <a:pt x="668" y="1384"/>
                  </a:lnTo>
                  <a:cubicBezTo>
                    <a:pt x="667" y="1384"/>
                    <a:pt x="667" y="1383"/>
                    <a:pt x="666" y="1382"/>
                  </a:cubicBezTo>
                  <a:lnTo>
                    <a:pt x="661" y="1372"/>
                  </a:lnTo>
                  <a:cubicBezTo>
                    <a:pt x="660" y="1371"/>
                    <a:pt x="660" y="1370"/>
                    <a:pt x="660" y="1369"/>
                  </a:cubicBezTo>
                  <a:lnTo>
                    <a:pt x="658" y="1358"/>
                  </a:lnTo>
                  <a:cubicBezTo>
                    <a:pt x="658" y="1357"/>
                    <a:pt x="658" y="1355"/>
                    <a:pt x="659" y="1354"/>
                  </a:cubicBezTo>
                  <a:lnTo>
                    <a:pt x="663" y="1346"/>
                  </a:lnTo>
                  <a:cubicBezTo>
                    <a:pt x="665" y="1344"/>
                    <a:pt x="667" y="1342"/>
                    <a:pt x="669" y="1342"/>
                  </a:cubicBezTo>
                  <a:lnTo>
                    <a:pt x="680" y="1340"/>
                  </a:lnTo>
                  <a:cubicBezTo>
                    <a:pt x="682" y="1340"/>
                    <a:pt x="684" y="1340"/>
                    <a:pt x="686" y="1341"/>
                  </a:cubicBezTo>
                  <a:lnTo>
                    <a:pt x="687" y="1327"/>
                  </a:lnTo>
                  <a:lnTo>
                    <a:pt x="689" y="1318"/>
                  </a:lnTo>
                  <a:cubicBezTo>
                    <a:pt x="690" y="1317"/>
                    <a:pt x="690" y="1316"/>
                    <a:pt x="691" y="1315"/>
                  </a:cubicBezTo>
                  <a:lnTo>
                    <a:pt x="699" y="1306"/>
                  </a:lnTo>
                  <a:lnTo>
                    <a:pt x="700" y="1303"/>
                  </a:lnTo>
                  <a:lnTo>
                    <a:pt x="699" y="1301"/>
                  </a:lnTo>
                  <a:lnTo>
                    <a:pt x="693" y="1297"/>
                  </a:lnTo>
                  <a:cubicBezTo>
                    <a:pt x="692" y="1296"/>
                    <a:pt x="691" y="1296"/>
                    <a:pt x="691" y="1295"/>
                  </a:cubicBezTo>
                  <a:lnTo>
                    <a:pt x="683" y="1286"/>
                  </a:lnTo>
                  <a:cubicBezTo>
                    <a:pt x="682" y="1285"/>
                    <a:pt x="681" y="1284"/>
                    <a:pt x="681" y="1282"/>
                  </a:cubicBezTo>
                  <a:lnTo>
                    <a:pt x="677" y="1263"/>
                  </a:lnTo>
                  <a:cubicBezTo>
                    <a:pt x="677" y="1262"/>
                    <a:pt x="677" y="1260"/>
                    <a:pt x="678" y="1258"/>
                  </a:cubicBezTo>
                  <a:lnTo>
                    <a:pt x="680" y="1253"/>
                  </a:lnTo>
                  <a:cubicBezTo>
                    <a:pt x="681" y="1251"/>
                    <a:pt x="683" y="1250"/>
                    <a:pt x="685" y="1249"/>
                  </a:cubicBezTo>
                  <a:lnTo>
                    <a:pt x="691" y="1247"/>
                  </a:lnTo>
                  <a:cubicBezTo>
                    <a:pt x="691" y="1247"/>
                    <a:pt x="692" y="1247"/>
                    <a:pt x="693" y="1247"/>
                  </a:cubicBezTo>
                  <a:lnTo>
                    <a:pt x="707" y="1247"/>
                  </a:lnTo>
                  <a:lnTo>
                    <a:pt x="707" y="1247"/>
                  </a:lnTo>
                  <a:cubicBezTo>
                    <a:pt x="709" y="1247"/>
                    <a:pt x="711" y="1248"/>
                    <a:pt x="713" y="1249"/>
                  </a:cubicBezTo>
                  <a:lnTo>
                    <a:pt x="715" y="1252"/>
                  </a:lnTo>
                  <a:cubicBezTo>
                    <a:pt x="718" y="1255"/>
                    <a:pt x="718" y="1259"/>
                    <a:pt x="715" y="1263"/>
                  </a:cubicBezTo>
                  <a:lnTo>
                    <a:pt x="706" y="1271"/>
                  </a:lnTo>
                  <a:cubicBezTo>
                    <a:pt x="707" y="1271"/>
                    <a:pt x="708" y="1272"/>
                    <a:pt x="708" y="1273"/>
                  </a:cubicBezTo>
                  <a:lnTo>
                    <a:pt x="709" y="1273"/>
                  </a:lnTo>
                  <a:lnTo>
                    <a:pt x="719" y="1258"/>
                  </a:lnTo>
                  <a:lnTo>
                    <a:pt x="721" y="1251"/>
                  </a:lnTo>
                  <a:cubicBezTo>
                    <a:pt x="721" y="1250"/>
                    <a:pt x="722" y="1249"/>
                    <a:pt x="723" y="1248"/>
                  </a:cubicBezTo>
                  <a:lnTo>
                    <a:pt x="729" y="1241"/>
                  </a:lnTo>
                  <a:lnTo>
                    <a:pt x="740" y="1231"/>
                  </a:lnTo>
                  <a:lnTo>
                    <a:pt x="743" y="1226"/>
                  </a:lnTo>
                  <a:lnTo>
                    <a:pt x="748" y="1214"/>
                  </a:lnTo>
                  <a:lnTo>
                    <a:pt x="751" y="1207"/>
                  </a:lnTo>
                  <a:lnTo>
                    <a:pt x="760" y="1195"/>
                  </a:lnTo>
                  <a:lnTo>
                    <a:pt x="831" y="1142"/>
                  </a:lnTo>
                  <a:lnTo>
                    <a:pt x="850" y="1132"/>
                  </a:lnTo>
                  <a:cubicBezTo>
                    <a:pt x="850" y="1131"/>
                    <a:pt x="851" y="1131"/>
                    <a:pt x="852" y="1131"/>
                  </a:cubicBezTo>
                  <a:lnTo>
                    <a:pt x="864" y="1129"/>
                  </a:lnTo>
                  <a:cubicBezTo>
                    <a:pt x="866" y="1129"/>
                    <a:pt x="867" y="1129"/>
                    <a:pt x="869" y="1130"/>
                  </a:cubicBezTo>
                  <a:lnTo>
                    <a:pt x="885" y="1138"/>
                  </a:lnTo>
                  <a:lnTo>
                    <a:pt x="891" y="1135"/>
                  </a:lnTo>
                  <a:lnTo>
                    <a:pt x="930" y="1087"/>
                  </a:lnTo>
                  <a:lnTo>
                    <a:pt x="948" y="1072"/>
                  </a:lnTo>
                  <a:lnTo>
                    <a:pt x="992" y="1048"/>
                  </a:lnTo>
                  <a:lnTo>
                    <a:pt x="992" y="1048"/>
                  </a:lnTo>
                  <a:cubicBezTo>
                    <a:pt x="990" y="1048"/>
                    <a:pt x="988" y="1047"/>
                    <a:pt x="986" y="1046"/>
                  </a:cubicBezTo>
                  <a:cubicBezTo>
                    <a:pt x="985" y="1044"/>
                    <a:pt x="984" y="1042"/>
                    <a:pt x="984" y="1040"/>
                  </a:cubicBezTo>
                  <a:lnTo>
                    <a:pt x="984" y="1036"/>
                  </a:lnTo>
                  <a:cubicBezTo>
                    <a:pt x="984" y="1032"/>
                    <a:pt x="986" y="1030"/>
                    <a:pt x="989" y="1028"/>
                  </a:cubicBezTo>
                  <a:lnTo>
                    <a:pt x="1029" y="1011"/>
                  </a:lnTo>
                  <a:lnTo>
                    <a:pt x="1033" y="1006"/>
                  </a:lnTo>
                  <a:lnTo>
                    <a:pt x="1034" y="998"/>
                  </a:lnTo>
                  <a:cubicBezTo>
                    <a:pt x="1034" y="997"/>
                    <a:pt x="1034" y="996"/>
                    <a:pt x="1035" y="995"/>
                  </a:cubicBezTo>
                  <a:lnTo>
                    <a:pt x="1039" y="989"/>
                  </a:lnTo>
                  <a:cubicBezTo>
                    <a:pt x="1039" y="988"/>
                    <a:pt x="1040" y="987"/>
                    <a:pt x="1040" y="987"/>
                  </a:cubicBezTo>
                  <a:lnTo>
                    <a:pt x="1073" y="959"/>
                  </a:lnTo>
                  <a:lnTo>
                    <a:pt x="1087" y="951"/>
                  </a:lnTo>
                  <a:lnTo>
                    <a:pt x="1119" y="941"/>
                  </a:lnTo>
                  <a:lnTo>
                    <a:pt x="1140" y="925"/>
                  </a:lnTo>
                  <a:cubicBezTo>
                    <a:pt x="1141" y="925"/>
                    <a:pt x="1141" y="924"/>
                    <a:pt x="1142" y="924"/>
                  </a:cubicBezTo>
                  <a:lnTo>
                    <a:pt x="1157" y="919"/>
                  </a:lnTo>
                  <a:lnTo>
                    <a:pt x="1186" y="915"/>
                  </a:lnTo>
                  <a:cubicBezTo>
                    <a:pt x="1189" y="914"/>
                    <a:pt x="1192" y="915"/>
                    <a:pt x="1194" y="918"/>
                  </a:cubicBezTo>
                  <a:cubicBezTo>
                    <a:pt x="1195" y="920"/>
                    <a:pt x="1196" y="923"/>
                    <a:pt x="1195" y="926"/>
                  </a:cubicBezTo>
                  <a:lnTo>
                    <a:pt x="1190" y="936"/>
                  </a:lnTo>
                  <a:cubicBezTo>
                    <a:pt x="1189" y="937"/>
                    <a:pt x="1189" y="938"/>
                    <a:pt x="1188" y="938"/>
                  </a:cubicBezTo>
                  <a:lnTo>
                    <a:pt x="1184" y="944"/>
                  </a:lnTo>
                  <a:lnTo>
                    <a:pt x="1192" y="944"/>
                  </a:lnTo>
                  <a:cubicBezTo>
                    <a:pt x="1194" y="945"/>
                    <a:pt x="1195" y="945"/>
                    <a:pt x="1197" y="946"/>
                  </a:cubicBezTo>
                  <a:lnTo>
                    <a:pt x="1209" y="957"/>
                  </a:lnTo>
                  <a:cubicBezTo>
                    <a:pt x="1210" y="958"/>
                    <a:pt x="1211" y="959"/>
                    <a:pt x="1212" y="960"/>
                  </a:cubicBezTo>
                  <a:lnTo>
                    <a:pt x="1213" y="963"/>
                  </a:lnTo>
                  <a:lnTo>
                    <a:pt x="1224" y="1003"/>
                  </a:lnTo>
                  <a:lnTo>
                    <a:pt x="1226" y="1005"/>
                  </a:lnTo>
                  <a:lnTo>
                    <a:pt x="1235" y="1010"/>
                  </a:lnTo>
                  <a:lnTo>
                    <a:pt x="1249" y="1012"/>
                  </a:lnTo>
                  <a:lnTo>
                    <a:pt x="1251" y="1007"/>
                  </a:lnTo>
                  <a:lnTo>
                    <a:pt x="1253" y="998"/>
                  </a:lnTo>
                  <a:cubicBezTo>
                    <a:pt x="1254" y="998"/>
                    <a:pt x="1255" y="996"/>
                    <a:pt x="1255" y="995"/>
                  </a:cubicBezTo>
                  <a:cubicBezTo>
                    <a:pt x="1256" y="994"/>
                    <a:pt x="1258" y="993"/>
                    <a:pt x="1259" y="992"/>
                  </a:cubicBezTo>
                  <a:lnTo>
                    <a:pt x="1262" y="991"/>
                  </a:lnTo>
                  <a:cubicBezTo>
                    <a:pt x="1263" y="990"/>
                    <a:pt x="1264" y="990"/>
                    <a:pt x="1266" y="990"/>
                  </a:cubicBezTo>
                  <a:lnTo>
                    <a:pt x="1268" y="990"/>
                  </a:lnTo>
                  <a:lnTo>
                    <a:pt x="1271" y="986"/>
                  </a:lnTo>
                </a:path>
              </a:pathLst>
            </a:custGeom>
            <a:solidFill>
              <a:schemeClr val="accent6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xmlns="" id="{78CAF03C-D69C-4923-9211-8BB043428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509" y="2138854"/>
              <a:ext cx="652100" cy="517183"/>
            </a:xfrm>
            <a:custGeom>
              <a:avLst/>
              <a:gdLst>
                <a:gd name="T0" fmla="*/ 22 w 1024"/>
                <a:gd name="T1" fmla="*/ 179 h 811"/>
                <a:gd name="T2" fmla="*/ 62 w 1024"/>
                <a:gd name="T3" fmla="*/ 272 h 811"/>
                <a:gd name="T4" fmla="*/ 76 w 1024"/>
                <a:gd name="T5" fmla="*/ 340 h 811"/>
                <a:gd name="T6" fmla="*/ 66 w 1024"/>
                <a:gd name="T7" fmla="*/ 380 h 811"/>
                <a:gd name="T8" fmla="*/ 78 w 1024"/>
                <a:gd name="T9" fmla="*/ 397 h 811"/>
                <a:gd name="T10" fmla="*/ 126 w 1024"/>
                <a:gd name="T11" fmla="*/ 449 h 811"/>
                <a:gd name="T12" fmla="*/ 148 w 1024"/>
                <a:gd name="T13" fmla="*/ 483 h 811"/>
                <a:gd name="T14" fmla="*/ 159 w 1024"/>
                <a:gd name="T15" fmla="*/ 530 h 811"/>
                <a:gd name="T16" fmla="*/ 207 w 1024"/>
                <a:gd name="T17" fmla="*/ 569 h 811"/>
                <a:gd name="T18" fmla="*/ 242 w 1024"/>
                <a:gd name="T19" fmla="*/ 602 h 811"/>
                <a:gd name="T20" fmla="*/ 260 w 1024"/>
                <a:gd name="T21" fmla="*/ 647 h 811"/>
                <a:gd name="T22" fmla="*/ 277 w 1024"/>
                <a:gd name="T23" fmla="*/ 669 h 811"/>
                <a:gd name="T24" fmla="*/ 348 w 1024"/>
                <a:gd name="T25" fmla="*/ 671 h 811"/>
                <a:gd name="T26" fmla="*/ 367 w 1024"/>
                <a:gd name="T27" fmla="*/ 648 h 811"/>
                <a:gd name="T28" fmla="*/ 394 w 1024"/>
                <a:gd name="T29" fmla="*/ 667 h 811"/>
                <a:gd name="T30" fmla="*/ 410 w 1024"/>
                <a:gd name="T31" fmla="*/ 664 h 811"/>
                <a:gd name="T32" fmla="*/ 466 w 1024"/>
                <a:gd name="T33" fmla="*/ 667 h 811"/>
                <a:gd name="T34" fmla="*/ 526 w 1024"/>
                <a:gd name="T35" fmla="*/ 743 h 811"/>
                <a:gd name="T36" fmla="*/ 525 w 1024"/>
                <a:gd name="T37" fmla="*/ 776 h 811"/>
                <a:gd name="T38" fmla="*/ 520 w 1024"/>
                <a:gd name="T39" fmla="*/ 802 h 811"/>
                <a:gd name="T40" fmla="*/ 500 w 1024"/>
                <a:gd name="T41" fmla="*/ 805 h 811"/>
                <a:gd name="T42" fmla="*/ 608 w 1024"/>
                <a:gd name="T43" fmla="*/ 809 h 811"/>
                <a:gd name="T44" fmla="*/ 646 w 1024"/>
                <a:gd name="T45" fmla="*/ 783 h 811"/>
                <a:gd name="T46" fmla="*/ 675 w 1024"/>
                <a:gd name="T47" fmla="*/ 800 h 811"/>
                <a:gd name="T48" fmla="*/ 734 w 1024"/>
                <a:gd name="T49" fmla="*/ 751 h 811"/>
                <a:gd name="T50" fmla="*/ 767 w 1024"/>
                <a:gd name="T51" fmla="*/ 720 h 811"/>
                <a:gd name="T52" fmla="*/ 772 w 1024"/>
                <a:gd name="T53" fmla="*/ 655 h 811"/>
                <a:gd name="T54" fmla="*/ 811 w 1024"/>
                <a:gd name="T55" fmla="*/ 632 h 811"/>
                <a:gd name="T56" fmla="*/ 863 w 1024"/>
                <a:gd name="T57" fmla="*/ 627 h 811"/>
                <a:gd name="T58" fmla="*/ 943 w 1024"/>
                <a:gd name="T59" fmla="*/ 612 h 811"/>
                <a:gd name="T60" fmla="*/ 958 w 1024"/>
                <a:gd name="T61" fmla="*/ 574 h 811"/>
                <a:gd name="T62" fmla="*/ 957 w 1024"/>
                <a:gd name="T63" fmla="*/ 546 h 811"/>
                <a:gd name="T64" fmla="*/ 963 w 1024"/>
                <a:gd name="T65" fmla="*/ 511 h 811"/>
                <a:gd name="T66" fmla="*/ 992 w 1024"/>
                <a:gd name="T67" fmla="*/ 494 h 811"/>
                <a:gd name="T68" fmla="*/ 1014 w 1024"/>
                <a:gd name="T69" fmla="*/ 436 h 811"/>
                <a:gd name="T70" fmla="*/ 987 w 1024"/>
                <a:gd name="T71" fmla="*/ 431 h 811"/>
                <a:gd name="T72" fmla="*/ 988 w 1024"/>
                <a:gd name="T73" fmla="*/ 389 h 811"/>
                <a:gd name="T74" fmla="*/ 969 w 1024"/>
                <a:gd name="T75" fmla="*/ 356 h 811"/>
                <a:gd name="T76" fmla="*/ 955 w 1024"/>
                <a:gd name="T77" fmla="*/ 345 h 811"/>
                <a:gd name="T78" fmla="*/ 963 w 1024"/>
                <a:gd name="T79" fmla="*/ 321 h 811"/>
                <a:gd name="T80" fmla="*/ 963 w 1024"/>
                <a:gd name="T81" fmla="*/ 297 h 811"/>
                <a:gd name="T82" fmla="*/ 995 w 1024"/>
                <a:gd name="T83" fmla="*/ 287 h 811"/>
                <a:gd name="T84" fmla="*/ 970 w 1024"/>
                <a:gd name="T85" fmla="*/ 276 h 811"/>
                <a:gd name="T86" fmla="*/ 936 w 1024"/>
                <a:gd name="T87" fmla="*/ 228 h 811"/>
                <a:gd name="T88" fmla="*/ 843 w 1024"/>
                <a:gd name="T89" fmla="*/ 153 h 811"/>
                <a:gd name="T90" fmla="*/ 832 w 1024"/>
                <a:gd name="T91" fmla="*/ 95 h 811"/>
                <a:gd name="T92" fmla="*/ 777 w 1024"/>
                <a:gd name="T93" fmla="*/ 97 h 811"/>
                <a:gd name="T94" fmla="*/ 743 w 1024"/>
                <a:gd name="T95" fmla="*/ 100 h 811"/>
                <a:gd name="T96" fmla="*/ 660 w 1024"/>
                <a:gd name="T97" fmla="*/ 104 h 811"/>
                <a:gd name="T98" fmla="*/ 636 w 1024"/>
                <a:gd name="T99" fmla="*/ 115 h 811"/>
                <a:gd name="T100" fmla="*/ 602 w 1024"/>
                <a:gd name="T101" fmla="*/ 108 h 811"/>
                <a:gd name="T102" fmla="*/ 543 w 1024"/>
                <a:gd name="T103" fmla="*/ 92 h 811"/>
                <a:gd name="T104" fmla="*/ 518 w 1024"/>
                <a:gd name="T105" fmla="*/ 80 h 811"/>
                <a:gd name="T106" fmla="*/ 395 w 1024"/>
                <a:gd name="T107" fmla="*/ 44 h 811"/>
                <a:gd name="T108" fmla="*/ 332 w 1024"/>
                <a:gd name="T109" fmla="*/ 25 h 811"/>
                <a:gd name="T110" fmla="*/ 275 w 1024"/>
                <a:gd name="T111" fmla="*/ 27 h 811"/>
                <a:gd name="T112" fmla="*/ 209 w 1024"/>
                <a:gd name="T113" fmla="*/ 39 h 811"/>
                <a:gd name="T114" fmla="*/ 133 w 1024"/>
                <a:gd name="T115" fmla="*/ 21 h 811"/>
                <a:gd name="T116" fmla="*/ 111 w 1024"/>
                <a:gd name="T117" fmla="*/ 18 h 811"/>
                <a:gd name="T118" fmla="*/ 4 w 1024"/>
                <a:gd name="T119" fmla="*/ 139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24" h="811">
                  <a:moveTo>
                    <a:pt x="3" y="165"/>
                  </a:moveTo>
                  <a:lnTo>
                    <a:pt x="4" y="167"/>
                  </a:lnTo>
                  <a:lnTo>
                    <a:pt x="13" y="169"/>
                  </a:lnTo>
                  <a:cubicBezTo>
                    <a:pt x="14" y="169"/>
                    <a:pt x="16" y="170"/>
                    <a:pt x="17" y="171"/>
                  </a:cubicBezTo>
                  <a:lnTo>
                    <a:pt x="19" y="173"/>
                  </a:lnTo>
                  <a:cubicBezTo>
                    <a:pt x="21" y="175"/>
                    <a:pt x="22" y="177"/>
                    <a:pt x="22" y="179"/>
                  </a:cubicBezTo>
                  <a:lnTo>
                    <a:pt x="21" y="190"/>
                  </a:lnTo>
                  <a:lnTo>
                    <a:pt x="22" y="194"/>
                  </a:lnTo>
                  <a:lnTo>
                    <a:pt x="24" y="202"/>
                  </a:lnTo>
                  <a:lnTo>
                    <a:pt x="50" y="255"/>
                  </a:lnTo>
                  <a:lnTo>
                    <a:pt x="57" y="264"/>
                  </a:lnTo>
                  <a:lnTo>
                    <a:pt x="62" y="272"/>
                  </a:lnTo>
                  <a:cubicBezTo>
                    <a:pt x="62" y="272"/>
                    <a:pt x="62" y="273"/>
                    <a:pt x="63" y="274"/>
                  </a:cubicBezTo>
                  <a:lnTo>
                    <a:pt x="65" y="284"/>
                  </a:lnTo>
                  <a:lnTo>
                    <a:pt x="65" y="293"/>
                  </a:lnTo>
                  <a:lnTo>
                    <a:pt x="61" y="320"/>
                  </a:lnTo>
                  <a:lnTo>
                    <a:pt x="63" y="333"/>
                  </a:lnTo>
                  <a:lnTo>
                    <a:pt x="76" y="340"/>
                  </a:lnTo>
                  <a:cubicBezTo>
                    <a:pt x="78" y="341"/>
                    <a:pt x="79" y="343"/>
                    <a:pt x="80" y="345"/>
                  </a:cubicBezTo>
                  <a:cubicBezTo>
                    <a:pt x="80" y="346"/>
                    <a:pt x="81" y="348"/>
                    <a:pt x="81" y="349"/>
                  </a:cubicBezTo>
                  <a:lnTo>
                    <a:pt x="80" y="359"/>
                  </a:lnTo>
                  <a:cubicBezTo>
                    <a:pt x="80" y="359"/>
                    <a:pt x="79" y="360"/>
                    <a:pt x="79" y="361"/>
                  </a:cubicBezTo>
                  <a:lnTo>
                    <a:pt x="76" y="366"/>
                  </a:lnTo>
                  <a:lnTo>
                    <a:pt x="66" y="380"/>
                  </a:lnTo>
                  <a:lnTo>
                    <a:pt x="65" y="383"/>
                  </a:lnTo>
                  <a:lnTo>
                    <a:pt x="66" y="385"/>
                  </a:lnTo>
                  <a:lnTo>
                    <a:pt x="71" y="388"/>
                  </a:lnTo>
                  <a:cubicBezTo>
                    <a:pt x="72" y="389"/>
                    <a:pt x="72" y="389"/>
                    <a:pt x="73" y="390"/>
                  </a:cubicBezTo>
                  <a:lnTo>
                    <a:pt x="77" y="394"/>
                  </a:lnTo>
                  <a:cubicBezTo>
                    <a:pt x="77" y="395"/>
                    <a:pt x="78" y="396"/>
                    <a:pt x="78" y="397"/>
                  </a:cubicBezTo>
                  <a:lnTo>
                    <a:pt x="83" y="410"/>
                  </a:lnTo>
                  <a:lnTo>
                    <a:pt x="87" y="416"/>
                  </a:lnTo>
                  <a:lnTo>
                    <a:pt x="93" y="423"/>
                  </a:lnTo>
                  <a:lnTo>
                    <a:pt x="117" y="439"/>
                  </a:lnTo>
                  <a:lnTo>
                    <a:pt x="124" y="445"/>
                  </a:lnTo>
                  <a:cubicBezTo>
                    <a:pt x="125" y="446"/>
                    <a:pt x="125" y="447"/>
                    <a:pt x="126" y="449"/>
                  </a:cubicBezTo>
                  <a:lnTo>
                    <a:pt x="129" y="455"/>
                  </a:lnTo>
                  <a:cubicBezTo>
                    <a:pt x="129" y="456"/>
                    <a:pt x="129" y="457"/>
                    <a:pt x="129" y="457"/>
                  </a:cubicBezTo>
                  <a:lnTo>
                    <a:pt x="131" y="470"/>
                  </a:lnTo>
                  <a:lnTo>
                    <a:pt x="134" y="473"/>
                  </a:lnTo>
                  <a:lnTo>
                    <a:pt x="141" y="477"/>
                  </a:lnTo>
                  <a:lnTo>
                    <a:pt x="148" y="483"/>
                  </a:lnTo>
                  <a:cubicBezTo>
                    <a:pt x="149" y="483"/>
                    <a:pt x="150" y="484"/>
                    <a:pt x="150" y="485"/>
                  </a:cubicBezTo>
                  <a:lnTo>
                    <a:pt x="155" y="492"/>
                  </a:lnTo>
                  <a:cubicBezTo>
                    <a:pt x="155" y="493"/>
                    <a:pt x="156" y="493"/>
                    <a:pt x="156" y="494"/>
                  </a:cubicBezTo>
                  <a:lnTo>
                    <a:pt x="159" y="507"/>
                  </a:lnTo>
                  <a:lnTo>
                    <a:pt x="160" y="519"/>
                  </a:lnTo>
                  <a:lnTo>
                    <a:pt x="159" y="530"/>
                  </a:lnTo>
                  <a:lnTo>
                    <a:pt x="159" y="533"/>
                  </a:lnTo>
                  <a:lnTo>
                    <a:pt x="163" y="542"/>
                  </a:lnTo>
                  <a:lnTo>
                    <a:pt x="168" y="548"/>
                  </a:lnTo>
                  <a:lnTo>
                    <a:pt x="175" y="554"/>
                  </a:lnTo>
                  <a:lnTo>
                    <a:pt x="198" y="566"/>
                  </a:lnTo>
                  <a:lnTo>
                    <a:pt x="207" y="569"/>
                  </a:lnTo>
                  <a:lnTo>
                    <a:pt x="223" y="566"/>
                  </a:lnTo>
                  <a:cubicBezTo>
                    <a:pt x="225" y="565"/>
                    <a:pt x="228" y="566"/>
                    <a:pt x="230" y="568"/>
                  </a:cubicBezTo>
                  <a:lnTo>
                    <a:pt x="234" y="571"/>
                  </a:lnTo>
                  <a:cubicBezTo>
                    <a:pt x="236" y="573"/>
                    <a:pt x="237" y="575"/>
                    <a:pt x="237" y="577"/>
                  </a:cubicBezTo>
                  <a:lnTo>
                    <a:pt x="238" y="597"/>
                  </a:lnTo>
                  <a:lnTo>
                    <a:pt x="242" y="602"/>
                  </a:lnTo>
                  <a:lnTo>
                    <a:pt x="245" y="604"/>
                  </a:lnTo>
                  <a:lnTo>
                    <a:pt x="250" y="611"/>
                  </a:lnTo>
                  <a:cubicBezTo>
                    <a:pt x="251" y="611"/>
                    <a:pt x="251" y="612"/>
                    <a:pt x="252" y="612"/>
                  </a:cubicBezTo>
                  <a:lnTo>
                    <a:pt x="255" y="620"/>
                  </a:lnTo>
                  <a:cubicBezTo>
                    <a:pt x="256" y="621"/>
                    <a:pt x="256" y="622"/>
                    <a:pt x="256" y="622"/>
                  </a:cubicBezTo>
                  <a:lnTo>
                    <a:pt x="260" y="647"/>
                  </a:lnTo>
                  <a:lnTo>
                    <a:pt x="263" y="652"/>
                  </a:lnTo>
                  <a:lnTo>
                    <a:pt x="271" y="656"/>
                  </a:lnTo>
                  <a:cubicBezTo>
                    <a:pt x="272" y="657"/>
                    <a:pt x="273" y="658"/>
                    <a:pt x="274" y="660"/>
                  </a:cubicBezTo>
                  <a:lnTo>
                    <a:pt x="275" y="662"/>
                  </a:lnTo>
                  <a:cubicBezTo>
                    <a:pt x="276" y="663"/>
                    <a:pt x="276" y="664"/>
                    <a:pt x="276" y="665"/>
                  </a:cubicBezTo>
                  <a:lnTo>
                    <a:pt x="277" y="669"/>
                  </a:lnTo>
                  <a:cubicBezTo>
                    <a:pt x="277" y="671"/>
                    <a:pt x="276" y="673"/>
                    <a:pt x="275" y="675"/>
                  </a:cubicBezTo>
                  <a:lnTo>
                    <a:pt x="268" y="685"/>
                  </a:lnTo>
                  <a:lnTo>
                    <a:pt x="262" y="692"/>
                  </a:lnTo>
                  <a:lnTo>
                    <a:pt x="265" y="694"/>
                  </a:lnTo>
                  <a:lnTo>
                    <a:pt x="334" y="678"/>
                  </a:lnTo>
                  <a:lnTo>
                    <a:pt x="348" y="671"/>
                  </a:lnTo>
                  <a:lnTo>
                    <a:pt x="351" y="669"/>
                  </a:lnTo>
                  <a:lnTo>
                    <a:pt x="353" y="665"/>
                  </a:lnTo>
                  <a:lnTo>
                    <a:pt x="357" y="656"/>
                  </a:lnTo>
                  <a:cubicBezTo>
                    <a:pt x="357" y="655"/>
                    <a:pt x="358" y="654"/>
                    <a:pt x="359" y="653"/>
                  </a:cubicBezTo>
                  <a:lnTo>
                    <a:pt x="362" y="650"/>
                  </a:lnTo>
                  <a:cubicBezTo>
                    <a:pt x="363" y="649"/>
                    <a:pt x="365" y="648"/>
                    <a:pt x="367" y="648"/>
                  </a:cubicBezTo>
                  <a:lnTo>
                    <a:pt x="372" y="648"/>
                  </a:lnTo>
                  <a:cubicBezTo>
                    <a:pt x="374" y="648"/>
                    <a:pt x="376" y="649"/>
                    <a:pt x="377" y="650"/>
                  </a:cubicBezTo>
                  <a:lnTo>
                    <a:pt x="384" y="655"/>
                  </a:lnTo>
                  <a:lnTo>
                    <a:pt x="389" y="660"/>
                  </a:lnTo>
                  <a:cubicBezTo>
                    <a:pt x="390" y="661"/>
                    <a:pt x="390" y="661"/>
                    <a:pt x="391" y="662"/>
                  </a:cubicBezTo>
                  <a:lnTo>
                    <a:pt x="394" y="667"/>
                  </a:lnTo>
                  <a:cubicBezTo>
                    <a:pt x="394" y="668"/>
                    <a:pt x="394" y="668"/>
                    <a:pt x="394" y="669"/>
                  </a:cubicBezTo>
                  <a:lnTo>
                    <a:pt x="395" y="672"/>
                  </a:lnTo>
                  <a:lnTo>
                    <a:pt x="397" y="673"/>
                  </a:lnTo>
                  <a:lnTo>
                    <a:pt x="405" y="670"/>
                  </a:lnTo>
                  <a:lnTo>
                    <a:pt x="408" y="668"/>
                  </a:lnTo>
                  <a:lnTo>
                    <a:pt x="410" y="664"/>
                  </a:lnTo>
                  <a:lnTo>
                    <a:pt x="414" y="659"/>
                  </a:lnTo>
                  <a:cubicBezTo>
                    <a:pt x="416" y="658"/>
                    <a:pt x="417" y="657"/>
                    <a:pt x="419" y="657"/>
                  </a:cubicBezTo>
                  <a:lnTo>
                    <a:pt x="424" y="656"/>
                  </a:lnTo>
                  <a:cubicBezTo>
                    <a:pt x="426" y="656"/>
                    <a:pt x="428" y="657"/>
                    <a:pt x="429" y="657"/>
                  </a:cubicBezTo>
                  <a:lnTo>
                    <a:pt x="449" y="669"/>
                  </a:lnTo>
                  <a:lnTo>
                    <a:pt x="466" y="667"/>
                  </a:lnTo>
                  <a:cubicBezTo>
                    <a:pt x="469" y="666"/>
                    <a:pt x="472" y="667"/>
                    <a:pt x="473" y="670"/>
                  </a:cubicBezTo>
                  <a:lnTo>
                    <a:pt x="481" y="680"/>
                  </a:lnTo>
                  <a:lnTo>
                    <a:pt x="485" y="688"/>
                  </a:lnTo>
                  <a:lnTo>
                    <a:pt x="492" y="717"/>
                  </a:lnTo>
                  <a:lnTo>
                    <a:pt x="518" y="735"/>
                  </a:lnTo>
                  <a:lnTo>
                    <a:pt x="526" y="743"/>
                  </a:lnTo>
                  <a:lnTo>
                    <a:pt x="531" y="751"/>
                  </a:lnTo>
                  <a:cubicBezTo>
                    <a:pt x="531" y="752"/>
                    <a:pt x="532" y="754"/>
                    <a:pt x="532" y="755"/>
                  </a:cubicBezTo>
                  <a:lnTo>
                    <a:pt x="532" y="760"/>
                  </a:lnTo>
                  <a:lnTo>
                    <a:pt x="530" y="767"/>
                  </a:lnTo>
                  <a:cubicBezTo>
                    <a:pt x="530" y="767"/>
                    <a:pt x="530" y="768"/>
                    <a:pt x="529" y="769"/>
                  </a:cubicBezTo>
                  <a:lnTo>
                    <a:pt x="525" y="776"/>
                  </a:lnTo>
                  <a:lnTo>
                    <a:pt x="529" y="785"/>
                  </a:lnTo>
                  <a:cubicBezTo>
                    <a:pt x="529" y="787"/>
                    <a:pt x="529" y="788"/>
                    <a:pt x="529" y="789"/>
                  </a:cubicBezTo>
                  <a:lnTo>
                    <a:pt x="529" y="793"/>
                  </a:lnTo>
                  <a:cubicBezTo>
                    <a:pt x="528" y="795"/>
                    <a:pt x="528" y="796"/>
                    <a:pt x="526" y="797"/>
                  </a:cubicBezTo>
                  <a:lnTo>
                    <a:pt x="524" y="800"/>
                  </a:lnTo>
                  <a:cubicBezTo>
                    <a:pt x="523" y="801"/>
                    <a:pt x="521" y="802"/>
                    <a:pt x="520" y="802"/>
                  </a:cubicBezTo>
                  <a:lnTo>
                    <a:pt x="518" y="803"/>
                  </a:lnTo>
                  <a:cubicBezTo>
                    <a:pt x="517" y="803"/>
                    <a:pt x="515" y="803"/>
                    <a:pt x="514" y="803"/>
                  </a:cubicBezTo>
                  <a:lnTo>
                    <a:pt x="503" y="800"/>
                  </a:lnTo>
                  <a:lnTo>
                    <a:pt x="501" y="801"/>
                  </a:lnTo>
                  <a:lnTo>
                    <a:pt x="500" y="805"/>
                  </a:lnTo>
                  <a:lnTo>
                    <a:pt x="500" y="805"/>
                  </a:lnTo>
                  <a:lnTo>
                    <a:pt x="504" y="809"/>
                  </a:lnTo>
                  <a:lnTo>
                    <a:pt x="509" y="810"/>
                  </a:lnTo>
                  <a:lnTo>
                    <a:pt x="514" y="810"/>
                  </a:lnTo>
                  <a:lnTo>
                    <a:pt x="531" y="805"/>
                  </a:lnTo>
                  <a:lnTo>
                    <a:pt x="540" y="804"/>
                  </a:lnTo>
                  <a:lnTo>
                    <a:pt x="608" y="809"/>
                  </a:lnTo>
                  <a:lnTo>
                    <a:pt x="613" y="808"/>
                  </a:lnTo>
                  <a:lnTo>
                    <a:pt x="621" y="803"/>
                  </a:lnTo>
                  <a:lnTo>
                    <a:pt x="634" y="788"/>
                  </a:lnTo>
                  <a:cubicBezTo>
                    <a:pt x="635" y="787"/>
                    <a:pt x="636" y="787"/>
                    <a:pt x="637" y="786"/>
                  </a:cubicBezTo>
                  <a:lnTo>
                    <a:pt x="644" y="783"/>
                  </a:lnTo>
                  <a:cubicBezTo>
                    <a:pt x="645" y="783"/>
                    <a:pt x="646" y="783"/>
                    <a:pt x="646" y="783"/>
                  </a:cubicBezTo>
                  <a:lnTo>
                    <a:pt x="660" y="782"/>
                  </a:lnTo>
                  <a:cubicBezTo>
                    <a:pt x="661" y="782"/>
                    <a:pt x="663" y="782"/>
                    <a:pt x="664" y="782"/>
                  </a:cubicBezTo>
                  <a:lnTo>
                    <a:pt x="670" y="785"/>
                  </a:lnTo>
                  <a:cubicBezTo>
                    <a:pt x="672" y="786"/>
                    <a:pt x="674" y="787"/>
                    <a:pt x="674" y="790"/>
                  </a:cubicBezTo>
                  <a:lnTo>
                    <a:pt x="676" y="793"/>
                  </a:lnTo>
                  <a:cubicBezTo>
                    <a:pt x="676" y="795"/>
                    <a:pt x="676" y="798"/>
                    <a:pt x="675" y="800"/>
                  </a:cubicBezTo>
                  <a:lnTo>
                    <a:pt x="673" y="803"/>
                  </a:lnTo>
                  <a:lnTo>
                    <a:pt x="677" y="803"/>
                  </a:lnTo>
                  <a:lnTo>
                    <a:pt x="722" y="787"/>
                  </a:lnTo>
                  <a:lnTo>
                    <a:pt x="727" y="763"/>
                  </a:lnTo>
                  <a:lnTo>
                    <a:pt x="729" y="757"/>
                  </a:lnTo>
                  <a:lnTo>
                    <a:pt x="734" y="751"/>
                  </a:lnTo>
                  <a:cubicBezTo>
                    <a:pt x="734" y="750"/>
                    <a:pt x="735" y="750"/>
                    <a:pt x="735" y="749"/>
                  </a:cubicBezTo>
                  <a:lnTo>
                    <a:pt x="741" y="745"/>
                  </a:lnTo>
                  <a:lnTo>
                    <a:pt x="757" y="737"/>
                  </a:lnTo>
                  <a:lnTo>
                    <a:pt x="761" y="733"/>
                  </a:lnTo>
                  <a:lnTo>
                    <a:pt x="763" y="729"/>
                  </a:lnTo>
                  <a:lnTo>
                    <a:pt x="767" y="720"/>
                  </a:lnTo>
                  <a:lnTo>
                    <a:pt x="768" y="718"/>
                  </a:lnTo>
                  <a:lnTo>
                    <a:pt x="773" y="709"/>
                  </a:lnTo>
                  <a:lnTo>
                    <a:pt x="765" y="691"/>
                  </a:lnTo>
                  <a:lnTo>
                    <a:pt x="764" y="680"/>
                  </a:lnTo>
                  <a:lnTo>
                    <a:pt x="766" y="668"/>
                  </a:lnTo>
                  <a:lnTo>
                    <a:pt x="772" y="655"/>
                  </a:lnTo>
                  <a:lnTo>
                    <a:pt x="774" y="643"/>
                  </a:lnTo>
                  <a:cubicBezTo>
                    <a:pt x="774" y="642"/>
                    <a:pt x="775" y="641"/>
                    <a:pt x="776" y="640"/>
                  </a:cubicBezTo>
                  <a:lnTo>
                    <a:pt x="778" y="637"/>
                  </a:lnTo>
                  <a:lnTo>
                    <a:pt x="782" y="633"/>
                  </a:lnTo>
                  <a:cubicBezTo>
                    <a:pt x="784" y="632"/>
                    <a:pt x="785" y="631"/>
                    <a:pt x="787" y="631"/>
                  </a:cubicBezTo>
                  <a:lnTo>
                    <a:pt x="811" y="632"/>
                  </a:lnTo>
                  <a:lnTo>
                    <a:pt x="818" y="627"/>
                  </a:lnTo>
                  <a:lnTo>
                    <a:pt x="823" y="625"/>
                  </a:lnTo>
                  <a:lnTo>
                    <a:pt x="830" y="623"/>
                  </a:lnTo>
                  <a:lnTo>
                    <a:pt x="856" y="625"/>
                  </a:lnTo>
                  <a:cubicBezTo>
                    <a:pt x="857" y="625"/>
                    <a:pt x="858" y="625"/>
                    <a:pt x="859" y="626"/>
                  </a:cubicBezTo>
                  <a:lnTo>
                    <a:pt x="863" y="627"/>
                  </a:lnTo>
                  <a:lnTo>
                    <a:pt x="870" y="628"/>
                  </a:lnTo>
                  <a:lnTo>
                    <a:pt x="918" y="619"/>
                  </a:lnTo>
                  <a:cubicBezTo>
                    <a:pt x="919" y="619"/>
                    <a:pt x="920" y="619"/>
                    <a:pt x="921" y="619"/>
                  </a:cubicBezTo>
                  <a:lnTo>
                    <a:pt x="926" y="620"/>
                  </a:lnTo>
                  <a:lnTo>
                    <a:pt x="937" y="624"/>
                  </a:lnTo>
                  <a:lnTo>
                    <a:pt x="943" y="612"/>
                  </a:lnTo>
                  <a:cubicBezTo>
                    <a:pt x="944" y="611"/>
                    <a:pt x="944" y="611"/>
                    <a:pt x="945" y="610"/>
                  </a:cubicBezTo>
                  <a:lnTo>
                    <a:pt x="954" y="599"/>
                  </a:lnTo>
                  <a:lnTo>
                    <a:pt x="954" y="597"/>
                  </a:lnTo>
                  <a:cubicBezTo>
                    <a:pt x="953" y="596"/>
                    <a:pt x="953" y="594"/>
                    <a:pt x="954" y="593"/>
                  </a:cubicBezTo>
                  <a:lnTo>
                    <a:pt x="955" y="585"/>
                  </a:lnTo>
                  <a:lnTo>
                    <a:pt x="958" y="574"/>
                  </a:lnTo>
                  <a:lnTo>
                    <a:pt x="958" y="573"/>
                  </a:lnTo>
                  <a:lnTo>
                    <a:pt x="953" y="563"/>
                  </a:lnTo>
                  <a:cubicBezTo>
                    <a:pt x="952" y="562"/>
                    <a:pt x="952" y="560"/>
                    <a:pt x="952" y="558"/>
                  </a:cubicBezTo>
                  <a:lnTo>
                    <a:pt x="953" y="553"/>
                  </a:lnTo>
                  <a:cubicBezTo>
                    <a:pt x="953" y="553"/>
                    <a:pt x="954" y="552"/>
                    <a:pt x="954" y="551"/>
                  </a:cubicBezTo>
                  <a:lnTo>
                    <a:pt x="957" y="546"/>
                  </a:lnTo>
                  <a:cubicBezTo>
                    <a:pt x="957" y="545"/>
                    <a:pt x="958" y="544"/>
                    <a:pt x="959" y="544"/>
                  </a:cubicBezTo>
                  <a:lnTo>
                    <a:pt x="967" y="536"/>
                  </a:lnTo>
                  <a:lnTo>
                    <a:pt x="960" y="525"/>
                  </a:lnTo>
                  <a:cubicBezTo>
                    <a:pt x="960" y="523"/>
                    <a:pt x="959" y="521"/>
                    <a:pt x="960" y="519"/>
                  </a:cubicBezTo>
                  <a:lnTo>
                    <a:pt x="961" y="515"/>
                  </a:lnTo>
                  <a:cubicBezTo>
                    <a:pt x="961" y="513"/>
                    <a:pt x="962" y="512"/>
                    <a:pt x="963" y="511"/>
                  </a:cubicBezTo>
                  <a:lnTo>
                    <a:pt x="966" y="509"/>
                  </a:lnTo>
                  <a:cubicBezTo>
                    <a:pt x="967" y="508"/>
                    <a:pt x="968" y="507"/>
                    <a:pt x="969" y="507"/>
                  </a:cubicBezTo>
                  <a:lnTo>
                    <a:pt x="977" y="505"/>
                  </a:lnTo>
                  <a:lnTo>
                    <a:pt x="987" y="504"/>
                  </a:lnTo>
                  <a:lnTo>
                    <a:pt x="989" y="501"/>
                  </a:lnTo>
                  <a:lnTo>
                    <a:pt x="992" y="494"/>
                  </a:lnTo>
                  <a:lnTo>
                    <a:pt x="996" y="481"/>
                  </a:lnTo>
                  <a:cubicBezTo>
                    <a:pt x="996" y="480"/>
                    <a:pt x="996" y="480"/>
                    <a:pt x="997" y="479"/>
                  </a:cubicBezTo>
                  <a:lnTo>
                    <a:pt x="1005" y="465"/>
                  </a:lnTo>
                  <a:cubicBezTo>
                    <a:pt x="1006" y="465"/>
                    <a:pt x="1006" y="464"/>
                    <a:pt x="1007" y="464"/>
                  </a:cubicBezTo>
                  <a:lnTo>
                    <a:pt x="1023" y="449"/>
                  </a:lnTo>
                  <a:lnTo>
                    <a:pt x="1014" y="436"/>
                  </a:lnTo>
                  <a:lnTo>
                    <a:pt x="1007" y="439"/>
                  </a:lnTo>
                  <a:cubicBezTo>
                    <a:pt x="1006" y="439"/>
                    <a:pt x="1005" y="439"/>
                    <a:pt x="1004" y="439"/>
                  </a:cubicBezTo>
                  <a:lnTo>
                    <a:pt x="1000" y="439"/>
                  </a:lnTo>
                  <a:cubicBezTo>
                    <a:pt x="998" y="440"/>
                    <a:pt x="996" y="439"/>
                    <a:pt x="995" y="438"/>
                  </a:cubicBezTo>
                  <a:lnTo>
                    <a:pt x="991" y="435"/>
                  </a:lnTo>
                  <a:cubicBezTo>
                    <a:pt x="989" y="434"/>
                    <a:pt x="988" y="433"/>
                    <a:pt x="987" y="431"/>
                  </a:cubicBezTo>
                  <a:lnTo>
                    <a:pt x="986" y="425"/>
                  </a:lnTo>
                  <a:lnTo>
                    <a:pt x="985" y="414"/>
                  </a:lnTo>
                  <a:lnTo>
                    <a:pt x="985" y="414"/>
                  </a:lnTo>
                  <a:cubicBezTo>
                    <a:pt x="985" y="414"/>
                    <a:pt x="985" y="413"/>
                    <a:pt x="985" y="412"/>
                  </a:cubicBezTo>
                  <a:lnTo>
                    <a:pt x="989" y="396"/>
                  </a:lnTo>
                  <a:lnTo>
                    <a:pt x="988" y="389"/>
                  </a:lnTo>
                  <a:lnTo>
                    <a:pt x="983" y="368"/>
                  </a:lnTo>
                  <a:lnTo>
                    <a:pt x="980" y="366"/>
                  </a:lnTo>
                  <a:lnTo>
                    <a:pt x="975" y="362"/>
                  </a:lnTo>
                  <a:cubicBezTo>
                    <a:pt x="975" y="361"/>
                    <a:pt x="974" y="360"/>
                    <a:pt x="974" y="359"/>
                  </a:cubicBezTo>
                  <a:lnTo>
                    <a:pt x="972" y="355"/>
                  </a:lnTo>
                  <a:lnTo>
                    <a:pt x="969" y="356"/>
                  </a:lnTo>
                  <a:cubicBezTo>
                    <a:pt x="968" y="356"/>
                    <a:pt x="967" y="356"/>
                    <a:pt x="966" y="356"/>
                  </a:cubicBezTo>
                  <a:lnTo>
                    <a:pt x="964" y="355"/>
                  </a:lnTo>
                  <a:cubicBezTo>
                    <a:pt x="962" y="355"/>
                    <a:pt x="961" y="355"/>
                    <a:pt x="960" y="354"/>
                  </a:cubicBezTo>
                  <a:cubicBezTo>
                    <a:pt x="959" y="353"/>
                    <a:pt x="957" y="351"/>
                    <a:pt x="957" y="350"/>
                  </a:cubicBezTo>
                  <a:lnTo>
                    <a:pt x="956" y="348"/>
                  </a:lnTo>
                  <a:cubicBezTo>
                    <a:pt x="956" y="347"/>
                    <a:pt x="955" y="346"/>
                    <a:pt x="955" y="345"/>
                  </a:cubicBezTo>
                  <a:lnTo>
                    <a:pt x="955" y="340"/>
                  </a:lnTo>
                  <a:cubicBezTo>
                    <a:pt x="955" y="340"/>
                    <a:pt x="955" y="339"/>
                    <a:pt x="955" y="338"/>
                  </a:cubicBezTo>
                  <a:lnTo>
                    <a:pt x="957" y="331"/>
                  </a:lnTo>
                  <a:cubicBezTo>
                    <a:pt x="957" y="330"/>
                    <a:pt x="958" y="329"/>
                    <a:pt x="958" y="328"/>
                  </a:cubicBezTo>
                  <a:lnTo>
                    <a:pt x="962" y="323"/>
                  </a:lnTo>
                  <a:cubicBezTo>
                    <a:pt x="962" y="322"/>
                    <a:pt x="962" y="321"/>
                    <a:pt x="963" y="321"/>
                  </a:cubicBezTo>
                  <a:lnTo>
                    <a:pt x="969" y="316"/>
                  </a:lnTo>
                  <a:lnTo>
                    <a:pt x="966" y="313"/>
                  </a:lnTo>
                  <a:cubicBezTo>
                    <a:pt x="965" y="313"/>
                    <a:pt x="964" y="312"/>
                    <a:pt x="964" y="311"/>
                  </a:cubicBezTo>
                  <a:lnTo>
                    <a:pt x="962" y="307"/>
                  </a:lnTo>
                  <a:cubicBezTo>
                    <a:pt x="960" y="305"/>
                    <a:pt x="960" y="303"/>
                    <a:pt x="961" y="300"/>
                  </a:cubicBezTo>
                  <a:lnTo>
                    <a:pt x="963" y="297"/>
                  </a:lnTo>
                  <a:cubicBezTo>
                    <a:pt x="964" y="295"/>
                    <a:pt x="965" y="293"/>
                    <a:pt x="967" y="293"/>
                  </a:cubicBezTo>
                  <a:lnTo>
                    <a:pt x="973" y="291"/>
                  </a:lnTo>
                  <a:cubicBezTo>
                    <a:pt x="974" y="290"/>
                    <a:pt x="975" y="290"/>
                    <a:pt x="976" y="290"/>
                  </a:cubicBezTo>
                  <a:lnTo>
                    <a:pt x="992" y="290"/>
                  </a:lnTo>
                  <a:lnTo>
                    <a:pt x="993" y="290"/>
                  </a:lnTo>
                  <a:lnTo>
                    <a:pt x="995" y="287"/>
                  </a:lnTo>
                  <a:lnTo>
                    <a:pt x="996" y="282"/>
                  </a:lnTo>
                  <a:lnTo>
                    <a:pt x="992" y="282"/>
                  </a:lnTo>
                  <a:cubicBezTo>
                    <a:pt x="991" y="283"/>
                    <a:pt x="990" y="283"/>
                    <a:pt x="989" y="282"/>
                  </a:cubicBezTo>
                  <a:lnTo>
                    <a:pt x="982" y="281"/>
                  </a:lnTo>
                  <a:lnTo>
                    <a:pt x="972" y="277"/>
                  </a:lnTo>
                  <a:cubicBezTo>
                    <a:pt x="971" y="277"/>
                    <a:pt x="971" y="277"/>
                    <a:pt x="970" y="276"/>
                  </a:cubicBezTo>
                  <a:lnTo>
                    <a:pt x="952" y="263"/>
                  </a:lnTo>
                  <a:cubicBezTo>
                    <a:pt x="951" y="262"/>
                    <a:pt x="951" y="261"/>
                    <a:pt x="950" y="261"/>
                  </a:cubicBezTo>
                  <a:lnTo>
                    <a:pt x="946" y="253"/>
                  </a:lnTo>
                  <a:cubicBezTo>
                    <a:pt x="945" y="252"/>
                    <a:pt x="945" y="251"/>
                    <a:pt x="945" y="250"/>
                  </a:cubicBezTo>
                  <a:lnTo>
                    <a:pt x="941" y="225"/>
                  </a:lnTo>
                  <a:lnTo>
                    <a:pt x="936" y="228"/>
                  </a:lnTo>
                  <a:cubicBezTo>
                    <a:pt x="934" y="229"/>
                    <a:pt x="931" y="230"/>
                    <a:pt x="929" y="229"/>
                  </a:cubicBezTo>
                  <a:lnTo>
                    <a:pt x="923" y="227"/>
                  </a:lnTo>
                  <a:cubicBezTo>
                    <a:pt x="922" y="227"/>
                    <a:pt x="921" y="226"/>
                    <a:pt x="920" y="225"/>
                  </a:cubicBezTo>
                  <a:lnTo>
                    <a:pt x="849" y="161"/>
                  </a:lnTo>
                  <a:lnTo>
                    <a:pt x="844" y="156"/>
                  </a:lnTo>
                  <a:cubicBezTo>
                    <a:pt x="844" y="155"/>
                    <a:pt x="843" y="154"/>
                    <a:pt x="843" y="153"/>
                  </a:cubicBezTo>
                  <a:lnTo>
                    <a:pt x="841" y="141"/>
                  </a:lnTo>
                  <a:cubicBezTo>
                    <a:pt x="841" y="140"/>
                    <a:pt x="841" y="139"/>
                    <a:pt x="841" y="139"/>
                  </a:cubicBezTo>
                  <a:lnTo>
                    <a:pt x="846" y="124"/>
                  </a:lnTo>
                  <a:lnTo>
                    <a:pt x="845" y="119"/>
                  </a:lnTo>
                  <a:lnTo>
                    <a:pt x="838" y="103"/>
                  </a:lnTo>
                  <a:lnTo>
                    <a:pt x="832" y="95"/>
                  </a:lnTo>
                  <a:lnTo>
                    <a:pt x="807" y="87"/>
                  </a:lnTo>
                  <a:lnTo>
                    <a:pt x="799" y="93"/>
                  </a:lnTo>
                  <a:lnTo>
                    <a:pt x="792" y="96"/>
                  </a:lnTo>
                  <a:cubicBezTo>
                    <a:pt x="791" y="97"/>
                    <a:pt x="790" y="97"/>
                    <a:pt x="788" y="97"/>
                  </a:cubicBezTo>
                  <a:lnTo>
                    <a:pt x="781" y="96"/>
                  </a:lnTo>
                  <a:lnTo>
                    <a:pt x="777" y="97"/>
                  </a:lnTo>
                  <a:lnTo>
                    <a:pt x="772" y="99"/>
                  </a:lnTo>
                  <a:lnTo>
                    <a:pt x="765" y="105"/>
                  </a:lnTo>
                  <a:cubicBezTo>
                    <a:pt x="764" y="106"/>
                    <a:pt x="762" y="107"/>
                    <a:pt x="761" y="107"/>
                  </a:cubicBezTo>
                  <a:lnTo>
                    <a:pt x="757" y="108"/>
                  </a:lnTo>
                  <a:cubicBezTo>
                    <a:pt x="754" y="108"/>
                    <a:pt x="752" y="107"/>
                    <a:pt x="750" y="106"/>
                  </a:cubicBezTo>
                  <a:lnTo>
                    <a:pt x="743" y="100"/>
                  </a:lnTo>
                  <a:lnTo>
                    <a:pt x="738" y="102"/>
                  </a:lnTo>
                  <a:lnTo>
                    <a:pt x="698" y="110"/>
                  </a:lnTo>
                  <a:cubicBezTo>
                    <a:pt x="696" y="110"/>
                    <a:pt x="695" y="110"/>
                    <a:pt x="694" y="110"/>
                  </a:cubicBezTo>
                  <a:lnTo>
                    <a:pt x="664" y="101"/>
                  </a:lnTo>
                  <a:lnTo>
                    <a:pt x="663" y="102"/>
                  </a:lnTo>
                  <a:lnTo>
                    <a:pt x="660" y="104"/>
                  </a:lnTo>
                  <a:lnTo>
                    <a:pt x="654" y="111"/>
                  </a:lnTo>
                  <a:cubicBezTo>
                    <a:pt x="654" y="112"/>
                    <a:pt x="653" y="112"/>
                    <a:pt x="652" y="113"/>
                  </a:cubicBezTo>
                  <a:lnTo>
                    <a:pt x="648" y="115"/>
                  </a:lnTo>
                  <a:cubicBezTo>
                    <a:pt x="647" y="115"/>
                    <a:pt x="646" y="115"/>
                    <a:pt x="644" y="115"/>
                  </a:cubicBezTo>
                  <a:lnTo>
                    <a:pt x="640" y="115"/>
                  </a:lnTo>
                  <a:cubicBezTo>
                    <a:pt x="638" y="115"/>
                    <a:pt x="637" y="115"/>
                    <a:pt x="636" y="115"/>
                  </a:cubicBezTo>
                  <a:lnTo>
                    <a:pt x="627" y="110"/>
                  </a:lnTo>
                  <a:lnTo>
                    <a:pt x="623" y="105"/>
                  </a:lnTo>
                  <a:lnTo>
                    <a:pt x="616" y="109"/>
                  </a:lnTo>
                  <a:cubicBezTo>
                    <a:pt x="615" y="109"/>
                    <a:pt x="614" y="109"/>
                    <a:pt x="612" y="109"/>
                  </a:cubicBezTo>
                  <a:lnTo>
                    <a:pt x="607" y="109"/>
                  </a:lnTo>
                  <a:cubicBezTo>
                    <a:pt x="606" y="110"/>
                    <a:pt x="604" y="109"/>
                    <a:pt x="602" y="108"/>
                  </a:cubicBezTo>
                  <a:lnTo>
                    <a:pt x="597" y="104"/>
                  </a:lnTo>
                  <a:lnTo>
                    <a:pt x="588" y="95"/>
                  </a:lnTo>
                  <a:lnTo>
                    <a:pt x="581" y="93"/>
                  </a:lnTo>
                  <a:lnTo>
                    <a:pt x="562" y="102"/>
                  </a:lnTo>
                  <a:cubicBezTo>
                    <a:pt x="559" y="103"/>
                    <a:pt x="556" y="103"/>
                    <a:pt x="554" y="101"/>
                  </a:cubicBezTo>
                  <a:lnTo>
                    <a:pt x="543" y="92"/>
                  </a:lnTo>
                  <a:cubicBezTo>
                    <a:pt x="542" y="92"/>
                    <a:pt x="542" y="91"/>
                    <a:pt x="541" y="90"/>
                  </a:cubicBezTo>
                  <a:lnTo>
                    <a:pt x="534" y="79"/>
                  </a:lnTo>
                  <a:lnTo>
                    <a:pt x="530" y="81"/>
                  </a:lnTo>
                  <a:cubicBezTo>
                    <a:pt x="529" y="81"/>
                    <a:pt x="528" y="82"/>
                    <a:pt x="526" y="82"/>
                  </a:cubicBezTo>
                  <a:lnTo>
                    <a:pt x="521" y="81"/>
                  </a:lnTo>
                  <a:cubicBezTo>
                    <a:pt x="520" y="81"/>
                    <a:pt x="519" y="81"/>
                    <a:pt x="518" y="80"/>
                  </a:cubicBezTo>
                  <a:lnTo>
                    <a:pt x="431" y="32"/>
                  </a:lnTo>
                  <a:lnTo>
                    <a:pt x="427" y="31"/>
                  </a:lnTo>
                  <a:lnTo>
                    <a:pt x="421" y="32"/>
                  </a:lnTo>
                  <a:lnTo>
                    <a:pt x="405" y="43"/>
                  </a:lnTo>
                  <a:cubicBezTo>
                    <a:pt x="404" y="43"/>
                    <a:pt x="403" y="44"/>
                    <a:pt x="401" y="44"/>
                  </a:cubicBezTo>
                  <a:lnTo>
                    <a:pt x="395" y="44"/>
                  </a:lnTo>
                  <a:lnTo>
                    <a:pt x="386" y="43"/>
                  </a:lnTo>
                  <a:cubicBezTo>
                    <a:pt x="385" y="43"/>
                    <a:pt x="385" y="43"/>
                    <a:pt x="384" y="42"/>
                  </a:cubicBezTo>
                  <a:lnTo>
                    <a:pt x="352" y="28"/>
                  </a:lnTo>
                  <a:lnTo>
                    <a:pt x="343" y="26"/>
                  </a:lnTo>
                  <a:lnTo>
                    <a:pt x="336" y="26"/>
                  </a:lnTo>
                  <a:cubicBezTo>
                    <a:pt x="335" y="26"/>
                    <a:pt x="334" y="26"/>
                    <a:pt x="332" y="25"/>
                  </a:cubicBezTo>
                  <a:lnTo>
                    <a:pt x="319" y="18"/>
                  </a:lnTo>
                  <a:lnTo>
                    <a:pt x="312" y="13"/>
                  </a:lnTo>
                  <a:lnTo>
                    <a:pt x="305" y="6"/>
                  </a:lnTo>
                  <a:lnTo>
                    <a:pt x="300" y="8"/>
                  </a:lnTo>
                  <a:lnTo>
                    <a:pt x="295" y="11"/>
                  </a:lnTo>
                  <a:lnTo>
                    <a:pt x="275" y="27"/>
                  </a:lnTo>
                  <a:lnTo>
                    <a:pt x="266" y="31"/>
                  </a:lnTo>
                  <a:cubicBezTo>
                    <a:pt x="266" y="32"/>
                    <a:pt x="265" y="32"/>
                    <a:pt x="264" y="32"/>
                  </a:cubicBezTo>
                  <a:lnTo>
                    <a:pt x="254" y="34"/>
                  </a:lnTo>
                  <a:lnTo>
                    <a:pt x="229" y="35"/>
                  </a:lnTo>
                  <a:lnTo>
                    <a:pt x="214" y="39"/>
                  </a:lnTo>
                  <a:cubicBezTo>
                    <a:pt x="212" y="40"/>
                    <a:pt x="210" y="40"/>
                    <a:pt x="209" y="39"/>
                  </a:cubicBezTo>
                  <a:lnTo>
                    <a:pt x="201" y="36"/>
                  </a:lnTo>
                  <a:lnTo>
                    <a:pt x="188" y="34"/>
                  </a:lnTo>
                  <a:lnTo>
                    <a:pt x="164" y="26"/>
                  </a:lnTo>
                  <a:lnTo>
                    <a:pt x="149" y="26"/>
                  </a:lnTo>
                  <a:lnTo>
                    <a:pt x="136" y="23"/>
                  </a:lnTo>
                  <a:cubicBezTo>
                    <a:pt x="135" y="23"/>
                    <a:pt x="134" y="22"/>
                    <a:pt x="133" y="21"/>
                  </a:cubicBezTo>
                  <a:lnTo>
                    <a:pt x="127" y="17"/>
                  </a:lnTo>
                  <a:cubicBezTo>
                    <a:pt x="126" y="16"/>
                    <a:pt x="126" y="15"/>
                    <a:pt x="125" y="14"/>
                  </a:cubicBezTo>
                  <a:lnTo>
                    <a:pt x="122" y="8"/>
                  </a:lnTo>
                  <a:cubicBezTo>
                    <a:pt x="121" y="8"/>
                    <a:pt x="121" y="7"/>
                    <a:pt x="121" y="6"/>
                  </a:cubicBezTo>
                  <a:lnTo>
                    <a:pt x="120" y="0"/>
                  </a:lnTo>
                  <a:lnTo>
                    <a:pt x="111" y="18"/>
                  </a:lnTo>
                  <a:lnTo>
                    <a:pt x="87" y="99"/>
                  </a:lnTo>
                  <a:cubicBezTo>
                    <a:pt x="87" y="101"/>
                    <a:pt x="85" y="102"/>
                    <a:pt x="83" y="103"/>
                  </a:cubicBezTo>
                  <a:lnTo>
                    <a:pt x="64" y="114"/>
                  </a:lnTo>
                  <a:cubicBezTo>
                    <a:pt x="63" y="114"/>
                    <a:pt x="63" y="115"/>
                    <a:pt x="62" y="115"/>
                  </a:cubicBezTo>
                  <a:lnTo>
                    <a:pt x="0" y="131"/>
                  </a:lnTo>
                  <a:lnTo>
                    <a:pt x="4" y="139"/>
                  </a:lnTo>
                  <a:lnTo>
                    <a:pt x="5" y="146"/>
                  </a:lnTo>
                  <a:lnTo>
                    <a:pt x="6" y="152"/>
                  </a:lnTo>
                  <a:lnTo>
                    <a:pt x="5" y="155"/>
                  </a:lnTo>
                  <a:lnTo>
                    <a:pt x="3" y="165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xmlns="" id="{ACDC5CFC-C571-4FD3-8E37-A0BD4179F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9141" y="2720684"/>
              <a:ext cx="593073" cy="803881"/>
            </a:xfrm>
            <a:custGeom>
              <a:avLst/>
              <a:gdLst>
                <a:gd name="T0" fmla="*/ 880 w 930"/>
                <a:gd name="T1" fmla="*/ 213 h 1260"/>
                <a:gd name="T2" fmla="*/ 789 w 930"/>
                <a:gd name="T3" fmla="*/ 140 h 1260"/>
                <a:gd name="T4" fmla="*/ 700 w 930"/>
                <a:gd name="T5" fmla="*/ 83 h 1260"/>
                <a:gd name="T6" fmla="*/ 666 w 930"/>
                <a:gd name="T7" fmla="*/ 62 h 1260"/>
                <a:gd name="T8" fmla="*/ 621 w 930"/>
                <a:gd name="T9" fmla="*/ 80 h 1260"/>
                <a:gd name="T10" fmla="*/ 507 w 930"/>
                <a:gd name="T11" fmla="*/ 55 h 1260"/>
                <a:gd name="T12" fmla="*/ 459 w 930"/>
                <a:gd name="T13" fmla="*/ 44 h 1260"/>
                <a:gd name="T14" fmla="*/ 447 w 930"/>
                <a:gd name="T15" fmla="*/ 18 h 1260"/>
                <a:gd name="T16" fmla="*/ 396 w 930"/>
                <a:gd name="T17" fmla="*/ 10 h 1260"/>
                <a:gd name="T18" fmla="*/ 344 w 930"/>
                <a:gd name="T19" fmla="*/ 48 h 1260"/>
                <a:gd name="T20" fmla="*/ 325 w 930"/>
                <a:gd name="T21" fmla="*/ 51 h 1260"/>
                <a:gd name="T22" fmla="*/ 317 w 930"/>
                <a:gd name="T23" fmla="*/ 70 h 1260"/>
                <a:gd name="T24" fmla="*/ 280 w 930"/>
                <a:gd name="T25" fmla="*/ 105 h 1260"/>
                <a:gd name="T26" fmla="*/ 223 w 930"/>
                <a:gd name="T27" fmla="*/ 203 h 1260"/>
                <a:gd name="T28" fmla="*/ 208 w 930"/>
                <a:gd name="T29" fmla="*/ 242 h 1260"/>
                <a:gd name="T30" fmla="*/ 101 w 930"/>
                <a:gd name="T31" fmla="*/ 245 h 1260"/>
                <a:gd name="T32" fmla="*/ 72 w 930"/>
                <a:gd name="T33" fmla="*/ 281 h 1260"/>
                <a:gd name="T34" fmla="*/ 101 w 930"/>
                <a:gd name="T35" fmla="*/ 276 h 1260"/>
                <a:gd name="T36" fmla="*/ 112 w 930"/>
                <a:gd name="T37" fmla="*/ 302 h 1260"/>
                <a:gd name="T38" fmla="*/ 118 w 930"/>
                <a:gd name="T39" fmla="*/ 350 h 1260"/>
                <a:gd name="T40" fmla="*/ 81 w 930"/>
                <a:gd name="T41" fmla="*/ 379 h 1260"/>
                <a:gd name="T42" fmla="*/ 98 w 930"/>
                <a:gd name="T43" fmla="*/ 414 h 1260"/>
                <a:gd name="T44" fmla="*/ 121 w 930"/>
                <a:gd name="T45" fmla="*/ 465 h 1260"/>
                <a:gd name="T46" fmla="*/ 121 w 930"/>
                <a:gd name="T47" fmla="*/ 568 h 1260"/>
                <a:gd name="T48" fmla="*/ 50 w 930"/>
                <a:gd name="T49" fmla="*/ 684 h 1260"/>
                <a:gd name="T50" fmla="*/ 27 w 930"/>
                <a:gd name="T51" fmla="*/ 714 h 1260"/>
                <a:gd name="T52" fmla="*/ 19 w 930"/>
                <a:gd name="T53" fmla="*/ 739 h 1260"/>
                <a:gd name="T54" fmla="*/ 67 w 930"/>
                <a:gd name="T55" fmla="*/ 812 h 1260"/>
                <a:gd name="T56" fmla="*/ 102 w 930"/>
                <a:gd name="T57" fmla="*/ 845 h 1260"/>
                <a:gd name="T58" fmla="*/ 48 w 930"/>
                <a:gd name="T59" fmla="*/ 874 h 1260"/>
                <a:gd name="T60" fmla="*/ 65 w 930"/>
                <a:gd name="T61" fmla="*/ 906 h 1260"/>
                <a:gd name="T62" fmla="*/ 83 w 930"/>
                <a:gd name="T63" fmla="*/ 977 h 1260"/>
                <a:gd name="T64" fmla="*/ 70 w 930"/>
                <a:gd name="T65" fmla="*/ 1037 h 1260"/>
                <a:gd name="T66" fmla="*/ 59 w 930"/>
                <a:gd name="T67" fmla="*/ 1073 h 1260"/>
                <a:gd name="T68" fmla="*/ 85 w 930"/>
                <a:gd name="T69" fmla="*/ 1105 h 1260"/>
                <a:gd name="T70" fmla="*/ 29 w 930"/>
                <a:gd name="T71" fmla="*/ 1133 h 1260"/>
                <a:gd name="T72" fmla="*/ 55 w 930"/>
                <a:gd name="T73" fmla="*/ 1171 h 1260"/>
                <a:gd name="T74" fmla="*/ 100 w 930"/>
                <a:gd name="T75" fmla="*/ 1216 h 1260"/>
                <a:gd name="T76" fmla="*/ 110 w 930"/>
                <a:gd name="T77" fmla="*/ 1256 h 1260"/>
                <a:gd name="T78" fmla="*/ 148 w 930"/>
                <a:gd name="T79" fmla="*/ 1235 h 1260"/>
                <a:gd name="T80" fmla="*/ 173 w 930"/>
                <a:gd name="T81" fmla="*/ 1209 h 1260"/>
                <a:gd name="T82" fmla="*/ 228 w 930"/>
                <a:gd name="T83" fmla="*/ 1241 h 1260"/>
                <a:gd name="T84" fmla="*/ 301 w 930"/>
                <a:gd name="T85" fmla="*/ 1250 h 1260"/>
                <a:gd name="T86" fmla="*/ 383 w 930"/>
                <a:gd name="T87" fmla="*/ 1154 h 1260"/>
                <a:gd name="T88" fmla="*/ 386 w 930"/>
                <a:gd name="T89" fmla="*/ 1124 h 1260"/>
                <a:gd name="T90" fmla="*/ 426 w 930"/>
                <a:gd name="T91" fmla="*/ 1059 h 1260"/>
                <a:gd name="T92" fmla="*/ 528 w 930"/>
                <a:gd name="T93" fmla="*/ 939 h 1260"/>
                <a:gd name="T94" fmla="*/ 571 w 930"/>
                <a:gd name="T95" fmla="*/ 892 h 1260"/>
                <a:gd name="T96" fmla="*/ 578 w 930"/>
                <a:gd name="T97" fmla="*/ 835 h 1260"/>
                <a:gd name="T98" fmla="*/ 580 w 930"/>
                <a:gd name="T99" fmla="*/ 767 h 1260"/>
                <a:gd name="T100" fmla="*/ 700 w 930"/>
                <a:gd name="T101" fmla="*/ 672 h 1260"/>
                <a:gd name="T102" fmla="*/ 727 w 930"/>
                <a:gd name="T103" fmla="*/ 653 h 1260"/>
                <a:gd name="T104" fmla="*/ 832 w 930"/>
                <a:gd name="T105" fmla="*/ 551 h 1260"/>
                <a:gd name="T106" fmla="*/ 853 w 930"/>
                <a:gd name="T107" fmla="*/ 503 h 1260"/>
                <a:gd name="T108" fmla="*/ 872 w 930"/>
                <a:gd name="T109" fmla="*/ 482 h 1260"/>
                <a:gd name="T110" fmla="*/ 790 w 930"/>
                <a:gd name="T111" fmla="*/ 463 h 1260"/>
                <a:gd name="T112" fmla="*/ 835 w 930"/>
                <a:gd name="T113" fmla="*/ 412 h 1260"/>
                <a:gd name="T114" fmla="*/ 846 w 930"/>
                <a:gd name="T115" fmla="*/ 368 h 1260"/>
                <a:gd name="T116" fmla="*/ 876 w 930"/>
                <a:gd name="T117" fmla="*/ 363 h 1260"/>
                <a:gd name="T118" fmla="*/ 929 w 930"/>
                <a:gd name="T119" fmla="*/ 355 h 1260"/>
                <a:gd name="T120" fmla="*/ 876 w 930"/>
                <a:gd name="T121" fmla="*/ 304 h 1260"/>
                <a:gd name="T122" fmla="*/ 867 w 930"/>
                <a:gd name="T123" fmla="*/ 277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30" h="1260">
                  <a:moveTo>
                    <a:pt x="867" y="277"/>
                  </a:moveTo>
                  <a:lnTo>
                    <a:pt x="868" y="274"/>
                  </a:lnTo>
                  <a:lnTo>
                    <a:pt x="879" y="257"/>
                  </a:lnTo>
                  <a:lnTo>
                    <a:pt x="883" y="244"/>
                  </a:lnTo>
                  <a:lnTo>
                    <a:pt x="883" y="235"/>
                  </a:lnTo>
                  <a:lnTo>
                    <a:pt x="882" y="219"/>
                  </a:lnTo>
                  <a:lnTo>
                    <a:pt x="880" y="213"/>
                  </a:lnTo>
                  <a:lnTo>
                    <a:pt x="875" y="207"/>
                  </a:lnTo>
                  <a:lnTo>
                    <a:pt x="868" y="200"/>
                  </a:lnTo>
                  <a:lnTo>
                    <a:pt x="800" y="160"/>
                  </a:lnTo>
                  <a:cubicBezTo>
                    <a:pt x="799" y="160"/>
                    <a:pt x="798" y="159"/>
                    <a:pt x="797" y="159"/>
                  </a:cubicBezTo>
                  <a:lnTo>
                    <a:pt x="791" y="149"/>
                  </a:lnTo>
                  <a:cubicBezTo>
                    <a:pt x="790" y="148"/>
                    <a:pt x="789" y="147"/>
                    <a:pt x="789" y="145"/>
                  </a:cubicBezTo>
                  <a:lnTo>
                    <a:pt x="789" y="140"/>
                  </a:lnTo>
                  <a:lnTo>
                    <a:pt x="782" y="139"/>
                  </a:lnTo>
                  <a:cubicBezTo>
                    <a:pt x="781" y="139"/>
                    <a:pt x="779" y="138"/>
                    <a:pt x="778" y="137"/>
                  </a:cubicBezTo>
                  <a:lnTo>
                    <a:pt x="738" y="107"/>
                  </a:lnTo>
                  <a:lnTo>
                    <a:pt x="727" y="96"/>
                  </a:lnTo>
                  <a:lnTo>
                    <a:pt x="722" y="93"/>
                  </a:lnTo>
                  <a:lnTo>
                    <a:pt x="708" y="88"/>
                  </a:lnTo>
                  <a:lnTo>
                    <a:pt x="700" y="83"/>
                  </a:lnTo>
                  <a:lnTo>
                    <a:pt x="694" y="76"/>
                  </a:lnTo>
                  <a:lnTo>
                    <a:pt x="684" y="62"/>
                  </a:lnTo>
                  <a:lnTo>
                    <a:pt x="676" y="53"/>
                  </a:lnTo>
                  <a:lnTo>
                    <a:pt x="672" y="51"/>
                  </a:lnTo>
                  <a:lnTo>
                    <a:pt x="672" y="51"/>
                  </a:lnTo>
                  <a:lnTo>
                    <a:pt x="670" y="53"/>
                  </a:lnTo>
                  <a:lnTo>
                    <a:pt x="666" y="62"/>
                  </a:lnTo>
                  <a:lnTo>
                    <a:pt x="662" y="67"/>
                  </a:lnTo>
                  <a:lnTo>
                    <a:pt x="657" y="73"/>
                  </a:lnTo>
                  <a:cubicBezTo>
                    <a:pt x="656" y="73"/>
                    <a:pt x="655" y="73"/>
                    <a:pt x="655" y="74"/>
                  </a:cubicBezTo>
                  <a:lnTo>
                    <a:pt x="649" y="77"/>
                  </a:lnTo>
                  <a:lnTo>
                    <a:pt x="642" y="79"/>
                  </a:lnTo>
                  <a:lnTo>
                    <a:pt x="633" y="81"/>
                  </a:lnTo>
                  <a:lnTo>
                    <a:pt x="621" y="80"/>
                  </a:lnTo>
                  <a:lnTo>
                    <a:pt x="609" y="77"/>
                  </a:lnTo>
                  <a:lnTo>
                    <a:pt x="565" y="48"/>
                  </a:lnTo>
                  <a:lnTo>
                    <a:pt x="549" y="42"/>
                  </a:lnTo>
                  <a:lnTo>
                    <a:pt x="525" y="43"/>
                  </a:lnTo>
                  <a:lnTo>
                    <a:pt x="519" y="45"/>
                  </a:lnTo>
                  <a:lnTo>
                    <a:pt x="509" y="53"/>
                  </a:lnTo>
                  <a:cubicBezTo>
                    <a:pt x="509" y="54"/>
                    <a:pt x="508" y="54"/>
                    <a:pt x="507" y="55"/>
                  </a:cubicBezTo>
                  <a:lnTo>
                    <a:pt x="500" y="57"/>
                  </a:lnTo>
                  <a:cubicBezTo>
                    <a:pt x="499" y="57"/>
                    <a:pt x="498" y="58"/>
                    <a:pt x="497" y="57"/>
                  </a:cubicBezTo>
                  <a:lnTo>
                    <a:pt x="485" y="57"/>
                  </a:lnTo>
                  <a:cubicBezTo>
                    <a:pt x="484" y="57"/>
                    <a:pt x="483" y="57"/>
                    <a:pt x="482" y="56"/>
                  </a:cubicBezTo>
                  <a:lnTo>
                    <a:pt x="474" y="52"/>
                  </a:lnTo>
                  <a:lnTo>
                    <a:pt x="467" y="47"/>
                  </a:lnTo>
                  <a:lnTo>
                    <a:pt x="459" y="44"/>
                  </a:lnTo>
                  <a:cubicBezTo>
                    <a:pt x="458" y="44"/>
                    <a:pt x="457" y="44"/>
                    <a:pt x="457" y="44"/>
                  </a:cubicBezTo>
                  <a:lnTo>
                    <a:pt x="452" y="40"/>
                  </a:lnTo>
                  <a:cubicBezTo>
                    <a:pt x="451" y="39"/>
                    <a:pt x="450" y="38"/>
                    <a:pt x="449" y="37"/>
                  </a:cubicBezTo>
                  <a:lnTo>
                    <a:pt x="447" y="33"/>
                  </a:lnTo>
                  <a:cubicBezTo>
                    <a:pt x="447" y="32"/>
                    <a:pt x="446" y="30"/>
                    <a:pt x="446" y="29"/>
                  </a:cubicBezTo>
                  <a:lnTo>
                    <a:pt x="447" y="20"/>
                  </a:lnTo>
                  <a:lnTo>
                    <a:pt x="447" y="18"/>
                  </a:lnTo>
                  <a:lnTo>
                    <a:pt x="445" y="14"/>
                  </a:lnTo>
                  <a:lnTo>
                    <a:pt x="442" y="10"/>
                  </a:lnTo>
                  <a:lnTo>
                    <a:pt x="434" y="5"/>
                  </a:lnTo>
                  <a:lnTo>
                    <a:pt x="413" y="0"/>
                  </a:lnTo>
                  <a:lnTo>
                    <a:pt x="403" y="2"/>
                  </a:lnTo>
                  <a:lnTo>
                    <a:pt x="401" y="4"/>
                  </a:lnTo>
                  <a:lnTo>
                    <a:pt x="396" y="10"/>
                  </a:lnTo>
                  <a:lnTo>
                    <a:pt x="387" y="23"/>
                  </a:lnTo>
                  <a:lnTo>
                    <a:pt x="383" y="28"/>
                  </a:lnTo>
                  <a:lnTo>
                    <a:pt x="370" y="37"/>
                  </a:lnTo>
                  <a:lnTo>
                    <a:pt x="360" y="46"/>
                  </a:lnTo>
                  <a:cubicBezTo>
                    <a:pt x="359" y="47"/>
                    <a:pt x="358" y="47"/>
                    <a:pt x="358" y="48"/>
                  </a:cubicBezTo>
                  <a:lnTo>
                    <a:pt x="352" y="50"/>
                  </a:lnTo>
                  <a:cubicBezTo>
                    <a:pt x="349" y="51"/>
                    <a:pt x="346" y="50"/>
                    <a:pt x="344" y="48"/>
                  </a:cubicBezTo>
                  <a:lnTo>
                    <a:pt x="341" y="46"/>
                  </a:lnTo>
                  <a:cubicBezTo>
                    <a:pt x="340" y="44"/>
                    <a:pt x="339" y="43"/>
                    <a:pt x="339" y="41"/>
                  </a:cubicBezTo>
                  <a:lnTo>
                    <a:pt x="338" y="37"/>
                  </a:lnTo>
                  <a:cubicBezTo>
                    <a:pt x="338" y="36"/>
                    <a:pt x="338" y="35"/>
                    <a:pt x="338" y="34"/>
                  </a:cubicBezTo>
                  <a:lnTo>
                    <a:pt x="339" y="30"/>
                  </a:lnTo>
                  <a:lnTo>
                    <a:pt x="332" y="44"/>
                  </a:lnTo>
                  <a:lnTo>
                    <a:pt x="325" y="51"/>
                  </a:lnTo>
                  <a:cubicBezTo>
                    <a:pt x="324" y="52"/>
                    <a:pt x="323" y="52"/>
                    <a:pt x="322" y="53"/>
                  </a:cubicBezTo>
                  <a:lnTo>
                    <a:pt x="320" y="53"/>
                  </a:lnTo>
                  <a:lnTo>
                    <a:pt x="320" y="56"/>
                  </a:lnTo>
                  <a:cubicBezTo>
                    <a:pt x="321" y="57"/>
                    <a:pt x="321" y="58"/>
                    <a:pt x="321" y="60"/>
                  </a:cubicBezTo>
                  <a:lnTo>
                    <a:pt x="320" y="63"/>
                  </a:lnTo>
                  <a:cubicBezTo>
                    <a:pt x="320" y="64"/>
                    <a:pt x="320" y="65"/>
                    <a:pt x="319" y="66"/>
                  </a:cubicBezTo>
                  <a:lnTo>
                    <a:pt x="317" y="70"/>
                  </a:lnTo>
                  <a:cubicBezTo>
                    <a:pt x="316" y="71"/>
                    <a:pt x="315" y="73"/>
                    <a:pt x="313" y="73"/>
                  </a:cubicBezTo>
                  <a:lnTo>
                    <a:pt x="309" y="75"/>
                  </a:lnTo>
                  <a:lnTo>
                    <a:pt x="300" y="78"/>
                  </a:lnTo>
                  <a:lnTo>
                    <a:pt x="297" y="82"/>
                  </a:lnTo>
                  <a:lnTo>
                    <a:pt x="287" y="98"/>
                  </a:lnTo>
                  <a:cubicBezTo>
                    <a:pt x="287" y="99"/>
                    <a:pt x="287" y="99"/>
                    <a:pt x="286" y="100"/>
                  </a:cubicBezTo>
                  <a:lnTo>
                    <a:pt x="280" y="105"/>
                  </a:lnTo>
                  <a:lnTo>
                    <a:pt x="228" y="143"/>
                  </a:lnTo>
                  <a:lnTo>
                    <a:pt x="223" y="152"/>
                  </a:lnTo>
                  <a:lnTo>
                    <a:pt x="226" y="162"/>
                  </a:lnTo>
                  <a:lnTo>
                    <a:pt x="227" y="172"/>
                  </a:lnTo>
                  <a:cubicBezTo>
                    <a:pt x="227" y="173"/>
                    <a:pt x="227" y="174"/>
                    <a:pt x="227" y="175"/>
                  </a:cubicBezTo>
                  <a:lnTo>
                    <a:pt x="223" y="197"/>
                  </a:lnTo>
                  <a:lnTo>
                    <a:pt x="223" y="203"/>
                  </a:lnTo>
                  <a:lnTo>
                    <a:pt x="224" y="208"/>
                  </a:lnTo>
                  <a:lnTo>
                    <a:pt x="224" y="216"/>
                  </a:lnTo>
                  <a:lnTo>
                    <a:pt x="223" y="227"/>
                  </a:lnTo>
                  <a:cubicBezTo>
                    <a:pt x="222" y="228"/>
                    <a:pt x="222" y="229"/>
                    <a:pt x="221" y="230"/>
                  </a:cubicBezTo>
                  <a:lnTo>
                    <a:pt x="217" y="236"/>
                  </a:lnTo>
                  <a:lnTo>
                    <a:pt x="211" y="241"/>
                  </a:lnTo>
                  <a:cubicBezTo>
                    <a:pt x="210" y="242"/>
                    <a:pt x="209" y="242"/>
                    <a:pt x="208" y="242"/>
                  </a:cubicBezTo>
                  <a:lnTo>
                    <a:pt x="161" y="259"/>
                  </a:lnTo>
                  <a:lnTo>
                    <a:pt x="154" y="260"/>
                  </a:lnTo>
                  <a:lnTo>
                    <a:pt x="147" y="260"/>
                  </a:lnTo>
                  <a:lnTo>
                    <a:pt x="140" y="257"/>
                  </a:lnTo>
                  <a:lnTo>
                    <a:pt x="113" y="242"/>
                  </a:lnTo>
                  <a:lnTo>
                    <a:pt x="108" y="242"/>
                  </a:lnTo>
                  <a:lnTo>
                    <a:pt x="101" y="245"/>
                  </a:lnTo>
                  <a:lnTo>
                    <a:pt x="80" y="249"/>
                  </a:lnTo>
                  <a:lnTo>
                    <a:pt x="77" y="251"/>
                  </a:lnTo>
                  <a:lnTo>
                    <a:pt x="75" y="255"/>
                  </a:lnTo>
                  <a:lnTo>
                    <a:pt x="63" y="285"/>
                  </a:lnTo>
                  <a:lnTo>
                    <a:pt x="68" y="287"/>
                  </a:lnTo>
                  <a:lnTo>
                    <a:pt x="69" y="285"/>
                  </a:lnTo>
                  <a:lnTo>
                    <a:pt x="72" y="281"/>
                  </a:lnTo>
                  <a:cubicBezTo>
                    <a:pt x="72" y="281"/>
                    <a:pt x="73" y="280"/>
                    <a:pt x="74" y="279"/>
                  </a:cubicBezTo>
                  <a:lnTo>
                    <a:pt x="80" y="274"/>
                  </a:lnTo>
                  <a:cubicBezTo>
                    <a:pt x="81" y="273"/>
                    <a:pt x="83" y="273"/>
                    <a:pt x="84" y="273"/>
                  </a:cubicBezTo>
                  <a:lnTo>
                    <a:pt x="90" y="272"/>
                  </a:lnTo>
                  <a:cubicBezTo>
                    <a:pt x="91" y="272"/>
                    <a:pt x="92" y="272"/>
                    <a:pt x="93" y="272"/>
                  </a:cubicBezTo>
                  <a:lnTo>
                    <a:pt x="98" y="275"/>
                  </a:lnTo>
                  <a:cubicBezTo>
                    <a:pt x="99" y="275"/>
                    <a:pt x="100" y="276"/>
                    <a:pt x="101" y="276"/>
                  </a:cubicBezTo>
                  <a:lnTo>
                    <a:pt x="105" y="280"/>
                  </a:lnTo>
                  <a:lnTo>
                    <a:pt x="109" y="286"/>
                  </a:lnTo>
                  <a:cubicBezTo>
                    <a:pt x="110" y="287"/>
                    <a:pt x="110" y="287"/>
                    <a:pt x="110" y="288"/>
                  </a:cubicBezTo>
                  <a:lnTo>
                    <a:pt x="112" y="293"/>
                  </a:lnTo>
                  <a:cubicBezTo>
                    <a:pt x="112" y="293"/>
                    <a:pt x="112" y="294"/>
                    <a:pt x="112" y="295"/>
                  </a:cubicBezTo>
                  <a:lnTo>
                    <a:pt x="112" y="300"/>
                  </a:lnTo>
                  <a:cubicBezTo>
                    <a:pt x="112" y="301"/>
                    <a:pt x="112" y="301"/>
                    <a:pt x="112" y="302"/>
                  </a:cubicBezTo>
                  <a:lnTo>
                    <a:pt x="110" y="307"/>
                  </a:lnTo>
                  <a:lnTo>
                    <a:pt x="118" y="320"/>
                  </a:lnTo>
                  <a:lnTo>
                    <a:pt x="121" y="333"/>
                  </a:lnTo>
                  <a:lnTo>
                    <a:pt x="121" y="340"/>
                  </a:lnTo>
                  <a:cubicBezTo>
                    <a:pt x="121" y="340"/>
                    <a:pt x="121" y="341"/>
                    <a:pt x="120" y="342"/>
                  </a:cubicBezTo>
                  <a:lnTo>
                    <a:pt x="119" y="347"/>
                  </a:lnTo>
                  <a:cubicBezTo>
                    <a:pt x="119" y="348"/>
                    <a:pt x="118" y="349"/>
                    <a:pt x="118" y="350"/>
                  </a:cubicBezTo>
                  <a:lnTo>
                    <a:pt x="114" y="354"/>
                  </a:lnTo>
                  <a:lnTo>
                    <a:pt x="107" y="363"/>
                  </a:lnTo>
                  <a:lnTo>
                    <a:pt x="102" y="371"/>
                  </a:lnTo>
                  <a:cubicBezTo>
                    <a:pt x="102" y="372"/>
                    <a:pt x="101" y="373"/>
                    <a:pt x="100" y="373"/>
                  </a:cubicBezTo>
                  <a:cubicBezTo>
                    <a:pt x="100" y="374"/>
                    <a:pt x="98" y="375"/>
                    <a:pt x="97" y="376"/>
                  </a:cubicBezTo>
                  <a:cubicBezTo>
                    <a:pt x="96" y="376"/>
                    <a:pt x="94" y="377"/>
                    <a:pt x="94" y="377"/>
                  </a:cubicBezTo>
                  <a:lnTo>
                    <a:pt x="81" y="379"/>
                  </a:lnTo>
                  <a:lnTo>
                    <a:pt x="80" y="381"/>
                  </a:lnTo>
                  <a:lnTo>
                    <a:pt x="77" y="397"/>
                  </a:lnTo>
                  <a:lnTo>
                    <a:pt x="87" y="400"/>
                  </a:lnTo>
                  <a:cubicBezTo>
                    <a:pt x="88" y="400"/>
                    <a:pt x="89" y="401"/>
                    <a:pt x="90" y="402"/>
                  </a:cubicBezTo>
                  <a:lnTo>
                    <a:pt x="95" y="407"/>
                  </a:lnTo>
                  <a:cubicBezTo>
                    <a:pt x="96" y="407"/>
                    <a:pt x="96" y="408"/>
                    <a:pt x="97" y="409"/>
                  </a:cubicBezTo>
                  <a:lnTo>
                    <a:pt x="98" y="414"/>
                  </a:lnTo>
                  <a:lnTo>
                    <a:pt x="101" y="442"/>
                  </a:lnTo>
                  <a:lnTo>
                    <a:pt x="104" y="445"/>
                  </a:lnTo>
                  <a:lnTo>
                    <a:pt x="111" y="450"/>
                  </a:lnTo>
                  <a:cubicBezTo>
                    <a:pt x="112" y="451"/>
                    <a:pt x="112" y="451"/>
                    <a:pt x="113" y="452"/>
                  </a:cubicBezTo>
                  <a:lnTo>
                    <a:pt x="118" y="457"/>
                  </a:lnTo>
                  <a:cubicBezTo>
                    <a:pt x="118" y="458"/>
                    <a:pt x="119" y="459"/>
                    <a:pt x="119" y="460"/>
                  </a:cubicBezTo>
                  <a:lnTo>
                    <a:pt x="121" y="465"/>
                  </a:lnTo>
                  <a:lnTo>
                    <a:pt x="122" y="472"/>
                  </a:lnTo>
                  <a:lnTo>
                    <a:pt x="123" y="499"/>
                  </a:lnTo>
                  <a:lnTo>
                    <a:pt x="124" y="506"/>
                  </a:lnTo>
                  <a:lnTo>
                    <a:pt x="126" y="510"/>
                  </a:lnTo>
                  <a:lnTo>
                    <a:pt x="132" y="517"/>
                  </a:lnTo>
                  <a:cubicBezTo>
                    <a:pt x="133" y="519"/>
                    <a:pt x="134" y="522"/>
                    <a:pt x="133" y="524"/>
                  </a:cubicBezTo>
                  <a:lnTo>
                    <a:pt x="121" y="568"/>
                  </a:lnTo>
                  <a:lnTo>
                    <a:pt x="120" y="587"/>
                  </a:lnTo>
                  <a:cubicBezTo>
                    <a:pt x="119" y="588"/>
                    <a:pt x="119" y="588"/>
                    <a:pt x="119" y="589"/>
                  </a:cubicBezTo>
                  <a:lnTo>
                    <a:pt x="115" y="598"/>
                  </a:lnTo>
                  <a:lnTo>
                    <a:pt x="68" y="674"/>
                  </a:lnTo>
                  <a:lnTo>
                    <a:pt x="62" y="680"/>
                  </a:lnTo>
                  <a:cubicBezTo>
                    <a:pt x="61" y="681"/>
                    <a:pt x="60" y="682"/>
                    <a:pt x="59" y="682"/>
                  </a:cubicBezTo>
                  <a:lnTo>
                    <a:pt x="50" y="684"/>
                  </a:lnTo>
                  <a:lnTo>
                    <a:pt x="43" y="688"/>
                  </a:lnTo>
                  <a:lnTo>
                    <a:pt x="38" y="692"/>
                  </a:lnTo>
                  <a:cubicBezTo>
                    <a:pt x="38" y="692"/>
                    <a:pt x="37" y="693"/>
                    <a:pt x="36" y="693"/>
                  </a:cubicBezTo>
                  <a:lnTo>
                    <a:pt x="24" y="700"/>
                  </a:lnTo>
                  <a:lnTo>
                    <a:pt x="23" y="702"/>
                  </a:lnTo>
                  <a:lnTo>
                    <a:pt x="25" y="711"/>
                  </a:lnTo>
                  <a:lnTo>
                    <a:pt x="27" y="714"/>
                  </a:lnTo>
                  <a:cubicBezTo>
                    <a:pt x="27" y="715"/>
                    <a:pt x="27" y="716"/>
                    <a:pt x="28" y="717"/>
                  </a:cubicBezTo>
                  <a:lnTo>
                    <a:pt x="28" y="723"/>
                  </a:lnTo>
                  <a:cubicBezTo>
                    <a:pt x="28" y="724"/>
                    <a:pt x="28" y="726"/>
                    <a:pt x="28" y="727"/>
                  </a:cubicBezTo>
                  <a:lnTo>
                    <a:pt x="26" y="732"/>
                  </a:lnTo>
                  <a:cubicBezTo>
                    <a:pt x="25" y="733"/>
                    <a:pt x="25" y="734"/>
                    <a:pt x="24" y="734"/>
                  </a:cubicBezTo>
                  <a:lnTo>
                    <a:pt x="21" y="737"/>
                  </a:lnTo>
                  <a:cubicBezTo>
                    <a:pt x="20" y="738"/>
                    <a:pt x="20" y="738"/>
                    <a:pt x="19" y="739"/>
                  </a:cubicBezTo>
                  <a:lnTo>
                    <a:pt x="0" y="750"/>
                  </a:lnTo>
                  <a:lnTo>
                    <a:pt x="9" y="770"/>
                  </a:lnTo>
                  <a:lnTo>
                    <a:pt x="36" y="799"/>
                  </a:lnTo>
                  <a:lnTo>
                    <a:pt x="45" y="805"/>
                  </a:lnTo>
                  <a:lnTo>
                    <a:pt x="51" y="808"/>
                  </a:lnTo>
                  <a:lnTo>
                    <a:pt x="64" y="811"/>
                  </a:lnTo>
                  <a:cubicBezTo>
                    <a:pt x="65" y="811"/>
                    <a:pt x="66" y="811"/>
                    <a:pt x="67" y="812"/>
                  </a:cubicBezTo>
                  <a:lnTo>
                    <a:pt x="73" y="816"/>
                  </a:lnTo>
                  <a:lnTo>
                    <a:pt x="80" y="824"/>
                  </a:lnTo>
                  <a:lnTo>
                    <a:pt x="89" y="827"/>
                  </a:lnTo>
                  <a:lnTo>
                    <a:pt x="97" y="831"/>
                  </a:lnTo>
                  <a:cubicBezTo>
                    <a:pt x="100" y="832"/>
                    <a:pt x="102" y="835"/>
                    <a:pt x="102" y="838"/>
                  </a:cubicBezTo>
                  <a:lnTo>
                    <a:pt x="102" y="842"/>
                  </a:lnTo>
                  <a:cubicBezTo>
                    <a:pt x="102" y="843"/>
                    <a:pt x="102" y="844"/>
                    <a:pt x="102" y="845"/>
                  </a:cubicBezTo>
                  <a:lnTo>
                    <a:pt x="98" y="854"/>
                  </a:lnTo>
                  <a:lnTo>
                    <a:pt x="94" y="860"/>
                  </a:lnTo>
                  <a:cubicBezTo>
                    <a:pt x="94" y="861"/>
                    <a:pt x="93" y="861"/>
                    <a:pt x="92" y="862"/>
                  </a:cubicBezTo>
                  <a:lnTo>
                    <a:pt x="88" y="865"/>
                  </a:lnTo>
                  <a:cubicBezTo>
                    <a:pt x="87" y="866"/>
                    <a:pt x="86" y="866"/>
                    <a:pt x="84" y="866"/>
                  </a:cubicBezTo>
                  <a:lnTo>
                    <a:pt x="51" y="872"/>
                  </a:lnTo>
                  <a:lnTo>
                    <a:pt x="48" y="874"/>
                  </a:lnTo>
                  <a:lnTo>
                    <a:pt x="48" y="876"/>
                  </a:lnTo>
                  <a:lnTo>
                    <a:pt x="49" y="878"/>
                  </a:lnTo>
                  <a:lnTo>
                    <a:pt x="62" y="889"/>
                  </a:lnTo>
                  <a:cubicBezTo>
                    <a:pt x="63" y="890"/>
                    <a:pt x="64" y="891"/>
                    <a:pt x="64" y="893"/>
                  </a:cubicBezTo>
                  <a:lnTo>
                    <a:pt x="66" y="897"/>
                  </a:lnTo>
                  <a:cubicBezTo>
                    <a:pt x="66" y="899"/>
                    <a:pt x="66" y="900"/>
                    <a:pt x="66" y="901"/>
                  </a:cubicBezTo>
                  <a:lnTo>
                    <a:pt x="65" y="906"/>
                  </a:lnTo>
                  <a:cubicBezTo>
                    <a:pt x="65" y="907"/>
                    <a:pt x="64" y="908"/>
                    <a:pt x="64" y="908"/>
                  </a:cubicBezTo>
                  <a:lnTo>
                    <a:pt x="59" y="918"/>
                  </a:lnTo>
                  <a:lnTo>
                    <a:pt x="59" y="919"/>
                  </a:lnTo>
                  <a:lnTo>
                    <a:pt x="67" y="926"/>
                  </a:lnTo>
                  <a:cubicBezTo>
                    <a:pt x="68" y="927"/>
                    <a:pt x="69" y="928"/>
                    <a:pt x="69" y="929"/>
                  </a:cubicBezTo>
                  <a:lnTo>
                    <a:pt x="73" y="938"/>
                  </a:lnTo>
                  <a:lnTo>
                    <a:pt x="83" y="977"/>
                  </a:lnTo>
                  <a:lnTo>
                    <a:pt x="85" y="991"/>
                  </a:lnTo>
                  <a:lnTo>
                    <a:pt x="84" y="1002"/>
                  </a:lnTo>
                  <a:cubicBezTo>
                    <a:pt x="84" y="1003"/>
                    <a:pt x="84" y="1004"/>
                    <a:pt x="83" y="1005"/>
                  </a:cubicBezTo>
                  <a:lnTo>
                    <a:pt x="79" y="1014"/>
                  </a:lnTo>
                  <a:lnTo>
                    <a:pt x="76" y="1029"/>
                  </a:lnTo>
                  <a:lnTo>
                    <a:pt x="73" y="1035"/>
                  </a:lnTo>
                  <a:cubicBezTo>
                    <a:pt x="72" y="1036"/>
                    <a:pt x="71" y="1036"/>
                    <a:pt x="70" y="1037"/>
                  </a:cubicBezTo>
                  <a:lnTo>
                    <a:pt x="66" y="1040"/>
                  </a:lnTo>
                  <a:lnTo>
                    <a:pt x="56" y="1046"/>
                  </a:lnTo>
                  <a:lnTo>
                    <a:pt x="54" y="1050"/>
                  </a:lnTo>
                  <a:lnTo>
                    <a:pt x="53" y="1055"/>
                  </a:lnTo>
                  <a:lnTo>
                    <a:pt x="53" y="1062"/>
                  </a:lnTo>
                  <a:lnTo>
                    <a:pt x="56" y="1071"/>
                  </a:lnTo>
                  <a:lnTo>
                    <a:pt x="59" y="1073"/>
                  </a:lnTo>
                  <a:lnTo>
                    <a:pt x="72" y="1080"/>
                  </a:lnTo>
                  <a:lnTo>
                    <a:pt x="78" y="1084"/>
                  </a:lnTo>
                  <a:cubicBezTo>
                    <a:pt x="78" y="1085"/>
                    <a:pt x="79" y="1085"/>
                    <a:pt x="79" y="1086"/>
                  </a:cubicBezTo>
                  <a:lnTo>
                    <a:pt x="84" y="1092"/>
                  </a:lnTo>
                  <a:cubicBezTo>
                    <a:pt x="84" y="1093"/>
                    <a:pt x="85" y="1095"/>
                    <a:pt x="85" y="1096"/>
                  </a:cubicBezTo>
                  <a:lnTo>
                    <a:pt x="85" y="1102"/>
                  </a:lnTo>
                  <a:cubicBezTo>
                    <a:pt x="85" y="1103"/>
                    <a:pt x="85" y="1104"/>
                    <a:pt x="85" y="1105"/>
                  </a:cubicBezTo>
                  <a:lnTo>
                    <a:pt x="83" y="1111"/>
                  </a:lnTo>
                  <a:cubicBezTo>
                    <a:pt x="82" y="1112"/>
                    <a:pt x="82" y="1113"/>
                    <a:pt x="81" y="1114"/>
                  </a:cubicBezTo>
                  <a:lnTo>
                    <a:pt x="77" y="1117"/>
                  </a:lnTo>
                  <a:lnTo>
                    <a:pt x="71" y="1121"/>
                  </a:lnTo>
                  <a:cubicBezTo>
                    <a:pt x="70" y="1121"/>
                    <a:pt x="69" y="1122"/>
                    <a:pt x="68" y="1122"/>
                  </a:cubicBezTo>
                  <a:lnTo>
                    <a:pt x="34" y="1130"/>
                  </a:lnTo>
                  <a:lnTo>
                    <a:pt x="29" y="1133"/>
                  </a:lnTo>
                  <a:lnTo>
                    <a:pt x="29" y="1151"/>
                  </a:lnTo>
                  <a:lnTo>
                    <a:pt x="31" y="1154"/>
                  </a:lnTo>
                  <a:lnTo>
                    <a:pt x="40" y="1157"/>
                  </a:lnTo>
                  <a:lnTo>
                    <a:pt x="46" y="1161"/>
                  </a:lnTo>
                  <a:cubicBezTo>
                    <a:pt x="47" y="1161"/>
                    <a:pt x="47" y="1162"/>
                    <a:pt x="48" y="1162"/>
                  </a:cubicBezTo>
                  <a:lnTo>
                    <a:pt x="53" y="1168"/>
                  </a:lnTo>
                  <a:cubicBezTo>
                    <a:pt x="54" y="1169"/>
                    <a:pt x="54" y="1170"/>
                    <a:pt x="55" y="1171"/>
                  </a:cubicBezTo>
                  <a:lnTo>
                    <a:pt x="60" y="1192"/>
                  </a:lnTo>
                  <a:lnTo>
                    <a:pt x="65" y="1198"/>
                  </a:lnTo>
                  <a:lnTo>
                    <a:pt x="74" y="1201"/>
                  </a:lnTo>
                  <a:lnTo>
                    <a:pt x="81" y="1204"/>
                  </a:lnTo>
                  <a:cubicBezTo>
                    <a:pt x="83" y="1205"/>
                    <a:pt x="84" y="1206"/>
                    <a:pt x="85" y="1207"/>
                  </a:cubicBezTo>
                  <a:lnTo>
                    <a:pt x="91" y="1215"/>
                  </a:lnTo>
                  <a:lnTo>
                    <a:pt x="100" y="1216"/>
                  </a:lnTo>
                  <a:cubicBezTo>
                    <a:pt x="103" y="1217"/>
                    <a:pt x="105" y="1218"/>
                    <a:pt x="106" y="1220"/>
                  </a:cubicBezTo>
                  <a:lnTo>
                    <a:pt x="108" y="1223"/>
                  </a:lnTo>
                  <a:cubicBezTo>
                    <a:pt x="109" y="1224"/>
                    <a:pt x="110" y="1226"/>
                    <a:pt x="110" y="1227"/>
                  </a:cubicBezTo>
                  <a:lnTo>
                    <a:pt x="110" y="1232"/>
                  </a:lnTo>
                  <a:lnTo>
                    <a:pt x="107" y="1250"/>
                  </a:lnTo>
                  <a:lnTo>
                    <a:pt x="109" y="1255"/>
                  </a:lnTo>
                  <a:lnTo>
                    <a:pt x="110" y="1256"/>
                  </a:lnTo>
                  <a:lnTo>
                    <a:pt x="118" y="1259"/>
                  </a:lnTo>
                  <a:lnTo>
                    <a:pt x="123" y="1254"/>
                  </a:lnTo>
                  <a:cubicBezTo>
                    <a:pt x="123" y="1253"/>
                    <a:pt x="124" y="1253"/>
                    <a:pt x="125" y="1252"/>
                  </a:cubicBezTo>
                  <a:lnTo>
                    <a:pt x="137" y="1247"/>
                  </a:lnTo>
                  <a:lnTo>
                    <a:pt x="142" y="1239"/>
                  </a:lnTo>
                  <a:lnTo>
                    <a:pt x="146" y="1236"/>
                  </a:lnTo>
                  <a:cubicBezTo>
                    <a:pt x="146" y="1235"/>
                    <a:pt x="147" y="1235"/>
                    <a:pt x="148" y="1235"/>
                  </a:cubicBezTo>
                  <a:lnTo>
                    <a:pt x="150" y="1234"/>
                  </a:lnTo>
                  <a:lnTo>
                    <a:pt x="156" y="1233"/>
                  </a:lnTo>
                  <a:lnTo>
                    <a:pt x="157" y="1229"/>
                  </a:lnTo>
                  <a:cubicBezTo>
                    <a:pt x="157" y="1228"/>
                    <a:pt x="157" y="1228"/>
                    <a:pt x="158" y="1227"/>
                  </a:cubicBezTo>
                  <a:lnTo>
                    <a:pt x="162" y="1222"/>
                  </a:lnTo>
                  <a:lnTo>
                    <a:pt x="167" y="1218"/>
                  </a:lnTo>
                  <a:lnTo>
                    <a:pt x="173" y="1209"/>
                  </a:lnTo>
                  <a:lnTo>
                    <a:pt x="183" y="1201"/>
                  </a:lnTo>
                  <a:cubicBezTo>
                    <a:pt x="187" y="1198"/>
                    <a:pt x="192" y="1199"/>
                    <a:pt x="195" y="1202"/>
                  </a:cubicBezTo>
                  <a:lnTo>
                    <a:pt x="196" y="1204"/>
                  </a:lnTo>
                  <a:lnTo>
                    <a:pt x="219" y="1224"/>
                  </a:lnTo>
                  <a:lnTo>
                    <a:pt x="225" y="1233"/>
                  </a:lnTo>
                  <a:cubicBezTo>
                    <a:pt x="225" y="1234"/>
                    <a:pt x="226" y="1234"/>
                    <a:pt x="226" y="1235"/>
                  </a:cubicBezTo>
                  <a:lnTo>
                    <a:pt x="228" y="1241"/>
                  </a:lnTo>
                  <a:cubicBezTo>
                    <a:pt x="228" y="1242"/>
                    <a:pt x="228" y="1243"/>
                    <a:pt x="228" y="1244"/>
                  </a:cubicBezTo>
                  <a:lnTo>
                    <a:pt x="228" y="1248"/>
                  </a:lnTo>
                  <a:lnTo>
                    <a:pt x="229" y="1251"/>
                  </a:lnTo>
                  <a:lnTo>
                    <a:pt x="231" y="1252"/>
                  </a:lnTo>
                  <a:lnTo>
                    <a:pt x="284" y="1254"/>
                  </a:lnTo>
                  <a:lnTo>
                    <a:pt x="297" y="1252"/>
                  </a:lnTo>
                  <a:lnTo>
                    <a:pt x="301" y="1250"/>
                  </a:lnTo>
                  <a:lnTo>
                    <a:pt x="319" y="1232"/>
                  </a:lnTo>
                  <a:lnTo>
                    <a:pt x="325" y="1224"/>
                  </a:lnTo>
                  <a:lnTo>
                    <a:pt x="333" y="1218"/>
                  </a:lnTo>
                  <a:lnTo>
                    <a:pt x="341" y="1203"/>
                  </a:lnTo>
                  <a:lnTo>
                    <a:pt x="359" y="1184"/>
                  </a:lnTo>
                  <a:lnTo>
                    <a:pt x="366" y="1172"/>
                  </a:lnTo>
                  <a:lnTo>
                    <a:pt x="383" y="1154"/>
                  </a:lnTo>
                  <a:lnTo>
                    <a:pt x="383" y="1154"/>
                  </a:lnTo>
                  <a:cubicBezTo>
                    <a:pt x="382" y="1151"/>
                    <a:pt x="383" y="1149"/>
                    <a:pt x="385" y="1147"/>
                  </a:cubicBezTo>
                  <a:lnTo>
                    <a:pt x="389" y="1143"/>
                  </a:lnTo>
                  <a:lnTo>
                    <a:pt x="388" y="1139"/>
                  </a:lnTo>
                  <a:lnTo>
                    <a:pt x="387" y="1131"/>
                  </a:lnTo>
                  <a:lnTo>
                    <a:pt x="386" y="1127"/>
                  </a:lnTo>
                  <a:cubicBezTo>
                    <a:pt x="386" y="1126"/>
                    <a:pt x="386" y="1125"/>
                    <a:pt x="386" y="1124"/>
                  </a:cubicBezTo>
                  <a:lnTo>
                    <a:pt x="386" y="1121"/>
                  </a:lnTo>
                  <a:cubicBezTo>
                    <a:pt x="386" y="1120"/>
                    <a:pt x="386" y="1119"/>
                    <a:pt x="386" y="1118"/>
                  </a:cubicBezTo>
                  <a:lnTo>
                    <a:pt x="388" y="1113"/>
                  </a:lnTo>
                  <a:cubicBezTo>
                    <a:pt x="389" y="1112"/>
                    <a:pt x="389" y="1112"/>
                    <a:pt x="390" y="1111"/>
                  </a:cubicBezTo>
                  <a:lnTo>
                    <a:pt x="395" y="1105"/>
                  </a:lnTo>
                  <a:lnTo>
                    <a:pt x="412" y="1077"/>
                  </a:lnTo>
                  <a:lnTo>
                    <a:pt x="426" y="1059"/>
                  </a:lnTo>
                  <a:lnTo>
                    <a:pt x="418" y="1050"/>
                  </a:lnTo>
                  <a:cubicBezTo>
                    <a:pt x="417" y="1049"/>
                    <a:pt x="416" y="1048"/>
                    <a:pt x="416" y="1046"/>
                  </a:cubicBezTo>
                  <a:lnTo>
                    <a:pt x="415" y="1037"/>
                  </a:lnTo>
                  <a:cubicBezTo>
                    <a:pt x="414" y="1034"/>
                    <a:pt x="415" y="1032"/>
                    <a:pt x="416" y="1031"/>
                  </a:cubicBezTo>
                  <a:lnTo>
                    <a:pt x="423" y="1022"/>
                  </a:lnTo>
                  <a:lnTo>
                    <a:pt x="491" y="959"/>
                  </a:lnTo>
                  <a:lnTo>
                    <a:pt x="528" y="939"/>
                  </a:lnTo>
                  <a:lnTo>
                    <a:pt x="532" y="935"/>
                  </a:lnTo>
                  <a:lnTo>
                    <a:pt x="544" y="921"/>
                  </a:lnTo>
                  <a:cubicBezTo>
                    <a:pt x="545" y="921"/>
                    <a:pt x="545" y="920"/>
                    <a:pt x="546" y="920"/>
                  </a:cubicBezTo>
                  <a:lnTo>
                    <a:pt x="566" y="908"/>
                  </a:lnTo>
                  <a:lnTo>
                    <a:pt x="570" y="903"/>
                  </a:lnTo>
                  <a:lnTo>
                    <a:pt x="571" y="900"/>
                  </a:lnTo>
                  <a:lnTo>
                    <a:pt x="571" y="892"/>
                  </a:lnTo>
                  <a:lnTo>
                    <a:pt x="566" y="886"/>
                  </a:lnTo>
                  <a:cubicBezTo>
                    <a:pt x="566" y="885"/>
                    <a:pt x="565" y="884"/>
                    <a:pt x="565" y="884"/>
                  </a:cubicBezTo>
                  <a:lnTo>
                    <a:pt x="564" y="880"/>
                  </a:lnTo>
                  <a:cubicBezTo>
                    <a:pt x="563" y="878"/>
                    <a:pt x="563" y="877"/>
                    <a:pt x="564" y="875"/>
                  </a:cubicBezTo>
                  <a:lnTo>
                    <a:pt x="564" y="872"/>
                  </a:lnTo>
                  <a:lnTo>
                    <a:pt x="572" y="847"/>
                  </a:lnTo>
                  <a:lnTo>
                    <a:pt x="578" y="835"/>
                  </a:lnTo>
                  <a:lnTo>
                    <a:pt x="579" y="827"/>
                  </a:lnTo>
                  <a:lnTo>
                    <a:pt x="578" y="821"/>
                  </a:lnTo>
                  <a:lnTo>
                    <a:pt x="572" y="810"/>
                  </a:lnTo>
                  <a:lnTo>
                    <a:pt x="569" y="802"/>
                  </a:lnTo>
                  <a:cubicBezTo>
                    <a:pt x="569" y="800"/>
                    <a:pt x="569" y="799"/>
                    <a:pt x="569" y="797"/>
                  </a:cubicBezTo>
                  <a:lnTo>
                    <a:pt x="576" y="772"/>
                  </a:lnTo>
                  <a:cubicBezTo>
                    <a:pt x="577" y="770"/>
                    <a:pt x="578" y="768"/>
                    <a:pt x="580" y="767"/>
                  </a:cubicBezTo>
                  <a:lnTo>
                    <a:pt x="604" y="753"/>
                  </a:lnTo>
                  <a:lnTo>
                    <a:pt x="658" y="736"/>
                  </a:lnTo>
                  <a:lnTo>
                    <a:pt x="689" y="712"/>
                  </a:lnTo>
                  <a:lnTo>
                    <a:pt x="697" y="700"/>
                  </a:lnTo>
                  <a:lnTo>
                    <a:pt x="693" y="691"/>
                  </a:lnTo>
                  <a:cubicBezTo>
                    <a:pt x="692" y="689"/>
                    <a:pt x="692" y="686"/>
                    <a:pt x="694" y="684"/>
                  </a:cubicBezTo>
                  <a:lnTo>
                    <a:pt x="700" y="672"/>
                  </a:lnTo>
                  <a:cubicBezTo>
                    <a:pt x="701" y="672"/>
                    <a:pt x="701" y="671"/>
                    <a:pt x="702" y="670"/>
                  </a:cubicBezTo>
                  <a:lnTo>
                    <a:pt x="706" y="666"/>
                  </a:lnTo>
                  <a:cubicBezTo>
                    <a:pt x="707" y="665"/>
                    <a:pt x="708" y="664"/>
                    <a:pt x="709" y="664"/>
                  </a:cubicBezTo>
                  <a:lnTo>
                    <a:pt x="718" y="661"/>
                  </a:lnTo>
                  <a:lnTo>
                    <a:pt x="719" y="659"/>
                  </a:lnTo>
                  <a:cubicBezTo>
                    <a:pt x="719" y="658"/>
                    <a:pt x="720" y="657"/>
                    <a:pt x="722" y="656"/>
                  </a:cubicBezTo>
                  <a:lnTo>
                    <a:pt x="727" y="653"/>
                  </a:lnTo>
                  <a:lnTo>
                    <a:pt x="727" y="645"/>
                  </a:lnTo>
                  <a:cubicBezTo>
                    <a:pt x="726" y="642"/>
                    <a:pt x="729" y="639"/>
                    <a:pt x="732" y="637"/>
                  </a:cubicBezTo>
                  <a:lnTo>
                    <a:pt x="745" y="633"/>
                  </a:lnTo>
                  <a:lnTo>
                    <a:pt x="776" y="605"/>
                  </a:lnTo>
                  <a:lnTo>
                    <a:pt x="785" y="590"/>
                  </a:lnTo>
                  <a:lnTo>
                    <a:pt x="800" y="573"/>
                  </a:lnTo>
                  <a:lnTo>
                    <a:pt x="832" y="551"/>
                  </a:lnTo>
                  <a:lnTo>
                    <a:pt x="830" y="537"/>
                  </a:lnTo>
                  <a:cubicBezTo>
                    <a:pt x="830" y="536"/>
                    <a:pt x="830" y="535"/>
                    <a:pt x="830" y="534"/>
                  </a:cubicBezTo>
                  <a:lnTo>
                    <a:pt x="833" y="519"/>
                  </a:lnTo>
                  <a:cubicBezTo>
                    <a:pt x="834" y="518"/>
                    <a:pt x="834" y="517"/>
                    <a:pt x="835" y="515"/>
                  </a:cubicBezTo>
                  <a:lnTo>
                    <a:pt x="845" y="506"/>
                  </a:lnTo>
                  <a:cubicBezTo>
                    <a:pt x="846" y="505"/>
                    <a:pt x="848" y="504"/>
                    <a:pt x="850" y="503"/>
                  </a:cubicBezTo>
                  <a:lnTo>
                    <a:pt x="853" y="503"/>
                  </a:lnTo>
                  <a:lnTo>
                    <a:pt x="859" y="495"/>
                  </a:lnTo>
                  <a:cubicBezTo>
                    <a:pt x="859" y="494"/>
                    <a:pt x="860" y="494"/>
                    <a:pt x="861" y="493"/>
                  </a:cubicBezTo>
                  <a:lnTo>
                    <a:pt x="866" y="490"/>
                  </a:lnTo>
                  <a:cubicBezTo>
                    <a:pt x="867" y="490"/>
                    <a:pt x="867" y="489"/>
                    <a:pt x="868" y="489"/>
                  </a:cubicBezTo>
                  <a:lnTo>
                    <a:pt x="874" y="487"/>
                  </a:lnTo>
                  <a:lnTo>
                    <a:pt x="875" y="485"/>
                  </a:lnTo>
                  <a:lnTo>
                    <a:pt x="872" y="482"/>
                  </a:lnTo>
                  <a:lnTo>
                    <a:pt x="863" y="474"/>
                  </a:lnTo>
                  <a:lnTo>
                    <a:pt x="858" y="476"/>
                  </a:lnTo>
                  <a:cubicBezTo>
                    <a:pt x="857" y="476"/>
                    <a:pt x="856" y="476"/>
                    <a:pt x="855" y="477"/>
                  </a:cubicBezTo>
                  <a:lnTo>
                    <a:pt x="796" y="482"/>
                  </a:lnTo>
                  <a:cubicBezTo>
                    <a:pt x="793" y="483"/>
                    <a:pt x="791" y="482"/>
                    <a:pt x="789" y="480"/>
                  </a:cubicBezTo>
                  <a:cubicBezTo>
                    <a:pt x="788" y="478"/>
                    <a:pt x="787" y="475"/>
                    <a:pt x="788" y="472"/>
                  </a:cubicBezTo>
                  <a:lnTo>
                    <a:pt x="790" y="463"/>
                  </a:lnTo>
                  <a:lnTo>
                    <a:pt x="797" y="450"/>
                  </a:lnTo>
                  <a:lnTo>
                    <a:pt x="805" y="439"/>
                  </a:lnTo>
                  <a:cubicBezTo>
                    <a:pt x="806" y="438"/>
                    <a:pt x="806" y="438"/>
                    <a:pt x="807" y="437"/>
                  </a:cubicBezTo>
                  <a:lnTo>
                    <a:pt x="816" y="432"/>
                  </a:lnTo>
                  <a:lnTo>
                    <a:pt x="817" y="422"/>
                  </a:lnTo>
                  <a:cubicBezTo>
                    <a:pt x="817" y="419"/>
                    <a:pt x="820" y="416"/>
                    <a:pt x="823" y="415"/>
                  </a:cubicBezTo>
                  <a:lnTo>
                    <a:pt x="835" y="412"/>
                  </a:lnTo>
                  <a:lnTo>
                    <a:pt x="842" y="408"/>
                  </a:lnTo>
                  <a:lnTo>
                    <a:pt x="849" y="401"/>
                  </a:lnTo>
                  <a:lnTo>
                    <a:pt x="847" y="396"/>
                  </a:lnTo>
                  <a:lnTo>
                    <a:pt x="843" y="387"/>
                  </a:lnTo>
                  <a:cubicBezTo>
                    <a:pt x="842" y="386"/>
                    <a:pt x="842" y="386"/>
                    <a:pt x="842" y="385"/>
                  </a:cubicBezTo>
                  <a:lnTo>
                    <a:pt x="841" y="377"/>
                  </a:lnTo>
                  <a:cubicBezTo>
                    <a:pt x="840" y="373"/>
                    <a:pt x="842" y="369"/>
                    <a:pt x="846" y="368"/>
                  </a:cubicBezTo>
                  <a:lnTo>
                    <a:pt x="854" y="365"/>
                  </a:lnTo>
                  <a:lnTo>
                    <a:pt x="857" y="363"/>
                  </a:lnTo>
                  <a:cubicBezTo>
                    <a:pt x="858" y="362"/>
                    <a:pt x="859" y="362"/>
                    <a:pt x="860" y="361"/>
                  </a:cubicBezTo>
                  <a:lnTo>
                    <a:pt x="865" y="360"/>
                  </a:lnTo>
                  <a:cubicBezTo>
                    <a:pt x="866" y="360"/>
                    <a:pt x="867" y="360"/>
                    <a:pt x="869" y="360"/>
                  </a:cubicBezTo>
                  <a:lnTo>
                    <a:pt x="873" y="361"/>
                  </a:lnTo>
                  <a:cubicBezTo>
                    <a:pt x="874" y="362"/>
                    <a:pt x="875" y="362"/>
                    <a:pt x="876" y="363"/>
                  </a:cubicBezTo>
                  <a:lnTo>
                    <a:pt x="879" y="365"/>
                  </a:lnTo>
                  <a:lnTo>
                    <a:pt x="888" y="366"/>
                  </a:lnTo>
                  <a:lnTo>
                    <a:pt x="912" y="362"/>
                  </a:lnTo>
                  <a:cubicBezTo>
                    <a:pt x="913" y="362"/>
                    <a:pt x="914" y="362"/>
                    <a:pt x="915" y="362"/>
                  </a:cubicBezTo>
                  <a:lnTo>
                    <a:pt x="927" y="365"/>
                  </a:lnTo>
                  <a:lnTo>
                    <a:pt x="927" y="365"/>
                  </a:lnTo>
                  <a:lnTo>
                    <a:pt x="929" y="355"/>
                  </a:lnTo>
                  <a:lnTo>
                    <a:pt x="928" y="347"/>
                  </a:lnTo>
                  <a:lnTo>
                    <a:pt x="922" y="335"/>
                  </a:lnTo>
                  <a:lnTo>
                    <a:pt x="897" y="307"/>
                  </a:lnTo>
                  <a:lnTo>
                    <a:pt x="890" y="305"/>
                  </a:lnTo>
                  <a:lnTo>
                    <a:pt x="886" y="305"/>
                  </a:lnTo>
                  <a:lnTo>
                    <a:pt x="880" y="305"/>
                  </a:lnTo>
                  <a:cubicBezTo>
                    <a:pt x="879" y="305"/>
                    <a:pt x="878" y="305"/>
                    <a:pt x="876" y="304"/>
                  </a:cubicBezTo>
                  <a:lnTo>
                    <a:pt x="872" y="301"/>
                  </a:lnTo>
                  <a:cubicBezTo>
                    <a:pt x="871" y="300"/>
                    <a:pt x="870" y="300"/>
                    <a:pt x="870" y="299"/>
                  </a:cubicBezTo>
                  <a:lnTo>
                    <a:pt x="867" y="294"/>
                  </a:lnTo>
                  <a:cubicBezTo>
                    <a:pt x="866" y="293"/>
                    <a:pt x="866" y="292"/>
                    <a:pt x="866" y="290"/>
                  </a:cubicBezTo>
                  <a:lnTo>
                    <a:pt x="865" y="285"/>
                  </a:lnTo>
                  <a:lnTo>
                    <a:pt x="866" y="279"/>
                  </a:lnTo>
                  <a:cubicBezTo>
                    <a:pt x="866" y="278"/>
                    <a:pt x="866" y="277"/>
                    <a:pt x="867" y="277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xmlns="" id="{7582C2C1-7C30-4389-9666-337B5B83B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7560" y="4977737"/>
              <a:ext cx="311997" cy="694261"/>
            </a:xfrm>
            <a:custGeom>
              <a:avLst/>
              <a:gdLst>
                <a:gd name="T0" fmla="*/ 475 w 488"/>
                <a:gd name="T1" fmla="*/ 401 h 1089"/>
                <a:gd name="T2" fmla="*/ 468 w 488"/>
                <a:gd name="T3" fmla="*/ 303 h 1089"/>
                <a:gd name="T4" fmla="*/ 441 w 488"/>
                <a:gd name="T5" fmla="*/ 277 h 1089"/>
                <a:gd name="T6" fmla="*/ 430 w 488"/>
                <a:gd name="T7" fmla="*/ 250 h 1089"/>
                <a:gd name="T8" fmla="*/ 433 w 488"/>
                <a:gd name="T9" fmla="*/ 200 h 1089"/>
                <a:gd name="T10" fmla="*/ 439 w 488"/>
                <a:gd name="T11" fmla="*/ 40 h 1089"/>
                <a:gd name="T12" fmla="*/ 434 w 488"/>
                <a:gd name="T13" fmla="*/ 11 h 1089"/>
                <a:gd name="T14" fmla="*/ 395 w 488"/>
                <a:gd name="T15" fmla="*/ 9 h 1089"/>
                <a:gd name="T16" fmla="*/ 402 w 488"/>
                <a:gd name="T17" fmla="*/ 56 h 1089"/>
                <a:gd name="T18" fmla="*/ 389 w 488"/>
                <a:gd name="T19" fmla="*/ 97 h 1089"/>
                <a:gd name="T20" fmla="*/ 391 w 488"/>
                <a:gd name="T21" fmla="*/ 157 h 1089"/>
                <a:gd name="T22" fmla="*/ 351 w 488"/>
                <a:gd name="T23" fmla="*/ 225 h 1089"/>
                <a:gd name="T24" fmla="*/ 298 w 488"/>
                <a:gd name="T25" fmla="*/ 190 h 1089"/>
                <a:gd name="T26" fmla="*/ 229 w 488"/>
                <a:gd name="T27" fmla="*/ 246 h 1089"/>
                <a:gd name="T28" fmla="*/ 124 w 488"/>
                <a:gd name="T29" fmla="*/ 295 h 1089"/>
                <a:gd name="T30" fmla="*/ 91 w 488"/>
                <a:gd name="T31" fmla="*/ 304 h 1089"/>
                <a:gd name="T32" fmla="*/ 77 w 488"/>
                <a:gd name="T33" fmla="*/ 327 h 1089"/>
                <a:gd name="T34" fmla="*/ 63 w 488"/>
                <a:gd name="T35" fmla="*/ 362 h 1089"/>
                <a:gd name="T36" fmla="*/ 44 w 488"/>
                <a:gd name="T37" fmla="*/ 400 h 1089"/>
                <a:gd name="T38" fmla="*/ 12 w 488"/>
                <a:gd name="T39" fmla="*/ 423 h 1089"/>
                <a:gd name="T40" fmla="*/ 10 w 488"/>
                <a:gd name="T41" fmla="*/ 433 h 1089"/>
                <a:gd name="T42" fmla="*/ 36 w 488"/>
                <a:gd name="T43" fmla="*/ 457 h 1089"/>
                <a:gd name="T44" fmla="*/ 69 w 488"/>
                <a:gd name="T45" fmla="*/ 488 h 1089"/>
                <a:gd name="T46" fmla="*/ 10 w 488"/>
                <a:gd name="T47" fmla="*/ 521 h 1089"/>
                <a:gd name="T48" fmla="*/ 16 w 488"/>
                <a:gd name="T49" fmla="*/ 548 h 1089"/>
                <a:gd name="T50" fmla="*/ 22 w 488"/>
                <a:gd name="T51" fmla="*/ 578 h 1089"/>
                <a:gd name="T52" fmla="*/ 63 w 488"/>
                <a:gd name="T53" fmla="*/ 593 h 1089"/>
                <a:gd name="T54" fmla="*/ 96 w 488"/>
                <a:gd name="T55" fmla="*/ 633 h 1089"/>
                <a:gd name="T56" fmla="*/ 63 w 488"/>
                <a:gd name="T57" fmla="*/ 666 h 1089"/>
                <a:gd name="T58" fmla="*/ 36 w 488"/>
                <a:gd name="T59" fmla="*/ 702 h 1089"/>
                <a:gd name="T60" fmla="*/ 39 w 488"/>
                <a:gd name="T61" fmla="*/ 726 h 1089"/>
                <a:gd name="T62" fmla="*/ 106 w 488"/>
                <a:gd name="T63" fmla="*/ 713 h 1089"/>
                <a:gd name="T64" fmla="*/ 126 w 488"/>
                <a:gd name="T65" fmla="*/ 744 h 1089"/>
                <a:gd name="T66" fmla="*/ 114 w 488"/>
                <a:gd name="T67" fmla="*/ 779 h 1089"/>
                <a:gd name="T68" fmla="*/ 85 w 488"/>
                <a:gd name="T69" fmla="*/ 813 h 1089"/>
                <a:gd name="T70" fmla="*/ 75 w 488"/>
                <a:gd name="T71" fmla="*/ 840 h 1089"/>
                <a:gd name="T72" fmla="*/ 116 w 488"/>
                <a:gd name="T73" fmla="*/ 842 h 1089"/>
                <a:gd name="T74" fmla="*/ 168 w 488"/>
                <a:gd name="T75" fmla="*/ 871 h 1089"/>
                <a:gd name="T76" fmla="*/ 165 w 488"/>
                <a:gd name="T77" fmla="*/ 906 h 1089"/>
                <a:gd name="T78" fmla="*/ 120 w 488"/>
                <a:gd name="T79" fmla="*/ 929 h 1089"/>
                <a:gd name="T80" fmla="*/ 132 w 488"/>
                <a:gd name="T81" fmla="*/ 967 h 1089"/>
                <a:gd name="T82" fmla="*/ 155 w 488"/>
                <a:gd name="T83" fmla="*/ 985 h 1089"/>
                <a:gd name="T84" fmla="*/ 180 w 488"/>
                <a:gd name="T85" fmla="*/ 1001 h 1089"/>
                <a:gd name="T86" fmla="*/ 227 w 488"/>
                <a:gd name="T87" fmla="*/ 1018 h 1089"/>
                <a:gd name="T88" fmla="*/ 261 w 488"/>
                <a:gd name="T89" fmla="*/ 1013 h 1089"/>
                <a:gd name="T90" fmla="*/ 274 w 488"/>
                <a:gd name="T91" fmla="*/ 1038 h 1089"/>
                <a:gd name="T92" fmla="*/ 294 w 488"/>
                <a:gd name="T93" fmla="*/ 1072 h 1089"/>
                <a:gd name="T94" fmla="*/ 324 w 488"/>
                <a:gd name="T95" fmla="*/ 1083 h 1089"/>
                <a:gd name="T96" fmla="*/ 319 w 488"/>
                <a:gd name="T97" fmla="*/ 1056 h 1089"/>
                <a:gd name="T98" fmla="*/ 340 w 488"/>
                <a:gd name="T99" fmla="*/ 1025 h 1089"/>
                <a:gd name="T100" fmla="*/ 342 w 488"/>
                <a:gd name="T101" fmla="*/ 994 h 1089"/>
                <a:gd name="T102" fmla="*/ 361 w 488"/>
                <a:gd name="T103" fmla="*/ 966 h 1089"/>
                <a:gd name="T104" fmla="*/ 379 w 488"/>
                <a:gd name="T105" fmla="*/ 948 h 1089"/>
                <a:gd name="T106" fmla="*/ 354 w 488"/>
                <a:gd name="T107" fmla="*/ 925 h 1089"/>
                <a:gd name="T108" fmla="*/ 392 w 488"/>
                <a:gd name="T109" fmla="*/ 907 h 1089"/>
                <a:gd name="T110" fmla="*/ 395 w 488"/>
                <a:gd name="T111" fmla="*/ 881 h 1089"/>
                <a:gd name="T112" fmla="*/ 409 w 488"/>
                <a:gd name="T113" fmla="*/ 730 h 1089"/>
                <a:gd name="T114" fmla="*/ 462 w 488"/>
                <a:gd name="T115" fmla="*/ 624 h 1089"/>
                <a:gd name="T116" fmla="*/ 484 w 488"/>
                <a:gd name="T117" fmla="*/ 563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8" h="1089">
                  <a:moveTo>
                    <a:pt x="484" y="561"/>
                  </a:moveTo>
                  <a:lnTo>
                    <a:pt x="487" y="478"/>
                  </a:lnTo>
                  <a:lnTo>
                    <a:pt x="485" y="466"/>
                  </a:lnTo>
                  <a:lnTo>
                    <a:pt x="477" y="442"/>
                  </a:lnTo>
                  <a:lnTo>
                    <a:pt x="474" y="427"/>
                  </a:lnTo>
                  <a:lnTo>
                    <a:pt x="474" y="412"/>
                  </a:lnTo>
                  <a:lnTo>
                    <a:pt x="475" y="401"/>
                  </a:lnTo>
                  <a:lnTo>
                    <a:pt x="480" y="384"/>
                  </a:lnTo>
                  <a:lnTo>
                    <a:pt x="475" y="373"/>
                  </a:lnTo>
                  <a:cubicBezTo>
                    <a:pt x="475" y="372"/>
                    <a:pt x="474" y="371"/>
                    <a:pt x="474" y="370"/>
                  </a:cubicBezTo>
                  <a:lnTo>
                    <a:pt x="473" y="350"/>
                  </a:lnTo>
                  <a:lnTo>
                    <a:pt x="474" y="310"/>
                  </a:lnTo>
                  <a:lnTo>
                    <a:pt x="473" y="304"/>
                  </a:lnTo>
                  <a:cubicBezTo>
                    <a:pt x="471" y="304"/>
                    <a:pt x="470" y="304"/>
                    <a:pt x="468" y="303"/>
                  </a:cubicBezTo>
                  <a:lnTo>
                    <a:pt x="455" y="297"/>
                  </a:lnTo>
                  <a:cubicBezTo>
                    <a:pt x="454" y="297"/>
                    <a:pt x="454" y="297"/>
                    <a:pt x="453" y="296"/>
                  </a:cubicBezTo>
                  <a:lnTo>
                    <a:pt x="449" y="293"/>
                  </a:lnTo>
                  <a:cubicBezTo>
                    <a:pt x="448" y="293"/>
                    <a:pt x="448" y="292"/>
                    <a:pt x="447" y="291"/>
                  </a:cubicBezTo>
                  <a:lnTo>
                    <a:pt x="444" y="285"/>
                  </a:lnTo>
                  <a:cubicBezTo>
                    <a:pt x="444" y="285"/>
                    <a:pt x="444" y="284"/>
                    <a:pt x="443" y="284"/>
                  </a:cubicBezTo>
                  <a:lnTo>
                    <a:pt x="441" y="277"/>
                  </a:lnTo>
                  <a:lnTo>
                    <a:pt x="439" y="275"/>
                  </a:lnTo>
                  <a:cubicBezTo>
                    <a:pt x="436" y="272"/>
                    <a:pt x="435" y="269"/>
                    <a:pt x="437" y="265"/>
                  </a:cubicBezTo>
                  <a:lnTo>
                    <a:pt x="438" y="261"/>
                  </a:lnTo>
                  <a:lnTo>
                    <a:pt x="437" y="256"/>
                  </a:lnTo>
                  <a:lnTo>
                    <a:pt x="434" y="254"/>
                  </a:lnTo>
                  <a:cubicBezTo>
                    <a:pt x="433" y="254"/>
                    <a:pt x="432" y="253"/>
                    <a:pt x="432" y="252"/>
                  </a:cubicBezTo>
                  <a:lnTo>
                    <a:pt x="430" y="250"/>
                  </a:lnTo>
                  <a:cubicBezTo>
                    <a:pt x="429" y="248"/>
                    <a:pt x="429" y="247"/>
                    <a:pt x="429" y="245"/>
                  </a:cubicBezTo>
                  <a:lnTo>
                    <a:pt x="429" y="242"/>
                  </a:lnTo>
                  <a:cubicBezTo>
                    <a:pt x="429" y="241"/>
                    <a:pt x="430" y="239"/>
                    <a:pt x="431" y="238"/>
                  </a:cubicBezTo>
                  <a:lnTo>
                    <a:pt x="433" y="235"/>
                  </a:lnTo>
                  <a:lnTo>
                    <a:pt x="432" y="217"/>
                  </a:lnTo>
                  <a:lnTo>
                    <a:pt x="434" y="207"/>
                  </a:lnTo>
                  <a:lnTo>
                    <a:pt x="433" y="200"/>
                  </a:lnTo>
                  <a:cubicBezTo>
                    <a:pt x="433" y="199"/>
                    <a:pt x="433" y="198"/>
                    <a:pt x="433" y="198"/>
                  </a:cubicBezTo>
                  <a:lnTo>
                    <a:pt x="449" y="134"/>
                  </a:lnTo>
                  <a:lnTo>
                    <a:pt x="450" y="116"/>
                  </a:lnTo>
                  <a:lnTo>
                    <a:pt x="441" y="55"/>
                  </a:lnTo>
                  <a:cubicBezTo>
                    <a:pt x="440" y="55"/>
                    <a:pt x="440" y="54"/>
                    <a:pt x="441" y="53"/>
                  </a:cubicBezTo>
                  <a:lnTo>
                    <a:pt x="442" y="44"/>
                  </a:lnTo>
                  <a:lnTo>
                    <a:pt x="439" y="40"/>
                  </a:lnTo>
                  <a:cubicBezTo>
                    <a:pt x="438" y="39"/>
                    <a:pt x="438" y="38"/>
                    <a:pt x="437" y="37"/>
                  </a:cubicBezTo>
                  <a:lnTo>
                    <a:pt x="435" y="29"/>
                  </a:lnTo>
                  <a:cubicBezTo>
                    <a:pt x="435" y="28"/>
                    <a:pt x="435" y="27"/>
                    <a:pt x="435" y="26"/>
                  </a:cubicBezTo>
                  <a:lnTo>
                    <a:pt x="436" y="19"/>
                  </a:lnTo>
                  <a:cubicBezTo>
                    <a:pt x="436" y="17"/>
                    <a:pt x="436" y="16"/>
                    <a:pt x="437" y="15"/>
                  </a:cubicBezTo>
                  <a:lnTo>
                    <a:pt x="438" y="13"/>
                  </a:lnTo>
                  <a:lnTo>
                    <a:pt x="434" y="11"/>
                  </a:lnTo>
                  <a:lnTo>
                    <a:pt x="428" y="6"/>
                  </a:lnTo>
                  <a:lnTo>
                    <a:pt x="424" y="0"/>
                  </a:lnTo>
                  <a:lnTo>
                    <a:pt x="421" y="2"/>
                  </a:lnTo>
                  <a:cubicBezTo>
                    <a:pt x="420" y="2"/>
                    <a:pt x="419" y="2"/>
                    <a:pt x="418" y="2"/>
                  </a:cubicBezTo>
                  <a:lnTo>
                    <a:pt x="400" y="2"/>
                  </a:lnTo>
                  <a:lnTo>
                    <a:pt x="396" y="5"/>
                  </a:lnTo>
                  <a:lnTo>
                    <a:pt x="395" y="9"/>
                  </a:lnTo>
                  <a:lnTo>
                    <a:pt x="396" y="20"/>
                  </a:lnTo>
                  <a:lnTo>
                    <a:pt x="398" y="27"/>
                  </a:lnTo>
                  <a:lnTo>
                    <a:pt x="402" y="31"/>
                  </a:lnTo>
                  <a:cubicBezTo>
                    <a:pt x="404" y="33"/>
                    <a:pt x="404" y="36"/>
                    <a:pt x="404" y="39"/>
                  </a:cubicBezTo>
                  <a:lnTo>
                    <a:pt x="402" y="45"/>
                  </a:lnTo>
                  <a:lnTo>
                    <a:pt x="403" y="47"/>
                  </a:lnTo>
                  <a:cubicBezTo>
                    <a:pt x="405" y="50"/>
                    <a:pt x="404" y="54"/>
                    <a:pt x="402" y="56"/>
                  </a:cubicBezTo>
                  <a:lnTo>
                    <a:pt x="388" y="71"/>
                  </a:lnTo>
                  <a:lnTo>
                    <a:pt x="387" y="75"/>
                  </a:lnTo>
                  <a:lnTo>
                    <a:pt x="387" y="78"/>
                  </a:lnTo>
                  <a:lnTo>
                    <a:pt x="389" y="83"/>
                  </a:lnTo>
                  <a:cubicBezTo>
                    <a:pt x="390" y="84"/>
                    <a:pt x="390" y="85"/>
                    <a:pt x="390" y="86"/>
                  </a:cubicBezTo>
                  <a:lnTo>
                    <a:pt x="390" y="92"/>
                  </a:lnTo>
                  <a:cubicBezTo>
                    <a:pt x="390" y="94"/>
                    <a:pt x="390" y="96"/>
                    <a:pt x="389" y="97"/>
                  </a:cubicBezTo>
                  <a:lnTo>
                    <a:pt x="379" y="111"/>
                  </a:lnTo>
                  <a:lnTo>
                    <a:pt x="383" y="117"/>
                  </a:lnTo>
                  <a:lnTo>
                    <a:pt x="390" y="128"/>
                  </a:lnTo>
                  <a:cubicBezTo>
                    <a:pt x="391" y="129"/>
                    <a:pt x="391" y="130"/>
                    <a:pt x="391" y="131"/>
                  </a:cubicBezTo>
                  <a:lnTo>
                    <a:pt x="394" y="143"/>
                  </a:lnTo>
                  <a:cubicBezTo>
                    <a:pt x="395" y="144"/>
                    <a:pt x="395" y="145"/>
                    <a:pt x="394" y="147"/>
                  </a:cubicBezTo>
                  <a:lnTo>
                    <a:pt x="391" y="157"/>
                  </a:lnTo>
                  <a:lnTo>
                    <a:pt x="395" y="170"/>
                  </a:lnTo>
                  <a:cubicBezTo>
                    <a:pt x="395" y="171"/>
                    <a:pt x="395" y="173"/>
                    <a:pt x="395" y="175"/>
                  </a:cubicBezTo>
                  <a:lnTo>
                    <a:pt x="387" y="195"/>
                  </a:lnTo>
                  <a:lnTo>
                    <a:pt x="369" y="226"/>
                  </a:lnTo>
                  <a:cubicBezTo>
                    <a:pt x="368" y="229"/>
                    <a:pt x="365" y="230"/>
                    <a:pt x="362" y="230"/>
                  </a:cubicBezTo>
                  <a:lnTo>
                    <a:pt x="359" y="230"/>
                  </a:lnTo>
                  <a:cubicBezTo>
                    <a:pt x="355" y="230"/>
                    <a:pt x="352" y="228"/>
                    <a:pt x="351" y="225"/>
                  </a:cubicBezTo>
                  <a:lnTo>
                    <a:pt x="344" y="207"/>
                  </a:lnTo>
                  <a:lnTo>
                    <a:pt x="340" y="203"/>
                  </a:lnTo>
                  <a:lnTo>
                    <a:pt x="331" y="197"/>
                  </a:lnTo>
                  <a:lnTo>
                    <a:pt x="308" y="191"/>
                  </a:lnTo>
                  <a:lnTo>
                    <a:pt x="305" y="191"/>
                  </a:lnTo>
                  <a:cubicBezTo>
                    <a:pt x="304" y="191"/>
                    <a:pt x="303" y="191"/>
                    <a:pt x="302" y="191"/>
                  </a:cubicBezTo>
                  <a:lnTo>
                    <a:pt x="298" y="190"/>
                  </a:lnTo>
                  <a:lnTo>
                    <a:pt x="287" y="190"/>
                  </a:lnTo>
                  <a:lnTo>
                    <a:pt x="279" y="191"/>
                  </a:lnTo>
                  <a:lnTo>
                    <a:pt x="275" y="194"/>
                  </a:lnTo>
                  <a:lnTo>
                    <a:pt x="251" y="221"/>
                  </a:lnTo>
                  <a:lnTo>
                    <a:pt x="249" y="232"/>
                  </a:lnTo>
                  <a:cubicBezTo>
                    <a:pt x="249" y="235"/>
                    <a:pt x="247" y="237"/>
                    <a:pt x="245" y="238"/>
                  </a:cubicBezTo>
                  <a:lnTo>
                    <a:pt x="229" y="246"/>
                  </a:lnTo>
                  <a:cubicBezTo>
                    <a:pt x="229" y="247"/>
                    <a:pt x="228" y="247"/>
                    <a:pt x="227" y="247"/>
                  </a:cubicBezTo>
                  <a:lnTo>
                    <a:pt x="173" y="259"/>
                  </a:lnTo>
                  <a:lnTo>
                    <a:pt x="142" y="275"/>
                  </a:lnTo>
                  <a:cubicBezTo>
                    <a:pt x="141" y="275"/>
                    <a:pt x="140" y="275"/>
                    <a:pt x="139" y="276"/>
                  </a:cubicBezTo>
                  <a:lnTo>
                    <a:pt x="131" y="276"/>
                  </a:lnTo>
                  <a:lnTo>
                    <a:pt x="128" y="285"/>
                  </a:lnTo>
                  <a:lnTo>
                    <a:pt x="124" y="295"/>
                  </a:lnTo>
                  <a:cubicBezTo>
                    <a:pt x="123" y="296"/>
                    <a:pt x="123" y="297"/>
                    <a:pt x="122" y="297"/>
                  </a:cubicBezTo>
                  <a:lnTo>
                    <a:pt x="116" y="304"/>
                  </a:lnTo>
                  <a:cubicBezTo>
                    <a:pt x="115" y="305"/>
                    <a:pt x="114" y="306"/>
                    <a:pt x="113" y="306"/>
                  </a:cubicBezTo>
                  <a:lnTo>
                    <a:pt x="105" y="309"/>
                  </a:lnTo>
                  <a:cubicBezTo>
                    <a:pt x="103" y="309"/>
                    <a:pt x="101" y="309"/>
                    <a:pt x="99" y="308"/>
                  </a:cubicBezTo>
                  <a:lnTo>
                    <a:pt x="94" y="306"/>
                  </a:lnTo>
                  <a:cubicBezTo>
                    <a:pt x="93" y="306"/>
                    <a:pt x="92" y="305"/>
                    <a:pt x="91" y="304"/>
                  </a:cubicBezTo>
                  <a:lnTo>
                    <a:pt x="87" y="300"/>
                  </a:lnTo>
                  <a:lnTo>
                    <a:pt x="83" y="303"/>
                  </a:lnTo>
                  <a:lnTo>
                    <a:pt x="82" y="303"/>
                  </a:lnTo>
                  <a:lnTo>
                    <a:pt x="81" y="312"/>
                  </a:lnTo>
                  <a:lnTo>
                    <a:pt x="83" y="316"/>
                  </a:lnTo>
                  <a:cubicBezTo>
                    <a:pt x="84" y="318"/>
                    <a:pt x="84" y="321"/>
                    <a:pt x="83" y="323"/>
                  </a:cubicBezTo>
                  <a:cubicBezTo>
                    <a:pt x="82" y="325"/>
                    <a:pt x="80" y="327"/>
                    <a:pt x="77" y="327"/>
                  </a:cubicBezTo>
                  <a:lnTo>
                    <a:pt x="68" y="330"/>
                  </a:lnTo>
                  <a:lnTo>
                    <a:pt x="62" y="333"/>
                  </a:lnTo>
                  <a:lnTo>
                    <a:pt x="58" y="337"/>
                  </a:lnTo>
                  <a:lnTo>
                    <a:pt x="55" y="349"/>
                  </a:lnTo>
                  <a:cubicBezTo>
                    <a:pt x="57" y="349"/>
                    <a:pt x="58" y="350"/>
                    <a:pt x="59" y="351"/>
                  </a:cubicBezTo>
                  <a:lnTo>
                    <a:pt x="61" y="353"/>
                  </a:lnTo>
                  <a:cubicBezTo>
                    <a:pt x="63" y="356"/>
                    <a:pt x="64" y="359"/>
                    <a:pt x="63" y="362"/>
                  </a:cubicBezTo>
                  <a:lnTo>
                    <a:pt x="61" y="367"/>
                  </a:lnTo>
                  <a:lnTo>
                    <a:pt x="56" y="375"/>
                  </a:lnTo>
                  <a:lnTo>
                    <a:pt x="56" y="381"/>
                  </a:lnTo>
                  <a:lnTo>
                    <a:pt x="55" y="389"/>
                  </a:lnTo>
                  <a:cubicBezTo>
                    <a:pt x="54" y="390"/>
                    <a:pt x="54" y="392"/>
                    <a:pt x="53" y="393"/>
                  </a:cubicBezTo>
                  <a:lnTo>
                    <a:pt x="48" y="397"/>
                  </a:lnTo>
                  <a:cubicBezTo>
                    <a:pt x="47" y="399"/>
                    <a:pt x="45" y="399"/>
                    <a:pt x="44" y="400"/>
                  </a:cubicBezTo>
                  <a:lnTo>
                    <a:pt x="31" y="402"/>
                  </a:lnTo>
                  <a:cubicBezTo>
                    <a:pt x="30" y="403"/>
                    <a:pt x="30" y="404"/>
                    <a:pt x="30" y="404"/>
                  </a:cubicBezTo>
                  <a:lnTo>
                    <a:pt x="27" y="409"/>
                  </a:lnTo>
                  <a:lnTo>
                    <a:pt x="26" y="414"/>
                  </a:lnTo>
                  <a:cubicBezTo>
                    <a:pt x="26" y="415"/>
                    <a:pt x="26" y="416"/>
                    <a:pt x="25" y="417"/>
                  </a:cubicBezTo>
                  <a:lnTo>
                    <a:pt x="23" y="420"/>
                  </a:lnTo>
                  <a:cubicBezTo>
                    <a:pt x="21" y="424"/>
                    <a:pt x="16" y="425"/>
                    <a:pt x="12" y="423"/>
                  </a:cubicBezTo>
                  <a:cubicBezTo>
                    <a:pt x="12" y="423"/>
                    <a:pt x="12" y="423"/>
                    <a:pt x="11" y="424"/>
                  </a:cubicBezTo>
                  <a:lnTo>
                    <a:pt x="7" y="426"/>
                  </a:lnTo>
                  <a:cubicBezTo>
                    <a:pt x="5" y="427"/>
                    <a:pt x="4" y="428"/>
                    <a:pt x="3" y="428"/>
                  </a:cubicBezTo>
                  <a:lnTo>
                    <a:pt x="0" y="428"/>
                  </a:lnTo>
                  <a:lnTo>
                    <a:pt x="0" y="430"/>
                  </a:lnTo>
                  <a:lnTo>
                    <a:pt x="2" y="436"/>
                  </a:lnTo>
                  <a:lnTo>
                    <a:pt x="10" y="433"/>
                  </a:lnTo>
                  <a:cubicBezTo>
                    <a:pt x="11" y="433"/>
                    <a:pt x="11" y="432"/>
                    <a:pt x="12" y="432"/>
                  </a:cubicBezTo>
                  <a:lnTo>
                    <a:pt x="23" y="431"/>
                  </a:lnTo>
                  <a:cubicBezTo>
                    <a:pt x="25" y="431"/>
                    <a:pt x="27" y="432"/>
                    <a:pt x="29" y="433"/>
                  </a:cubicBezTo>
                  <a:lnTo>
                    <a:pt x="40" y="442"/>
                  </a:lnTo>
                  <a:cubicBezTo>
                    <a:pt x="42" y="444"/>
                    <a:pt x="43" y="447"/>
                    <a:pt x="42" y="449"/>
                  </a:cubicBezTo>
                  <a:cubicBezTo>
                    <a:pt x="42" y="452"/>
                    <a:pt x="41" y="454"/>
                    <a:pt x="39" y="455"/>
                  </a:cubicBezTo>
                  <a:lnTo>
                    <a:pt x="36" y="457"/>
                  </a:lnTo>
                  <a:lnTo>
                    <a:pt x="38" y="459"/>
                  </a:lnTo>
                  <a:cubicBezTo>
                    <a:pt x="39" y="460"/>
                    <a:pt x="39" y="461"/>
                    <a:pt x="39" y="462"/>
                  </a:cubicBezTo>
                  <a:lnTo>
                    <a:pt x="41" y="466"/>
                  </a:lnTo>
                  <a:lnTo>
                    <a:pt x="57" y="473"/>
                  </a:lnTo>
                  <a:cubicBezTo>
                    <a:pt x="57" y="474"/>
                    <a:pt x="58" y="474"/>
                    <a:pt x="59" y="475"/>
                  </a:cubicBezTo>
                  <a:lnTo>
                    <a:pt x="66" y="481"/>
                  </a:lnTo>
                  <a:cubicBezTo>
                    <a:pt x="68" y="483"/>
                    <a:pt x="70" y="485"/>
                    <a:pt x="69" y="488"/>
                  </a:cubicBezTo>
                  <a:lnTo>
                    <a:pt x="69" y="493"/>
                  </a:lnTo>
                  <a:cubicBezTo>
                    <a:pt x="69" y="496"/>
                    <a:pt x="67" y="498"/>
                    <a:pt x="65" y="500"/>
                  </a:cubicBezTo>
                  <a:cubicBezTo>
                    <a:pt x="63" y="501"/>
                    <a:pt x="61" y="501"/>
                    <a:pt x="58" y="501"/>
                  </a:cubicBezTo>
                  <a:lnTo>
                    <a:pt x="46" y="508"/>
                  </a:lnTo>
                  <a:lnTo>
                    <a:pt x="25" y="513"/>
                  </a:lnTo>
                  <a:lnTo>
                    <a:pt x="14" y="520"/>
                  </a:lnTo>
                  <a:cubicBezTo>
                    <a:pt x="13" y="520"/>
                    <a:pt x="11" y="521"/>
                    <a:pt x="10" y="521"/>
                  </a:cubicBezTo>
                  <a:lnTo>
                    <a:pt x="8" y="520"/>
                  </a:lnTo>
                  <a:lnTo>
                    <a:pt x="10" y="523"/>
                  </a:lnTo>
                  <a:cubicBezTo>
                    <a:pt x="12" y="525"/>
                    <a:pt x="13" y="529"/>
                    <a:pt x="11" y="532"/>
                  </a:cubicBezTo>
                  <a:lnTo>
                    <a:pt x="11" y="533"/>
                  </a:lnTo>
                  <a:cubicBezTo>
                    <a:pt x="12" y="534"/>
                    <a:pt x="13" y="535"/>
                    <a:pt x="14" y="536"/>
                  </a:cubicBezTo>
                  <a:lnTo>
                    <a:pt x="16" y="543"/>
                  </a:lnTo>
                  <a:cubicBezTo>
                    <a:pt x="16" y="545"/>
                    <a:pt x="16" y="546"/>
                    <a:pt x="16" y="548"/>
                  </a:cubicBezTo>
                  <a:lnTo>
                    <a:pt x="15" y="551"/>
                  </a:lnTo>
                  <a:cubicBezTo>
                    <a:pt x="19" y="551"/>
                    <a:pt x="22" y="555"/>
                    <a:pt x="22" y="559"/>
                  </a:cubicBezTo>
                  <a:lnTo>
                    <a:pt x="22" y="564"/>
                  </a:lnTo>
                  <a:cubicBezTo>
                    <a:pt x="22" y="566"/>
                    <a:pt x="21" y="569"/>
                    <a:pt x="19" y="570"/>
                  </a:cubicBezTo>
                  <a:lnTo>
                    <a:pt x="18" y="571"/>
                  </a:lnTo>
                  <a:lnTo>
                    <a:pt x="19" y="571"/>
                  </a:lnTo>
                  <a:cubicBezTo>
                    <a:pt x="21" y="573"/>
                    <a:pt x="22" y="576"/>
                    <a:pt x="22" y="578"/>
                  </a:cubicBezTo>
                  <a:lnTo>
                    <a:pt x="33" y="581"/>
                  </a:lnTo>
                  <a:cubicBezTo>
                    <a:pt x="34" y="581"/>
                    <a:pt x="35" y="581"/>
                    <a:pt x="36" y="582"/>
                  </a:cubicBezTo>
                  <a:lnTo>
                    <a:pt x="45" y="587"/>
                  </a:lnTo>
                  <a:cubicBezTo>
                    <a:pt x="46" y="588"/>
                    <a:pt x="48" y="589"/>
                    <a:pt x="48" y="591"/>
                  </a:cubicBezTo>
                  <a:lnTo>
                    <a:pt x="50" y="596"/>
                  </a:lnTo>
                  <a:lnTo>
                    <a:pt x="59" y="593"/>
                  </a:lnTo>
                  <a:cubicBezTo>
                    <a:pt x="61" y="593"/>
                    <a:pt x="62" y="593"/>
                    <a:pt x="63" y="593"/>
                  </a:cubicBezTo>
                  <a:lnTo>
                    <a:pt x="69" y="595"/>
                  </a:lnTo>
                  <a:cubicBezTo>
                    <a:pt x="71" y="595"/>
                    <a:pt x="72" y="597"/>
                    <a:pt x="73" y="598"/>
                  </a:cubicBezTo>
                  <a:lnTo>
                    <a:pt x="77" y="604"/>
                  </a:lnTo>
                  <a:lnTo>
                    <a:pt x="85" y="622"/>
                  </a:lnTo>
                  <a:lnTo>
                    <a:pt x="91" y="627"/>
                  </a:lnTo>
                  <a:cubicBezTo>
                    <a:pt x="92" y="627"/>
                    <a:pt x="93" y="628"/>
                    <a:pt x="93" y="629"/>
                  </a:cubicBezTo>
                  <a:lnTo>
                    <a:pt x="96" y="633"/>
                  </a:lnTo>
                  <a:cubicBezTo>
                    <a:pt x="97" y="635"/>
                    <a:pt x="97" y="637"/>
                    <a:pt x="97" y="639"/>
                  </a:cubicBezTo>
                  <a:lnTo>
                    <a:pt x="96" y="647"/>
                  </a:lnTo>
                  <a:cubicBezTo>
                    <a:pt x="96" y="651"/>
                    <a:pt x="93" y="654"/>
                    <a:pt x="89" y="654"/>
                  </a:cubicBezTo>
                  <a:lnTo>
                    <a:pt x="88" y="654"/>
                  </a:lnTo>
                  <a:lnTo>
                    <a:pt x="75" y="662"/>
                  </a:lnTo>
                  <a:cubicBezTo>
                    <a:pt x="74" y="662"/>
                    <a:pt x="73" y="662"/>
                    <a:pt x="72" y="663"/>
                  </a:cubicBezTo>
                  <a:lnTo>
                    <a:pt x="63" y="666"/>
                  </a:lnTo>
                  <a:lnTo>
                    <a:pt x="56" y="671"/>
                  </a:lnTo>
                  <a:lnTo>
                    <a:pt x="56" y="671"/>
                  </a:lnTo>
                  <a:cubicBezTo>
                    <a:pt x="59" y="674"/>
                    <a:pt x="60" y="678"/>
                    <a:pt x="58" y="682"/>
                  </a:cubicBezTo>
                  <a:lnTo>
                    <a:pt x="51" y="694"/>
                  </a:lnTo>
                  <a:cubicBezTo>
                    <a:pt x="50" y="695"/>
                    <a:pt x="49" y="696"/>
                    <a:pt x="47" y="697"/>
                  </a:cubicBezTo>
                  <a:lnTo>
                    <a:pt x="38" y="701"/>
                  </a:lnTo>
                  <a:cubicBezTo>
                    <a:pt x="37" y="701"/>
                    <a:pt x="36" y="702"/>
                    <a:pt x="36" y="702"/>
                  </a:cubicBezTo>
                  <a:lnTo>
                    <a:pt x="26" y="703"/>
                  </a:lnTo>
                  <a:lnTo>
                    <a:pt x="30" y="708"/>
                  </a:lnTo>
                  <a:cubicBezTo>
                    <a:pt x="31" y="709"/>
                    <a:pt x="32" y="710"/>
                    <a:pt x="32" y="711"/>
                  </a:cubicBezTo>
                  <a:lnTo>
                    <a:pt x="34" y="720"/>
                  </a:lnTo>
                  <a:cubicBezTo>
                    <a:pt x="35" y="722"/>
                    <a:pt x="34" y="724"/>
                    <a:pt x="34" y="725"/>
                  </a:cubicBezTo>
                  <a:lnTo>
                    <a:pt x="32" y="728"/>
                  </a:lnTo>
                  <a:lnTo>
                    <a:pt x="39" y="726"/>
                  </a:lnTo>
                  <a:lnTo>
                    <a:pt x="61" y="725"/>
                  </a:lnTo>
                  <a:lnTo>
                    <a:pt x="70" y="722"/>
                  </a:lnTo>
                  <a:lnTo>
                    <a:pt x="85" y="713"/>
                  </a:lnTo>
                  <a:cubicBezTo>
                    <a:pt x="86" y="713"/>
                    <a:pt x="87" y="712"/>
                    <a:pt x="88" y="712"/>
                  </a:cubicBezTo>
                  <a:lnTo>
                    <a:pt x="98" y="711"/>
                  </a:lnTo>
                  <a:cubicBezTo>
                    <a:pt x="99" y="711"/>
                    <a:pt x="100" y="711"/>
                    <a:pt x="101" y="712"/>
                  </a:cubicBezTo>
                  <a:lnTo>
                    <a:pt x="106" y="713"/>
                  </a:lnTo>
                  <a:cubicBezTo>
                    <a:pt x="107" y="713"/>
                    <a:pt x="108" y="714"/>
                    <a:pt x="109" y="714"/>
                  </a:cubicBezTo>
                  <a:lnTo>
                    <a:pt x="112" y="717"/>
                  </a:lnTo>
                  <a:cubicBezTo>
                    <a:pt x="113" y="717"/>
                    <a:pt x="114" y="718"/>
                    <a:pt x="114" y="719"/>
                  </a:cubicBezTo>
                  <a:lnTo>
                    <a:pt x="119" y="728"/>
                  </a:lnTo>
                  <a:lnTo>
                    <a:pt x="122" y="730"/>
                  </a:lnTo>
                  <a:cubicBezTo>
                    <a:pt x="126" y="732"/>
                    <a:pt x="128" y="736"/>
                    <a:pt x="127" y="739"/>
                  </a:cubicBezTo>
                  <a:lnTo>
                    <a:pt x="126" y="744"/>
                  </a:lnTo>
                  <a:cubicBezTo>
                    <a:pt x="126" y="745"/>
                    <a:pt x="125" y="746"/>
                    <a:pt x="125" y="747"/>
                  </a:cubicBezTo>
                  <a:lnTo>
                    <a:pt x="120" y="754"/>
                  </a:lnTo>
                  <a:cubicBezTo>
                    <a:pt x="119" y="755"/>
                    <a:pt x="118" y="756"/>
                    <a:pt x="117" y="757"/>
                  </a:cubicBezTo>
                  <a:lnTo>
                    <a:pt x="116" y="759"/>
                  </a:lnTo>
                  <a:lnTo>
                    <a:pt x="118" y="764"/>
                  </a:lnTo>
                  <a:cubicBezTo>
                    <a:pt x="120" y="768"/>
                    <a:pt x="121" y="773"/>
                    <a:pt x="118" y="775"/>
                  </a:cubicBezTo>
                  <a:lnTo>
                    <a:pt x="114" y="779"/>
                  </a:lnTo>
                  <a:cubicBezTo>
                    <a:pt x="113" y="780"/>
                    <a:pt x="113" y="780"/>
                    <a:pt x="112" y="780"/>
                  </a:cubicBezTo>
                  <a:lnTo>
                    <a:pt x="113" y="781"/>
                  </a:lnTo>
                  <a:cubicBezTo>
                    <a:pt x="113" y="782"/>
                    <a:pt x="114" y="782"/>
                    <a:pt x="114" y="783"/>
                  </a:cubicBezTo>
                  <a:lnTo>
                    <a:pt x="117" y="790"/>
                  </a:lnTo>
                  <a:cubicBezTo>
                    <a:pt x="118" y="793"/>
                    <a:pt x="117" y="797"/>
                    <a:pt x="113" y="799"/>
                  </a:cubicBezTo>
                  <a:lnTo>
                    <a:pt x="97" y="809"/>
                  </a:lnTo>
                  <a:lnTo>
                    <a:pt x="85" y="813"/>
                  </a:lnTo>
                  <a:lnTo>
                    <a:pt x="85" y="813"/>
                  </a:lnTo>
                  <a:lnTo>
                    <a:pt x="86" y="819"/>
                  </a:lnTo>
                  <a:cubicBezTo>
                    <a:pt x="86" y="821"/>
                    <a:pt x="86" y="822"/>
                    <a:pt x="85" y="823"/>
                  </a:cubicBezTo>
                  <a:lnTo>
                    <a:pt x="83" y="830"/>
                  </a:lnTo>
                  <a:cubicBezTo>
                    <a:pt x="83" y="831"/>
                    <a:pt x="82" y="831"/>
                    <a:pt x="82" y="832"/>
                  </a:cubicBezTo>
                  <a:lnTo>
                    <a:pt x="78" y="838"/>
                  </a:lnTo>
                  <a:cubicBezTo>
                    <a:pt x="77" y="839"/>
                    <a:pt x="76" y="840"/>
                    <a:pt x="75" y="840"/>
                  </a:cubicBezTo>
                  <a:lnTo>
                    <a:pt x="73" y="841"/>
                  </a:lnTo>
                  <a:cubicBezTo>
                    <a:pt x="74" y="841"/>
                    <a:pt x="74" y="842"/>
                    <a:pt x="75" y="842"/>
                  </a:cubicBezTo>
                  <a:cubicBezTo>
                    <a:pt x="76" y="844"/>
                    <a:pt x="76" y="845"/>
                    <a:pt x="76" y="846"/>
                  </a:cubicBezTo>
                  <a:lnTo>
                    <a:pt x="94" y="839"/>
                  </a:lnTo>
                  <a:cubicBezTo>
                    <a:pt x="95" y="839"/>
                    <a:pt x="96" y="839"/>
                    <a:pt x="97" y="839"/>
                  </a:cubicBezTo>
                  <a:lnTo>
                    <a:pt x="109" y="839"/>
                  </a:lnTo>
                  <a:cubicBezTo>
                    <a:pt x="112" y="839"/>
                    <a:pt x="115" y="840"/>
                    <a:pt x="116" y="842"/>
                  </a:cubicBezTo>
                  <a:cubicBezTo>
                    <a:pt x="118" y="844"/>
                    <a:pt x="117" y="847"/>
                    <a:pt x="117" y="850"/>
                  </a:cubicBezTo>
                  <a:lnTo>
                    <a:pt x="114" y="858"/>
                  </a:lnTo>
                  <a:lnTo>
                    <a:pt x="115" y="860"/>
                  </a:lnTo>
                  <a:lnTo>
                    <a:pt x="124" y="861"/>
                  </a:lnTo>
                  <a:lnTo>
                    <a:pt x="135" y="861"/>
                  </a:lnTo>
                  <a:cubicBezTo>
                    <a:pt x="136" y="861"/>
                    <a:pt x="136" y="862"/>
                    <a:pt x="137" y="862"/>
                  </a:cubicBezTo>
                  <a:lnTo>
                    <a:pt x="168" y="871"/>
                  </a:lnTo>
                  <a:lnTo>
                    <a:pt x="178" y="871"/>
                  </a:lnTo>
                  <a:cubicBezTo>
                    <a:pt x="181" y="871"/>
                    <a:pt x="184" y="873"/>
                    <a:pt x="185" y="876"/>
                  </a:cubicBezTo>
                  <a:cubicBezTo>
                    <a:pt x="186" y="878"/>
                    <a:pt x="186" y="882"/>
                    <a:pt x="184" y="884"/>
                  </a:cubicBezTo>
                  <a:lnTo>
                    <a:pt x="178" y="891"/>
                  </a:lnTo>
                  <a:cubicBezTo>
                    <a:pt x="177" y="892"/>
                    <a:pt x="176" y="893"/>
                    <a:pt x="176" y="893"/>
                  </a:cubicBezTo>
                  <a:lnTo>
                    <a:pt x="166" y="899"/>
                  </a:lnTo>
                  <a:lnTo>
                    <a:pt x="165" y="906"/>
                  </a:lnTo>
                  <a:cubicBezTo>
                    <a:pt x="164" y="907"/>
                    <a:pt x="164" y="909"/>
                    <a:pt x="162" y="910"/>
                  </a:cubicBezTo>
                  <a:lnTo>
                    <a:pt x="158" y="914"/>
                  </a:lnTo>
                  <a:cubicBezTo>
                    <a:pt x="158" y="914"/>
                    <a:pt x="157" y="915"/>
                    <a:pt x="156" y="915"/>
                  </a:cubicBezTo>
                  <a:lnTo>
                    <a:pt x="129" y="927"/>
                  </a:lnTo>
                  <a:cubicBezTo>
                    <a:pt x="127" y="928"/>
                    <a:pt x="125" y="928"/>
                    <a:pt x="123" y="927"/>
                  </a:cubicBezTo>
                  <a:lnTo>
                    <a:pt x="121" y="926"/>
                  </a:lnTo>
                  <a:lnTo>
                    <a:pt x="120" y="929"/>
                  </a:lnTo>
                  <a:lnTo>
                    <a:pt x="116" y="943"/>
                  </a:lnTo>
                  <a:cubicBezTo>
                    <a:pt x="118" y="944"/>
                    <a:pt x="120" y="945"/>
                    <a:pt x="121" y="947"/>
                  </a:cubicBezTo>
                  <a:lnTo>
                    <a:pt x="122" y="952"/>
                  </a:lnTo>
                  <a:cubicBezTo>
                    <a:pt x="123" y="953"/>
                    <a:pt x="123" y="955"/>
                    <a:pt x="123" y="956"/>
                  </a:cubicBezTo>
                  <a:lnTo>
                    <a:pt x="121" y="964"/>
                  </a:lnTo>
                  <a:lnTo>
                    <a:pt x="129" y="967"/>
                  </a:lnTo>
                  <a:lnTo>
                    <a:pt x="132" y="967"/>
                  </a:lnTo>
                  <a:cubicBezTo>
                    <a:pt x="134" y="966"/>
                    <a:pt x="136" y="967"/>
                    <a:pt x="137" y="968"/>
                  </a:cubicBezTo>
                  <a:lnTo>
                    <a:pt x="141" y="970"/>
                  </a:lnTo>
                  <a:lnTo>
                    <a:pt x="146" y="971"/>
                  </a:lnTo>
                  <a:cubicBezTo>
                    <a:pt x="149" y="973"/>
                    <a:pt x="151" y="976"/>
                    <a:pt x="151" y="979"/>
                  </a:cubicBezTo>
                  <a:lnTo>
                    <a:pt x="151" y="983"/>
                  </a:lnTo>
                  <a:lnTo>
                    <a:pt x="151" y="984"/>
                  </a:lnTo>
                  <a:lnTo>
                    <a:pt x="155" y="985"/>
                  </a:lnTo>
                  <a:cubicBezTo>
                    <a:pt x="157" y="985"/>
                    <a:pt x="158" y="986"/>
                    <a:pt x="159" y="987"/>
                  </a:cubicBezTo>
                  <a:lnTo>
                    <a:pt x="162" y="990"/>
                  </a:lnTo>
                  <a:cubicBezTo>
                    <a:pt x="163" y="990"/>
                    <a:pt x="163" y="992"/>
                    <a:pt x="164" y="993"/>
                  </a:cubicBezTo>
                  <a:lnTo>
                    <a:pt x="164" y="994"/>
                  </a:lnTo>
                  <a:lnTo>
                    <a:pt x="172" y="995"/>
                  </a:lnTo>
                  <a:cubicBezTo>
                    <a:pt x="173" y="996"/>
                    <a:pt x="174" y="996"/>
                    <a:pt x="175" y="997"/>
                  </a:cubicBezTo>
                  <a:lnTo>
                    <a:pt x="180" y="1001"/>
                  </a:lnTo>
                  <a:lnTo>
                    <a:pt x="186" y="1007"/>
                  </a:lnTo>
                  <a:lnTo>
                    <a:pt x="190" y="1006"/>
                  </a:lnTo>
                  <a:cubicBezTo>
                    <a:pt x="191" y="1005"/>
                    <a:pt x="192" y="1005"/>
                    <a:pt x="193" y="1006"/>
                  </a:cubicBezTo>
                  <a:lnTo>
                    <a:pt x="205" y="1007"/>
                  </a:lnTo>
                  <a:lnTo>
                    <a:pt x="219" y="1012"/>
                  </a:lnTo>
                  <a:cubicBezTo>
                    <a:pt x="220" y="1012"/>
                    <a:pt x="221" y="1013"/>
                    <a:pt x="222" y="1013"/>
                  </a:cubicBezTo>
                  <a:lnTo>
                    <a:pt x="227" y="1018"/>
                  </a:lnTo>
                  <a:lnTo>
                    <a:pt x="227" y="1018"/>
                  </a:lnTo>
                  <a:lnTo>
                    <a:pt x="233" y="1016"/>
                  </a:lnTo>
                  <a:cubicBezTo>
                    <a:pt x="236" y="1015"/>
                    <a:pt x="239" y="1016"/>
                    <a:pt x="241" y="1018"/>
                  </a:cubicBezTo>
                  <a:lnTo>
                    <a:pt x="245" y="1015"/>
                  </a:lnTo>
                  <a:cubicBezTo>
                    <a:pt x="246" y="1015"/>
                    <a:pt x="247" y="1014"/>
                    <a:pt x="248" y="1014"/>
                  </a:cubicBezTo>
                  <a:lnTo>
                    <a:pt x="254" y="1012"/>
                  </a:lnTo>
                  <a:cubicBezTo>
                    <a:pt x="256" y="1011"/>
                    <a:pt x="259" y="1012"/>
                    <a:pt x="261" y="1013"/>
                  </a:cubicBezTo>
                  <a:cubicBezTo>
                    <a:pt x="263" y="1015"/>
                    <a:pt x="264" y="1017"/>
                    <a:pt x="264" y="1020"/>
                  </a:cubicBezTo>
                  <a:lnTo>
                    <a:pt x="264" y="1024"/>
                  </a:lnTo>
                  <a:cubicBezTo>
                    <a:pt x="264" y="1026"/>
                    <a:pt x="264" y="1027"/>
                    <a:pt x="263" y="1029"/>
                  </a:cubicBezTo>
                  <a:lnTo>
                    <a:pt x="260" y="1032"/>
                  </a:lnTo>
                  <a:lnTo>
                    <a:pt x="261" y="1032"/>
                  </a:lnTo>
                  <a:lnTo>
                    <a:pt x="272" y="1037"/>
                  </a:lnTo>
                  <a:cubicBezTo>
                    <a:pt x="273" y="1037"/>
                    <a:pt x="273" y="1038"/>
                    <a:pt x="274" y="1038"/>
                  </a:cubicBezTo>
                  <a:lnTo>
                    <a:pt x="282" y="1046"/>
                  </a:lnTo>
                  <a:cubicBezTo>
                    <a:pt x="284" y="1047"/>
                    <a:pt x="286" y="1050"/>
                    <a:pt x="285" y="1053"/>
                  </a:cubicBezTo>
                  <a:cubicBezTo>
                    <a:pt x="285" y="1056"/>
                    <a:pt x="282" y="1058"/>
                    <a:pt x="279" y="1059"/>
                  </a:cubicBezTo>
                  <a:lnTo>
                    <a:pt x="277" y="1060"/>
                  </a:lnTo>
                  <a:lnTo>
                    <a:pt x="274" y="1068"/>
                  </a:lnTo>
                  <a:lnTo>
                    <a:pt x="279" y="1070"/>
                  </a:lnTo>
                  <a:lnTo>
                    <a:pt x="294" y="1072"/>
                  </a:lnTo>
                  <a:cubicBezTo>
                    <a:pt x="295" y="1072"/>
                    <a:pt x="295" y="1072"/>
                    <a:pt x="296" y="1073"/>
                  </a:cubicBezTo>
                  <a:lnTo>
                    <a:pt x="304" y="1076"/>
                  </a:lnTo>
                  <a:cubicBezTo>
                    <a:pt x="304" y="1076"/>
                    <a:pt x="305" y="1077"/>
                    <a:pt x="306" y="1078"/>
                  </a:cubicBezTo>
                  <a:lnTo>
                    <a:pt x="317" y="1088"/>
                  </a:lnTo>
                  <a:lnTo>
                    <a:pt x="319" y="1088"/>
                  </a:lnTo>
                  <a:lnTo>
                    <a:pt x="322" y="1086"/>
                  </a:lnTo>
                  <a:lnTo>
                    <a:pt x="324" y="1083"/>
                  </a:lnTo>
                  <a:lnTo>
                    <a:pt x="327" y="1076"/>
                  </a:lnTo>
                  <a:lnTo>
                    <a:pt x="324" y="1077"/>
                  </a:lnTo>
                  <a:cubicBezTo>
                    <a:pt x="322" y="1078"/>
                    <a:pt x="319" y="1078"/>
                    <a:pt x="317" y="1076"/>
                  </a:cubicBezTo>
                  <a:cubicBezTo>
                    <a:pt x="315" y="1075"/>
                    <a:pt x="313" y="1072"/>
                    <a:pt x="313" y="1070"/>
                  </a:cubicBezTo>
                  <a:lnTo>
                    <a:pt x="313" y="1065"/>
                  </a:lnTo>
                  <a:cubicBezTo>
                    <a:pt x="313" y="1063"/>
                    <a:pt x="314" y="1061"/>
                    <a:pt x="316" y="1059"/>
                  </a:cubicBezTo>
                  <a:lnTo>
                    <a:pt x="319" y="1056"/>
                  </a:lnTo>
                  <a:lnTo>
                    <a:pt x="319" y="1056"/>
                  </a:lnTo>
                  <a:lnTo>
                    <a:pt x="316" y="1054"/>
                  </a:lnTo>
                  <a:cubicBezTo>
                    <a:pt x="314" y="1052"/>
                    <a:pt x="313" y="1050"/>
                    <a:pt x="313" y="1047"/>
                  </a:cubicBezTo>
                  <a:lnTo>
                    <a:pt x="313" y="1042"/>
                  </a:lnTo>
                  <a:cubicBezTo>
                    <a:pt x="313" y="1038"/>
                    <a:pt x="316" y="1035"/>
                    <a:pt x="320" y="1034"/>
                  </a:cubicBezTo>
                  <a:lnTo>
                    <a:pt x="327" y="1034"/>
                  </a:lnTo>
                  <a:lnTo>
                    <a:pt x="340" y="1025"/>
                  </a:lnTo>
                  <a:cubicBezTo>
                    <a:pt x="340" y="1022"/>
                    <a:pt x="341" y="1020"/>
                    <a:pt x="343" y="1018"/>
                  </a:cubicBezTo>
                  <a:lnTo>
                    <a:pt x="347" y="1014"/>
                  </a:lnTo>
                  <a:lnTo>
                    <a:pt x="345" y="1014"/>
                  </a:lnTo>
                  <a:cubicBezTo>
                    <a:pt x="343" y="1013"/>
                    <a:pt x="342" y="1011"/>
                    <a:pt x="341" y="1009"/>
                  </a:cubicBezTo>
                  <a:cubicBezTo>
                    <a:pt x="340" y="1007"/>
                    <a:pt x="340" y="1005"/>
                    <a:pt x="341" y="1003"/>
                  </a:cubicBezTo>
                  <a:lnTo>
                    <a:pt x="343" y="997"/>
                  </a:lnTo>
                  <a:lnTo>
                    <a:pt x="342" y="994"/>
                  </a:lnTo>
                  <a:lnTo>
                    <a:pt x="341" y="991"/>
                  </a:lnTo>
                  <a:cubicBezTo>
                    <a:pt x="340" y="988"/>
                    <a:pt x="340" y="986"/>
                    <a:pt x="341" y="984"/>
                  </a:cubicBezTo>
                  <a:cubicBezTo>
                    <a:pt x="342" y="982"/>
                    <a:pt x="344" y="980"/>
                    <a:pt x="347" y="980"/>
                  </a:cubicBezTo>
                  <a:lnTo>
                    <a:pt x="352" y="979"/>
                  </a:lnTo>
                  <a:lnTo>
                    <a:pt x="356" y="975"/>
                  </a:lnTo>
                  <a:lnTo>
                    <a:pt x="358" y="969"/>
                  </a:lnTo>
                  <a:cubicBezTo>
                    <a:pt x="359" y="968"/>
                    <a:pt x="360" y="967"/>
                    <a:pt x="361" y="966"/>
                  </a:cubicBezTo>
                  <a:lnTo>
                    <a:pt x="366" y="963"/>
                  </a:lnTo>
                  <a:cubicBezTo>
                    <a:pt x="366" y="962"/>
                    <a:pt x="367" y="962"/>
                    <a:pt x="368" y="962"/>
                  </a:cubicBezTo>
                  <a:lnTo>
                    <a:pt x="376" y="960"/>
                  </a:lnTo>
                  <a:lnTo>
                    <a:pt x="380" y="957"/>
                  </a:lnTo>
                  <a:lnTo>
                    <a:pt x="383" y="951"/>
                  </a:lnTo>
                  <a:lnTo>
                    <a:pt x="384" y="948"/>
                  </a:lnTo>
                  <a:lnTo>
                    <a:pt x="379" y="948"/>
                  </a:lnTo>
                  <a:lnTo>
                    <a:pt x="365" y="955"/>
                  </a:lnTo>
                  <a:cubicBezTo>
                    <a:pt x="362" y="956"/>
                    <a:pt x="359" y="955"/>
                    <a:pt x="357" y="954"/>
                  </a:cubicBezTo>
                  <a:lnTo>
                    <a:pt x="351" y="949"/>
                  </a:lnTo>
                  <a:cubicBezTo>
                    <a:pt x="347" y="947"/>
                    <a:pt x="346" y="943"/>
                    <a:pt x="348" y="939"/>
                  </a:cubicBezTo>
                  <a:lnTo>
                    <a:pt x="351" y="933"/>
                  </a:lnTo>
                  <a:lnTo>
                    <a:pt x="354" y="928"/>
                  </a:lnTo>
                  <a:lnTo>
                    <a:pt x="354" y="925"/>
                  </a:lnTo>
                  <a:cubicBezTo>
                    <a:pt x="353" y="921"/>
                    <a:pt x="356" y="917"/>
                    <a:pt x="360" y="916"/>
                  </a:cubicBezTo>
                  <a:lnTo>
                    <a:pt x="366" y="915"/>
                  </a:lnTo>
                  <a:lnTo>
                    <a:pt x="379" y="917"/>
                  </a:lnTo>
                  <a:cubicBezTo>
                    <a:pt x="379" y="916"/>
                    <a:pt x="379" y="916"/>
                    <a:pt x="379" y="916"/>
                  </a:cubicBezTo>
                  <a:lnTo>
                    <a:pt x="381" y="912"/>
                  </a:lnTo>
                  <a:cubicBezTo>
                    <a:pt x="382" y="909"/>
                    <a:pt x="385" y="907"/>
                    <a:pt x="388" y="907"/>
                  </a:cubicBezTo>
                  <a:lnTo>
                    <a:pt x="392" y="907"/>
                  </a:lnTo>
                  <a:lnTo>
                    <a:pt x="395" y="907"/>
                  </a:lnTo>
                  <a:lnTo>
                    <a:pt x="395" y="907"/>
                  </a:lnTo>
                  <a:lnTo>
                    <a:pt x="397" y="900"/>
                  </a:lnTo>
                  <a:cubicBezTo>
                    <a:pt x="395" y="900"/>
                    <a:pt x="394" y="899"/>
                    <a:pt x="392" y="897"/>
                  </a:cubicBezTo>
                  <a:cubicBezTo>
                    <a:pt x="391" y="895"/>
                    <a:pt x="391" y="892"/>
                    <a:pt x="392" y="890"/>
                  </a:cubicBezTo>
                  <a:lnTo>
                    <a:pt x="394" y="883"/>
                  </a:lnTo>
                  <a:cubicBezTo>
                    <a:pt x="394" y="882"/>
                    <a:pt x="395" y="882"/>
                    <a:pt x="395" y="881"/>
                  </a:cubicBezTo>
                  <a:lnTo>
                    <a:pt x="400" y="875"/>
                  </a:lnTo>
                  <a:lnTo>
                    <a:pt x="406" y="870"/>
                  </a:lnTo>
                  <a:cubicBezTo>
                    <a:pt x="407" y="869"/>
                    <a:pt x="407" y="869"/>
                    <a:pt x="408" y="869"/>
                  </a:cubicBezTo>
                  <a:lnTo>
                    <a:pt x="408" y="868"/>
                  </a:lnTo>
                  <a:lnTo>
                    <a:pt x="409" y="822"/>
                  </a:lnTo>
                  <a:lnTo>
                    <a:pt x="405" y="778"/>
                  </a:lnTo>
                  <a:lnTo>
                    <a:pt x="409" y="730"/>
                  </a:lnTo>
                  <a:lnTo>
                    <a:pt x="409" y="707"/>
                  </a:lnTo>
                  <a:cubicBezTo>
                    <a:pt x="409" y="706"/>
                    <a:pt x="409" y="705"/>
                    <a:pt x="410" y="704"/>
                  </a:cubicBezTo>
                  <a:lnTo>
                    <a:pt x="412" y="697"/>
                  </a:lnTo>
                  <a:cubicBezTo>
                    <a:pt x="413" y="697"/>
                    <a:pt x="413" y="696"/>
                    <a:pt x="414" y="695"/>
                  </a:cubicBezTo>
                  <a:lnTo>
                    <a:pt x="422" y="687"/>
                  </a:lnTo>
                  <a:lnTo>
                    <a:pt x="455" y="639"/>
                  </a:lnTo>
                  <a:lnTo>
                    <a:pt x="462" y="624"/>
                  </a:lnTo>
                  <a:lnTo>
                    <a:pt x="468" y="614"/>
                  </a:lnTo>
                  <a:lnTo>
                    <a:pt x="469" y="613"/>
                  </a:lnTo>
                  <a:lnTo>
                    <a:pt x="482" y="601"/>
                  </a:lnTo>
                  <a:lnTo>
                    <a:pt x="484" y="597"/>
                  </a:lnTo>
                  <a:lnTo>
                    <a:pt x="485" y="593"/>
                  </a:lnTo>
                  <a:lnTo>
                    <a:pt x="487" y="577"/>
                  </a:lnTo>
                  <a:lnTo>
                    <a:pt x="484" y="563"/>
                  </a:lnTo>
                  <a:cubicBezTo>
                    <a:pt x="484" y="563"/>
                    <a:pt x="484" y="562"/>
                    <a:pt x="484" y="561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xmlns="" id="{EC63BC73-2BF3-465A-BF54-15ACE4799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8879" y="1680697"/>
              <a:ext cx="787017" cy="1228310"/>
            </a:xfrm>
            <a:custGeom>
              <a:avLst/>
              <a:gdLst>
                <a:gd name="T0" fmla="*/ 416 w 1235"/>
                <a:gd name="T1" fmla="*/ 292 h 1925"/>
                <a:gd name="T2" fmla="*/ 376 w 1235"/>
                <a:gd name="T3" fmla="*/ 367 h 1925"/>
                <a:gd name="T4" fmla="*/ 328 w 1235"/>
                <a:gd name="T5" fmla="*/ 406 h 1925"/>
                <a:gd name="T6" fmla="*/ 336 w 1235"/>
                <a:gd name="T7" fmla="*/ 490 h 1925"/>
                <a:gd name="T8" fmla="*/ 323 w 1235"/>
                <a:gd name="T9" fmla="*/ 551 h 1925"/>
                <a:gd name="T10" fmla="*/ 305 w 1235"/>
                <a:gd name="T11" fmla="*/ 612 h 1925"/>
                <a:gd name="T12" fmla="*/ 246 w 1235"/>
                <a:gd name="T13" fmla="*/ 597 h 1925"/>
                <a:gd name="T14" fmla="*/ 136 w 1235"/>
                <a:gd name="T15" fmla="*/ 662 h 1925"/>
                <a:gd name="T16" fmla="*/ 178 w 1235"/>
                <a:gd name="T17" fmla="*/ 749 h 1925"/>
                <a:gd name="T18" fmla="*/ 117 w 1235"/>
                <a:gd name="T19" fmla="*/ 777 h 1925"/>
                <a:gd name="T20" fmla="*/ 130 w 1235"/>
                <a:gd name="T21" fmla="*/ 847 h 1925"/>
                <a:gd name="T22" fmla="*/ 114 w 1235"/>
                <a:gd name="T23" fmla="*/ 902 h 1925"/>
                <a:gd name="T24" fmla="*/ 40 w 1235"/>
                <a:gd name="T25" fmla="*/ 1016 h 1925"/>
                <a:gd name="T26" fmla="*/ 4 w 1235"/>
                <a:gd name="T27" fmla="*/ 1059 h 1925"/>
                <a:gd name="T28" fmla="*/ 37 w 1235"/>
                <a:gd name="T29" fmla="*/ 1118 h 1925"/>
                <a:gd name="T30" fmla="*/ 71 w 1235"/>
                <a:gd name="T31" fmla="*/ 1176 h 1925"/>
                <a:gd name="T32" fmla="*/ 14 w 1235"/>
                <a:gd name="T33" fmla="*/ 1250 h 1925"/>
                <a:gd name="T34" fmla="*/ 5 w 1235"/>
                <a:gd name="T35" fmla="*/ 1298 h 1925"/>
                <a:gd name="T36" fmla="*/ 64 w 1235"/>
                <a:gd name="T37" fmla="*/ 1371 h 1925"/>
                <a:gd name="T38" fmla="*/ 97 w 1235"/>
                <a:gd name="T39" fmla="*/ 1490 h 1925"/>
                <a:gd name="T40" fmla="*/ 159 w 1235"/>
                <a:gd name="T41" fmla="*/ 1501 h 1925"/>
                <a:gd name="T42" fmla="*/ 228 w 1235"/>
                <a:gd name="T43" fmla="*/ 1630 h 1925"/>
                <a:gd name="T44" fmla="*/ 256 w 1235"/>
                <a:gd name="T45" fmla="*/ 1665 h 1925"/>
                <a:gd name="T46" fmla="*/ 332 w 1235"/>
                <a:gd name="T47" fmla="*/ 1667 h 1925"/>
                <a:gd name="T48" fmla="*/ 393 w 1235"/>
                <a:gd name="T49" fmla="*/ 1654 h 1925"/>
                <a:gd name="T50" fmla="*/ 564 w 1235"/>
                <a:gd name="T51" fmla="*/ 1647 h 1925"/>
                <a:gd name="T52" fmla="*/ 618 w 1235"/>
                <a:gd name="T53" fmla="*/ 1614 h 1925"/>
                <a:gd name="T54" fmla="*/ 703 w 1235"/>
                <a:gd name="T55" fmla="*/ 1648 h 1925"/>
                <a:gd name="T56" fmla="*/ 725 w 1235"/>
                <a:gd name="T57" fmla="*/ 1694 h 1925"/>
                <a:gd name="T58" fmla="*/ 797 w 1235"/>
                <a:gd name="T59" fmla="*/ 1776 h 1925"/>
                <a:gd name="T60" fmla="*/ 780 w 1235"/>
                <a:gd name="T61" fmla="*/ 1812 h 1925"/>
                <a:gd name="T62" fmla="*/ 840 w 1235"/>
                <a:gd name="T63" fmla="*/ 1875 h 1925"/>
                <a:gd name="T64" fmla="*/ 893 w 1235"/>
                <a:gd name="T65" fmla="*/ 1865 h 1925"/>
                <a:gd name="T66" fmla="*/ 934 w 1235"/>
                <a:gd name="T67" fmla="*/ 1909 h 1925"/>
                <a:gd name="T68" fmla="*/ 998 w 1235"/>
                <a:gd name="T69" fmla="*/ 1866 h 1925"/>
                <a:gd name="T70" fmla="*/ 1086 w 1235"/>
                <a:gd name="T71" fmla="*/ 1874 h 1925"/>
                <a:gd name="T72" fmla="*/ 1145 w 1235"/>
                <a:gd name="T73" fmla="*/ 1763 h 1925"/>
                <a:gd name="T74" fmla="*/ 1208 w 1235"/>
                <a:gd name="T75" fmla="*/ 1664 h 1925"/>
                <a:gd name="T76" fmla="*/ 1177 w 1235"/>
                <a:gd name="T77" fmla="*/ 1613 h 1925"/>
                <a:gd name="T78" fmla="*/ 1120 w 1235"/>
                <a:gd name="T79" fmla="*/ 1537 h 1925"/>
                <a:gd name="T80" fmla="*/ 1112 w 1235"/>
                <a:gd name="T81" fmla="*/ 1447 h 1925"/>
                <a:gd name="T82" fmla="*/ 1074 w 1235"/>
                <a:gd name="T83" fmla="*/ 1416 h 1925"/>
                <a:gd name="T84" fmla="*/ 1003 w 1235"/>
                <a:gd name="T85" fmla="*/ 1382 h 1925"/>
                <a:gd name="T86" fmla="*/ 965 w 1235"/>
                <a:gd name="T87" fmla="*/ 1273 h 1925"/>
                <a:gd name="T88" fmla="*/ 801 w 1235"/>
                <a:gd name="T89" fmla="*/ 1166 h 1925"/>
                <a:gd name="T90" fmla="*/ 741 w 1235"/>
                <a:gd name="T91" fmla="*/ 1033 h 1925"/>
                <a:gd name="T92" fmla="*/ 764 w 1235"/>
                <a:gd name="T93" fmla="*/ 935 h 1925"/>
                <a:gd name="T94" fmla="*/ 803 w 1235"/>
                <a:gd name="T95" fmla="*/ 871 h 1925"/>
                <a:gd name="T96" fmla="*/ 764 w 1235"/>
                <a:gd name="T97" fmla="*/ 747 h 1925"/>
                <a:gd name="T98" fmla="*/ 808 w 1235"/>
                <a:gd name="T99" fmla="*/ 624 h 1925"/>
                <a:gd name="T100" fmla="*/ 824 w 1235"/>
                <a:gd name="T101" fmla="*/ 493 h 1925"/>
                <a:gd name="T102" fmla="*/ 867 w 1235"/>
                <a:gd name="T103" fmla="*/ 425 h 1925"/>
                <a:gd name="T104" fmla="*/ 941 w 1235"/>
                <a:gd name="T105" fmla="*/ 453 h 1925"/>
                <a:gd name="T106" fmla="*/ 934 w 1235"/>
                <a:gd name="T107" fmla="*/ 413 h 1925"/>
                <a:gd name="T108" fmla="*/ 888 w 1235"/>
                <a:gd name="T109" fmla="*/ 365 h 1925"/>
                <a:gd name="T110" fmla="*/ 750 w 1235"/>
                <a:gd name="T111" fmla="*/ 286 h 1925"/>
                <a:gd name="T112" fmla="*/ 704 w 1235"/>
                <a:gd name="T113" fmla="*/ 225 h 1925"/>
                <a:gd name="T114" fmla="*/ 700 w 1235"/>
                <a:gd name="T115" fmla="*/ 84 h 1925"/>
                <a:gd name="T116" fmla="*/ 707 w 1235"/>
                <a:gd name="T117" fmla="*/ 10 h 1925"/>
                <a:gd name="T118" fmla="*/ 639 w 1235"/>
                <a:gd name="T119" fmla="*/ 102 h 1925"/>
                <a:gd name="T120" fmla="*/ 413 w 1235"/>
                <a:gd name="T121" fmla="*/ 155 h 1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35" h="1925">
                  <a:moveTo>
                    <a:pt x="415" y="182"/>
                  </a:moveTo>
                  <a:lnTo>
                    <a:pt x="419" y="188"/>
                  </a:lnTo>
                  <a:lnTo>
                    <a:pt x="426" y="202"/>
                  </a:lnTo>
                  <a:lnTo>
                    <a:pt x="429" y="212"/>
                  </a:lnTo>
                  <a:lnTo>
                    <a:pt x="429" y="221"/>
                  </a:lnTo>
                  <a:lnTo>
                    <a:pt x="428" y="228"/>
                  </a:lnTo>
                  <a:lnTo>
                    <a:pt x="423" y="239"/>
                  </a:lnTo>
                  <a:lnTo>
                    <a:pt x="415" y="253"/>
                  </a:lnTo>
                  <a:lnTo>
                    <a:pt x="412" y="260"/>
                  </a:lnTo>
                  <a:lnTo>
                    <a:pt x="409" y="284"/>
                  </a:lnTo>
                  <a:lnTo>
                    <a:pt x="409" y="286"/>
                  </a:lnTo>
                  <a:lnTo>
                    <a:pt x="416" y="292"/>
                  </a:lnTo>
                  <a:cubicBezTo>
                    <a:pt x="417" y="293"/>
                    <a:pt x="417" y="294"/>
                    <a:pt x="418" y="295"/>
                  </a:cubicBezTo>
                  <a:lnTo>
                    <a:pt x="421" y="304"/>
                  </a:lnTo>
                  <a:cubicBezTo>
                    <a:pt x="421" y="305"/>
                    <a:pt x="422" y="306"/>
                    <a:pt x="422" y="307"/>
                  </a:cubicBezTo>
                  <a:lnTo>
                    <a:pt x="421" y="317"/>
                  </a:lnTo>
                  <a:lnTo>
                    <a:pt x="419" y="326"/>
                  </a:lnTo>
                  <a:cubicBezTo>
                    <a:pt x="419" y="327"/>
                    <a:pt x="418" y="328"/>
                    <a:pt x="417" y="329"/>
                  </a:cubicBezTo>
                  <a:lnTo>
                    <a:pt x="413" y="335"/>
                  </a:lnTo>
                  <a:lnTo>
                    <a:pt x="394" y="352"/>
                  </a:lnTo>
                  <a:lnTo>
                    <a:pt x="387" y="360"/>
                  </a:lnTo>
                  <a:lnTo>
                    <a:pt x="382" y="365"/>
                  </a:lnTo>
                  <a:cubicBezTo>
                    <a:pt x="381" y="365"/>
                    <a:pt x="380" y="365"/>
                    <a:pt x="380" y="366"/>
                  </a:cubicBezTo>
                  <a:lnTo>
                    <a:pt x="376" y="367"/>
                  </a:lnTo>
                  <a:lnTo>
                    <a:pt x="372" y="371"/>
                  </a:lnTo>
                  <a:lnTo>
                    <a:pt x="368" y="377"/>
                  </a:lnTo>
                  <a:lnTo>
                    <a:pt x="362" y="388"/>
                  </a:lnTo>
                  <a:cubicBezTo>
                    <a:pt x="362" y="389"/>
                    <a:pt x="361" y="390"/>
                    <a:pt x="360" y="391"/>
                  </a:cubicBezTo>
                  <a:lnTo>
                    <a:pt x="354" y="396"/>
                  </a:lnTo>
                  <a:cubicBezTo>
                    <a:pt x="353" y="396"/>
                    <a:pt x="353" y="397"/>
                    <a:pt x="352" y="397"/>
                  </a:cubicBezTo>
                  <a:lnTo>
                    <a:pt x="346" y="399"/>
                  </a:lnTo>
                  <a:cubicBezTo>
                    <a:pt x="345" y="400"/>
                    <a:pt x="344" y="400"/>
                    <a:pt x="343" y="400"/>
                  </a:cubicBezTo>
                  <a:lnTo>
                    <a:pt x="334" y="400"/>
                  </a:lnTo>
                  <a:lnTo>
                    <a:pt x="329" y="402"/>
                  </a:lnTo>
                  <a:lnTo>
                    <a:pt x="328" y="404"/>
                  </a:lnTo>
                  <a:lnTo>
                    <a:pt x="328" y="406"/>
                  </a:lnTo>
                  <a:lnTo>
                    <a:pt x="332" y="416"/>
                  </a:lnTo>
                  <a:lnTo>
                    <a:pt x="336" y="431"/>
                  </a:lnTo>
                  <a:lnTo>
                    <a:pt x="339" y="436"/>
                  </a:lnTo>
                  <a:cubicBezTo>
                    <a:pt x="339" y="436"/>
                    <a:pt x="339" y="437"/>
                    <a:pt x="339" y="438"/>
                  </a:cubicBezTo>
                  <a:lnTo>
                    <a:pt x="341" y="445"/>
                  </a:lnTo>
                  <a:cubicBezTo>
                    <a:pt x="341" y="446"/>
                    <a:pt x="341" y="448"/>
                    <a:pt x="341" y="449"/>
                  </a:cubicBezTo>
                  <a:lnTo>
                    <a:pt x="337" y="461"/>
                  </a:lnTo>
                  <a:lnTo>
                    <a:pt x="337" y="465"/>
                  </a:lnTo>
                  <a:lnTo>
                    <a:pt x="339" y="471"/>
                  </a:lnTo>
                  <a:lnTo>
                    <a:pt x="340" y="480"/>
                  </a:lnTo>
                  <a:cubicBezTo>
                    <a:pt x="340" y="482"/>
                    <a:pt x="340" y="483"/>
                    <a:pt x="339" y="485"/>
                  </a:cubicBezTo>
                  <a:lnTo>
                    <a:pt x="336" y="490"/>
                  </a:lnTo>
                  <a:cubicBezTo>
                    <a:pt x="336" y="491"/>
                    <a:pt x="336" y="491"/>
                    <a:pt x="335" y="492"/>
                  </a:cubicBezTo>
                  <a:lnTo>
                    <a:pt x="327" y="499"/>
                  </a:lnTo>
                  <a:lnTo>
                    <a:pt x="325" y="503"/>
                  </a:lnTo>
                  <a:lnTo>
                    <a:pt x="326" y="506"/>
                  </a:lnTo>
                  <a:lnTo>
                    <a:pt x="328" y="511"/>
                  </a:lnTo>
                  <a:lnTo>
                    <a:pt x="337" y="526"/>
                  </a:lnTo>
                  <a:cubicBezTo>
                    <a:pt x="337" y="526"/>
                    <a:pt x="337" y="527"/>
                    <a:pt x="338" y="528"/>
                  </a:cubicBezTo>
                  <a:lnTo>
                    <a:pt x="340" y="536"/>
                  </a:lnTo>
                  <a:cubicBezTo>
                    <a:pt x="341" y="538"/>
                    <a:pt x="340" y="541"/>
                    <a:pt x="339" y="543"/>
                  </a:cubicBezTo>
                  <a:cubicBezTo>
                    <a:pt x="338" y="544"/>
                    <a:pt x="336" y="546"/>
                    <a:pt x="334" y="546"/>
                  </a:cubicBezTo>
                  <a:lnTo>
                    <a:pt x="326" y="548"/>
                  </a:lnTo>
                  <a:lnTo>
                    <a:pt x="323" y="551"/>
                  </a:lnTo>
                  <a:lnTo>
                    <a:pt x="324" y="551"/>
                  </a:lnTo>
                  <a:cubicBezTo>
                    <a:pt x="326" y="552"/>
                    <a:pt x="327" y="554"/>
                    <a:pt x="327" y="555"/>
                  </a:cubicBezTo>
                  <a:lnTo>
                    <a:pt x="331" y="566"/>
                  </a:lnTo>
                  <a:cubicBezTo>
                    <a:pt x="332" y="567"/>
                    <a:pt x="332" y="568"/>
                    <a:pt x="332" y="569"/>
                  </a:cubicBezTo>
                  <a:lnTo>
                    <a:pt x="331" y="589"/>
                  </a:lnTo>
                  <a:lnTo>
                    <a:pt x="327" y="603"/>
                  </a:lnTo>
                  <a:cubicBezTo>
                    <a:pt x="327" y="604"/>
                    <a:pt x="326" y="604"/>
                    <a:pt x="326" y="605"/>
                  </a:cubicBezTo>
                  <a:lnTo>
                    <a:pt x="323" y="609"/>
                  </a:lnTo>
                  <a:cubicBezTo>
                    <a:pt x="322" y="610"/>
                    <a:pt x="321" y="611"/>
                    <a:pt x="320" y="611"/>
                  </a:cubicBezTo>
                  <a:lnTo>
                    <a:pt x="315" y="613"/>
                  </a:lnTo>
                  <a:cubicBezTo>
                    <a:pt x="314" y="614"/>
                    <a:pt x="312" y="614"/>
                    <a:pt x="310" y="613"/>
                  </a:cubicBezTo>
                  <a:lnTo>
                    <a:pt x="305" y="612"/>
                  </a:lnTo>
                  <a:cubicBezTo>
                    <a:pt x="304" y="612"/>
                    <a:pt x="304" y="611"/>
                    <a:pt x="303" y="611"/>
                  </a:cubicBezTo>
                  <a:lnTo>
                    <a:pt x="295" y="605"/>
                  </a:lnTo>
                  <a:lnTo>
                    <a:pt x="292" y="606"/>
                  </a:lnTo>
                  <a:lnTo>
                    <a:pt x="289" y="609"/>
                  </a:lnTo>
                  <a:cubicBezTo>
                    <a:pt x="288" y="610"/>
                    <a:pt x="286" y="610"/>
                    <a:pt x="285" y="611"/>
                  </a:cubicBezTo>
                  <a:lnTo>
                    <a:pt x="280" y="612"/>
                  </a:lnTo>
                  <a:cubicBezTo>
                    <a:pt x="279" y="612"/>
                    <a:pt x="278" y="612"/>
                    <a:pt x="277" y="612"/>
                  </a:cubicBezTo>
                  <a:lnTo>
                    <a:pt x="271" y="610"/>
                  </a:lnTo>
                  <a:cubicBezTo>
                    <a:pt x="270" y="610"/>
                    <a:pt x="269" y="610"/>
                    <a:pt x="268" y="609"/>
                  </a:cubicBezTo>
                  <a:lnTo>
                    <a:pt x="254" y="599"/>
                  </a:lnTo>
                  <a:lnTo>
                    <a:pt x="251" y="598"/>
                  </a:lnTo>
                  <a:lnTo>
                    <a:pt x="246" y="597"/>
                  </a:lnTo>
                  <a:lnTo>
                    <a:pt x="238" y="597"/>
                  </a:lnTo>
                  <a:lnTo>
                    <a:pt x="234" y="599"/>
                  </a:lnTo>
                  <a:lnTo>
                    <a:pt x="235" y="611"/>
                  </a:lnTo>
                  <a:cubicBezTo>
                    <a:pt x="235" y="612"/>
                    <a:pt x="235" y="614"/>
                    <a:pt x="234" y="615"/>
                  </a:cubicBezTo>
                  <a:lnTo>
                    <a:pt x="233" y="618"/>
                  </a:lnTo>
                  <a:cubicBezTo>
                    <a:pt x="232" y="620"/>
                    <a:pt x="230" y="622"/>
                    <a:pt x="228" y="623"/>
                  </a:cubicBezTo>
                  <a:lnTo>
                    <a:pt x="224" y="624"/>
                  </a:lnTo>
                  <a:lnTo>
                    <a:pt x="192" y="628"/>
                  </a:lnTo>
                  <a:lnTo>
                    <a:pt x="151" y="640"/>
                  </a:lnTo>
                  <a:lnTo>
                    <a:pt x="135" y="649"/>
                  </a:lnTo>
                  <a:lnTo>
                    <a:pt x="131" y="652"/>
                  </a:lnTo>
                  <a:lnTo>
                    <a:pt x="136" y="662"/>
                  </a:lnTo>
                  <a:lnTo>
                    <a:pt x="139" y="676"/>
                  </a:lnTo>
                  <a:lnTo>
                    <a:pt x="143" y="716"/>
                  </a:lnTo>
                  <a:lnTo>
                    <a:pt x="146" y="716"/>
                  </a:lnTo>
                  <a:cubicBezTo>
                    <a:pt x="147" y="716"/>
                    <a:pt x="148" y="716"/>
                    <a:pt x="148" y="717"/>
                  </a:cubicBezTo>
                  <a:lnTo>
                    <a:pt x="153" y="718"/>
                  </a:lnTo>
                  <a:cubicBezTo>
                    <a:pt x="154" y="719"/>
                    <a:pt x="155" y="720"/>
                    <a:pt x="156" y="721"/>
                  </a:cubicBezTo>
                  <a:lnTo>
                    <a:pt x="165" y="732"/>
                  </a:lnTo>
                  <a:lnTo>
                    <a:pt x="172" y="736"/>
                  </a:lnTo>
                  <a:cubicBezTo>
                    <a:pt x="173" y="737"/>
                    <a:pt x="174" y="738"/>
                    <a:pt x="174" y="739"/>
                  </a:cubicBezTo>
                  <a:lnTo>
                    <a:pt x="176" y="742"/>
                  </a:lnTo>
                  <a:cubicBezTo>
                    <a:pt x="177" y="743"/>
                    <a:pt x="177" y="744"/>
                    <a:pt x="178" y="745"/>
                  </a:cubicBezTo>
                  <a:lnTo>
                    <a:pt x="178" y="749"/>
                  </a:lnTo>
                  <a:cubicBezTo>
                    <a:pt x="178" y="750"/>
                    <a:pt x="178" y="751"/>
                    <a:pt x="178" y="753"/>
                  </a:cubicBezTo>
                  <a:lnTo>
                    <a:pt x="176" y="759"/>
                  </a:lnTo>
                  <a:cubicBezTo>
                    <a:pt x="175" y="760"/>
                    <a:pt x="175" y="761"/>
                    <a:pt x="174" y="762"/>
                  </a:cubicBezTo>
                  <a:lnTo>
                    <a:pt x="170" y="767"/>
                  </a:lnTo>
                  <a:cubicBezTo>
                    <a:pt x="170" y="768"/>
                    <a:pt x="169" y="768"/>
                    <a:pt x="169" y="769"/>
                  </a:cubicBezTo>
                  <a:lnTo>
                    <a:pt x="163" y="772"/>
                  </a:lnTo>
                  <a:cubicBezTo>
                    <a:pt x="163" y="773"/>
                    <a:pt x="162" y="773"/>
                    <a:pt x="161" y="773"/>
                  </a:cubicBezTo>
                  <a:lnTo>
                    <a:pt x="149" y="776"/>
                  </a:lnTo>
                  <a:cubicBezTo>
                    <a:pt x="149" y="776"/>
                    <a:pt x="148" y="776"/>
                    <a:pt x="147" y="776"/>
                  </a:cubicBezTo>
                  <a:lnTo>
                    <a:pt x="126" y="772"/>
                  </a:lnTo>
                  <a:lnTo>
                    <a:pt x="124" y="773"/>
                  </a:lnTo>
                  <a:lnTo>
                    <a:pt x="117" y="777"/>
                  </a:lnTo>
                  <a:lnTo>
                    <a:pt x="117" y="784"/>
                  </a:lnTo>
                  <a:lnTo>
                    <a:pt x="120" y="804"/>
                  </a:lnTo>
                  <a:lnTo>
                    <a:pt x="118" y="812"/>
                  </a:lnTo>
                  <a:lnTo>
                    <a:pt x="113" y="822"/>
                  </a:lnTo>
                  <a:lnTo>
                    <a:pt x="108" y="830"/>
                  </a:lnTo>
                  <a:lnTo>
                    <a:pt x="97" y="839"/>
                  </a:lnTo>
                  <a:lnTo>
                    <a:pt x="97" y="845"/>
                  </a:lnTo>
                  <a:lnTo>
                    <a:pt x="98" y="846"/>
                  </a:lnTo>
                  <a:lnTo>
                    <a:pt x="100" y="847"/>
                  </a:lnTo>
                  <a:lnTo>
                    <a:pt x="115" y="845"/>
                  </a:lnTo>
                  <a:lnTo>
                    <a:pt x="127" y="846"/>
                  </a:lnTo>
                  <a:cubicBezTo>
                    <a:pt x="128" y="846"/>
                    <a:pt x="129" y="847"/>
                    <a:pt x="130" y="847"/>
                  </a:cubicBezTo>
                  <a:lnTo>
                    <a:pt x="134" y="850"/>
                  </a:lnTo>
                  <a:cubicBezTo>
                    <a:pt x="135" y="850"/>
                    <a:pt x="135" y="851"/>
                    <a:pt x="136" y="852"/>
                  </a:cubicBezTo>
                  <a:lnTo>
                    <a:pt x="139" y="856"/>
                  </a:lnTo>
                  <a:cubicBezTo>
                    <a:pt x="140" y="857"/>
                    <a:pt x="141" y="859"/>
                    <a:pt x="141" y="861"/>
                  </a:cubicBezTo>
                  <a:lnTo>
                    <a:pt x="140" y="867"/>
                  </a:lnTo>
                  <a:cubicBezTo>
                    <a:pt x="140" y="869"/>
                    <a:pt x="140" y="870"/>
                    <a:pt x="140" y="871"/>
                  </a:cubicBezTo>
                  <a:lnTo>
                    <a:pt x="137" y="876"/>
                  </a:lnTo>
                  <a:cubicBezTo>
                    <a:pt x="137" y="877"/>
                    <a:pt x="136" y="877"/>
                    <a:pt x="136" y="878"/>
                  </a:cubicBezTo>
                  <a:lnTo>
                    <a:pt x="131" y="882"/>
                  </a:lnTo>
                  <a:lnTo>
                    <a:pt x="126" y="886"/>
                  </a:lnTo>
                  <a:lnTo>
                    <a:pt x="119" y="893"/>
                  </a:lnTo>
                  <a:lnTo>
                    <a:pt x="114" y="902"/>
                  </a:lnTo>
                  <a:cubicBezTo>
                    <a:pt x="113" y="903"/>
                    <a:pt x="112" y="904"/>
                    <a:pt x="111" y="905"/>
                  </a:cubicBezTo>
                  <a:lnTo>
                    <a:pt x="99" y="914"/>
                  </a:lnTo>
                  <a:lnTo>
                    <a:pt x="96" y="925"/>
                  </a:lnTo>
                  <a:cubicBezTo>
                    <a:pt x="95" y="926"/>
                    <a:pt x="95" y="927"/>
                    <a:pt x="95" y="927"/>
                  </a:cubicBezTo>
                  <a:lnTo>
                    <a:pt x="91" y="933"/>
                  </a:lnTo>
                  <a:cubicBezTo>
                    <a:pt x="91" y="934"/>
                    <a:pt x="90" y="934"/>
                    <a:pt x="90" y="935"/>
                  </a:cubicBezTo>
                  <a:lnTo>
                    <a:pt x="59" y="966"/>
                  </a:lnTo>
                  <a:lnTo>
                    <a:pt x="50" y="980"/>
                  </a:lnTo>
                  <a:lnTo>
                    <a:pt x="44" y="994"/>
                  </a:lnTo>
                  <a:lnTo>
                    <a:pt x="43" y="1009"/>
                  </a:lnTo>
                  <a:cubicBezTo>
                    <a:pt x="43" y="1010"/>
                    <a:pt x="43" y="1011"/>
                    <a:pt x="42" y="1012"/>
                  </a:cubicBezTo>
                  <a:lnTo>
                    <a:pt x="40" y="1016"/>
                  </a:lnTo>
                  <a:lnTo>
                    <a:pt x="36" y="1022"/>
                  </a:lnTo>
                  <a:cubicBezTo>
                    <a:pt x="35" y="1023"/>
                    <a:pt x="33" y="1024"/>
                    <a:pt x="32" y="1025"/>
                  </a:cubicBezTo>
                  <a:lnTo>
                    <a:pt x="27" y="1026"/>
                  </a:lnTo>
                  <a:cubicBezTo>
                    <a:pt x="26" y="1026"/>
                    <a:pt x="25" y="1027"/>
                    <a:pt x="24" y="1026"/>
                  </a:cubicBezTo>
                  <a:lnTo>
                    <a:pt x="14" y="1026"/>
                  </a:lnTo>
                  <a:lnTo>
                    <a:pt x="15" y="1027"/>
                  </a:lnTo>
                  <a:cubicBezTo>
                    <a:pt x="16" y="1028"/>
                    <a:pt x="17" y="1030"/>
                    <a:pt x="18" y="1032"/>
                  </a:cubicBezTo>
                  <a:lnTo>
                    <a:pt x="18" y="1036"/>
                  </a:lnTo>
                  <a:cubicBezTo>
                    <a:pt x="18" y="1039"/>
                    <a:pt x="18" y="1041"/>
                    <a:pt x="16" y="1043"/>
                  </a:cubicBezTo>
                  <a:lnTo>
                    <a:pt x="4" y="1056"/>
                  </a:lnTo>
                  <a:lnTo>
                    <a:pt x="3" y="1059"/>
                  </a:lnTo>
                  <a:lnTo>
                    <a:pt x="4" y="1059"/>
                  </a:lnTo>
                  <a:lnTo>
                    <a:pt x="8" y="1059"/>
                  </a:lnTo>
                  <a:cubicBezTo>
                    <a:pt x="10" y="1060"/>
                    <a:pt x="12" y="1060"/>
                    <a:pt x="13" y="1061"/>
                  </a:cubicBezTo>
                  <a:cubicBezTo>
                    <a:pt x="13" y="1062"/>
                    <a:pt x="15" y="1063"/>
                    <a:pt x="15" y="1064"/>
                  </a:cubicBezTo>
                  <a:lnTo>
                    <a:pt x="17" y="1066"/>
                  </a:lnTo>
                  <a:lnTo>
                    <a:pt x="19" y="1071"/>
                  </a:lnTo>
                  <a:lnTo>
                    <a:pt x="25" y="1076"/>
                  </a:lnTo>
                  <a:cubicBezTo>
                    <a:pt x="26" y="1077"/>
                    <a:pt x="27" y="1078"/>
                    <a:pt x="27" y="1079"/>
                  </a:cubicBezTo>
                  <a:lnTo>
                    <a:pt x="30" y="1083"/>
                  </a:lnTo>
                  <a:cubicBezTo>
                    <a:pt x="30" y="1084"/>
                    <a:pt x="31" y="1084"/>
                    <a:pt x="31" y="1085"/>
                  </a:cubicBezTo>
                  <a:lnTo>
                    <a:pt x="36" y="1106"/>
                  </a:lnTo>
                  <a:lnTo>
                    <a:pt x="37" y="1115"/>
                  </a:lnTo>
                  <a:cubicBezTo>
                    <a:pt x="37" y="1116"/>
                    <a:pt x="37" y="1117"/>
                    <a:pt x="37" y="1118"/>
                  </a:cubicBezTo>
                  <a:lnTo>
                    <a:pt x="33" y="1134"/>
                  </a:lnTo>
                  <a:lnTo>
                    <a:pt x="34" y="1143"/>
                  </a:lnTo>
                  <a:lnTo>
                    <a:pt x="34" y="1143"/>
                  </a:lnTo>
                  <a:lnTo>
                    <a:pt x="42" y="1140"/>
                  </a:lnTo>
                  <a:cubicBezTo>
                    <a:pt x="43" y="1140"/>
                    <a:pt x="44" y="1140"/>
                    <a:pt x="45" y="1140"/>
                  </a:cubicBezTo>
                  <a:lnTo>
                    <a:pt x="48" y="1140"/>
                  </a:lnTo>
                  <a:cubicBezTo>
                    <a:pt x="49" y="1140"/>
                    <a:pt x="50" y="1140"/>
                    <a:pt x="51" y="1140"/>
                  </a:cubicBezTo>
                  <a:lnTo>
                    <a:pt x="54" y="1142"/>
                  </a:lnTo>
                  <a:cubicBezTo>
                    <a:pt x="56" y="1143"/>
                    <a:pt x="57" y="1144"/>
                    <a:pt x="58" y="1145"/>
                  </a:cubicBezTo>
                  <a:lnTo>
                    <a:pt x="62" y="1151"/>
                  </a:lnTo>
                  <a:lnTo>
                    <a:pt x="72" y="1166"/>
                  </a:lnTo>
                  <a:cubicBezTo>
                    <a:pt x="75" y="1169"/>
                    <a:pt x="74" y="1174"/>
                    <a:pt x="71" y="1176"/>
                  </a:cubicBezTo>
                  <a:lnTo>
                    <a:pt x="50" y="1195"/>
                  </a:lnTo>
                  <a:lnTo>
                    <a:pt x="43" y="1207"/>
                  </a:lnTo>
                  <a:lnTo>
                    <a:pt x="39" y="1219"/>
                  </a:lnTo>
                  <a:lnTo>
                    <a:pt x="35" y="1229"/>
                  </a:lnTo>
                  <a:cubicBezTo>
                    <a:pt x="35" y="1230"/>
                    <a:pt x="34" y="1231"/>
                    <a:pt x="34" y="1231"/>
                  </a:cubicBezTo>
                  <a:lnTo>
                    <a:pt x="29" y="1236"/>
                  </a:lnTo>
                  <a:cubicBezTo>
                    <a:pt x="28" y="1237"/>
                    <a:pt x="27" y="1238"/>
                    <a:pt x="26" y="1238"/>
                  </a:cubicBezTo>
                  <a:lnTo>
                    <a:pt x="19" y="1240"/>
                  </a:lnTo>
                  <a:cubicBezTo>
                    <a:pt x="19" y="1241"/>
                    <a:pt x="18" y="1241"/>
                    <a:pt x="17" y="1241"/>
                  </a:cubicBezTo>
                  <a:lnTo>
                    <a:pt x="9" y="1242"/>
                  </a:lnTo>
                  <a:lnTo>
                    <a:pt x="9" y="1242"/>
                  </a:lnTo>
                  <a:lnTo>
                    <a:pt x="14" y="1250"/>
                  </a:lnTo>
                  <a:cubicBezTo>
                    <a:pt x="14" y="1251"/>
                    <a:pt x="15" y="1252"/>
                    <a:pt x="15" y="1252"/>
                  </a:cubicBezTo>
                  <a:lnTo>
                    <a:pt x="16" y="1255"/>
                  </a:lnTo>
                  <a:cubicBezTo>
                    <a:pt x="16" y="1256"/>
                    <a:pt x="16" y="1258"/>
                    <a:pt x="15" y="1259"/>
                  </a:cubicBezTo>
                  <a:lnTo>
                    <a:pt x="14" y="1263"/>
                  </a:lnTo>
                  <a:cubicBezTo>
                    <a:pt x="13" y="1265"/>
                    <a:pt x="13" y="1266"/>
                    <a:pt x="12" y="1267"/>
                  </a:cubicBezTo>
                  <a:lnTo>
                    <a:pt x="2" y="1275"/>
                  </a:lnTo>
                  <a:lnTo>
                    <a:pt x="0" y="1278"/>
                  </a:lnTo>
                  <a:lnTo>
                    <a:pt x="5" y="1287"/>
                  </a:lnTo>
                  <a:cubicBezTo>
                    <a:pt x="5" y="1288"/>
                    <a:pt x="5" y="1289"/>
                    <a:pt x="6" y="1289"/>
                  </a:cubicBezTo>
                  <a:lnTo>
                    <a:pt x="6" y="1292"/>
                  </a:lnTo>
                  <a:cubicBezTo>
                    <a:pt x="6" y="1293"/>
                    <a:pt x="6" y="1294"/>
                    <a:pt x="6" y="1294"/>
                  </a:cubicBezTo>
                  <a:lnTo>
                    <a:pt x="5" y="1298"/>
                  </a:lnTo>
                  <a:lnTo>
                    <a:pt x="1" y="1314"/>
                  </a:lnTo>
                  <a:lnTo>
                    <a:pt x="2" y="1317"/>
                  </a:lnTo>
                  <a:lnTo>
                    <a:pt x="9" y="1323"/>
                  </a:lnTo>
                  <a:cubicBezTo>
                    <a:pt x="10" y="1324"/>
                    <a:pt x="11" y="1326"/>
                    <a:pt x="12" y="1328"/>
                  </a:cubicBezTo>
                  <a:lnTo>
                    <a:pt x="14" y="1346"/>
                  </a:lnTo>
                  <a:lnTo>
                    <a:pt x="17" y="1345"/>
                  </a:lnTo>
                  <a:cubicBezTo>
                    <a:pt x="19" y="1345"/>
                    <a:pt x="20" y="1345"/>
                    <a:pt x="21" y="1345"/>
                  </a:cubicBezTo>
                  <a:lnTo>
                    <a:pt x="29" y="1346"/>
                  </a:lnTo>
                  <a:cubicBezTo>
                    <a:pt x="30" y="1346"/>
                    <a:pt x="31" y="1347"/>
                    <a:pt x="32" y="1347"/>
                  </a:cubicBezTo>
                  <a:lnTo>
                    <a:pt x="48" y="1356"/>
                  </a:lnTo>
                  <a:lnTo>
                    <a:pt x="57" y="1364"/>
                  </a:lnTo>
                  <a:lnTo>
                    <a:pt x="64" y="1371"/>
                  </a:lnTo>
                  <a:lnTo>
                    <a:pt x="97" y="1415"/>
                  </a:lnTo>
                  <a:lnTo>
                    <a:pt x="108" y="1434"/>
                  </a:lnTo>
                  <a:cubicBezTo>
                    <a:pt x="108" y="1434"/>
                    <a:pt x="108" y="1435"/>
                    <a:pt x="108" y="1436"/>
                  </a:cubicBezTo>
                  <a:lnTo>
                    <a:pt x="109" y="1441"/>
                  </a:lnTo>
                  <a:lnTo>
                    <a:pt x="108" y="1448"/>
                  </a:lnTo>
                  <a:lnTo>
                    <a:pt x="111" y="1461"/>
                  </a:lnTo>
                  <a:lnTo>
                    <a:pt x="112" y="1467"/>
                  </a:lnTo>
                  <a:cubicBezTo>
                    <a:pt x="112" y="1467"/>
                    <a:pt x="112" y="1468"/>
                    <a:pt x="111" y="1469"/>
                  </a:cubicBezTo>
                  <a:lnTo>
                    <a:pt x="110" y="1473"/>
                  </a:lnTo>
                  <a:cubicBezTo>
                    <a:pt x="110" y="1474"/>
                    <a:pt x="110" y="1475"/>
                    <a:pt x="109" y="1476"/>
                  </a:cubicBezTo>
                  <a:lnTo>
                    <a:pt x="106" y="1480"/>
                  </a:lnTo>
                  <a:lnTo>
                    <a:pt x="97" y="1490"/>
                  </a:lnTo>
                  <a:lnTo>
                    <a:pt x="109" y="1495"/>
                  </a:lnTo>
                  <a:cubicBezTo>
                    <a:pt x="110" y="1496"/>
                    <a:pt x="111" y="1496"/>
                    <a:pt x="111" y="1497"/>
                  </a:cubicBezTo>
                  <a:lnTo>
                    <a:pt x="127" y="1510"/>
                  </a:lnTo>
                  <a:lnTo>
                    <a:pt x="133" y="1514"/>
                  </a:lnTo>
                  <a:lnTo>
                    <a:pt x="136" y="1515"/>
                  </a:lnTo>
                  <a:lnTo>
                    <a:pt x="140" y="1513"/>
                  </a:lnTo>
                  <a:lnTo>
                    <a:pt x="141" y="1511"/>
                  </a:lnTo>
                  <a:cubicBezTo>
                    <a:pt x="141" y="1510"/>
                    <a:pt x="141" y="1509"/>
                    <a:pt x="142" y="1508"/>
                  </a:cubicBezTo>
                  <a:lnTo>
                    <a:pt x="144" y="1505"/>
                  </a:lnTo>
                  <a:cubicBezTo>
                    <a:pt x="145" y="1503"/>
                    <a:pt x="147" y="1502"/>
                    <a:pt x="149" y="1502"/>
                  </a:cubicBezTo>
                  <a:lnTo>
                    <a:pt x="153" y="1500"/>
                  </a:lnTo>
                  <a:cubicBezTo>
                    <a:pt x="155" y="1500"/>
                    <a:pt x="157" y="1500"/>
                    <a:pt x="159" y="1501"/>
                  </a:cubicBezTo>
                  <a:lnTo>
                    <a:pt x="167" y="1504"/>
                  </a:lnTo>
                  <a:cubicBezTo>
                    <a:pt x="168" y="1505"/>
                    <a:pt x="169" y="1506"/>
                    <a:pt x="170" y="1507"/>
                  </a:cubicBezTo>
                  <a:lnTo>
                    <a:pt x="173" y="1512"/>
                  </a:lnTo>
                  <a:cubicBezTo>
                    <a:pt x="174" y="1512"/>
                    <a:pt x="175" y="1513"/>
                    <a:pt x="175" y="1514"/>
                  </a:cubicBezTo>
                  <a:lnTo>
                    <a:pt x="179" y="1529"/>
                  </a:lnTo>
                  <a:lnTo>
                    <a:pt x="185" y="1534"/>
                  </a:lnTo>
                  <a:lnTo>
                    <a:pt x="195" y="1546"/>
                  </a:lnTo>
                  <a:lnTo>
                    <a:pt x="233" y="1614"/>
                  </a:lnTo>
                  <a:cubicBezTo>
                    <a:pt x="234" y="1615"/>
                    <a:pt x="234" y="1616"/>
                    <a:pt x="234" y="1617"/>
                  </a:cubicBezTo>
                  <a:lnTo>
                    <a:pt x="234" y="1621"/>
                  </a:lnTo>
                  <a:cubicBezTo>
                    <a:pt x="234" y="1624"/>
                    <a:pt x="233" y="1626"/>
                    <a:pt x="231" y="1628"/>
                  </a:cubicBezTo>
                  <a:lnTo>
                    <a:pt x="228" y="1630"/>
                  </a:lnTo>
                  <a:cubicBezTo>
                    <a:pt x="227" y="1631"/>
                    <a:pt x="225" y="1631"/>
                    <a:pt x="224" y="1632"/>
                  </a:cubicBezTo>
                  <a:lnTo>
                    <a:pt x="229" y="1634"/>
                  </a:lnTo>
                  <a:lnTo>
                    <a:pt x="237" y="1631"/>
                  </a:lnTo>
                  <a:cubicBezTo>
                    <a:pt x="238" y="1630"/>
                    <a:pt x="240" y="1630"/>
                    <a:pt x="241" y="1630"/>
                  </a:cubicBezTo>
                  <a:lnTo>
                    <a:pt x="246" y="1631"/>
                  </a:lnTo>
                  <a:cubicBezTo>
                    <a:pt x="249" y="1631"/>
                    <a:pt x="251" y="1632"/>
                    <a:pt x="252" y="1634"/>
                  </a:cubicBezTo>
                  <a:lnTo>
                    <a:pt x="255" y="1637"/>
                  </a:lnTo>
                  <a:cubicBezTo>
                    <a:pt x="255" y="1638"/>
                    <a:pt x="255" y="1639"/>
                    <a:pt x="256" y="1640"/>
                  </a:cubicBezTo>
                  <a:lnTo>
                    <a:pt x="257" y="1644"/>
                  </a:lnTo>
                  <a:cubicBezTo>
                    <a:pt x="257" y="1645"/>
                    <a:pt x="257" y="1646"/>
                    <a:pt x="257" y="1647"/>
                  </a:cubicBezTo>
                  <a:lnTo>
                    <a:pt x="256" y="1662"/>
                  </a:lnTo>
                  <a:lnTo>
                    <a:pt x="256" y="1665"/>
                  </a:lnTo>
                  <a:lnTo>
                    <a:pt x="259" y="1671"/>
                  </a:lnTo>
                  <a:lnTo>
                    <a:pt x="261" y="1672"/>
                  </a:lnTo>
                  <a:lnTo>
                    <a:pt x="272" y="1674"/>
                  </a:lnTo>
                  <a:lnTo>
                    <a:pt x="291" y="1672"/>
                  </a:lnTo>
                  <a:lnTo>
                    <a:pt x="301" y="1673"/>
                  </a:lnTo>
                  <a:lnTo>
                    <a:pt x="312" y="1678"/>
                  </a:lnTo>
                  <a:lnTo>
                    <a:pt x="312" y="1678"/>
                  </a:lnTo>
                  <a:lnTo>
                    <a:pt x="315" y="1677"/>
                  </a:lnTo>
                  <a:lnTo>
                    <a:pt x="320" y="1670"/>
                  </a:lnTo>
                  <a:cubicBezTo>
                    <a:pt x="321" y="1670"/>
                    <a:pt x="322" y="1669"/>
                    <a:pt x="323" y="1668"/>
                  </a:cubicBezTo>
                  <a:lnTo>
                    <a:pt x="327" y="1667"/>
                  </a:lnTo>
                  <a:cubicBezTo>
                    <a:pt x="329" y="1666"/>
                    <a:pt x="330" y="1666"/>
                    <a:pt x="332" y="1667"/>
                  </a:cubicBezTo>
                  <a:lnTo>
                    <a:pt x="336" y="1667"/>
                  </a:lnTo>
                  <a:lnTo>
                    <a:pt x="346" y="1671"/>
                  </a:lnTo>
                  <a:lnTo>
                    <a:pt x="355" y="1671"/>
                  </a:lnTo>
                  <a:lnTo>
                    <a:pt x="359" y="1670"/>
                  </a:lnTo>
                  <a:lnTo>
                    <a:pt x="366" y="1660"/>
                  </a:lnTo>
                  <a:cubicBezTo>
                    <a:pt x="367" y="1659"/>
                    <a:pt x="367" y="1659"/>
                    <a:pt x="368" y="1658"/>
                  </a:cubicBezTo>
                  <a:lnTo>
                    <a:pt x="373" y="1656"/>
                  </a:lnTo>
                  <a:cubicBezTo>
                    <a:pt x="374" y="1655"/>
                    <a:pt x="376" y="1655"/>
                    <a:pt x="378" y="1655"/>
                  </a:cubicBezTo>
                  <a:lnTo>
                    <a:pt x="384" y="1655"/>
                  </a:lnTo>
                  <a:cubicBezTo>
                    <a:pt x="386" y="1655"/>
                    <a:pt x="387" y="1656"/>
                    <a:pt x="389" y="1657"/>
                  </a:cubicBezTo>
                  <a:lnTo>
                    <a:pt x="394" y="1661"/>
                  </a:lnTo>
                  <a:lnTo>
                    <a:pt x="393" y="1654"/>
                  </a:lnTo>
                  <a:lnTo>
                    <a:pt x="394" y="1649"/>
                  </a:lnTo>
                  <a:cubicBezTo>
                    <a:pt x="395" y="1647"/>
                    <a:pt x="396" y="1645"/>
                    <a:pt x="398" y="1644"/>
                  </a:cubicBezTo>
                  <a:lnTo>
                    <a:pt x="401" y="1642"/>
                  </a:lnTo>
                  <a:cubicBezTo>
                    <a:pt x="404" y="1640"/>
                    <a:pt x="409" y="1641"/>
                    <a:pt x="411" y="1644"/>
                  </a:cubicBezTo>
                  <a:lnTo>
                    <a:pt x="414" y="1647"/>
                  </a:lnTo>
                  <a:lnTo>
                    <a:pt x="422" y="1662"/>
                  </a:lnTo>
                  <a:lnTo>
                    <a:pt x="430" y="1672"/>
                  </a:lnTo>
                  <a:lnTo>
                    <a:pt x="436" y="1677"/>
                  </a:lnTo>
                  <a:lnTo>
                    <a:pt x="437" y="1677"/>
                  </a:lnTo>
                  <a:lnTo>
                    <a:pt x="453" y="1663"/>
                  </a:lnTo>
                  <a:cubicBezTo>
                    <a:pt x="455" y="1661"/>
                    <a:pt x="456" y="1661"/>
                    <a:pt x="458" y="1661"/>
                  </a:cubicBezTo>
                  <a:lnTo>
                    <a:pt x="564" y="1647"/>
                  </a:lnTo>
                  <a:lnTo>
                    <a:pt x="567" y="1645"/>
                  </a:lnTo>
                  <a:lnTo>
                    <a:pt x="567" y="1637"/>
                  </a:lnTo>
                  <a:cubicBezTo>
                    <a:pt x="567" y="1636"/>
                    <a:pt x="567" y="1635"/>
                    <a:pt x="567" y="1634"/>
                  </a:cubicBezTo>
                  <a:lnTo>
                    <a:pt x="569" y="1628"/>
                  </a:lnTo>
                  <a:cubicBezTo>
                    <a:pt x="570" y="1626"/>
                    <a:pt x="570" y="1625"/>
                    <a:pt x="571" y="1624"/>
                  </a:cubicBezTo>
                  <a:lnTo>
                    <a:pt x="581" y="1615"/>
                  </a:lnTo>
                  <a:cubicBezTo>
                    <a:pt x="582" y="1614"/>
                    <a:pt x="583" y="1614"/>
                    <a:pt x="584" y="1613"/>
                  </a:cubicBezTo>
                  <a:lnTo>
                    <a:pt x="591" y="1610"/>
                  </a:lnTo>
                  <a:cubicBezTo>
                    <a:pt x="592" y="1610"/>
                    <a:pt x="592" y="1610"/>
                    <a:pt x="593" y="1610"/>
                  </a:cubicBezTo>
                  <a:lnTo>
                    <a:pt x="600" y="1609"/>
                  </a:lnTo>
                  <a:cubicBezTo>
                    <a:pt x="601" y="1609"/>
                    <a:pt x="602" y="1609"/>
                    <a:pt x="603" y="1610"/>
                  </a:cubicBezTo>
                  <a:lnTo>
                    <a:pt x="618" y="1614"/>
                  </a:lnTo>
                  <a:lnTo>
                    <a:pt x="624" y="1614"/>
                  </a:lnTo>
                  <a:lnTo>
                    <a:pt x="628" y="1613"/>
                  </a:lnTo>
                  <a:lnTo>
                    <a:pt x="640" y="1605"/>
                  </a:lnTo>
                  <a:cubicBezTo>
                    <a:pt x="643" y="1604"/>
                    <a:pt x="646" y="1604"/>
                    <a:pt x="649" y="1606"/>
                  </a:cubicBezTo>
                  <a:lnTo>
                    <a:pt x="664" y="1617"/>
                  </a:lnTo>
                  <a:lnTo>
                    <a:pt x="693" y="1623"/>
                  </a:lnTo>
                  <a:cubicBezTo>
                    <a:pt x="694" y="1623"/>
                    <a:pt x="695" y="1624"/>
                    <a:pt x="696" y="1624"/>
                  </a:cubicBezTo>
                  <a:lnTo>
                    <a:pt x="702" y="1628"/>
                  </a:lnTo>
                  <a:cubicBezTo>
                    <a:pt x="703" y="1630"/>
                    <a:pt x="705" y="1631"/>
                    <a:pt x="705" y="1633"/>
                  </a:cubicBezTo>
                  <a:lnTo>
                    <a:pt x="706" y="1637"/>
                  </a:lnTo>
                  <a:cubicBezTo>
                    <a:pt x="707" y="1639"/>
                    <a:pt x="706" y="1641"/>
                    <a:pt x="705" y="1643"/>
                  </a:cubicBezTo>
                  <a:lnTo>
                    <a:pt x="703" y="1648"/>
                  </a:lnTo>
                  <a:lnTo>
                    <a:pt x="704" y="1649"/>
                  </a:lnTo>
                  <a:lnTo>
                    <a:pt x="721" y="1655"/>
                  </a:lnTo>
                  <a:cubicBezTo>
                    <a:pt x="722" y="1656"/>
                    <a:pt x="723" y="1656"/>
                    <a:pt x="724" y="1657"/>
                  </a:cubicBezTo>
                  <a:lnTo>
                    <a:pt x="728" y="1661"/>
                  </a:lnTo>
                  <a:cubicBezTo>
                    <a:pt x="729" y="1661"/>
                    <a:pt x="729" y="1662"/>
                    <a:pt x="730" y="1663"/>
                  </a:cubicBezTo>
                  <a:lnTo>
                    <a:pt x="732" y="1666"/>
                  </a:lnTo>
                  <a:cubicBezTo>
                    <a:pt x="733" y="1667"/>
                    <a:pt x="733" y="1669"/>
                    <a:pt x="733" y="1671"/>
                  </a:cubicBezTo>
                  <a:lnTo>
                    <a:pt x="733" y="1673"/>
                  </a:lnTo>
                  <a:cubicBezTo>
                    <a:pt x="733" y="1674"/>
                    <a:pt x="733" y="1675"/>
                    <a:pt x="733" y="1676"/>
                  </a:cubicBezTo>
                  <a:lnTo>
                    <a:pt x="731" y="1679"/>
                  </a:lnTo>
                  <a:lnTo>
                    <a:pt x="725" y="1691"/>
                  </a:lnTo>
                  <a:lnTo>
                    <a:pt x="725" y="1694"/>
                  </a:lnTo>
                  <a:lnTo>
                    <a:pt x="725" y="1695"/>
                  </a:lnTo>
                  <a:lnTo>
                    <a:pt x="727" y="1692"/>
                  </a:lnTo>
                  <a:cubicBezTo>
                    <a:pt x="727" y="1691"/>
                    <a:pt x="728" y="1690"/>
                    <a:pt x="729" y="1690"/>
                  </a:cubicBezTo>
                  <a:lnTo>
                    <a:pt x="732" y="1687"/>
                  </a:lnTo>
                  <a:cubicBezTo>
                    <a:pt x="734" y="1686"/>
                    <a:pt x="736" y="1685"/>
                    <a:pt x="739" y="1686"/>
                  </a:cubicBezTo>
                  <a:lnTo>
                    <a:pt x="744" y="1687"/>
                  </a:lnTo>
                  <a:cubicBezTo>
                    <a:pt x="746" y="1687"/>
                    <a:pt x="747" y="1688"/>
                    <a:pt x="748" y="1690"/>
                  </a:cubicBezTo>
                  <a:lnTo>
                    <a:pt x="774" y="1723"/>
                  </a:lnTo>
                  <a:lnTo>
                    <a:pt x="785" y="1741"/>
                  </a:lnTo>
                  <a:lnTo>
                    <a:pt x="797" y="1769"/>
                  </a:lnTo>
                  <a:cubicBezTo>
                    <a:pt x="797" y="1770"/>
                    <a:pt x="797" y="1771"/>
                    <a:pt x="797" y="1771"/>
                  </a:cubicBezTo>
                  <a:lnTo>
                    <a:pt x="797" y="1776"/>
                  </a:lnTo>
                  <a:cubicBezTo>
                    <a:pt x="797" y="1777"/>
                    <a:pt x="797" y="1778"/>
                    <a:pt x="797" y="1779"/>
                  </a:cubicBezTo>
                  <a:lnTo>
                    <a:pt x="795" y="1783"/>
                  </a:lnTo>
                  <a:cubicBezTo>
                    <a:pt x="795" y="1784"/>
                    <a:pt x="794" y="1786"/>
                    <a:pt x="793" y="1787"/>
                  </a:cubicBezTo>
                  <a:lnTo>
                    <a:pt x="789" y="1790"/>
                  </a:lnTo>
                  <a:cubicBezTo>
                    <a:pt x="788" y="1790"/>
                    <a:pt x="787" y="1791"/>
                    <a:pt x="785" y="1791"/>
                  </a:cubicBezTo>
                  <a:lnTo>
                    <a:pt x="781" y="1792"/>
                  </a:lnTo>
                  <a:lnTo>
                    <a:pt x="769" y="1794"/>
                  </a:lnTo>
                  <a:lnTo>
                    <a:pt x="769" y="1795"/>
                  </a:lnTo>
                  <a:lnTo>
                    <a:pt x="770" y="1797"/>
                  </a:lnTo>
                  <a:lnTo>
                    <a:pt x="774" y="1802"/>
                  </a:lnTo>
                  <a:lnTo>
                    <a:pt x="778" y="1809"/>
                  </a:lnTo>
                  <a:cubicBezTo>
                    <a:pt x="779" y="1810"/>
                    <a:pt x="780" y="1811"/>
                    <a:pt x="780" y="1812"/>
                  </a:cubicBezTo>
                  <a:lnTo>
                    <a:pt x="780" y="1818"/>
                  </a:lnTo>
                  <a:lnTo>
                    <a:pt x="784" y="1845"/>
                  </a:lnTo>
                  <a:lnTo>
                    <a:pt x="787" y="1850"/>
                  </a:lnTo>
                  <a:lnTo>
                    <a:pt x="790" y="1852"/>
                  </a:lnTo>
                  <a:lnTo>
                    <a:pt x="791" y="1851"/>
                  </a:lnTo>
                  <a:lnTo>
                    <a:pt x="800" y="1841"/>
                  </a:lnTo>
                  <a:cubicBezTo>
                    <a:pt x="802" y="1839"/>
                    <a:pt x="804" y="1838"/>
                    <a:pt x="807" y="1839"/>
                  </a:cubicBezTo>
                  <a:lnTo>
                    <a:pt x="813" y="1840"/>
                  </a:lnTo>
                  <a:cubicBezTo>
                    <a:pt x="815" y="1840"/>
                    <a:pt x="816" y="1841"/>
                    <a:pt x="818" y="1843"/>
                  </a:cubicBezTo>
                  <a:lnTo>
                    <a:pt x="822" y="1849"/>
                  </a:lnTo>
                  <a:lnTo>
                    <a:pt x="836" y="1870"/>
                  </a:lnTo>
                  <a:lnTo>
                    <a:pt x="840" y="1875"/>
                  </a:lnTo>
                  <a:lnTo>
                    <a:pt x="851" y="1881"/>
                  </a:lnTo>
                  <a:lnTo>
                    <a:pt x="854" y="1881"/>
                  </a:lnTo>
                  <a:lnTo>
                    <a:pt x="859" y="1880"/>
                  </a:lnTo>
                  <a:lnTo>
                    <a:pt x="863" y="1876"/>
                  </a:lnTo>
                  <a:lnTo>
                    <a:pt x="864" y="1873"/>
                  </a:lnTo>
                  <a:cubicBezTo>
                    <a:pt x="864" y="1872"/>
                    <a:pt x="865" y="1872"/>
                    <a:pt x="865" y="1871"/>
                  </a:cubicBezTo>
                  <a:lnTo>
                    <a:pt x="868" y="1867"/>
                  </a:lnTo>
                  <a:lnTo>
                    <a:pt x="873" y="1863"/>
                  </a:lnTo>
                  <a:cubicBezTo>
                    <a:pt x="874" y="1862"/>
                    <a:pt x="875" y="1861"/>
                    <a:pt x="877" y="1861"/>
                  </a:cubicBezTo>
                  <a:lnTo>
                    <a:pt x="883" y="1860"/>
                  </a:lnTo>
                  <a:cubicBezTo>
                    <a:pt x="885" y="1860"/>
                    <a:pt x="887" y="1860"/>
                    <a:pt x="889" y="1862"/>
                  </a:cubicBezTo>
                  <a:lnTo>
                    <a:pt x="893" y="1865"/>
                  </a:lnTo>
                  <a:cubicBezTo>
                    <a:pt x="894" y="1866"/>
                    <a:pt x="894" y="1867"/>
                    <a:pt x="895" y="1868"/>
                  </a:cubicBezTo>
                  <a:lnTo>
                    <a:pt x="896" y="1872"/>
                  </a:lnTo>
                  <a:cubicBezTo>
                    <a:pt x="897" y="1873"/>
                    <a:pt x="897" y="1874"/>
                    <a:pt x="897" y="1874"/>
                  </a:cubicBezTo>
                  <a:lnTo>
                    <a:pt x="898" y="1881"/>
                  </a:lnTo>
                  <a:lnTo>
                    <a:pt x="902" y="1885"/>
                  </a:lnTo>
                  <a:lnTo>
                    <a:pt x="910" y="1892"/>
                  </a:lnTo>
                  <a:lnTo>
                    <a:pt x="921" y="1899"/>
                  </a:lnTo>
                  <a:lnTo>
                    <a:pt x="926" y="1900"/>
                  </a:lnTo>
                  <a:cubicBezTo>
                    <a:pt x="927" y="1901"/>
                    <a:pt x="927" y="1901"/>
                    <a:pt x="928" y="1902"/>
                  </a:cubicBezTo>
                  <a:lnTo>
                    <a:pt x="931" y="1904"/>
                  </a:lnTo>
                  <a:cubicBezTo>
                    <a:pt x="932" y="1905"/>
                    <a:pt x="932" y="1906"/>
                    <a:pt x="933" y="1906"/>
                  </a:cubicBezTo>
                  <a:lnTo>
                    <a:pt x="934" y="1909"/>
                  </a:lnTo>
                  <a:cubicBezTo>
                    <a:pt x="935" y="1910"/>
                    <a:pt x="935" y="1911"/>
                    <a:pt x="935" y="1912"/>
                  </a:cubicBezTo>
                  <a:lnTo>
                    <a:pt x="938" y="1924"/>
                  </a:lnTo>
                  <a:lnTo>
                    <a:pt x="955" y="1911"/>
                  </a:lnTo>
                  <a:cubicBezTo>
                    <a:pt x="957" y="1910"/>
                    <a:pt x="959" y="1910"/>
                    <a:pt x="961" y="1910"/>
                  </a:cubicBezTo>
                  <a:lnTo>
                    <a:pt x="965" y="1911"/>
                  </a:lnTo>
                  <a:cubicBezTo>
                    <a:pt x="967" y="1911"/>
                    <a:pt x="969" y="1912"/>
                    <a:pt x="970" y="1914"/>
                  </a:cubicBezTo>
                  <a:lnTo>
                    <a:pt x="973" y="1918"/>
                  </a:lnTo>
                  <a:lnTo>
                    <a:pt x="974" y="1915"/>
                  </a:lnTo>
                  <a:lnTo>
                    <a:pt x="974" y="1915"/>
                  </a:lnTo>
                  <a:lnTo>
                    <a:pt x="990" y="1878"/>
                  </a:lnTo>
                  <a:lnTo>
                    <a:pt x="993" y="1872"/>
                  </a:lnTo>
                  <a:lnTo>
                    <a:pt x="998" y="1866"/>
                  </a:lnTo>
                  <a:cubicBezTo>
                    <a:pt x="999" y="1865"/>
                    <a:pt x="1000" y="1865"/>
                    <a:pt x="1001" y="1864"/>
                  </a:cubicBezTo>
                  <a:lnTo>
                    <a:pt x="1008" y="1862"/>
                  </a:lnTo>
                  <a:cubicBezTo>
                    <a:pt x="1008" y="1862"/>
                    <a:pt x="1009" y="1862"/>
                    <a:pt x="1010" y="1862"/>
                  </a:cubicBezTo>
                  <a:lnTo>
                    <a:pt x="1015" y="1861"/>
                  </a:lnTo>
                  <a:lnTo>
                    <a:pt x="1026" y="1859"/>
                  </a:lnTo>
                  <a:lnTo>
                    <a:pt x="1032" y="1856"/>
                  </a:lnTo>
                  <a:cubicBezTo>
                    <a:pt x="1033" y="1856"/>
                    <a:pt x="1035" y="1855"/>
                    <a:pt x="1036" y="1856"/>
                  </a:cubicBezTo>
                  <a:lnTo>
                    <a:pt x="1045" y="1856"/>
                  </a:lnTo>
                  <a:cubicBezTo>
                    <a:pt x="1046" y="1856"/>
                    <a:pt x="1047" y="1856"/>
                    <a:pt x="1048" y="1857"/>
                  </a:cubicBezTo>
                  <a:lnTo>
                    <a:pt x="1075" y="1873"/>
                  </a:lnTo>
                  <a:lnTo>
                    <a:pt x="1082" y="1874"/>
                  </a:lnTo>
                  <a:lnTo>
                    <a:pt x="1086" y="1874"/>
                  </a:lnTo>
                  <a:lnTo>
                    <a:pt x="1131" y="1858"/>
                  </a:lnTo>
                  <a:lnTo>
                    <a:pt x="1136" y="1853"/>
                  </a:lnTo>
                  <a:lnTo>
                    <a:pt x="1137" y="1845"/>
                  </a:lnTo>
                  <a:lnTo>
                    <a:pt x="1136" y="1826"/>
                  </a:lnTo>
                  <a:lnTo>
                    <a:pt x="1137" y="1816"/>
                  </a:lnTo>
                  <a:lnTo>
                    <a:pt x="1140" y="1803"/>
                  </a:lnTo>
                  <a:lnTo>
                    <a:pt x="1139" y="1796"/>
                  </a:lnTo>
                  <a:lnTo>
                    <a:pt x="1136" y="1785"/>
                  </a:lnTo>
                  <a:cubicBezTo>
                    <a:pt x="1135" y="1783"/>
                    <a:pt x="1135" y="1782"/>
                    <a:pt x="1136" y="1780"/>
                  </a:cubicBezTo>
                  <a:lnTo>
                    <a:pt x="1138" y="1773"/>
                  </a:lnTo>
                  <a:cubicBezTo>
                    <a:pt x="1138" y="1773"/>
                    <a:pt x="1138" y="1772"/>
                    <a:pt x="1139" y="1771"/>
                  </a:cubicBezTo>
                  <a:lnTo>
                    <a:pt x="1145" y="1763"/>
                  </a:lnTo>
                  <a:cubicBezTo>
                    <a:pt x="1145" y="1762"/>
                    <a:pt x="1146" y="1761"/>
                    <a:pt x="1147" y="1761"/>
                  </a:cubicBezTo>
                  <a:lnTo>
                    <a:pt x="1203" y="1719"/>
                  </a:lnTo>
                  <a:lnTo>
                    <a:pt x="1212" y="1703"/>
                  </a:lnTo>
                  <a:lnTo>
                    <a:pt x="1217" y="1697"/>
                  </a:lnTo>
                  <a:cubicBezTo>
                    <a:pt x="1218" y="1696"/>
                    <a:pt x="1219" y="1695"/>
                    <a:pt x="1220" y="1695"/>
                  </a:cubicBezTo>
                  <a:lnTo>
                    <a:pt x="1226" y="1692"/>
                  </a:lnTo>
                  <a:lnTo>
                    <a:pt x="1234" y="1689"/>
                  </a:lnTo>
                  <a:lnTo>
                    <a:pt x="1232" y="1682"/>
                  </a:lnTo>
                  <a:lnTo>
                    <a:pt x="1214" y="1661"/>
                  </a:lnTo>
                  <a:lnTo>
                    <a:pt x="1211" y="1661"/>
                  </a:lnTo>
                  <a:lnTo>
                    <a:pt x="1210" y="1663"/>
                  </a:lnTo>
                  <a:cubicBezTo>
                    <a:pt x="1209" y="1663"/>
                    <a:pt x="1209" y="1664"/>
                    <a:pt x="1208" y="1664"/>
                  </a:cubicBezTo>
                  <a:lnTo>
                    <a:pt x="1204" y="1667"/>
                  </a:lnTo>
                  <a:cubicBezTo>
                    <a:pt x="1202" y="1668"/>
                    <a:pt x="1200" y="1668"/>
                    <a:pt x="1198" y="1668"/>
                  </a:cubicBezTo>
                  <a:lnTo>
                    <a:pt x="1194" y="1667"/>
                  </a:lnTo>
                  <a:cubicBezTo>
                    <a:pt x="1192" y="1667"/>
                    <a:pt x="1190" y="1666"/>
                    <a:pt x="1189" y="1664"/>
                  </a:cubicBezTo>
                  <a:lnTo>
                    <a:pt x="1186" y="1660"/>
                  </a:lnTo>
                  <a:cubicBezTo>
                    <a:pt x="1185" y="1659"/>
                    <a:pt x="1184" y="1657"/>
                    <a:pt x="1184" y="1656"/>
                  </a:cubicBezTo>
                  <a:lnTo>
                    <a:pt x="1183" y="1649"/>
                  </a:lnTo>
                  <a:lnTo>
                    <a:pt x="1183" y="1642"/>
                  </a:lnTo>
                  <a:lnTo>
                    <a:pt x="1185" y="1627"/>
                  </a:lnTo>
                  <a:lnTo>
                    <a:pt x="1184" y="1623"/>
                  </a:lnTo>
                  <a:lnTo>
                    <a:pt x="1181" y="1617"/>
                  </a:lnTo>
                  <a:lnTo>
                    <a:pt x="1177" y="1613"/>
                  </a:lnTo>
                  <a:lnTo>
                    <a:pt x="1162" y="1606"/>
                  </a:lnTo>
                  <a:lnTo>
                    <a:pt x="1154" y="1600"/>
                  </a:lnTo>
                  <a:lnTo>
                    <a:pt x="1145" y="1589"/>
                  </a:lnTo>
                  <a:lnTo>
                    <a:pt x="1128" y="1573"/>
                  </a:lnTo>
                  <a:lnTo>
                    <a:pt x="1120" y="1567"/>
                  </a:lnTo>
                  <a:cubicBezTo>
                    <a:pt x="1120" y="1567"/>
                    <a:pt x="1119" y="1566"/>
                    <a:pt x="1118" y="1565"/>
                  </a:cubicBezTo>
                  <a:lnTo>
                    <a:pt x="1116" y="1562"/>
                  </a:lnTo>
                  <a:cubicBezTo>
                    <a:pt x="1115" y="1561"/>
                    <a:pt x="1114" y="1558"/>
                    <a:pt x="1114" y="1556"/>
                  </a:cubicBezTo>
                  <a:lnTo>
                    <a:pt x="1115" y="1552"/>
                  </a:lnTo>
                  <a:cubicBezTo>
                    <a:pt x="1115" y="1551"/>
                    <a:pt x="1116" y="1550"/>
                    <a:pt x="1116" y="1550"/>
                  </a:cubicBezTo>
                  <a:lnTo>
                    <a:pt x="1119" y="1543"/>
                  </a:lnTo>
                  <a:lnTo>
                    <a:pt x="1120" y="1537"/>
                  </a:lnTo>
                  <a:cubicBezTo>
                    <a:pt x="1120" y="1536"/>
                    <a:pt x="1120" y="1535"/>
                    <a:pt x="1121" y="1534"/>
                  </a:cubicBezTo>
                  <a:lnTo>
                    <a:pt x="1131" y="1510"/>
                  </a:lnTo>
                  <a:lnTo>
                    <a:pt x="1132" y="1498"/>
                  </a:lnTo>
                  <a:lnTo>
                    <a:pt x="1134" y="1492"/>
                  </a:lnTo>
                  <a:cubicBezTo>
                    <a:pt x="1135" y="1491"/>
                    <a:pt x="1135" y="1490"/>
                    <a:pt x="1136" y="1489"/>
                  </a:cubicBezTo>
                  <a:lnTo>
                    <a:pt x="1139" y="1485"/>
                  </a:lnTo>
                  <a:lnTo>
                    <a:pt x="1145" y="1479"/>
                  </a:lnTo>
                  <a:lnTo>
                    <a:pt x="1143" y="1476"/>
                  </a:lnTo>
                  <a:lnTo>
                    <a:pt x="1135" y="1468"/>
                  </a:lnTo>
                  <a:lnTo>
                    <a:pt x="1115" y="1453"/>
                  </a:lnTo>
                  <a:cubicBezTo>
                    <a:pt x="1114" y="1452"/>
                    <a:pt x="1114" y="1451"/>
                    <a:pt x="1113" y="1450"/>
                  </a:cubicBezTo>
                  <a:lnTo>
                    <a:pt x="1112" y="1447"/>
                  </a:lnTo>
                  <a:cubicBezTo>
                    <a:pt x="1112" y="1446"/>
                    <a:pt x="1111" y="1444"/>
                    <a:pt x="1111" y="1444"/>
                  </a:cubicBezTo>
                  <a:cubicBezTo>
                    <a:pt x="1111" y="1443"/>
                    <a:pt x="1111" y="1442"/>
                    <a:pt x="1111" y="1442"/>
                  </a:cubicBezTo>
                  <a:lnTo>
                    <a:pt x="1112" y="1434"/>
                  </a:lnTo>
                  <a:lnTo>
                    <a:pt x="1112" y="1430"/>
                  </a:lnTo>
                  <a:lnTo>
                    <a:pt x="1108" y="1426"/>
                  </a:lnTo>
                  <a:lnTo>
                    <a:pt x="1104" y="1425"/>
                  </a:lnTo>
                  <a:lnTo>
                    <a:pt x="1100" y="1425"/>
                  </a:lnTo>
                  <a:lnTo>
                    <a:pt x="1092" y="1426"/>
                  </a:lnTo>
                  <a:cubicBezTo>
                    <a:pt x="1091" y="1427"/>
                    <a:pt x="1089" y="1427"/>
                    <a:pt x="1088" y="1426"/>
                  </a:cubicBezTo>
                  <a:lnTo>
                    <a:pt x="1083" y="1425"/>
                  </a:lnTo>
                  <a:cubicBezTo>
                    <a:pt x="1082" y="1424"/>
                    <a:pt x="1081" y="1424"/>
                    <a:pt x="1080" y="1423"/>
                  </a:cubicBezTo>
                  <a:lnTo>
                    <a:pt x="1074" y="1416"/>
                  </a:lnTo>
                  <a:lnTo>
                    <a:pt x="1066" y="1405"/>
                  </a:lnTo>
                  <a:lnTo>
                    <a:pt x="1054" y="1384"/>
                  </a:lnTo>
                  <a:lnTo>
                    <a:pt x="1045" y="1375"/>
                  </a:lnTo>
                  <a:lnTo>
                    <a:pt x="1036" y="1374"/>
                  </a:lnTo>
                  <a:lnTo>
                    <a:pt x="1034" y="1375"/>
                  </a:lnTo>
                  <a:lnTo>
                    <a:pt x="1027" y="1384"/>
                  </a:lnTo>
                  <a:cubicBezTo>
                    <a:pt x="1027" y="1385"/>
                    <a:pt x="1026" y="1386"/>
                    <a:pt x="1025" y="1387"/>
                  </a:cubicBezTo>
                  <a:lnTo>
                    <a:pt x="1021" y="1389"/>
                  </a:lnTo>
                  <a:cubicBezTo>
                    <a:pt x="1019" y="1390"/>
                    <a:pt x="1017" y="1391"/>
                    <a:pt x="1015" y="1390"/>
                  </a:cubicBezTo>
                  <a:lnTo>
                    <a:pt x="1011" y="1389"/>
                  </a:lnTo>
                  <a:cubicBezTo>
                    <a:pt x="1009" y="1389"/>
                    <a:pt x="1007" y="1388"/>
                    <a:pt x="1006" y="1386"/>
                  </a:cubicBezTo>
                  <a:lnTo>
                    <a:pt x="1003" y="1382"/>
                  </a:lnTo>
                  <a:cubicBezTo>
                    <a:pt x="1003" y="1381"/>
                    <a:pt x="1002" y="1380"/>
                    <a:pt x="1002" y="1379"/>
                  </a:cubicBezTo>
                  <a:lnTo>
                    <a:pt x="1001" y="1371"/>
                  </a:lnTo>
                  <a:lnTo>
                    <a:pt x="1000" y="1357"/>
                  </a:lnTo>
                  <a:lnTo>
                    <a:pt x="998" y="1353"/>
                  </a:lnTo>
                  <a:lnTo>
                    <a:pt x="997" y="1347"/>
                  </a:lnTo>
                  <a:cubicBezTo>
                    <a:pt x="997" y="1346"/>
                    <a:pt x="997" y="1345"/>
                    <a:pt x="997" y="1344"/>
                  </a:cubicBezTo>
                  <a:lnTo>
                    <a:pt x="998" y="1338"/>
                  </a:lnTo>
                  <a:cubicBezTo>
                    <a:pt x="998" y="1337"/>
                    <a:pt x="999" y="1335"/>
                    <a:pt x="1000" y="1334"/>
                  </a:cubicBezTo>
                  <a:lnTo>
                    <a:pt x="1009" y="1322"/>
                  </a:lnTo>
                  <a:lnTo>
                    <a:pt x="1011" y="1318"/>
                  </a:lnTo>
                  <a:lnTo>
                    <a:pt x="966" y="1275"/>
                  </a:lnTo>
                  <a:cubicBezTo>
                    <a:pt x="966" y="1275"/>
                    <a:pt x="965" y="1274"/>
                    <a:pt x="965" y="1273"/>
                  </a:cubicBezTo>
                  <a:lnTo>
                    <a:pt x="959" y="1261"/>
                  </a:lnTo>
                  <a:lnTo>
                    <a:pt x="959" y="1260"/>
                  </a:lnTo>
                  <a:lnTo>
                    <a:pt x="958" y="1259"/>
                  </a:lnTo>
                  <a:lnTo>
                    <a:pt x="952" y="1258"/>
                  </a:lnTo>
                  <a:lnTo>
                    <a:pt x="938" y="1258"/>
                  </a:lnTo>
                  <a:cubicBezTo>
                    <a:pt x="937" y="1258"/>
                    <a:pt x="936" y="1258"/>
                    <a:pt x="935" y="1258"/>
                  </a:cubicBezTo>
                  <a:lnTo>
                    <a:pt x="926" y="1255"/>
                  </a:lnTo>
                  <a:lnTo>
                    <a:pt x="884" y="1231"/>
                  </a:lnTo>
                  <a:lnTo>
                    <a:pt x="848" y="1201"/>
                  </a:lnTo>
                  <a:lnTo>
                    <a:pt x="826" y="1189"/>
                  </a:lnTo>
                  <a:lnTo>
                    <a:pt x="807" y="1173"/>
                  </a:lnTo>
                  <a:lnTo>
                    <a:pt x="801" y="1166"/>
                  </a:lnTo>
                  <a:lnTo>
                    <a:pt x="795" y="1157"/>
                  </a:lnTo>
                  <a:lnTo>
                    <a:pt x="789" y="1141"/>
                  </a:lnTo>
                  <a:lnTo>
                    <a:pt x="787" y="1118"/>
                  </a:lnTo>
                  <a:lnTo>
                    <a:pt x="784" y="1116"/>
                  </a:lnTo>
                  <a:cubicBezTo>
                    <a:pt x="783" y="1114"/>
                    <a:pt x="782" y="1112"/>
                    <a:pt x="783" y="1110"/>
                  </a:cubicBezTo>
                  <a:lnTo>
                    <a:pt x="783" y="1089"/>
                  </a:lnTo>
                  <a:lnTo>
                    <a:pt x="779" y="1072"/>
                  </a:lnTo>
                  <a:lnTo>
                    <a:pt x="764" y="1058"/>
                  </a:lnTo>
                  <a:lnTo>
                    <a:pt x="745" y="1043"/>
                  </a:lnTo>
                  <a:cubicBezTo>
                    <a:pt x="745" y="1042"/>
                    <a:pt x="744" y="1041"/>
                    <a:pt x="744" y="1040"/>
                  </a:cubicBezTo>
                  <a:lnTo>
                    <a:pt x="741" y="1036"/>
                  </a:lnTo>
                  <a:cubicBezTo>
                    <a:pt x="741" y="1035"/>
                    <a:pt x="741" y="1034"/>
                    <a:pt x="741" y="1033"/>
                  </a:cubicBezTo>
                  <a:lnTo>
                    <a:pt x="740" y="1027"/>
                  </a:lnTo>
                  <a:cubicBezTo>
                    <a:pt x="740" y="1026"/>
                    <a:pt x="740" y="1025"/>
                    <a:pt x="741" y="1023"/>
                  </a:cubicBezTo>
                  <a:lnTo>
                    <a:pt x="744" y="1014"/>
                  </a:lnTo>
                  <a:cubicBezTo>
                    <a:pt x="744" y="1014"/>
                    <a:pt x="744" y="1013"/>
                    <a:pt x="745" y="1013"/>
                  </a:cubicBezTo>
                  <a:lnTo>
                    <a:pt x="752" y="1000"/>
                  </a:lnTo>
                  <a:lnTo>
                    <a:pt x="747" y="980"/>
                  </a:lnTo>
                  <a:lnTo>
                    <a:pt x="747" y="970"/>
                  </a:lnTo>
                  <a:lnTo>
                    <a:pt x="751" y="954"/>
                  </a:lnTo>
                  <a:lnTo>
                    <a:pt x="755" y="945"/>
                  </a:lnTo>
                  <a:cubicBezTo>
                    <a:pt x="755" y="944"/>
                    <a:pt x="756" y="944"/>
                    <a:pt x="756" y="943"/>
                  </a:cubicBezTo>
                  <a:lnTo>
                    <a:pt x="761" y="937"/>
                  </a:lnTo>
                  <a:cubicBezTo>
                    <a:pt x="762" y="936"/>
                    <a:pt x="763" y="936"/>
                    <a:pt x="764" y="935"/>
                  </a:cubicBezTo>
                  <a:lnTo>
                    <a:pt x="769" y="933"/>
                  </a:lnTo>
                  <a:lnTo>
                    <a:pt x="790" y="926"/>
                  </a:lnTo>
                  <a:lnTo>
                    <a:pt x="795" y="917"/>
                  </a:lnTo>
                  <a:lnTo>
                    <a:pt x="796" y="904"/>
                  </a:lnTo>
                  <a:lnTo>
                    <a:pt x="795" y="894"/>
                  </a:lnTo>
                  <a:cubicBezTo>
                    <a:pt x="795" y="894"/>
                    <a:pt x="795" y="893"/>
                    <a:pt x="795" y="892"/>
                  </a:cubicBezTo>
                  <a:lnTo>
                    <a:pt x="797" y="884"/>
                  </a:lnTo>
                  <a:cubicBezTo>
                    <a:pt x="797" y="883"/>
                    <a:pt x="797" y="882"/>
                    <a:pt x="798" y="881"/>
                  </a:cubicBezTo>
                  <a:lnTo>
                    <a:pt x="803" y="874"/>
                  </a:lnTo>
                  <a:lnTo>
                    <a:pt x="803" y="873"/>
                  </a:lnTo>
                  <a:lnTo>
                    <a:pt x="803" y="873"/>
                  </a:lnTo>
                  <a:lnTo>
                    <a:pt x="803" y="871"/>
                  </a:lnTo>
                  <a:lnTo>
                    <a:pt x="800" y="866"/>
                  </a:lnTo>
                  <a:lnTo>
                    <a:pt x="791" y="863"/>
                  </a:lnTo>
                  <a:cubicBezTo>
                    <a:pt x="789" y="862"/>
                    <a:pt x="788" y="861"/>
                    <a:pt x="787" y="860"/>
                  </a:cubicBezTo>
                  <a:lnTo>
                    <a:pt x="784" y="855"/>
                  </a:lnTo>
                  <a:cubicBezTo>
                    <a:pt x="783" y="854"/>
                    <a:pt x="783" y="854"/>
                    <a:pt x="783" y="853"/>
                  </a:cubicBezTo>
                  <a:lnTo>
                    <a:pt x="780" y="845"/>
                  </a:lnTo>
                  <a:cubicBezTo>
                    <a:pt x="780" y="844"/>
                    <a:pt x="780" y="843"/>
                    <a:pt x="780" y="843"/>
                  </a:cubicBezTo>
                  <a:lnTo>
                    <a:pt x="779" y="802"/>
                  </a:lnTo>
                  <a:lnTo>
                    <a:pt x="776" y="789"/>
                  </a:lnTo>
                  <a:lnTo>
                    <a:pt x="765" y="756"/>
                  </a:lnTo>
                  <a:cubicBezTo>
                    <a:pt x="764" y="755"/>
                    <a:pt x="764" y="754"/>
                    <a:pt x="764" y="753"/>
                  </a:cubicBezTo>
                  <a:lnTo>
                    <a:pt x="764" y="747"/>
                  </a:lnTo>
                  <a:lnTo>
                    <a:pt x="766" y="739"/>
                  </a:lnTo>
                  <a:cubicBezTo>
                    <a:pt x="766" y="738"/>
                    <a:pt x="766" y="738"/>
                    <a:pt x="767" y="737"/>
                  </a:cubicBezTo>
                  <a:lnTo>
                    <a:pt x="776" y="718"/>
                  </a:lnTo>
                  <a:lnTo>
                    <a:pt x="776" y="700"/>
                  </a:lnTo>
                  <a:cubicBezTo>
                    <a:pt x="776" y="698"/>
                    <a:pt x="777" y="696"/>
                    <a:pt x="778" y="694"/>
                  </a:cubicBezTo>
                  <a:lnTo>
                    <a:pt x="799" y="673"/>
                  </a:lnTo>
                  <a:lnTo>
                    <a:pt x="811" y="663"/>
                  </a:lnTo>
                  <a:lnTo>
                    <a:pt x="811" y="661"/>
                  </a:lnTo>
                  <a:lnTo>
                    <a:pt x="805" y="639"/>
                  </a:lnTo>
                  <a:lnTo>
                    <a:pt x="805" y="632"/>
                  </a:lnTo>
                  <a:cubicBezTo>
                    <a:pt x="805" y="632"/>
                    <a:pt x="805" y="631"/>
                    <a:pt x="805" y="630"/>
                  </a:cubicBezTo>
                  <a:lnTo>
                    <a:pt x="808" y="624"/>
                  </a:lnTo>
                  <a:lnTo>
                    <a:pt x="824" y="599"/>
                  </a:lnTo>
                  <a:lnTo>
                    <a:pt x="833" y="587"/>
                  </a:lnTo>
                  <a:lnTo>
                    <a:pt x="843" y="558"/>
                  </a:lnTo>
                  <a:lnTo>
                    <a:pt x="842" y="552"/>
                  </a:lnTo>
                  <a:lnTo>
                    <a:pt x="837" y="536"/>
                  </a:lnTo>
                  <a:lnTo>
                    <a:pt x="836" y="530"/>
                  </a:lnTo>
                  <a:lnTo>
                    <a:pt x="831" y="526"/>
                  </a:lnTo>
                  <a:cubicBezTo>
                    <a:pt x="830" y="525"/>
                    <a:pt x="829" y="524"/>
                    <a:pt x="828" y="523"/>
                  </a:cubicBezTo>
                  <a:lnTo>
                    <a:pt x="827" y="519"/>
                  </a:lnTo>
                  <a:lnTo>
                    <a:pt x="822" y="500"/>
                  </a:lnTo>
                  <a:cubicBezTo>
                    <a:pt x="822" y="499"/>
                    <a:pt x="822" y="498"/>
                    <a:pt x="822" y="497"/>
                  </a:cubicBezTo>
                  <a:cubicBezTo>
                    <a:pt x="822" y="495"/>
                    <a:pt x="823" y="494"/>
                    <a:pt x="824" y="493"/>
                  </a:cubicBezTo>
                  <a:lnTo>
                    <a:pt x="834" y="479"/>
                  </a:lnTo>
                  <a:lnTo>
                    <a:pt x="835" y="469"/>
                  </a:lnTo>
                  <a:lnTo>
                    <a:pt x="835" y="466"/>
                  </a:lnTo>
                  <a:lnTo>
                    <a:pt x="837" y="449"/>
                  </a:lnTo>
                  <a:cubicBezTo>
                    <a:pt x="837" y="448"/>
                    <a:pt x="837" y="447"/>
                    <a:pt x="838" y="446"/>
                  </a:cubicBezTo>
                  <a:lnTo>
                    <a:pt x="840" y="441"/>
                  </a:lnTo>
                  <a:lnTo>
                    <a:pt x="844" y="435"/>
                  </a:lnTo>
                  <a:cubicBezTo>
                    <a:pt x="845" y="434"/>
                    <a:pt x="845" y="434"/>
                    <a:pt x="846" y="433"/>
                  </a:cubicBezTo>
                  <a:lnTo>
                    <a:pt x="853" y="428"/>
                  </a:lnTo>
                  <a:cubicBezTo>
                    <a:pt x="853" y="427"/>
                    <a:pt x="855" y="427"/>
                    <a:pt x="856" y="427"/>
                  </a:cubicBezTo>
                  <a:lnTo>
                    <a:pt x="862" y="425"/>
                  </a:lnTo>
                  <a:cubicBezTo>
                    <a:pt x="864" y="425"/>
                    <a:pt x="865" y="425"/>
                    <a:pt x="867" y="425"/>
                  </a:cubicBezTo>
                  <a:lnTo>
                    <a:pt x="874" y="428"/>
                  </a:lnTo>
                  <a:cubicBezTo>
                    <a:pt x="875" y="429"/>
                    <a:pt x="876" y="429"/>
                    <a:pt x="877" y="430"/>
                  </a:cubicBezTo>
                  <a:lnTo>
                    <a:pt x="893" y="444"/>
                  </a:lnTo>
                  <a:lnTo>
                    <a:pt x="897" y="444"/>
                  </a:lnTo>
                  <a:lnTo>
                    <a:pt x="916" y="442"/>
                  </a:lnTo>
                  <a:cubicBezTo>
                    <a:pt x="917" y="442"/>
                    <a:pt x="918" y="442"/>
                    <a:pt x="919" y="442"/>
                  </a:cubicBezTo>
                  <a:lnTo>
                    <a:pt x="923" y="443"/>
                  </a:lnTo>
                  <a:cubicBezTo>
                    <a:pt x="924" y="443"/>
                    <a:pt x="925" y="444"/>
                    <a:pt x="925" y="444"/>
                  </a:cubicBezTo>
                  <a:lnTo>
                    <a:pt x="929" y="446"/>
                  </a:lnTo>
                  <a:cubicBezTo>
                    <a:pt x="931" y="447"/>
                    <a:pt x="932" y="448"/>
                    <a:pt x="933" y="450"/>
                  </a:cubicBezTo>
                  <a:lnTo>
                    <a:pt x="935" y="456"/>
                  </a:lnTo>
                  <a:lnTo>
                    <a:pt x="941" y="453"/>
                  </a:lnTo>
                  <a:lnTo>
                    <a:pt x="965" y="432"/>
                  </a:lnTo>
                  <a:lnTo>
                    <a:pt x="981" y="422"/>
                  </a:lnTo>
                  <a:lnTo>
                    <a:pt x="981" y="418"/>
                  </a:lnTo>
                  <a:lnTo>
                    <a:pt x="981" y="418"/>
                  </a:lnTo>
                  <a:lnTo>
                    <a:pt x="964" y="411"/>
                  </a:lnTo>
                  <a:lnTo>
                    <a:pt x="961" y="416"/>
                  </a:lnTo>
                  <a:cubicBezTo>
                    <a:pt x="960" y="418"/>
                    <a:pt x="958" y="419"/>
                    <a:pt x="957" y="419"/>
                  </a:cubicBezTo>
                  <a:lnTo>
                    <a:pt x="954" y="420"/>
                  </a:lnTo>
                  <a:cubicBezTo>
                    <a:pt x="952" y="421"/>
                    <a:pt x="951" y="421"/>
                    <a:pt x="949" y="421"/>
                  </a:cubicBezTo>
                  <a:lnTo>
                    <a:pt x="941" y="419"/>
                  </a:lnTo>
                  <a:cubicBezTo>
                    <a:pt x="939" y="418"/>
                    <a:pt x="938" y="417"/>
                    <a:pt x="937" y="416"/>
                  </a:cubicBezTo>
                  <a:lnTo>
                    <a:pt x="934" y="413"/>
                  </a:lnTo>
                  <a:cubicBezTo>
                    <a:pt x="933" y="412"/>
                    <a:pt x="933" y="411"/>
                    <a:pt x="933" y="409"/>
                  </a:cubicBezTo>
                  <a:lnTo>
                    <a:pt x="931" y="402"/>
                  </a:lnTo>
                  <a:cubicBezTo>
                    <a:pt x="931" y="402"/>
                    <a:pt x="931" y="401"/>
                    <a:pt x="931" y="400"/>
                  </a:cubicBezTo>
                  <a:lnTo>
                    <a:pt x="933" y="389"/>
                  </a:lnTo>
                  <a:cubicBezTo>
                    <a:pt x="933" y="387"/>
                    <a:pt x="934" y="385"/>
                    <a:pt x="936" y="383"/>
                  </a:cubicBezTo>
                  <a:lnTo>
                    <a:pt x="938" y="382"/>
                  </a:lnTo>
                  <a:lnTo>
                    <a:pt x="936" y="377"/>
                  </a:lnTo>
                  <a:lnTo>
                    <a:pt x="928" y="367"/>
                  </a:lnTo>
                  <a:lnTo>
                    <a:pt x="920" y="359"/>
                  </a:lnTo>
                  <a:lnTo>
                    <a:pt x="914" y="359"/>
                  </a:lnTo>
                  <a:lnTo>
                    <a:pt x="892" y="365"/>
                  </a:lnTo>
                  <a:cubicBezTo>
                    <a:pt x="891" y="366"/>
                    <a:pt x="889" y="366"/>
                    <a:pt x="888" y="365"/>
                  </a:cubicBezTo>
                  <a:lnTo>
                    <a:pt x="876" y="362"/>
                  </a:lnTo>
                  <a:cubicBezTo>
                    <a:pt x="876" y="362"/>
                    <a:pt x="875" y="361"/>
                    <a:pt x="874" y="361"/>
                  </a:cubicBezTo>
                  <a:lnTo>
                    <a:pt x="865" y="354"/>
                  </a:lnTo>
                  <a:lnTo>
                    <a:pt x="857" y="346"/>
                  </a:lnTo>
                  <a:lnTo>
                    <a:pt x="831" y="311"/>
                  </a:lnTo>
                  <a:lnTo>
                    <a:pt x="815" y="307"/>
                  </a:lnTo>
                  <a:lnTo>
                    <a:pt x="803" y="300"/>
                  </a:lnTo>
                  <a:lnTo>
                    <a:pt x="802" y="299"/>
                  </a:lnTo>
                  <a:lnTo>
                    <a:pt x="784" y="281"/>
                  </a:lnTo>
                  <a:lnTo>
                    <a:pt x="778" y="278"/>
                  </a:lnTo>
                  <a:lnTo>
                    <a:pt x="771" y="278"/>
                  </a:lnTo>
                  <a:lnTo>
                    <a:pt x="750" y="286"/>
                  </a:lnTo>
                  <a:lnTo>
                    <a:pt x="738" y="288"/>
                  </a:lnTo>
                  <a:cubicBezTo>
                    <a:pt x="737" y="288"/>
                    <a:pt x="736" y="288"/>
                    <a:pt x="735" y="288"/>
                  </a:cubicBezTo>
                  <a:lnTo>
                    <a:pt x="722" y="286"/>
                  </a:lnTo>
                  <a:cubicBezTo>
                    <a:pt x="720" y="286"/>
                    <a:pt x="718" y="284"/>
                    <a:pt x="717" y="283"/>
                  </a:cubicBezTo>
                  <a:lnTo>
                    <a:pt x="713" y="277"/>
                  </a:lnTo>
                  <a:cubicBezTo>
                    <a:pt x="712" y="276"/>
                    <a:pt x="711" y="274"/>
                    <a:pt x="711" y="272"/>
                  </a:cubicBezTo>
                  <a:lnTo>
                    <a:pt x="711" y="244"/>
                  </a:lnTo>
                  <a:lnTo>
                    <a:pt x="711" y="242"/>
                  </a:lnTo>
                  <a:lnTo>
                    <a:pt x="706" y="235"/>
                  </a:lnTo>
                  <a:cubicBezTo>
                    <a:pt x="706" y="234"/>
                    <a:pt x="706" y="233"/>
                    <a:pt x="705" y="233"/>
                  </a:cubicBezTo>
                  <a:lnTo>
                    <a:pt x="704" y="229"/>
                  </a:lnTo>
                  <a:cubicBezTo>
                    <a:pt x="704" y="228"/>
                    <a:pt x="704" y="226"/>
                    <a:pt x="704" y="225"/>
                  </a:cubicBezTo>
                  <a:lnTo>
                    <a:pt x="705" y="220"/>
                  </a:lnTo>
                  <a:cubicBezTo>
                    <a:pt x="705" y="219"/>
                    <a:pt x="706" y="218"/>
                    <a:pt x="707" y="217"/>
                  </a:cubicBezTo>
                  <a:lnTo>
                    <a:pt x="712" y="210"/>
                  </a:lnTo>
                  <a:lnTo>
                    <a:pt x="718" y="190"/>
                  </a:lnTo>
                  <a:lnTo>
                    <a:pt x="717" y="183"/>
                  </a:lnTo>
                  <a:lnTo>
                    <a:pt x="711" y="172"/>
                  </a:lnTo>
                  <a:lnTo>
                    <a:pt x="690" y="164"/>
                  </a:lnTo>
                  <a:cubicBezTo>
                    <a:pt x="689" y="163"/>
                    <a:pt x="687" y="162"/>
                    <a:pt x="686" y="160"/>
                  </a:cubicBezTo>
                  <a:lnTo>
                    <a:pt x="680" y="150"/>
                  </a:lnTo>
                  <a:cubicBezTo>
                    <a:pt x="679" y="148"/>
                    <a:pt x="679" y="146"/>
                    <a:pt x="679" y="144"/>
                  </a:cubicBezTo>
                  <a:lnTo>
                    <a:pt x="681" y="132"/>
                  </a:lnTo>
                  <a:lnTo>
                    <a:pt x="700" y="84"/>
                  </a:lnTo>
                  <a:lnTo>
                    <a:pt x="701" y="77"/>
                  </a:lnTo>
                  <a:lnTo>
                    <a:pt x="700" y="72"/>
                  </a:lnTo>
                  <a:lnTo>
                    <a:pt x="700" y="63"/>
                  </a:lnTo>
                  <a:cubicBezTo>
                    <a:pt x="701" y="62"/>
                    <a:pt x="701" y="61"/>
                    <a:pt x="701" y="60"/>
                  </a:cubicBezTo>
                  <a:lnTo>
                    <a:pt x="710" y="40"/>
                  </a:lnTo>
                  <a:cubicBezTo>
                    <a:pt x="711" y="39"/>
                    <a:pt x="712" y="37"/>
                    <a:pt x="713" y="37"/>
                  </a:cubicBezTo>
                  <a:cubicBezTo>
                    <a:pt x="714" y="36"/>
                    <a:pt x="715" y="36"/>
                    <a:pt x="716" y="35"/>
                  </a:cubicBezTo>
                  <a:lnTo>
                    <a:pt x="719" y="35"/>
                  </a:lnTo>
                  <a:lnTo>
                    <a:pt x="719" y="35"/>
                  </a:lnTo>
                  <a:lnTo>
                    <a:pt x="722" y="8"/>
                  </a:lnTo>
                  <a:lnTo>
                    <a:pt x="712" y="10"/>
                  </a:lnTo>
                  <a:cubicBezTo>
                    <a:pt x="710" y="10"/>
                    <a:pt x="709" y="10"/>
                    <a:pt x="707" y="10"/>
                  </a:cubicBezTo>
                  <a:lnTo>
                    <a:pt x="702" y="7"/>
                  </a:lnTo>
                  <a:cubicBezTo>
                    <a:pt x="699" y="6"/>
                    <a:pt x="697" y="4"/>
                    <a:pt x="697" y="1"/>
                  </a:cubicBezTo>
                  <a:lnTo>
                    <a:pt x="697" y="0"/>
                  </a:lnTo>
                  <a:lnTo>
                    <a:pt x="694" y="1"/>
                  </a:lnTo>
                  <a:lnTo>
                    <a:pt x="643" y="53"/>
                  </a:lnTo>
                  <a:lnTo>
                    <a:pt x="641" y="57"/>
                  </a:lnTo>
                  <a:lnTo>
                    <a:pt x="640" y="62"/>
                  </a:lnTo>
                  <a:lnTo>
                    <a:pt x="642" y="67"/>
                  </a:lnTo>
                  <a:cubicBezTo>
                    <a:pt x="642" y="68"/>
                    <a:pt x="643" y="69"/>
                    <a:pt x="643" y="70"/>
                  </a:cubicBezTo>
                  <a:lnTo>
                    <a:pt x="643" y="75"/>
                  </a:lnTo>
                  <a:cubicBezTo>
                    <a:pt x="643" y="76"/>
                    <a:pt x="643" y="76"/>
                    <a:pt x="643" y="77"/>
                  </a:cubicBezTo>
                  <a:lnTo>
                    <a:pt x="639" y="102"/>
                  </a:lnTo>
                  <a:lnTo>
                    <a:pt x="636" y="115"/>
                  </a:lnTo>
                  <a:lnTo>
                    <a:pt x="630" y="125"/>
                  </a:lnTo>
                  <a:cubicBezTo>
                    <a:pt x="630" y="127"/>
                    <a:pt x="628" y="128"/>
                    <a:pt x="627" y="129"/>
                  </a:cubicBezTo>
                  <a:lnTo>
                    <a:pt x="622" y="132"/>
                  </a:lnTo>
                  <a:cubicBezTo>
                    <a:pt x="621" y="133"/>
                    <a:pt x="620" y="133"/>
                    <a:pt x="619" y="133"/>
                  </a:cubicBezTo>
                  <a:lnTo>
                    <a:pt x="600" y="136"/>
                  </a:lnTo>
                  <a:lnTo>
                    <a:pt x="531" y="170"/>
                  </a:lnTo>
                  <a:cubicBezTo>
                    <a:pt x="531" y="171"/>
                    <a:pt x="530" y="171"/>
                    <a:pt x="529" y="171"/>
                  </a:cubicBezTo>
                  <a:lnTo>
                    <a:pt x="514" y="173"/>
                  </a:lnTo>
                  <a:cubicBezTo>
                    <a:pt x="513" y="174"/>
                    <a:pt x="512" y="174"/>
                    <a:pt x="511" y="173"/>
                  </a:cubicBezTo>
                  <a:lnTo>
                    <a:pt x="434" y="152"/>
                  </a:lnTo>
                  <a:lnTo>
                    <a:pt x="413" y="155"/>
                  </a:lnTo>
                  <a:lnTo>
                    <a:pt x="413" y="161"/>
                  </a:lnTo>
                  <a:lnTo>
                    <a:pt x="413" y="176"/>
                  </a:lnTo>
                  <a:lnTo>
                    <a:pt x="415" y="182"/>
                  </a:ln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xmlns="" id="{30BB9119-3581-4E17-B98F-7A3382B51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4837" y="2276581"/>
              <a:ext cx="958475" cy="1203012"/>
            </a:xfrm>
            <a:custGeom>
              <a:avLst/>
              <a:gdLst>
                <a:gd name="T0" fmla="*/ 26 w 1503"/>
                <a:gd name="T1" fmla="*/ 1327 h 1888"/>
                <a:gd name="T2" fmla="*/ 64 w 1503"/>
                <a:gd name="T3" fmla="*/ 1364 h 1888"/>
                <a:gd name="T4" fmla="*/ 118 w 1503"/>
                <a:gd name="T5" fmla="*/ 1393 h 1888"/>
                <a:gd name="T6" fmla="*/ 154 w 1503"/>
                <a:gd name="T7" fmla="*/ 1464 h 1888"/>
                <a:gd name="T8" fmla="*/ 235 w 1503"/>
                <a:gd name="T9" fmla="*/ 1423 h 1888"/>
                <a:gd name="T10" fmla="*/ 321 w 1503"/>
                <a:gd name="T11" fmla="*/ 1497 h 1888"/>
                <a:gd name="T12" fmla="*/ 422 w 1503"/>
                <a:gd name="T13" fmla="*/ 1704 h 1888"/>
                <a:gd name="T14" fmla="*/ 509 w 1503"/>
                <a:gd name="T15" fmla="*/ 1758 h 1888"/>
                <a:gd name="T16" fmla="*/ 552 w 1503"/>
                <a:gd name="T17" fmla="*/ 1826 h 1888"/>
                <a:gd name="T18" fmla="*/ 605 w 1503"/>
                <a:gd name="T19" fmla="*/ 1871 h 1888"/>
                <a:gd name="T20" fmla="*/ 706 w 1503"/>
                <a:gd name="T21" fmla="*/ 1847 h 1888"/>
                <a:gd name="T22" fmla="*/ 765 w 1503"/>
                <a:gd name="T23" fmla="*/ 1860 h 1888"/>
                <a:gd name="T24" fmla="*/ 822 w 1503"/>
                <a:gd name="T25" fmla="*/ 1854 h 1888"/>
                <a:gd name="T26" fmla="*/ 856 w 1503"/>
                <a:gd name="T27" fmla="*/ 1824 h 1888"/>
                <a:gd name="T28" fmla="*/ 989 w 1503"/>
                <a:gd name="T29" fmla="*/ 1835 h 1888"/>
                <a:gd name="T30" fmla="*/ 1110 w 1503"/>
                <a:gd name="T31" fmla="*/ 1797 h 1888"/>
                <a:gd name="T32" fmla="*/ 1253 w 1503"/>
                <a:gd name="T33" fmla="*/ 1742 h 1888"/>
                <a:gd name="T34" fmla="*/ 1235 w 1503"/>
                <a:gd name="T35" fmla="*/ 1689 h 1888"/>
                <a:gd name="T36" fmla="*/ 1256 w 1503"/>
                <a:gd name="T37" fmla="*/ 1655 h 1888"/>
                <a:gd name="T38" fmla="*/ 1327 w 1503"/>
                <a:gd name="T39" fmla="*/ 1623 h 1888"/>
                <a:gd name="T40" fmla="*/ 1415 w 1503"/>
                <a:gd name="T41" fmla="*/ 1578 h 1888"/>
                <a:gd name="T42" fmla="*/ 1472 w 1503"/>
                <a:gd name="T43" fmla="*/ 1482 h 1888"/>
                <a:gd name="T44" fmla="*/ 1461 w 1503"/>
                <a:gd name="T45" fmla="*/ 1344 h 1888"/>
                <a:gd name="T46" fmla="*/ 1382 w 1503"/>
                <a:gd name="T47" fmla="*/ 1174 h 1888"/>
                <a:gd name="T48" fmla="*/ 1373 w 1503"/>
                <a:gd name="T49" fmla="*/ 1032 h 1888"/>
                <a:gd name="T50" fmla="*/ 1406 w 1503"/>
                <a:gd name="T51" fmla="*/ 969 h 1888"/>
                <a:gd name="T52" fmla="*/ 1361 w 1503"/>
                <a:gd name="T53" fmla="*/ 902 h 1888"/>
                <a:gd name="T54" fmla="*/ 1392 w 1503"/>
                <a:gd name="T55" fmla="*/ 860 h 1888"/>
                <a:gd name="T56" fmla="*/ 1449 w 1503"/>
                <a:gd name="T57" fmla="*/ 804 h 1888"/>
                <a:gd name="T58" fmla="*/ 1461 w 1503"/>
                <a:gd name="T59" fmla="*/ 749 h 1888"/>
                <a:gd name="T60" fmla="*/ 1456 w 1503"/>
                <a:gd name="T61" fmla="*/ 599 h 1888"/>
                <a:gd name="T62" fmla="*/ 1342 w 1503"/>
                <a:gd name="T63" fmla="*/ 589 h 1888"/>
                <a:gd name="T64" fmla="*/ 1226 w 1503"/>
                <a:gd name="T65" fmla="*/ 604 h 1888"/>
                <a:gd name="T66" fmla="*/ 1170 w 1503"/>
                <a:gd name="T67" fmla="*/ 587 h 1888"/>
                <a:gd name="T68" fmla="*/ 1195 w 1503"/>
                <a:gd name="T69" fmla="*/ 561 h 1888"/>
                <a:gd name="T70" fmla="*/ 1155 w 1503"/>
                <a:gd name="T71" fmla="*/ 477 h 1888"/>
                <a:gd name="T72" fmla="*/ 1080 w 1503"/>
                <a:gd name="T73" fmla="*/ 472 h 1888"/>
                <a:gd name="T74" fmla="*/ 1025 w 1503"/>
                <a:gd name="T75" fmla="*/ 477 h 1888"/>
                <a:gd name="T76" fmla="*/ 939 w 1503"/>
                <a:gd name="T77" fmla="*/ 449 h 1888"/>
                <a:gd name="T78" fmla="*/ 907 w 1503"/>
                <a:gd name="T79" fmla="*/ 367 h 1888"/>
                <a:gd name="T80" fmla="*/ 828 w 1503"/>
                <a:gd name="T81" fmla="*/ 288 h 1888"/>
                <a:gd name="T82" fmla="*/ 793 w 1503"/>
                <a:gd name="T83" fmla="*/ 236 h 1888"/>
                <a:gd name="T84" fmla="*/ 738 w 1503"/>
                <a:gd name="T85" fmla="*/ 157 h 1888"/>
                <a:gd name="T86" fmla="*/ 733 w 1503"/>
                <a:gd name="T87" fmla="*/ 63 h 1888"/>
                <a:gd name="T88" fmla="*/ 683 w 1503"/>
                <a:gd name="T89" fmla="*/ 52 h 1888"/>
                <a:gd name="T90" fmla="*/ 609 w 1503"/>
                <a:gd name="T91" fmla="*/ 125 h 1888"/>
                <a:gd name="T92" fmla="*/ 517 w 1503"/>
                <a:gd name="T93" fmla="*/ 120 h 1888"/>
                <a:gd name="T94" fmla="*/ 477 w 1503"/>
                <a:gd name="T95" fmla="*/ 143 h 1888"/>
                <a:gd name="T96" fmla="*/ 386 w 1503"/>
                <a:gd name="T97" fmla="*/ 184 h 1888"/>
                <a:gd name="T98" fmla="*/ 441 w 1503"/>
                <a:gd name="T99" fmla="*/ 311 h 1888"/>
                <a:gd name="T100" fmla="*/ 444 w 1503"/>
                <a:gd name="T101" fmla="*/ 389 h 1888"/>
                <a:gd name="T102" fmla="*/ 358 w 1503"/>
                <a:gd name="T103" fmla="*/ 466 h 1888"/>
                <a:gd name="T104" fmla="*/ 369 w 1503"/>
                <a:gd name="T105" fmla="*/ 555 h 1888"/>
                <a:gd name="T106" fmla="*/ 414 w 1503"/>
                <a:gd name="T107" fmla="*/ 598 h 1888"/>
                <a:gd name="T108" fmla="*/ 380 w 1503"/>
                <a:gd name="T109" fmla="*/ 647 h 1888"/>
                <a:gd name="T110" fmla="*/ 382 w 1503"/>
                <a:gd name="T111" fmla="*/ 715 h 1888"/>
                <a:gd name="T112" fmla="*/ 350 w 1503"/>
                <a:gd name="T113" fmla="*/ 811 h 1888"/>
                <a:gd name="T114" fmla="*/ 271 w 1503"/>
                <a:gd name="T115" fmla="*/ 926 h 1888"/>
                <a:gd name="T116" fmla="*/ 190 w 1503"/>
                <a:gd name="T117" fmla="*/ 975 h 1888"/>
                <a:gd name="T118" fmla="*/ 151 w 1503"/>
                <a:gd name="T119" fmla="*/ 1010 h 1888"/>
                <a:gd name="T120" fmla="*/ 76 w 1503"/>
                <a:gd name="T121" fmla="*/ 1063 h 1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3" h="1888">
                  <a:moveTo>
                    <a:pt x="54" y="1156"/>
                  </a:moveTo>
                  <a:lnTo>
                    <a:pt x="40" y="1179"/>
                  </a:lnTo>
                  <a:lnTo>
                    <a:pt x="25" y="1199"/>
                  </a:lnTo>
                  <a:lnTo>
                    <a:pt x="18" y="1213"/>
                  </a:lnTo>
                  <a:lnTo>
                    <a:pt x="16" y="1221"/>
                  </a:lnTo>
                  <a:lnTo>
                    <a:pt x="7" y="1262"/>
                  </a:lnTo>
                  <a:lnTo>
                    <a:pt x="0" y="1314"/>
                  </a:lnTo>
                  <a:lnTo>
                    <a:pt x="10" y="1333"/>
                  </a:lnTo>
                  <a:lnTo>
                    <a:pt x="11" y="1333"/>
                  </a:lnTo>
                  <a:lnTo>
                    <a:pt x="18" y="1328"/>
                  </a:lnTo>
                  <a:cubicBezTo>
                    <a:pt x="20" y="1327"/>
                    <a:pt x="21" y="1327"/>
                    <a:pt x="23" y="1327"/>
                  </a:cubicBezTo>
                  <a:lnTo>
                    <a:pt x="26" y="1327"/>
                  </a:lnTo>
                  <a:cubicBezTo>
                    <a:pt x="29" y="1327"/>
                    <a:pt x="32" y="1329"/>
                    <a:pt x="33" y="1331"/>
                  </a:cubicBezTo>
                  <a:lnTo>
                    <a:pt x="35" y="1336"/>
                  </a:lnTo>
                  <a:cubicBezTo>
                    <a:pt x="36" y="1337"/>
                    <a:pt x="36" y="1338"/>
                    <a:pt x="36" y="1340"/>
                  </a:cubicBezTo>
                  <a:lnTo>
                    <a:pt x="36" y="1348"/>
                  </a:lnTo>
                  <a:lnTo>
                    <a:pt x="37" y="1348"/>
                  </a:lnTo>
                  <a:lnTo>
                    <a:pt x="47" y="1344"/>
                  </a:lnTo>
                  <a:cubicBezTo>
                    <a:pt x="49" y="1344"/>
                    <a:pt x="51" y="1344"/>
                    <a:pt x="53" y="1344"/>
                  </a:cubicBezTo>
                  <a:lnTo>
                    <a:pt x="57" y="1346"/>
                  </a:lnTo>
                  <a:cubicBezTo>
                    <a:pt x="59" y="1347"/>
                    <a:pt x="61" y="1348"/>
                    <a:pt x="61" y="1351"/>
                  </a:cubicBezTo>
                  <a:lnTo>
                    <a:pt x="63" y="1356"/>
                  </a:lnTo>
                  <a:cubicBezTo>
                    <a:pt x="64" y="1357"/>
                    <a:pt x="64" y="1358"/>
                    <a:pt x="64" y="1358"/>
                  </a:cubicBezTo>
                  <a:lnTo>
                    <a:pt x="64" y="1364"/>
                  </a:lnTo>
                  <a:lnTo>
                    <a:pt x="62" y="1379"/>
                  </a:lnTo>
                  <a:lnTo>
                    <a:pt x="65" y="1379"/>
                  </a:lnTo>
                  <a:lnTo>
                    <a:pt x="70" y="1378"/>
                  </a:lnTo>
                  <a:lnTo>
                    <a:pt x="80" y="1374"/>
                  </a:lnTo>
                  <a:cubicBezTo>
                    <a:pt x="81" y="1374"/>
                    <a:pt x="81" y="1373"/>
                    <a:pt x="83" y="1373"/>
                  </a:cubicBezTo>
                  <a:lnTo>
                    <a:pt x="87" y="1374"/>
                  </a:lnTo>
                  <a:cubicBezTo>
                    <a:pt x="89" y="1374"/>
                    <a:pt x="90" y="1374"/>
                    <a:pt x="91" y="1375"/>
                  </a:cubicBezTo>
                  <a:lnTo>
                    <a:pt x="95" y="1377"/>
                  </a:lnTo>
                  <a:cubicBezTo>
                    <a:pt x="96" y="1378"/>
                    <a:pt x="97" y="1379"/>
                    <a:pt x="98" y="1381"/>
                  </a:cubicBezTo>
                  <a:lnTo>
                    <a:pt x="100" y="1387"/>
                  </a:lnTo>
                  <a:lnTo>
                    <a:pt x="113" y="1389"/>
                  </a:lnTo>
                  <a:cubicBezTo>
                    <a:pt x="116" y="1390"/>
                    <a:pt x="117" y="1391"/>
                    <a:pt x="118" y="1393"/>
                  </a:cubicBezTo>
                  <a:lnTo>
                    <a:pt x="120" y="1397"/>
                  </a:lnTo>
                  <a:cubicBezTo>
                    <a:pt x="121" y="1397"/>
                    <a:pt x="121" y="1398"/>
                    <a:pt x="121" y="1399"/>
                  </a:cubicBezTo>
                  <a:lnTo>
                    <a:pt x="122" y="1403"/>
                  </a:lnTo>
                  <a:lnTo>
                    <a:pt x="121" y="1414"/>
                  </a:lnTo>
                  <a:lnTo>
                    <a:pt x="118" y="1430"/>
                  </a:lnTo>
                  <a:lnTo>
                    <a:pt x="117" y="1443"/>
                  </a:lnTo>
                  <a:lnTo>
                    <a:pt x="119" y="1460"/>
                  </a:lnTo>
                  <a:lnTo>
                    <a:pt x="121" y="1463"/>
                  </a:lnTo>
                  <a:lnTo>
                    <a:pt x="124" y="1465"/>
                  </a:lnTo>
                  <a:lnTo>
                    <a:pt x="131" y="1467"/>
                  </a:lnTo>
                  <a:lnTo>
                    <a:pt x="151" y="1464"/>
                  </a:lnTo>
                  <a:cubicBezTo>
                    <a:pt x="152" y="1464"/>
                    <a:pt x="153" y="1464"/>
                    <a:pt x="154" y="1464"/>
                  </a:cubicBezTo>
                  <a:lnTo>
                    <a:pt x="174" y="1468"/>
                  </a:lnTo>
                  <a:lnTo>
                    <a:pt x="175" y="1468"/>
                  </a:lnTo>
                  <a:lnTo>
                    <a:pt x="180" y="1463"/>
                  </a:lnTo>
                  <a:cubicBezTo>
                    <a:pt x="181" y="1462"/>
                    <a:pt x="182" y="1462"/>
                    <a:pt x="182" y="1461"/>
                  </a:cubicBezTo>
                  <a:lnTo>
                    <a:pt x="186" y="1459"/>
                  </a:lnTo>
                  <a:cubicBezTo>
                    <a:pt x="187" y="1459"/>
                    <a:pt x="188" y="1459"/>
                    <a:pt x="188" y="1458"/>
                  </a:cubicBezTo>
                  <a:lnTo>
                    <a:pt x="197" y="1456"/>
                  </a:lnTo>
                  <a:lnTo>
                    <a:pt x="241" y="1453"/>
                  </a:lnTo>
                  <a:lnTo>
                    <a:pt x="236" y="1443"/>
                  </a:lnTo>
                  <a:lnTo>
                    <a:pt x="235" y="1439"/>
                  </a:lnTo>
                  <a:lnTo>
                    <a:pt x="234" y="1428"/>
                  </a:lnTo>
                  <a:cubicBezTo>
                    <a:pt x="234" y="1426"/>
                    <a:pt x="234" y="1424"/>
                    <a:pt x="235" y="1423"/>
                  </a:cubicBezTo>
                  <a:lnTo>
                    <a:pt x="237" y="1420"/>
                  </a:lnTo>
                  <a:cubicBezTo>
                    <a:pt x="239" y="1418"/>
                    <a:pt x="243" y="1416"/>
                    <a:pt x="246" y="1417"/>
                  </a:cubicBezTo>
                  <a:lnTo>
                    <a:pt x="252" y="1419"/>
                  </a:lnTo>
                  <a:cubicBezTo>
                    <a:pt x="253" y="1420"/>
                    <a:pt x="253" y="1420"/>
                    <a:pt x="254" y="1420"/>
                  </a:cubicBezTo>
                  <a:lnTo>
                    <a:pt x="282" y="1438"/>
                  </a:lnTo>
                  <a:lnTo>
                    <a:pt x="291" y="1442"/>
                  </a:lnTo>
                  <a:lnTo>
                    <a:pt x="297" y="1446"/>
                  </a:lnTo>
                  <a:cubicBezTo>
                    <a:pt x="298" y="1446"/>
                    <a:pt x="299" y="1447"/>
                    <a:pt x="299" y="1447"/>
                  </a:cubicBezTo>
                  <a:lnTo>
                    <a:pt x="304" y="1453"/>
                  </a:lnTo>
                  <a:cubicBezTo>
                    <a:pt x="305" y="1453"/>
                    <a:pt x="305" y="1454"/>
                    <a:pt x="305" y="1455"/>
                  </a:cubicBezTo>
                  <a:lnTo>
                    <a:pt x="311" y="1466"/>
                  </a:lnTo>
                  <a:lnTo>
                    <a:pt x="321" y="1497"/>
                  </a:lnTo>
                  <a:lnTo>
                    <a:pt x="379" y="1583"/>
                  </a:lnTo>
                  <a:lnTo>
                    <a:pt x="399" y="1599"/>
                  </a:lnTo>
                  <a:lnTo>
                    <a:pt x="410" y="1612"/>
                  </a:lnTo>
                  <a:lnTo>
                    <a:pt x="415" y="1620"/>
                  </a:lnTo>
                  <a:lnTo>
                    <a:pt x="421" y="1635"/>
                  </a:lnTo>
                  <a:lnTo>
                    <a:pt x="423" y="1645"/>
                  </a:lnTo>
                  <a:lnTo>
                    <a:pt x="423" y="1653"/>
                  </a:lnTo>
                  <a:cubicBezTo>
                    <a:pt x="423" y="1654"/>
                    <a:pt x="423" y="1655"/>
                    <a:pt x="423" y="1655"/>
                  </a:cubicBezTo>
                  <a:lnTo>
                    <a:pt x="418" y="1673"/>
                  </a:lnTo>
                  <a:lnTo>
                    <a:pt x="418" y="1686"/>
                  </a:lnTo>
                  <a:lnTo>
                    <a:pt x="420" y="1695"/>
                  </a:lnTo>
                  <a:lnTo>
                    <a:pt x="422" y="1704"/>
                  </a:lnTo>
                  <a:lnTo>
                    <a:pt x="426" y="1710"/>
                  </a:lnTo>
                  <a:lnTo>
                    <a:pt x="431" y="1716"/>
                  </a:lnTo>
                  <a:lnTo>
                    <a:pt x="442" y="1726"/>
                  </a:lnTo>
                  <a:lnTo>
                    <a:pt x="453" y="1732"/>
                  </a:lnTo>
                  <a:lnTo>
                    <a:pt x="467" y="1737"/>
                  </a:lnTo>
                  <a:cubicBezTo>
                    <a:pt x="468" y="1737"/>
                    <a:pt x="469" y="1738"/>
                    <a:pt x="470" y="1739"/>
                  </a:cubicBezTo>
                  <a:lnTo>
                    <a:pt x="472" y="1742"/>
                  </a:lnTo>
                  <a:cubicBezTo>
                    <a:pt x="474" y="1743"/>
                    <a:pt x="474" y="1744"/>
                    <a:pt x="474" y="1746"/>
                  </a:cubicBezTo>
                  <a:lnTo>
                    <a:pt x="476" y="1757"/>
                  </a:lnTo>
                  <a:lnTo>
                    <a:pt x="478" y="1757"/>
                  </a:lnTo>
                  <a:lnTo>
                    <a:pt x="507" y="1757"/>
                  </a:lnTo>
                  <a:cubicBezTo>
                    <a:pt x="508" y="1757"/>
                    <a:pt x="509" y="1758"/>
                    <a:pt x="509" y="1758"/>
                  </a:cubicBezTo>
                  <a:lnTo>
                    <a:pt x="514" y="1759"/>
                  </a:lnTo>
                  <a:lnTo>
                    <a:pt x="521" y="1762"/>
                  </a:lnTo>
                  <a:lnTo>
                    <a:pt x="526" y="1766"/>
                  </a:lnTo>
                  <a:lnTo>
                    <a:pt x="534" y="1777"/>
                  </a:lnTo>
                  <a:lnTo>
                    <a:pt x="539" y="1787"/>
                  </a:lnTo>
                  <a:cubicBezTo>
                    <a:pt x="539" y="1788"/>
                    <a:pt x="539" y="1789"/>
                    <a:pt x="539" y="1790"/>
                  </a:cubicBezTo>
                  <a:cubicBezTo>
                    <a:pt x="539" y="1791"/>
                    <a:pt x="539" y="1793"/>
                    <a:pt x="539" y="1794"/>
                  </a:cubicBezTo>
                  <a:lnTo>
                    <a:pt x="535" y="1810"/>
                  </a:lnTo>
                  <a:lnTo>
                    <a:pt x="535" y="1813"/>
                  </a:lnTo>
                  <a:lnTo>
                    <a:pt x="539" y="1819"/>
                  </a:lnTo>
                  <a:lnTo>
                    <a:pt x="543" y="1821"/>
                  </a:lnTo>
                  <a:lnTo>
                    <a:pt x="552" y="1826"/>
                  </a:lnTo>
                  <a:cubicBezTo>
                    <a:pt x="553" y="1826"/>
                    <a:pt x="554" y="1827"/>
                    <a:pt x="555" y="1829"/>
                  </a:cubicBezTo>
                  <a:lnTo>
                    <a:pt x="560" y="1837"/>
                  </a:lnTo>
                  <a:cubicBezTo>
                    <a:pt x="562" y="1839"/>
                    <a:pt x="562" y="1841"/>
                    <a:pt x="561" y="1844"/>
                  </a:cubicBezTo>
                  <a:lnTo>
                    <a:pt x="554" y="1868"/>
                  </a:lnTo>
                  <a:lnTo>
                    <a:pt x="557" y="1870"/>
                  </a:lnTo>
                  <a:lnTo>
                    <a:pt x="561" y="1870"/>
                  </a:lnTo>
                  <a:cubicBezTo>
                    <a:pt x="562" y="1871"/>
                    <a:pt x="564" y="1871"/>
                    <a:pt x="565" y="1872"/>
                  </a:cubicBezTo>
                  <a:lnTo>
                    <a:pt x="570" y="1876"/>
                  </a:lnTo>
                  <a:lnTo>
                    <a:pt x="574" y="1877"/>
                  </a:lnTo>
                  <a:lnTo>
                    <a:pt x="580" y="1877"/>
                  </a:lnTo>
                  <a:lnTo>
                    <a:pt x="604" y="1873"/>
                  </a:lnTo>
                  <a:lnTo>
                    <a:pt x="605" y="1871"/>
                  </a:lnTo>
                  <a:lnTo>
                    <a:pt x="610" y="1863"/>
                  </a:lnTo>
                  <a:cubicBezTo>
                    <a:pt x="610" y="1862"/>
                    <a:pt x="612" y="1861"/>
                    <a:pt x="613" y="1860"/>
                  </a:cubicBezTo>
                  <a:lnTo>
                    <a:pt x="620" y="1856"/>
                  </a:lnTo>
                  <a:cubicBezTo>
                    <a:pt x="621" y="1856"/>
                    <a:pt x="623" y="1855"/>
                    <a:pt x="624" y="1856"/>
                  </a:cubicBezTo>
                  <a:lnTo>
                    <a:pt x="629" y="1856"/>
                  </a:lnTo>
                  <a:cubicBezTo>
                    <a:pt x="631" y="1856"/>
                    <a:pt x="632" y="1857"/>
                    <a:pt x="633" y="1858"/>
                  </a:cubicBezTo>
                  <a:lnTo>
                    <a:pt x="638" y="1861"/>
                  </a:lnTo>
                  <a:cubicBezTo>
                    <a:pt x="639" y="1862"/>
                    <a:pt x="639" y="1863"/>
                    <a:pt x="640" y="1863"/>
                  </a:cubicBezTo>
                  <a:lnTo>
                    <a:pt x="647" y="1876"/>
                  </a:lnTo>
                  <a:lnTo>
                    <a:pt x="663" y="1887"/>
                  </a:lnTo>
                  <a:lnTo>
                    <a:pt x="674" y="1880"/>
                  </a:lnTo>
                  <a:lnTo>
                    <a:pt x="706" y="1847"/>
                  </a:lnTo>
                  <a:cubicBezTo>
                    <a:pt x="707" y="1846"/>
                    <a:pt x="708" y="1845"/>
                    <a:pt x="709" y="1845"/>
                  </a:cubicBezTo>
                  <a:lnTo>
                    <a:pt x="716" y="1843"/>
                  </a:lnTo>
                  <a:cubicBezTo>
                    <a:pt x="718" y="1843"/>
                    <a:pt x="719" y="1843"/>
                    <a:pt x="720" y="1843"/>
                  </a:cubicBezTo>
                  <a:lnTo>
                    <a:pt x="726" y="1844"/>
                  </a:lnTo>
                  <a:lnTo>
                    <a:pt x="732" y="1847"/>
                  </a:lnTo>
                  <a:lnTo>
                    <a:pt x="736" y="1848"/>
                  </a:lnTo>
                  <a:lnTo>
                    <a:pt x="748" y="1846"/>
                  </a:lnTo>
                  <a:cubicBezTo>
                    <a:pt x="750" y="1846"/>
                    <a:pt x="751" y="1846"/>
                    <a:pt x="753" y="1847"/>
                  </a:cubicBezTo>
                  <a:lnTo>
                    <a:pt x="758" y="1849"/>
                  </a:lnTo>
                  <a:cubicBezTo>
                    <a:pt x="759" y="1849"/>
                    <a:pt x="760" y="1850"/>
                    <a:pt x="761" y="1852"/>
                  </a:cubicBezTo>
                  <a:lnTo>
                    <a:pt x="764" y="1855"/>
                  </a:lnTo>
                  <a:cubicBezTo>
                    <a:pt x="764" y="1857"/>
                    <a:pt x="765" y="1859"/>
                    <a:pt x="765" y="1860"/>
                  </a:cubicBezTo>
                  <a:lnTo>
                    <a:pt x="764" y="1864"/>
                  </a:lnTo>
                  <a:lnTo>
                    <a:pt x="766" y="1866"/>
                  </a:lnTo>
                  <a:lnTo>
                    <a:pt x="770" y="1867"/>
                  </a:lnTo>
                  <a:lnTo>
                    <a:pt x="772" y="1866"/>
                  </a:lnTo>
                  <a:lnTo>
                    <a:pt x="776" y="1863"/>
                  </a:lnTo>
                  <a:lnTo>
                    <a:pt x="780" y="1859"/>
                  </a:lnTo>
                  <a:lnTo>
                    <a:pt x="787" y="1854"/>
                  </a:lnTo>
                  <a:cubicBezTo>
                    <a:pt x="788" y="1853"/>
                    <a:pt x="789" y="1853"/>
                    <a:pt x="790" y="1853"/>
                  </a:cubicBezTo>
                  <a:lnTo>
                    <a:pt x="795" y="1852"/>
                  </a:lnTo>
                  <a:cubicBezTo>
                    <a:pt x="797" y="1851"/>
                    <a:pt x="798" y="1851"/>
                    <a:pt x="799" y="1852"/>
                  </a:cubicBezTo>
                  <a:lnTo>
                    <a:pt x="818" y="1856"/>
                  </a:lnTo>
                  <a:lnTo>
                    <a:pt x="822" y="1854"/>
                  </a:lnTo>
                  <a:lnTo>
                    <a:pt x="824" y="1848"/>
                  </a:lnTo>
                  <a:lnTo>
                    <a:pt x="823" y="1836"/>
                  </a:lnTo>
                  <a:lnTo>
                    <a:pt x="824" y="1830"/>
                  </a:lnTo>
                  <a:cubicBezTo>
                    <a:pt x="824" y="1829"/>
                    <a:pt x="825" y="1828"/>
                    <a:pt x="825" y="1827"/>
                  </a:cubicBezTo>
                  <a:lnTo>
                    <a:pt x="830" y="1822"/>
                  </a:lnTo>
                  <a:cubicBezTo>
                    <a:pt x="831" y="1820"/>
                    <a:pt x="832" y="1819"/>
                    <a:pt x="834" y="1818"/>
                  </a:cubicBezTo>
                  <a:lnTo>
                    <a:pt x="838" y="1817"/>
                  </a:lnTo>
                  <a:cubicBezTo>
                    <a:pt x="839" y="1817"/>
                    <a:pt x="841" y="1817"/>
                    <a:pt x="842" y="1817"/>
                  </a:cubicBezTo>
                  <a:lnTo>
                    <a:pt x="846" y="1818"/>
                  </a:lnTo>
                  <a:cubicBezTo>
                    <a:pt x="848" y="1818"/>
                    <a:pt x="849" y="1819"/>
                    <a:pt x="850" y="1819"/>
                  </a:cubicBezTo>
                  <a:lnTo>
                    <a:pt x="854" y="1823"/>
                  </a:lnTo>
                  <a:cubicBezTo>
                    <a:pt x="855" y="1823"/>
                    <a:pt x="855" y="1823"/>
                    <a:pt x="856" y="1824"/>
                  </a:cubicBezTo>
                  <a:lnTo>
                    <a:pt x="868" y="1838"/>
                  </a:lnTo>
                  <a:lnTo>
                    <a:pt x="869" y="1838"/>
                  </a:lnTo>
                  <a:lnTo>
                    <a:pt x="872" y="1837"/>
                  </a:lnTo>
                  <a:lnTo>
                    <a:pt x="881" y="1831"/>
                  </a:lnTo>
                  <a:cubicBezTo>
                    <a:pt x="882" y="1831"/>
                    <a:pt x="882" y="1830"/>
                    <a:pt x="883" y="1830"/>
                  </a:cubicBezTo>
                  <a:lnTo>
                    <a:pt x="888" y="1828"/>
                  </a:lnTo>
                  <a:lnTo>
                    <a:pt x="895" y="1827"/>
                  </a:lnTo>
                  <a:lnTo>
                    <a:pt x="941" y="1828"/>
                  </a:lnTo>
                  <a:lnTo>
                    <a:pt x="949" y="1830"/>
                  </a:lnTo>
                  <a:lnTo>
                    <a:pt x="962" y="1835"/>
                  </a:lnTo>
                  <a:lnTo>
                    <a:pt x="989" y="1835"/>
                  </a:lnTo>
                  <a:lnTo>
                    <a:pt x="989" y="1835"/>
                  </a:lnTo>
                  <a:cubicBezTo>
                    <a:pt x="990" y="1835"/>
                    <a:pt x="991" y="1835"/>
                    <a:pt x="992" y="1836"/>
                  </a:cubicBezTo>
                  <a:lnTo>
                    <a:pt x="1006" y="1842"/>
                  </a:lnTo>
                  <a:lnTo>
                    <a:pt x="1030" y="1836"/>
                  </a:lnTo>
                  <a:cubicBezTo>
                    <a:pt x="1031" y="1836"/>
                    <a:pt x="1032" y="1836"/>
                    <a:pt x="1033" y="1836"/>
                  </a:cubicBezTo>
                  <a:lnTo>
                    <a:pt x="1077" y="1839"/>
                  </a:lnTo>
                  <a:lnTo>
                    <a:pt x="1087" y="1822"/>
                  </a:lnTo>
                  <a:lnTo>
                    <a:pt x="1092" y="1809"/>
                  </a:lnTo>
                  <a:cubicBezTo>
                    <a:pt x="1093" y="1808"/>
                    <a:pt x="1093" y="1807"/>
                    <a:pt x="1094" y="1807"/>
                  </a:cubicBezTo>
                  <a:lnTo>
                    <a:pt x="1098" y="1804"/>
                  </a:lnTo>
                  <a:cubicBezTo>
                    <a:pt x="1099" y="1803"/>
                    <a:pt x="1100" y="1803"/>
                    <a:pt x="1101" y="1803"/>
                  </a:cubicBezTo>
                  <a:lnTo>
                    <a:pt x="1106" y="1801"/>
                  </a:lnTo>
                  <a:lnTo>
                    <a:pt x="1110" y="1797"/>
                  </a:lnTo>
                  <a:lnTo>
                    <a:pt x="1116" y="1786"/>
                  </a:lnTo>
                  <a:cubicBezTo>
                    <a:pt x="1117" y="1784"/>
                    <a:pt x="1118" y="1783"/>
                    <a:pt x="1120" y="1783"/>
                  </a:cubicBezTo>
                  <a:lnTo>
                    <a:pt x="1149" y="1767"/>
                  </a:lnTo>
                  <a:lnTo>
                    <a:pt x="1161" y="1764"/>
                  </a:lnTo>
                  <a:lnTo>
                    <a:pt x="1170" y="1764"/>
                  </a:lnTo>
                  <a:cubicBezTo>
                    <a:pt x="1171" y="1764"/>
                    <a:pt x="1172" y="1764"/>
                    <a:pt x="1172" y="1764"/>
                  </a:cubicBezTo>
                  <a:lnTo>
                    <a:pt x="1177" y="1765"/>
                  </a:lnTo>
                  <a:lnTo>
                    <a:pt x="1179" y="1765"/>
                  </a:lnTo>
                  <a:lnTo>
                    <a:pt x="1192" y="1761"/>
                  </a:lnTo>
                  <a:lnTo>
                    <a:pt x="1217" y="1759"/>
                  </a:lnTo>
                  <a:lnTo>
                    <a:pt x="1254" y="1748"/>
                  </a:lnTo>
                  <a:lnTo>
                    <a:pt x="1253" y="1742"/>
                  </a:lnTo>
                  <a:lnTo>
                    <a:pt x="1249" y="1735"/>
                  </a:lnTo>
                  <a:lnTo>
                    <a:pt x="1242" y="1727"/>
                  </a:lnTo>
                  <a:lnTo>
                    <a:pt x="1239" y="1721"/>
                  </a:lnTo>
                  <a:cubicBezTo>
                    <a:pt x="1238" y="1720"/>
                    <a:pt x="1238" y="1720"/>
                    <a:pt x="1238" y="1719"/>
                  </a:cubicBezTo>
                  <a:lnTo>
                    <a:pt x="1237" y="1714"/>
                  </a:lnTo>
                  <a:cubicBezTo>
                    <a:pt x="1236" y="1713"/>
                    <a:pt x="1236" y="1712"/>
                    <a:pt x="1237" y="1711"/>
                  </a:cubicBezTo>
                  <a:lnTo>
                    <a:pt x="1237" y="1706"/>
                  </a:lnTo>
                  <a:cubicBezTo>
                    <a:pt x="1237" y="1705"/>
                    <a:pt x="1238" y="1705"/>
                    <a:pt x="1238" y="1704"/>
                  </a:cubicBezTo>
                  <a:lnTo>
                    <a:pt x="1241" y="1697"/>
                  </a:lnTo>
                  <a:lnTo>
                    <a:pt x="1241" y="1697"/>
                  </a:lnTo>
                  <a:lnTo>
                    <a:pt x="1236" y="1691"/>
                  </a:lnTo>
                  <a:cubicBezTo>
                    <a:pt x="1236" y="1690"/>
                    <a:pt x="1235" y="1689"/>
                    <a:pt x="1235" y="1689"/>
                  </a:cubicBezTo>
                  <a:lnTo>
                    <a:pt x="1233" y="1684"/>
                  </a:lnTo>
                  <a:cubicBezTo>
                    <a:pt x="1233" y="1683"/>
                    <a:pt x="1233" y="1682"/>
                    <a:pt x="1233" y="1681"/>
                  </a:cubicBezTo>
                  <a:lnTo>
                    <a:pt x="1233" y="1677"/>
                  </a:lnTo>
                  <a:cubicBezTo>
                    <a:pt x="1233" y="1676"/>
                    <a:pt x="1234" y="1674"/>
                    <a:pt x="1235" y="1673"/>
                  </a:cubicBezTo>
                  <a:lnTo>
                    <a:pt x="1237" y="1670"/>
                  </a:lnTo>
                  <a:cubicBezTo>
                    <a:pt x="1238" y="1669"/>
                    <a:pt x="1239" y="1668"/>
                    <a:pt x="1240" y="1667"/>
                  </a:cubicBezTo>
                  <a:lnTo>
                    <a:pt x="1243" y="1666"/>
                  </a:lnTo>
                  <a:cubicBezTo>
                    <a:pt x="1244" y="1666"/>
                    <a:pt x="1246" y="1666"/>
                    <a:pt x="1247" y="1666"/>
                  </a:cubicBezTo>
                  <a:lnTo>
                    <a:pt x="1256" y="1666"/>
                  </a:lnTo>
                  <a:lnTo>
                    <a:pt x="1255" y="1661"/>
                  </a:lnTo>
                  <a:cubicBezTo>
                    <a:pt x="1255" y="1660"/>
                    <a:pt x="1255" y="1660"/>
                    <a:pt x="1255" y="1659"/>
                  </a:cubicBezTo>
                  <a:lnTo>
                    <a:pt x="1256" y="1655"/>
                  </a:lnTo>
                  <a:cubicBezTo>
                    <a:pt x="1256" y="1653"/>
                    <a:pt x="1257" y="1651"/>
                    <a:pt x="1259" y="1649"/>
                  </a:cubicBezTo>
                  <a:lnTo>
                    <a:pt x="1262" y="1647"/>
                  </a:lnTo>
                  <a:cubicBezTo>
                    <a:pt x="1263" y="1646"/>
                    <a:pt x="1265" y="1646"/>
                    <a:pt x="1266" y="1645"/>
                  </a:cubicBezTo>
                  <a:lnTo>
                    <a:pt x="1276" y="1645"/>
                  </a:lnTo>
                  <a:lnTo>
                    <a:pt x="1283" y="1640"/>
                  </a:lnTo>
                  <a:lnTo>
                    <a:pt x="1297" y="1627"/>
                  </a:lnTo>
                  <a:lnTo>
                    <a:pt x="1304" y="1618"/>
                  </a:lnTo>
                  <a:lnTo>
                    <a:pt x="1309" y="1615"/>
                  </a:lnTo>
                  <a:cubicBezTo>
                    <a:pt x="1311" y="1613"/>
                    <a:pt x="1314" y="1612"/>
                    <a:pt x="1316" y="1613"/>
                  </a:cubicBezTo>
                  <a:lnTo>
                    <a:pt x="1320" y="1615"/>
                  </a:lnTo>
                  <a:cubicBezTo>
                    <a:pt x="1322" y="1616"/>
                    <a:pt x="1323" y="1617"/>
                    <a:pt x="1324" y="1618"/>
                  </a:cubicBezTo>
                  <a:lnTo>
                    <a:pt x="1327" y="1623"/>
                  </a:lnTo>
                  <a:lnTo>
                    <a:pt x="1339" y="1627"/>
                  </a:lnTo>
                  <a:lnTo>
                    <a:pt x="1344" y="1621"/>
                  </a:lnTo>
                  <a:cubicBezTo>
                    <a:pt x="1345" y="1620"/>
                    <a:pt x="1346" y="1619"/>
                    <a:pt x="1347" y="1619"/>
                  </a:cubicBezTo>
                  <a:lnTo>
                    <a:pt x="1351" y="1616"/>
                  </a:lnTo>
                  <a:cubicBezTo>
                    <a:pt x="1353" y="1616"/>
                    <a:pt x="1355" y="1615"/>
                    <a:pt x="1356" y="1616"/>
                  </a:cubicBezTo>
                  <a:lnTo>
                    <a:pt x="1368" y="1619"/>
                  </a:lnTo>
                  <a:lnTo>
                    <a:pt x="1371" y="1616"/>
                  </a:lnTo>
                  <a:lnTo>
                    <a:pt x="1376" y="1606"/>
                  </a:lnTo>
                  <a:cubicBezTo>
                    <a:pt x="1376" y="1605"/>
                    <a:pt x="1377" y="1604"/>
                    <a:pt x="1377" y="1604"/>
                  </a:cubicBezTo>
                  <a:lnTo>
                    <a:pt x="1380" y="1601"/>
                  </a:lnTo>
                  <a:lnTo>
                    <a:pt x="1413" y="1579"/>
                  </a:lnTo>
                  <a:cubicBezTo>
                    <a:pt x="1414" y="1578"/>
                    <a:pt x="1415" y="1578"/>
                    <a:pt x="1415" y="1578"/>
                  </a:cubicBezTo>
                  <a:lnTo>
                    <a:pt x="1437" y="1571"/>
                  </a:lnTo>
                  <a:cubicBezTo>
                    <a:pt x="1439" y="1570"/>
                    <a:pt x="1440" y="1570"/>
                    <a:pt x="1441" y="1570"/>
                  </a:cubicBezTo>
                  <a:lnTo>
                    <a:pt x="1454" y="1573"/>
                  </a:lnTo>
                  <a:lnTo>
                    <a:pt x="1460" y="1572"/>
                  </a:lnTo>
                  <a:lnTo>
                    <a:pt x="1462" y="1561"/>
                  </a:lnTo>
                  <a:lnTo>
                    <a:pt x="1465" y="1553"/>
                  </a:lnTo>
                  <a:lnTo>
                    <a:pt x="1480" y="1521"/>
                  </a:lnTo>
                  <a:lnTo>
                    <a:pt x="1479" y="1514"/>
                  </a:lnTo>
                  <a:lnTo>
                    <a:pt x="1473" y="1499"/>
                  </a:lnTo>
                  <a:lnTo>
                    <a:pt x="1471" y="1493"/>
                  </a:lnTo>
                  <a:lnTo>
                    <a:pt x="1471" y="1487"/>
                  </a:lnTo>
                  <a:lnTo>
                    <a:pt x="1472" y="1482"/>
                  </a:lnTo>
                  <a:lnTo>
                    <a:pt x="1476" y="1469"/>
                  </a:lnTo>
                  <a:lnTo>
                    <a:pt x="1482" y="1445"/>
                  </a:lnTo>
                  <a:lnTo>
                    <a:pt x="1481" y="1436"/>
                  </a:lnTo>
                  <a:lnTo>
                    <a:pt x="1479" y="1428"/>
                  </a:lnTo>
                  <a:lnTo>
                    <a:pt x="1477" y="1395"/>
                  </a:lnTo>
                  <a:lnTo>
                    <a:pt x="1476" y="1394"/>
                  </a:lnTo>
                  <a:lnTo>
                    <a:pt x="1464" y="1383"/>
                  </a:lnTo>
                  <a:cubicBezTo>
                    <a:pt x="1463" y="1382"/>
                    <a:pt x="1463" y="1382"/>
                    <a:pt x="1463" y="1381"/>
                  </a:cubicBezTo>
                  <a:lnTo>
                    <a:pt x="1460" y="1376"/>
                  </a:lnTo>
                  <a:cubicBezTo>
                    <a:pt x="1460" y="1375"/>
                    <a:pt x="1460" y="1374"/>
                    <a:pt x="1460" y="1373"/>
                  </a:cubicBezTo>
                  <a:lnTo>
                    <a:pt x="1459" y="1368"/>
                  </a:lnTo>
                  <a:lnTo>
                    <a:pt x="1461" y="1344"/>
                  </a:lnTo>
                  <a:lnTo>
                    <a:pt x="1461" y="1339"/>
                  </a:lnTo>
                  <a:lnTo>
                    <a:pt x="1451" y="1303"/>
                  </a:lnTo>
                  <a:lnTo>
                    <a:pt x="1439" y="1272"/>
                  </a:lnTo>
                  <a:lnTo>
                    <a:pt x="1430" y="1237"/>
                  </a:lnTo>
                  <a:lnTo>
                    <a:pt x="1419" y="1227"/>
                  </a:lnTo>
                  <a:lnTo>
                    <a:pt x="1404" y="1209"/>
                  </a:lnTo>
                  <a:lnTo>
                    <a:pt x="1394" y="1204"/>
                  </a:lnTo>
                  <a:lnTo>
                    <a:pt x="1387" y="1196"/>
                  </a:lnTo>
                  <a:lnTo>
                    <a:pt x="1382" y="1184"/>
                  </a:lnTo>
                  <a:lnTo>
                    <a:pt x="1381" y="1179"/>
                  </a:lnTo>
                  <a:cubicBezTo>
                    <a:pt x="1381" y="1178"/>
                    <a:pt x="1381" y="1177"/>
                    <a:pt x="1382" y="1176"/>
                  </a:cubicBezTo>
                  <a:lnTo>
                    <a:pt x="1382" y="1174"/>
                  </a:lnTo>
                  <a:lnTo>
                    <a:pt x="1387" y="1163"/>
                  </a:lnTo>
                  <a:lnTo>
                    <a:pt x="1394" y="1154"/>
                  </a:lnTo>
                  <a:lnTo>
                    <a:pt x="1407" y="1124"/>
                  </a:lnTo>
                  <a:lnTo>
                    <a:pt x="1410" y="1104"/>
                  </a:lnTo>
                  <a:lnTo>
                    <a:pt x="1410" y="1100"/>
                  </a:lnTo>
                  <a:lnTo>
                    <a:pt x="1408" y="1096"/>
                  </a:lnTo>
                  <a:lnTo>
                    <a:pt x="1400" y="1086"/>
                  </a:lnTo>
                  <a:lnTo>
                    <a:pt x="1396" y="1079"/>
                  </a:lnTo>
                  <a:lnTo>
                    <a:pt x="1391" y="1064"/>
                  </a:lnTo>
                  <a:lnTo>
                    <a:pt x="1386" y="1055"/>
                  </a:lnTo>
                  <a:lnTo>
                    <a:pt x="1374" y="1040"/>
                  </a:lnTo>
                  <a:cubicBezTo>
                    <a:pt x="1372" y="1038"/>
                    <a:pt x="1372" y="1035"/>
                    <a:pt x="1373" y="1032"/>
                  </a:cubicBezTo>
                  <a:lnTo>
                    <a:pt x="1373" y="1029"/>
                  </a:lnTo>
                  <a:cubicBezTo>
                    <a:pt x="1374" y="1026"/>
                    <a:pt x="1375" y="1024"/>
                    <a:pt x="1378" y="1022"/>
                  </a:cubicBezTo>
                  <a:lnTo>
                    <a:pt x="1398" y="1011"/>
                  </a:lnTo>
                  <a:lnTo>
                    <a:pt x="1404" y="1009"/>
                  </a:lnTo>
                  <a:cubicBezTo>
                    <a:pt x="1405" y="1008"/>
                    <a:pt x="1406" y="1008"/>
                    <a:pt x="1407" y="1008"/>
                  </a:cubicBezTo>
                  <a:lnTo>
                    <a:pt x="1426" y="1007"/>
                  </a:lnTo>
                  <a:lnTo>
                    <a:pt x="1425" y="1005"/>
                  </a:lnTo>
                  <a:lnTo>
                    <a:pt x="1411" y="986"/>
                  </a:lnTo>
                  <a:lnTo>
                    <a:pt x="1410" y="985"/>
                  </a:lnTo>
                  <a:lnTo>
                    <a:pt x="1407" y="977"/>
                  </a:lnTo>
                  <a:cubicBezTo>
                    <a:pt x="1407" y="976"/>
                    <a:pt x="1406" y="975"/>
                    <a:pt x="1406" y="975"/>
                  </a:cubicBezTo>
                  <a:lnTo>
                    <a:pt x="1406" y="969"/>
                  </a:lnTo>
                  <a:cubicBezTo>
                    <a:pt x="1406" y="967"/>
                    <a:pt x="1407" y="966"/>
                    <a:pt x="1407" y="965"/>
                  </a:cubicBezTo>
                  <a:lnTo>
                    <a:pt x="1411" y="957"/>
                  </a:lnTo>
                  <a:lnTo>
                    <a:pt x="1411" y="954"/>
                  </a:lnTo>
                  <a:lnTo>
                    <a:pt x="1409" y="947"/>
                  </a:lnTo>
                  <a:lnTo>
                    <a:pt x="1402" y="935"/>
                  </a:lnTo>
                  <a:lnTo>
                    <a:pt x="1398" y="930"/>
                  </a:lnTo>
                  <a:lnTo>
                    <a:pt x="1382" y="916"/>
                  </a:lnTo>
                  <a:lnTo>
                    <a:pt x="1375" y="915"/>
                  </a:lnTo>
                  <a:cubicBezTo>
                    <a:pt x="1374" y="914"/>
                    <a:pt x="1372" y="914"/>
                    <a:pt x="1371" y="913"/>
                  </a:cubicBezTo>
                  <a:lnTo>
                    <a:pt x="1366" y="909"/>
                  </a:lnTo>
                  <a:cubicBezTo>
                    <a:pt x="1365" y="909"/>
                    <a:pt x="1364" y="908"/>
                    <a:pt x="1363" y="906"/>
                  </a:cubicBezTo>
                  <a:lnTo>
                    <a:pt x="1361" y="902"/>
                  </a:lnTo>
                  <a:cubicBezTo>
                    <a:pt x="1361" y="901"/>
                    <a:pt x="1361" y="900"/>
                    <a:pt x="1361" y="900"/>
                  </a:cubicBezTo>
                  <a:lnTo>
                    <a:pt x="1360" y="894"/>
                  </a:lnTo>
                  <a:lnTo>
                    <a:pt x="1360" y="885"/>
                  </a:lnTo>
                  <a:lnTo>
                    <a:pt x="1362" y="877"/>
                  </a:lnTo>
                  <a:cubicBezTo>
                    <a:pt x="1362" y="876"/>
                    <a:pt x="1362" y="875"/>
                    <a:pt x="1362" y="875"/>
                  </a:cubicBezTo>
                  <a:cubicBezTo>
                    <a:pt x="1363" y="874"/>
                    <a:pt x="1364" y="872"/>
                    <a:pt x="1364" y="872"/>
                  </a:cubicBezTo>
                  <a:lnTo>
                    <a:pt x="1368" y="868"/>
                  </a:lnTo>
                  <a:lnTo>
                    <a:pt x="1369" y="867"/>
                  </a:lnTo>
                  <a:lnTo>
                    <a:pt x="1373" y="864"/>
                  </a:lnTo>
                  <a:lnTo>
                    <a:pt x="1379" y="861"/>
                  </a:lnTo>
                  <a:cubicBezTo>
                    <a:pt x="1380" y="861"/>
                    <a:pt x="1381" y="861"/>
                    <a:pt x="1381" y="861"/>
                  </a:cubicBezTo>
                  <a:lnTo>
                    <a:pt x="1392" y="860"/>
                  </a:lnTo>
                  <a:lnTo>
                    <a:pt x="1402" y="860"/>
                  </a:lnTo>
                  <a:lnTo>
                    <a:pt x="1407" y="860"/>
                  </a:lnTo>
                  <a:lnTo>
                    <a:pt x="1423" y="849"/>
                  </a:lnTo>
                  <a:lnTo>
                    <a:pt x="1442" y="841"/>
                  </a:lnTo>
                  <a:lnTo>
                    <a:pt x="1444" y="837"/>
                  </a:lnTo>
                  <a:lnTo>
                    <a:pt x="1444" y="834"/>
                  </a:lnTo>
                  <a:lnTo>
                    <a:pt x="1443" y="825"/>
                  </a:lnTo>
                  <a:cubicBezTo>
                    <a:pt x="1443" y="824"/>
                    <a:pt x="1443" y="823"/>
                    <a:pt x="1443" y="823"/>
                  </a:cubicBezTo>
                  <a:lnTo>
                    <a:pt x="1443" y="818"/>
                  </a:lnTo>
                  <a:cubicBezTo>
                    <a:pt x="1444" y="817"/>
                    <a:pt x="1444" y="817"/>
                    <a:pt x="1444" y="816"/>
                  </a:cubicBezTo>
                  <a:lnTo>
                    <a:pt x="1450" y="805"/>
                  </a:lnTo>
                  <a:lnTo>
                    <a:pt x="1449" y="804"/>
                  </a:lnTo>
                  <a:lnTo>
                    <a:pt x="1445" y="797"/>
                  </a:lnTo>
                  <a:cubicBezTo>
                    <a:pt x="1445" y="796"/>
                    <a:pt x="1445" y="796"/>
                    <a:pt x="1444" y="795"/>
                  </a:cubicBezTo>
                  <a:lnTo>
                    <a:pt x="1442" y="787"/>
                  </a:lnTo>
                  <a:lnTo>
                    <a:pt x="1440" y="768"/>
                  </a:lnTo>
                  <a:cubicBezTo>
                    <a:pt x="1440" y="767"/>
                    <a:pt x="1440" y="766"/>
                    <a:pt x="1440" y="765"/>
                  </a:cubicBezTo>
                  <a:lnTo>
                    <a:pt x="1441" y="760"/>
                  </a:lnTo>
                  <a:cubicBezTo>
                    <a:pt x="1442" y="758"/>
                    <a:pt x="1443" y="756"/>
                    <a:pt x="1444" y="755"/>
                  </a:cubicBezTo>
                  <a:lnTo>
                    <a:pt x="1447" y="753"/>
                  </a:lnTo>
                  <a:cubicBezTo>
                    <a:pt x="1448" y="752"/>
                    <a:pt x="1450" y="752"/>
                    <a:pt x="1452" y="752"/>
                  </a:cubicBezTo>
                  <a:lnTo>
                    <a:pt x="1457" y="752"/>
                  </a:lnTo>
                  <a:lnTo>
                    <a:pt x="1458" y="752"/>
                  </a:lnTo>
                  <a:lnTo>
                    <a:pt x="1461" y="749"/>
                  </a:lnTo>
                  <a:lnTo>
                    <a:pt x="1468" y="740"/>
                  </a:lnTo>
                  <a:lnTo>
                    <a:pt x="1474" y="734"/>
                  </a:lnTo>
                  <a:lnTo>
                    <a:pt x="1488" y="725"/>
                  </a:lnTo>
                  <a:lnTo>
                    <a:pt x="1492" y="720"/>
                  </a:lnTo>
                  <a:lnTo>
                    <a:pt x="1502" y="691"/>
                  </a:lnTo>
                  <a:lnTo>
                    <a:pt x="1499" y="673"/>
                  </a:lnTo>
                  <a:lnTo>
                    <a:pt x="1492" y="665"/>
                  </a:lnTo>
                  <a:lnTo>
                    <a:pt x="1477" y="654"/>
                  </a:lnTo>
                  <a:lnTo>
                    <a:pt x="1472" y="648"/>
                  </a:lnTo>
                  <a:lnTo>
                    <a:pt x="1467" y="640"/>
                  </a:lnTo>
                  <a:cubicBezTo>
                    <a:pt x="1467" y="639"/>
                    <a:pt x="1467" y="638"/>
                    <a:pt x="1467" y="638"/>
                  </a:cubicBezTo>
                  <a:lnTo>
                    <a:pt x="1456" y="599"/>
                  </a:lnTo>
                  <a:lnTo>
                    <a:pt x="1451" y="593"/>
                  </a:lnTo>
                  <a:lnTo>
                    <a:pt x="1445" y="591"/>
                  </a:lnTo>
                  <a:lnTo>
                    <a:pt x="1428" y="585"/>
                  </a:lnTo>
                  <a:lnTo>
                    <a:pt x="1420" y="585"/>
                  </a:lnTo>
                  <a:lnTo>
                    <a:pt x="1416" y="585"/>
                  </a:lnTo>
                  <a:lnTo>
                    <a:pt x="1368" y="602"/>
                  </a:lnTo>
                  <a:cubicBezTo>
                    <a:pt x="1367" y="603"/>
                    <a:pt x="1366" y="603"/>
                    <a:pt x="1365" y="603"/>
                  </a:cubicBezTo>
                  <a:lnTo>
                    <a:pt x="1358" y="603"/>
                  </a:lnTo>
                  <a:cubicBezTo>
                    <a:pt x="1358" y="603"/>
                    <a:pt x="1357" y="603"/>
                    <a:pt x="1356" y="603"/>
                  </a:cubicBezTo>
                  <a:lnTo>
                    <a:pt x="1348" y="601"/>
                  </a:lnTo>
                  <a:cubicBezTo>
                    <a:pt x="1345" y="601"/>
                    <a:pt x="1342" y="597"/>
                    <a:pt x="1342" y="594"/>
                  </a:cubicBezTo>
                  <a:lnTo>
                    <a:pt x="1342" y="589"/>
                  </a:lnTo>
                  <a:cubicBezTo>
                    <a:pt x="1342" y="588"/>
                    <a:pt x="1342" y="587"/>
                    <a:pt x="1342" y="586"/>
                  </a:cubicBezTo>
                  <a:lnTo>
                    <a:pt x="1344" y="582"/>
                  </a:lnTo>
                  <a:lnTo>
                    <a:pt x="1335" y="583"/>
                  </a:lnTo>
                  <a:lnTo>
                    <a:pt x="1330" y="585"/>
                  </a:lnTo>
                  <a:lnTo>
                    <a:pt x="1326" y="588"/>
                  </a:lnTo>
                  <a:lnTo>
                    <a:pt x="1318" y="598"/>
                  </a:lnTo>
                  <a:cubicBezTo>
                    <a:pt x="1317" y="599"/>
                    <a:pt x="1317" y="599"/>
                    <a:pt x="1316" y="600"/>
                  </a:cubicBezTo>
                  <a:lnTo>
                    <a:pt x="1306" y="606"/>
                  </a:lnTo>
                  <a:cubicBezTo>
                    <a:pt x="1305" y="606"/>
                    <a:pt x="1305" y="607"/>
                    <a:pt x="1304" y="607"/>
                  </a:cubicBezTo>
                  <a:lnTo>
                    <a:pt x="1297" y="609"/>
                  </a:lnTo>
                  <a:cubicBezTo>
                    <a:pt x="1296" y="609"/>
                    <a:pt x="1295" y="609"/>
                    <a:pt x="1294" y="609"/>
                  </a:cubicBezTo>
                  <a:lnTo>
                    <a:pt x="1226" y="604"/>
                  </a:lnTo>
                  <a:lnTo>
                    <a:pt x="1220" y="605"/>
                  </a:lnTo>
                  <a:lnTo>
                    <a:pt x="1203" y="610"/>
                  </a:lnTo>
                  <a:cubicBezTo>
                    <a:pt x="1203" y="610"/>
                    <a:pt x="1202" y="610"/>
                    <a:pt x="1201" y="610"/>
                  </a:cubicBezTo>
                  <a:lnTo>
                    <a:pt x="1194" y="610"/>
                  </a:lnTo>
                  <a:cubicBezTo>
                    <a:pt x="1193" y="610"/>
                    <a:pt x="1192" y="610"/>
                    <a:pt x="1192" y="610"/>
                  </a:cubicBezTo>
                  <a:lnTo>
                    <a:pt x="1184" y="608"/>
                  </a:lnTo>
                  <a:cubicBezTo>
                    <a:pt x="1183" y="608"/>
                    <a:pt x="1182" y="607"/>
                    <a:pt x="1182" y="607"/>
                  </a:cubicBezTo>
                  <a:lnTo>
                    <a:pt x="1177" y="603"/>
                  </a:lnTo>
                  <a:lnTo>
                    <a:pt x="1172" y="598"/>
                  </a:lnTo>
                  <a:cubicBezTo>
                    <a:pt x="1171" y="597"/>
                    <a:pt x="1170" y="595"/>
                    <a:pt x="1170" y="594"/>
                  </a:cubicBezTo>
                  <a:lnTo>
                    <a:pt x="1170" y="589"/>
                  </a:lnTo>
                  <a:cubicBezTo>
                    <a:pt x="1170" y="589"/>
                    <a:pt x="1170" y="588"/>
                    <a:pt x="1170" y="587"/>
                  </a:cubicBezTo>
                  <a:lnTo>
                    <a:pt x="1170" y="582"/>
                  </a:lnTo>
                  <a:cubicBezTo>
                    <a:pt x="1171" y="581"/>
                    <a:pt x="1171" y="580"/>
                    <a:pt x="1171" y="580"/>
                  </a:cubicBezTo>
                  <a:lnTo>
                    <a:pt x="1174" y="575"/>
                  </a:lnTo>
                  <a:cubicBezTo>
                    <a:pt x="1174" y="574"/>
                    <a:pt x="1175" y="574"/>
                    <a:pt x="1176" y="573"/>
                  </a:cubicBezTo>
                  <a:lnTo>
                    <a:pt x="1180" y="570"/>
                  </a:lnTo>
                  <a:cubicBezTo>
                    <a:pt x="1181" y="569"/>
                    <a:pt x="1183" y="568"/>
                    <a:pt x="1184" y="568"/>
                  </a:cubicBezTo>
                  <a:lnTo>
                    <a:pt x="1188" y="568"/>
                  </a:lnTo>
                  <a:cubicBezTo>
                    <a:pt x="1189" y="568"/>
                    <a:pt x="1190" y="568"/>
                    <a:pt x="1191" y="568"/>
                  </a:cubicBezTo>
                  <a:lnTo>
                    <a:pt x="1198" y="570"/>
                  </a:lnTo>
                  <a:lnTo>
                    <a:pt x="1198" y="569"/>
                  </a:lnTo>
                  <a:lnTo>
                    <a:pt x="1196" y="565"/>
                  </a:lnTo>
                  <a:cubicBezTo>
                    <a:pt x="1196" y="564"/>
                    <a:pt x="1195" y="562"/>
                    <a:pt x="1195" y="561"/>
                  </a:cubicBezTo>
                  <a:lnTo>
                    <a:pt x="1195" y="558"/>
                  </a:lnTo>
                  <a:cubicBezTo>
                    <a:pt x="1195" y="556"/>
                    <a:pt x="1195" y="555"/>
                    <a:pt x="1196" y="554"/>
                  </a:cubicBezTo>
                  <a:lnTo>
                    <a:pt x="1201" y="546"/>
                  </a:lnTo>
                  <a:lnTo>
                    <a:pt x="1202" y="542"/>
                  </a:lnTo>
                  <a:lnTo>
                    <a:pt x="1202" y="541"/>
                  </a:lnTo>
                  <a:lnTo>
                    <a:pt x="1199" y="536"/>
                  </a:lnTo>
                  <a:lnTo>
                    <a:pt x="1194" y="531"/>
                  </a:lnTo>
                  <a:lnTo>
                    <a:pt x="1167" y="513"/>
                  </a:lnTo>
                  <a:cubicBezTo>
                    <a:pt x="1166" y="512"/>
                    <a:pt x="1165" y="511"/>
                    <a:pt x="1164" y="510"/>
                  </a:cubicBezTo>
                  <a:cubicBezTo>
                    <a:pt x="1164" y="510"/>
                    <a:pt x="1163" y="509"/>
                    <a:pt x="1163" y="508"/>
                  </a:cubicBezTo>
                  <a:lnTo>
                    <a:pt x="1162" y="506"/>
                  </a:lnTo>
                  <a:lnTo>
                    <a:pt x="1155" y="477"/>
                  </a:lnTo>
                  <a:lnTo>
                    <a:pt x="1153" y="472"/>
                  </a:lnTo>
                  <a:lnTo>
                    <a:pt x="1149" y="467"/>
                  </a:lnTo>
                  <a:lnTo>
                    <a:pt x="1135" y="469"/>
                  </a:lnTo>
                  <a:cubicBezTo>
                    <a:pt x="1133" y="469"/>
                    <a:pt x="1131" y="469"/>
                    <a:pt x="1129" y="468"/>
                  </a:cubicBezTo>
                  <a:lnTo>
                    <a:pt x="1110" y="457"/>
                  </a:lnTo>
                  <a:lnTo>
                    <a:pt x="1108" y="458"/>
                  </a:lnTo>
                  <a:lnTo>
                    <a:pt x="1106" y="461"/>
                  </a:lnTo>
                  <a:cubicBezTo>
                    <a:pt x="1106" y="462"/>
                    <a:pt x="1105" y="463"/>
                    <a:pt x="1104" y="464"/>
                  </a:cubicBezTo>
                  <a:lnTo>
                    <a:pt x="1099" y="468"/>
                  </a:lnTo>
                  <a:cubicBezTo>
                    <a:pt x="1098" y="468"/>
                    <a:pt x="1097" y="469"/>
                    <a:pt x="1096" y="469"/>
                  </a:cubicBezTo>
                  <a:lnTo>
                    <a:pt x="1084" y="473"/>
                  </a:lnTo>
                  <a:cubicBezTo>
                    <a:pt x="1083" y="473"/>
                    <a:pt x="1081" y="473"/>
                    <a:pt x="1080" y="472"/>
                  </a:cubicBezTo>
                  <a:lnTo>
                    <a:pt x="1074" y="470"/>
                  </a:lnTo>
                  <a:cubicBezTo>
                    <a:pt x="1072" y="470"/>
                    <a:pt x="1071" y="469"/>
                    <a:pt x="1070" y="468"/>
                  </a:cubicBezTo>
                  <a:lnTo>
                    <a:pt x="1067" y="465"/>
                  </a:lnTo>
                  <a:cubicBezTo>
                    <a:pt x="1066" y="464"/>
                    <a:pt x="1066" y="462"/>
                    <a:pt x="1065" y="461"/>
                  </a:cubicBezTo>
                  <a:lnTo>
                    <a:pt x="1065" y="457"/>
                  </a:lnTo>
                  <a:lnTo>
                    <a:pt x="1063" y="454"/>
                  </a:lnTo>
                  <a:lnTo>
                    <a:pt x="1056" y="448"/>
                  </a:lnTo>
                  <a:lnTo>
                    <a:pt x="1050" y="462"/>
                  </a:lnTo>
                  <a:cubicBezTo>
                    <a:pt x="1049" y="462"/>
                    <a:pt x="1049" y="463"/>
                    <a:pt x="1048" y="464"/>
                  </a:cubicBezTo>
                  <a:lnTo>
                    <a:pt x="1044" y="468"/>
                  </a:lnTo>
                  <a:cubicBezTo>
                    <a:pt x="1043" y="468"/>
                    <a:pt x="1042" y="469"/>
                    <a:pt x="1042" y="469"/>
                  </a:cubicBezTo>
                  <a:lnTo>
                    <a:pt x="1025" y="477"/>
                  </a:lnTo>
                  <a:lnTo>
                    <a:pt x="951" y="494"/>
                  </a:lnTo>
                  <a:cubicBezTo>
                    <a:pt x="949" y="495"/>
                    <a:pt x="946" y="494"/>
                    <a:pt x="944" y="493"/>
                  </a:cubicBezTo>
                  <a:lnTo>
                    <a:pt x="936" y="488"/>
                  </a:lnTo>
                  <a:cubicBezTo>
                    <a:pt x="935" y="486"/>
                    <a:pt x="934" y="485"/>
                    <a:pt x="933" y="483"/>
                  </a:cubicBezTo>
                  <a:lnTo>
                    <a:pt x="932" y="479"/>
                  </a:lnTo>
                  <a:cubicBezTo>
                    <a:pt x="932" y="478"/>
                    <a:pt x="932" y="477"/>
                    <a:pt x="932" y="477"/>
                  </a:cubicBezTo>
                  <a:lnTo>
                    <a:pt x="933" y="472"/>
                  </a:lnTo>
                  <a:cubicBezTo>
                    <a:pt x="933" y="471"/>
                    <a:pt x="933" y="470"/>
                    <a:pt x="934" y="468"/>
                  </a:cubicBezTo>
                  <a:lnTo>
                    <a:pt x="937" y="465"/>
                  </a:lnTo>
                  <a:lnTo>
                    <a:pt x="942" y="459"/>
                  </a:lnTo>
                  <a:lnTo>
                    <a:pt x="946" y="453"/>
                  </a:lnTo>
                  <a:lnTo>
                    <a:pt x="939" y="449"/>
                  </a:lnTo>
                  <a:cubicBezTo>
                    <a:pt x="938" y="449"/>
                    <a:pt x="937" y="448"/>
                    <a:pt x="936" y="446"/>
                  </a:cubicBezTo>
                  <a:lnTo>
                    <a:pt x="932" y="438"/>
                  </a:lnTo>
                  <a:lnTo>
                    <a:pt x="931" y="437"/>
                  </a:lnTo>
                  <a:lnTo>
                    <a:pt x="929" y="427"/>
                  </a:lnTo>
                  <a:lnTo>
                    <a:pt x="926" y="410"/>
                  </a:lnTo>
                  <a:lnTo>
                    <a:pt x="923" y="404"/>
                  </a:lnTo>
                  <a:lnTo>
                    <a:pt x="920" y="400"/>
                  </a:lnTo>
                  <a:lnTo>
                    <a:pt x="916" y="397"/>
                  </a:lnTo>
                  <a:lnTo>
                    <a:pt x="910" y="390"/>
                  </a:lnTo>
                  <a:cubicBezTo>
                    <a:pt x="909" y="389"/>
                    <a:pt x="909" y="388"/>
                    <a:pt x="909" y="387"/>
                  </a:cubicBezTo>
                  <a:lnTo>
                    <a:pt x="907" y="381"/>
                  </a:lnTo>
                  <a:lnTo>
                    <a:pt x="907" y="367"/>
                  </a:lnTo>
                  <a:lnTo>
                    <a:pt x="894" y="369"/>
                  </a:lnTo>
                  <a:cubicBezTo>
                    <a:pt x="893" y="370"/>
                    <a:pt x="891" y="369"/>
                    <a:pt x="890" y="369"/>
                  </a:cubicBezTo>
                  <a:lnTo>
                    <a:pt x="877" y="364"/>
                  </a:lnTo>
                  <a:lnTo>
                    <a:pt x="852" y="351"/>
                  </a:lnTo>
                  <a:lnTo>
                    <a:pt x="842" y="343"/>
                  </a:lnTo>
                  <a:lnTo>
                    <a:pt x="836" y="335"/>
                  </a:lnTo>
                  <a:cubicBezTo>
                    <a:pt x="835" y="335"/>
                    <a:pt x="835" y="334"/>
                    <a:pt x="835" y="334"/>
                  </a:cubicBezTo>
                  <a:lnTo>
                    <a:pt x="830" y="323"/>
                  </a:lnTo>
                  <a:cubicBezTo>
                    <a:pt x="830" y="322"/>
                    <a:pt x="829" y="320"/>
                    <a:pt x="829" y="319"/>
                  </a:cubicBezTo>
                  <a:lnTo>
                    <a:pt x="829" y="314"/>
                  </a:lnTo>
                  <a:lnTo>
                    <a:pt x="830" y="302"/>
                  </a:lnTo>
                  <a:lnTo>
                    <a:pt x="828" y="288"/>
                  </a:lnTo>
                  <a:lnTo>
                    <a:pt x="827" y="284"/>
                  </a:lnTo>
                  <a:lnTo>
                    <a:pt x="823" y="279"/>
                  </a:lnTo>
                  <a:lnTo>
                    <a:pt x="818" y="275"/>
                  </a:lnTo>
                  <a:lnTo>
                    <a:pt x="810" y="270"/>
                  </a:lnTo>
                  <a:cubicBezTo>
                    <a:pt x="809" y="270"/>
                    <a:pt x="809" y="269"/>
                    <a:pt x="808" y="268"/>
                  </a:cubicBezTo>
                  <a:lnTo>
                    <a:pt x="804" y="263"/>
                  </a:lnTo>
                  <a:cubicBezTo>
                    <a:pt x="803" y="263"/>
                    <a:pt x="803" y="262"/>
                    <a:pt x="802" y="261"/>
                  </a:cubicBezTo>
                  <a:lnTo>
                    <a:pt x="800" y="256"/>
                  </a:lnTo>
                  <a:cubicBezTo>
                    <a:pt x="800" y="255"/>
                    <a:pt x="800" y="255"/>
                    <a:pt x="800" y="254"/>
                  </a:cubicBezTo>
                  <a:lnTo>
                    <a:pt x="799" y="244"/>
                  </a:lnTo>
                  <a:lnTo>
                    <a:pt x="798" y="240"/>
                  </a:lnTo>
                  <a:lnTo>
                    <a:pt x="793" y="236"/>
                  </a:lnTo>
                  <a:lnTo>
                    <a:pt x="768" y="219"/>
                  </a:lnTo>
                  <a:lnTo>
                    <a:pt x="759" y="210"/>
                  </a:lnTo>
                  <a:lnTo>
                    <a:pt x="754" y="201"/>
                  </a:lnTo>
                  <a:lnTo>
                    <a:pt x="750" y="188"/>
                  </a:lnTo>
                  <a:lnTo>
                    <a:pt x="748" y="186"/>
                  </a:lnTo>
                  <a:lnTo>
                    <a:pt x="741" y="182"/>
                  </a:lnTo>
                  <a:cubicBezTo>
                    <a:pt x="739" y="181"/>
                    <a:pt x="738" y="179"/>
                    <a:pt x="737" y="177"/>
                  </a:cubicBezTo>
                  <a:lnTo>
                    <a:pt x="736" y="174"/>
                  </a:lnTo>
                  <a:lnTo>
                    <a:pt x="735" y="167"/>
                  </a:lnTo>
                  <a:cubicBezTo>
                    <a:pt x="735" y="166"/>
                    <a:pt x="735" y="165"/>
                    <a:pt x="735" y="164"/>
                  </a:cubicBezTo>
                  <a:lnTo>
                    <a:pt x="737" y="159"/>
                  </a:lnTo>
                  <a:cubicBezTo>
                    <a:pt x="737" y="158"/>
                    <a:pt x="737" y="158"/>
                    <a:pt x="738" y="157"/>
                  </a:cubicBezTo>
                  <a:lnTo>
                    <a:pt x="740" y="152"/>
                  </a:lnTo>
                  <a:lnTo>
                    <a:pt x="750" y="139"/>
                  </a:lnTo>
                  <a:lnTo>
                    <a:pt x="750" y="136"/>
                  </a:lnTo>
                  <a:lnTo>
                    <a:pt x="740" y="130"/>
                  </a:lnTo>
                  <a:cubicBezTo>
                    <a:pt x="739" y="129"/>
                    <a:pt x="738" y="128"/>
                    <a:pt x="737" y="127"/>
                  </a:cubicBezTo>
                  <a:lnTo>
                    <a:pt x="732" y="117"/>
                  </a:lnTo>
                  <a:cubicBezTo>
                    <a:pt x="732" y="117"/>
                    <a:pt x="731" y="116"/>
                    <a:pt x="731" y="115"/>
                  </a:cubicBezTo>
                  <a:lnTo>
                    <a:pt x="730" y="104"/>
                  </a:lnTo>
                  <a:lnTo>
                    <a:pt x="731" y="94"/>
                  </a:lnTo>
                  <a:lnTo>
                    <a:pt x="735" y="76"/>
                  </a:lnTo>
                  <a:lnTo>
                    <a:pt x="735" y="70"/>
                  </a:lnTo>
                  <a:lnTo>
                    <a:pt x="733" y="63"/>
                  </a:lnTo>
                  <a:lnTo>
                    <a:pt x="730" y="57"/>
                  </a:lnTo>
                  <a:lnTo>
                    <a:pt x="722" y="47"/>
                  </a:lnTo>
                  <a:lnTo>
                    <a:pt x="699" y="0"/>
                  </a:lnTo>
                  <a:lnTo>
                    <a:pt x="687" y="8"/>
                  </a:lnTo>
                  <a:lnTo>
                    <a:pt x="687" y="11"/>
                  </a:lnTo>
                  <a:lnTo>
                    <a:pt x="690" y="25"/>
                  </a:lnTo>
                  <a:cubicBezTo>
                    <a:pt x="691" y="26"/>
                    <a:pt x="691" y="27"/>
                    <a:pt x="691" y="27"/>
                  </a:cubicBezTo>
                  <a:lnTo>
                    <a:pt x="691" y="33"/>
                  </a:lnTo>
                  <a:lnTo>
                    <a:pt x="689" y="42"/>
                  </a:lnTo>
                  <a:cubicBezTo>
                    <a:pt x="689" y="43"/>
                    <a:pt x="689" y="44"/>
                    <a:pt x="688" y="45"/>
                  </a:cubicBezTo>
                  <a:lnTo>
                    <a:pt x="684" y="50"/>
                  </a:lnTo>
                  <a:cubicBezTo>
                    <a:pt x="684" y="51"/>
                    <a:pt x="683" y="52"/>
                    <a:pt x="683" y="52"/>
                  </a:cubicBezTo>
                  <a:lnTo>
                    <a:pt x="679" y="56"/>
                  </a:lnTo>
                  <a:lnTo>
                    <a:pt x="665" y="62"/>
                  </a:lnTo>
                  <a:lnTo>
                    <a:pt x="658" y="67"/>
                  </a:lnTo>
                  <a:lnTo>
                    <a:pt x="647" y="77"/>
                  </a:lnTo>
                  <a:lnTo>
                    <a:pt x="643" y="83"/>
                  </a:lnTo>
                  <a:lnTo>
                    <a:pt x="641" y="89"/>
                  </a:lnTo>
                  <a:lnTo>
                    <a:pt x="639" y="95"/>
                  </a:lnTo>
                  <a:lnTo>
                    <a:pt x="635" y="106"/>
                  </a:lnTo>
                  <a:cubicBezTo>
                    <a:pt x="635" y="107"/>
                    <a:pt x="635" y="108"/>
                    <a:pt x="634" y="109"/>
                  </a:cubicBezTo>
                  <a:lnTo>
                    <a:pt x="629" y="114"/>
                  </a:lnTo>
                  <a:lnTo>
                    <a:pt x="622" y="119"/>
                  </a:lnTo>
                  <a:lnTo>
                    <a:pt x="609" y="125"/>
                  </a:lnTo>
                  <a:lnTo>
                    <a:pt x="585" y="139"/>
                  </a:lnTo>
                  <a:lnTo>
                    <a:pt x="582" y="140"/>
                  </a:lnTo>
                  <a:cubicBezTo>
                    <a:pt x="581" y="140"/>
                    <a:pt x="580" y="140"/>
                    <a:pt x="578" y="140"/>
                  </a:cubicBezTo>
                  <a:cubicBezTo>
                    <a:pt x="578" y="139"/>
                    <a:pt x="576" y="139"/>
                    <a:pt x="575" y="138"/>
                  </a:cubicBezTo>
                  <a:lnTo>
                    <a:pt x="568" y="134"/>
                  </a:lnTo>
                  <a:lnTo>
                    <a:pt x="564" y="134"/>
                  </a:lnTo>
                  <a:lnTo>
                    <a:pt x="549" y="135"/>
                  </a:lnTo>
                  <a:lnTo>
                    <a:pt x="536" y="134"/>
                  </a:lnTo>
                  <a:cubicBezTo>
                    <a:pt x="535" y="134"/>
                    <a:pt x="535" y="134"/>
                    <a:pt x="534" y="133"/>
                  </a:cubicBezTo>
                  <a:lnTo>
                    <a:pt x="529" y="131"/>
                  </a:lnTo>
                  <a:lnTo>
                    <a:pt x="528" y="130"/>
                  </a:lnTo>
                  <a:lnTo>
                    <a:pt x="517" y="120"/>
                  </a:lnTo>
                  <a:lnTo>
                    <a:pt x="517" y="123"/>
                  </a:lnTo>
                  <a:cubicBezTo>
                    <a:pt x="517" y="124"/>
                    <a:pt x="517" y="125"/>
                    <a:pt x="517" y="125"/>
                  </a:cubicBezTo>
                  <a:lnTo>
                    <a:pt x="515" y="129"/>
                  </a:lnTo>
                  <a:cubicBezTo>
                    <a:pt x="515" y="131"/>
                    <a:pt x="514" y="132"/>
                    <a:pt x="513" y="133"/>
                  </a:cubicBezTo>
                  <a:lnTo>
                    <a:pt x="510" y="136"/>
                  </a:lnTo>
                  <a:cubicBezTo>
                    <a:pt x="509" y="137"/>
                    <a:pt x="508" y="137"/>
                    <a:pt x="507" y="137"/>
                  </a:cubicBezTo>
                  <a:lnTo>
                    <a:pt x="504" y="139"/>
                  </a:lnTo>
                  <a:lnTo>
                    <a:pt x="502" y="139"/>
                  </a:lnTo>
                  <a:cubicBezTo>
                    <a:pt x="501" y="139"/>
                    <a:pt x="499" y="140"/>
                    <a:pt x="498" y="140"/>
                  </a:cubicBezTo>
                  <a:lnTo>
                    <a:pt x="488" y="138"/>
                  </a:lnTo>
                  <a:lnTo>
                    <a:pt x="480" y="140"/>
                  </a:lnTo>
                  <a:lnTo>
                    <a:pt x="477" y="143"/>
                  </a:lnTo>
                  <a:lnTo>
                    <a:pt x="473" y="151"/>
                  </a:lnTo>
                  <a:lnTo>
                    <a:pt x="467" y="158"/>
                  </a:lnTo>
                  <a:cubicBezTo>
                    <a:pt x="467" y="159"/>
                    <a:pt x="466" y="160"/>
                    <a:pt x="465" y="161"/>
                  </a:cubicBezTo>
                  <a:lnTo>
                    <a:pt x="460" y="163"/>
                  </a:lnTo>
                  <a:cubicBezTo>
                    <a:pt x="459" y="164"/>
                    <a:pt x="458" y="164"/>
                    <a:pt x="457" y="164"/>
                  </a:cubicBezTo>
                  <a:lnTo>
                    <a:pt x="452" y="165"/>
                  </a:lnTo>
                  <a:cubicBezTo>
                    <a:pt x="451" y="165"/>
                    <a:pt x="450" y="165"/>
                    <a:pt x="450" y="165"/>
                  </a:cubicBezTo>
                  <a:lnTo>
                    <a:pt x="445" y="164"/>
                  </a:lnTo>
                  <a:lnTo>
                    <a:pt x="442" y="164"/>
                  </a:lnTo>
                  <a:lnTo>
                    <a:pt x="395" y="178"/>
                  </a:lnTo>
                  <a:lnTo>
                    <a:pt x="390" y="181"/>
                  </a:lnTo>
                  <a:lnTo>
                    <a:pt x="386" y="184"/>
                  </a:lnTo>
                  <a:lnTo>
                    <a:pt x="373" y="198"/>
                  </a:lnTo>
                  <a:lnTo>
                    <a:pt x="376" y="227"/>
                  </a:lnTo>
                  <a:lnTo>
                    <a:pt x="381" y="238"/>
                  </a:lnTo>
                  <a:lnTo>
                    <a:pt x="388" y="253"/>
                  </a:lnTo>
                  <a:lnTo>
                    <a:pt x="394" y="259"/>
                  </a:lnTo>
                  <a:lnTo>
                    <a:pt x="407" y="266"/>
                  </a:lnTo>
                  <a:cubicBezTo>
                    <a:pt x="408" y="267"/>
                    <a:pt x="408" y="267"/>
                    <a:pt x="409" y="268"/>
                  </a:cubicBezTo>
                  <a:lnTo>
                    <a:pt x="435" y="297"/>
                  </a:lnTo>
                  <a:cubicBezTo>
                    <a:pt x="436" y="297"/>
                    <a:pt x="436" y="298"/>
                    <a:pt x="436" y="299"/>
                  </a:cubicBezTo>
                  <a:lnTo>
                    <a:pt x="439" y="304"/>
                  </a:lnTo>
                  <a:cubicBezTo>
                    <a:pt x="440" y="305"/>
                    <a:pt x="440" y="306"/>
                    <a:pt x="440" y="306"/>
                  </a:cubicBezTo>
                  <a:lnTo>
                    <a:pt x="441" y="311"/>
                  </a:lnTo>
                  <a:cubicBezTo>
                    <a:pt x="441" y="312"/>
                    <a:pt x="441" y="313"/>
                    <a:pt x="441" y="314"/>
                  </a:cubicBezTo>
                  <a:lnTo>
                    <a:pt x="440" y="320"/>
                  </a:lnTo>
                  <a:cubicBezTo>
                    <a:pt x="440" y="321"/>
                    <a:pt x="439" y="322"/>
                    <a:pt x="439" y="323"/>
                  </a:cubicBezTo>
                  <a:lnTo>
                    <a:pt x="438" y="330"/>
                  </a:lnTo>
                  <a:lnTo>
                    <a:pt x="439" y="340"/>
                  </a:lnTo>
                  <a:lnTo>
                    <a:pt x="443" y="347"/>
                  </a:lnTo>
                  <a:lnTo>
                    <a:pt x="452" y="359"/>
                  </a:lnTo>
                  <a:cubicBezTo>
                    <a:pt x="453" y="360"/>
                    <a:pt x="454" y="362"/>
                    <a:pt x="454" y="363"/>
                  </a:cubicBezTo>
                  <a:lnTo>
                    <a:pt x="454" y="369"/>
                  </a:lnTo>
                  <a:cubicBezTo>
                    <a:pt x="454" y="370"/>
                    <a:pt x="454" y="372"/>
                    <a:pt x="454" y="373"/>
                  </a:cubicBezTo>
                  <a:lnTo>
                    <a:pt x="451" y="378"/>
                  </a:lnTo>
                  <a:lnTo>
                    <a:pt x="444" y="389"/>
                  </a:lnTo>
                  <a:lnTo>
                    <a:pt x="439" y="402"/>
                  </a:lnTo>
                  <a:cubicBezTo>
                    <a:pt x="439" y="403"/>
                    <a:pt x="439" y="404"/>
                    <a:pt x="438" y="404"/>
                  </a:cubicBezTo>
                  <a:lnTo>
                    <a:pt x="436" y="408"/>
                  </a:lnTo>
                  <a:lnTo>
                    <a:pt x="420" y="423"/>
                  </a:lnTo>
                  <a:lnTo>
                    <a:pt x="408" y="431"/>
                  </a:lnTo>
                  <a:lnTo>
                    <a:pt x="373" y="446"/>
                  </a:lnTo>
                  <a:lnTo>
                    <a:pt x="366" y="449"/>
                  </a:lnTo>
                  <a:lnTo>
                    <a:pt x="355" y="450"/>
                  </a:lnTo>
                  <a:lnTo>
                    <a:pt x="354" y="454"/>
                  </a:lnTo>
                  <a:lnTo>
                    <a:pt x="353" y="459"/>
                  </a:lnTo>
                  <a:lnTo>
                    <a:pt x="353" y="461"/>
                  </a:lnTo>
                  <a:lnTo>
                    <a:pt x="358" y="466"/>
                  </a:lnTo>
                  <a:cubicBezTo>
                    <a:pt x="360" y="467"/>
                    <a:pt x="360" y="468"/>
                    <a:pt x="361" y="469"/>
                  </a:cubicBezTo>
                  <a:lnTo>
                    <a:pt x="363" y="474"/>
                  </a:lnTo>
                  <a:cubicBezTo>
                    <a:pt x="364" y="475"/>
                    <a:pt x="364" y="476"/>
                    <a:pt x="364" y="477"/>
                  </a:cubicBezTo>
                  <a:lnTo>
                    <a:pt x="364" y="483"/>
                  </a:lnTo>
                  <a:lnTo>
                    <a:pt x="363" y="499"/>
                  </a:lnTo>
                  <a:lnTo>
                    <a:pt x="364" y="505"/>
                  </a:lnTo>
                  <a:lnTo>
                    <a:pt x="376" y="526"/>
                  </a:lnTo>
                  <a:lnTo>
                    <a:pt x="378" y="535"/>
                  </a:lnTo>
                  <a:cubicBezTo>
                    <a:pt x="378" y="536"/>
                    <a:pt x="379" y="538"/>
                    <a:pt x="378" y="539"/>
                  </a:cubicBezTo>
                  <a:lnTo>
                    <a:pt x="377" y="545"/>
                  </a:lnTo>
                  <a:cubicBezTo>
                    <a:pt x="377" y="546"/>
                    <a:pt x="376" y="547"/>
                    <a:pt x="375" y="548"/>
                  </a:cubicBezTo>
                  <a:lnTo>
                    <a:pt x="369" y="555"/>
                  </a:lnTo>
                  <a:lnTo>
                    <a:pt x="384" y="566"/>
                  </a:lnTo>
                  <a:lnTo>
                    <a:pt x="388" y="567"/>
                  </a:lnTo>
                  <a:lnTo>
                    <a:pt x="401" y="567"/>
                  </a:lnTo>
                  <a:lnTo>
                    <a:pt x="408" y="569"/>
                  </a:lnTo>
                  <a:cubicBezTo>
                    <a:pt x="408" y="569"/>
                    <a:pt x="409" y="569"/>
                    <a:pt x="410" y="570"/>
                  </a:cubicBezTo>
                  <a:lnTo>
                    <a:pt x="414" y="572"/>
                  </a:lnTo>
                  <a:cubicBezTo>
                    <a:pt x="415" y="573"/>
                    <a:pt x="416" y="573"/>
                    <a:pt x="416" y="574"/>
                  </a:cubicBezTo>
                  <a:lnTo>
                    <a:pt x="419" y="578"/>
                  </a:lnTo>
                  <a:cubicBezTo>
                    <a:pt x="420" y="580"/>
                    <a:pt x="421" y="582"/>
                    <a:pt x="421" y="583"/>
                  </a:cubicBezTo>
                  <a:lnTo>
                    <a:pt x="421" y="588"/>
                  </a:lnTo>
                  <a:cubicBezTo>
                    <a:pt x="421" y="590"/>
                    <a:pt x="420" y="591"/>
                    <a:pt x="419" y="593"/>
                  </a:cubicBezTo>
                  <a:lnTo>
                    <a:pt x="414" y="598"/>
                  </a:lnTo>
                  <a:cubicBezTo>
                    <a:pt x="413" y="599"/>
                    <a:pt x="412" y="600"/>
                    <a:pt x="411" y="600"/>
                  </a:cubicBezTo>
                  <a:lnTo>
                    <a:pt x="401" y="604"/>
                  </a:lnTo>
                  <a:lnTo>
                    <a:pt x="381" y="618"/>
                  </a:lnTo>
                  <a:lnTo>
                    <a:pt x="381" y="619"/>
                  </a:lnTo>
                  <a:lnTo>
                    <a:pt x="385" y="622"/>
                  </a:lnTo>
                  <a:cubicBezTo>
                    <a:pt x="385" y="623"/>
                    <a:pt x="386" y="623"/>
                    <a:pt x="386" y="624"/>
                  </a:cubicBezTo>
                  <a:lnTo>
                    <a:pt x="389" y="627"/>
                  </a:lnTo>
                  <a:cubicBezTo>
                    <a:pt x="390" y="629"/>
                    <a:pt x="391" y="630"/>
                    <a:pt x="391" y="632"/>
                  </a:cubicBezTo>
                  <a:lnTo>
                    <a:pt x="391" y="636"/>
                  </a:lnTo>
                  <a:cubicBezTo>
                    <a:pt x="391" y="638"/>
                    <a:pt x="390" y="641"/>
                    <a:pt x="388" y="642"/>
                  </a:cubicBezTo>
                  <a:lnTo>
                    <a:pt x="383" y="646"/>
                  </a:lnTo>
                  <a:cubicBezTo>
                    <a:pt x="382" y="647"/>
                    <a:pt x="381" y="647"/>
                    <a:pt x="380" y="647"/>
                  </a:cubicBezTo>
                  <a:lnTo>
                    <a:pt x="375" y="649"/>
                  </a:lnTo>
                  <a:lnTo>
                    <a:pt x="363" y="649"/>
                  </a:lnTo>
                  <a:lnTo>
                    <a:pt x="363" y="651"/>
                  </a:lnTo>
                  <a:lnTo>
                    <a:pt x="370" y="664"/>
                  </a:lnTo>
                  <a:lnTo>
                    <a:pt x="377" y="664"/>
                  </a:lnTo>
                  <a:cubicBezTo>
                    <a:pt x="380" y="664"/>
                    <a:pt x="382" y="666"/>
                    <a:pt x="383" y="668"/>
                  </a:cubicBezTo>
                  <a:lnTo>
                    <a:pt x="386" y="673"/>
                  </a:lnTo>
                  <a:cubicBezTo>
                    <a:pt x="386" y="674"/>
                    <a:pt x="387" y="676"/>
                    <a:pt x="387" y="677"/>
                  </a:cubicBezTo>
                  <a:lnTo>
                    <a:pt x="386" y="685"/>
                  </a:lnTo>
                  <a:lnTo>
                    <a:pt x="382" y="702"/>
                  </a:lnTo>
                  <a:lnTo>
                    <a:pt x="381" y="709"/>
                  </a:lnTo>
                  <a:lnTo>
                    <a:pt x="382" y="715"/>
                  </a:lnTo>
                  <a:lnTo>
                    <a:pt x="385" y="724"/>
                  </a:lnTo>
                  <a:cubicBezTo>
                    <a:pt x="385" y="725"/>
                    <a:pt x="385" y="727"/>
                    <a:pt x="385" y="728"/>
                  </a:cubicBezTo>
                  <a:lnTo>
                    <a:pt x="383" y="735"/>
                  </a:lnTo>
                  <a:cubicBezTo>
                    <a:pt x="383" y="735"/>
                    <a:pt x="382" y="736"/>
                    <a:pt x="382" y="737"/>
                  </a:cubicBezTo>
                  <a:lnTo>
                    <a:pt x="378" y="744"/>
                  </a:lnTo>
                  <a:lnTo>
                    <a:pt x="365" y="757"/>
                  </a:lnTo>
                  <a:lnTo>
                    <a:pt x="357" y="762"/>
                  </a:lnTo>
                  <a:lnTo>
                    <a:pt x="353" y="766"/>
                  </a:lnTo>
                  <a:lnTo>
                    <a:pt x="351" y="772"/>
                  </a:lnTo>
                  <a:lnTo>
                    <a:pt x="350" y="782"/>
                  </a:lnTo>
                  <a:lnTo>
                    <a:pt x="351" y="799"/>
                  </a:lnTo>
                  <a:lnTo>
                    <a:pt x="350" y="811"/>
                  </a:lnTo>
                  <a:lnTo>
                    <a:pt x="337" y="852"/>
                  </a:lnTo>
                  <a:cubicBezTo>
                    <a:pt x="336" y="853"/>
                    <a:pt x="336" y="854"/>
                    <a:pt x="335" y="855"/>
                  </a:cubicBezTo>
                  <a:lnTo>
                    <a:pt x="331" y="861"/>
                  </a:lnTo>
                  <a:lnTo>
                    <a:pt x="323" y="868"/>
                  </a:lnTo>
                  <a:lnTo>
                    <a:pt x="307" y="879"/>
                  </a:lnTo>
                  <a:lnTo>
                    <a:pt x="295" y="884"/>
                  </a:lnTo>
                  <a:cubicBezTo>
                    <a:pt x="295" y="885"/>
                    <a:pt x="294" y="885"/>
                    <a:pt x="293" y="885"/>
                  </a:cubicBezTo>
                  <a:lnTo>
                    <a:pt x="289" y="886"/>
                  </a:lnTo>
                  <a:lnTo>
                    <a:pt x="279" y="892"/>
                  </a:lnTo>
                  <a:lnTo>
                    <a:pt x="271" y="902"/>
                  </a:lnTo>
                  <a:lnTo>
                    <a:pt x="267" y="913"/>
                  </a:lnTo>
                  <a:lnTo>
                    <a:pt x="271" y="926"/>
                  </a:lnTo>
                  <a:cubicBezTo>
                    <a:pt x="271" y="927"/>
                    <a:pt x="272" y="928"/>
                    <a:pt x="271" y="929"/>
                  </a:cubicBezTo>
                  <a:lnTo>
                    <a:pt x="271" y="933"/>
                  </a:lnTo>
                  <a:cubicBezTo>
                    <a:pt x="271" y="934"/>
                    <a:pt x="271" y="936"/>
                    <a:pt x="270" y="937"/>
                  </a:cubicBezTo>
                  <a:lnTo>
                    <a:pt x="268" y="940"/>
                  </a:lnTo>
                  <a:cubicBezTo>
                    <a:pt x="267" y="942"/>
                    <a:pt x="266" y="943"/>
                    <a:pt x="264" y="943"/>
                  </a:cubicBezTo>
                  <a:lnTo>
                    <a:pt x="260" y="945"/>
                  </a:lnTo>
                  <a:cubicBezTo>
                    <a:pt x="259" y="946"/>
                    <a:pt x="258" y="946"/>
                    <a:pt x="257" y="946"/>
                  </a:cubicBezTo>
                  <a:lnTo>
                    <a:pt x="245" y="948"/>
                  </a:lnTo>
                  <a:lnTo>
                    <a:pt x="220" y="961"/>
                  </a:lnTo>
                  <a:lnTo>
                    <a:pt x="199" y="966"/>
                  </a:lnTo>
                  <a:lnTo>
                    <a:pt x="191" y="972"/>
                  </a:lnTo>
                  <a:lnTo>
                    <a:pt x="190" y="975"/>
                  </a:lnTo>
                  <a:cubicBezTo>
                    <a:pt x="190" y="977"/>
                    <a:pt x="189" y="978"/>
                    <a:pt x="187" y="979"/>
                  </a:cubicBezTo>
                  <a:lnTo>
                    <a:pt x="183" y="981"/>
                  </a:lnTo>
                  <a:cubicBezTo>
                    <a:pt x="181" y="982"/>
                    <a:pt x="179" y="983"/>
                    <a:pt x="177" y="982"/>
                  </a:cubicBezTo>
                  <a:lnTo>
                    <a:pt x="171" y="980"/>
                  </a:lnTo>
                  <a:cubicBezTo>
                    <a:pt x="170" y="980"/>
                    <a:pt x="170" y="980"/>
                    <a:pt x="169" y="979"/>
                  </a:cubicBezTo>
                  <a:lnTo>
                    <a:pt x="159" y="974"/>
                  </a:lnTo>
                  <a:lnTo>
                    <a:pt x="156" y="976"/>
                  </a:lnTo>
                  <a:lnTo>
                    <a:pt x="157" y="983"/>
                  </a:lnTo>
                  <a:lnTo>
                    <a:pt x="160" y="997"/>
                  </a:lnTo>
                  <a:cubicBezTo>
                    <a:pt x="161" y="999"/>
                    <a:pt x="160" y="1002"/>
                    <a:pt x="159" y="1003"/>
                  </a:cubicBezTo>
                  <a:lnTo>
                    <a:pt x="156" y="1007"/>
                  </a:lnTo>
                  <a:cubicBezTo>
                    <a:pt x="155" y="1008"/>
                    <a:pt x="153" y="1010"/>
                    <a:pt x="151" y="1010"/>
                  </a:cubicBezTo>
                  <a:lnTo>
                    <a:pt x="144" y="1011"/>
                  </a:lnTo>
                  <a:cubicBezTo>
                    <a:pt x="143" y="1011"/>
                    <a:pt x="142" y="1011"/>
                    <a:pt x="141" y="1010"/>
                  </a:cubicBezTo>
                  <a:lnTo>
                    <a:pt x="112" y="1002"/>
                  </a:lnTo>
                  <a:lnTo>
                    <a:pt x="99" y="1000"/>
                  </a:lnTo>
                  <a:lnTo>
                    <a:pt x="84" y="996"/>
                  </a:lnTo>
                  <a:lnTo>
                    <a:pt x="74" y="1020"/>
                  </a:lnTo>
                  <a:lnTo>
                    <a:pt x="73" y="1028"/>
                  </a:lnTo>
                  <a:lnTo>
                    <a:pt x="73" y="1036"/>
                  </a:lnTo>
                  <a:lnTo>
                    <a:pt x="77" y="1053"/>
                  </a:lnTo>
                  <a:cubicBezTo>
                    <a:pt x="77" y="1054"/>
                    <a:pt x="77" y="1055"/>
                    <a:pt x="77" y="1056"/>
                  </a:cubicBezTo>
                  <a:lnTo>
                    <a:pt x="77" y="1061"/>
                  </a:lnTo>
                  <a:cubicBezTo>
                    <a:pt x="76" y="1062"/>
                    <a:pt x="76" y="1063"/>
                    <a:pt x="76" y="1063"/>
                  </a:cubicBezTo>
                  <a:lnTo>
                    <a:pt x="60" y="1099"/>
                  </a:lnTo>
                  <a:lnTo>
                    <a:pt x="58" y="1108"/>
                  </a:lnTo>
                  <a:lnTo>
                    <a:pt x="52" y="1131"/>
                  </a:lnTo>
                  <a:lnTo>
                    <a:pt x="55" y="1144"/>
                  </a:lnTo>
                  <a:cubicBezTo>
                    <a:pt x="55" y="1144"/>
                    <a:pt x="55" y="1145"/>
                    <a:pt x="55" y="1146"/>
                  </a:cubicBezTo>
                  <a:lnTo>
                    <a:pt x="54" y="1153"/>
                  </a:lnTo>
                  <a:cubicBezTo>
                    <a:pt x="54" y="1154"/>
                    <a:pt x="54" y="1155"/>
                    <a:pt x="54" y="1156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bevel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xmlns="" id="{3090C97D-3E1E-42B8-9A5B-EA7BC0463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799" y="2529551"/>
              <a:ext cx="843232" cy="1034365"/>
            </a:xfrm>
            <a:custGeom>
              <a:avLst/>
              <a:gdLst>
                <a:gd name="T0" fmla="*/ 278 w 1324"/>
                <a:gd name="T1" fmla="*/ 22 h 1621"/>
                <a:gd name="T2" fmla="*/ 171 w 1324"/>
                <a:gd name="T3" fmla="*/ 30 h 1621"/>
                <a:gd name="T4" fmla="*/ 95 w 1324"/>
                <a:gd name="T5" fmla="*/ 52 h 1621"/>
                <a:gd name="T6" fmla="*/ 56 w 1324"/>
                <a:gd name="T7" fmla="*/ 149 h 1621"/>
                <a:gd name="T8" fmla="*/ 113 w 1324"/>
                <a:gd name="T9" fmla="*/ 245 h 1621"/>
                <a:gd name="T10" fmla="*/ 119 w 1324"/>
                <a:gd name="T11" fmla="*/ 344 h 1621"/>
                <a:gd name="T12" fmla="*/ 90 w 1324"/>
                <a:gd name="T13" fmla="*/ 412 h 1621"/>
                <a:gd name="T14" fmla="*/ 27 w 1324"/>
                <a:gd name="T15" fmla="*/ 479 h 1621"/>
                <a:gd name="T16" fmla="*/ 33 w 1324"/>
                <a:gd name="T17" fmla="*/ 522 h 1621"/>
                <a:gd name="T18" fmla="*/ 68 w 1324"/>
                <a:gd name="T19" fmla="*/ 613 h 1621"/>
                <a:gd name="T20" fmla="*/ 49 w 1324"/>
                <a:gd name="T21" fmla="*/ 698 h 1621"/>
                <a:gd name="T22" fmla="*/ 68 w 1324"/>
                <a:gd name="T23" fmla="*/ 830 h 1621"/>
                <a:gd name="T24" fmla="*/ 103 w 1324"/>
                <a:gd name="T25" fmla="*/ 978 h 1621"/>
                <a:gd name="T26" fmla="*/ 120 w 1324"/>
                <a:gd name="T27" fmla="*/ 1125 h 1621"/>
                <a:gd name="T28" fmla="*/ 135 w 1324"/>
                <a:gd name="T29" fmla="*/ 1220 h 1621"/>
                <a:gd name="T30" fmla="*/ 218 w 1324"/>
                <a:gd name="T31" fmla="*/ 1239 h 1621"/>
                <a:gd name="T32" fmla="*/ 294 w 1324"/>
                <a:gd name="T33" fmla="*/ 1237 h 1621"/>
                <a:gd name="T34" fmla="*/ 339 w 1324"/>
                <a:gd name="T35" fmla="*/ 1262 h 1621"/>
                <a:gd name="T36" fmla="*/ 411 w 1324"/>
                <a:gd name="T37" fmla="*/ 1255 h 1621"/>
                <a:gd name="T38" fmla="*/ 454 w 1324"/>
                <a:gd name="T39" fmla="*/ 1311 h 1621"/>
                <a:gd name="T40" fmla="*/ 486 w 1324"/>
                <a:gd name="T41" fmla="*/ 1369 h 1621"/>
                <a:gd name="T42" fmla="*/ 558 w 1324"/>
                <a:gd name="T43" fmla="*/ 1405 h 1621"/>
                <a:gd name="T44" fmla="*/ 573 w 1324"/>
                <a:gd name="T45" fmla="*/ 1476 h 1621"/>
                <a:gd name="T46" fmla="*/ 567 w 1324"/>
                <a:gd name="T47" fmla="*/ 1534 h 1621"/>
                <a:gd name="T48" fmla="*/ 576 w 1324"/>
                <a:gd name="T49" fmla="*/ 1617 h 1621"/>
                <a:gd name="T50" fmla="*/ 695 w 1324"/>
                <a:gd name="T51" fmla="*/ 1613 h 1621"/>
                <a:gd name="T52" fmla="*/ 775 w 1324"/>
                <a:gd name="T53" fmla="*/ 1535 h 1621"/>
                <a:gd name="T54" fmla="*/ 850 w 1324"/>
                <a:gd name="T55" fmla="*/ 1536 h 1621"/>
                <a:gd name="T56" fmla="*/ 910 w 1324"/>
                <a:gd name="T57" fmla="*/ 1535 h 1621"/>
                <a:gd name="T58" fmla="*/ 933 w 1324"/>
                <a:gd name="T59" fmla="*/ 1590 h 1621"/>
                <a:gd name="T60" fmla="*/ 1004 w 1324"/>
                <a:gd name="T61" fmla="*/ 1485 h 1621"/>
                <a:gd name="T62" fmla="*/ 1051 w 1324"/>
                <a:gd name="T63" fmla="*/ 1379 h 1621"/>
                <a:gd name="T64" fmla="*/ 1165 w 1324"/>
                <a:gd name="T65" fmla="*/ 1382 h 1621"/>
                <a:gd name="T66" fmla="*/ 1273 w 1324"/>
                <a:gd name="T67" fmla="*/ 1393 h 1621"/>
                <a:gd name="T68" fmla="*/ 1256 w 1324"/>
                <a:gd name="T69" fmla="*/ 1327 h 1621"/>
                <a:gd name="T70" fmla="*/ 1250 w 1324"/>
                <a:gd name="T71" fmla="*/ 1209 h 1621"/>
                <a:gd name="T72" fmla="*/ 1250 w 1324"/>
                <a:gd name="T73" fmla="*/ 1155 h 1621"/>
                <a:gd name="T74" fmla="*/ 1244 w 1324"/>
                <a:gd name="T75" fmla="*/ 1116 h 1621"/>
                <a:gd name="T76" fmla="*/ 1214 w 1324"/>
                <a:gd name="T77" fmla="*/ 998 h 1621"/>
                <a:gd name="T78" fmla="*/ 1311 w 1324"/>
                <a:gd name="T79" fmla="*/ 881 h 1621"/>
                <a:gd name="T80" fmla="*/ 1293 w 1324"/>
                <a:gd name="T81" fmla="*/ 743 h 1621"/>
                <a:gd name="T82" fmla="*/ 1278 w 1324"/>
                <a:gd name="T83" fmla="*/ 664 h 1621"/>
                <a:gd name="T84" fmla="*/ 1303 w 1324"/>
                <a:gd name="T85" fmla="*/ 594 h 1621"/>
                <a:gd name="T86" fmla="*/ 1259 w 1324"/>
                <a:gd name="T87" fmla="*/ 600 h 1621"/>
                <a:gd name="T88" fmla="*/ 1202 w 1324"/>
                <a:gd name="T89" fmla="*/ 601 h 1621"/>
                <a:gd name="T90" fmla="*/ 1157 w 1324"/>
                <a:gd name="T91" fmla="*/ 547 h 1621"/>
                <a:gd name="T92" fmla="*/ 1101 w 1324"/>
                <a:gd name="T93" fmla="*/ 548 h 1621"/>
                <a:gd name="T94" fmla="*/ 1045 w 1324"/>
                <a:gd name="T95" fmla="*/ 509 h 1621"/>
                <a:gd name="T96" fmla="*/ 1047 w 1324"/>
                <a:gd name="T97" fmla="*/ 444 h 1621"/>
                <a:gd name="T98" fmla="*/ 995 w 1324"/>
                <a:gd name="T99" fmla="*/ 379 h 1621"/>
                <a:gd name="T100" fmla="*/ 965 w 1324"/>
                <a:gd name="T101" fmla="*/ 323 h 1621"/>
                <a:gd name="T102" fmla="*/ 892 w 1324"/>
                <a:gd name="T103" fmla="*/ 297 h 1621"/>
                <a:gd name="T104" fmla="*/ 740 w 1324"/>
                <a:gd name="T105" fmla="*/ 343 h 1621"/>
                <a:gd name="T106" fmla="*/ 668 w 1324"/>
                <a:gd name="T107" fmla="*/ 347 h 1621"/>
                <a:gd name="T108" fmla="*/ 608 w 1324"/>
                <a:gd name="T109" fmla="*/ 350 h 1621"/>
                <a:gd name="T110" fmla="*/ 529 w 1324"/>
                <a:gd name="T111" fmla="*/ 352 h 1621"/>
                <a:gd name="T112" fmla="*/ 500 w 1324"/>
                <a:gd name="T113" fmla="*/ 316 h 1621"/>
                <a:gd name="T114" fmla="*/ 451 w 1324"/>
                <a:gd name="T115" fmla="*/ 211 h 1621"/>
                <a:gd name="T116" fmla="*/ 403 w 1324"/>
                <a:gd name="T117" fmla="*/ 195 h 1621"/>
                <a:gd name="T118" fmla="*/ 370 w 1324"/>
                <a:gd name="T119" fmla="*/ 116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24" h="1621">
                  <a:moveTo>
                    <a:pt x="371" y="106"/>
                  </a:moveTo>
                  <a:lnTo>
                    <a:pt x="368" y="100"/>
                  </a:lnTo>
                  <a:lnTo>
                    <a:pt x="362" y="91"/>
                  </a:lnTo>
                  <a:lnTo>
                    <a:pt x="330" y="48"/>
                  </a:lnTo>
                  <a:lnTo>
                    <a:pt x="324" y="42"/>
                  </a:lnTo>
                  <a:lnTo>
                    <a:pt x="317" y="36"/>
                  </a:lnTo>
                  <a:lnTo>
                    <a:pt x="303" y="29"/>
                  </a:lnTo>
                  <a:lnTo>
                    <a:pt x="298" y="28"/>
                  </a:lnTo>
                  <a:lnTo>
                    <a:pt x="291" y="30"/>
                  </a:lnTo>
                  <a:cubicBezTo>
                    <a:pt x="289" y="31"/>
                    <a:pt x="286" y="30"/>
                    <a:pt x="284" y="29"/>
                  </a:cubicBezTo>
                  <a:lnTo>
                    <a:pt x="281" y="26"/>
                  </a:lnTo>
                  <a:cubicBezTo>
                    <a:pt x="280" y="25"/>
                    <a:pt x="279" y="24"/>
                    <a:pt x="278" y="22"/>
                  </a:cubicBezTo>
                  <a:lnTo>
                    <a:pt x="276" y="14"/>
                  </a:lnTo>
                  <a:lnTo>
                    <a:pt x="274" y="0"/>
                  </a:lnTo>
                  <a:lnTo>
                    <a:pt x="267" y="7"/>
                  </a:lnTo>
                  <a:lnTo>
                    <a:pt x="260" y="20"/>
                  </a:lnTo>
                  <a:cubicBezTo>
                    <a:pt x="259" y="22"/>
                    <a:pt x="258" y="23"/>
                    <a:pt x="257" y="24"/>
                  </a:cubicBezTo>
                  <a:lnTo>
                    <a:pt x="252" y="26"/>
                  </a:lnTo>
                  <a:cubicBezTo>
                    <a:pt x="251" y="27"/>
                    <a:pt x="249" y="27"/>
                    <a:pt x="248" y="27"/>
                  </a:cubicBezTo>
                  <a:lnTo>
                    <a:pt x="243" y="26"/>
                  </a:lnTo>
                  <a:cubicBezTo>
                    <a:pt x="242" y="26"/>
                    <a:pt x="242" y="26"/>
                    <a:pt x="241" y="26"/>
                  </a:cubicBezTo>
                  <a:lnTo>
                    <a:pt x="230" y="22"/>
                  </a:lnTo>
                  <a:lnTo>
                    <a:pt x="180" y="31"/>
                  </a:lnTo>
                  <a:lnTo>
                    <a:pt x="171" y="30"/>
                  </a:lnTo>
                  <a:cubicBezTo>
                    <a:pt x="170" y="30"/>
                    <a:pt x="169" y="30"/>
                    <a:pt x="168" y="30"/>
                  </a:cubicBezTo>
                  <a:lnTo>
                    <a:pt x="164" y="28"/>
                  </a:lnTo>
                  <a:lnTo>
                    <a:pt x="141" y="26"/>
                  </a:lnTo>
                  <a:lnTo>
                    <a:pt x="133" y="29"/>
                  </a:lnTo>
                  <a:lnTo>
                    <a:pt x="131" y="32"/>
                  </a:lnTo>
                  <a:cubicBezTo>
                    <a:pt x="130" y="33"/>
                    <a:pt x="128" y="34"/>
                    <a:pt x="127" y="34"/>
                  </a:cubicBezTo>
                  <a:lnTo>
                    <a:pt x="124" y="35"/>
                  </a:lnTo>
                  <a:cubicBezTo>
                    <a:pt x="123" y="35"/>
                    <a:pt x="123" y="35"/>
                    <a:pt x="122" y="35"/>
                  </a:cubicBezTo>
                  <a:lnTo>
                    <a:pt x="100" y="34"/>
                  </a:lnTo>
                  <a:lnTo>
                    <a:pt x="99" y="35"/>
                  </a:lnTo>
                  <a:lnTo>
                    <a:pt x="96" y="50"/>
                  </a:lnTo>
                  <a:cubicBezTo>
                    <a:pt x="96" y="51"/>
                    <a:pt x="95" y="52"/>
                    <a:pt x="95" y="52"/>
                  </a:cubicBezTo>
                  <a:lnTo>
                    <a:pt x="91" y="60"/>
                  </a:lnTo>
                  <a:lnTo>
                    <a:pt x="90" y="67"/>
                  </a:lnTo>
                  <a:lnTo>
                    <a:pt x="92" y="80"/>
                  </a:lnTo>
                  <a:lnTo>
                    <a:pt x="99" y="93"/>
                  </a:lnTo>
                  <a:cubicBezTo>
                    <a:pt x="99" y="95"/>
                    <a:pt x="99" y="96"/>
                    <a:pt x="99" y="98"/>
                  </a:cubicBezTo>
                  <a:lnTo>
                    <a:pt x="98" y="102"/>
                  </a:lnTo>
                  <a:cubicBezTo>
                    <a:pt x="98" y="103"/>
                    <a:pt x="97" y="104"/>
                    <a:pt x="97" y="104"/>
                  </a:cubicBezTo>
                  <a:lnTo>
                    <a:pt x="84" y="129"/>
                  </a:lnTo>
                  <a:cubicBezTo>
                    <a:pt x="84" y="130"/>
                    <a:pt x="84" y="130"/>
                    <a:pt x="83" y="131"/>
                  </a:cubicBezTo>
                  <a:lnTo>
                    <a:pt x="77" y="137"/>
                  </a:lnTo>
                  <a:cubicBezTo>
                    <a:pt x="76" y="137"/>
                    <a:pt x="76" y="138"/>
                    <a:pt x="75" y="138"/>
                  </a:cubicBezTo>
                  <a:lnTo>
                    <a:pt x="56" y="149"/>
                  </a:lnTo>
                  <a:lnTo>
                    <a:pt x="52" y="155"/>
                  </a:lnTo>
                  <a:lnTo>
                    <a:pt x="49" y="172"/>
                  </a:lnTo>
                  <a:lnTo>
                    <a:pt x="56" y="173"/>
                  </a:lnTo>
                  <a:lnTo>
                    <a:pt x="76" y="179"/>
                  </a:lnTo>
                  <a:lnTo>
                    <a:pt x="84" y="183"/>
                  </a:lnTo>
                  <a:lnTo>
                    <a:pt x="89" y="187"/>
                  </a:lnTo>
                  <a:lnTo>
                    <a:pt x="94" y="192"/>
                  </a:lnTo>
                  <a:cubicBezTo>
                    <a:pt x="94" y="193"/>
                    <a:pt x="95" y="194"/>
                    <a:pt x="95" y="195"/>
                  </a:cubicBezTo>
                  <a:lnTo>
                    <a:pt x="97" y="200"/>
                  </a:lnTo>
                  <a:lnTo>
                    <a:pt x="106" y="236"/>
                  </a:lnTo>
                  <a:lnTo>
                    <a:pt x="109" y="242"/>
                  </a:lnTo>
                  <a:lnTo>
                    <a:pt x="113" y="245"/>
                  </a:lnTo>
                  <a:lnTo>
                    <a:pt x="127" y="257"/>
                  </a:lnTo>
                  <a:lnTo>
                    <a:pt x="136" y="266"/>
                  </a:lnTo>
                  <a:cubicBezTo>
                    <a:pt x="136" y="267"/>
                    <a:pt x="137" y="268"/>
                    <a:pt x="137" y="269"/>
                  </a:cubicBezTo>
                  <a:lnTo>
                    <a:pt x="139" y="274"/>
                  </a:lnTo>
                  <a:lnTo>
                    <a:pt x="141" y="280"/>
                  </a:lnTo>
                  <a:lnTo>
                    <a:pt x="143" y="294"/>
                  </a:lnTo>
                  <a:cubicBezTo>
                    <a:pt x="143" y="295"/>
                    <a:pt x="143" y="296"/>
                    <a:pt x="143" y="297"/>
                  </a:cubicBezTo>
                  <a:lnTo>
                    <a:pt x="140" y="306"/>
                  </a:lnTo>
                  <a:lnTo>
                    <a:pt x="130" y="330"/>
                  </a:lnTo>
                  <a:lnTo>
                    <a:pt x="125" y="338"/>
                  </a:lnTo>
                  <a:cubicBezTo>
                    <a:pt x="125" y="339"/>
                    <a:pt x="124" y="339"/>
                    <a:pt x="123" y="340"/>
                  </a:cubicBezTo>
                  <a:lnTo>
                    <a:pt x="119" y="344"/>
                  </a:lnTo>
                  <a:lnTo>
                    <a:pt x="108" y="350"/>
                  </a:lnTo>
                  <a:lnTo>
                    <a:pt x="104" y="354"/>
                  </a:lnTo>
                  <a:lnTo>
                    <a:pt x="92" y="367"/>
                  </a:lnTo>
                  <a:cubicBezTo>
                    <a:pt x="92" y="368"/>
                    <a:pt x="91" y="369"/>
                    <a:pt x="90" y="369"/>
                  </a:cubicBezTo>
                  <a:lnTo>
                    <a:pt x="85" y="371"/>
                  </a:lnTo>
                  <a:cubicBezTo>
                    <a:pt x="84" y="371"/>
                    <a:pt x="83" y="371"/>
                    <a:pt x="82" y="371"/>
                  </a:cubicBezTo>
                  <a:lnTo>
                    <a:pt x="80" y="371"/>
                  </a:lnTo>
                  <a:lnTo>
                    <a:pt x="84" y="393"/>
                  </a:lnTo>
                  <a:lnTo>
                    <a:pt x="88" y="400"/>
                  </a:lnTo>
                  <a:cubicBezTo>
                    <a:pt x="89" y="401"/>
                    <a:pt x="89" y="402"/>
                    <a:pt x="89" y="402"/>
                  </a:cubicBezTo>
                  <a:lnTo>
                    <a:pt x="90" y="407"/>
                  </a:lnTo>
                  <a:cubicBezTo>
                    <a:pt x="90" y="409"/>
                    <a:pt x="90" y="410"/>
                    <a:pt x="90" y="412"/>
                  </a:cubicBezTo>
                  <a:lnTo>
                    <a:pt x="83" y="427"/>
                  </a:lnTo>
                  <a:lnTo>
                    <a:pt x="85" y="437"/>
                  </a:lnTo>
                  <a:lnTo>
                    <a:pt x="84" y="444"/>
                  </a:lnTo>
                  <a:cubicBezTo>
                    <a:pt x="84" y="445"/>
                    <a:pt x="84" y="446"/>
                    <a:pt x="83" y="447"/>
                  </a:cubicBezTo>
                  <a:lnTo>
                    <a:pt x="79" y="453"/>
                  </a:lnTo>
                  <a:cubicBezTo>
                    <a:pt x="79" y="455"/>
                    <a:pt x="78" y="455"/>
                    <a:pt x="77" y="456"/>
                  </a:cubicBezTo>
                  <a:lnTo>
                    <a:pt x="72" y="459"/>
                  </a:lnTo>
                  <a:lnTo>
                    <a:pt x="54" y="467"/>
                  </a:lnTo>
                  <a:lnTo>
                    <a:pt x="40" y="476"/>
                  </a:lnTo>
                  <a:cubicBezTo>
                    <a:pt x="39" y="477"/>
                    <a:pt x="38" y="477"/>
                    <a:pt x="38" y="477"/>
                  </a:cubicBezTo>
                  <a:lnTo>
                    <a:pt x="33" y="479"/>
                  </a:lnTo>
                  <a:lnTo>
                    <a:pt x="27" y="479"/>
                  </a:lnTo>
                  <a:lnTo>
                    <a:pt x="16" y="479"/>
                  </a:lnTo>
                  <a:lnTo>
                    <a:pt x="3" y="482"/>
                  </a:lnTo>
                  <a:lnTo>
                    <a:pt x="1" y="484"/>
                  </a:lnTo>
                  <a:lnTo>
                    <a:pt x="0" y="496"/>
                  </a:lnTo>
                  <a:lnTo>
                    <a:pt x="1" y="501"/>
                  </a:lnTo>
                  <a:lnTo>
                    <a:pt x="3" y="502"/>
                  </a:lnTo>
                  <a:lnTo>
                    <a:pt x="5" y="502"/>
                  </a:lnTo>
                  <a:cubicBezTo>
                    <a:pt x="6" y="502"/>
                    <a:pt x="7" y="502"/>
                    <a:pt x="7" y="502"/>
                  </a:cubicBezTo>
                  <a:lnTo>
                    <a:pt x="12" y="504"/>
                  </a:lnTo>
                  <a:cubicBezTo>
                    <a:pt x="13" y="504"/>
                    <a:pt x="14" y="505"/>
                    <a:pt x="14" y="505"/>
                  </a:cubicBezTo>
                  <a:lnTo>
                    <a:pt x="19" y="508"/>
                  </a:lnTo>
                  <a:lnTo>
                    <a:pt x="33" y="522"/>
                  </a:lnTo>
                  <a:lnTo>
                    <a:pt x="40" y="529"/>
                  </a:lnTo>
                  <a:lnTo>
                    <a:pt x="48" y="544"/>
                  </a:lnTo>
                  <a:lnTo>
                    <a:pt x="51" y="553"/>
                  </a:lnTo>
                  <a:cubicBezTo>
                    <a:pt x="51" y="554"/>
                    <a:pt x="51" y="555"/>
                    <a:pt x="51" y="556"/>
                  </a:cubicBezTo>
                  <a:lnTo>
                    <a:pt x="51" y="563"/>
                  </a:lnTo>
                  <a:cubicBezTo>
                    <a:pt x="51" y="564"/>
                    <a:pt x="51" y="565"/>
                    <a:pt x="50" y="566"/>
                  </a:cubicBezTo>
                  <a:lnTo>
                    <a:pt x="47" y="573"/>
                  </a:lnTo>
                  <a:lnTo>
                    <a:pt x="47" y="576"/>
                  </a:lnTo>
                  <a:lnTo>
                    <a:pt x="49" y="581"/>
                  </a:lnTo>
                  <a:lnTo>
                    <a:pt x="63" y="599"/>
                  </a:lnTo>
                  <a:cubicBezTo>
                    <a:pt x="63" y="600"/>
                    <a:pt x="64" y="600"/>
                    <a:pt x="64" y="601"/>
                  </a:cubicBezTo>
                  <a:lnTo>
                    <a:pt x="68" y="613"/>
                  </a:lnTo>
                  <a:cubicBezTo>
                    <a:pt x="69" y="615"/>
                    <a:pt x="69" y="617"/>
                    <a:pt x="68" y="619"/>
                  </a:cubicBezTo>
                  <a:cubicBezTo>
                    <a:pt x="67" y="621"/>
                    <a:pt x="65" y="622"/>
                    <a:pt x="63" y="623"/>
                  </a:cubicBezTo>
                  <a:lnTo>
                    <a:pt x="53" y="627"/>
                  </a:lnTo>
                  <a:cubicBezTo>
                    <a:pt x="52" y="627"/>
                    <a:pt x="51" y="627"/>
                    <a:pt x="51" y="627"/>
                  </a:cubicBezTo>
                  <a:lnTo>
                    <a:pt x="33" y="627"/>
                  </a:lnTo>
                  <a:lnTo>
                    <a:pt x="29" y="629"/>
                  </a:lnTo>
                  <a:lnTo>
                    <a:pt x="14" y="637"/>
                  </a:lnTo>
                  <a:lnTo>
                    <a:pt x="23" y="649"/>
                  </a:lnTo>
                  <a:lnTo>
                    <a:pt x="30" y="661"/>
                  </a:lnTo>
                  <a:lnTo>
                    <a:pt x="37" y="680"/>
                  </a:lnTo>
                  <a:lnTo>
                    <a:pt x="48" y="696"/>
                  </a:lnTo>
                  <a:cubicBezTo>
                    <a:pt x="49" y="696"/>
                    <a:pt x="49" y="697"/>
                    <a:pt x="49" y="698"/>
                  </a:cubicBezTo>
                  <a:lnTo>
                    <a:pt x="50" y="702"/>
                  </a:lnTo>
                  <a:lnTo>
                    <a:pt x="50" y="709"/>
                  </a:lnTo>
                  <a:lnTo>
                    <a:pt x="45" y="735"/>
                  </a:lnTo>
                  <a:lnTo>
                    <a:pt x="32" y="765"/>
                  </a:lnTo>
                  <a:lnTo>
                    <a:pt x="25" y="774"/>
                  </a:lnTo>
                  <a:lnTo>
                    <a:pt x="22" y="782"/>
                  </a:lnTo>
                  <a:lnTo>
                    <a:pt x="23" y="786"/>
                  </a:lnTo>
                  <a:lnTo>
                    <a:pt x="31" y="796"/>
                  </a:lnTo>
                  <a:lnTo>
                    <a:pt x="38" y="799"/>
                  </a:lnTo>
                  <a:lnTo>
                    <a:pt x="41" y="802"/>
                  </a:lnTo>
                  <a:lnTo>
                    <a:pt x="58" y="823"/>
                  </a:lnTo>
                  <a:lnTo>
                    <a:pt x="68" y="830"/>
                  </a:lnTo>
                  <a:cubicBezTo>
                    <a:pt x="68" y="831"/>
                    <a:pt x="69" y="832"/>
                    <a:pt x="69" y="832"/>
                  </a:cubicBezTo>
                  <a:lnTo>
                    <a:pt x="72" y="837"/>
                  </a:lnTo>
                  <a:lnTo>
                    <a:pt x="74" y="845"/>
                  </a:lnTo>
                  <a:lnTo>
                    <a:pt x="79" y="873"/>
                  </a:lnTo>
                  <a:lnTo>
                    <a:pt x="82" y="879"/>
                  </a:lnTo>
                  <a:lnTo>
                    <a:pt x="90" y="901"/>
                  </a:lnTo>
                  <a:lnTo>
                    <a:pt x="100" y="940"/>
                  </a:lnTo>
                  <a:lnTo>
                    <a:pt x="101" y="946"/>
                  </a:lnTo>
                  <a:lnTo>
                    <a:pt x="101" y="953"/>
                  </a:lnTo>
                  <a:lnTo>
                    <a:pt x="99" y="971"/>
                  </a:lnTo>
                  <a:lnTo>
                    <a:pt x="100" y="973"/>
                  </a:lnTo>
                  <a:lnTo>
                    <a:pt x="103" y="978"/>
                  </a:lnTo>
                  <a:lnTo>
                    <a:pt x="116" y="991"/>
                  </a:lnTo>
                  <a:lnTo>
                    <a:pt x="117" y="994"/>
                  </a:lnTo>
                  <a:cubicBezTo>
                    <a:pt x="118" y="995"/>
                    <a:pt x="118" y="996"/>
                    <a:pt x="118" y="997"/>
                  </a:cubicBezTo>
                  <a:lnTo>
                    <a:pt x="119" y="1011"/>
                  </a:lnTo>
                  <a:lnTo>
                    <a:pt x="119" y="1030"/>
                  </a:lnTo>
                  <a:lnTo>
                    <a:pt x="122" y="1043"/>
                  </a:lnTo>
                  <a:lnTo>
                    <a:pt x="122" y="1050"/>
                  </a:lnTo>
                  <a:lnTo>
                    <a:pt x="120" y="1059"/>
                  </a:lnTo>
                  <a:lnTo>
                    <a:pt x="111" y="1092"/>
                  </a:lnTo>
                  <a:lnTo>
                    <a:pt x="113" y="1101"/>
                  </a:lnTo>
                  <a:lnTo>
                    <a:pt x="120" y="1118"/>
                  </a:lnTo>
                  <a:lnTo>
                    <a:pt x="120" y="1125"/>
                  </a:lnTo>
                  <a:cubicBezTo>
                    <a:pt x="120" y="1126"/>
                    <a:pt x="120" y="1126"/>
                    <a:pt x="120" y="1127"/>
                  </a:cubicBezTo>
                  <a:lnTo>
                    <a:pt x="115" y="1141"/>
                  </a:lnTo>
                  <a:lnTo>
                    <a:pt x="101" y="1169"/>
                  </a:lnTo>
                  <a:lnTo>
                    <a:pt x="98" y="1190"/>
                  </a:lnTo>
                  <a:lnTo>
                    <a:pt x="100" y="1197"/>
                  </a:lnTo>
                  <a:lnTo>
                    <a:pt x="102" y="1200"/>
                  </a:lnTo>
                  <a:lnTo>
                    <a:pt x="108" y="1207"/>
                  </a:lnTo>
                  <a:lnTo>
                    <a:pt x="117" y="1214"/>
                  </a:lnTo>
                  <a:lnTo>
                    <a:pt x="125" y="1218"/>
                  </a:lnTo>
                  <a:lnTo>
                    <a:pt x="129" y="1221"/>
                  </a:lnTo>
                  <a:lnTo>
                    <a:pt x="132" y="1220"/>
                  </a:lnTo>
                  <a:cubicBezTo>
                    <a:pt x="133" y="1220"/>
                    <a:pt x="134" y="1220"/>
                    <a:pt x="135" y="1220"/>
                  </a:cubicBezTo>
                  <a:lnTo>
                    <a:pt x="141" y="1220"/>
                  </a:lnTo>
                  <a:cubicBezTo>
                    <a:pt x="142" y="1220"/>
                    <a:pt x="142" y="1220"/>
                    <a:pt x="143" y="1220"/>
                  </a:cubicBezTo>
                  <a:lnTo>
                    <a:pt x="152" y="1223"/>
                  </a:lnTo>
                  <a:cubicBezTo>
                    <a:pt x="153" y="1224"/>
                    <a:pt x="153" y="1224"/>
                    <a:pt x="154" y="1224"/>
                  </a:cubicBezTo>
                  <a:lnTo>
                    <a:pt x="160" y="1229"/>
                  </a:lnTo>
                  <a:cubicBezTo>
                    <a:pt x="161" y="1229"/>
                    <a:pt x="161" y="1230"/>
                    <a:pt x="161" y="1230"/>
                  </a:cubicBezTo>
                  <a:lnTo>
                    <a:pt x="177" y="1249"/>
                  </a:lnTo>
                  <a:lnTo>
                    <a:pt x="182" y="1250"/>
                  </a:lnTo>
                  <a:lnTo>
                    <a:pt x="200" y="1241"/>
                  </a:lnTo>
                  <a:cubicBezTo>
                    <a:pt x="201" y="1240"/>
                    <a:pt x="201" y="1240"/>
                    <a:pt x="202" y="1240"/>
                  </a:cubicBezTo>
                  <a:lnTo>
                    <a:pt x="209" y="1239"/>
                  </a:lnTo>
                  <a:lnTo>
                    <a:pt x="218" y="1239"/>
                  </a:lnTo>
                  <a:lnTo>
                    <a:pt x="233" y="1242"/>
                  </a:lnTo>
                  <a:lnTo>
                    <a:pt x="243" y="1245"/>
                  </a:lnTo>
                  <a:lnTo>
                    <a:pt x="254" y="1252"/>
                  </a:lnTo>
                  <a:lnTo>
                    <a:pt x="256" y="1251"/>
                  </a:lnTo>
                  <a:lnTo>
                    <a:pt x="259" y="1249"/>
                  </a:lnTo>
                  <a:lnTo>
                    <a:pt x="264" y="1241"/>
                  </a:lnTo>
                  <a:cubicBezTo>
                    <a:pt x="264" y="1240"/>
                    <a:pt x="265" y="1239"/>
                    <a:pt x="265" y="1239"/>
                  </a:cubicBezTo>
                  <a:lnTo>
                    <a:pt x="269" y="1236"/>
                  </a:lnTo>
                  <a:cubicBezTo>
                    <a:pt x="270" y="1235"/>
                    <a:pt x="271" y="1234"/>
                    <a:pt x="272" y="1234"/>
                  </a:cubicBezTo>
                  <a:lnTo>
                    <a:pt x="277" y="1233"/>
                  </a:lnTo>
                  <a:cubicBezTo>
                    <a:pt x="279" y="1232"/>
                    <a:pt x="280" y="1232"/>
                    <a:pt x="282" y="1233"/>
                  </a:cubicBezTo>
                  <a:lnTo>
                    <a:pt x="294" y="1237"/>
                  </a:lnTo>
                  <a:cubicBezTo>
                    <a:pt x="296" y="1237"/>
                    <a:pt x="298" y="1238"/>
                    <a:pt x="299" y="1240"/>
                  </a:cubicBezTo>
                  <a:lnTo>
                    <a:pt x="301" y="1244"/>
                  </a:lnTo>
                  <a:cubicBezTo>
                    <a:pt x="302" y="1245"/>
                    <a:pt x="302" y="1245"/>
                    <a:pt x="302" y="1246"/>
                  </a:cubicBezTo>
                  <a:lnTo>
                    <a:pt x="306" y="1255"/>
                  </a:lnTo>
                  <a:lnTo>
                    <a:pt x="311" y="1263"/>
                  </a:lnTo>
                  <a:cubicBezTo>
                    <a:pt x="311" y="1264"/>
                    <a:pt x="311" y="1265"/>
                    <a:pt x="312" y="1266"/>
                  </a:cubicBezTo>
                  <a:lnTo>
                    <a:pt x="312" y="1270"/>
                  </a:lnTo>
                  <a:cubicBezTo>
                    <a:pt x="312" y="1271"/>
                    <a:pt x="312" y="1272"/>
                    <a:pt x="312" y="1272"/>
                  </a:cubicBezTo>
                  <a:lnTo>
                    <a:pt x="312" y="1277"/>
                  </a:lnTo>
                  <a:lnTo>
                    <a:pt x="315" y="1276"/>
                  </a:lnTo>
                  <a:lnTo>
                    <a:pt x="320" y="1275"/>
                  </a:lnTo>
                  <a:lnTo>
                    <a:pt x="339" y="1262"/>
                  </a:lnTo>
                  <a:lnTo>
                    <a:pt x="348" y="1258"/>
                  </a:lnTo>
                  <a:lnTo>
                    <a:pt x="351" y="1242"/>
                  </a:lnTo>
                  <a:cubicBezTo>
                    <a:pt x="352" y="1240"/>
                    <a:pt x="353" y="1238"/>
                    <a:pt x="355" y="1237"/>
                  </a:cubicBezTo>
                  <a:lnTo>
                    <a:pt x="363" y="1233"/>
                  </a:lnTo>
                  <a:lnTo>
                    <a:pt x="364" y="1229"/>
                  </a:lnTo>
                  <a:lnTo>
                    <a:pt x="364" y="1220"/>
                  </a:lnTo>
                  <a:lnTo>
                    <a:pt x="366" y="1215"/>
                  </a:lnTo>
                  <a:cubicBezTo>
                    <a:pt x="367" y="1211"/>
                    <a:pt x="371" y="1209"/>
                    <a:pt x="375" y="1210"/>
                  </a:cubicBezTo>
                  <a:lnTo>
                    <a:pt x="389" y="1212"/>
                  </a:lnTo>
                  <a:cubicBezTo>
                    <a:pt x="391" y="1213"/>
                    <a:pt x="393" y="1214"/>
                    <a:pt x="394" y="1216"/>
                  </a:cubicBezTo>
                  <a:lnTo>
                    <a:pt x="407" y="1239"/>
                  </a:lnTo>
                  <a:lnTo>
                    <a:pt x="411" y="1255"/>
                  </a:lnTo>
                  <a:lnTo>
                    <a:pt x="425" y="1270"/>
                  </a:lnTo>
                  <a:cubicBezTo>
                    <a:pt x="426" y="1271"/>
                    <a:pt x="426" y="1271"/>
                    <a:pt x="427" y="1272"/>
                  </a:cubicBezTo>
                  <a:lnTo>
                    <a:pt x="429" y="1274"/>
                  </a:lnTo>
                  <a:cubicBezTo>
                    <a:pt x="430" y="1274"/>
                    <a:pt x="431" y="1275"/>
                    <a:pt x="431" y="1276"/>
                  </a:cubicBezTo>
                  <a:lnTo>
                    <a:pt x="433" y="1280"/>
                  </a:lnTo>
                  <a:lnTo>
                    <a:pt x="436" y="1289"/>
                  </a:lnTo>
                  <a:lnTo>
                    <a:pt x="442" y="1298"/>
                  </a:lnTo>
                  <a:lnTo>
                    <a:pt x="446" y="1300"/>
                  </a:lnTo>
                  <a:cubicBezTo>
                    <a:pt x="447" y="1301"/>
                    <a:pt x="448" y="1302"/>
                    <a:pt x="449" y="1303"/>
                  </a:cubicBezTo>
                  <a:lnTo>
                    <a:pt x="451" y="1305"/>
                  </a:lnTo>
                  <a:cubicBezTo>
                    <a:pt x="451" y="1306"/>
                    <a:pt x="452" y="1306"/>
                    <a:pt x="452" y="1307"/>
                  </a:cubicBezTo>
                  <a:lnTo>
                    <a:pt x="454" y="1311"/>
                  </a:lnTo>
                  <a:cubicBezTo>
                    <a:pt x="454" y="1311"/>
                    <a:pt x="454" y="1312"/>
                    <a:pt x="454" y="1313"/>
                  </a:cubicBezTo>
                  <a:lnTo>
                    <a:pt x="455" y="1325"/>
                  </a:lnTo>
                  <a:lnTo>
                    <a:pt x="454" y="1349"/>
                  </a:lnTo>
                  <a:lnTo>
                    <a:pt x="453" y="1353"/>
                  </a:lnTo>
                  <a:lnTo>
                    <a:pt x="460" y="1356"/>
                  </a:lnTo>
                  <a:lnTo>
                    <a:pt x="461" y="1356"/>
                  </a:lnTo>
                  <a:cubicBezTo>
                    <a:pt x="462" y="1357"/>
                    <a:pt x="463" y="1358"/>
                    <a:pt x="464" y="1358"/>
                  </a:cubicBezTo>
                  <a:lnTo>
                    <a:pt x="468" y="1362"/>
                  </a:lnTo>
                  <a:lnTo>
                    <a:pt x="476" y="1364"/>
                  </a:lnTo>
                  <a:cubicBezTo>
                    <a:pt x="477" y="1365"/>
                    <a:pt x="477" y="1365"/>
                    <a:pt x="478" y="1366"/>
                  </a:cubicBezTo>
                  <a:lnTo>
                    <a:pt x="481" y="1369"/>
                  </a:lnTo>
                  <a:lnTo>
                    <a:pt x="486" y="1369"/>
                  </a:lnTo>
                  <a:lnTo>
                    <a:pt x="494" y="1370"/>
                  </a:lnTo>
                  <a:cubicBezTo>
                    <a:pt x="495" y="1370"/>
                    <a:pt x="497" y="1371"/>
                    <a:pt x="498" y="1372"/>
                  </a:cubicBezTo>
                  <a:lnTo>
                    <a:pt x="505" y="1381"/>
                  </a:lnTo>
                  <a:lnTo>
                    <a:pt x="511" y="1385"/>
                  </a:lnTo>
                  <a:cubicBezTo>
                    <a:pt x="512" y="1385"/>
                    <a:pt x="512" y="1386"/>
                    <a:pt x="513" y="1386"/>
                  </a:cubicBezTo>
                  <a:cubicBezTo>
                    <a:pt x="513" y="1387"/>
                    <a:pt x="514" y="1388"/>
                    <a:pt x="514" y="1388"/>
                  </a:cubicBezTo>
                  <a:lnTo>
                    <a:pt x="516" y="1391"/>
                  </a:lnTo>
                  <a:lnTo>
                    <a:pt x="530" y="1395"/>
                  </a:lnTo>
                  <a:lnTo>
                    <a:pt x="544" y="1397"/>
                  </a:lnTo>
                  <a:lnTo>
                    <a:pt x="551" y="1399"/>
                  </a:lnTo>
                  <a:cubicBezTo>
                    <a:pt x="551" y="1400"/>
                    <a:pt x="552" y="1400"/>
                    <a:pt x="552" y="1400"/>
                  </a:cubicBezTo>
                  <a:lnTo>
                    <a:pt x="558" y="1405"/>
                  </a:lnTo>
                  <a:lnTo>
                    <a:pt x="564" y="1407"/>
                  </a:lnTo>
                  <a:cubicBezTo>
                    <a:pt x="564" y="1408"/>
                    <a:pt x="566" y="1409"/>
                    <a:pt x="566" y="1409"/>
                  </a:cubicBezTo>
                  <a:cubicBezTo>
                    <a:pt x="567" y="1409"/>
                    <a:pt x="567" y="1410"/>
                    <a:pt x="568" y="1411"/>
                  </a:cubicBezTo>
                  <a:lnTo>
                    <a:pt x="569" y="1413"/>
                  </a:lnTo>
                  <a:cubicBezTo>
                    <a:pt x="570" y="1413"/>
                    <a:pt x="570" y="1414"/>
                    <a:pt x="570" y="1415"/>
                  </a:cubicBezTo>
                  <a:lnTo>
                    <a:pt x="571" y="1418"/>
                  </a:lnTo>
                  <a:lnTo>
                    <a:pt x="576" y="1438"/>
                  </a:lnTo>
                  <a:cubicBezTo>
                    <a:pt x="577" y="1439"/>
                    <a:pt x="577" y="1440"/>
                    <a:pt x="577" y="1441"/>
                  </a:cubicBezTo>
                  <a:lnTo>
                    <a:pt x="577" y="1444"/>
                  </a:lnTo>
                  <a:lnTo>
                    <a:pt x="576" y="1449"/>
                  </a:lnTo>
                  <a:lnTo>
                    <a:pt x="571" y="1470"/>
                  </a:lnTo>
                  <a:lnTo>
                    <a:pt x="573" y="1476"/>
                  </a:lnTo>
                  <a:lnTo>
                    <a:pt x="576" y="1483"/>
                  </a:lnTo>
                  <a:cubicBezTo>
                    <a:pt x="576" y="1484"/>
                    <a:pt x="576" y="1485"/>
                    <a:pt x="576" y="1486"/>
                  </a:cubicBezTo>
                  <a:lnTo>
                    <a:pt x="575" y="1494"/>
                  </a:lnTo>
                  <a:lnTo>
                    <a:pt x="577" y="1500"/>
                  </a:lnTo>
                  <a:lnTo>
                    <a:pt x="579" y="1503"/>
                  </a:lnTo>
                  <a:cubicBezTo>
                    <a:pt x="580" y="1503"/>
                    <a:pt x="581" y="1505"/>
                    <a:pt x="581" y="1505"/>
                  </a:cubicBezTo>
                  <a:cubicBezTo>
                    <a:pt x="581" y="1506"/>
                    <a:pt x="583" y="1510"/>
                    <a:pt x="583" y="1511"/>
                  </a:cubicBezTo>
                  <a:lnTo>
                    <a:pt x="583" y="1513"/>
                  </a:lnTo>
                  <a:lnTo>
                    <a:pt x="582" y="1519"/>
                  </a:lnTo>
                  <a:cubicBezTo>
                    <a:pt x="581" y="1521"/>
                    <a:pt x="581" y="1522"/>
                    <a:pt x="579" y="1523"/>
                  </a:cubicBezTo>
                  <a:lnTo>
                    <a:pt x="569" y="1533"/>
                  </a:lnTo>
                  <a:cubicBezTo>
                    <a:pt x="569" y="1534"/>
                    <a:pt x="568" y="1534"/>
                    <a:pt x="567" y="1534"/>
                  </a:cubicBezTo>
                  <a:lnTo>
                    <a:pt x="528" y="1557"/>
                  </a:lnTo>
                  <a:lnTo>
                    <a:pt x="529" y="1559"/>
                  </a:lnTo>
                  <a:lnTo>
                    <a:pt x="531" y="1569"/>
                  </a:lnTo>
                  <a:cubicBezTo>
                    <a:pt x="531" y="1569"/>
                    <a:pt x="532" y="1571"/>
                    <a:pt x="532" y="1572"/>
                  </a:cubicBezTo>
                  <a:lnTo>
                    <a:pt x="530" y="1591"/>
                  </a:lnTo>
                  <a:lnTo>
                    <a:pt x="531" y="1595"/>
                  </a:lnTo>
                  <a:lnTo>
                    <a:pt x="534" y="1597"/>
                  </a:lnTo>
                  <a:lnTo>
                    <a:pt x="544" y="1600"/>
                  </a:lnTo>
                  <a:lnTo>
                    <a:pt x="551" y="1603"/>
                  </a:lnTo>
                  <a:lnTo>
                    <a:pt x="567" y="1616"/>
                  </a:lnTo>
                  <a:lnTo>
                    <a:pt x="572" y="1617"/>
                  </a:lnTo>
                  <a:lnTo>
                    <a:pt x="576" y="1617"/>
                  </a:lnTo>
                  <a:lnTo>
                    <a:pt x="603" y="1606"/>
                  </a:lnTo>
                  <a:cubicBezTo>
                    <a:pt x="604" y="1606"/>
                    <a:pt x="604" y="1605"/>
                    <a:pt x="605" y="1605"/>
                  </a:cubicBezTo>
                  <a:lnTo>
                    <a:pt x="611" y="1605"/>
                  </a:lnTo>
                  <a:cubicBezTo>
                    <a:pt x="612" y="1605"/>
                    <a:pt x="612" y="1605"/>
                    <a:pt x="613" y="1605"/>
                  </a:cubicBezTo>
                  <a:lnTo>
                    <a:pt x="622" y="1606"/>
                  </a:lnTo>
                  <a:lnTo>
                    <a:pt x="643" y="1613"/>
                  </a:lnTo>
                  <a:lnTo>
                    <a:pt x="650" y="1613"/>
                  </a:lnTo>
                  <a:lnTo>
                    <a:pt x="661" y="1609"/>
                  </a:lnTo>
                  <a:lnTo>
                    <a:pt x="669" y="1607"/>
                  </a:lnTo>
                  <a:cubicBezTo>
                    <a:pt x="669" y="1607"/>
                    <a:pt x="669" y="1607"/>
                    <a:pt x="670" y="1607"/>
                  </a:cubicBezTo>
                  <a:cubicBezTo>
                    <a:pt x="670" y="1607"/>
                    <a:pt x="671" y="1607"/>
                    <a:pt x="672" y="1607"/>
                  </a:cubicBezTo>
                  <a:lnTo>
                    <a:pt x="695" y="1613"/>
                  </a:lnTo>
                  <a:lnTo>
                    <a:pt x="715" y="1620"/>
                  </a:lnTo>
                  <a:lnTo>
                    <a:pt x="722" y="1619"/>
                  </a:lnTo>
                  <a:lnTo>
                    <a:pt x="727" y="1617"/>
                  </a:lnTo>
                  <a:lnTo>
                    <a:pt x="734" y="1614"/>
                  </a:lnTo>
                  <a:lnTo>
                    <a:pt x="746" y="1604"/>
                  </a:lnTo>
                  <a:lnTo>
                    <a:pt x="758" y="1586"/>
                  </a:lnTo>
                  <a:lnTo>
                    <a:pt x="760" y="1581"/>
                  </a:lnTo>
                  <a:lnTo>
                    <a:pt x="764" y="1567"/>
                  </a:lnTo>
                  <a:lnTo>
                    <a:pt x="768" y="1546"/>
                  </a:lnTo>
                  <a:lnTo>
                    <a:pt x="770" y="1541"/>
                  </a:lnTo>
                  <a:cubicBezTo>
                    <a:pt x="771" y="1539"/>
                    <a:pt x="771" y="1538"/>
                    <a:pt x="772" y="1538"/>
                  </a:cubicBezTo>
                  <a:lnTo>
                    <a:pt x="775" y="1535"/>
                  </a:lnTo>
                  <a:cubicBezTo>
                    <a:pt x="776" y="1534"/>
                    <a:pt x="778" y="1533"/>
                    <a:pt x="780" y="1533"/>
                  </a:cubicBezTo>
                  <a:lnTo>
                    <a:pt x="784" y="1532"/>
                  </a:lnTo>
                  <a:cubicBezTo>
                    <a:pt x="785" y="1532"/>
                    <a:pt x="787" y="1533"/>
                    <a:pt x="788" y="1533"/>
                  </a:cubicBezTo>
                  <a:lnTo>
                    <a:pt x="807" y="1542"/>
                  </a:lnTo>
                  <a:lnTo>
                    <a:pt x="823" y="1546"/>
                  </a:lnTo>
                  <a:lnTo>
                    <a:pt x="830" y="1545"/>
                  </a:lnTo>
                  <a:lnTo>
                    <a:pt x="833" y="1544"/>
                  </a:lnTo>
                  <a:lnTo>
                    <a:pt x="835" y="1541"/>
                  </a:lnTo>
                  <a:cubicBezTo>
                    <a:pt x="836" y="1541"/>
                    <a:pt x="837" y="1540"/>
                    <a:pt x="838" y="1540"/>
                  </a:cubicBezTo>
                  <a:lnTo>
                    <a:pt x="842" y="1537"/>
                  </a:lnTo>
                  <a:cubicBezTo>
                    <a:pt x="843" y="1537"/>
                    <a:pt x="844" y="1536"/>
                    <a:pt x="846" y="1536"/>
                  </a:cubicBezTo>
                  <a:lnTo>
                    <a:pt x="850" y="1536"/>
                  </a:lnTo>
                  <a:cubicBezTo>
                    <a:pt x="853" y="1536"/>
                    <a:pt x="855" y="1537"/>
                    <a:pt x="856" y="1539"/>
                  </a:cubicBezTo>
                  <a:lnTo>
                    <a:pt x="870" y="1555"/>
                  </a:lnTo>
                  <a:lnTo>
                    <a:pt x="874" y="1554"/>
                  </a:lnTo>
                  <a:lnTo>
                    <a:pt x="875" y="1550"/>
                  </a:lnTo>
                  <a:lnTo>
                    <a:pt x="877" y="1540"/>
                  </a:lnTo>
                  <a:cubicBezTo>
                    <a:pt x="877" y="1539"/>
                    <a:pt x="877" y="1537"/>
                    <a:pt x="878" y="1536"/>
                  </a:cubicBezTo>
                  <a:lnTo>
                    <a:pt x="881" y="1533"/>
                  </a:lnTo>
                  <a:cubicBezTo>
                    <a:pt x="882" y="1532"/>
                    <a:pt x="883" y="1531"/>
                    <a:pt x="885" y="1531"/>
                  </a:cubicBezTo>
                  <a:lnTo>
                    <a:pt x="890" y="1529"/>
                  </a:lnTo>
                  <a:cubicBezTo>
                    <a:pt x="891" y="1529"/>
                    <a:pt x="893" y="1529"/>
                    <a:pt x="895" y="1529"/>
                  </a:cubicBezTo>
                  <a:lnTo>
                    <a:pt x="908" y="1534"/>
                  </a:lnTo>
                  <a:cubicBezTo>
                    <a:pt x="909" y="1535"/>
                    <a:pt x="910" y="1535"/>
                    <a:pt x="910" y="1535"/>
                  </a:cubicBezTo>
                  <a:lnTo>
                    <a:pt x="914" y="1538"/>
                  </a:lnTo>
                  <a:cubicBezTo>
                    <a:pt x="916" y="1539"/>
                    <a:pt x="917" y="1541"/>
                    <a:pt x="917" y="1543"/>
                  </a:cubicBezTo>
                  <a:lnTo>
                    <a:pt x="919" y="1549"/>
                  </a:lnTo>
                  <a:cubicBezTo>
                    <a:pt x="919" y="1550"/>
                    <a:pt x="919" y="1551"/>
                    <a:pt x="919" y="1552"/>
                  </a:cubicBezTo>
                  <a:lnTo>
                    <a:pt x="918" y="1559"/>
                  </a:lnTo>
                  <a:lnTo>
                    <a:pt x="918" y="1559"/>
                  </a:lnTo>
                  <a:lnTo>
                    <a:pt x="926" y="1564"/>
                  </a:lnTo>
                  <a:lnTo>
                    <a:pt x="931" y="1569"/>
                  </a:lnTo>
                  <a:cubicBezTo>
                    <a:pt x="932" y="1570"/>
                    <a:pt x="933" y="1571"/>
                    <a:pt x="933" y="1573"/>
                  </a:cubicBezTo>
                  <a:lnTo>
                    <a:pt x="934" y="1579"/>
                  </a:lnTo>
                  <a:cubicBezTo>
                    <a:pt x="934" y="1580"/>
                    <a:pt x="934" y="1581"/>
                    <a:pt x="934" y="1581"/>
                  </a:cubicBezTo>
                  <a:lnTo>
                    <a:pt x="933" y="1590"/>
                  </a:lnTo>
                  <a:lnTo>
                    <a:pt x="933" y="1594"/>
                  </a:lnTo>
                  <a:lnTo>
                    <a:pt x="937" y="1603"/>
                  </a:lnTo>
                  <a:lnTo>
                    <a:pt x="940" y="1612"/>
                  </a:lnTo>
                  <a:lnTo>
                    <a:pt x="946" y="1617"/>
                  </a:lnTo>
                  <a:lnTo>
                    <a:pt x="962" y="1619"/>
                  </a:lnTo>
                  <a:lnTo>
                    <a:pt x="962" y="1617"/>
                  </a:lnTo>
                  <a:lnTo>
                    <a:pt x="962" y="1612"/>
                  </a:lnTo>
                  <a:lnTo>
                    <a:pt x="966" y="1603"/>
                  </a:lnTo>
                  <a:lnTo>
                    <a:pt x="974" y="1564"/>
                  </a:lnTo>
                  <a:lnTo>
                    <a:pt x="1002" y="1503"/>
                  </a:lnTo>
                  <a:lnTo>
                    <a:pt x="1002" y="1493"/>
                  </a:lnTo>
                  <a:lnTo>
                    <a:pt x="1004" y="1485"/>
                  </a:lnTo>
                  <a:lnTo>
                    <a:pt x="1009" y="1478"/>
                  </a:lnTo>
                  <a:lnTo>
                    <a:pt x="1016" y="1459"/>
                  </a:lnTo>
                  <a:lnTo>
                    <a:pt x="1017" y="1454"/>
                  </a:lnTo>
                  <a:lnTo>
                    <a:pt x="1022" y="1424"/>
                  </a:lnTo>
                  <a:lnTo>
                    <a:pt x="1032" y="1398"/>
                  </a:lnTo>
                  <a:lnTo>
                    <a:pt x="1033" y="1392"/>
                  </a:lnTo>
                  <a:cubicBezTo>
                    <a:pt x="1033" y="1390"/>
                    <a:pt x="1034" y="1388"/>
                    <a:pt x="1035" y="1387"/>
                  </a:cubicBezTo>
                  <a:lnTo>
                    <a:pt x="1037" y="1385"/>
                  </a:lnTo>
                  <a:cubicBezTo>
                    <a:pt x="1037" y="1384"/>
                    <a:pt x="1038" y="1384"/>
                    <a:pt x="1038" y="1383"/>
                  </a:cubicBezTo>
                  <a:lnTo>
                    <a:pt x="1041" y="1381"/>
                  </a:lnTo>
                  <a:cubicBezTo>
                    <a:pt x="1042" y="1381"/>
                    <a:pt x="1043" y="1381"/>
                    <a:pt x="1044" y="1380"/>
                  </a:cubicBezTo>
                  <a:lnTo>
                    <a:pt x="1051" y="1379"/>
                  </a:lnTo>
                  <a:cubicBezTo>
                    <a:pt x="1051" y="1378"/>
                    <a:pt x="1052" y="1378"/>
                    <a:pt x="1053" y="1378"/>
                  </a:cubicBezTo>
                  <a:lnTo>
                    <a:pt x="1060" y="1379"/>
                  </a:lnTo>
                  <a:lnTo>
                    <a:pt x="1069" y="1381"/>
                  </a:lnTo>
                  <a:lnTo>
                    <a:pt x="1088" y="1391"/>
                  </a:lnTo>
                  <a:lnTo>
                    <a:pt x="1093" y="1392"/>
                  </a:lnTo>
                  <a:lnTo>
                    <a:pt x="1102" y="1391"/>
                  </a:lnTo>
                  <a:lnTo>
                    <a:pt x="1132" y="1379"/>
                  </a:lnTo>
                  <a:cubicBezTo>
                    <a:pt x="1133" y="1379"/>
                    <a:pt x="1133" y="1379"/>
                    <a:pt x="1134" y="1379"/>
                  </a:cubicBezTo>
                  <a:lnTo>
                    <a:pt x="1149" y="1377"/>
                  </a:lnTo>
                  <a:cubicBezTo>
                    <a:pt x="1150" y="1377"/>
                    <a:pt x="1151" y="1377"/>
                    <a:pt x="1152" y="1377"/>
                  </a:cubicBezTo>
                  <a:lnTo>
                    <a:pt x="1157" y="1379"/>
                  </a:lnTo>
                  <a:lnTo>
                    <a:pt x="1165" y="1382"/>
                  </a:lnTo>
                  <a:lnTo>
                    <a:pt x="1166" y="1383"/>
                  </a:lnTo>
                  <a:lnTo>
                    <a:pt x="1175" y="1391"/>
                  </a:lnTo>
                  <a:lnTo>
                    <a:pt x="1184" y="1402"/>
                  </a:lnTo>
                  <a:lnTo>
                    <a:pt x="1195" y="1408"/>
                  </a:lnTo>
                  <a:lnTo>
                    <a:pt x="1226" y="1417"/>
                  </a:lnTo>
                  <a:lnTo>
                    <a:pt x="1234" y="1413"/>
                  </a:lnTo>
                  <a:cubicBezTo>
                    <a:pt x="1235" y="1412"/>
                    <a:pt x="1235" y="1412"/>
                    <a:pt x="1236" y="1412"/>
                  </a:cubicBezTo>
                  <a:lnTo>
                    <a:pt x="1270" y="1404"/>
                  </a:lnTo>
                  <a:lnTo>
                    <a:pt x="1275" y="1401"/>
                  </a:lnTo>
                  <a:lnTo>
                    <a:pt x="1276" y="1398"/>
                  </a:lnTo>
                  <a:lnTo>
                    <a:pt x="1276" y="1397"/>
                  </a:lnTo>
                  <a:lnTo>
                    <a:pt x="1273" y="1393"/>
                  </a:lnTo>
                  <a:lnTo>
                    <a:pt x="1270" y="1390"/>
                  </a:lnTo>
                  <a:lnTo>
                    <a:pt x="1254" y="1381"/>
                  </a:lnTo>
                  <a:lnTo>
                    <a:pt x="1250" y="1377"/>
                  </a:lnTo>
                  <a:cubicBezTo>
                    <a:pt x="1250" y="1377"/>
                    <a:pt x="1249" y="1376"/>
                    <a:pt x="1249" y="1375"/>
                  </a:cubicBezTo>
                  <a:lnTo>
                    <a:pt x="1247" y="1370"/>
                  </a:lnTo>
                  <a:lnTo>
                    <a:pt x="1244" y="1362"/>
                  </a:lnTo>
                  <a:lnTo>
                    <a:pt x="1244" y="1350"/>
                  </a:lnTo>
                  <a:lnTo>
                    <a:pt x="1246" y="1342"/>
                  </a:lnTo>
                  <a:lnTo>
                    <a:pt x="1249" y="1335"/>
                  </a:lnTo>
                  <a:cubicBezTo>
                    <a:pt x="1249" y="1334"/>
                    <a:pt x="1250" y="1333"/>
                    <a:pt x="1250" y="1333"/>
                  </a:cubicBezTo>
                  <a:lnTo>
                    <a:pt x="1254" y="1329"/>
                  </a:lnTo>
                  <a:cubicBezTo>
                    <a:pt x="1254" y="1328"/>
                    <a:pt x="1255" y="1328"/>
                    <a:pt x="1256" y="1327"/>
                  </a:cubicBezTo>
                  <a:lnTo>
                    <a:pt x="1267" y="1322"/>
                  </a:lnTo>
                  <a:lnTo>
                    <a:pt x="1269" y="1316"/>
                  </a:lnTo>
                  <a:lnTo>
                    <a:pt x="1271" y="1306"/>
                  </a:lnTo>
                  <a:lnTo>
                    <a:pt x="1275" y="1296"/>
                  </a:lnTo>
                  <a:lnTo>
                    <a:pt x="1276" y="1289"/>
                  </a:lnTo>
                  <a:lnTo>
                    <a:pt x="1274" y="1277"/>
                  </a:lnTo>
                  <a:lnTo>
                    <a:pt x="1262" y="1234"/>
                  </a:lnTo>
                  <a:lnTo>
                    <a:pt x="1254" y="1227"/>
                  </a:lnTo>
                  <a:cubicBezTo>
                    <a:pt x="1254" y="1227"/>
                    <a:pt x="1253" y="1226"/>
                    <a:pt x="1253" y="1225"/>
                  </a:cubicBezTo>
                  <a:lnTo>
                    <a:pt x="1250" y="1220"/>
                  </a:lnTo>
                  <a:cubicBezTo>
                    <a:pt x="1249" y="1219"/>
                    <a:pt x="1249" y="1217"/>
                    <a:pt x="1249" y="1215"/>
                  </a:cubicBezTo>
                  <a:lnTo>
                    <a:pt x="1250" y="1209"/>
                  </a:lnTo>
                  <a:cubicBezTo>
                    <a:pt x="1251" y="1208"/>
                    <a:pt x="1251" y="1207"/>
                    <a:pt x="1251" y="1206"/>
                  </a:cubicBezTo>
                  <a:lnTo>
                    <a:pt x="1257" y="1197"/>
                  </a:lnTo>
                  <a:lnTo>
                    <a:pt x="1256" y="1197"/>
                  </a:lnTo>
                  <a:lnTo>
                    <a:pt x="1244" y="1186"/>
                  </a:lnTo>
                  <a:cubicBezTo>
                    <a:pt x="1243" y="1185"/>
                    <a:pt x="1243" y="1185"/>
                    <a:pt x="1242" y="1184"/>
                  </a:cubicBezTo>
                  <a:lnTo>
                    <a:pt x="1240" y="1180"/>
                  </a:lnTo>
                  <a:cubicBezTo>
                    <a:pt x="1239" y="1178"/>
                    <a:pt x="1238" y="1177"/>
                    <a:pt x="1239" y="1175"/>
                  </a:cubicBezTo>
                  <a:lnTo>
                    <a:pt x="1239" y="1169"/>
                  </a:lnTo>
                  <a:cubicBezTo>
                    <a:pt x="1239" y="1167"/>
                    <a:pt x="1239" y="1166"/>
                    <a:pt x="1240" y="1165"/>
                  </a:cubicBezTo>
                  <a:lnTo>
                    <a:pt x="1243" y="1161"/>
                  </a:lnTo>
                  <a:cubicBezTo>
                    <a:pt x="1243" y="1160"/>
                    <a:pt x="1244" y="1159"/>
                    <a:pt x="1245" y="1158"/>
                  </a:cubicBezTo>
                  <a:lnTo>
                    <a:pt x="1250" y="1155"/>
                  </a:lnTo>
                  <a:cubicBezTo>
                    <a:pt x="1250" y="1155"/>
                    <a:pt x="1251" y="1154"/>
                    <a:pt x="1252" y="1154"/>
                  </a:cubicBezTo>
                  <a:lnTo>
                    <a:pt x="1257" y="1152"/>
                  </a:lnTo>
                  <a:lnTo>
                    <a:pt x="1289" y="1147"/>
                  </a:lnTo>
                  <a:lnTo>
                    <a:pt x="1292" y="1140"/>
                  </a:lnTo>
                  <a:lnTo>
                    <a:pt x="1290" y="1140"/>
                  </a:lnTo>
                  <a:lnTo>
                    <a:pt x="1281" y="1137"/>
                  </a:lnTo>
                  <a:cubicBezTo>
                    <a:pt x="1280" y="1136"/>
                    <a:pt x="1279" y="1136"/>
                    <a:pt x="1278" y="1135"/>
                  </a:cubicBezTo>
                  <a:lnTo>
                    <a:pt x="1274" y="1132"/>
                  </a:lnTo>
                  <a:lnTo>
                    <a:pt x="1266" y="1123"/>
                  </a:lnTo>
                  <a:lnTo>
                    <a:pt x="1255" y="1121"/>
                  </a:lnTo>
                  <a:cubicBezTo>
                    <a:pt x="1254" y="1121"/>
                    <a:pt x="1253" y="1121"/>
                    <a:pt x="1253" y="1120"/>
                  </a:cubicBezTo>
                  <a:lnTo>
                    <a:pt x="1244" y="1116"/>
                  </a:lnTo>
                  <a:lnTo>
                    <a:pt x="1232" y="1108"/>
                  </a:lnTo>
                  <a:lnTo>
                    <a:pt x="1203" y="1077"/>
                  </a:lnTo>
                  <a:cubicBezTo>
                    <a:pt x="1203" y="1076"/>
                    <a:pt x="1202" y="1076"/>
                    <a:pt x="1202" y="1075"/>
                  </a:cubicBezTo>
                  <a:lnTo>
                    <a:pt x="1190" y="1048"/>
                  </a:lnTo>
                  <a:cubicBezTo>
                    <a:pt x="1188" y="1045"/>
                    <a:pt x="1189" y="1041"/>
                    <a:pt x="1192" y="1039"/>
                  </a:cubicBezTo>
                  <a:lnTo>
                    <a:pt x="1201" y="1031"/>
                  </a:lnTo>
                  <a:lnTo>
                    <a:pt x="1219" y="1020"/>
                  </a:lnTo>
                  <a:lnTo>
                    <a:pt x="1219" y="1017"/>
                  </a:lnTo>
                  <a:lnTo>
                    <a:pt x="1217" y="1014"/>
                  </a:lnTo>
                  <a:lnTo>
                    <a:pt x="1215" y="1007"/>
                  </a:lnTo>
                  <a:lnTo>
                    <a:pt x="1214" y="1000"/>
                  </a:lnTo>
                  <a:cubicBezTo>
                    <a:pt x="1214" y="999"/>
                    <a:pt x="1214" y="999"/>
                    <a:pt x="1214" y="998"/>
                  </a:cubicBezTo>
                  <a:lnTo>
                    <a:pt x="1215" y="993"/>
                  </a:lnTo>
                  <a:cubicBezTo>
                    <a:pt x="1215" y="992"/>
                    <a:pt x="1215" y="991"/>
                    <a:pt x="1216" y="990"/>
                  </a:cubicBezTo>
                  <a:lnTo>
                    <a:pt x="1218" y="986"/>
                  </a:lnTo>
                  <a:cubicBezTo>
                    <a:pt x="1219" y="985"/>
                    <a:pt x="1220" y="984"/>
                    <a:pt x="1221" y="983"/>
                  </a:cubicBezTo>
                  <a:lnTo>
                    <a:pt x="1225" y="981"/>
                  </a:lnTo>
                  <a:lnTo>
                    <a:pt x="1236" y="976"/>
                  </a:lnTo>
                  <a:lnTo>
                    <a:pt x="1241" y="972"/>
                  </a:lnTo>
                  <a:lnTo>
                    <a:pt x="1251" y="967"/>
                  </a:lnTo>
                  <a:lnTo>
                    <a:pt x="1259" y="965"/>
                  </a:lnTo>
                  <a:lnTo>
                    <a:pt x="1263" y="961"/>
                  </a:lnTo>
                  <a:lnTo>
                    <a:pt x="1267" y="954"/>
                  </a:lnTo>
                  <a:lnTo>
                    <a:pt x="1311" y="881"/>
                  </a:lnTo>
                  <a:lnTo>
                    <a:pt x="1312" y="863"/>
                  </a:lnTo>
                  <a:lnTo>
                    <a:pt x="1323" y="821"/>
                  </a:lnTo>
                  <a:lnTo>
                    <a:pt x="1319" y="816"/>
                  </a:lnTo>
                  <a:lnTo>
                    <a:pt x="1316" y="810"/>
                  </a:lnTo>
                  <a:cubicBezTo>
                    <a:pt x="1316" y="809"/>
                    <a:pt x="1315" y="808"/>
                    <a:pt x="1315" y="808"/>
                  </a:cubicBezTo>
                  <a:lnTo>
                    <a:pt x="1313" y="791"/>
                  </a:lnTo>
                  <a:lnTo>
                    <a:pt x="1311" y="764"/>
                  </a:lnTo>
                  <a:lnTo>
                    <a:pt x="1309" y="761"/>
                  </a:lnTo>
                  <a:lnTo>
                    <a:pt x="1299" y="754"/>
                  </a:lnTo>
                  <a:cubicBezTo>
                    <a:pt x="1298" y="754"/>
                    <a:pt x="1298" y="753"/>
                    <a:pt x="1297" y="752"/>
                  </a:cubicBezTo>
                  <a:lnTo>
                    <a:pt x="1294" y="746"/>
                  </a:lnTo>
                  <a:cubicBezTo>
                    <a:pt x="1293" y="745"/>
                    <a:pt x="1293" y="744"/>
                    <a:pt x="1293" y="743"/>
                  </a:cubicBezTo>
                  <a:lnTo>
                    <a:pt x="1290" y="726"/>
                  </a:lnTo>
                  <a:lnTo>
                    <a:pt x="1289" y="714"/>
                  </a:lnTo>
                  <a:lnTo>
                    <a:pt x="1287" y="712"/>
                  </a:lnTo>
                  <a:lnTo>
                    <a:pt x="1275" y="708"/>
                  </a:lnTo>
                  <a:cubicBezTo>
                    <a:pt x="1273" y="707"/>
                    <a:pt x="1272" y="706"/>
                    <a:pt x="1271" y="705"/>
                  </a:cubicBezTo>
                  <a:lnTo>
                    <a:pt x="1269" y="701"/>
                  </a:lnTo>
                  <a:cubicBezTo>
                    <a:pt x="1268" y="700"/>
                    <a:pt x="1267" y="698"/>
                    <a:pt x="1267" y="696"/>
                  </a:cubicBezTo>
                  <a:lnTo>
                    <a:pt x="1269" y="684"/>
                  </a:lnTo>
                  <a:lnTo>
                    <a:pt x="1272" y="673"/>
                  </a:lnTo>
                  <a:cubicBezTo>
                    <a:pt x="1272" y="672"/>
                    <a:pt x="1272" y="671"/>
                    <a:pt x="1273" y="671"/>
                  </a:cubicBezTo>
                  <a:lnTo>
                    <a:pt x="1276" y="666"/>
                  </a:lnTo>
                  <a:cubicBezTo>
                    <a:pt x="1276" y="665"/>
                    <a:pt x="1277" y="665"/>
                    <a:pt x="1278" y="664"/>
                  </a:cubicBezTo>
                  <a:lnTo>
                    <a:pt x="1283" y="661"/>
                  </a:lnTo>
                  <a:lnTo>
                    <a:pt x="1289" y="659"/>
                  </a:lnTo>
                  <a:lnTo>
                    <a:pt x="1296" y="658"/>
                  </a:lnTo>
                  <a:lnTo>
                    <a:pt x="1300" y="651"/>
                  </a:lnTo>
                  <a:lnTo>
                    <a:pt x="1310" y="639"/>
                  </a:lnTo>
                  <a:lnTo>
                    <a:pt x="1311" y="636"/>
                  </a:lnTo>
                  <a:lnTo>
                    <a:pt x="1312" y="631"/>
                  </a:lnTo>
                  <a:lnTo>
                    <a:pt x="1309" y="623"/>
                  </a:lnTo>
                  <a:lnTo>
                    <a:pt x="1302" y="610"/>
                  </a:lnTo>
                  <a:cubicBezTo>
                    <a:pt x="1301" y="609"/>
                    <a:pt x="1301" y="607"/>
                    <a:pt x="1301" y="606"/>
                  </a:cubicBezTo>
                  <a:lnTo>
                    <a:pt x="1301" y="601"/>
                  </a:lnTo>
                  <a:lnTo>
                    <a:pt x="1303" y="594"/>
                  </a:lnTo>
                  <a:lnTo>
                    <a:pt x="1302" y="591"/>
                  </a:lnTo>
                  <a:lnTo>
                    <a:pt x="1298" y="586"/>
                  </a:lnTo>
                  <a:lnTo>
                    <a:pt x="1296" y="585"/>
                  </a:lnTo>
                  <a:lnTo>
                    <a:pt x="1295" y="585"/>
                  </a:lnTo>
                  <a:lnTo>
                    <a:pt x="1292" y="588"/>
                  </a:lnTo>
                  <a:lnTo>
                    <a:pt x="1289" y="592"/>
                  </a:lnTo>
                  <a:cubicBezTo>
                    <a:pt x="1289" y="593"/>
                    <a:pt x="1289" y="593"/>
                    <a:pt x="1288" y="594"/>
                  </a:cubicBezTo>
                  <a:lnTo>
                    <a:pt x="1281" y="600"/>
                  </a:lnTo>
                  <a:cubicBezTo>
                    <a:pt x="1279" y="602"/>
                    <a:pt x="1275" y="602"/>
                    <a:pt x="1273" y="601"/>
                  </a:cubicBezTo>
                  <a:lnTo>
                    <a:pt x="1263" y="596"/>
                  </a:lnTo>
                  <a:lnTo>
                    <a:pt x="1261" y="599"/>
                  </a:lnTo>
                  <a:cubicBezTo>
                    <a:pt x="1260" y="600"/>
                    <a:pt x="1260" y="600"/>
                    <a:pt x="1259" y="600"/>
                  </a:cubicBezTo>
                  <a:lnTo>
                    <a:pt x="1255" y="603"/>
                  </a:lnTo>
                  <a:cubicBezTo>
                    <a:pt x="1254" y="604"/>
                    <a:pt x="1251" y="604"/>
                    <a:pt x="1249" y="604"/>
                  </a:cubicBezTo>
                  <a:lnTo>
                    <a:pt x="1245" y="603"/>
                  </a:lnTo>
                  <a:cubicBezTo>
                    <a:pt x="1243" y="602"/>
                    <a:pt x="1241" y="601"/>
                    <a:pt x="1240" y="599"/>
                  </a:cubicBezTo>
                  <a:lnTo>
                    <a:pt x="1238" y="594"/>
                  </a:lnTo>
                  <a:lnTo>
                    <a:pt x="1237" y="594"/>
                  </a:lnTo>
                  <a:lnTo>
                    <a:pt x="1224" y="605"/>
                  </a:lnTo>
                  <a:cubicBezTo>
                    <a:pt x="1223" y="606"/>
                    <a:pt x="1222" y="606"/>
                    <a:pt x="1221" y="607"/>
                  </a:cubicBezTo>
                  <a:lnTo>
                    <a:pt x="1216" y="608"/>
                  </a:lnTo>
                  <a:cubicBezTo>
                    <a:pt x="1214" y="608"/>
                    <a:pt x="1212" y="608"/>
                    <a:pt x="1210" y="607"/>
                  </a:cubicBezTo>
                  <a:lnTo>
                    <a:pt x="1206" y="605"/>
                  </a:lnTo>
                  <a:cubicBezTo>
                    <a:pt x="1204" y="605"/>
                    <a:pt x="1203" y="603"/>
                    <a:pt x="1202" y="601"/>
                  </a:cubicBezTo>
                  <a:lnTo>
                    <a:pt x="1199" y="594"/>
                  </a:lnTo>
                  <a:cubicBezTo>
                    <a:pt x="1199" y="593"/>
                    <a:pt x="1199" y="592"/>
                    <a:pt x="1199" y="592"/>
                  </a:cubicBezTo>
                  <a:lnTo>
                    <a:pt x="1197" y="582"/>
                  </a:lnTo>
                  <a:lnTo>
                    <a:pt x="1192" y="580"/>
                  </a:lnTo>
                  <a:lnTo>
                    <a:pt x="1179" y="572"/>
                  </a:lnTo>
                  <a:lnTo>
                    <a:pt x="1169" y="563"/>
                  </a:lnTo>
                  <a:lnTo>
                    <a:pt x="1163" y="557"/>
                  </a:lnTo>
                  <a:cubicBezTo>
                    <a:pt x="1163" y="557"/>
                    <a:pt x="1162" y="556"/>
                    <a:pt x="1162" y="555"/>
                  </a:cubicBezTo>
                  <a:lnTo>
                    <a:pt x="1160" y="549"/>
                  </a:lnTo>
                  <a:cubicBezTo>
                    <a:pt x="1159" y="549"/>
                    <a:pt x="1159" y="548"/>
                    <a:pt x="1159" y="547"/>
                  </a:cubicBezTo>
                  <a:lnTo>
                    <a:pt x="1159" y="544"/>
                  </a:lnTo>
                  <a:lnTo>
                    <a:pt x="1157" y="547"/>
                  </a:lnTo>
                  <a:lnTo>
                    <a:pt x="1155" y="550"/>
                  </a:lnTo>
                  <a:cubicBezTo>
                    <a:pt x="1155" y="551"/>
                    <a:pt x="1155" y="551"/>
                    <a:pt x="1154" y="552"/>
                  </a:cubicBezTo>
                  <a:lnTo>
                    <a:pt x="1151" y="556"/>
                  </a:lnTo>
                  <a:lnTo>
                    <a:pt x="1146" y="560"/>
                  </a:lnTo>
                  <a:cubicBezTo>
                    <a:pt x="1145" y="561"/>
                    <a:pt x="1145" y="561"/>
                    <a:pt x="1144" y="562"/>
                  </a:cubicBezTo>
                  <a:lnTo>
                    <a:pt x="1139" y="563"/>
                  </a:lnTo>
                  <a:lnTo>
                    <a:pt x="1133" y="564"/>
                  </a:lnTo>
                  <a:lnTo>
                    <a:pt x="1126" y="564"/>
                  </a:lnTo>
                  <a:cubicBezTo>
                    <a:pt x="1125" y="564"/>
                    <a:pt x="1124" y="564"/>
                    <a:pt x="1124" y="563"/>
                  </a:cubicBezTo>
                  <a:lnTo>
                    <a:pt x="1119" y="561"/>
                  </a:lnTo>
                  <a:lnTo>
                    <a:pt x="1108" y="554"/>
                  </a:lnTo>
                  <a:lnTo>
                    <a:pt x="1101" y="548"/>
                  </a:lnTo>
                  <a:lnTo>
                    <a:pt x="1095" y="539"/>
                  </a:lnTo>
                  <a:lnTo>
                    <a:pt x="1085" y="523"/>
                  </a:lnTo>
                  <a:lnTo>
                    <a:pt x="1077" y="532"/>
                  </a:lnTo>
                  <a:cubicBezTo>
                    <a:pt x="1076" y="533"/>
                    <a:pt x="1076" y="534"/>
                    <a:pt x="1075" y="534"/>
                  </a:cubicBezTo>
                  <a:lnTo>
                    <a:pt x="1071" y="535"/>
                  </a:lnTo>
                  <a:cubicBezTo>
                    <a:pt x="1069" y="536"/>
                    <a:pt x="1068" y="536"/>
                    <a:pt x="1066" y="536"/>
                  </a:cubicBezTo>
                  <a:lnTo>
                    <a:pt x="1061" y="534"/>
                  </a:lnTo>
                  <a:cubicBezTo>
                    <a:pt x="1060" y="534"/>
                    <a:pt x="1059" y="534"/>
                    <a:pt x="1058" y="533"/>
                  </a:cubicBezTo>
                  <a:lnTo>
                    <a:pt x="1053" y="529"/>
                  </a:lnTo>
                  <a:cubicBezTo>
                    <a:pt x="1052" y="528"/>
                    <a:pt x="1051" y="527"/>
                    <a:pt x="1051" y="526"/>
                  </a:cubicBezTo>
                  <a:lnTo>
                    <a:pt x="1047" y="517"/>
                  </a:lnTo>
                  <a:lnTo>
                    <a:pt x="1045" y="509"/>
                  </a:lnTo>
                  <a:lnTo>
                    <a:pt x="1042" y="483"/>
                  </a:lnTo>
                  <a:lnTo>
                    <a:pt x="1039" y="479"/>
                  </a:lnTo>
                  <a:lnTo>
                    <a:pt x="1035" y="474"/>
                  </a:lnTo>
                  <a:cubicBezTo>
                    <a:pt x="1035" y="474"/>
                    <a:pt x="1034" y="473"/>
                    <a:pt x="1034" y="472"/>
                  </a:cubicBezTo>
                  <a:lnTo>
                    <a:pt x="1031" y="467"/>
                  </a:lnTo>
                  <a:cubicBezTo>
                    <a:pt x="1030" y="466"/>
                    <a:pt x="1030" y="464"/>
                    <a:pt x="1030" y="462"/>
                  </a:cubicBezTo>
                  <a:lnTo>
                    <a:pt x="1031" y="456"/>
                  </a:lnTo>
                  <a:cubicBezTo>
                    <a:pt x="1032" y="454"/>
                    <a:pt x="1032" y="453"/>
                    <a:pt x="1033" y="452"/>
                  </a:cubicBezTo>
                  <a:lnTo>
                    <a:pt x="1037" y="448"/>
                  </a:lnTo>
                  <a:cubicBezTo>
                    <a:pt x="1038" y="447"/>
                    <a:pt x="1039" y="447"/>
                    <a:pt x="1040" y="446"/>
                  </a:cubicBezTo>
                  <a:lnTo>
                    <a:pt x="1045" y="444"/>
                  </a:lnTo>
                  <a:cubicBezTo>
                    <a:pt x="1045" y="444"/>
                    <a:pt x="1046" y="444"/>
                    <a:pt x="1047" y="444"/>
                  </a:cubicBezTo>
                  <a:lnTo>
                    <a:pt x="1059" y="442"/>
                  </a:lnTo>
                  <a:lnTo>
                    <a:pt x="1059" y="440"/>
                  </a:lnTo>
                  <a:lnTo>
                    <a:pt x="1058" y="436"/>
                  </a:lnTo>
                  <a:lnTo>
                    <a:pt x="1049" y="416"/>
                  </a:lnTo>
                  <a:lnTo>
                    <a:pt x="1038" y="399"/>
                  </a:lnTo>
                  <a:lnTo>
                    <a:pt x="1017" y="371"/>
                  </a:lnTo>
                  <a:lnTo>
                    <a:pt x="1015" y="374"/>
                  </a:lnTo>
                  <a:cubicBezTo>
                    <a:pt x="1015" y="375"/>
                    <a:pt x="1014" y="376"/>
                    <a:pt x="1013" y="376"/>
                  </a:cubicBezTo>
                  <a:lnTo>
                    <a:pt x="1010" y="379"/>
                  </a:lnTo>
                  <a:cubicBezTo>
                    <a:pt x="1008" y="380"/>
                    <a:pt x="1006" y="381"/>
                    <a:pt x="1004" y="381"/>
                  </a:cubicBezTo>
                  <a:lnTo>
                    <a:pt x="1000" y="381"/>
                  </a:lnTo>
                  <a:cubicBezTo>
                    <a:pt x="998" y="380"/>
                    <a:pt x="997" y="380"/>
                    <a:pt x="995" y="379"/>
                  </a:cubicBezTo>
                  <a:lnTo>
                    <a:pt x="992" y="376"/>
                  </a:lnTo>
                  <a:cubicBezTo>
                    <a:pt x="991" y="375"/>
                    <a:pt x="990" y="374"/>
                    <a:pt x="990" y="372"/>
                  </a:cubicBezTo>
                  <a:lnTo>
                    <a:pt x="987" y="366"/>
                  </a:lnTo>
                  <a:cubicBezTo>
                    <a:pt x="987" y="365"/>
                    <a:pt x="986" y="364"/>
                    <a:pt x="986" y="363"/>
                  </a:cubicBezTo>
                  <a:lnTo>
                    <a:pt x="986" y="357"/>
                  </a:lnTo>
                  <a:cubicBezTo>
                    <a:pt x="986" y="356"/>
                    <a:pt x="987" y="355"/>
                    <a:pt x="987" y="354"/>
                  </a:cubicBezTo>
                  <a:lnTo>
                    <a:pt x="989" y="349"/>
                  </a:lnTo>
                  <a:lnTo>
                    <a:pt x="995" y="339"/>
                  </a:lnTo>
                  <a:lnTo>
                    <a:pt x="995" y="339"/>
                  </a:lnTo>
                  <a:lnTo>
                    <a:pt x="992" y="337"/>
                  </a:lnTo>
                  <a:lnTo>
                    <a:pt x="969" y="328"/>
                  </a:lnTo>
                  <a:cubicBezTo>
                    <a:pt x="967" y="327"/>
                    <a:pt x="966" y="325"/>
                    <a:pt x="965" y="323"/>
                  </a:cubicBezTo>
                  <a:lnTo>
                    <a:pt x="964" y="318"/>
                  </a:lnTo>
                  <a:cubicBezTo>
                    <a:pt x="963" y="316"/>
                    <a:pt x="963" y="313"/>
                    <a:pt x="964" y="311"/>
                  </a:cubicBezTo>
                  <a:lnTo>
                    <a:pt x="967" y="306"/>
                  </a:lnTo>
                  <a:lnTo>
                    <a:pt x="966" y="305"/>
                  </a:lnTo>
                  <a:lnTo>
                    <a:pt x="937" y="299"/>
                  </a:lnTo>
                  <a:cubicBezTo>
                    <a:pt x="936" y="299"/>
                    <a:pt x="935" y="298"/>
                    <a:pt x="934" y="298"/>
                  </a:cubicBezTo>
                  <a:lnTo>
                    <a:pt x="922" y="289"/>
                  </a:lnTo>
                  <a:lnTo>
                    <a:pt x="912" y="295"/>
                  </a:lnTo>
                  <a:lnTo>
                    <a:pt x="905" y="297"/>
                  </a:lnTo>
                  <a:cubicBezTo>
                    <a:pt x="904" y="297"/>
                    <a:pt x="903" y="297"/>
                    <a:pt x="903" y="297"/>
                  </a:cubicBezTo>
                  <a:lnTo>
                    <a:pt x="894" y="297"/>
                  </a:lnTo>
                  <a:cubicBezTo>
                    <a:pt x="894" y="297"/>
                    <a:pt x="893" y="297"/>
                    <a:pt x="892" y="297"/>
                  </a:cubicBezTo>
                  <a:lnTo>
                    <a:pt x="877" y="292"/>
                  </a:lnTo>
                  <a:lnTo>
                    <a:pt x="873" y="293"/>
                  </a:lnTo>
                  <a:lnTo>
                    <a:pt x="869" y="294"/>
                  </a:lnTo>
                  <a:lnTo>
                    <a:pt x="862" y="302"/>
                  </a:lnTo>
                  <a:lnTo>
                    <a:pt x="861" y="305"/>
                  </a:lnTo>
                  <a:lnTo>
                    <a:pt x="861" y="314"/>
                  </a:lnTo>
                  <a:cubicBezTo>
                    <a:pt x="861" y="316"/>
                    <a:pt x="861" y="318"/>
                    <a:pt x="860" y="319"/>
                  </a:cubicBezTo>
                  <a:lnTo>
                    <a:pt x="857" y="323"/>
                  </a:lnTo>
                  <a:cubicBezTo>
                    <a:pt x="856" y="324"/>
                    <a:pt x="855" y="325"/>
                    <a:pt x="854" y="326"/>
                  </a:cubicBezTo>
                  <a:lnTo>
                    <a:pt x="847" y="329"/>
                  </a:lnTo>
                  <a:cubicBezTo>
                    <a:pt x="847" y="329"/>
                    <a:pt x="846" y="329"/>
                    <a:pt x="845" y="329"/>
                  </a:cubicBezTo>
                  <a:lnTo>
                    <a:pt x="740" y="343"/>
                  </a:lnTo>
                  <a:lnTo>
                    <a:pt x="723" y="358"/>
                  </a:lnTo>
                  <a:cubicBezTo>
                    <a:pt x="722" y="359"/>
                    <a:pt x="720" y="360"/>
                    <a:pt x="718" y="360"/>
                  </a:cubicBezTo>
                  <a:lnTo>
                    <a:pt x="712" y="360"/>
                  </a:lnTo>
                  <a:cubicBezTo>
                    <a:pt x="710" y="360"/>
                    <a:pt x="709" y="359"/>
                    <a:pt x="708" y="359"/>
                  </a:cubicBezTo>
                  <a:lnTo>
                    <a:pt x="703" y="356"/>
                  </a:lnTo>
                  <a:lnTo>
                    <a:pt x="696" y="350"/>
                  </a:lnTo>
                  <a:lnTo>
                    <a:pt x="687" y="338"/>
                  </a:lnTo>
                  <a:lnTo>
                    <a:pt x="686" y="341"/>
                  </a:lnTo>
                  <a:cubicBezTo>
                    <a:pt x="685" y="343"/>
                    <a:pt x="684" y="344"/>
                    <a:pt x="683" y="345"/>
                  </a:cubicBezTo>
                  <a:lnTo>
                    <a:pt x="680" y="347"/>
                  </a:lnTo>
                  <a:cubicBezTo>
                    <a:pt x="678" y="349"/>
                    <a:pt x="675" y="349"/>
                    <a:pt x="672" y="348"/>
                  </a:cubicBezTo>
                  <a:lnTo>
                    <a:pt x="668" y="347"/>
                  </a:lnTo>
                  <a:cubicBezTo>
                    <a:pt x="667" y="346"/>
                    <a:pt x="666" y="346"/>
                    <a:pt x="666" y="345"/>
                  </a:cubicBezTo>
                  <a:lnTo>
                    <a:pt x="658" y="338"/>
                  </a:lnTo>
                  <a:lnTo>
                    <a:pt x="656" y="338"/>
                  </a:lnTo>
                  <a:lnTo>
                    <a:pt x="655" y="338"/>
                  </a:lnTo>
                  <a:lnTo>
                    <a:pt x="648" y="348"/>
                  </a:lnTo>
                  <a:cubicBezTo>
                    <a:pt x="647" y="350"/>
                    <a:pt x="646" y="350"/>
                    <a:pt x="645" y="351"/>
                  </a:cubicBezTo>
                  <a:lnTo>
                    <a:pt x="641" y="353"/>
                  </a:lnTo>
                  <a:lnTo>
                    <a:pt x="634" y="354"/>
                  </a:lnTo>
                  <a:lnTo>
                    <a:pt x="622" y="354"/>
                  </a:lnTo>
                  <a:cubicBezTo>
                    <a:pt x="621" y="354"/>
                    <a:pt x="620" y="353"/>
                    <a:pt x="619" y="353"/>
                  </a:cubicBezTo>
                  <a:lnTo>
                    <a:pt x="609" y="350"/>
                  </a:lnTo>
                  <a:lnTo>
                    <a:pt x="608" y="350"/>
                  </a:lnTo>
                  <a:lnTo>
                    <a:pt x="603" y="356"/>
                  </a:lnTo>
                  <a:lnTo>
                    <a:pt x="597" y="360"/>
                  </a:lnTo>
                  <a:cubicBezTo>
                    <a:pt x="596" y="360"/>
                    <a:pt x="595" y="361"/>
                    <a:pt x="593" y="361"/>
                  </a:cubicBezTo>
                  <a:lnTo>
                    <a:pt x="589" y="361"/>
                  </a:lnTo>
                  <a:cubicBezTo>
                    <a:pt x="588" y="361"/>
                    <a:pt x="587" y="361"/>
                    <a:pt x="586" y="361"/>
                  </a:cubicBezTo>
                  <a:lnTo>
                    <a:pt x="582" y="359"/>
                  </a:lnTo>
                  <a:lnTo>
                    <a:pt x="569" y="354"/>
                  </a:lnTo>
                  <a:lnTo>
                    <a:pt x="551" y="357"/>
                  </a:lnTo>
                  <a:cubicBezTo>
                    <a:pt x="550" y="357"/>
                    <a:pt x="550" y="357"/>
                    <a:pt x="549" y="357"/>
                  </a:cubicBezTo>
                  <a:lnTo>
                    <a:pt x="536" y="355"/>
                  </a:lnTo>
                  <a:cubicBezTo>
                    <a:pt x="535" y="355"/>
                    <a:pt x="534" y="354"/>
                    <a:pt x="533" y="354"/>
                  </a:cubicBezTo>
                  <a:lnTo>
                    <a:pt x="529" y="352"/>
                  </a:lnTo>
                  <a:cubicBezTo>
                    <a:pt x="528" y="351"/>
                    <a:pt x="527" y="351"/>
                    <a:pt x="527" y="350"/>
                  </a:cubicBezTo>
                  <a:lnTo>
                    <a:pt x="523" y="346"/>
                  </a:lnTo>
                  <a:cubicBezTo>
                    <a:pt x="522" y="345"/>
                    <a:pt x="522" y="345"/>
                    <a:pt x="521" y="344"/>
                  </a:cubicBezTo>
                  <a:lnTo>
                    <a:pt x="519" y="337"/>
                  </a:lnTo>
                  <a:cubicBezTo>
                    <a:pt x="519" y="336"/>
                    <a:pt x="518" y="335"/>
                    <a:pt x="518" y="335"/>
                  </a:cubicBezTo>
                  <a:lnTo>
                    <a:pt x="518" y="329"/>
                  </a:lnTo>
                  <a:lnTo>
                    <a:pt x="519" y="314"/>
                  </a:lnTo>
                  <a:lnTo>
                    <a:pt x="519" y="313"/>
                  </a:lnTo>
                  <a:lnTo>
                    <a:pt x="511" y="316"/>
                  </a:lnTo>
                  <a:cubicBezTo>
                    <a:pt x="510" y="316"/>
                    <a:pt x="509" y="317"/>
                    <a:pt x="508" y="317"/>
                  </a:cubicBezTo>
                  <a:lnTo>
                    <a:pt x="503" y="316"/>
                  </a:lnTo>
                  <a:cubicBezTo>
                    <a:pt x="502" y="316"/>
                    <a:pt x="501" y="316"/>
                    <a:pt x="500" y="316"/>
                  </a:cubicBezTo>
                  <a:lnTo>
                    <a:pt x="490" y="310"/>
                  </a:lnTo>
                  <a:lnTo>
                    <a:pt x="485" y="306"/>
                  </a:lnTo>
                  <a:cubicBezTo>
                    <a:pt x="484" y="305"/>
                    <a:pt x="483" y="304"/>
                    <a:pt x="483" y="302"/>
                  </a:cubicBezTo>
                  <a:lnTo>
                    <a:pt x="481" y="299"/>
                  </a:lnTo>
                  <a:cubicBezTo>
                    <a:pt x="481" y="298"/>
                    <a:pt x="481" y="296"/>
                    <a:pt x="481" y="295"/>
                  </a:cubicBezTo>
                  <a:cubicBezTo>
                    <a:pt x="482" y="293"/>
                    <a:pt x="483" y="290"/>
                    <a:pt x="484" y="289"/>
                  </a:cubicBezTo>
                  <a:lnTo>
                    <a:pt x="487" y="287"/>
                  </a:lnTo>
                  <a:cubicBezTo>
                    <a:pt x="488" y="286"/>
                    <a:pt x="489" y="285"/>
                    <a:pt x="491" y="285"/>
                  </a:cubicBezTo>
                  <a:lnTo>
                    <a:pt x="495" y="284"/>
                  </a:lnTo>
                  <a:lnTo>
                    <a:pt x="494" y="283"/>
                  </a:lnTo>
                  <a:lnTo>
                    <a:pt x="459" y="222"/>
                  </a:lnTo>
                  <a:lnTo>
                    <a:pt x="451" y="211"/>
                  </a:lnTo>
                  <a:lnTo>
                    <a:pt x="445" y="206"/>
                  </a:lnTo>
                  <a:cubicBezTo>
                    <a:pt x="444" y="206"/>
                    <a:pt x="444" y="205"/>
                    <a:pt x="443" y="204"/>
                  </a:cubicBezTo>
                  <a:lnTo>
                    <a:pt x="436" y="185"/>
                  </a:lnTo>
                  <a:lnTo>
                    <a:pt x="434" y="184"/>
                  </a:lnTo>
                  <a:lnTo>
                    <a:pt x="433" y="186"/>
                  </a:lnTo>
                  <a:cubicBezTo>
                    <a:pt x="433" y="187"/>
                    <a:pt x="433" y="187"/>
                    <a:pt x="432" y="188"/>
                  </a:cubicBezTo>
                  <a:lnTo>
                    <a:pt x="430" y="191"/>
                  </a:lnTo>
                  <a:cubicBezTo>
                    <a:pt x="429" y="193"/>
                    <a:pt x="428" y="194"/>
                    <a:pt x="426" y="195"/>
                  </a:cubicBezTo>
                  <a:lnTo>
                    <a:pt x="417" y="198"/>
                  </a:lnTo>
                  <a:cubicBezTo>
                    <a:pt x="416" y="198"/>
                    <a:pt x="414" y="198"/>
                    <a:pt x="413" y="198"/>
                  </a:cubicBezTo>
                  <a:lnTo>
                    <a:pt x="406" y="197"/>
                  </a:lnTo>
                  <a:cubicBezTo>
                    <a:pt x="405" y="196"/>
                    <a:pt x="404" y="196"/>
                    <a:pt x="403" y="195"/>
                  </a:cubicBezTo>
                  <a:lnTo>
                    <a:pt x="395" y="190"/>
                  </a:lnTo>
                  <a:lnTo>
                    <a:pt x="379" y="176"/>
                  </a:lnTo>
                  <a:lnTo>
                    <a:pt x="362" y="168"/>
                  </a:lnTo>
                  <a:cubicBezTo>
                    <a:pt x="359" y="167"/>
                    <a:pt x="357" y="164"/>
                    <a:pt x="358" y="160"/>
                  </a:cubicBezTo>
                  <a:lnTo>
                    <a:pt x="358" y="155"/>
                  </a:lnTo>
                  <a:cubicBezTo>
                    <a:pt x="358" y="154"/>
                    <a:pt x="359" y="153"/>
                    <a:pt x="359" y="152"/>
                  </a:cubicBezTo>
                  <a:lnTo>
                    <a:pt x="362" y="148"/>
                  </a:lnTo>
                  <a:cubicBezTo>
                    <a:pt x="362" y="147"/>
                    <a:pt x="362" y="146"/>
                    <a:pt x="363" y="146"/>
                  </a:cubicBezTo>
                  <a:lnTo>
                    <a:pt x="373" y="136"/>
                  </a:lnTo>
                  <a:lnTo>
                    <a:pt x="373" y="133"/>
                  </a:lnTo>
                  <a:lnTo>
                    <a:pt x="373" y="130"/>
                  </a:lnTo>
                  <a:lnTo>
                    <a:pt x="370" y="116"/>
                  </a:lnTo>
                  <a:lnTo>
                    <a:pt x="371" y="108"/>
                  </a:lnTo>
                  <a:lnTo>
                    <a:pt x="371" y="10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xmlns="" id="{E5322553-F5B5-4601-BC7B-78E77C49B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4532" y="2304689"/>
              <a:ext cx="1180526" cy="666154"/>
            </a:xfrm>
            <a:custGeom>
              <a:avLst/>
              <a:gdLst>
                <a:gd name="T0" fmla="*/ 1145 w 1851"/>
                <a:gd name="T1" fmla="*/ 1043 h 1044"/>
                <a:gd name="T2" fmla="*/ 1221 w 1851"/>
                <a:gd name="T3" fmla="*/ 1012 h 1044"/>
                <a:gd name="T4" fmla="*/ 1284 w 1851"/>
                <a:gd name="T5" fmla="*/ 1007 h 1044"/>
                <a:gd name="T6" fmla="*/ 1328 w 1851"/>
                <a:gd name="T7" fmla="*/ 937 h 1044"/>
                <a:gd name="T8" fmla="*/ 1449 w 1851"/>
                <a:gd name="T9" fmla="*/ 860 h 1044"/>
                <a:gd name="T10" fmla="*/ 1662 w 1851"/>
                <a:gd name="T11" fmla="*/ 769 h 1044"/>
                <a:gd name="T12" fmla="*/ 1773 w 1851"/>
                <a:gd name="T13" fmla="*/ 720 h 1044"/>
                <a:gd name="T14" fmla="*/ 1848 w 1851"/>
                <a:gd name="T15" fmla="*/ 602 h 1044"/>
                <a:gd name="T16" fmla="*/ 1819 w 1851"/>
                <a:gd name="T17" fmla="*/ 449 h 1044"/>
                <a:gd name="T18" fmla="*/ 1749 w 1851"/>
                <a:gd name="T19" fmla="*/ 255 h 1044"/>
                <a:gd name="T20" fmla="*/ 1639 w 1851"/>
                <a:gd name="T21" fmla="*/ 296 h 1044"/>
                <a:gd name="T22" fmla="*/ 1458 w 1851"/>
                <a:gd name="T23" fmla="*/ 189 h 1044"/>
                <a:gd name="T24" fmla="*/ 1390 w 1851"/>
                <a:gd name="T25" fmla="*/ 151 h 1044"/>
                <a:gd name="T26" fmla="*/ 1403 w 1851"/>
                <a:gd name="T27" fmla="*/ 226 h 1044"/>
                <a:gd name="T28" fmla="*/ 1366 w 1851"/>
                <a:gd name="T29" fmla="*/ 211 h 1044"/>
                <a:gd name="T30" fmla="*/ 1308 w 1851"/>
                <a:gd name="T31" fmla="*/ 208 h 1044"/>
                <a:gd name="T32" fmla="*/ 1250 w 1851"/>
                <a:gd name="T33" fmla="*/ 173 h 1044"/>
                <a:gd name="T34" fmla="*/ 1177 w 1851"/>
                <a:gd name="T35" fmla="*/ 174 h 1044"/>
                <a:gd name="T36" fmla="*/ 1076 w 1851"/>
                <a:gd name="T37" fmla="*/ 247 h 1044"/>
                <a:gd name="T38" fmla="*/ 1014 w 1851"/>
                <a:gd name="T39" fmla="*/ 233 h 1044"/>
                <a:gd name="T40" fmla="*/ 909 w 1851"/>
                <a:gd name="T41" fmla="*/ 110 h 1044"/>
                <a:gd name="T42" fmla="*/ 855 w 1851"/>
                <a:gd name="T43" fmla="*/ 47 h 1044"/>
                <a:gd name="T44" fmla="*/ 832 w 1851"/>
                <a:gd name="T45" fmla="*/ 29 h 1044"/>
                <a:gd name="T46" fmla="*/ 772 w 1851"/>
                <a:gd name="T47" fmla="*/ 61 h 1044"/>
                <a:gd name="T48" fmla="*/ 693 w 1851"/>
                <a:gd name="T49" fmla="*/ 46 h 1044"/>
                <a:gd name="T50" fmla="*/ 600 w 1851"/>
                <a:gd name="T51" fmla="*/ 58 h 1044"/>
                <a:gd name="T52" fmla="*/ 555 w 1851"/>
                <a:gd name="T53" fmla="*/ 133 h 1044"/>
                <a:gd name="T54" fmla="*/ 470 w 1851"/>
                <a:gd name="T55" fmla="*/ 134 h 1044"/>
                <a:gd name="T56" fmla="*/ 423 w 1851"/>
                <a:gd name="T57" fmla="*/ 156 h 1044"/>
                <a:gd name="T58" fmla="*/ 389 w 1851"/>
                <a:gd name="T59" fmla="*/ 110 h 1044"/>
                <a:gd name="T60" fmla="*/ 318 w 1851"/>
                <a:gd name="T61" fmla="*/ 133 h 1044"/>
                <a:gd name="T62" fmla="*/ 231 w 1851"/>
                <a:gd name="T63" fmla="*/ 176 h 1044"/>
                <a:gd name="T64" fmla="*/ 115 w 1851"/>
                <a:gd name="T65" fmla="*/ 185 h 1044"/>
                <a:gd name="T66" fmla="*/ 62 w 1851"/>
                <a:gd name="T67" fmla="*/ 221 h 1044"/>
                <a:gd name="T68" fmla="*/ 0 w 1851"/>
                <a:gd name="T69" fmla="*/ 324 h 1044"/>
                <a:gd name="T70" fmla="*/ 40 w 1851"/>
                <a:gd name="T71" fmla="*/ 369 h 1044"/>
                <a:gd name="T72" fmla="*/ 190 w 1851"/>
                <a:gd name="T73" fmla="*/ 365 h 1044"/>
                <a:gd name="T74" fmla="*/ 249 w 1851"/>
                <a:gd name="T75" fmla="*/ 369 h 1044"/>
                <a:gd name="T76" fmla="*/ 295 w 1851"/>
                <a:gd name="T77" fmla="*/ 413 h 1044"/>
                <a:gd name="T78" fmla="*/ 126 w 1851"/>
                <a:gd name="T79" fmla="*/ 435 h 1044"/>
                <a:gd name="T80" fmla="*/ 114 w 1851"/>
                <a:gd name="T81" fmla="*/ 448 h 1044"/>
                <a:gd name="T82" fmla="*/ 159 w 1851"/>
                <a:gd name="T83" fmla="*/ 455 h 1044"/>
                <a:gd name="T84" fmla="*/ 253 w 1851"/>
                <a:gd name="T85" fmla="*/ 542 h 1044"/>
                <a:gd name="T86" fmla="*/ 99 w 1851"/>
                <a:gd name="T87" fmla="*/ 633 h 1044"/>
                <a:gd name="T88" fmla="*/ 211 w 1851"/>
                <a:gd name="T89" fmla="*/ 775 h 1044"/>
                <a:gd name="T90" fmla="*/ 304 w 1851"/>
                <a:gd name="T91" fmla="*/ 735 h 1044"/>
                <a:gd name="T92" fmla="*/ 338 w 1851"/>
                <a:gd name="T93" fmla="*/ 732 h 1044"/>
                <a:gd name="T94" fmla="*/ 390 w 1851"/>
                <a:gd name="T95" fmla="*/ 711 h 1044"/>
                <a:gd name="T96" fmla="*/ 462 w 1851"/>
                <a:gd name="T97" fmla="*/ 787 h 1044"/>
                <a:gd name="T98" fmla="*/ 566 w 1851"/>
                <a:gd name="T99" fmla="*/ 796 h 1044"/>
                <a:gd name="T100" fmla="*/ 659 w 1851"/>
                <a:gd name="T101" fmla="*/ 858 h 1044"/>
                <a:gd name="T102" fmla="*/ 731 w 1851"/>
                <a:gd name="T103" fmla="*/ 843 h 1044"/>
                <a:gd name="T104" fmla="*/ 773 w 1851"/>
                <a:gd name="T105" fmla="*/ 878 h 1044"/>
                <a:gd name="T106" fmla="*/ 796 w 1851"/>
                <a:gd name="T107" fmla="*/ 826 h 1044"/>
                <a:gd name="T108" fmla="*/ 795 w 1851"/>
                <a:gd name="T109" fmla="*/ 889 h 1044"/>
                <a:gd name="T110" fmla="*/ 863 w 1851"/>
                <a:gd name="T111" fmla="*/ 944 h 1044"/>
                <a:gd name="T112" fmla="*/ 905 w 1851"/>
                <a:gd name="T113" fmla="*/ 895 h 1044"/>
                <a:gd name="T114" fmla="*/ 946 w 1851"/>
                <a:gd name="T115" fmla="*/ 923 h 1044"/>
                <a:gd name="T116" fmla="*/ 1019 w 1851"/>
                <a:gd name="T117" fmla="*/ 916 h 1044"/>
                <a:gd name="T118" fmla="*/ 994 w 1851"/>
                <a:gd name="T119" fmla="*/ 988 h 1044"/>
                <a:gd name="T120" fmla="*/ 1023 w 1851"/>
                <a:gd name="T121" fmla="*/ 1000 h 1044"/>
                <a:gd name="T122" fmla="*/ 1096 w 1851"/>
                <a:gd name="T123" fmla="*/ 990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51" h="1044">
                  <a:moveTo>
                    <a:pt x="1123" y="988"/>
                  </a:moveTo>
                  <a:lnTo>
                    <a:pt x="1130" y="989"/>
                  </a:lnTo>
                  <a:lnTo>
                    <a:pt x="1169" y="1004"/>
                  </a:lnTo>
                  <a:lnTo>
                    <a:pt x="1176" y="1004"/>
                  </a:lnTo>
                  <a:lnTo>
                    <a:pt x="1188" y="1002"/>
                  </a:lnTo>
                  <a:cubicBezTo>
                    <a:pt x="1189" y="1002"/>
                    <a:pt x="1191" y="1002"/>
                    <a:pt x="1192" y="1002"/>
                  </a:cubicBezTo>
                  <a:lnTo>
                    <a:pt x="1200" y="1005"/>
                  </a:lnTo>
                  <a:cubicBezTo>
                    <a:pt x="1204" y="1006"/>
                    <a:pt x="1206" y="1010"/>
                    <a:pt x="1206" y="1014"/>
                  </a:cubicBezTo>
                  <a:cubicBezTo>
                    <a:pt x="1205" y="1018"/>
                    <a:pt x="1202" y="1020"/>
                    <a:pt x="1197" y="1020"/>
                  </a:cubicBezTo>
                  <a:lnTo>
                    <a:pt x="1188" y="1020"/>
                  </a:lnTo>
                  <a:lnTo>
                    <a:pt x="1171" y="1024"/>
                  </a:lnTo>
                  <a:lnTo>
                    <a:pt x="1145" y="1026"/>
                  </a:lnTo>
                  <a:lnTo>
                    <a:pt x="1146" y="1028"/>
                  </a:lnTo>
                  <a:cubicBezTo>
                    <a:pt x="1148" y="1030"/>
                    <a:pt x="1148" y="1033"/>
                    <a:pt x="1147" y="1035"/>
                  </a:cubicBezTo>
                  <a:lnTo>
                    <a:pt x="1145" y="1043"/>
                  </a:lnTo>
                  <a:lnTo>
                    <a:pt x="1145" y="1043"/>
                  </a:lnTo>
                  <a:lnTo>
                    <a:pt x="1146" y="1041"/>
                  </a:lnTo>
                  <a:cubicBezTo>
                    <a:pt x="1147" y="1040"/>
                    <a:pt x="1148" y="1039"/>
                    <a:pt x="1149" y="1038"/>
                  </a:cubicBezTo>
                  <a:lnTo>
                    <a:pt x="1153" y="1036"/>
                  </a:lnTo>
                  <a:cubicBezTo>
                    <a:pt x="1154" y="1035"/>
                    <a:pt x="1155" y="1035"/>
                    <a:pt x="1156" y="1035"/>
                  </a:cubicBezTo>
                  <a:lnTo>
                    <a:pt x="1162" y="1034"/>
                  </a:lnTo>
                  <a:cubicBezTo>
                    <a:pt x="1164" y="1034"/>
                    <a:pt x="1165" y="1034"/>
                    <a:pt x="1167" y="1035"/>
                  </a:cubicBezTo>
                  <a:lnTo>
                    <a:pt x="1181" y="1042"/>
                  </a:lnTo>
                  <a:lnTo>
                    <a:pt x="1196" y="1039"/>
                  </a:lnTo>
                  <a:lnTo>
                    <a:pt x="1201" y="1039"/>
                  </a:lnTo>
                  <a:lnTo>
                    <a:pt x="1204" y="1039"/>
                  </a:lnTo>
                  <a:lnTo>
                    <a:pt x="1207" y="1037"/>
                  </a:lnTo>
                  <a:lnTo>
                    <a:pt x="1219" y="1018"/>
                  </a:lnTo>
                  <a:lnTo>
                    <a:pt x="1220" y="1014"/>
                  </a:lnTo>
                  <a:cubicBezTo>
                    <a:pt x="1221" y="1013"/>
                    <a:pt x="1221" y="1012"/>
                    <a:pt x="1221" y="1012"/>
                  </a:cubicBezTo>
                  <a:cubicBezTo>
                    <a:pt x="1222" y="1011"/>
                    <a:pt x="1223" y="1010"/>
                    <a:pt x="1224" y="1009"/>
                  </a:cubicBezTo>
                  <a:lnTo>
                    <a:pt x="1226" y="1008"/>
                  </a:lnTo>
                  <a:lnTo>
                    <a:pt x="1229" y="1006"/>
                  </a:lnTo>
                  <a:cubicBezTo>
                    <a:pt x="1230" y="1005"/>
                    <a:pt x="1231" y="1005"/>
                    <a:pt x="1232" y="1005"/>
                  </a:cubicBezTo>
                  <a:lnTo>
                    <a:pt x="1238" y="1004"/>
                  </a:lnTo>
                  <a:cubicBezTo>
                    <a:pt x="1239" y="1004"/>
                    <a:pt x="1241" y="1004"/>
                    <a:pt x="1243" y="1005"/>
                  </a:cubicBezTo>
                  <a:lnTo>
                    <a:pt x="1249" y="1009"/>
                  </a:lnTo>
                  <a:cubicBezTo>
                    <a:pt x="1250" y="1009"/>
                    <a:pt x="1251" y="1010"/>
                    <a:pt x="1251" y="1011"/>
                  </a:cubicBezTo>
                  <a:lnTo>
                    <a:pt x="1253" y="1012"/>
                  </a:lnTo>
                  <a:lnTo>
                    <a:pt x="1257" y="1012"/>
                  </a:lnTo>
                  <a:lnTo>
                    <a:pt x="1263" y="1009"/>
                  </a:lnTo>
                  <a:lnTo>
                    <a:pt x="1270" y="1005"/>
                  </a:lnTo>
                  <a:cubicBezTo>
                    <a:pt x="1271" y="1004"/>
                    <a:pt x="1273" y="1003"/>
                    <a:pt x="1275" y="1003"/>
                  </a:cubicBezTo>
                  <a:lnTo>
                    <a:pt x="1279" y="1004"/>
                  </a:lnTo>
                  <a:cubicBezTo>
                    <a:pt x="1281" y="1004"/>
                    <a:pt x="1283" y="1005"/>
                    <a:pt x="1284" y="1007"/>
                  </a:cubicBezTo>
                  <a:lnTo>
                    <a:pt x="1286" y="1009"/>
                  </a:lnTo>
                  <a:cubicBezTo>
                    <a:pt x="1287" y="1010"/>
                    <a:pt x="1288" y="1011"/>
                    <a:pt x="1288" y="1013"/>
                  </a:cubicBezTo>
                  <a:lnTo>
                    <a:pt x="1288" y="1016"/>
                  </a:lnTo>
                  <a:lnTo>
                    <a:pt x="1288" y="1020"/>
                  </a:lnTo>
                  <a:lnTo>
                    <a:pt x="1290" y="1016"/>
                  </a:lnTo>
                  <a:lnTo>
                    <a:pt x="1291" y="1011"/>
                  </a:lnTo>
                  <a:lnTo>
                    <a:pt x="1295" y="1004"/>
                  </a:lnTo>
                  <a:cubicBezTo>
                    <a:pt x="1295" y="1003"/>
                    <a:pt x="1296" y="1002"/>
                    <a:pt x="1297" y="1001"/>
                  </a:cubicBezTo>
                  <a:lnTo>
                    <a:pt x="1303" y="996"/>
                  </a:lnTo>
                  <a:cubicBezTo>
                    <a:pt x="1303" y="996"/>
                    <a:pt x="1304" y="995"/>
                    <a:pt x="1305" y="995"/>
                  </a:cubicBezTo>
                  <a:lnTo>
                    <a:pt x="1309" y="994"/>
                  </a:lnTo>
                  <a:lnTo>
                    <a:pt x="1313" y="990"/>
                  </a:lnTo>
                  <a:lnTo>
                    <a:pt x="1317" y="983"/>
                  </a:lnTo>
                  <a:lnTo>
                    <a:pt x="1322" y="952"/>
                  </a:lnTo>
                  <a:lnTo>
                    <a:pt x="1328" y="937"/>
                  </a:lnTo>
                  <a:lnTo>
                    <a:pt x="1328" y="931"/>
                  </a:lnTo>
                  <a:cubicBezTo>
                    <a:pt x="1328" y="930"/>
                    <a:pt x="1328" y="929"/>
                    <a:pt x="1328" y="929"/>
                  </a:cubicBezTo>
                  <a:lnTo>
                    <a:pt x="1329" y="926"/>
                  </a:lnTo>
                  <a:lnTo>
                    <a:pt x="1328" y="922"/>
                  </a:lnTo>
                  <a:cubicBezTo>
                    <a:pt x="1327" y="921"/>
                    <a:pt x="1327" y="919"/>
                    <a:pt x="1327" y="917"/>
                  </a:cubicBezTo>
                  <a:lnTo>
                    <a:pt x="1331" y="904"/>
                  </a:lnTo>
                  <a:cubicBezTo>
                    <a:pt x="1332" y="902"/>
                    <a:pt x="1333" y="901"/>
                    <a:pt x="1335" y="900"/>
                  </a:cubicBezTo>
                  <a:lnTo>
                    <a:pt x="1350" y="891"/>
                  </a:lnTo>
                  <a:lnTo>
                    <a:pt x="1360" y="884"/>
                  </a:lnTo>
                  <a:lnTo>
                    <a:pt x="1365" y="882"/>
                  </a:lnTo>
                  <a:lnTo>
                    <a:pt x="1381" y="879"/>
                  </a:lnTo>
                  <a:lnTo>
                    <a:pt x="1398" y="879"/>
                  </a:lnTo>
                  <a:lnTo>
                    <a:pt x="1406" y="874"/>
                  </a:lnTo>
                  <a:lnTo>
                    <a:pt x="1443" y="860"/>
                  </a:lnTo>
                  <a:cubicBezTo>
                    <a:pt x="1445" y="859"/>
                    <a:pt x="1447" y="859"/>
                    <a:pt x="1449" y="860"/>
                  </a:cubicBezTo>
                  <a:lnTo>
                    <a:pt x="1464" y="866"/>
                  </a:lnTo>
                  <a:lnTo>
                    <a:pt x="1472" y="867"/>
                  </a:lnTo>
                  <a:lnTo>
                    <a:pt x="1474" y="867"/>
                  </a:lnTo>
                  <a:lnTo>
                    <a:pt x="1533" y="848"/>
                  </a:lnTo>
                  <a:lnTo>
                    <a:pt x="1546" y="841"/>
                  </a:lnTo>
                  <a:lnTo>
                    <a:pt x="1552" y="835"/>
                  </a:lnTo>
                  <a:lnTo>
                    <a:pt x="1557" y="826"/>
                  </a:lnTo>
                  <a:lnTo>
                    <a:pt x="1566" y="816"/>
                  </a:lnTo>
                  <a:lnTo>
                    <a:pt x="1578" y="807"/>
                  </a:lnTo>
                  <a:lnTo>
                    <a:pt x="1629" y="783"/>
                  </a:lnTo>
                  <a:lnTo>
                    <a:pt x="1636" y="776"/>
                  </a:lnTo>
                  <a:cubicBezTo>
                    <a:pt x="1636" y="775"/>
                    <a:pt x="1637" y="775"/>
                    <a:pt x="1638" y="774"/>
                  </a:cubicBezTo>
                  <a:lnTo>
                    <a:pt x="1643" y="771"/>
                  </a:lnTo>
                  <a:cubicBezTo>
                    <a:pt x="1644" y="771"/>
                    <a:pt x="1645" y="770"/>
                    <a:pt x="1647" y="770"/>
                  </a:cubicBezTo>
                  <a:lnTo>
                    <a:pt x="1662" y="769"/>
                  </a:lnTo>
                  <a:lnTo>
                    <a:pt x="1674" y="770"/>
                  </a:lnTo>
                  <a:lnTo>
                    <a:pt x="1681" y="773"/>
                  </a:lnTo>
                  <a:lnTo>
                    <a:pt x="1688" y="776"/>
                  </a:lnTo>
                  <a:cubicBezTo>
                    <a:pt x="1689" y="777"/>
                    <a:pt x="1689" y="778"/>
                    <a:pt x="1690" y="779"/>
                  </a:cubicBezTo>
                  <a:lnTo>
                    <a:pt x="1695" y="789"/>
                  </a:lnTo>
                  <a:lnTo>
                    <a:pt x="1700" y="792"/>
                  </a:lnTo>
                  <a:lnTo>
                    <a:pt x="1705" y="794"/>
                  </a:lnTo>
                  <a:lnTo>
                    <a:pt x="1746" y="801"/>
                  </a:lnTo>
                  <a:lnTo>
                    <a:pt x="1748" y="787"/>
                  </a:lnTo>
                  <a:cubicBezTo>
                    <a:pt x="1749" y="786"/>
                    <a:pt x="1749" y="785"/>
                    <a:pt x="1750" y="784"/>
                  </a:cubicBezTo>
                  <a:lnTo>
                    <a:pt x="1756" y="775"/>
                  </a:lnTo>
                  <a:lnTo>
                    <a:pt x="1758" y="770"/>
                  </a:lnTo>
                  <a:lnTo>
                    <a:pt x="1765" y="743"/>
                  </a:lnTo>
                  <a:lnTo>
                    <a:pt x="1770" y="730"/>
                  </a:lnTo>
                  <a:lnTo>
                    <a:pt x="1773" y="720"/>
                  </a:lnTo>
                  <a:lnTo>
                    <a:pt x="1781" y="684"/>
                  </a:lnTo>
                  <a:lnTo>
                    <a:pt x="1787" y="673"/>
                  </a:lnTo>
                  <a:lnTo>
                    <a:pt x="1794" y="663"/>
                  </a:lnTo>
                  <a:lnTo>
                    <a:pt x="1800" y="657"/>
                  </a:lnTo>
                  <a:lnTo>
                    <a:pt x="1806" y="653"/>
                  </a:lnTo>
                  <a:lnTo>
                    <a:pt x="1812" y="650"/>
                  </a:lnTo>
                  <a:lnTo>
                    <a:pt x="1820" y="649"/>
                  </a:lnTo>
                  <a:lnTo>
                    <a:pt x="1842" y="646"/>
                  </a:lnTo>
                  <a:lnTo>
                    <a:pt x="1850" y="643"/>
                  </a:lnTo>
                  <a:lnTo>
                    <a:pt x="1850" y="641"/>
                  </a:lnTo>
                  <a:lnTo>
                    <a:pt x="1850" y="636"/>
                  </a:lnTo>
                  <a:lnTo>
                    <a:pt x="1848" y="624"/>
                  </a:lnTo>
                  <a:lnTo>
                    <a:pt x="1848" y="615"/>
                  </a:lnTo>
                  <a:lnTo>
                    <a:pt x="1849" y="605"/>
                  </a:lnTo>
                  <a:lnTo>
                    <a:pt x="1848" y="602"/>
                  </a:lnTo>
                  <a:lnTo>
                    <a:pt x="1841" y="596"/>
                  </a:lnTo>
                  <a:cubicBezTo>
                    <a:pt x="1841" y="595"/>
                    <a:pt x="1840" y="595"/>
                    <a:pt x="1840" y="594"/>
                  </a:cubicBezTo>
                  <a:lnTo>
                    <a:pt x="1834" y="582"/>
                  </a:lnTo>
                  <a:lnTo>
                    <a:pt x="1828" y="535"/>
                  </a:lnTo>
                  <a:cubicBezTo>
                    <a:pt x="1828" y="534"/>
                    <a:pt x="1828" y="532"/>
                    <a:pt x="1829" y="531"/>
                  </a:cubicBezTo>
                  <a:lnTo>
                    <a:pt x="1832" y="525"/>
                  </a:lnTo>
                  <a:cubicBezTo>
                    <a:pt x="1833" y="524"/>
                    <a:pt x="1834" y="523"/>
                    <a:pt x="1834" y="522"/>
                  </a:cubicBezTo>
                  <a:lnTo>
                    <a:pt x="1834" y="521"/>
                  </a:lnTo>
                  <a:lnTo>
                    <a:pt x="1834" y="518"/>
                  </a:lnTo>
                  <a:lnTo>
                    <a:pt x="1827" y="471"/>
                  </a:lnTo>
                  <a:lnTo>
                    <a:pt x="1822" y="463"/>
                  </a:lnTo>
                  <a:cubicBezTo>
                    <a:pt x="1822" y="462"/>
                    <a:pt x="1821" y="461"/>
                    <a:pt x="1821" y="460"/>
                  </a:cubicBezTo>
                  <a:lnTo>
                    <a:pt x="1820" y="457"/>
                  </a:lnTo>
                  <a:cubicBezTo>
                    <a:pt x="1819" y="456"/>
                    <a:pt x="1819" y="456"/>
                    <a:pt x="1819" y="455"/>
                  </a:cubicBezTo>
                  <a:lnTo>
                    <a:pt x="1819" y="449"/>
                  </a:lnTo>
                  <a:cubicBezTo>
                    <a:pt x="1819" y="448"/>
                    <a:pt x="1819" y="447"/>
                    <a:pt x="1819" y="446"/>
                  </a:cubicBezTo>
                  <a:lnTo>
                    <a:pt x="1824" y="431"/>
                  </a:lnTo>
                  <a:lnTo>
                    <a:pt x="1835" y="409"/>
                  </a:lnTo>
                  <a:lnTo>
                    <a:pt x="1835" y="402"/>
                  </a:lnTo>
                  <a:lnTo>
                    <a:pt x="1834" y="388"/>
                  </a:lnTo>
                  <a:lnTo>
                    <a:pt x="1828" y="333"/>
                  </a:lnTo>
                  <a:lnTo>
                    <a:pt x="1828" y="319"/>
                  </a:lnTo>
                  <a:lnTo>
                    <a:pt x="1830" y="305"/>
                  </a:lnTo>
                  <a:lnTo>
                    <a:pt x="1830" y="281"/>
                  </a:lnTo>
                  <a:lnTo>
                    <a:pt x="1822" y="277"/>
                  </a:lnTo>
                  <a:cubicBezTo>
                    <a:pt x="1821" y="276"/>
                    <a:pt x="1820" y="276"/>
                    <a:pt x="1820" y="276"/>
                  </a:cubicBezTo>
                  <a:lnTo>
                    <a:pt x="1813" y="270"/>
                  </a:lnTo>
                  <a:lnTo>
                    <a:pt x="1764" y="256"/>
                  </a:lnTo>
                  <a:lnTo>
                    <a:pt x="1753" y="255"/>
                  </a:lnTo>
                  <a:lnTo>
                    <a:pt x="1749" y="255"/>
                  </a:lnTo>
                  <a:lnTo>
                    <a:pt x="1747" y="258"/>
                  </a:lnTo>
                  <a:lnTo>
                    <a:pt x="1737" y="273"/>
                  </a:lnTo>
                  <a:lnTo>
                    <a:pt x="1732" y="277"/>
                  </a:lnTo>
                  <a:lnTo>
                    <a:pt x="1726" y="281"/>
                  </a:lnTo>
                  <a:lnTo>
                    <a:pt x="1713" y="286"/>
                  </a:lnTo>
                  <a:lnTo>
                    <a:pt x="1710" y="288"/>
                  </a:lnTo>
                  <a:lnTo>
                    <a:pt x="1701" y="297"/>
                  </a:lnTo>
                  <a:lnTo>
                    <a:pt x="1692" y="303"/>
                  </a:lnTo>
                  <a:lnTo>
                    <a:pt x="1676" y="310"/>
                  </a:lnTo>
                  <a:cubicBezTo>
                    <a:pt x="1675" y="310"/>
                    <a:pt x="1674" y="310"/>
                    <a:pt x="1673" y="310"/>
                  </a:cubicBezTo>
                  <a:lnTo>
                    <a:pt x="1662" y="310"/>
                  </a:lnTo>
                  <a:cubicBezTo>
                    <a:pt x="1661" y="310"/>
                    <a:pt x="1660" y="310"/>
                    <a:pt x="1659" y="310"/>
                  </a:cubicBezTo>
                  <a:lnTo>
                    <a:pt x="1652" y="308"/>
                  </a:lnTo>
                  <a:cubicBezTo>
                    <a:pt x="1651" y="307"/>
                    <a:pt x="1649" y="307"/>
                    <a:pt x="1649" y="306"/>
                  </a:cubicBezTo>
                  <a:lnTo>
                    <a:pt x="1639" y="296"/>
                  </a:lnTo>
                  <a:lnTo>
                    <a:pt x="1628" y="289"/>
                  </a:lnTo>
                  <a:lnTo>
                    <a:pt x="1623" y="284"/>
                  </a:lnTo>
                  <a:lnTo>
                    <a:pt x="1607" y="255"/>
                  </a:lnTo>
                  <a:lnTo>
                    <a:pt x="1600" y="238"/>
                  </a:lnTo>
                  <a:lnTo>
                    <a:pt x="1598" y="226"/>
                  </a:lnTo>
                  <a:lnTo>
                    <a:pt x="1596" y="223"/>
                  </a:lnTo>
                  <a:lnTo>
                    <a:pt x="1593" y="212"/>
                  </a:lnTo>
                  <a:lnTo>
                    <a:pt x="1585" y="198"/>
                  </a:lnTo>
                  <a:lnTo>
                    <a:pt x="1578" y="179"/>
                  </a:lnTo>
                  <a:lnTo>
                    <a:pt x="1560" y="189"/>
                  </a:lnTo>
                  <a:cubicBezTo>
                    <a:pt x="1560" y="189"/>
                    <a:pt x="1559" y="190"/>
                    <a:pt x="1558" y="190"/>
                  </a:cubicBezTo>
                  <a:lnTo>
                    <a:pt x="1518" y="196"/>
                  </a:lnTo>
                  <a:lnTo>
                    <a:pt x="1481" y="195"/>
                  </a:lnTo>
                  <a:cubicBezTo>
                    <a:pt x="1480" y="195"/>
                    <a:pt x="1479" y="195"/>
                    <a:pt x="1479" y="195"/>
                  </a:cubicBezTo>
                  <a:lnTo>
                    <a:pt x="1458" y="189"/>
                  </a:lnTo>
                  <a:cubicBezTo>
                    <a:pt x="1456" y="189"/>
                    <a:pt x="1455" y="188"/>
                    <a:pt x="1454" y="187"/>
                  </a:cubicBezTo>
                  <a:lnTo>
                    <a:pt x="1442" y="174"/>
                  </a:lnTo>
                  <a:cubicBezTo>
                    <a:pt x="1441" y="173"/>
                    <a:pt x="1440" y="171"/>
                    <a:pt x="1440" y="169"/>
                  </a:cubicBezTo>
                  <a:lnTo>
                    <a:pt x="1440" y="151"/>
                  </a:lnTo>
                  <a:cubicBezTo>
                    <a:pt x="1440" y="150"/>
                    <a:pt x="1441" y="148"/>
                    <a:pt x="1441" y="147"/>
                  </a:cubicBezTo>
                  <a:lnTo>
                    <a:pt x="1451" y="131"/>
                  </a:lnTo>
                  <a:lnTo>
                    <a:pt x="1448" y="125"/>
                  </a:lnTo>
                  <a:lnTo>
                    <a:pt x="1417" y="131"/>
                  </a:lnTo>
                  <a:cubicBezTo>
                    <a:pt x="1417" y="132"/>
                    <a:pt x="1417" y="134"/>
                    <a:pt x="1416" y="135"/>
                  </a:cubicBezTo>
                  <a:cubicBezTo>
                    <a:pt x="1415" y="137"/>
                    <a:pt x="1412" y="139"/>
                    <a:pt x="1409" y="139"/>
                  </a:cubicBezTo>
                  <a:lnTo>
                    <a:pt x="1393" y="139"/>
                  </a:lnTo>
                  <a:lnTo>
                    <a:pt x="1393" y="140"/>
                  </a:lnTo>
                  <a:lnTo>
                    <a:pt x="1393" y="144"/>
                  </a:lnTo>
                  <a:cubicBezTo>
                    <a:pt x="1393" y="146"/>
                    <a:pt x="1393" y="147"/>
                    <a:pt x="1392" y="149"/>
                  </a:cubicBezTo>
                  <a:lnTo>
                    <a:pt x="1390" y="151"/>
                  </a:lnTo>
                  <a:cubicBezTo>
                    <a:pt x="1389" y="152"/>
                    <a:pt x="1388" y="154"/>
                    <a:pt x="1386" y="154"/>
                  </a:cubicBezTo>
                  <a:lnTo>
                    <a:pt x="1380" y="156"/>
                  </a:lnTo>
                  <a:lnTo>
                    <a:pt x="1377" y="159"/>
                  </a:lnTo>
                  <a:lnTo>
                    <a:pt x="1373" y="166"/>
                  </a:lnTo>
                  <a:lnTo>
                    <a:pt x="1377" y="172"/>
                  </a:lnTo>
                  <a:lnTo>
                    <a:pt x="1387" y="195"/>
                  </a:lnTo>
                  <a:lnTo>
                    <a:pt x="1390" y="195"/>
                  </a:lnTo>
                  <a:cubicBezTo>
                    <a:pt x="1390" y="195"/>
                    <a:pt x="1391" y="195"/>
                    <a:pt x="1392" y="195"/>
                  </a:cubicBezTo>
                  <a:lnTo>
                    <a:pt x="1397" y="197"/>
                  </a:lnTo>
                  <a:cubicBezTo>
                    <a:pt x="1398" y="198"/>
                    <a:pt x="1399" y="198"/>
                    <a:pt x="1400" y="199"/>
                  </a:cubicBezTo>
                  <a:lnTo>
                    <a:pt x="1405" y="204"/>
                  </a:lnTo>
                  <a:cubicBezTo>
                    <a:pt x="1405" y="205"/>
                    <a:pt x="1406" y="205"/>
                    <a:pt x="1406" y="206"/>
                  </a:cubicBezTo>
                  <a:lnTo>
                    <a:pt x="1410" y="215"/>
                  </a:lnTo>
                  <a:cubicBezTo>
                    <a:pt x="1411" y="218"/>
                    <a:pt x="1410" y="222"/>
                    <a:pt x="1408" y="224"/>
                  </a:cubicBezTo>
                  <a:cubicBezTo>
                    <a:pt x="1406" y="225"/>
                    <a:pt x="1405" y="226"/>
                    <a:pt x="1403" y="226"/>
                  </a:cubicBezTo>
                  <a:lnTo>
                    <a:pt x="1405" y="229"/>
                  </a:lnTo>
                  <a:cubicBezTo>
                    <a:pt x="1406" y="232"/>
                    <a:pt x="1406" y="234"/>
                    <a:pt x="1406" y="236"/>
                  </a:cubicBezTo>
                  <a:lnTo>
                    <a:pt x="1414" y="242"/>
                  </a:lnTo>
                  <a:cubicBezTo>
                    <a:pt x="1416" y="244"/>
                    <a:pt x="1417" y="246"/>
                    <a:pt x="1417" y="249"/>
                  </a:cubicBezTo>
                  <a:cubicBezTo>
                    <a:pt x="1417" y="252"/>
                    <a:pt x="1416" y="254"/>
                    <a:pt x="1414" y="256"/>
                  </a:cubicBezTo>
                  <a:lnTo>
                    <a:pt x="1399" y="265"/>
                  </a:lnTo>
                  <a:lnTo>
                    <a:pt x="1395" y="270"/>
                  </a:lnTo>
                  <a:cubicBezTo>
                    <a:pt x="1393" y="272"/>
                    <a:pt x="1389" y="273"/>
                    <a:pt x="1386" y="272"/>
                  </a:cubicBezTo>
                  <a:cubicBezTo>
                    <a:pt x="1383" y="270"/>
                    <a:pt x="1381" y="267"/>
                    <a:pt x="1381" y="263"/>
                  </a:cubicBezTo>
                  <a:lnTo>
                    <a:pt x="1383" y="248"/>
                  </a:lnTo>
                  <a:lnTo>
                    <a:pt x="1381" y="241"/>
                  </a:lnTo>
                  <a:lnTo>
                    <a:pt x="1368" y="223"/>
                  </a:lnTo>
                  <a:cubicBezTo>
                    <a:pt x="1367" y="220"/>
                    <a:pt x="1367" y="217"/>
                    <a:pt x="1368" y="214"/>
                  </a:cubicBezTo>
                  <a:lnTo>
                    <a:pt x="1369" y="213"/>
                  </a:lnTo>
                  <a:cubicBezTo>
                    <a:pt x="1368" y="212"/>
                    <a:pt x="1367" y="212"/>
                    <a:pt x="1366" y="211"/>
                  </a:cubicBezTo>
                  <a:lnTo>
                    <a:pt x="1362" y="205"/>
                  </a:lnTo>
                  <a:cubicBezTo>
                    <a:pt x="1361" y="204"/>
                    <a:pt x="1361" y="204"/>
                    <a:pt x="1361" y="203"/>
                  </a:cubicBezTo>
                  <a:lnTo>
                    <a:pt x="1358" y="195"/>
                  </a:lnTo>
                  <a:lnTo>
                    <a:pt x="1357" y="187"/>
                  </a:lnTo>
                  <a:lnTo>
                    <a:pt x="1348" y="170"/>
                  </a:lnTo>
                  <a:lnTo>
                    <a:pt x="1330" y="172"/>
                  </a:lnTo>
                  <a:lnTo>
                    <a:pt x="1317" y="177"/>
                  </a:lnTo>
                  <a:lnTo>
                    <a:pt x="1321" y="184"/>
                  </a:lnTo>
                  <a:lnTo>
                    <a:pt x="1324" y="188"/>
                  </a:lnTo>
                  <a:cubicBezTo>
                    <a:pt x="1326" y="191"/>
                    <a:pt x="1326" y="196"/>
                    <a:pt x="1322" y="199"/>
                  </a:cubicBezTo>
                  <a:cubicBezTo>
                    <a:pt x="1319" y="201"/>
                    <a:pt x="1314" y="201"/>
                    <a:pt x="1311" y="198"/>
                  </a:cubicBezTo>
                  <a:lnTo>
                    <a:pt x="1307" y="193"/>
                  </a:lnTo>
                  <a:lnTo>
                    <a:pt x="1304" y="196"/>
                  </a:lnTo>
                  <a:cubicBezTo>
                    <a:pt x="1307" y="198"/>
                    <a:pt x="1308" y="200"/>
                    <a:pt x="1308" y="203"/>
                  </a:cubicBezTo>
                  <a:lnTo>
                    <a:pt x="1308" y="208"/>
                  </a:lnTo>
                  <a:cubicBezTo>
                    <a:pt x="1308" y="211"/>
                    <a:pt x="1306" y="213"/>
                    <a:pt x="1304" y="215"/>
                  </a:cubicBezTo>
                  <a:lnTo>
                    <a:pt x="1297" y="219"/>
                  </a:lnTo>
                  <a:cubicBezTo>
                    <a:pt x="1293" y="221"/>
                    <a:pt x="1289" y="220"/>
                    <a:pt x="1287" y="218"/>
                  </a:cubicBezTo>
                  <a:lnTo>
                    <a:pt x="1284" y="215"/>
                  </a:lnTo>
                  <a:cubicBezTo>
                    <a:pt x="1284" y="216"/>
                    <a:pt x="1283" y="217"/>
                    <a:pt x="1282" y="217"/>
                  </a:cubicBezTo>
                  <a:lnTo>
                    <a:pt x="1277" y="220"/>
                  </a:lnTo>
                  <a:cubicBezTo>
                    <a:pt x="1274" y="221"/>
                    <a:pt x="1272" y="221"/>
                    <a:pt x="1269" y="220"/>
                  </a:cubicBezTo>
                  <a:cubicBezTo>
                    <a:pt x="1267" y="219"/>
                    <a:pt x="1265" y="217"/>
                    <a:pt x="1265" y="214"/>
                  </a:cubicBezTo>
                  <a:lnTo>
                    <a:pt x="1262" y="199"/>
                  </a:lnTo>
                  <a:lnTo>
                    <a:pt x="1261" y="196"/>
                  </a:lnTo>
                  <a:lnTo>
                    <a:pt x="1258" y="195"/>
                  </a:lnTo>
                  <a:cubicBezTo>
                    <a:pt x="1256" y="194"/>
                    <a:pt x="1254" y="192"/>
                    <a:pt x="1254" y="191"/>
                  </a:cubicBezTo>
                  <a:lnTo>
                    <a:pt x="1252" y="187"/>
                  </a:lnTo>
                  <a:cubicBezTo>
                    <a:pt x="1252" y="186"/>
                    <a:pt x="1251" y="185"/>
                    <a:pt x="1251" y="185"/>
                  </a:cubicBezTo>
                  <a:lnTo>
                    <a:pt x="1250" y="173"/>
                  </a:lnTo>
                  <a:lnTo>
                    <a:pt x="1248" y="174"/>
                  </a:lnTo>
                  <a:lnTo>
                    <a:pt x="1238" y="183"/>
                  </a:lnTo>
                  <a:lnTo>
                    <a:pt x="1228" y="191"/>
                  </a:lnTo>
                  <a:cubicBezTo>
                    <a:pt x="1225" y="193"/>
                    <a:pt x="1221" y="193"/>
                    <a:pt x="1218" y="190"/>
                  </a:cubicBezTo>
                  <a:lnTo>
                    <a:pt x="1210" y="183"/>
                  </a:lnTo>
                  <a:cubicBezTo>
                    <a:pt x="1208" y="182"/>
                    <a:pt x="1207" y="180"/>
                    <a:pt x="1207" y="178"/>
                  </a:cubicBezTo>
                  <a:cubicBezTo>
                    <a:pt x="1206" y="176"/>
                    <a:pt x="1207" y="173"/>
                    <a:pt x="1209" y="172"/>
                  </a:cubicBezTo>
                  <a:lnTo>
                    <a:pt x="1224" y="153"/>
                  </a:lnTo>
                  <a:lnTo>
                    <a:pt x="1227" y="148"/>
                  </a:lnTo>
                  <a:lnTo>
                    <a:pt x="1224" y="147"/>
                  </a:lnTo>
                  <a:cubicBezTo>
                    <a:pt x="1223" y="146"/>
                    <a:pt x="1221" y="145"/>
                    <a:pt x="1221" y="144"/>
                  </a:cubicBezTo>
                  <a:cubicBezTo>
                    <a:pt x="1221" y="145"/>
                    <a:pt x="1221" y="145"/>
                    <a:pt x="1220" y="145"/>
                  </a:cubicBezTo>
                  <a:lnTo>
                    <a:pt x="1207" y="158"/>
                  </a:lnTo>
                  <a:lnTo>
                    <a:pt x="1191" y="168"/>
                  </a:lnTo>
                  <a:lnTo>
                    <a:pt x="1177" y="174"/>
                  </a:lnTo>
                  <a:cubicBezTo>
                    <a:pt x="1173" y="176"/>
                    <a:pt x="1168" y="174"/>
                    <a:pt x="1166" y="170"/>
                  </a:cubicBezTo>
                  <a:lnTo>
                    <a:pt x="1164" y="164"/>
                  </a:lnTo>
                  <a:lnTo>
                    <a:pt x="1159" y="163"/>
                  </a:lnTo>
                  <a:lnTo>
                    <a:pt x="1158" y="164"/>
                  </a:lnTo>
                  <a:cubicBezTo>
                    <a:pt x="1158" y="165"/>
                    <a:pt x="1158" y="166"/>
                    <a:pt x="1158" y="167"/>
                  </a:cubicBezTo>
                  <a:lnTo>
                    <a:pt x="1158" y="172"/>
                  </a:lnTo>
                  <a:cubicBezTo>
                    <a:pt x="1158" y="174"/>
                    <a:pt x="1158" y="176"/>
                    <a:pt x="1156" y="177"/>
                  </a:cubicBezTo>
                  <a:lnTo>
                    <a:pt x="1149" y="185"/>
                  </a:lnTo>
                  <a:cubicBezTo>
                    <a:pt x="1149" y="186"/>
                    <a:pt x="1148" y="186"/>
                    <a:pt x="1147" y="187"/>
                  </a:cubicBezTo>
                  <a:lnTo>
                    <a:pt x="1114" y="208"/>
                  </a:lnTo>
                  <a:lnTo>
                    <a:pt x="1105" y="211"/>
                  </a:lnTo>
                  <a:lnTo>
                    <a:pt x="1100" y="214"/>
                  </a:lnTo>
                  <a:lnTo>
                    <a:pt x="1098" y="218"/>
                  </a:lnTo>
                  <a:lnTo>
                    <a:pt x="1087" y="236"/>
                  </a:lnTo>
                  <a:lnTo>
                    <a:pt x="1076" y="247"/>
                  </a:lnTo>
                  <a:cubicBezTo>
                    <a:pt x="1075" y="248"/>
                    <a:pt x="1074" y="249"/>
                    <a:pt x="1073" y="249"/>
                  </a:cubicBezTo>
                  <a:lnTo>
                    <a:pt x="1065" y="253"/>
                  </a:lnTo>
                  <a:cubicBezTo>
                    <a:pt x="1064" y="253"/>
                    <a:pt x="1063" y="253"/>
                    <a:pt x="1062" y="253"/>
                  </a:cubicBezTo>
                  <a:lnTo>
                    <a:pt x="1048" y="253"/>
                  </a:lnTo>
                  <a:lnTo>
                    <a:pt x="1049" y="261"/>
                  </a:lnTo>
                  <a:lnTo>
                    <a:pt x="1047" y="269"/>
                  </a:lnTo>
                  <a:cubicBezTo>
                    <a:pt x="1047" y="272"/>
                    <a:pt x="1045" y="274"/>
                    <a:pt x="1042" y="275"/>
                  </a:cubicBezTo>
                  <a:cubicBezTo>
                    <a:pt x="1039" y="276"/>
                    <a:pt x="1036" y="276"/>
                    <a:pt x="1034" y="274"/>
                  </a:cubicBezTo>
                  <a:lnTo>
                    <a:pt x="1027" y="268"/>
                  </a:lnTo>
                  <a:lnTo>
                    <a:pt x="1017" y="257"/>
                  </a:lnTo>
                  <a:lnTo>
                    <a:pt x="1013" y="257"/>
                  </a:lnTo>
                  <a:cubicBezTo>
                    <a:pt x="1010" y="257"/>
                    <a:pt x="1007" y="255"/>
                    <a:pt x="1006" y="252"/>
                  </a:cubicBezTo>
                  <a:cubicBezTo>
                    <a:pt x="1005" y="249"/>
                    <a:pt x="1005" y="245"/>
                    <a:pt x="1008" y="243"/>
                  </a:cubicBezTo>
                  <a:lnTo>
                    <a:pt x="1013" y="237"/>
                  </a:lnTo>
                  <a:lnTo>
                    <a:pt x="1014" y="233"/>
                  </a:lnTo>
                  <a:lnTo>
                    <a:pt x="991" y="222"/>
                  </a:lnTo>
                  <a:lnTo>
                    <a:pt x="978" y="212"/>
                  </a:lnTo>
                  <a:lnTo>
                    <a:pt x="973" y="210"/>
                  </a:lnTo>
                  <a:cubicBezTo>
                    <a:pt x="972" y="210"/>
                    <a:pt x="972" y="209"/>
                    <a:pt x="971" y="209"/>
                  </a:cubicBezTo>
                  <a:lnTo>
                    <a:pt x="969" y="206"/>
                  </a:lnTo>
                  <a:cubicBezTo>
                    <a:pt x="968" y="206"/>
                    <a:pt x="967" y="204"/>
                    <a:pt x="967" y="203"/>
                  </a:cubicBezTo>
                  <a:lnTo>
                    <a:pt x="965" y="199"/>
                  </a:lnTo>
                  <a:cubicBezTo>
                    <a:pt x="964" y="197"/>
                    <a:pt x="964" y="195"/>
                    <a:pt x="965" y="194"/>
                  </a:cubicBezTo>
                  <a:lnTo>
                    <a:pt x="967" y="188"/>
                  </a:lnTo>
                  <a:lnTo>
                    <a:pt x="960" y="161"/>
                  </a:lnTo>
                  <a:lnTo>
                    <a:pt x="929" y="134"/>
                  </a:lnTo>
                  <a:cubicBezTo>
                    <a:pt x="928" y="133"/>
                    <a:pt x="928" y="132"/>
                    <a:pt x="927" y="131"/>
                  </a:cubicBezTo>
                  <a:lnTo>
                    <a:pt x="925" y="125"/>
                  </a:lnTo>
                  <a:lnTo>
                    <a:pt x="918" y="117"/>
                  </a:lnTo>
                  <a:lnTo>
                    <a:pt x="909" y="110"/>
                  </a:lnTo>
                  <a:lnTo>
                    <a:pt x="903" y="106"/>
                  </a:lnTo>
                  <a:cubicBezTo>
                    <a:pt x="901" y="104"/>
                    <a:pt x="899" y="102"/>
                    <a:pt x="899" y="99"/>
                  </a:cubicBezTo>
                  <a:lnTo>
                    <a:pt x="899" y="95"/>
                  </a:lnTo>
                  <a:cubicBezTo>
                    <a:pt x="899" y="92"/>
                    <a:pt x="901" y="89"/>
                    <a:pt x="904" y="88"/>
                  </a:cubicBezTo>
                  <a:lnTo>
                    <a:pt x="906" y="86"/>
                  </a:lnTo>
                  <a:lnTo>
                    <a:pt x="906" y="80"/>
                  </a:lnTo>
                  <a:lnTo>
                    <a:pt x="906" y="79"/>
                  </a:lnTo>
                  <a:lnTo>
                    <a:pt x="903" y="78"/>
                  </a:lnTo>
                  <a:lnTo>
                    <a:pt x="879" y="77"/>
                  </a:lnTo>
                  <a:cubicBezTo>
                    <a:pt x="878" y="77"/>
                    <a:pt x="877" y="76"/>
                    <a:pt x="876" y="76"/>
                  </a:cubicBezTo>
                  <a:lnTo>
                    <a:pt x="863" y="71"/>
                  </a:lnTo>
                  <a:cubicBezTo>
                    <a:pt x="861" y="70"/>
                    <a:pt x="859" y="68"/>
                    <a:pt x="859" y="66"/>
                  </a:cubicBezTo>
                  <a:cubicBezTo>
                    <a:pt x="855" y="65"/>
                    <a:pt x="852" y="62"/>
                    <a:pt x="852" y="58"/>
                  </a:cubicBezTo>
                  <a:lnTo>
                    <a:pt x="852" y="53"/>
                  </a:lnTo>
                  <a:cubicBezTo>
                    <a:pt x="852" y="51"/>
                    <a:pt x="853" y="49"/>
                    <a:pt x="855" y="47"/>
                  </a:cubicBezTo>
                  <a:lnTo>
                    <a:pt x="865" y="39"/>
                  </a:lnTo>
                  <a:cubicBezTo>
                    <a:pt x="865" y="38"/>
                    <a:pt x="865" y="37"/>
                    <a:pt x="865" y="36"/>
                  </a:cubicBezTo>
                  <a:lnTo>
                    <a:pt x="865" y="36"/>
                  </a:lnTo>
                  <a:lnTo>
                    <a:pt x="862" y="39"/>
                  </a:lnTo>
                  <a:cubicBezTo>
                    <a:pt x="860" y="40"/>
                    <a:pt x="857" y="41"/>
                    <a:pt x="855" y="41"/>
                  </a:cubicBezTo>
                  <a:lnTo>
                    <a:pt x="852" y="40"/>
                  </a:lnTo>
                  <a:lnTo>
                    <a:pt x="845" y="50"/>
                  </a:lnTo>
                  <a:lnTo>
                    <a:pt x="829" y="83"/>
                  </a:lnTo>
                  <a:cubicBezTo>
                    <a:pt x="828" y="85"/>
                    <a:pt x="825" y="87"/>
                    <a:pt x="822" y="87"/>
                  </a:cubicBezTo>
                  <a:lnTo>
                    <a:pt x="818" y="87"/>
                  </a:lnTo>
                  <a:cubicBezTo>
                    <a:pt x="814" y="87"/>
                    <a:pt x="810" y="84"/>
                    <a:pt x="810" y="79"/>
                  </a:cubicBezTo>
                  <a:lnTo>
                    <a:pt x="810" y="73"/>
                  </a:lnTo>
                  <a:cubicBezTo>
                    <a:pt x="810" y="72"/>
                    <a:pt x="811" y="70"/>
                    <a:pt x="812" y="69"/>
                  </a:cubicBezTo>
                  <a:lnTo>
                    <a:pt x="825" y="50"/>
                  </a:lnTo>
                  <a:lnTo>
                    <a:pt x="832" y="29"/>
                  </a:lnTo>
                  <a:lnTo>
                    <a:pt x="831" y="28"/>
                  </a:lnTo>
                  <a:cubicBezTo>
                    <a:pt x="829" y="27"/>
                    <a:pt x="828" y="24"/>
                    <a:pt x="828" y="22"/>
                  </a:cubicBezTo>
                  <a:lnTo>
                    <a:pt x="828" y="17"/>
                  </a:lnTo>
                  <a:cubicBezTo>
                    <a:pt x="828" y="16"/>
                    <a:pt x="828" y="15"/>
                    <a:pt x="828" y="14"/>
                  </a:cubicBezTo>
                  <a:lnTo>
                    <a:pt x="831" y="8"/>
                  </a:lnTo>
                  <a:lnTo>
                    <a:pt x="831" y="4"/>
                  </a:lnTo>
                  <a:lnTo>
                    <a:pt x="828" y="0"/>
                  </a:lnTo>
                  <a:lnTo>
                    <a:pt x="827" y="0"/>
                  </a:lnTo>
                  <a:lnTo>
                    <a:pt x="820" y="9"/>
                  </a:lnTo>
                  <a:cubicBezTo>
                    <a:pt x="818" y="12"/>
                    <a:pt x="814" y="13"/>
                    <a:pt x="811" y="12"/>
                  </a:cubicBezTo>
                  <a:lnTo>
                    <a:pt x="810" y="12"/>
                  </a:lnTo>
                  <a:lnTo>
                    <a:pt x="797" y="24"/>
                  </a:lnTo>
                  <a:lnTo>
                    <a:pt x="780" y="46"/>
                  </a:lnTo>
                  <a:lnTo>
                    <a:pt x="779" y="55"/>
                  </a:lnTo>
                  <a:cubicBezTo>
                    <a:pt x="778" y="58"/>
                    <a:pt x="776" y="61"/>
                    <a:pt x="772" y="61"/>
                  </a:cubicBezTo>
                  <a:cubicBezTo>
                    <a:pt x="769" y="62"/>
                    <a:pt x="766" y="60"/>
                    <a:pt x="764" y="57"/>
                  </a:cubicBezTo>
                  <a:lnTo>
                    <a:pt x="760" y="49"/>
                  </a:lnTo>
                  <a:lnTo>
                    <a:pt x="759" y="44"/>
                  </a:lnTo>
                  <a:cubicBezTo>
                    <a:pt x="759" y="42"/>
                    <a:pt x="760" y="40"/>
                    <a:pt x="761" y="38"/>
                  </a:cubicBezTo>
                  <a:lnTo>
                    <a:pt x="767" y="32"/>
                  </a:lnTo>
                  <a:lnTo>
                    <a:pt x="770" y="20"/>
                  </a:lnTo>
                  <a:lnTo>
                    <a:pt x="770" y="8"/>
                  </a:lnTo>
                  <a:lnTo>
                    <a:pt x="769" y="4"/>
                  </a:lnTo>
                  <a:lnTo>
                    <a:pt x="758" y="18"/>
                  </a:lnTo>
                  <a:cubicBezTo>
                    <a:pt x="756" y="20"/>
                    <a:pt x="752" y="21"/>
                    <a:pt x="749" y="21"/>
                  </a:cubicBezTo>
                  <a:lnTo>
                    <a:pt x="746" y="20"/>
                  </a:lnTo>
                  <a:lnTo>
                    <a:pt x="743" y="22"/>
                  </a:lnTo>
                  <a:cubicBezTo>
                    <a:pt x="742" y="23"/>
                    <a:pt x="741" y="23"/>
                    <a:pt x="741" y="24"/>
                  </a:cubicBezTo>
                  <a:lnTo>
                    <a:pt x="698" y="40"/>
                  </a:lnTo>
                  <a:lnTo>
                    <a:pt x="693" y="46"/>
                  </a:lnTo>
                  <a:lnTo>
                    <a:pt x="692" y="47"/>
                  </a:lnTo>
                  <a:lnTo>
                    <a:pt x="687" y="50"/>
                  </a:lnTo>
                  <a:cubicBezTo>
                    <a:pt x="686" y="51"/>
                    <a:pt x="685" y="51"/>
                    <a:pt x="684" y="51"/>
                  </a:cubicBezTo>
                  <a:lnTo>
                    <a:pt x="678" y="52"/>
                  </a:lnTo>
                  <a:lnTo>
                    <a:pt x="664" y="51"/>
                  </a:lnTo>
                  <a:cubicBezTo>
                    <a:pt x="662" y="51"/>
                    <a:pt x="659" y="49"/>
                    <a:pt x="658" y="47"/>
                  </a:cubicBezTo>
                  <a:cubicBezTo>
                    <a:pt x="657" y="45"/>
                    <a:pt x="657" y="42"/>
                    <a:pt x="658" y="39"/>
                  </a:cubicBezTo>
                  <a:lnTo>
                    <a:pt x="659" y="38"/>
                  </a:lnTo>
                  <a:lnTo>
                    <a:pt x="645" y="30"/>
                  </a:lnTo>
                  <a:lnTo>
                    <a:pt x="631" y="29"/>
                  </a:lnTo>
                  <a:cubicBezTo>
                    <a:pt x="630" y="29"/>
                    <a:pt x="629" y="29"/>
                    <a:pt x="628" y="28"/>
                  </a:cubicBezTo>
                  <a:lnTo>
                    <a:pt x="618" y="47"/>
                  </a:lnTo>
                  <a:cubicBezTo>
                    <a:pt x="617" y="48"/>
                    <a:pt x="615" y="50"/>
                    <a:pt x="614" y="50"/>
                  </a:cubicBezTo>
                  <a:lnTo>
                    <a:pt x="601" y="56"/>
                  </a:lnTo>
                  <a:lnTo>
                    <a:pt x="600" y="58"/>
                  </a:lnTo>
                  <a:lnTo>
                    <a:pt x="601" y="65"/>
                  </a:lnTo>
                  <a:lnTo>
                    <a:pt x="616" y="84"/>
                  </a:lnTo>
                  <a:lnTo>
                    <a:pt x="622" y="88"/>
                  </a:lnTo>
                  <a:cubicBezTo>
                    <a:pt x="625" y="90"/>
                    <a:pt x="626" y="93"/>
                    <a:pt x="626" y="96"/>
                  </a:cubicBezTo>
                  <a:cubicBezTo>
                    <a:pt x="625" y="99"/>
                    <a:pt x="622" y="102"/>
                    <a:pt x="619" y="102"/>
                  </a:cubicBezTo>
                  <a:lnTo>
                    <a:pt x="598" y="106"/>
                  </a:lnTo>
                  <a:lnTo>
                    <a:pt x="600" y="115"/>
                  </a:lnTo>
                  <a:lnTo>
                    <a:pt x="604" y="131"/>
                  </a:lnTo>
                  <a:cubicBezTo>
                    <a:pt x="605" y="135"/>
                    <a:pt x="604" y="138"/>
                    <a:pt x="601" y="140"/>
                  </a:cubicBezTo>
                  <a:lnTo>
                    <a:pt x="594" y="144"/>
                  </a:lnTo>
                  <a:cubicBezTo>
                    <a:pt x="592" y="145"/>
                    <a:pt x="591" y="145"/>
                    <a:pt x="590" y="145"/>
                  </a:cubicBezTo>
                  <a:lnTo>
                    <a:pt x="575" y="145"/>
                  </a:lnTo>
                  <a:cubicBezTo>
                    <a:pt x="574" y="145"/>
                    <a:pt x="573" y="145"/>
                    <a:pt x="573" y="145"/>
                  </a:cubicBezTo>
                  <a:lnTo>
                    <a:pt x="560" y="141"/>
                  </a:lnTo>
                  <a:cubicBezTo>
                    <a:pt x="557" y="140"/>
                    <a:pt x="555" y="137"/>
                    <a:pt x="555" y="133"/>
                  </a:cubicBezTo>
                  <a:lnTo>
                    <a:pt x="555" y="131"/>
                  </a:lnTo>
                  <a:lnTo>
                    <a:pt x="547" y="133"/>
                  </a:lnTo>
                  <a:cubicBezTo>
                    <a:pt x="547" y="133"/>
                    <a:pt x="546" y="133"/>
                    <a:pt x="545" y="133"/>
                  </a:cubicBezTo>
                  <a:lnTo>
                    <a:pt x="539" y="133"/>
                  </a:lnTo>
                  <a:cubicBezTo>
                    <a:pt x="537" y="133"/>
                    <a:pt x="536" y="133"/>
                    <a:pt x="535" y="132"/>
                  </a:cubicBezTo>
                  <a:lnTo>
                    <a:pt x="530" y="130"/>
                  </a:lnTo>
                  <a:cubicBezTo>
                    <a:pt x="529" y="129"/>
                    <a:pt x="528" y="129"/>
                    <a:pt x="528" y="128"/>
                  </a:cubicBezTo>
                  <a:lnTo>
                    <a:pt x="515" y="118"/>
                  </a:lnTo>
                  <a:lnTo>
                    <a:pt x="494" y="119"/>
                  </a:lnTo>
                  <a:cubicBezTo>
                    <a:pt x="493" y="119"/>
                    <a:pt x="492" y="119"/>
                    <a:pt x="491" y="119"/>
                  </a:cubicBezTo>
                  <a:lnTo>
                    <a:pt x="483" y="116"/>
                  </a:lnTo>
                  <a:lnTo>
                    <a:pt x="481" y="119"/>
                  </a:lnTo>
                  <a:cubicBezTo>
                    <a:pt x="480" y="121"/>
                    <a:pt x="478" y="123"/>
                    <a:pt x="475" y="123"/>
                  </a:cubicBezTo>
                  <a:cubicBezTo>
                    <a:pt x="474" y="123"/>
                    <a:pt x="473" y="123"/>
                    <a:pt x="472" y="123"/>
                  </a:cubicBezTo>
                  <a:lnTo>
                    <a:pt x="470" y="134"/>
                  </a:lnTo>
                  <a:lnTo>
                    <a:pt x="472" y="146"/>
                  </a:lnTo>
                  <a:cubicBezTo>
                    <a:pt x="472" y="149"/>
                    <a:pt x="470" y="152"/>
                    <a:pt x="467" y="154"/>
                  </a:cubicBezTo>
                  <a:cubicBezTo>
                    <a:pt x="467" y="154"/>
                    <a:pt x="466" y="154"/>
                    <a:pt x="465" y="154"/>
                  </a:cubicBezTo>
                  <a:lnTo>
                    <a:pt x="467" y="158"/>
                  </a:lnTo>
                  <a:cubicBezTo>
                    <a:pt x="469" y="161"/>
                    <a:pt x="469" y="164"/>
                    <a:pt x="467" y="166"/>
                  </a:cubicBezTo>
                  <a:lnTo>
                    <a:pt x="466" y="167"/>
                  </a:lnTo>
                  <a:lnTo>
                    <a:pt x="467" y="167"/>
                  </a:lnTo>
                  <a:cubicBezTo>
                    <a:pt x="469" y="170"/>
                    <a:pt x="469" y="174"/>
                    <a:pt x="467" y="177"/>
                  </a:cubicBezTo>
                  <a:lnTo>
                    <a:pt x="463" y="182"/>
                  </a:lnTo>
                  <a:cubicBezTo>
                    <a:pt x="462" y="184"/>
                    <a:pt x="458" y="185"/>
                    <a:pt x="457" y="185"/>
                  </a:cubicBezTo>
                  <a:cubicBezTo>
                    <a:pt x="454" y="185"/>
                    <a:pt x="452" y="184"/>
                    <a:pt x="450" y="182"/>
                  </a:cubicBezTo>
                  <a:lnTo>
                    <a:pt x="445" y="175"/>
                  </a:lnTo>
                  <a:lnTo>
                    <a:pt x="431" y="166"/>
                  </a:lnTo>
                  <a:cubicBezTo>
                    <a:pt x="430" y="165"/>
                    <a:pt x="430" y="165"/>
                    <a:pt x="429" y="164"/>
                  </a:cubicBezTo>
                  <a:lnTo>
                    <a:pt x="423" y="156"/>
                  </a:lnTo>
                  <a:cubicBezTo>
                    <a:pt x="422" y="155"/>
                    <a:pt x="421" y="153"/>
                    <a:pt x="421" y="151"/>
                  </a:cubicBezTo>
                  <a:lnTo>
                    <a:pt x="411" y="162"/>
                  </a:lnTo>
                  <a:cubicBezTo>
                    <a:pt x="408" y="164"/>
                    <a:pt x="404" y="165"/>
                    <a:pt x="401" y="163"/>
                  </a:cubicBezTo>
                  <a:cubicBezTo>
                    <a:pt x="398" y="161"/>
                    <a:pt x="397" y="157"/>
                    <a:pt x="398" y="154"/>
                  </a:cubicBezTo>
                  <a:lnTo>
                    <a:pt x="400" y="147"/>
                  </a:lnTo>
                  <a:lnTo>
                    <a:pt x="399" y="142"/>
                  </a:lnTo>
                  <a:lnTo>
                    <a:pt x="398" y="140"/>
                  </a:lnTo>
                  <a:lnTo>
                    <a:pt x="394" y="138"/>
                  </a:lnTo>
                  <a:cubicBezTo>
                    <a:pt x="392" y="136"/>
                    <a:pt x="391" y="134"/>
                    <a:pt x="391" y="131"/>
                  </a:cubicBezTo>
                  <a:lnTo>
                    <a:pt x="391" y="125"/>
                  </a:lnTo>
                  <a:cubicBezTo>
                    <a:pt x="391" y="125"/>
                    <a:pt x="391" y="125"/>
                    <a:pt x="391" y="124"/>
                  </a:cubicBezTo>
                  <a:cubicBezTo>
                    <a:pt x="390" y="123"/>
                    <a:pt x="389" y="121"/>
                    <a:pt x="388" y="120"/>
                  </a:cubicBezTo>
                  <a:lnTo>
                    <a:pt x="388" y="116"/>
                  </a:lnTo>
                  <a:cubicBezTo>
                    <a:pt x="388" y="115"/>
                    <a:pt x="388" y="113"/>
                    <a:pt x="388" y="112"/>
                  </a:cubicBezTo>
                  <a:lnTo>
                    <a:pt x="389" y="110"/>
                  </a:lnTo>
                  <a:lnTo>
                    <a:pt x="381" y="112"/>
                  </a:lnTo>
                  <a:lnTo>
                    <a:pt x="372" y="118"/>
                  </a:lnTo>
                  <a:lnTo>
                    <a:pt x="364" y="121"/>
                  </a:lnTo>
                  <a:cubicBezTo>
                    <a:pt x="364" y="122"/>
                    <a:pt x="364" y="122"/>
                    <a:pt x="364" y="122"/>
                  </a:cubicBezTo>
                  <a:lnTo>
                    <a:pt x="364" y="128"/>
                  </a:lnTo>
                  <a:cubicBezTo>
                    <a:pt x="364" y="129"/>
                    <a:pt x="364" y="130"/>
                    <a:pt x="363" y="131"/>
                  </a:cubicBezTo>
                  <a:lnTo>
                    <a:pt x="361" y="135"/>
                  </a:lnTo>
                  <a:cubicBezTo>
                    <a:pt x="361" y="136"/>
                    <a:pt x="361" y="137"/>
                    <a:pt x="360" y="138"/>
                  </a:cubicBezTo>
                  <a:lnTo>
                    <a:pt x="357" y="141"/>
                  </a:lnTo>
                  <a:cubicBezTo>
                    <a:pt x="355" y="143"/>
                    <a:pt x="353" y="144"/>
                    <a:pt x="351" y="144"/>
                  </a:cubicBezTo>
                  <a:lnTo>
                    <a:pt x="348" y="144"/>
                  </a:lnTo>
                  <a:cubicBezTo>
                    <a:pt x="344" y="144"/>
                    <a:pt x="341" y="142"/>
                    <a:pt x="340" y="138"/>
                  </a:cubicBezTo>
                  <a:cubicBezTo>
                    <a:pt x="338" y="139"/>
                    <a:pt x="336" y="139"/>
                    <a:pt x="333" y="138"/>
                  </a:cubicBezTo>
                  <a:lnTo>
                    <a:pt x="326" y="133"/>
                  </a:lnTo>
                  <a:lnTo>
                    <a:pt x="318" y="133"/>
                  </a:lnTo>
                  <a:lnTo>
                    <a:pt x="307" y="135"/>
                  </a:lnTo>
                  <a:lnTo>
                    <a:pt x="299" y="138"/>
                  </a:lnTo>
                  <a:lnTo>
                    <a:pt x="292" y="143"/>
                  </a:lnTo>
                  <a:lnTo>
                    <a:pt x="288" y="148"/>
                  </a:lnTo>
                  <a:lnTo>
                    <a:pt x="288" y="148"/>
                  </a:lnTo>
                  <a:cubicBezTo>
                    <a:pt x="292" y="149"/>
                    <a:pt x="294" y="153"/>
                    <a:pt x="294" y="156"/>
                  </a:cubicBezTo>
                  <a:lnTo>
                    <a:pt x="294" y="162"/>
                  </a:lnTo>
                  <a:cubicBezTo>
                    <a:pt x="294" y="166"/>
                    <a:pt x="291" y="170"/>
                    <a:pt x="286" y="170"/>
                  </a:cubicBezTo>
                  <a:lnTo>
                    <a:pt x="280" y="170"/>
                  </a:lnTo>
                  <a:cubicBezTo>
                    <a:pt x="279" y="170"/>
                    <a:pt x="278" y="170"/>
                    <a:pt x="277" y="169"/>
                  </a:cubicBezTo>
                  <a:lnTo>
                    <a:pt x="263" y="164"/>
                  </a:lnTo>
                  <a:lnTo>
                    <a:pt x="259" y="165"/>
                  </a:lnTo>
                  <a:lnTo>
                    <a:pt x="246" y="174"/>
                  </a:lnTo>
                  <a:cubicBezTo>
                    <a:pt x="245" y="174"/>
                    <a:pt x="244" y="175"/>
                    <a:pt x="243" y="175"/>
                  </a:cubicBezTo>
                  <a:lnTo>
                    <a:pt x="231" y="176"/>
                  </a:lnTo>
                  <a:cubicBezTo>
                    <a:pt x="228" y="176"/>
                    <a:pt x="226" y="175"/>
                    <a:pt x="224" y="173"/>
                  </a:cubicBezTo>
                  <a:cubicBezTo>
                    <a:pt x="222" y="172"/>
                    <a:pt x="222" y="169"/>
                    <a:pt x="222" y="166"/>
                  </a:cubicBezTo>
                  <a:lnTo>
                    <a:pt x="225" y="154"/>
                  </a:lnTo>
                  <a:lnTo>
                    <a:pt x="221" y="149"/>
                  </a:lnTo>
                  <a:lnTo>
                    <a:pt x="213" y="148"/>
                  </a:lnTo>
                  <a:lnTo>
                    <a:pt x="201" y="153"/>
                  </a:lnTo>
                  <a:lnTo>
                    <a:pt x="189" y="160"/>
                  </a:lnTo>
                  <a:cubicBezTo>
                    <a:pt x="188" y="161"/>
                    <a:pt x="187" y="161"/>
                    <a:pt x="186" y="161"/>
                  </a:cubicBezTo>
                  <a:cubicBezTo>
                    <a:pt x="188" y="163"/>
                    <a:pt x="189" y="166"/>
                    <a:pt x="188" y="169"/>
                  </a:cubicBezTo>
                  <a:cubicBezTo>
                    <a:pt x="187" y="172"/>
                    <a:pt x="184" y="175"/>
                    <a:pt x="180" y="175"/>
                  </a:cubicBezTo>
                  <a:lnTo>
                    <a:pt x="171" y="175"/>
                  </a:lnTo>
                  <a:lnTo>
                    <a:pt x="156" y="182"/>
                  </a:lnTo>
                  <a:cubicBezTo>
                    <a:pt x="155" y="183"/>
                    <a:pt x="154" y="183"/>
                    <a:pt x="154" y="183"/>
                  </a:cubicBezTo>
                  <a:lnTo>
                    <a:pt x="142" y="185"/>
                  </a:lnTo>
                  <a:lnTo>
                    <a:pt x="115" y="185"/>
                  </a:lnTo>
                  <a:cubicBezTo>
                    <a:pt x="115" y="186"/>
                    <a:pt x="116" y="187"/>
                    <a:pt x="115" y="188"/>
                  </a:cubicBezTo>
                  <a:lnTo>
                    <a:pt x="122" y="191"/>
                  </a:lnTo>
                  <a:cubicBezTo>
                    <a:pt x="125" y="192"/>
                    <a:pt x="127" y="196"/>
                    <a:pt x="127" y="199"/>
                  </a:cubicBezTo>
                  <a:cubicBezTo>
                    <a:pt x="126" y="203"/>
                    <a:pt x="123" y="206"/>
                    <a:pt x="119" y="206"/>
                  </a:cubicBezTo>
                  <a:lnTo>
                    <a:pt x="110" y="206"/>
                  </a:lnTo>
                  <a:cubicBezTo>
                    <a:pt x="109" y="206"/>
                    <a:pt x="108" y="206"/>
                    <a:pt x="107" y="206"/>
                  </a:cubicBezTo>
                  <a:lnTo>
                    <a:pt x="90" y="202"/>
                  </a:lnTo>
                  <a:lnTo>
                    <a:pt x="91" y="204"/>
                  </a:lnTo>
                  <a:lnTo>
                    <a:pt x="102" y="218"/>
                  </a:lnTo>
                  <a:cubicBezTo>
                    <a:pt x="103" y="221"/>
                    <a:pt x="104" y="223"/>
                    <a:pt x="103" y="226"/>
                  </a:cubicBezTo>
                  <a:cubicBezTo>
                    <a:pt x="102" y="228"/>
                    <a:pt x="100" y="230"/>
                    <a:pt x="97" y="231"/>
                  </a:cubicBezTo>
                  <a:lnTo>
                    <a:pt x="91" y="233"/>
                  </a:lnTo>
                  <a:cubicBezTo>
                    <a:pt x="89" y="233"/>
                    <a:pt x="87" y="233"/>
                    <a:pt x="85" y="232"/>
                  </a:cubicBezTo>
                  <a:lnTo>
                    <a:pt x="68" y="223"/>
                  </a:lnTo>
                  <a:lnTo>
                    <a:pt x="62" y="221"/>
                  </a:lnTo>
                  <a:lnTo>
                    <a:pt x="48" y="223"/>
                  </a:lnTo>
                  <a:lnTo>
                    <a:pt x="41" y="225"/>
                  </a:lnTo>
                  <a:cubicBezTo>
                    <a:pt x="42" y="228"/>
                    <a:pt x="42" y="231"/>
                    <a:pt x="40" y="234"/>
                  </a:cubicBezTo>
                  <a:cubicBezTo>
                    <a:pt x="38" y="237"/>
                    <a:pt x="34" y="237"/>
                    <a:pt x="31" y="236"/>
                  </a:cubicBezTo>
                  <a:lnTo>
                    <a:pt x="25" y="234"/>
                  </a:lnTo>
                  <a:lnTo>
                    <a:pt x="21" y="241"/>
                  </a:lnTo>
                  <a:lnTo>
                    <a:pt x="9" y="262"/>
                  </a:lnTo>
                  <a:lnTo>
                    <a:pt x="6" y="278"/>
                  </a:lnTo>
                  <a:lnTo>
                    <a:pt x="14" y="284"/>
                  </a:lnTo>
                  <a:cubicBezTo>
                    <a:pt x="16" y="285"/>
                    <a:pt x="18" y="288"/>
                    <a:pt x="18" y="290"/>
                  </a:cubicBezTo>
                  <a:lnTo>
                    <a:pt x="18" y="295"/>
                  </a:lnTo>
                  <a:cubicBezTo>
                    <a:pt x="18" y="298"/>
                    <a:pt x="15" y="301"/>
                    <a:pt x="12" y="303"/>
                  </a:cubicBezTo>
                  <a:lnTo>
                    <a:pt x="6" y="305"/>
                  </a:lnTo>
                  <a:lnTo>
                    <a:pt x="2" y="311"/>
                  </a:lnTo>
                  <a:lnTo>
                    <a:pt x="0" y="324"/>
                  </a:lnTo>
                  <a:lnTo>
                    <a:pt x="0" y="334"/>
                  </a:lnTo>
                  <a:lnTo>
                    <a:pt x="8" y="353"/>
                  </a:lnTo>
                  <a:cubicBezTo>
                    <a:pt x="9" y="354"/>
                    <a:pt x="9" y="355"/>
                    <a:pt x="9" y="356"/>
                  </a:cubicBezTo>
                  <a:lnTo>
                    <a:pt x="10" y="365"/>
                  </a:lnTo>
                  <a:cubicBezTo>
                    <a:pt x="10" y="370"/>
                    <a:pt x="7" y="373"/>
                    <a:pt x="3" y="374"/>
                  </a:cubicBezTo>
                  <a:lnTo>
                    <a:pt x="2" y="374"/>
                  </a:lnTo>
                  <a:lnTo>
                    <a:pt x="3" y="380"/>
                  </a:lnTo>
                  <a:lnTo>
                    <a:pt x="5" y="384"/>
                  </a:lnTo>
                  <a:lnTo>
                    <a:pt x="8" y="385"/>
                  </a:lnTo>
                  <a:lnTo>
                    <a:pt x="29" y="385"/>
                  </a:lnTo>
                  <a:lnTo>
                    <a:pt x="29" y="384"/>
                  </a:lnTo>
                  <a:lnTo>
                    <a:pt x="29" y="380"/>
                  </a:lnTo>
                  <a:cubicBezTo>
                    <a:pt x="29" y="378"/>
                    <a:pt x="29" y="376"/>
                    <a:pt x="30" y="375"/>
                  </a:cubicBezTo>
                  <a:lnTo>
                    <a:pt x="32" y="372"/>
                  </a:lnTo>
                  <a:cubicBezTo>
                    <a:pt x="34" y="370"/>
                    <a:pt x="37" y="369"/>
                    <a:pt x="40" y="369"/>
                  </a:cubicBezTo>
                  <a:lnTo>
                    <a:pt x="50" y="371"/>
                  </a:lnTo>
                  <a:lnTo>
                    <a:pt x="69" y="378"/>
                  </a:lnTo>
                  <a:lnTo>
                    <a:pt x="75" y="380"/>
                  </a:lnTo>
                  <a:lnTo>
                    <a:pt x="82" y="379"/>
                  </a:lnTo>
                  <a:lnTo>
                    <a:pt x="95" y="372"/>
                  </a:lnTo>
                  <a:lnTo>
                    <a:pt x="120" y="366"/>
                  </a:lnTo>
                  <a:lnTo>
                    <a:pt x="151" y="346"/>
                  </a:lnTo>
                  <a:lnTo>
                    <a:pt x="167" y="339"/>
                  </a:lnTo>
                  <a:lnTo>
                    <a:pt x="203" y="333"/>
                  </a:lnTo>
                  <a:lnTo>
                    <a:pt x="211" y="330"/>
                  </a:lnTo>
                  <a:lnTo>
                    <a:pt x="225" y="321"/>
                  </a:lnTo>
                  <a:lnTo>
                    <a:pt x="236" y="318"/>
                  </a:lnTo>
                  <a:cubicBezTo>
                    <a:pt x="240" y="317"/>
                    <a:pt x="244" y="319"/>
                    <a:pt x="246" y="322"/>
                  </a:cubicBezTo>
                  <a:cubicBezTo>
                    <a:pt x="247" y="326"/>
                    <a:pt x="246" y="330"/>
                    <a:pt x="242" y="332"/>
                  </a:cubicBezTo>
                  <a:lnTo>
                    <a:pt x="190" y="365"/>
                  </a:lnTo>
                  <a:lnTo>
                    <a:pt x="177" y="380"/>
                  </a:lnTo>
                  <a:cubicBezTo>
                    <a:pt x="178" y="380"/>
                    <a:pt x="180" y="380"/>
                    <a:pt x="181" y="380"/>
                  </a:cubicBezTo>
                  <a:cubicBezTo>
                    <a:pt x="183" y="380"/>
                    <a:pt x="185" y="381"/>
                    <a:pt x="187" y="383"/>
                  </a:cubicBezTo>
                  <a:lnTo>
                    <a:pt x="190" y="387"/>
                  </a:lnTo>
                  <a:lnTo>
                    <a:pt x="203" y="378"/>
                  </a:lnTo>
                  <a:cubicBezTo>
                    <a:pt x="205" y="376"/>
                    <a:pt x="208" y="376"/>
                    <a:pt x="210" y="377"/>
                  </a:cubicBezTo>
                  <a:lnTo>
                    <a:pt x="212" y="378"/>
                  </a:lnTo>
                  <a:lnTo>
                    <a:pt x="214" y="374"/>
                  </a:lnTo>
                  <a:cubicBezTo>
                    <a:pt x="215" y="371"/>
                    <a:pt x="218" y="369"/>
                    <a:pt x="221" y="369"/>
                  </a:cubicBezTo>
                  <a:lnTo>
                    <a:pt x="225" y="369"/>
                  </a:lnTo>
                  <a:cubicBezTo>
                    <a:pt x="228" y="369"/>
                    <a:pt x="230" y="371"/>
                    <a:pt x="232" y="373"/>
                  </a:cubicBezTo>
                  <a:lnTo>
                    <a:pt x="235" y="371"/>
                  </a:lnTo>
                  <a:cubicBezTo>
                    <a:pt x="237" y="370"/>
                    <a:pt x="238" y="369"/>
                    <a:pt x="240" y="369"/>
                  </a:cubicBezTo>
                  <a:lnTo>
                    <a:pt x="248" y="369"/>
                  </a:lnTo>
                  <a:cubicBezTo>
                    <a:pt x="248" y="369"/>
                    <a:pt x="248" y="369"/>
                    <a:pt x="249" y="369"/>
                  </a:cubicBezTo>
                  <a:cubicBezTo>
                    <a:pt x="252" y="369"/>
                    <a:pt x="254" y="371"/>
                    <a:pt x="256" y="374"/>
                  </a:cubicBezTo>
                  <a:cubicBezTo>
                    <a:pt x="257" y="377"/>
                    <a:pt x="257" y="380"/>
                    <a:pt x="254" y="382"/>
                  </a:cubicBezTo>
                  <a:lnTo>
                    <a:pt x="245" y="393"/>
                  </a:lnTo>
                  <a:lnTo>
                    <a:pt x="239" y="398"/>
                  </a:lnTo>
                  <a:lnTo>
                    <a:pt x="239" y="398"/>
                  </a:lnTo>
                  <a:lnTo>
                    <a:pt x="243" y="398"/>
                  </a:lnTo>
                  <a:cubicBezTo>
                    <a:pt x="247" y="397"/>
                    <a:pt x="252" y="399"/>
                    <a:pt x="253" y="403"/>
                  </a:cubicBezTo>
                  <a:lnTo>
                    <a:pt x="255" y="407"/>
                  </a:lnTo>
                  <a:lnTo>
                    <a:pt x="257" y="407"/>
                  </a:lnTo>
                  <a:lnTo>
                    <a:pt x="260" y="403"/>
                  </a:lnTo>
                  <a:cubicBezTo>
                    <a:pt x="261" y="400"/>
                    <a:pt x="265" y="399"/>
                    <a:pt x="268" y="400"/>
                  </a:cubicBezTo>
                  <a:cubicBezTo>
                    <a:pt x="271" y="401"/>
                    <a:pt x="273" y="403"/>
                    <a:pt x="274" y="406"/>
                  </a:cubicBezTo>
                  <a:lnTo>
                    <a:pt x="275" y="411"/>
                  </a:lnTo>
                  <a:lnTo>
                    <a:pt x="289" y="410"/>
                  </a:lnTo>
                  <a:cubicBezTo>
                    <a:pt x="291" y="410"/>
                    <a:pt x="293" y="411"/>
                    <a:pt x="295" y="413"/>
                  </a:cubicBezTo>
                  <a:cubicBezTo>
                    <a:pt x="296" y="414"/>
                    <a:pt x="297" y="416"/>
                    <a:pt x="297" y="418"/>
                  </a:cubicBezTo>
                  <a:lnTo>
                    <a:pt x="297" y="424"/>
                  </a:lnTo>
                  <a:cubicBezTo>
                    <a:pt x="297" y="428"/>
                    <a:pt x="295" y="431"/>
                    <a:pt x="291" y="432"/>
                  </a:cubicBezTo>
                  <a:lnTo>
                    <a:pt x="250" y="440"/>
                  </a:lnTo>
                  <a:cubicBezTo>
                    <a:pt x="249" y="441"/>
                    <a:pt x="247" y="441"/>
                    <a:pt x="246" y="440"/>
                  </a:cubicBezTo>
                  <a:lnTo>
                    <a:pt x="235" y="436"/>
                  </a:lnTo>
                  <a:cubicBezTo>
                    <a:pt x="234" y="435"/>
                    <a:pt x="233" y="434"/>
                    <a:pt x="232" y="433"/>
                  </a:cubicBezTo>
                  <a:lnTo>
                    <a:pt x="219" y="434"/>
                  </a:lnTo>
                  <a:lnTo>
                    <a:pt x="197" y="441"/>
                  </a:lnTo>
                  <a:lnTo>
                    <a:pt x="190" y="442"/>
                  </a:lnTo>
                  <a:cubicBezTo>
                    <a:pt x="189" y="442"/>
                    <a:pt x="188" y="442"/>
                    <a:pt x="188" y="441"/>
                  </a:cubicBezTo>
                  <a:lnTo>
                    <a:pt x="181" y="440"/>
                  </a:lnTo>
                  <a:cubicBezTo>
                    <a:pt x="180" y="440"/>
                    <a:pt x="179" y="440"/>
                    <a:pt x="178" y="439"/>
                  </a:cubicBezTo>
                  <a:lnTo>
                    <a:pt x="169" y="432"/>
                  </a:lnTo>
                  <a:lnTo>
                    <a:pt x="126" y="435"/>
                  </a:lnTo>
                  <a:cubicBezTo>
                    <a:pt x="125" y="435"/>
                    <a:pt x="124" y="435"/>
                    <a:pt x="122" y="434"/>
                  </a:cubicBezTo>
                  <a:lnTo>
                    <a:pt x="109" y="428"/>
                  </a:lnTo>
                  <a:cubicBezTo>
                    <a:pt x="107" y="427"/>
                    <a:pt x="106" y="426"/>
                    <a:pt x="105" y="424"/>
                  </a:cubicBezTo>
                  <a:lnTo>
                    <a:pt x="105" y="424"/>
                  </a:lnTo>
                  <a:cubicBezTo>
                    <a:pt x="105" y="426"/>
                    <a:pt x="105" y="427"/>
                    <a:pt x="105" y="428"/>
                  </a:cubicBezTo>
                  <a:lnTo>
                    <a:pt x="104" y="433"/>
                  </a:lnTo>
                  <a:cubicBezTo>
                    <a:pt x="103" y="436"/>
                    <a:pt x="101" y="438"/>
                    <a:pt x="99" y="439"/>
                  </a:cubicBezTo>
                  <a:lnTo>
                    <a:pt x="92" y="441"/>
                  </a:lnTo>
                  <a:cubicBezTo>
                    <a:pt x="91" y="442"/>
                    <a:pt x="90" y="442"/>
                    <a:pt x="88" y="441"/>
                  </a:cubicBezTo>
                  <a:lnTo>
                    <a:pt x="80" y="439"/>
                  </a:lnTo>
                  <a:lnTo>
                    <a:pt x="80" y="440"/>
                  </a:lnTo>
                  <a:lnTo>
                    <a:pt x="80" y="441"/>
                  </a:lnTo>
                  <a:lnTo>
                    <a:pt x="101" y="442"/>
                  </a:lnTo>
                  <a:lnTo>
                    <a:pt x="109" y="444"/>
                  </a:lnTo>
                  <a:cubicBezTo>
                    <a:pt x="111" y="445"/>
                    <a:pt x="113" y="446"/>
                    <a:pt x="114" y="448"/>
                  </a:cubicBezTo>
                  <a:lnTo>
                    <a:pt x="117" y="456"/>
                  </a:lnTo>
                  <a:cubicBezTo>
                    <a:pt x="118" y="459"/>
                    <a:pt x="118" y="461"/>
                    <a:pt x="117" y="464"/>
                  </a:cubicBezTo>
                  <a:lnTo>
                    <a:pt x="115" y="467"/>
                  </a:lnTo>
                  <a:cubicBezTo>
                    <a:pt x="114" y="467"/>
                    <a:pt x="114" y="468"/>
                    <a:pt x="113" y="468"/>
                  </a:cubicBezTo>
                  <a:lnTo>
                    <a:pt x="111" y="470"/>
                  </a:lnTo>
                  <a:lnTo>
                    <a:pt x="110" y="475"/>
                  </a:lnTo>
                  <a:lnTo>
                    <a:pt x="111" y="478"/>
                  </a:lnTo>
                  <a:lnTo>
                    <a:pt x="118" y="490"/>
                  </a:lnTo>
                  <a:cubicBezTo>
                    <a:pt x="119" y="491"/>
                    <a:pt x="119" y="492"/>
                    <a:pt x="120" y="493"/>
                  </a:cubicBezTo>
                  <a:lnTo>
                    <a:pt x="120" y="493"/>
                  </a:lnTo>
                  <a:lnTo>
                    <a:pt x="126" y="477"/>
                  </a:lnTo>
                  <a:lnTo>
                    <a:pt x="134" y="463"/>
                  </a:lnTo>
                  <a:cubicBezTo>
                    <a:pt x="135" y="461"/>
                    <a:pt x="136" y="460"/>
                    <a:pt x="138" y="459"/>
                  </a:cubicBezTo>
                  <a:lnTo>
                    <a:pt x="152" y="454"/>
                  </a:lnTo>
                  <a:cubicBezTo>
                    <a:pt x="154" y="454"/>
                    <a:pt x="157" y="454"/>
                    <a:pt x="159" y="455"/>
                  </a:cubicBezTo>
                  <a:lnTo>
                    <a:pt x="182" y="470"/>
                  </a:lnTo>
                  <a:lnTo>
                    <a:pt x="191" y="467"/>
                  </a:lnTo>
                  <a:cubicBezTo>
                    <a:pt x="193" y="466"/>
                    <a:pt x="196" y="466"/>
                    <a:pt x="198" y="467"/>
                  </a:cubicBezTo>
                  <a:cubicBezTo>
                    <a:pt x="200" y="468"/>
                    <a:pt x="201" y="470"/>
                    <a:pt x="202" y="472"/>
                  </a:cubicBezTo>
                  <a:lnTo>
                    <a:pt x="205" y="481"/>
                  </a:lnTo>
                  <a:lnTo>
                    <a:pt x="207" y="482"/>
                  </a:lnTo>
                  <a:lnTo>
                    <a:pt x="227" y="487"/>
                  </a:lnTo>
                  <a:cubicBezTo>
                    <a:pt x="229" y="487"/>
                    <a:pt x="230" y="488"/>
                    <a:pt x="231" y="489"/>
                  </a:cubicBezTo>
                  <a:lnTo>
                    <a:pt x="238" y="496"/>
                  </a:lnTo>
                  <a:cubicBezTo>
                    <a:pt x="239" y="497"/>
                    <a:pt x="240" y="498"/>
                    <a:pt x="240" y="500"/>
                  </a:cubicBezTo>
                  <a:lnTo>
                    <a:pt x="243" y="519"/>
                  </a:lnTo>
                  <a:lnTo>
                    <a:pt x="249" y="527"/>
                  </a:lnTo>
                  <a:cubicBezTo>
                    <a:pt x="250" y="528"/>
                    <a:pt x="251" y="529"/>
                    <a:pt x="251" y="530"/>
                  </a:cubicBezTo>
                  <a:lnTo>
                    <a:pt x="253" y="538"/>
                  </a:lnTo>
                  <a:cubicBezTo>
                    <a:pt x="254" y="540"/>
                    <a:pt x="254" y="541"/>
                    <a:pt x="253" y="542"/>
                  </a:cubicBezTo>
                  <a:lnTo>
                    <a:pt x="248" y="563"/>
                  </a:lnTo>
                  <a:lnTo>
                    <a:pt x="246" y="570"/>
                  </a:lnTo>
                  <a:cubicBezTo>
                    <a:pt x="245" y="572"/>
                    <a:pt x="243" y="573"/>
                    <a:pt x="241" y="574"/>
                  </a:cubicBezTo>
                  <a:lnTo>
                    <a:pt x="234" y="577"/>
                  </a:lnTo>
                  <a:cubicBezTo>
                    <a:pt x="232" y="578"/>
                    <a:pt x="230" y="578"/>
                    <a:pt x="229" y="578"/>
                  </a:cubicBezTo>
                  <a:lnTo>
                    <a:pt x="202" y="570"/>
                  </a:lnTo>
                  <a:lnTo>
                    <a:pt x="44" y="605"/>
                  </a:lnTo>
                  <a:cubicBezTo>
                    <a:pt x="42" y="605"/>
                    <a:pt x="41" y="605"/>
                    <a:pt x="39" y="605"/>
                  </a:cubicBezTo>
                  <a:lnTo>
                    <a:pt x="38" y="604"/>
                  </a:lnTo>
                  <a:lnTo>
                    <a:pt x="33" y="613"/>
                  </a:lnTo>
                  <a:lnTo>
                    <a:pt x="58" y="620"/>
                  </a:lnTo>
                  <a:lnTo>
                    <a:pt x="74" y="619"/>
                  </a:lnTo>
                  <a:lnTo>
                    <a:pt x="84" y="620"/>
                  </a:lnTo>
                  <a:cubicBezTo>
                    <a:pt x="86" y="621"/>
                    <a:pt x="87" y="621"/>
                    <a:pt x="88" y="623"/>
                  </a:cubicBezTo>
                  <a:lnTo>
                    <a:pt x="99" y="633"/>
                  </a:lnTo>
                  <a:lnTo>
                    <a:pt x="104" y="627"/>
                  </a:lnTo>
                  <a:cubicBezTo>
                    <a:pt x="105" y="626"/>
                    <a:pt x="105" y="625"/>
                    <a:pt x="106" y="625"/>
                  </a:cubicBezTo>
                  <a:lnTo>
                    <a:pt x="113" y="621"/>
                  </a:lnTo>
                  <a:cubicBezTo>
                    <a:pt x="115" y="619"/>
                    <a:pt x="118" y="619"/>
                    <a:pt x="121" y="621"/>
                  </a:cubicBezTo>
                  <a:lnTo>
                    <a:pt x="126" y="623"/>
                  </a:lnTo>
                  <a:lnTo>
                    <a:pt x="171" y="659"/>
                  </a:lnTo>
                  <a:lnTo>
                    <a:pt x="196" y="691"/>
                  </a:lnTo>
                  <a:lnTo>
                    <a:pt x="204" y="706"/>
                  </a:lnTo>
                  <a:cubicBezTo>
                    <a:pt x="205" y="706"/>
                    <a:pt x="205" y="707"/>
                    <a:pt x="205" y="708"/>
                  </a:cubicBezTo>
                  <a:lnTo>
                    <a:pt x="210" y="728"/>
                  </a:lnTo>
                  <a:lnTo>
                    <a:pt x="217" y="746"/>
                  </a:lnTo>
                  <a:lnTo>
                    <a:pt x="219" y="761"/>
                  </a:lnTo>
                  <a:cubicBezTo>
                    <a:pt x="220" y="762"/>
                    <a:pt x="219" y="764"/>
                    <a:pt x="219" y="765"/>
                  </a:cubicBezTo>
                  <a:lnTo>
                    <a:pt x="217" y="770"/>
                  </a:lnTo>
                  <a:cubicBezTo>
                    <a:pt x="216" y="772"/>
                    <a:pt x="214" y="774"/>
                    <a:pt x="211" y="775"/>
                  </a:cubicBezTo>
                  <a:lnTo>
                    <a:pt x="205" y="776"/>
                  </a:lnTo>
                  <a:lnTo>
                    <a:pt x="206" y="783"/>
                  </a:lnTo>
                  <a:lnTo>
                    <a:pt x="270" y="786"/>
                  </a:lnTo>
                  <a:lnTo>
                    <a:pt x="280" y="783"/>
                  </a:lnTo>
                  <a:lnTo>
                    <a:pt x="286" y="779"/>
                  </a:lnTo>
                  <a:lnTo>
                    <a:pt x="293" y="772"/>
                  </a:lnTo>
                  <a:cubicBezTo>
                    <a:pt x="289" y="772"/>
                    <a:pt x="285" y="769"/>
                    <a:pt x="285" y="764"/>
                  </a:cubicBezTo>
                  <a:lnTo>
                    <a:pt x="285" y="760"/>
                  </a:lnTo>
                  <a:cubicBezTo>
                    <a:pt x="285" y="759"/>
                    <a:pt x="285" y="758"/>
                    <a:pt x="286" y="757"/>
                  </a:cubicBezTo>
                  <a:lnTo>
                    <a:pt x="284" y="756"/>
                  </a:lnTo>
                  <a:cubicBezTo>
                    <a:pt x="282" y="754"/>
                    <a:pt x="281" y="751"/>
                    <a:pt x="281" y="748"/>
                  </a:cubicBezTo>
                  <a:lnTo>
                    <a:pt x="282" y="739"/>
                  </a:lnTo>
                  <a:cubicBezTo>
                    <a:pt x="283" y="736"/>
                    <a:pt x="285" y="734"/>
                    <a:pt x="288" y="733"/>
                  </a:cubicBezTo>
                  <a:lnTo>
                    <a:pt x="295" y="731"/>
                  </a:lnTo>
                  <a:cubicBezTo>
                    <a:pt x="299" y="730"/>
                    <a:pt x="302" y="731"/>
                    <a:pt x="304" y="735"/>
                  </a:cubicBezTo>
                  <a:lnTo>
                    <a:pt x="309" y="742"/>
                  </a:lnTo>
                  <a:lnTo>
                    <a:pt x="312" y="740"/>
                  </a:lnTo>
                  <a:cubicBezTo>
                    <a:pt x="312" y="740"/>
                    <a:pt x="313" y="739"/>
                    <a:pt x="314" y="739"/>
                  </a:cubicBezTo>
                  <a:lnTo>
                    <a:pt x="315" y="738"/>
                  </a:lnTo>
                  <a:lnTo>
                    <a:pt x="308" y="728"/>
                  </a:lnTo>
                  <a:cubicBezTo>
                    <a:pt x="308" y="727"/>
                    <a:pt x="307" y="727"/>
                    <a:pt x="307" y="726"/>
                  </a:cubicBezTo>
                  <a:lnTo>
                    <a:pt x="304" y="715"/>
                  </a:lnTo>
                  <a:cubicBezTo>
                    <a:pt x="303" y="713"/>
                    <a:pt x="304" y="710"/>
                    <a:pt x="305" y="709"/>
                  </a:cubicBezTo>
                  <a:lnTo>
                    <a:pt x="310" y="700"/>
                  </a:lnTo>
                  <a:cubicBezTo>
                    <a:pt x="312" y="697"/>
                    <a:pt x="315" y="695"/>
                    <a:pt x="319" y="696"/>
                  </a:cubicBezTo>
                  <a:cubicBezTo>
                    <a:pt x="322" y="697"/>
                    <a:pt x="324" y="699"/>
                    <a:pt x="325" y="703"/>
                  </a:cubicBezTo>
                  <a:lnTo>
                    <a:pt x="326" y="714"/>
                  </a:lnTo>
                  <a:lnTo>
                    <a:pt x="331" y="724"/>
                  </a:lnTo>
                  <a:lnTo>
                    <a:pt x="335" y="730"/>
                  </a:lnTo>
                  <a:lnTo>
                    <a:pt x="338" y="732"/>
                  </a:lnTo>
                  <a:lnTo>
                    <a:pt x="345" y="732"/>
                  </a:lnTo>
                  <a:cubicBezTo>
                    <a:pt x="345" y="732"/>
                    <a:pt x="346" y="733"/>
                    <a:pt x="347" y="733"/>
                  </a:cubicBezTo>
                  <a:lnTo>
                    <a:pt x="353" y="736"/>
                  </a:lnTo>
                  <a:cubicBezTo>
                    <a:pt x="354" y="736"/>
                    <a:pt x="355" y="736"/>
                    <a:pt x="356" y="737"/>
                  </a:cubicBezTo>
                  <a:lnTo>
                    <a:pt x="362" y="742"/>
                  </a:lnTo>
                  <a:cubicBezTo>
                    <a:pt x="363" y="742"/>
                    <a:pt x="363" y="741"/>
                    <a:pt x="364" y="741"/>
                  </a:cubicBezTo>
                  <a:lnTo>
                    <a:pt x="368" y="739"/>
                  </a:lnTo>
                  <a:cubicBezTo>
                    <a:pt x="369" y="739"/>
                    <a:pt x="370" y="739"/>
                    <a:pt x="370" y="739"/>
                  </a:cubicBezTo>
                  <a:lnTo>
                    <a:pt x="374" y="739"/>
                  </a:lnTo>
                  <a:lnTo>
                    <a:pt x="379" y="737"/>
                  </a:lnTo>
                  <a:cubicBezTo>
                    <a:pt x="381" y="736"/>
                    <a:pt x="382" y="736"/>
                    <a:pt x="384" y="737"/>
                  </a:cubicBezTo>
                  <a:lnTo>
                    <a:pt x="385" y="734"/>
                  </a:lnTo>
                  <a:lnTo>
                    <a:pt x="381" y="721"/>
                  </a:lnTo>
                  <a:cubicBezTo>
                    <a:pt x="380" y="719"/>
                    <a:pt x="381" y="716"/>
                    <a:pt x="383" y="714"/>
                  </a:cubicBezTo>
                  <a:cubicBezTo>
                    <a:pt x="385" y="712"/>
                    <a:pt x="388" y="711"/>
                    <a:pt x="390" y="711"/>
                  </a:cubicBezTo>
                  <a:lnTo>
                    <a:pt x="403" y="714"/>
                  </a:lnTo>
                  <a:cubicBezTo>
                    <a:pt x="405" y="714"/>
                    <a:pt x="406" y="714"/>
                    <a:pt x="406" y="715"/>
                  </a:cubicBezTo>
                  <a:lnTo>
                    <a:pt x="420" y="724"/>
                  </a:lnTo>
                  <a:lnTo>
                    <a:pt x="421" y="725"/>
                  </a:lnTo>
                  <a:lnTo>
                    <a:pt x="431" y="736"/>
                  </a:lnTo>
                  <a:cubicBezTo>
                    <a:pt x="432" y="737"/>
                    <a:pt x="432" y="738"/>
                    <a:pt x="432" y="740"/>
                  </a:cubicBezTo>
                  <a:lnTo>
                    <a:pt x="433" y="744"/>
                  </a:lnTo>
                  <a:lnTo>
                    <a:pt x="437" y="747"/>
                  </a:lnTo>
                  <a:lnTo>
                    <a:pt x="440" y="747"/>
                  </a:lnTo>
                  <a:cubicBezTo>
                    <a:pt x="443" y="747"/>
                    <a:pt x="445" y="748"/>
                    <a:pt x="446" y="750"/>
                  </a:cubicBezTo>
                  <a:cubicBezTo>
                    <a:pt x="448" y="752"/>
                    <a:pt x="448" y="754"/>
                    <a:pt x="448" y="757"/>
                  </a:cubicBezTo>
                  <a:lnTo>
                    <a:pt x="446" y="763"/>
                  </a:lnTo>
                  <a:lnTo>
                    <a:pt x="446" y="763"/>
                  </a:lnTo>
                  <a:lnTo>
                    <a:pt x="453" y="769"/>
                  </a:lnTo>
                  <a:lnTo>
                    <a:pt x="462" y="787"/>
                  </a:lnTo>
                  <a:lnTo>
                    <a:pt x="465" y="788"/>
                  </a:lnTo>
                  <a:lnTo>
                    <a:pt x="475" y="785"/>
                  </a:lnTo>
                  <a:lnTo>
                    <a:pt x="487" y="785"/>
                  </a:lnTo>
                  <a:cubicBezTo>
                    <a:pt x="490" y="785"/>
                    <a:pt x="492" y="786"/>
                    <a:pt x="493" y="787"/>
                  </a:cubicBezTo>
                  <a:lnTo>
                    <a:pt x="496" y="790"/>
                  </a:lnTo>
                  <a:lnTo>
                    <a:pt x="517" y="779"/>
                  </a:lnTo>
                  <a:cubicBezTo>
                    <a:pt x="519" y="777"/>
                    <a:pt x="522" y="777"/>
                    <a:pt x="524" y="778"/>
                  </a:cubicBezTo>
                  <a:lnTo>
                    <a:pt x="529" y="780"/>
                  </a:lnTo>
                  <a:cubicBezTo>
                    <a:pt x="530" y="781"/>
                    <a:pt x="532" y="783"/>
                    <a:pt x="533" y="785"/>
                  </a:cubicBezTo>
                  <a:lnTo>
                    <a:pt x="535" y="791"/>
                  </a:lnTo>
                  <a:lnTo>
                    <a:pt x="540" y="793"/>
                  </a:lnTo>
                  <a:lnTo>
                    <a:pt x="557" y="792"/>
                  </a:lnTo>
                  <a:cubicBezTo>
                    <a:pt x="559" y="792"/>
                    <a:pt x="560" y="792"/>
                    <a:pt x="562" y="793"/>
                  </a:cubicBezTo>
                  <a:lnTo>
                    <a:pt x="564" y="795"/>
                  </a:lnTo>
                  <a:cubicBezTo>
                    <a:pt x="565" y="795"/>
                    <a:pt x="566" y="796"/>
                    <a:pt x="566" y="796"/>
                  </a:cubicBezTo>
                  <a:lnTo>
                    <a:pt x="572" y="803"/>
                  </a:lnTo>
                  <a:lnTo>
                    <a:pt x="575" y="803"/>
                  </a:lnTo>
                  <a:lnTo>
                    <a:pt x="586" y="802"/>
                  </a:lnTo>
                  <a:cubicBezTo>
                    <a:pt x="587" y="802"/>
                    <a:pt x="588" y="802"/>
                    <a:pt x="589" y="803"/>
                  </a:cubicBezTo>
                  <a:lnTo>
                    <a:pt x="606" y="807"/>
                  </a:lnTo>
                  <a:lnTo>
                    <a:pt x="610" y="807"/>
                  </a:lnTo>
                  <a:lnTo>
                    <a:pt x="613" y="804"/>
                  </a:lnTo>
                  <a:cubicBezTo>
                    <a:pt x="615" y="802"/>
                    <a:pt x="618" y="802"/>
                    <a:pt x="620" y="803"/>
                  </a:cubicBezTo>
                  <a:cubicBezTo>
                    <a:pt x="623" y="803"/>
                    <a:pt x="625" y="805"/>
                    <a:pt x="625" y="808"/>
                  </a:cubicBezTo>
                  <a:lnTo>
                    <a:pt x="629" y="815"/>
                  </a:lnTo>
                  <a:lnTo>
                    <a:pt x="634" y="820"/>
                  </a:lnTo>
                  <a:cubicBezTo>
                    <a:pt x="634" y="821"/>
                    <a:pt x="634" y="821"/>
                    <a:pt x="635" y="822"/>
                  </a:cubicBezTo>
                  <a:lnTo>
                    <a:pt x="642" y="837"/>
                  </a:lnTo>
                  <a:lnTo>
                    <a:pt x="657" y="857"/>
                  </a:lnTo>
                  <a:lnTo>
                    <a:pt x="659" y="858"/>
                  </a:lnTo>
                  <a:lnTo>
                    <a:pt x="689" y="850"/>
                  </a:lnTo>
                  <a:lnTo>
                    <a:pt x="686" y="849"/>
                  </a:lnTo>
                  <a:cubicBezTo>
                    <a:pt x="683" y="847"/>
                    <a:pt x="682" y="844"/>
                    <a:pt x="682" y="841"/>
                  </a:cubicBezTo>
                  <a:cubicBezTo>
                    <a:pt x="683" y="837"/>
                    <a:pt x="685" y="835"/>
                    <a:pt x="688" y="834"/>
                  </a:cubicBezTo>
                  <a:lnTo>
                    <a:pt x="698" y="832"/>
                  </a:lnTo>
                  <a:lnTo>
                    <a:pt x="712" y="824"/>
                  </a:lnTo>
                  <a:lnTo>
                    <a:pt x="724" y="812"/>
                  </a:lnTo>
                  <a:lnTo>
                    <a:pt x="734" y="800"/>
                  </a:lnTo>
                  <a:cubicBezTo>
                    <a:pt x="736" y="797"/>
                    <a:pt x="740" y="796"/>
                    <a:pt x="743" y="797"/>
                  </a:cubicBezTo>
                  <a:cubicBezTo>
                    <a:pt x="746" y="798"/>
                    <a:pt x="748" y="801"/>
                    <a:pt x="748" y="805"/>
                  </a:cubicBezTo>
                  <a:lnTo>
                    <a:pt x="748" y="810"/>
                  </a:lnTo>
                  <a:cubicBezTo>
                    <a:pt x="748" y="813"/>
                    <a:pt x="747" y="815"/>
                    <a:pt x="745" y="817"/>
                  </a:cubicBezTo>
                  <a:lnTo>
                    <a:pt x="740" y="821"/>
                  </a:lnTo>
                  <a:lnTo>
                    <a:pt x="737" y="828"/>
                  </a:lnTo>
                  <a:lnTo>
                    <a:pt x="731" y="843"/>
                  </a:lnTo>
                  <a:cubicBezTo>
                    <a:pt x="730" y="846"/>
                    <a:pt x="728" y="848"/>
                    <a:pt x="725" y="848"/>
                  </a:cubicBezTo>
                  <a:lnTo>
                    <a:pt x="722" y="849"/>
                  </a:lnTo>
                  <a:cubicBezTo>
                    <a:pt x="721" y="850"/>
                    <a:pt x="720" y="850"/>
                    <a:pt x="719" y="849"/>
                  </a:cubicBezTo>
                  <a:lnTo>
                    <a:pt x="718" y="849"/>
                  </a:lnTo>
                  <a:lnTo>
                    <a:pt x="717" y="855"/>
                  </a:lnTo>
                  <a:lnTo>
                    <a:pt x="724" y="855"/>
                  </a:lnTo>
                  <a:lnTo>
                    <a:pt x="735" y="859"/>
                  </a:lnTo>
                  <a:lnTo>
                    <a:pt x="745" y="864"/>
                  </a:lnTo>
                  <a:cubicBezTo>
                    <a:pt x="747" y="866"/>
                    <a:pt x="748" y="869"/>
                    <a:pt x="748" y="871"/>
                  </a:cubicBezTo>
                  <a:lnTo>
                    <a:pt x="748" y="872"/>
                  </a:lnTo>
                  <a:lnTo>
                    <a:pt x="753" y="874"/>
                  </a:lnTo>
                  <a:cubicBezTo>
                    <a:pt x="754" y="874"/>
                    <a:pt x="756" y="875"/>
                    <a:pt x="757" y="876"/>
                  </a:cubicBezTo>
                  <a:lnTo>
                    <a:pt x="768" y="889"/>
                  </a:lnTo>
                  <a:lnTo>
                    <a:pt x="770" y="882"/>
                  </a:lnTo>
                  <a:cubicBezTo>
                    <a:pt x="771" y="881"/>
                    <a:pt x="772" y="879"/>
                    <a:pt x="773" y="878"/>
                  </a:cubicBezTo>
                  <a:lnTo>
                    <a:pt x="772" y="877"/>
                  </a:lnTo>
                  <a:cubicBezTo>
                    <a:pt x="770" y="875"/>
                    <a:pt x="769" y="872"/>
                    <a:pt x="770" y="869"/>
                  </a:cubicBezTo>
                  <a:cubicBezTo>
                    <a:pt x="771" y="866"/>
                    <a:pt x="773" y="864"/>
                    <a:pt x="776" y="864"/>
                  </a:cubicBezTo>
                  <a:lnTo>
                    <a:pt x="780" y="862"/>
                  </a:lnTo>
                  <a:lnTo>
                    <a:pt x="783" y="860"/>
                  </a:lnTo>
                  <a:lnTo>
                    <a:pt x="787" y="856"/>
                  </a:lnTo>
                  <a:cubicBezTo>
                    <a:pt x="789" y="854"/>
                    <a:pt x="790" y="854"/>
                    <a:pt x="792" y="854"/>
                  </a:cubicBezTo>
                  <a:lnTo>
                    <a:pt x="792" y="853"/>
                  </a:lnTo>
                  <a:lnTo>
                    <a:pt x="790" y="848"/>
                  </a:lnTo>
                  <a:lnTo>
                    <a:pt x="787" y="845"/>
                  </a:lnTo>
                  <a:lnTo>
                    <a:pt x="782" y="843"/>
                  </a:lnTo>
                  <a:cubicBezTo>
                    <a:pt x="779" y="841"/>
                    <a:pt x="777" y="837"/>
                    <a:pt x="777" y="834"/>
                  </a:cubicBezTo>
                  <a:cubicBezTo>
                    <a:pt x="777" y="830"/>
                    <a:pt x="780" y="828"/>
                    <a:pt x="783" y="827"/>
                  </a:cubicBezTo>
                  <a:lnTo>
                    <a:pt x="791" y="826"/>
                  </a:lnTo>
                  <a:cubicBezTo>
                    <a:pt x="793" y="825"/>
                    <a:pt x="795" y="826"/>
                    <a:pt x="796" y="826"/>
                  </a:cubicBezTo>
                  <a:lnTo>
                    <a:pt x="801" y="829"/>
                  </a:lnTo>
                  <a:lnTo>
                    <a:pt x="802" y="827"/>
                  </a:lnTo>
                  <a:cubicBezTo>
                    <a:pt x="803" y="824"/>
                    <a:pt x="806" y="823"/>
                    <a:pt x="809" y="823"/>
                  </a:cubicBezTo>
                  <a:lnTo>
                    <a:pt x="812" y="823"/>
                  </a:lnTo>
                  <a:cubicBezTo>
                    <a:pt x="814" y="823"/>
                    <a:pt x="816" y="823"/>
                    <a:pt x="818" y="825"/>
                  </a:cubicBezTo>
                  <a:cubicBezTo>
                    <a:pt x="819" y="827"/>
                    <a:pt x="820" y="829"/>
                    <a:pt x="820" y="831"/>
                  </a:cubicBezTo>
                  <a:lnTo>
                    <a:pt x="819" y="836"/>
                  </a:lnTo>
                  <a:lnTo>
                    <a:pt x="819" y="838"/>
                  </a:lnTo>
                  <a:cubicBezTo>
                    <a:pt x="822" y="837"/>
                    <a:pt x="824" y="838"/>
                    <a:pt x="826" y="839"/>
                  </a:cubicBezTo>
                  <a:cubicBezTo>
                    <a:pt x="829" y="840"/>
                    <a:pt x="830" y="843"/>
                    <a:pt x="830" y="846"/>
                  </a:cubicBezTo>
                  <a:lnTo>
                    <a:pt x="832" y="860"/>
                  </a:lnTo>
                  <a:lnTo>
                    <a:pt x="833" y="863"/>
                  </a:lnTo>
                  <a:cubicBezTo>
                    <a:pt x="834" y="865"/>
                    <a:pt x="834" y="867"/>
                    <a:pt x="833" y="869"/>
                  </a:cubicBezTo>
                  <a:cubicBezTo>
                    <a:pt x="832" y="871"/>
                    <a:pt x="831" y="873"/>
                    <a:pt x="829" y="874"/>
                  </a:cubicBezTo>
                  <a:lnTo>
                    <a:pt x="795" y="889"/>
                  </a:lnTo>
                  <a:lnTo>
                    <a:pt x="790" y="907"/>
                  </a:lnTo>
                  <a:lnTo>
                    <a:pt x="789" y="913"/>
                  </a:lnTo>
                  <a:lnTo>
                    <a:pt x="789" y="913"/>
                  </a:lnTo>
                  <a:lnTo>
                    <a:pt x="802" y="920"/>
                  </a:lnTo>
                  <a:cubicBezTo>
                    <a:pt x="803" y="920"/>
                    <a:pt x="804" y="921"/>
                    <a:pt x="804" y="921"/>
                  </a:cubicBezTo>
                  <a:lnTo>
                    <a:pt x="811" y="930"/>
                  </a:lnTo>
                  <a:lnTo>
                    <a:pt x="816" y="937"/>
                  </a:lnTo>
                  <a:cubicBezTo>
                    <a:pt x="817" y="936"/>
                    <a:pt x="818" y="936"/>
                    <a:pt x="819" y="936"/>
                  </a:cubicBezTo>
                  <a:lnTo>
                    <a:pt x="825" y="936"/>
                  </a:lnTo>
                  <a:cubicBezTo>
                    <a:pt x="827" y="936"/>
                    <a:pt x="828" y="936"/>
                    <a:pt x="830" y="937"/>
                  </a:cubicBezTo>
                  <a:lnTo>
                    <a:pt x="835" y="941"/>
                  </a:lnTo>
                  <a:lnTo>
                    <a:pt x="841" y="946"/>
                  </a:lnTo>
                  <a:cubicBezTo>
                    <a:pt x="843" y="947"/>
                    <a:pt x="844" y="949"/>
                    <a:pt x="844" y="952"/>
                  </a:cubicBezTo>
                  <a:lnTo>
                    <a:pt x="856" y="945"/>
                  </a:lnTo>
                  <a:cubicBezTo>
                    <a:pt x="858" y="944"/>
                    <a:pt x="861" y="944"/>
                    <a:pt x="863" y="944"/>
                  </a:cubicBezTo>
                  <a:lnTo>
                    <a:pt x="864" y="937"/>
                  </a:lnTo>
                  <a:cubicBezTo>
                    <a:pt x="865" y="935"/>
                    <a:pt x="867" y="932"/>
                    <a:pt x="869" y="931"/>
                  </a:cubicBezTo>
                  <a:lnTo>
                    <a:pt x="873" y="930"/>
                  </a:lnTo>
                  <a:cubicBezTo>
                    <a:pt x="875" y="929"/>
                    <a:pt x="877" y="930"/>
                    <a:pt x="879" y="931"/>
                  </a:cubicBezTo>
                  <a:cubicBezTo>
                    <a:pt x="881" y="932"/>
                    <a:pt x="883" y="934"/>
                    <a:pt x="883" y="937"/>
                  </a:cubicBezTo>
                  <a:lnTo>
                    <a:pt x="883" y="938"/>
                  </a:lnTo>
                  <a:cubicBezTo>
                    <a:pt x="885" y="938"/>
                    <a:pt x="888" y="939"/>
                    <a:pt x="889" y="940"/>
                  </a:cubicBezTo>
                  <a:lnTo>
                    <a:pt x="891" y="942"/>
                  </a:lnTo>
                  <a:lnTo>
                    <a:pt x="890" y="936"/>
                  </a:lnTo>
                  <a:lnTo>
                    <a:pt x="889" y="912"/>
                  </a:lnTo>
                  <a:lnTo>
                    <a:pt x="886" y="897"/>
                  </a:lnTo>
                  <a:cubicBezTo>
                    <a:pt x="886" y="895"/>
                    <a:pt x="886" y="892"/>
                    <a:pt x="888" y="891"/>
                  </a:cubicBezTo>
                  <a:cubicBezTo>
                    <a:pt x="889" y="889"/>
                    <a:pt x="891" y="888"/>
                    <a:pt x="894" y="888"/>
                  </a:cubicBezTo>
                  <a:lnTo>
                    <a:pt x="897" y="888"/>
                  </a:lnTo>
                  <a:cubicBezTo>
                    <a:pt x="901" y="888"/>
                    <a:pt x="905" y="891"/>
                    <a:pt x="905" y="895"/>
                  </a:cubicBezTo>
                  <a:lnTo>
                    <a:pt x="906" y="903"/>
                  </a:lnTo>
                  <a:lnTo>
                    <a:pt x="910" y="908"/>
                  </a:lnTo>
                  <a:lnTo>
                    <a:pt x="915" y="908"/>
                  </a:lnTo>
                  <a:cubicBezTo>
                    <a:pt x="918" y="908"/>
                    <a:pt x="921" y="910"/>
                    <a:pt x="922" y="914"/>
                  </a:cubicBezTo>
                  <a:cubicBezTo>
                    <a:pt x="923" y="917"/>
                    <a:pt x="922" y="920"/>
                    <a:pt x="919" y="922"/>
                  </a:cubicBezTo>
                  <a:lnTo>
                    <a:pt x="917" y="924"/>
                  </a:lnTo>
                  <a:lnTo>
                    <a:pt x="917" y="926"/>
                  </a:lnTo>
                  <a:lnTo>
                    <a:pt x="917" y="930"/>
                  </a:lnTo>
                  <a:lnTo>
                    <a:pt x="923" y="928"/>
                  </a:lnTo>
                  <a:cubicBezTo>
                    <a:pt x="926" y="928"/>
                    <a:pt x="928" y="929"/>
                    <a:pt x="930" y="930"/>
                  </a:cubicBezTo>
                  <a:cubicBezTo>
                    <a:pt x="931" y="931"/>
                    <a:pt x="932" y="933"/>
                    <a:pt x="933" y="935"/>
                  </a:cubicBezTo>
                  <a:lnTo>
                    <a:pt x="936" y="935"/>
                  </a:lnTo>
                  <a:lnTo>
                    <a:pt x="942" y="932"/>
                  </a:lnTo>
                  <a:lnTo>
                    <a:pt x="945" y="925"/>
                  </a:lnTo>
                  <a:cubicBezTo>
                    <a:pt x="945" y="925"/>
                    <a:pt x="946" y="924"/>
                    <a:pt x="946" y="923"/>
                  </a:cubicBezTo>
                  <a:lnTo>
                    <a:pt x="951" y="918"/>
                  </a:lnTo>
                  <a:cubicBezTo>
                    <a:pt x="953" y="917"/>
                    <a:pt x="954" y="916"/>
                    <a:pt x="956" y="916"/>
                  </a:cubicBezTo>
                  <a:lnTo>
                    <a:pt x="978" y="913"/>
                  </a:lnTo>
                  <a:cubicBezTo>
                    <a:pt x="978" y="912"/>
                    <a:pt x="978" y="910"/>
                    <a:pt x="979" y="909"/>
                  </a:cubicBezTo>
                  <a:cubicBezTo>
                    <a:pt x="980" y="905"/>
                    <a:pt x="984" y="903"/>
                    <a:pt x="988" y="904"/>
                  </a:cubicBezTo>
                  <a:lnTo>
                    <a:pt x="1003" y="906"/>
                  </a:lnTo>
                  <a:cubicBezTo>
                    <a:pt x="1004" y="907"/>
                    <a:pt x="1005" y="907"/>
                    <a:pt x="1006" y="908"/>
                  </a:cubicBezTo>
                  <a:lnTo>
                    <a:pt x="1012" y="911"/>
                  </a:lnTo>
                  <a:cubicBezTo>
                    <a:pt x="1013" y="912"/>
                    <a:pt x="1014" y="913"/>
                    <a:pt x="1014" y="914"/>
                  </a:cubicBezTo>
                  <a:lnTo>
                    <a:pt x="1020" y="922"/>
                  </a:lnTo>
                  <a:cubicBezTo>
                    <a:pt x="1020" y="923"/>
                    <a:pt x="1021" y="923"/>
                    <a:pt x="1021" y="924"/>
                  </a:cubicBezTo>
                  <a:lnTo>
                    <a:pt x="1021" y="924"/>
                  </a:lnTo>
                  <a:lnTo>
                    <a:pt x="1023" y="923"/>
                  </a:lnTo>
                  <a:lnTo>
                    <a:pt x="1022" y="922"/>
                  </a:lnTo>
                  <a:cubicBezTo>
                    <a:pt x="1020" y="920"/>
                    <a:pt x="1019" y="918"/>
                    <a:pt x="1019" y="916"/>
                  </a:cubicBezTo>
                  <a:lnTo>
                    <a:pt x="1019" y="912"/>
                  </a:lnTo>
                  <a:cubicBezTo>
                    <a:pt x="1019" y="908"/>
                    <a:pt x="1021" y="905"/>
                    <a:pt x="1025" y="904"/>
                  </a:cubicBezTo>
                  <a:cubicBezTo>
                    <a:pt x="1028" y="903"/>
                    <a:pt x="1032" y="904"/>
                    <a:pt x="1034" y="907"/>
                  </a:cubicBezTo>
                  <a:lnTo>
                    <a:pt x="1045" y="921"/>
                  </a:lnTo>
                  <a:cubicBezTo>
                    <a:pt x="1046" y="923"/>
                    <a:pt x="1047" y="925"/>
                    <a:pt x="1046" y="927"/>
                  </a:cubicBezTo>
                  <a:lnTo>
                    <a:pt x="1044" y="941"/>
                  </a:lnTo>
                  <a:cubicBezTo>
                    <a:pt x="1044" y="942"/>
                    <a:pt x="1043" y="944"/>
                    <a:pt x="1043" y="945"/>
                  </a:cubicBezTo>
                  <a:lnTo>
                    <a:pt x="1027" y="967"/>
                  </a:lnTo>
                  <a:lnTo>
                    <a:pt x="1027" y="967"/>
                  </a:lnTo>
                  <a:cubicBezTo>
                    <a:pt x="1028" y="969"/>
                    <a:pt x="1029" y="971"/>
                    <a:pt x="1028" y="973"/>
                  </a:cubicBezTo>
                  <a:cubicBezTo>
                    <a:pt x="1028" y="975"/>
                    <a:pt x="1027" y="977"/>
                    <a:pt x="1025" y="979"/>
                  </a:cubicBezTo>
                  <a:lnTo>
                    <a:pt x="1014" y="986"/>
                  </a:lnTo>
                  <a:cubicBezTo>
                    <a:pt x="1013" y="986"/>
                    <a:pt x="1012" y="987"/>
                    <a:pt x="1011" y="987"/>
                  </a:cubicBezTo>
                  <a:lnTo>
                    <a:pt x="997" y="988"/>
                  </a:lnTo>
                  <a:cubicBezTo>
                    <a:pt x="996" y="988"/>
                    <a:pt x="995" y="988"/>
                    <a:pt x="994" y="988"/>
                  </a:cubicBezTo>
                  <a:lnTo>
                    <a:pt x="981" y="984"/>
                  </a:lnTo>
                  <a:cubicBezTo>
                    <a:pt x="981" y="984"/>
                    <a:pt x="981" y="984"/>
                    <a:pt x="980" y="983"/>
                  </a:cubicBezTo>
                  <a:cubicBezTo>
                    <a:pt x="980" y="986"/>
                    <a:pt x="978" y="989"/>
                    <a:pt x="975" y="990"/>
                  </a:cubicBezTo>
                  <a:cubicBezTo>
                    <a:pt x="972" y="991"/>
                    <a:pt x="969" y="990"/>
                    <a:pt x="967" y="988"/>
                  </a:cubicBezTo>
                  <a:lnTo>
                    <a:pt x="966" y="987"/>
                  </a:lnTo>
                  <a:lnTo>
                    <a:pt x="965" y="987"/>
                  </a:lnTo>
                  <a:cubicBezTo>
                    <a:pt x="964" y="989"/>
                    <a:pt x="962" y="990"/>
                    <a:pt x="959" y="990"/>
                  </a:cubicBezTo>
                  <a:lnTo>
                    <a:pt x="966" y="1003"/>
                  </a:lnTo>
                  <a:lnTo>
                    <a:pt x="970" y="1007"/>
                  </a:lnTo>
                  <a:lnTo>
                    <a:pt x="974" y="1009"/>
                  </a:lnTo>
                  <a:lnTo>
                    <a:pt x="980" y="1010"/>
                  </a:lnTo>
                  <a:lnTo>
                    <a:pt x="988" y="1009"/>
                  </a:lnTo>
                  <a:lnTo>
                    <a:pt x="1013" y="1001"/>
                  </a:lnTo>
                  <a:cubicBezTo>
                    <a:pt x="1013" y="1000"/>
                    <a:pt x="1014" y="1000"/>
                    <a:pt x="1015" y="1000"/>
                  </a:cubicBezTo>
                  <a:lnTo>
                    <a:pt x="1023" y="1000"/>
                  </a:lnTo>
                  <a:cubicBezTo>
                    <a:pt x="1024" y="999"/>
                    <a:pt x="1025" y="1000"/>
                    <a:pt x="1026" y="1000"/>
                  </a:cubicBezTo>
                  <a:lnTo>
                    <a:pt x="1039" y="1005"/>
                  </a:lnTo>
                  <a:lnTo>
                    <a:pt x="1040" y="992"/>
                  </a:lnTo>
                  <a:cubicBezTo>
                    <a:pt x="1040" y="989"/>
                    <a:pt x="1041" y="986"/>
                    <a:pt x="1044" y="985"/>
                  </a:cubicBezTo>
                  <a:cubicBezTo>
                    <a:pt x="1047" y="984"/>
                    <a:pt x="1050" y="984"/>
                    <a:pt x="1052" y="985"/>
                  </a:cubicBezTo>
                  <a:lnTo>
                    <a:pt x="1053" y="986"/>
                  </a:lnTo>
                  <a:cubicBezTo>
                    <a:pt x="1054" y="983"/>
                    <a:pt x="1056" y="980"/>
                    <a:pt x="1059" y="979"/>
                  </a:cubicBezTo>
                  <a:lnTo>
                    <a:pt x="1068" y="977"/>
                  </a:lnTo>
                  <a:cubicBezTo>
                    <a:pt x="1069" y="977"/>
                    <a:pt x="1070" y="977"/>
                    <a:pt x="1071" y="977"/>
                  </a:cubicBezTo>
                  <a:lnTo>
                    <a:pt x="1077" y="978"/>
                  </a:lnTo>
                  <a:lnTo>
                    <a:pt x="1080" y="977"/>
                  </a:lnTo>
                  <a:lnTo>
                    <a:pt x="1086" y="971"/>
                  </a:lnTo>
                  <a:cubicBezTo>
                    <a:pt x="1089" y="969"/>
                    <a:pt x="1093" y="968"/>
                    <a:pt x="1096" y="970"/>
                  </a:cubicBezTo>
                  <a:cubicBezTo>
                    <a:pt x="1099" y="972"/>
                    <a:pt x="1101" y="976"/>
                    <a:pt x="1099" y="980"/>
                  </a:cubicBezTo>
                  <a:lnTo>
                    <a:pt x="1096" y="990"/>
                  </a:lnTo>
                  <a:cubicBezTo>
                    <a:pt x="1095" y="991"/>
                    <a:pt x="1095" y="991"/>
                    <a:pt x="1094" y="992"/>
                  </a:cubicBezTo>
                  <a:lnTo>
                    <a:pt x="1092" y="994"/>
                  </a:lnTo>
                  <a:lnTo>
                    <a:pt x="1097" y="994"/>
                  </a:lnTo>
                  <a:lnTo>
                    <a:pt x="1112" y="989"/>
                  </a:lnTo>
                  <a:lnTo>
                    <a:pt x="1120" y="988"/>
                  </a:lnTo>
                  <a:cubicBezTo>
                    <a:pt x="1121" y="988"/>
                    <a:pt x="1122" y="988"/>
                    <a:pt x="1123" y="988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xmlns="" id="{6245C63B-4821-4385-A37F-6986D9815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5010" y="3305326"/>
              <a:ext cx="47783" cy="28108"/>
            </a:xfrm>
            <a:custGeom>
              <a:avLst/>
              <a:gdLst>
                <a:gd name="T0" fmla="*/ 67 w 75"/>
                <a:gd name="T1" fmla="*/ 21 h 43"/>
                <a:gd name="T2" fmla="*/ 65 w 75"/>
                <a:gd name="T3" fmla="*/ 19 h 43"/>
                <a:gd name="T4" fmla="*/ 55 w 75"/>
                <a:gd name="T5" fmla="*/ 12 h 43"/>
                <a:gd name="T6" fmla="*/ 54 w 75"/>
                <a:gd name="T7" fmla="*/ 11 h 43"/>
                <a:gd name="T8" fmla="*/ 32 w 75"/>
                <a:gd name="T9" fmla="*/ 2 h 43"/>
                <a:gd name="T10" fmla="*/ 23 w 75"/>
                <a:gd name="T11" fmla="*/ 0 h 43"/>
                <a:gd name="T12" fmla="*/ 20 w 75"/>
                <a:gd name="T13" fmla="*/ 0 h 43"/>
                <a:gd name="T14" fmla="*/ 11 w 75"/>
                <a:gd name="T15" fmla="*/ 2 h 43"/>
                <a:gd name="T16" fmla="*/ 5 w 75"/>
                <a:gd name="T17" fmla="*/ 5 h 43"/>
                <a:gd name="T18" fmla="*/ 1 w 75"/>
                <a:gd name="T19" fmla="*/ 12 h 43"/>
                <a:gd name="T20" fmla="*/ 1 w 75"/>
                <a:gd name="T21" fmla="*/ 19 h 43"/>
                <a:gd name="T22" fmla="*/ 7 w 75"/>
                <a:gd name="T23" fmla="*/ 33 h 43"/>
                <a:gd name="T24" fmla="*/ 14 w 75"/>
                <a:gd name="T25" fmla="*/ 37 h 43"/>
                <a:gd name="T26" fmla="*/ 52 w 75"/>
                <a:gd name="T27" fmla="*/ 38 h 43"/>
                <a:gd name="T28" fmla="*/ 62 w 75"/>
                <a:gd name="T29" fmla="*/ 42 h 43"/>
                <a:gd name="T30" fmla="*/ 65 w 75"/>
                <a:gd name="T31" fmla="*/ 42 h 43"/>
                <a:gd name="T32" fmla="*/ 71 w 75"/>
                <a:gd name="T33" fmla="*/ 40 h 43"/>
                <a:gd name="T34" fmla="*/ 72 w 75"/>
                <a:gd name="T35" fmla="*/ 30 h 43"/>
                <a:gd name="T36" fmla="*/ 67 w 75"/>
                <a:gd name="T37" fmla="*/ 2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5" h="43">
                  <a:moveTo>
                    <a:pt x="67" y="21"/>
                  </a:moveTo>
                  <a:cubicBezTo>
                    <a:pt x="66" y="20"/>
                    <a:pt x="65" y="19"/>
                    <a:pt x="65" y="19"/>
                  </a:cubicBezTo>
                  <a:lnTo>
                    <a:pt x="55" y="12"/>
                  </a:lnTo>
                  <a:cubicBezTo>
                    <a:pt x="55" y="11"/>
                    <a:pt x="54" y="11"/>
                    <a:pt x="54" y="11"/>
                  </a:cubicBezTo>
                  <a:lnTo>
                    <a:pt x="32" y="2"/>
                  </a:lnTo>
                  <a:lnTo>
                    <a:pt x="23" y="0"/>
                  </a:lnTo>
                  <a:cubicBezTo>
                    <a:pt x="22" y="0"/>
                    <a:pt x="21" y="0"/>
                    <a:pt x="20" y="0"/>
                  </a:cubicBezTo>
                  <a:lnTo>
                    <a:pt x="11" y="2"/>
                  </a:lnTo>
                  <a:cubicBezTo>
                    <a:pt x="9" y="2"/>
                    <a:pt x="7" y="3"/>
                    <a:pt x="5" y="5"/>
                  </a:cubicBezTo>
                  <a:lnTo>
                    <a:pt x="1" y="12"/>
                  </a:lnTo>
                  <a:cubicBezTo>
                    <a:pt x="0" y="14"/>
                    <a:pt x="0" y="17"/>
                    <a:pt x="1" y="19"/>
                  </a:cubicBezTo>
                  <a:lnTo>
                    <a:pt x="7" y="33"/>
                  </a:lnTo>
                  <a:cubicBezTo>
                    <a:pt x="8" y="36"/>
                    <a:pt x="11" y="37"/>
                    <a:pt x="14" y="37"/>
                  </a:cubicBezTo>
                  <a:lnTo>
                    <a:pt x="52" y="38"/>
                  </a:lnTo>
                  <a:lnTo>
                    <a:pt x="62" y="42"/>
                  </a:lnTo>
                  <a:cubicBezTo>
                    <a:pt x="63" y="42"/>
                    <a:pt x="64" y="42"/>
                    <a:pt x="65" y="42"/>
                  </a:cubicBezTo>
                  <a:cubicBezTo>
                    <a:pt x="67" y="42"/>
                    <a:pt x="70" y="41"/>
                    <a:pt x="71" y="40"/>
                  </a:cubicBezTo>
                  <a:cubicBezTo>
                    <a:pt x="73" y="37"/>
                    <a:pt x="74" y="33"/>
                    <a:pt x="72" y="30"/>
                  </a:cubicBezTo>
                  <a:lnTo>
                    <a:pt x="67" y="21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xmlns="" id="{EBAA9420-9429-426A-BCFD-A64DCAE1C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6742" y="2998951"/>
              <a:ext cx="75892" cy="56216"/>
            </a:xfrm>
            <a:custGeom>
              <a:avLst/>
              <a:gdLst>
                <a:gd name="T0" fmla="*/ 109 w 117"/>
                <a:gd name="T1" fmla="*/ 52 h 89"/>
                <a:gd name="T2" fmla="*/ 102 w 117"/>
                <a:gd name="T3" fmla="*/ 49 h 89"/>
                <a:gd name="T4" fmla="*/ 89 w 117"/>
                <a:gd name="T5" fmla="*/ 49 h 89"/>
                <a:gd name="T6" fmla="*/ 87 w 117"/>
                <a:gd name="T7" fmla="*/ 48 h 89"/>
                <a:gd name="T8" fmla="*/ 71 w 117"/>
                <a:gd name="T9" fmla="*/ 32 h 89"/>
                <a:gd name="T10" fmla="*/ 70 w 117"/>
                <a:gd name="T11" fmla="*/ 30 h 89"/>
                <a:gd name="T12" fmla="*/ 68 w 117"/>
                <a:gd name="T13" fmla="*/ 29 h 89"/>
                <a:gd name="T14" fmla="*/ 55 w 117"/>
                <a:gd name="T15" fmla="*/ 18 h 89"/>
                <a:gd name="T16" fmla="*/ 32 w 117"/>
                <a:gd name="T17" fmla="*/ 6 h 89"/>
                <a:gd name="T18" fmla="*/ 30 w 117"/>
                <a:gd name="T19" fmla="*/ 6 h 89"/>
                <a:gd name="T20" fmla="*/ 26 w 117"/>
                <a:gd name="T21" fmla="*/ 5 h 89"/>
                <a:gd name="T22" fmla="*/ 23 w 117"/>
                <a:gd name="T23" fmla="*/ 2 h 89"/>
                <a:gd name="T24" fmla="*/ 18 w 117"/>
                <a:gd name="T25" fmla="*/ 0 h 89"/>
                <a:gd name="T26" fmla="*/ 14 w 117"/>
                <a:gd name="T27" fmla="*/ 0 h 89"/>
                <a:gd name="T28" fmla="*/ 7 w 117"/>
                <a:gd name="T29" fmla="*/ 5 h 89"/>
                <a:gd name="T30" fmla="*/ 6 w 117"/>
                <a:gd name="T31" fmla="*/ 8 h 89"/>
                <a:gd name="T32" fmla="*/ 3 w 117"/>
                <a:gd name="T33" fmla="*/ 11 h 89"/>
                <a:gd name="T34" fmla="*/ 1 w 117"/>
                <a:gd name="T35" fmla="*/ 19 h 89"/>
                <a:gd name="T36" fmla="*/ 4 w 117"/>
                <a:gd name="T37" fmla="*/ 30 h 89"/>
                <a:gd name="T38" fmla="*/ 9 w 117"/>
                <a:gd name="T39" fmla="*/ 41 h 89"/>
                <a:gd name="T40" fmla="*/ 12 w 117"/>
                <a:gd name="T41" fmla="*/ 52 h 89"/>
                <a:gd name="T42" fmla="*/ 11 w 117"/>
                <a:gd name="T43" fmla="*/ 61 h 89"/>
                <a:gd name="T44" fmla="*/ 14 w 117"/>
                <a:gd name="T45" fmla="*/ 69 h 89"/>
                <a:gd name="T46" fmla="*/ 23 w 117"/>
                <a:gd name="T47" fmla="*/ 75 h 89"/>
                <a:gd name="T48" fmla="*/ 25 w 117"/>
                <a:gd name="T49" fmla="*/ 76 h 89"/>
                <a:gd name="T50" fmla="*/ 53 w 117"/>
                <a:gd name="T51" fmla="*/ 84 h 89"/>
                <a:gd name="T52" fmla="*/ 92 w 117"/>
                <a:gd name="T53" fmla="*/ 88 h 89"/>
                <a:gd name="T54" fmla="*/ 92 w 117"/>
                <a:gd name="T55" fmla="*/ 88 h 89"/>
                <a:gd name="T56" fmla="*/ 94 w 117"/>
                <a:gd name="T57" fmla="*/ 88 h 89"/>
                <a:gd name="T58" fmla="*/ 108 w 117"/>
                <a:gd name="T59" fmla="*/ 84 h 89"/>
                <a:gd name="T60" fmla="*/ 113 w 117"/>
                <a:gd name="T61" fmla="*/ 77 h 89"/>
                <a:gd name="T62" fmla="*/ 116 w 117"/>
                <a:gd name="T63" fmla="*/ 64 h 89"/>
                <a:gd name="T64" fmla="*/ 114 w 117"/>
                <a:gd name="T65" fmla="*/ 57 h 89"/>
                <a:gd name="T66" fmla="*/ 109 w 117"/>
                <a:gd name="T67" fmla="*/ 5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7" h="89">
                  <a:moveTo>
                    <a:pt x="109" y="52"/>
                  </a:moveTo>
                  <a:cubicBezTo>
                    <a:pt x="107" y="50"/>
                    <a:pt x="105" y="49"/>
                    <a:pt x="102" y="49"/>
                  </a:cubicBezTo>
                  <a:lnTo>
                    <a:pt x="89" y="49"/>
                  </a:lnTo>
                  <a:lnTo>
                    <a:pt x="87" y="48"/>
                  </a:lnTo>
                  <a:lnTo>
                    <a:pt x="71" y="32"/>
                  </a:lnTo>
                  <a:lnTo>
                    <a:pt x="70" y="30"/>
                  </a:lnTo>
                  <a:cubicBezTo>
                    <a:pt x="69" y="30"/>
                    <a:pt x="69" y="29"/>
                    <a:pt x="68" y="29"/>
                  </a:cubicBezTo>
                  <a:lnTo>
                    <a:pt x="55" y="18"/>
                  </a:lnTo>
                  <a:lnTo>
                    <a:pt x="32" y="6"/>
                  </a:lnTo>
                  <a:cubicBezTo>
                    <a:pt x="32" y="6"/>
                    <a:pt x="31" y="6"/>
                    <a:pt x="30" y="6"/>
                  </a:cubicBezTo>
                  <a:lnTo>
                    <a:pt x="26" y="5"/>
                  </a:lnTo>
                  <a:lnTo>
                    <a:pt x="23" y="2"/>
                  </a:lnTo>
                  <a:cubicBezTo>
                    <a:pt x="22" y="0"/>
                    <a:pt x="20" y="0"/>
                    <a:pt x="18" y="0"/>
                  </a:cubicBezTo>
                  <a:lnTo>
                    <a:pt x="14" y="0"/>
                  </a:lnTo>
                  <a:cubicBezTo>
                    <a:pt x="11" y="0"/>
                    <a:pt x="8" y="2"/>
                    <a:pt x="7" y="5"/>
                  </a:cubicBezTo>
                  <a:lnTo>
                    <a:pt x="6" y="8"/>
                  </a:lnTo>
                  <a:lnTo>
                    <a:pt x="3" y="11"/>
                  </a:lnTo>
                  <a:cubicBezTo>
                    <a:pt x="1" y="13"/>
                    <a:pt x="0" y="16"/>
                    <a:pt x="1" y="19"/>
                  </a:cubicBezTo>
                  <a:lnTo>
                    <a:pt x="4" y="30"/>
                  </a:lnTo>
                  <a:lnTo>
                    <a:pt x="9" y="41"/>
                  </a:lnTo>
                  <a:lnTo>
                    <a:pt x="12" y="52"/>
                  </a:lnTo>
                  <a:lnTo>
                    <a:pt x="11" y="61"/>
                  </a:lnTo>
                  <a:cubicBezTo>
                    <a:pt x="10" y="64"/>
                    <a:pt x="12" y="67"/>
                    <a:pt x="14" y="69"/>
                  </a:cubicBezTo>
                  <a:lnTo>
                    <a:pt x="23" y="75"/>
                  </a:lnTo>
                  <a:cubicBezTo>
                    <a:pt x="24" y="76"/>
                    <a:pt x="24" y="76"/>
                    <a:pt x="25" y="76"/>
                  </a:cubicBezTo>
                  <a:lnTo>
                    <a:pt x="53" y="84"/>
                  </a:lnTo>
                  <a:lnTo>
                    <a:pt x="92" y="88"/>
                  </a:lnTo>
                  <a:lnTo>
                    <a:pt x="92" y="88"/>
                  </a:lnTo>
                  <a:cubicBezTo>
                    <a:pt x="93" y="88"/>
                    <a:pt x="94" y="88"/>
                    <a:pt x="94" y="88"/>
                  </a:cubicBezTo>
                  <a:lnTo>
                    <a:pt x="108" y="84"/>
                  </a:lnTo>
                  <a:cubicBezTo>
                    <a:pt x="111" y="83"/>
                    <a:pt x="113" y="80"/>
                    <a:pt x="113" y="77"/>
                  </a:cubicBezTo>
                  <a:lnTo>
                    <a:pt x="116" y="64"/>
                  </a:lnTo>
                  <a:cubicBezTo>
                    <a:pt x="116" y="61"/>
                    <a:pt x="115" y="59"/>
                    <a:pt x="114" y="57"/>
                  </a:cubicBezTo>
                  <a:lnTo>
                    <a:pt x="109" y="52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xmlns="" id="{E69D80AF-F26A-4E90-874D-3636B5DD6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8443" y="1958964"/>
              <a:ext cx="42162" cy="30918"/>
            </a:xfrm>
            <a:custGeom>
              <a:avLst/>
              <a:gdLst>
                <a:gd name="T0" fmla="*/ 57 w 65"/>
                <a:gd name="T1" fmla="*/ 10 h 48"/>
                <a:gd name="T2" fmla="*/ 56 w 65"/>
                <a:gd name="T3" fmla="*/ 9 h 48"/>
                <a:gd name="T4" fmla="*/ 53 w 65"/>
                <a:gd name="T5" fmla="*/ 6 h 48"/>
                <a:gd name="T6" fmla="*/ 44 w 65"/>
                <a:gd name="T7" fmla="*/ 2 h 48"/>
                <a:gd name="T8" fmla="*/ 38 w 65"/>
                <a:gd name="T9" fmla="*/ 1 h 48"/>
                <a:gd name="T10" fmla="*/ 25 w 65"/>
                <a:gd name="T11" fmla="*/ 5 h 48"/>
                <a:gd name="T12" fmla="*/ 4 w 65"/>
                <a:gd name="T13" fmla="*/ 17 h 48"/>
                <a:gd name="T14" fmla="*/ 0 w 65"/>
                <a:gd name="T15" fmla="*/ 24 h 48"/>
                <a:gd name="T16" fmla="*/ 0 w 65"/>
                <a:gd name="T17" fmla="*/ 29 h 48"/>
                <a:gd name="T18" fmla="*/ 3 w 65"/>
                <a:gd name="T19" fmla="*/ 35 h 48"/>
                <a:gd name="T20" fmla="*/ 11 w 65"/>
                <a:gd name="T21" fmla="*/ 36 h 48"/>
                <a:gd name="T22" fmla="*/ 14 w 65"/>
                <a:gd name="T23" fmla="*/ 35 h 48"/>
                <a:gd name="T24" fmla="*/ 14 w 65"/>
                <a:gd name="T25" fmla="*/ 39 h 48"/>
                <a:gd name="T26" fmla="*/ 17 w 65"/>
                <a:gd name="T27" fmla="*/ 45 h 48"/>
                <a:gd name="T28" fmla="*/ 22 w 65"/>
                <a:gd name="T29" fmla="*/ 47 h 48"/>
                <a:gd name="T30" fmla="*/ 24 w 65"/>
                <a:gd name="T31" fmla="*/ 47 h 48"/>
                <a:gd name="T32" fmla="*/ 32 w 65"/>
                <a:gd name="T33" fmla="*/ 45 h 48"/>
                <a:gd name="T34" fmla="*/ 34 w 65"/>
                <a:gd name="T35" fmla="*/ 44 h 48"/>
                <a:gd name="T36" fmla="*/ 60 w 65"/>
                <a:gd name="T37" fmla="*/ 31 h 48"/>
                <a:gd name="T38" fmla="*/ 64 w 65"/>
                <a:gd name="T39" fmla="*/ 24 h 48"/>
                <a:gd name="T40" fmla="*/ 64 w 65"/>
                <a:gd name="T41" fmla="*/ 18 h 48"/>
                <a:gd name="T42" fmla="*/ 61 w 65"/>
                <a:gd name="T43" fmla="*/ 12 h 48"/>
                <a:gd name="T44" fmla="*/ 57 w 65"/>
                <a:gd name="T45" fmla="*/ 1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" h="48">
                  <a:moveTo>
                    <a:pt x="57" y="10"/>
                  </a:moveTo>
                  <a:cubicBezTo>
                    <a:pt x="56" y="10"/>
                    <a:pt x="56" y="9"/>
                    <a:pt x="56" y="9"/>
                  </a:cubicBezTo>
                  <a:cubicBezTo>
                    <a:pt x="55" y="8"/>
                    <a:pt x="54" y="7"/>
                    <a:pt x="53" y="6"/>
                  </a:cubicBezTo>
                  <a:lnTo>
                    <a:pt x="44" y="2"/>
                  </a:lnTo>
                  <a:cubicBezTo>
                    <a:pt x="42" y="1"/>
                    <a:pt x="40" y="0"/>
                    <a:pt x="38" y="1"/>
                  </a:cubicBezTo>
                  <a:lnTo>
                    <a:pt x="25" y="5"/>
                  </a:lnTo>
                  <a:lnTo>
                    <a:pt x="4" y="17"/>
                  </a:lnTo>
                  <a:cubicBezTo>
                    <a:pt x="2" y="18"/>
                    <a:pt x="0" y="21"/>
                    <a:pt x="0" y="24"/>
                  </a:cubicBezTo>
                  <a:lnTo>
                    <a:pt x="0" y="29"/>
                  </a:lnTo>
                  <a:cubicBezTo>
                    <a:pt x="0" y="31"/>
                    <a:pt x="1" y="34"/>
                    <a:pt x="3" y="35"/>
                  </a:cubicBezTo>
                  <a:cubicBezTo>
                    <a:pt x="5" y="37"/>
                    <a:pt x="8" y="37"/>
                    <a:pt x="11" y="36"/>
                  </a:cubicBezTo>
                  <a:lnTo>
                    <a:pt x="14" y="35"/>
                  </a:lnTo>
                  <a:lnTo>
                    <a:pt x="14" y="39"/>
                  </a:lnTo>
                  <a:cubicBezTo>
                    <a:pt x="14" y="41"/>
                    <a:pt x="15" y="44"/>
                    <a:pt x="17" y="45"/>
                  </a:cubicBezTo>
                  <a:cubicBezTo>
                    <a:pt x="18" y="46"/>
                    <a:pt x="20" y="47"/>
                    <a:pt x="22" y="47"/>
                  </a:cubicBezTo>
                  <a:cubicBezTo>
                    <a:pt x="22" y="47"/>
                    <a:pt x="23" y="47"/>
                    <a:pt x="24" y="47"/>
                  </a:cubicBezTo>
                  <a:lnTo>
                    <a:pt x="32" y="45"/>
                  </a:lnTo>
                  <a:cubicBezTo>
                    <a:pt x="33" y="45"/>
                    <a:pt x="34" y="44"/>
                    <a:pt x="34" y="44"/>
                  </a:cubicBezTo>
                  <a:lnTo>
                    <a:pt x="60" y="31"/>
                  </a:lnTo>
                  <a:cubicBezTo>
                    <a:pt x="63" y="29"/>
                    <a:pt x="64" y="27"/>
                    <a:pt x="64" y="24"/>
                  </a:cubicBezTo>
                  <a:lnTo>
                    <a:pt x="64" y="18"/>
                  </a:lnTo>
                  <a:cubicBezTo>
                    <a:pt x="64" y="16"/>
                    <a:pt x="63" y="13"/>
                    <a:pt x="61" y="12"/>
                  </a:cubicBezTo>
                  <a:cubicBezTo>
                    <a:pt x="60" y="11"/>
                    <a:pt x="58" y="10"/>
                    <a:pt x="57" y="1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xmlns="" id="{0865272D-2EB1-4262-BA6A-4CC151D29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7263" y="3288461"/>
              <a:ext cx="756097" cy="972529"/>
            </a:xfrm>
            <a:custGeom>
              <a:avLst/>
              <a:gdLst>
                <a:gd name="T0" fmla="*/ 883 w 1187"/>
                <a:gd name="T1" fmla="*/ 1435 h 1525"/>
                <a:gd name="T2" fmla="*/ 960 w 1187"/>
                <a:gd name="T3" fmla="*/ 1365 h 1525"/>
                <a:gd name="T4" fmla="*/ 1055 w 1187"/>
                <a:gd name="T5" fmla="*/ 1297 h 1525"/>
                <a:gd name="T6" fmla="*/ 1091 w 1187"/>
                <a:gd name="T7" fmla="*/ 1269 h 1525"/>
                <a:gd name="T8" fmla="*/ 1124 w 1187"/>
                <a:gd name="T9" fmla="*/ 1233 h 1525"/>
                <a:gd name="T10" fmla="*/ 1132 w 1187"/>
                <a:gd name="T11" fmla="*/ 1176 h 1525"/>
                <a:gd name="T12" fmla="*/ 1181 w 1187"/>
                <a:gd name="T13" fmla="*/ 1134 h 1525"/>
                <a:gd name="T14" fmla="*/ 1122 w 1187"/>
                <a:gd name="T15" fmla="*/ 1073 h 1525"/>
                <a:gd name="T16" fmla="*/ 1111 w 1187"/>
                <a:gd name="T17" fmla="*/ 1007 h 1525"/>
                <a:gd name="T18" fmla="*/ 1040 w 1187"/>
                <a:gd name="T19" fmla="*/ 1006 h 1525"/>
                <a:gd name="T20" fmla="*/ 955 w 1187"/>
                <a:gd name="T21" fmla="*/ 1036 h 1525"/>
                <a:gd name="T22" fmla="*/ 904 w 1187"/>
                <a:gd name="T23" fmla="*/ 1035 h 1525"/>
                <a:gd name="T24" fmla="*/ 926 w 1187"/>
                <a:gd name="T25" fmla="*/ 947 h 1525"/>
                <a:gd name="T26" fmla="*/ 839 w 1187"/>
                <a:gd name="T27" fmla="*/ 794 h 1525"/>
                <a:gd name="T28" fmla="*/ 797 w 1187"/>
                <a:gd name="T29" fmla="*/ 700 h 1525"/>
                <a:gd name="T30" fmla="*/ 791 w 1187"/>
                <a:gd name="T31" fmla="*/ 615 h 1525"/>
                <a:gd name="T32" fmla="*/ 850 w 1187"/>
                <a:gd name="T33" fmla="*/ 566 h 1525"/>
                <a:gd name="T34" fmla="*/ 840 w 1187"/>
                <a:gd name="T35" fmla="*/ 427 h 1525"/>
                <a:gd name="T36" fmla="*/ 856 w 1187"/>
                <a:gd name="T37" fmla="*/ 372 h 1525"/>
                <a:gd name="T38" fmla="*/ 937 w 1187"/>
                <a:gd name="T39" fmla="*/ 279 h 1525"/>
                <a:gd name="T40" fmla="*/ 874 w 1187"/>
                <a:gd name="T41" fmla="*/ 203 h 1525"/>
                <a:gd name="T42" fmla="*/ 827 w 1187"/>
                <a:gd name="T43" fmla="*/ 179 h 1525"/>
                <a:gd name="T44" fmla="*/ 815 w 1187"/>
                <a:gd name="T45" fmla="*/ 123 h 1525"/>
                <a:gd name="T46" fmla="*/ 761 w 1187"/>
                <a:gd name="T47" fmla="*/ 42 h 1525"/>
                <a:gd name="T48" fmla="*/ 699 w 1187"/>
                <a:gd name="T49" fmla="*/ 103 h 1525"/>
                <a:gd name="T50" fmla="*/ 660 w 1187"/>
                <a:gd name="T51" fmla="*/ 60 h 1525"/>
                <a:gd name="T52" fmla="*/ 598 w 1187"/>
                <a:gd name="T53" fmla="*/ 66 h 1525"/>
                <a:gd name="T54" fmla="*/ 517 w 1187"/>
                <a:gd name="T55" fmla="*/ 47 h 1525"/>
                <a:gd name="T56" fmla="*/ 465 w 1187"/>
                <a:gd name="T57" fmla="*/ 10 h 1525"/>
                <a:gd name="T58" fmla="*/ 361 w 1187"/>
                <a:gd name="T59" fmla="*/ 46 h 1525"/>
                <a:gd name="T60" fmla="*/ 285 w 1187"/>
                <a:gd name="T61" fmla="*/ 75 h 1525"/>
                <a:gd name="T62" fmla="*/ 262 w 1187"/>
                <a:gd name="T63" fmla="*/ 113 h 1525"/>
                <a:gd name="T64" fmla="*/ 267 w 1187"/>
                <a:gd name="T65" fmla="*/ 176 h 1525"/>
                <a:gd name="T66" fmla="*/ 122 w 1187"/>
                <a:gd name="T67" fmla="*/ 226 h 1525"/>
                <a:gd name="T68" fmla="*/ 127 w 1187"/>
                <a:gd name="T69" fmla="*/ 304 h 1525"/>
                <a:gd name="T70" fmla="*/ 174 w 1187"/>
                <a:gd name="T71" fmla="*/ 354 h 1525"/>
                <a:gd name="T72" fmla="*/ 244 w 1187"/>
                <a:gd name="T73" fmla="*/ 449 h 1525"/>
                <a:gd name="T74" fmla="*/ 263 w 1187"/>
                <a:gd name="T75" fmla="*/ 565 h 1525"/>
                <a:gd name="T76" fmla="*/ 215 w 1187"/>
                <a:gd name="T77" fmla="*/ 661 h 1525"/>
                <a:gd name="T78" fmla="*/ 166 w 1187"/>
                <a:gd name="T79" fmla="*/ 689 h 1525"/>
                <a:gd name="T80" fmla="*/ 228 w 1187"/>
                <a:gd name="T81" fmla="*/ 777 h 1525"/>
                <a:gd name="T82" fmla="*/ 201 w 1187"/>
                <a:gd name="T83" fmla="*/ 865 h 1525"/>
                <a:gd name="T84" fmla="*/ 210 w 1187"/>
                <a:gd name="T85" fmla="*/ 993 h 1525"/>
                <a:gd name="T86" fmla="*/ 162 w 1187"/>
                <a:gd name="T87" fmla="*/ 995 h 1525"/>
                <a:gd name="T88" fmla="*/ 132 w 1187"/>
                <a:gd name="T89" fmla="*/ 1042 h 1525"/>
                <a:gd name="T90" fmla="*/ 82 w 1187"/>
                <a:gd name="T91" fmla="*/ 1103 h 1525"/>
                <a:gd name="T92" fmla="*/ 57 w 1187"/>
                <a:gd name="T93" fmla="*/ 1191 h 1525"/>
                <a:gd name="T94" fmla="*/ 34 w 1187"/>
                <a:gd name="T95" fmla="*/ 1275 h 1525"/>
                <a:gd name="T96" fmla="*/ 7 w 1187"/>
                <a:gd name="T97" fmla="*/ 1342 h 1525"/>
                <a:gd name="T98" fmla="*/ 42 w 1187"/>
                <a:gd name="T99" fmla="*/ 1482 h 1525"/>
                <a:gd name="T100" fmla="*/ 78 w 1187"/>
                <a:gd name="T101" fmla="*/ 1505 h 1525"/>
                <a:gd name="T102" fmla="*/ 142 w 1187"/>
                <a:gd name="T103" fmla="*/ 1500 h 1525"/>
                <a:gd name="T104" fmla="*/ 245 w 1187"/>
                <a:gd name="T105" fmla="*/ 1389 h 1525"/>
                <a:gd name="T106" fmla="*/ 350 w 1187"/>
                <a:gd name="T107" fmla="*/ 1338 h 1525"/>
                <a:gd name="T108" fmla="*/ 399 w 1187"/>
                <a:gd name="T109" fmla="*/ 1392 h 1525"/>
                <a:gd name="T110" fmla="*/ 420 w 1187"/>
                <a:gd name="T111" fmla="*/ 1442 h 1525"/>
                <a:gd name="T112" fmla="*/ 462 w 1187"/>
                <a:gd name="T113" fmla="*/ 1468 h 1525"/>
                <a:gd name="T114" fmla="*/ 504 w 1187"/>
                <a:gd name="T115" fmla="*/ 1344 h 1525"/>
                <a:gd name="T116" fmla="*/ 573 w 1187"/>
                <a:gd name="T117" fmla="*/ 1320 h 1525"/>
                <a:gd name="T118" fmla="*/ 650 w 1187"/>
                <a:gd name="T119" fmla="*/ 1294 h 1525"/>
                <a:gd name="T120" fmla="*/ 738 w 1187"/>
                <a:gd name="T121" fmla="*/ 1383 h 1525"/>
                <a:gd name="T122" fmla="*/ 779 w 1187"/>
                <a:gd name="T123" fmla="*/ 135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87" h="1525">
                  <a:moveTo>
                    <a:pt x="794" y="1378"/>
                  </a:moveTo>
                  <a:lnTo>
                    <a:pt x="792" y="1382"/>
                  </a:lnTo>
                  <a:lnTo>
                    <a:pt x="815" y="1386"/>
                  </a:lnTo>
                  <a:cubicBezTo>
                    <a:pt x="816" y="1386"/>
                    <a:pt x="817" y="1386"/>
                    <a:pt x="817" y="1386"/>
                  </a:cubicBezTo>
                  <a:lnTo>
                    <a:pt x="823" y="1389"/>
                  </a:lnTo>
                  <a:lnTo>
                    <a:pt x="829" y="1393"/>
                  </a:lnTo>
                  <a:lnTo>
                    <a:pt x="844" y="1409"/>
                  </a:lnTo>
                  <a:lnTo>
                    <a:pt x="858" y="1422"/>
                  </a:lnTo>
                  <a:lnTo>
                    <a:pt x="874" y="1429"/>
                  </a:lnTo>
                  <a:cubicBezTo>
                    <a:pt x="875" y="1429"/>
                    <a:pt x="876" y="1430"/>
                    <a:pt x="876" y="1430"/>
                  </a:cubicBezTo>
                  <a:lnTo>
                    <a:pt x="883" y="1435"/>
                  </a:lnTo>
                  <a:lnTo>
                    <a:pt x="891" y="1437"/>
                  </a:lnTo>
                  <a:lnTo>
                    <a:pt x="898" y="1433"/>
                  </a:lnTo>
                  <a:lnTo>
                    <a:pt x="901" y="1429"/>
                  </a:lnTo>
                  <a:lnTo>
                    <a:pt x="922" y="1394"/>
                  </a:lnTo>
                  <a:cubicBezTo>
                    <a:pt x="923" y="1393"/>
                    <a:pt x="924" y="1392"/>
                    <a:pt x="924" y="1392"/>
                  </a:cubicBezTo>
                  <a:lnTo>
                    <a:pt x="929" y="1388"/>
                  </a:lnTo>
                  <a:cubicBezTo>
                    <a:pt x="929" y="1388"/>
                    <a:pt x="930" y="1388"/>
                    <a:pt x="931" y="1387"/>
                  </a:cubicBezTo>
                  <a:lnTo>
                    <a:pt x="948" y="1382"/>
                  </a:lnTo>
                  <a:cubicBezTo>
                    <a:pt x="948" y="1382"/>
                    <a:pt x="949" y="1382"/>
                    <a:pt x="950" y="1381"/>
                  </a:cubicBezTo>
                  <a:lnTo>
                    <a:pt x="955" y="1380"/>
                  </a:lnTo>
                  <a:lnTo>
                    <a:pt x="960" y="1365"/>
                  </a:lnTo>
                  <a:cubicBezTo>
                    <a:pt x="960" y="1364"/>
                    <a:pt x="961" y="1363"/>
                    <a:pt x="962" y="1362"/>
                  </a:cubicBezTo>
                  <a:lnTo>
                    <a:pt x="966" y="1359"/>
                  </a:lnTo>
                  <a:cubicBezTo>
                    <a:pt x="967" y="1358"/>
                    <a:pt x="968" y="1358"/>
                    <a:pt x="970" y="1357"/>
                  </a:cubicBezTo>
                  <a:lnTo>
                    <a:pt x="974" y="1357"/>
                  </a:lnTo>
                  <a:cubicBezTo>
                    <a:pt x="975" y="1356"/>
                    <a:pt x="976" y="1356"/>
                    <a:pt x="977" y="1357"/>
                  </a:cubicBezTo>
                  <a:lnTo>
                    <a:pt x="989" y="1358"/>
                  </a:lnTo>
                  <a:lnTo>
                    <a:pt x="1008" y="1353"/>
                  </a:lnTo>
                  <a:lnTo>
                    <a:pt x="1028" y="1351"/>
                  </a:lnTo>
                  <a:lnTo>
                    <a:pt x="1034" y="1345"/>
                  </a:lnTo>
                  <a:lnTo>
                    <a:pt x="1051" y="1313"/>
                  </a:lnTo>
                  <a:lnTo>
                    <a:pt x="1055" y="1297"/>
                  </a:lnTo>
                  <a:cubicBezTo>
                    <a:pt x="1056" y="1296"/>
                    <a:pt x="1056" y="1294"/>
                    <a:pt x="1058" y="1293"/>
                  </a:cubicBezTo>
                  <a:lnTo>
                    <a:pt x="1061" y="1290"/>
                  </a:lnTo>
                  <a:cubicBezTo>
                    <a:pt x="1063" y="1289"/>
                    <a:pt x="1065" y="1288"/>
                    <a:pt x="1066" y="1288"/>
                  </a:cubicBezTo>
                  <a:lnTo>
                    <a:pt x="1070" y="1288"/>
                  </a:lnTo>
                  <a:cubicBezTo>
                    <a:pt x="1071" y="1288"/>
                    <a:pt x="1072" y="1288"/>
                    <a:pt x="1073" y="1288"/>
                  </a:cubicBezTo>
                  <a:lnTo>
                    <a:pt x="1080" y="1290"/>
                  </a:lnTo>
                  <a:lnTo>
                    <a:pt x="1096" y="1284"/>
                  </a:lnTo>
                  <a:lnTo>
                    <a:pt x="1096" y="1282"/>
                  </a:lnTo>
                  <a:lnTo>
                    <a:pt x="1093" y="1276"/>
                  </a:lnTo>
                  <a:cubicBezTo>
                    <a:pt x="1093" y="1275"/>
                    <a:pt x="1092" y="1274"/>
                    <a:pt x="1092" y="1274"/>
                  </a:cubicBezTo>
                  <a:cubicBezTo>
                    <a:pt x="1092" y="1272"/>
                    <a:pt x="1091" y="1270"/>
                    <a:pt x="1091" y="1269"/>
                  </a:cubicBezTo>
                  <a:lnTo>
                    <a:pt x="1093" y="1261"/>
                  </a:lnTo>
                  <a:cubicBezTo>
                    <a:pt x="1093" y="1260"/>
                    <a:pt x="1094" y="1259"/>
                    <a:pt x="1094" y="1258"/>
                  </a:cubicBezTo>
                  <a:lnTo>
                    <a:pt x="1099" y="1251"/>
                  </a:lnTo>
                  <a:cubicBezTo>
                    <a:pt x="1100" y="1251"/>
                    <a:pt x="1100" y="1250"/>
                    <a:pt x="1101" y="1249"/>
                  </a:cubicBezTo>
                  <a:lnTo>
                    <a:pt x="1106" y="1246"/>
                  </a:lnTo>
                  <a:cubicBezTo>
                    <a:pt x="1107" y="1246"/>
                    <a:pt x="1107" y="1245"/>
                    <a:pt x="1108" y="1245"/>
                  </a:cubicBezTo>
                  <a:lnTo>
                    <a:pt x="1113" y="1244"/>
                  </a:lnTo>
                  <a:lnTo>
                    <a:pt x="1126" y="1242"/>
                  </a:lnTo>
                  <a:lnTo>
                    <a:pt x="1130" y="1241"/>
                  </a:lnTo>
                  <a:lnTo>
                    <a:pt x="1130" y="1239"/>
                  </a:lnTo>
                  <a:lnTo>
                    <a:pt x="1124" y="1233"/>
                  </a:lnTo>
                  <a:cubicBezTo>
                    <a:pt x="1123" y="1232"/>
                    <a:pt x="1122" y="1231"/>
                    <a:pt x="1122" y="1230"/>
                  </a:cubicBezTo>
                  <a:lnTo>
                    <a:pt x="1121" y="1224"/>
                  </a:lnTo>
                  <a:cubicBezTo>
                    <a:pt x="1120" y="1223"/>
                    <a:pt x="1121" y="1221"/>
                    <a:pt x="1121" y="1220"/>
                  </a:cubicBezTo>
                  <a:lnTo>
                    <a:pt x="1123" y="1214"/>
                  </a:lnTo>
                  <a:lnTo>
                    <a:pt x="1124" y="1213"/>
                  </a:lnTo>
                  <a:lnTo>
                    <a:pt x="1130" y="1204"/>
                  </a:lnTo>
                  <a:cubicBezTo>
                    <a:pt x="1130" y="1204"/>
                    <a:pt x="1131" y="1203"/>
                    <a:pt x="1132" y="1202"/>
                  </a:cubicBezTo>
                  <a:lnTo>
                    <a:pt x="1138" y="1197"/>
                  </a:lnTo>
                  <a:lnTo>
                    <a:pt x="1132" y="1186"/>
                  </a:lnTo>
                  <a:cubicBezTo>
                    <a:pt x="1131" y="1185"/>
                    <a:pt x="1131" y="1183"/>
                    <a:pt x="1131" y="1181"/>
                  </a:cubicBezTo>
                  <a:lnTo>
                    <a:pt x="1132" y="1176"/>
                  </a:lnTo>
                  <a:cubicBezTo>
                    <a:pt x="1132" y="1174"/>
                    <a:pt x="1133" y="1172"/>
                    <a:pt x="1135" y="1171"/>
                  </a:cubicBezTo>
                  <a:lnTo>
                    <a:pt x="1138" y="1169"/>
                  </a:lnTo>
                  <a:cubicBezTo>
                    <a:pt x="1139" y="1168"/>
                    <a:pt x="1141" y="1168"/>
                    <a:pt x="1142" y="1167"/>
                  </a:cubicBezTo>
                  <a:lnTo>
                    <a:pt x="1146" y="1167"/>
                  </a:lnTo>
                  <a:cubicBezTo>
                    <a:pt x="1147" y="1167"/>
                    <a:pt x="1148" y="1167"/>
                    <a:pt x="1149" y="1168"/>
                  </a:cubicBezTo>
                  <a:lnTo>
                    <a:pt x="1153" y="1169"/>
                  </a:lnTo>
                  <a:lnTo>
                    <a:pt x="1159" y="1172"/>
                  </a:lnTo>
                  <a:lnTo>
                    <a:pt x="1167" y="1179"/>
                  </a:lnTo>
                  <a:lnTo>
                    <a:pt x="1168" y="1164"/>
                  </a:lnTo>
                  <a:lnTo>
                    <a:pt x="1172" y="1153"/>
                  </a:lnTo>
                  <a:lnTo>
                    <a:pt x="1181" y="1134"/>
                  </a:lnTo>
                  <a:lnTo>
                    <a:pt x="1185" y="1123"/>
                  </a:lnTo>
                  <a:lnTo>
                    <a:pt x="1186" y="1116"/>
                  </a:lnTo>
                  <a:lnTo>
                    <a:pt x="1185" y="1115"/>
                  </a:lnTo>
                  <a:lnTo>
                    <a:pt x="1164" y="1094"/>
                  </a:lnTo>
                  <a:lnTo>
                    <a:pt x="1155" y="1089"/>
                  </a:lnTo>
                  <a:lnTo>
                    <a:pt x="1141" y="1088"/>
                  </a:lnTo>
                  <a:lnTo>
                    <a:pt x="1132" y="1086"/>
                  </a:lnTo>
                  <a:cubicBezTo>
                    <a:pt x="1131" y="1086"/>
                    <a:pt x="1129" y="1085"/>
                    <a:pt x="1128" y="1083"/>
                  </a:cubicBezTo>
                  <a:lnTo>
                    <a:pt x="1125" y="1080"/>
                  </a:lnTo>
                  <a:cubicBezTo>
                    <a:pt x="1125" y="1079"/>
                    <a:pt x="1124" y="1079"/>
                    <a:pt x="1124" y="1078"/>
                  </a:cubicBezTo>
                  <a:lnTo>
                    <a:pt x="1122" y="1073"/>
                  </a:lnTo>
                  <a:lnTo>
                    <a:pt x="1120" y="1065"/>
                  </a:lnTo>
                  <a:lnTo>
                    <a:pt x="1117" y="1058"/>
                  </a:lnTo>
                  <a:cubicBezTo>
                    <a:pt x="1116" y="1057"/>
                    <a:pt x="1116" y="1056"/>
                    <a:pt x="1116" y="1055"/>
                  </a:cubicBezTo>
                  <a:lnTo>
                    <a:pt x="1116" y="1049"/>
                  </a:lnTo>
                  <a:cubicBezTo>
                    <a:pt x="1116" y="1048"/>
                    <a:pt x="1116" y="1048"/>
                    <a:pt x="1116" y="1047"/>
                  </a:cubicBezTo>
                  <a:lnTo>
                    <a:pt x="1118" y="1042"/>
                  </a:lnTo>
                  <a:cubicBezTo>
                    <a:pt x="1118" y="1041"/>
                    <a:pt x="1119" y="1040"/>
                    <a:pt x="1119" y="1039"/>
                  </a:cubicBezTo>
                  <a:lnTo>
                    <a:pt x="1122" y="1034"/>
                  </a:lnTo>
                  <a:lnTo>
                    <a:pt x="1122" y="1029"/>
                  </a:lnTo>
                  <a:lnTo>
                    <a:pt x="1120" y="1022"/>
                  </a:lnTo>
                  <a:lnTo>
                    <a:pt x="1111" y="1007"/>
                  </a:lnTo>
                  <a:lnTo>
                    <a:pt x="1107" y="1003"/>
                  </a:lnTo>
                  <a:lnTo>
                    <a:pt x="1101" y="1010"/>
                  </a:lnTo>
                  <a:lnTo>
                    <a:pt x="1096" y="1014"/>
                  </a:lnTo>
                  <a:cubicBezTo>
                    <a:pt x="1095" y="1014"/>
                    <a:pt x="1094" y="1015"/>
                    <a:pt x="1093" y="1015"/>
                  </a:cubicBezTo>
                  <a:lnTo>
                    <a:pt x="1089" y="1016"/>
                  </a:lnTo>
                  <a:cubicBezTo>
                    <a:pt x="1088" y="1016"/>
                    <a:pt x="1087" y="1017"/>
                    <a:pt x="1086" y="1016"/>
                  </a:cubicBezTo>
                  <a:lnTo>
                    <a:pt x="1082" y="1016"/>
                  </a:lnTo>
                  <a:cubicBezTo>
                    <a:pt x="1081" y="1016"/>
                    <a:pt x="1080" y="1016"/>
                    <a:pt x="1080" y="1015"/>
                  </a:cubicBezTo>
                  <a:lnTo>
                    <a:pt x="1060" y="1008"/>
                  </a:lnTo>
                  <a:lnTo>
                    <a:pt x="1052" y="1006"/>
                  </a:lnTo>
                  <a:lnTo>
                    <a:pt x="1040" y="1006"/>
                  </a:lnTo>
                  <a:lnTo>
                    <a:pt x="1039" y="1006"/>
                  </a:lnTo>
                  <a:lnTo>
                    <a:pt x="1038" y="1011"/>
                  </a:lnTo>
                  <a:cubicBezTo>
                    <a:pt x="1038" y="1012"/>
                    <a:pt x="1038" y="1013"/>
                    <a:pt x="1037" y="1014"/>
                  </a:cubicBezTo>
                  <a:lnTo>
                    <a:pt x="1035" y="1018"/>
                  </a:lnTo>
                  <a:cubicBezTo>
                    <a:pt x="1035" y="1019"/>
                    <a:pt x="1034" y="1020"/>
                    <a:pt x="1033" y="1020"/>
                  </a:cubicBezTo>
                  <a:lnTo>
                    <a:pt x="1029" y="1024"/>
                  </a:lnTo>
                  <a:cubicBezTo>
                    <a:pt x="1028" y="1024"/>
                    <a:pt x="1028" y="1025"/>
                    <a:pt x="1027" y="1025"/>
                  </a:cubicBezTo>
                  <a:lnTo>
                    <a:pt x="1022" y="1027"/>
                  </a:lnTo>
                  <a:lnTo>
                    <a:pt x="978" y="1035"/>
                  </a:lnTo>
                  <a:lnTo>
                    <a:pt x="958" y="1036"/>
                  </a:lnTo>
                  <a:cubicBezTo>
                    <a:pt x="957" y="1036"/>
                    <a:pt x="956" y="1036"/>
                    <a:pt x="955" y="1036"/>
                  </a:cubicBezTo>
                  <a:lnTo>
                    <a:pt x="953" y="1035"/>
                  </a:lnTo>
                  <a:cubicBezTo>
                    <a:pt x="952" y="1035"/>
                    <a:pt x="951" y="1034"/>
                    <a:pt x="950" y="1034"/>
                  </a:cubicBezTo>
                  <a:lnTo>
                    <a:pt x="947" y="1031"/>
                  </a:lnTo>
                  <a:cubicBezTo>
                    <a:pt x="946" y="1031"/>
                    <a:pt x="945" y="1030"/>
                    <a:pt x="945" y="1029"/>
                  </a:cubicBezTo>
                  <a:lnTo>
                    <a:pt x="937" y="1019"/>
                  </a:lnTo>
                  <a:lnTo>
                    <a:pt x="932" y="1021"/>
                  </a:lnTo>
                  <a:lnTo>
                    <a:pt x="921" y="1025"/>
                  </a:lnTo>
                  <a:lnTo>
                    <a:pt x="916" y="1031"/>
                  </a:lnTo>
                  <a:cubicBezTo>
                    <a:pt x="916" y="1031"/>
                    <a:pt x="915" y="1032"/>
                    <a:pt x="914" y="1033"/>
                  </a:cubicBezTo>
                  <a:lnTo>
                    <a:pt x="911" y="1034"/>
                  </a:lnTo>
                  <a:cubicBezTo>
                    <a:pt x="909" y="1036"/>
                    <a:pt x="906" y="1036"/>
                    <a:pt x="904" y="1035"/>
                  </a:cubicBezTo>
                  <a:lnTo>
                    <a:pt x="900" y="1033"/>
                  </a:lnTo>
                  <a:cubicBezTo>
                    <a:pt x="899" y="1033"/>
                    <a:pt x="899" y="1033"/>
                    <a:pt x="898" y="1032"/>
                  </a:cubicBezTo>
                  <a:lnTo>
                    <a:pt x="895" y="1029"/>
                  </a:lnTo>
                  <a:cubicBezTo>
                    <a:pt x="894" y="1029"/>
                    <a:pt x="894" y="1028"/>
                    <a:pt x="893" y="1027"/>
                  </a:cubicBezTo>
                  <a:lnTo>
                    <a:pt x="891" y="1021"/>
                  </a:lnTo>
                  <a:cubicBezTo>
                    <a:pt x="890" y="1020"/>
                    <a:pt x="890" y="1018"/>
                    <a:pt x="890" y="1017"/>
                  </a:cubicBezTo>
                  <a:lnTo>
                    <a:pt x="895" y="990"/>
                  </a:lnTo>
                  <a:cubicBezTo>
                    <a:pt x="896" y="990"/>
                    <a:pt x="896" y="989"/>
                    <a:pt x="896" y="988"/>
                  </a:cubicBezTo>
                  <a:lnTo>
                    <a:pt x="902" y="975"/>
                  </a:lnTo>
                  <a:lnTo>
                    <a:pt x="910" y="965"/>
                  </a:lnTo>
                  <a:lnTo>
                    <a:pt x="926" y="947"/>
                  </a:lnTo>
                  <a:lnTo>
                    <a:pt x="929" y="940"/>
                  </a:lnTo>
                  <a:lnTo>
                    <a:pt x="932" y="929"/>
                  </a:lnTo>
                  <a:lnTo>
                    <a:pt x="932" y="924"/>
                  </a:lnTo>
                  <a:lnTo>
                    <a:pt x="932" y="923"/>
                  </a:lnTo>
                  <a:lnTo>
                    <a:pt x="927" y="915"/>
                  </a:lnTo>
                  <a:lnTo>
                    <a:pt x="912" y="872"/>
                  </a:lnTo>
                  <a:lnTo>
                    <a:pt x="909" y="868"/>
                  </a:lnTo>
                  <a:lnTo>
                    <a:pt x="852" y="818"/>
                  </a:lnTo>
                  <a:cubicBezTo>
                    <a:pt x="852" y="818"/>
                    <a:pt x="851" y="817"/>
                    <a:pt x="851" y="816"/>
                  </a:cubicBezTo>
                  <a:lnTo>
                    <a:pt x="845" y="808"/>
                  </a:lnTo>
                  <a:lnTo>
                    <a:pt x="839" y="794"/>
                  </a:lnTo>
                  <a:lnTo>
                    <a:pt x="821" y="750"/>
                  </a:lnTo>
                  <a:lnTo>
                    <a:pt x="817" y="748"/>
                  </a:lnTo>
                  <a:cubicBezTo>
                    <a:pt x="816" y="748"/>
                    <a:pt x="815" y="747"/>
                    <a:pt x="814" y="746"/>
                  </a:cubicBezTo>
                  <a:lnTo>
                    <a:pt x="813" y="744"/>
                  </a:lnTo>
                  <a:lnTo>
                    <a:pt x="805" y="728"/>
                  </a:lnTo>
                  <a:lnTo>
                    <a:pt x="798" y="717"/>
                  </a:lnTo>
                  <a:cubicBezTo>
                    <a:pt x="797" y="716"/>
                    <a:pt x="797" y="715"/>
                    <a:pt x="797" y="715"/>
                  </a:cubicBezTo>
                  <a:lnTo>
                    <a:pt x="796" y="710"/>
                  </a:lnTo>
                  <a:cubicBezTo>
                    <a:pt x="795" y="709"/>
                    <a:pt x="795" y="708"/>
                    <a:pt x="795" y="707"/>
                  </a:cubicBezTo>
                  <a:lnTo>
                    <a:pt x="796" y="703"/>
                  </a:lnTo>
                  <a:cubicBezTo>
                    <a:pt x="796" y="702"/>
                    <a:pt x="796" y="701"/>
                    <a:pt x="797" y="700"/>
                  </a:cubicBezTo>
                  <a:lnTo>
                    <a:pt x="803" y="689"/>
                  </a:lnTo>
                  <a:lnTo>
                    <a:pt x="803" y="686"/>
                  </a:lnTo>
                  <a:lnTo>
                    <a:pt x="803" y="673"/>
                  </a:lnTo>
                  <a:lnTo>
                    <a:pt x="803" y="666"/>
                  </a:lnTo>
                  <a:lnTo>
                    <a:pt x="805" y="661"/>
                  </a:lnTo>
                  <a:lnTo>
                    <a:pt x="812" y="645"/>
                  </a:lnTo>
                  <a:lnTo>
                    <a:pt x="813" y="640"/>
                  </a:lnTo>
                  <a:lnTo>
                    <a:pt x="812" y="636"/>
                  </a:lnTo>
                  <a:lnTo>
                    <a:pt x="810" y="632"/>
                  </a:lnTo>
                  <a:lnTo>
                    <a:pt x="807" y="629"/>
                  </a:lnTo>
                  <a:lnTo>
                    <a:pt x="791" y="615"/>
                  </a:lnTo>
                  <a:cubicBezTo>
                    <a:pt x="790" y="615"/>
                    <a:pt x="790" y="614"/>
                    <a:pt x="790" y="613"/>
                  </a:cubicBezTo>
                  <a:lnTo>
                    <a:pt x="787" y="607"/>
                  </a:lnTo>
                  <a:cubicBezTo>
                    <a:pt x="786" y="606"/>
                    <a:pt x="786" y="605"/>
                    <a:pt x="786" y="604"/>
                  </a:cubicBezTo>
                  <a:lnTo>
                    <a:pt x="785" y="600"/>
                  </a:lnTo>
                  <a:cubicBezTo>
                    <a:pt x="785" y="599"/>
                    <a:pt x="785" y="598"/>
                    <a:pt x="786" y="596"/>
                  </a:cubicBezTo>
                  <a:lnTo>
                    <a:pt x="788" y="590"/>
                  </a:lnTo>
                  <a:cubicBezTo>
                    <a:pt x="789" y="588"/>
                    <a:pt x="790" y="587"/>
                    <a:pt x="792" y="586"/>
                  </a:cubicBezTo>
                  <a:lnTo>
                    <a:pt x="811" y="575"/>
                  </a:lnTo>
                  <a:cubicBezTo>
                    <a:pt x="812" y="575"/>
                    <a:pt x="813" y="575"/>
                    <a:pt x="813" y="575"/>
                  </a:cubicBezTo>
                  <a:lnTo>
                    <a:pt x="845" y="568"/>
                  </a:lnTo>
                  <a:lnTo>
                    <a:pt x="850" y="566"/>
                  </a:lnTo>
                  <a:lnTo>
                    <a:pt x="854" y="563"/>
                  </a:lnTo>
                  <a:lnTo>
                    <a:pt x="856" y="559"/>
                  </a:lnTo>
                  <a:lnTo>
                    <a:pt x="856" y="557"/>
                  </a:lnTo>
                  <a:lnTo>
                    <a:pt x="851" y="537"/>
                  </a:lnTo>
                  <a:lnTo>
                    <a:pt x="848" y="505"/>
                  </a:lnTo>
                  <a:lnTo>
                    <a:pt x="843" y="486"/>
                  </a:lnTo>
                  <a:lnTo>
                    <a:pt x="842" y="478"/>
                  </a:lnTo>
                  <a:lnTo>
                    <a:pt x="842" y="468"/>
                  </a:lnTo>
                  <a:lnTo>
                    <a:pt x="844" y="453"/>
                  </a:lnTo>
                  <a:lnTo>
                    <a:pt x="844" y="446"/>
                  </a:lnTo>
                  <a:lnTo>
                    <a:pt x="840" y="427"/>
                  </a:lnTo>
                  <a:lnTo>
                    <a:pt x="840" y="418"/>
                  </a:lnTo>
                  <a:lnTo>
                    <a:pt x="840" y="416"/>
                  </a:lnTo>
                  <a:lnTo>
                    <a:pt x="836" y="413"/>
                  </a:lnTo>
                  <a:lnTo>
                    <a:pt x="833" y="408"/>
                  </a:lnTo>
                  <a:cubicBezTo>
                    <a:pt x="832" y="407"/>
                    <a:pt x="831" y="406"/>
                    <a:pt x="831" y="404"/>
                  </a:cubicBezTo>
                  <a:lnTo>
                    <a:pt x="831" y="399"/>
                  </a:lnTo>
                  <a:cubicBezTo>
                    <a:pt x="831" y="397"/>
                    <a:pt x="832" y="395"/>
                    <a:pt x="833" y="393"/>
                  </a:cubicBezTo>
                  <a:lnTo>
                    <a:pt x="836" y="390"/>
                  </a:lnTo>
                  <a:cubicBezTo>
                    <a:pt x="836" y="389"/>
                    <a:pt x="837" y="388"/>
                    <a:pt x="838" y="388"/>
                  </a:cubicBezTo>
                  <a:lnTo>
                    <a:pt x="851" y="378"/>
                  </a:lnTo>
                  <a:lnTo>
                    <a:pt x="856" y="372"/>
                  </a:lnTo>
                  <a:lnTo>
                    <a:pt x="862" y="368"/>
                  </a:lnTo>
                  <a:cubicBezTo>
                    <a:pt x="862" y="368"/>
                    <a:pt x="863" y="367"/>
                    <a:pt x="864" y="367"/>
                  </a:cubicBezTo>
                  <a:lnTo>
                    <a:pt x="896" y="357"/>
                  </a:lnTo>
                  <a:lnTo>
                    <a:pt x="939" y="332"/>
                  </a:lnTo>
                  <a:lnTo>
                    <a:pt x="948" y="324"/>
                  </a:lnTo>
                  <a:lnTo>
                    <a:pt x="941" y="312"/>
                  </a:lnTo>
                  <a:lnTo>
                    <a:pt x="940" y="304"/>
                  </a:lnTo>
                  <a:lnTo>
                    <a:pt x="941" y="297"/>
                  </a:lnTo>
                  <a:lnTo>
                    <a:pt x="938" y="291"/>
                  </a:lnTo>
                  <a:cubicBezTo>
                    <a:pt x="938" y="290"/>
                    <a:pt x="937" y="289"/>
                    <a:pt x="937" y="288"/>
                  </a:cubicBezTo>
                  <a:lnTo>
                    <a:pt x="937" y="279"/>
                  </a:lnTo>
                  <a:lnTo>
                    <a:pt x="942" y="255"/>
                  </a:lnTo>
                  <a:lnTo>
                    <a:pt x="937" y="232"/>
                  </a:lnTo>
                  <a:lnTo>
                    <a:pt x="921" y="223"/>
                  </a:lnTo>
                  <a:lnTo>
                    <a:pt x="908" y="221"/>
                  </a:lnTo>
                  <a:lnTo>
                    <a:pt x="892" y="217"/>
                  </a:lnTo>
                  <a:cubicBezTo>
                    <a:pt x="892" y="217"/>
                    <a:pt x="891" y="217"/>
                    <a:pt x="891" y="216"/>
                  </a:cubicBezTo>
                  <a:lnTo>
                    <a:pt x="886" y="213"/>
                  </a:lnTo>
                  <a:cubicBezTo>
                    <a:pt x="885" y="212"/>
                    <a:pt x="885" y="212"/>
                    <a:pt x="884" y="211"/>
                  </a:cubicBezTo>
                  <a:lnTo>
                    <a:pt x="882" y="208"/>
                  </a:lnTo>
                  <a:lnTo>
                    <a:pt x="876" y="204"/>
                  </a:lnTo>
                  <a:cubicBezTo>
                    <a:pt x="875" y="204"/>
                    <a:pt x="875" y="203"/>
                    <a:pt x="874" y="203"/>
                  </a:cubicBezTo>
                  <a:lnTo>
                    <a:pt x="868" y="195"/>
                  </a:lnTo>
                  <a:lnTo>
                    <a:pt x="862" y="196"/>
                  </a:lnTo>
                  <a:cubicBezTo>
                    <a:pt x="860" y="197"/>
                    <a:pt x="859" y="196"/>
                    <a:pt x="858" y="196"/>
                  </a:cubicBezTo>
                  <a:lnTo>
                    <a:pt x="855" y="195"/>
                  </a:lnTo>
                  <a:cubicBezTo>
                    <a:pt x="855" y="195"/>
                    <a:pt x="854" y="194"/>
                    <a:pt x="853" y="194"/>
                  </a:cubicBezTo>
                  <a:lnTo>
                    <a:pt x="848" y="189"/>
                  </a:lnTo>
                  <a:lnTo>
                    <a:pt x="844" y="188"/>
                  </a:lnTo>
                  <a:cubicBezTo>
                    <a:pt x="843" y="188"/>
                    <a:pt x="843" y="188"/>
                    <a:pt x="842" y="187"/>
                  </a:cubicBezTo>
                  <a:lnTo>
                    <a:pt x="840" y="186"/>
                  </a:lnTo>
                  <a:lnTo>
                    <a:pt x="834" y="181"/>
                  </a:lnTo>
                  <a:lnTo>
                    <a:pt x="827" y="179"/>
                  </a:lnTo>
                  <a:lnTo>
                    <a:pt x="826" y="178"/>
                  </a:lnTo>
                  <a:lnTo>
                    <a:pt x="822" y="175"/>
                  </a:lnTo>
                  <a:cubicBezTo>
                    <a:pt x="820" y="174"/>
                    <a:pt x="819" y="173"/>
                    <a:pt x="819" y="172"/>
                  </a:cubicBezTo>
                  <a:lnTo>
                    <a:pt x="818" y="169"/>
                  </a:lnTo>
                  <a:cubicBezTo>
                    <a:pt x="817" y="168"/>
                    <a:pt x="817" y="167"/>
                    <a:pt x="817" y="165"/>
                  </a:cubicBezTo>
                  <a:lnTo>
                    <a:pt x="818" y="163"/>
                  </a:lnTo>
                  <a:cubicBezTo>
                    <a:pt x="818" y="162"/>
                    <a:pt x="818" y="161"/>
                    <a:pt x="818" y="160"/>
                  </a:cubicBezTo>
                  <a:lnTo>
                    <a:pt x="820" y="154"/>
                  </a:lnTo>
                  <a:lnTo>
                    <a:pt x="821" y="137"/>
                  </a:lnTo>
                  <a:lnTo>
                    <a:pt x="819" y="125"/>
                  </a:lnTo>
                  <a:lnTo>
                    <a:pt x="815" y="123"/>
                  </a:lnTo>
                  <a:cubicBezTo>
                    <a:pt x="813" y="122"/>
                    <a:pt x="812" y="121"/>
                    <a:pt x="811" y="120"/>
                  </a:cubicBezTo>
                  <a:lnTo>
                    <a:pt x="803" y="108"/>
                  </a:lnTo>
                  <a:cubicBezTo>
                    <a:pt x="803" y="107"/>
                    <a:pt x="802" y="106"/>
                    <a:pt x="802" y="105"/>
                  </a:cubicBezTo>
                  <a:lnTo>
                    <a:pt x="798" y="95"/>
                  </a:lnTo>
                  <a:lnTo>
                    <a:pt x="793" y="92"/>
                  </a:lnTo>
                  <a:lnTo>
                    <a:pt x="779" y="75"/>
                  </a:lnTo>
                  <a:cubicBezTo>
                    <a:pt x="778" y="75"/>
                    <a:pt x="778" y="74"/>
                    <a:pt x="777" y="72"/>
                  </a:cubicBezTo>
                  <a:lnTo>
                    <a:pt x="773" y="57"/>
                  </a:lnTo>
                  <a:lnTo>
                    <a:pt x="763" y="38"/>
                  </a:lnTo>
                  <a:lnTo>
                    <a:pt x="761" y="38"/>
                  </a:lnTo>
                  <a:lnTo>
                    <a:pt x="761" y="42"/>
                  </a:lnTo>
                  <a:cubicBezTo>
                    <a:pt x="761" y="43"/>
                    <a:pt x="761" y="44"/>
                    <a:pt x="760" y="45"/>
                  </a:cubicBezTo>
                  <a:lnTo>
                    <a:pt x="758" y="51"/>
                  </a:lnTo>
                  <a:cubicBezTo>
                    <a:pt x="758" y="52"/>
                    <a:pt x="757" y="54"/>
                    <a:pt x="756" y="55"/>
                  </a:cubicBezTo>
                  <a:lnTo>
                    <a:pt x="747" y="61"/>
                  </a:lnTo>
                  <a:lnTo>
                    <a:pt x="744" y="75"/>
                  </a:lnTo>
                  <a:cubicBezTo>
                    <a:pt x="743" y="77"/>
                    <a:pt x="742" y="79"/>
                    <a:pt x="741" y="80"/>
                  </a:cubicBezTo>
                  <a:lnTo>
                    <a:pt x="736" y="83"/>
                  </a:lnTo>
                  <a:lnTo>
                    <a:pt x="728" y="87"/>
                  </a:lnTo>
                  <a:lnTo>
                    <a:pt x="708" y="100"/>
                  </a:lnTo>
                  <a:lnTo>
                    <a:pt x="701" y="103"/>
                  </a:lnTo>
                  <a:cubicBezTo>
                    <a:pt x="700" y="103"/>
                    <a:pt x="700" y="103"/>
                    <a:pt x="699" y="103"/>
                  </a:cubicBezTo>
                  <a:lnTo>
                    <a:pt x="692" y="104"/>
                  </a:lnTo>
                  <a:cubicBezTo>
                    <a:pt x="691" y="104"/>
                    <a:pt x="691" y="104"/>
                    <a:pt x="690" y="104"/>
                  </a:cubicBezTo>
                  <a:lnTo>
                    <a:pt x="685" y="103"/>
                  </a:lnTo>
                  <a:cubicBezTo>
                    <a:pt x="683" y="102"/>
                    <a:pt x="681" y="101"/>
                    <a:pt x="680" y="99"/>
                  </a:cubicBezTo>
                  <a:lnTo>
                    <a:pt x="678" y="95"/>
                  </a:lnTo>
                  <a:cubicBezTo>
                    <a:pt x="677" y="94"/>
                    <a:pt x="677" y="93"/>
                    <a:pt x="677" y="91"/>
                  </a:cubicBezTo>
                  <a:lnTo>
                    <a:pt x="677" y="83"/>
                  </a:lnTo>
                  <a:lnTo>
                    <a:pt x="677" y="81"/>
                  </a:lnTo>
                  <a:lnTo>
                    <a:pt x="673" y="74"/>
                  </a:lnTo>
                  <a:lnTo>
                    <a:pt x="668" y="62"/>
                  </a:lnTo>
                  <a:lnTo>
                    <a:pt x="660" y="60"/>
                  </a:lnTo>
                  <a:lnTo>
                    <a:pt x="658" y="61"/>
                  </a:lnTo>
                  <a:lnTo>
                    <a:pt x="653" y="69"/>
                  </a:lnTo>
                  <a:cubicBezTo>
                    <a:pt x="652" y="70"/>
                    <a:pt x="652" y="71"/>
                    <a:pt x="651" y="71"/>
                  </a:cubicBezTo>
                  <a:lnTo>
                    <a:pt x="646" y="76"/>
                  </a:lnTo>
                  <a:cubicBezTo>
                    <a:pt x="645" y="77"/>
                    <a:pt x="644" y="77"/>
                    <a:pt x="643" y="78"/>
                  </a:cubicBezTo>
                  <a:lnTo>
                    <a:pt x="638" y="79"/>
                  </a:lnTo>
                  <a:cubicBezTo>
                    <a:pt x="637" y="79"/>
                    <a:pt x="635" y="79"/>
                    <a:pt x="634" y="79"/>
                  </a:cubicBezTo>
                  <a:lnTo>
                    <a:pt x="630" y="78"/>
                  </a:lnTo>
                  <a:cubicBezTo>
                    <a:pt x="629" y="78"/>
                    <a:pt x="628" y="77"/>
                    <a:pt x="627" y="77"/>
                  </a:cubicBezTo>
                  <a:lnTo>
                    <a:pt x="610" y="68"/>
                  </a:lnTo>
                  <a:lnTo>
                    <a:pt x="598" y="66"/>
                  </a:lnTo>
                  <a:lnTo>
                    <a:pt x="587" y="67"/>
                  </a:lnTo>
                  <a:lnTo>
                    <a:pt x="568" y="76"/>
                  </a:lnTo>
                  <a:cubicBezTo>
                    <a:pt x="567" y="77"/>
                    <a:pt x="565" y="77"/>
                    <a:pt x="565" y="77"/>
                  </a:cubicBezTo>
                  <a:lnTo>
                    <a:pt x="559" y="77"/>
                  </a:lnTo>
                  <a:cubicBezTo>
                    <a:pt x="558" y="77"/>
                    <a:pt x="557" y="77"/>
                    <a:pt x="556" y="76"/>
                  </a:cubicBezTo>
                  <a:lnTo>
                    <a:pt x="550" y="74"/>
                  </a:lnTo>
                  <a:cubicBezTo>
                    <a:pt x="550" y="73"/>
                    <a:pt x="549" y="73"/>
                    <a:pt x="548" y="72"/>
                  </a:cubicBezTo>
                  <a:lnTo>
                    <a:pt x="544" y="68"/>
                  </a:lnTo>
                  <a:lnTo>
                    <a:pt x="531" y="52"/>
                  </a:lnTo>
                  <a:lnTo>
                    <a:pt x="527" y="49"/>
                  </a:lnTo>
                  <a:lnTo>
                    <a:pt x="517" y="47"/>
                  </a:lnTo>
                  <a:lnTo>
                    <a:pt x="513" y="48"/>
                  </a:lnTo>
                  <a:cubicBezTo>
                    <a:pt x="512" y="48"/>
                    <a:pt x="511" y="48"/>
                    <a:pt x="510" y="48"/>
                  </a:cubicBezTo>
                  <a:lnTo>
                    <a:pt x="507" y="48"/>
                  </a:lnTo>
                  <a:cubicBezTo>
                    <a:pt x="507" y="48"/>
                    <a:pt x="506" y="48"/>
                    <a:pt x="505" y="47"/>
                  </a:cubicBezTo>
                  <a:lnTo>
                    <a:pt x="503" y="47"/>
                  </a:lnTo>
                  <a:cubicBezTo>
                    <a:pt x="502" y="46"/>
                    <a:pt x="502" y="46"/>
                    <a:pt x="501" y="45"/>
                  </a:cubicBezTo>
                  <a:lnTo>
                    <a:pt x="497" y="42"/>
                  </a:lnTo>
                  <a:lnTo>
                    <a:pt x="489" y="39"/>
                  </a:lnTo>
                  <a:lnTo>
                    <a:pt x="478" y="29"/>
                  </a:lnTo>
                  <a:lnTo>
                    <a:pt x="469" y="19"/>
                  </a:lnTo>
                  <a:lnTo>
                    <a:pt x="465" y="10"/>
                  </a:lnTo>
                  <a:lnTo>
                    <a:pt x="464" y="2"/>
                  </a:lnTo>
                  <a:lnTo>
                    <a:pt x="458" y="2"/>
                  </a:lnTo>
                  <a:lnTo>
                    <a:pt x="446" y="0"/>
                  </a:lnTo>
                  <a:lnTo>
                    <a:pt x="426" y="7"/>
                  </a:lnTo>
                  <a:lnTo>
                    <a:pt x="395" y="28"/>
                  </a:lnTo>
                  <a:lnTo>
                    <a:pt x="389" y="40"/>
                  </a:lnTo>
                  <a:lnTo>
                    <a:pt x="382" y="47"/>
                  </a:lnTo>
                  <a:cubicBezTo>
                    <a:pt x="380" y="48"/>
                    <a:pt x="378" y="49"/>
                    <a:pt x="376" y="49"/>
                  </a:cubicBezTo>
                  <a:lnTo>
                    <a:pt x="371" y="48"/>
                  </a:lnTo>
                  <a:lnTo>
                    <a:pt x="362" y="46"/>
                  </a:lnTo>
                  <a:lnTo>
                    <a:pt x="361" y="46"/>
                  </a:lnTo>
                  <a:lnTo>
                    <a:pt x="354" y="54"/>
                  </a:lnTo>
                  <a:cubicBezTo>
                    <a:pt x="353" y="56"/>
                    <a:pt x="351" y="57"/>
                    <a:pt x="350" y="57"/>
                  </a:cubicBezTo>
                  <a:lnTo>
                    <a:pt x="346" y="58"/>
                  </a:lnTo>
                  <a:cubicBezTo>
                    <a:pt x="344" y="58"/>
                    <a:pt x="342" y="58"/>
                    <a:pt x="341" y="57"/>
                  </a:cubicBezTo>
                  <a:lnTo>
                    <a:pt x="324" y="50"/>
                  </a:lnTo>
                  <a:cubicBezTo>
                    <a:pt x="323" y="50"/>
                    <a:pt x="321" y="49"/>
                    <a:pt x="321" y="48"/>
                  </a:cubicBezTo>
                  <a:lnTo>
                    <a:pt x="319" y="46"/>
                  </a:lnTo>
                  <a:lnTo>
                    <a:pt x="314" y="52"/>
                  </a:lnTo>
                  <a:lnTo>
                    <a:pt x="298" y="67"/>
                  </a:lnTo>
                  <a:lnTo>
                    <a:pt x="289" y="73"/>
                  </a:lnTo>
                  <a:cubicBezTo>
                    <a:pt x="288" y="74"/>
                    <a:pt x="286" y="75"/>
                    <a:pt x="285" y="75"/>
                  </a:cubicBezTo>
                  <a:lnTo>
                    <a:pt x="277" y="75"/>
                  </a:lnTo>
                  <a:lnTo>
                    <a:pt x="278" y="82"/>
                  </a:lnTo>
                  <a:cubicBezTo>
                    <a:pt x="279" y="84"/>
                    <a:pt x="278" y="86"/>
                    <a:pt x="277" y="88"/>
                  </a:cubicBezTo>
                  <a:lnTo>
                    <a:pt x="274" y="92"/>
                  </a:lnTo>
                  <a:cubicBezTo>
                    <a:pt x="273" y="94"/>
                    <a:pt x="271" y="95"/>
                    <a:pt x="269" y="96"/>
                  </a:cubicBezTo>
                  <a:lnTo>
                    <a:pt x="264" y="96"/>
                  </a:lnTo>
                  <a:lnTo>
                    <a:pt x="255" y="96"/>
                  </a:lnTo>
                  <a:lnTo>
                    <a:pt x="260" y="103"/>
                  </a:lnTo>
                  <a:cubicBezTo>
                    <a:pt x="261" y="103"/>
                    <a:pt x="261" y="104"/>
                    <a:pt x="261" y="105"/>
                  </a:cubicBezTo>
                  <a:lnTo>
                    <a:pt x="262" y="109"/>
                  </a:lnTo>
                  <a:cubicBezTo>
                    <a:pt x="263" y="110"/>
                    <a:pt x="263" y="112"/>
                    <a:pt x="262" y="113"/>
                  </a:cubicBezTo>
                  <a:lnTo>
                    <a:pt x="262" y="116"/>
                  </a:lnTo>
                  <a:lnTo>
                    <a:pt x="258" y="126"/>
                  </a:lnTo>
                  <a:lnTo>
                    <a:pt x="258" y="128"/>
                  </a:lnTo>
                  <a:lnTo>
                    <a:pt x="261" y="132"/>
                  </a:lnTo>
                  <a:lnTo>
                    <a:pt x="271" y="146"/>
                  </a:lnTo>
                  <a:lnTo>
                    <a:pt x="274" y="154"/>
                  </a:lnTo>
                  <a:lnTo>
                    <a:pt x="275" y="163"/>
                  </a:lnTo>
                  <a:lnTo>
                    <a:pt x="274" y="168"/>
                  </a:lnTo>
                  <a:cubicBezTo>
                    <a:pt x="274" y="170"/>
                    <a:pt x="273" y="171"/>
                    <a:pt x="272" y="173"/>
                  </a:cubicBezTo>
                  <a:lnTo>
                    <a:pt x="270" y="174"/>
                  </a:lnTo>
                  <a:cubicBezTo>
                    <a:pt x="269" y="175"/>
                    <a:pt x="268" y="176"/>
                    <a:pt x="267" y="176"/>
                  </a:cubicBezTo>
                  <a:lnTo>
                    <a:pt x="225" y="189"/>
                  </a:lnTo>
                  <a:lnTo>
                    <a:pt x="200" y="191"/>
                  </a:lnTo>
                  <a:lnTo>
                    <a:pt x="188" y="194"/>
                  </a:lnTo>
                  <a:cubicBezTo>
                    <a:pt x="187" y="194"/>
                    <a:pt x="186" y="194"/>
                    <a:pt x="186" y="194"/>
                  </a:cubicBezTo>
                  <a:lnTo>
                    <a:pt x="181" y="195"/>
                  </a:lnTo>
                  <a:lnTo>
                    <a:pt x="175" y="194"/>
                  </a:lnTo>
                  <a:lnTo>
                    <a:pt x="169" y="194"/>
                  </a:lnTo>
                  <a:lnTo>
                    <a:pt x="160" y="196"/>
                  </a:lnTo>
                  <a:lnTo>
                    <a:pt x="134" y="210"/>
                  </a:lnTo>
                  <a:lnTo>
                    <a:pt x="128" y="220"/>
                  </a:lnTo>
                  <a:lnTo>
                    <a:pt x="122" y="226"/>
                  </a:lnTo>
                  <a:cubicBezTo>
                    <a:pt x="122" y="227"/>
                    <a:pt x="121" y="228"/>
                    <a:pt x="120" y="228"/>
                  </a:cubicBezTo>
                  <a:lnTo>
                    <a:pt x="116" y="231"/>
                  </a:lnTo>
                  <a:cubicBezTo>
                    <a:pt x="115" y="231"/>
                    <a:pt x="114" y="231"/>
                    <a:pt x="113" y="232"/>
                  </a:cubicBezTo>
                  <a:lnTo>
                    <a:pt x="110" y="232"/>
                  </a:lnTo>
                  <a:lnTo>
                    <a:pt x="109" y="235"/>
                  </a:lnTo>
                  <a:lnTo>
                    <a:pt x="106" y="243"/>
                  </a:lnTo>
                  <a:lnTo>
                    <a:pt x="95" y="261"/>
                  </a:lnTo>
                  <a:lnTo>
                    <a:pt x="109" y="281"/>
                  </a:lnTo>
                  <a:lnTo>
                    <a:pt x="122" y="294"/>
                  </a:lnTo>
                  <a:cubicBezTo>
                    <a:pt x="123" y="294"/>
                    <a:pt x="123" y="295"/>
                    <a:pt x="124" y="296"/>
                  </a:cubicBezTo>
                  <a:lnTo>
                    <a:pt x="127" y="304"/>
                  </a:lnTo>
                  <a:lnTo>
                    <a:pt x="128" y="313"/>
                  </a:lnTo>
                  <a:lnTo>
                    <a:pt x="131" y="322"/>
                  </a:lnTo>
                  <a:lnTo>
                    <a:pt x="136" y="327"/>
                  </a:lnTo>
                  <a:lnTo>
                    <a:pt x="145" y="330"/>
                  </a:lnTo>
                  <a:lnTo>
                    <a:pt x="158" y="332"/>
                  </a:lnTo>
                  <a:cubicBezTo>
                    <a:pt x="160" y="332"/>
                    <a:pt x="161" y="333"/>
                    <a:pt x="162" y="334"/>
                  </a:cubicBezTo>
                  <a:lnTo>
                    <a:pt x="166" y="337"/>
                  </a:lnTo>
                  <a:cubicBezTo>
                    <a:pt x="167" y="338"/>
                    <a:pt x="167" y="339"/>
                    <a:pt x="168" y="339"/>
                  </a:cubicBezTo>
                  <a:lnTo>
                    <a:pt x="171" y="343"/>
                  </a:lnTo>
                  <a:cubicBezTo>
                    <a:pt x="171" y="344"/>
                    <a:pt x="171" y="345"/>
                    <a:pt x="172" y="346"/>
                  </a:cubicBezTo>
                  <a:lnTo>
                    <a:pt x="174" y="354"/>
                  </a:lnTo>
                  <a:cubicBezTo>
                    <a:pt x="175" y="354"/>
                    <a:pt x="175" y="354"/>
                    <a:pt x="176" y="354"/>
                  </a:cubicBezTo>
                  <a:lnTo>
                    <a:pt x="180" y="352"/>
                  </a:lnTo>
                  <a:cubicBezTo>
                    <a:pt x="182" y="351"/>
                    <a:pt x="184" y="351"/>
                    <a:pt x="186" y="352"/>
                  </a:cubicBezTo>
                  <a:lnTo>
                    <a:pt x="193" y="354"/>
                  </a:lnTo>
                  <a:cubicBezTo>
                    <a:pt x="194" y="355"/>
                    <a:pt x="195" y="355"/>
                    <a:pt x="196" y="356"/>
                  </a:cubicBezTo>
                  <a:lnTo>
                    <a:pt x="201" y="362"/>
                  </a:lnTo>
                  <a:lnTo>
                    <a:pt x="222" y="396"/>
                  </a:lnTo>
                  <a:lnTo>
                    <a:pt x="226" y="404"/>
                  </a:lnTo>
                  <a:lnTo>
                    <a:pt x="231" y="427"/>
                  </a:lnTo>
                  <a:lnTo>
                    <a:pt x="234" y="433"/>
                  </a:lnTo>
                  <a:lnTo>
                    <a:pt x="244" y="449"/>
                  </a:lnTo>
                  <a:lnTo>
                    <a:pt x="249" y="462"/>
                  </a:lnTo>
                  <a:cubicBezTo>
                    <a:pt x="249" y="463"/>
                    <a:pt x="250" y="465"/>
                    <a:pt x="249" y="466"/>
                  </a:cubicBezTo>
                  <a:lnTo>
                    <a:pt x="246" y="498"/>
                  </a:lnTo>
                  <a:lnTo>
                    <a:pt x="248" y="510"/>
                  </a:lnTo>
                  <a:lnTo>
                    <a:pt x="250" y="514"/>
                  </a:lnTo>
                  <a:lnTo>
                    <a:pt x="263" y="540"/>
                  </a:lnTo>
                  <a:lnTo>
                    <a:pt x="265" y="548"/>
                  </a:lnTo>
                  <a:lnTo>
                    <a:pt x="265" y="555"/>
                  </a:lnTo>
                  <a:cubicBezTo>
                    <a:pt x="265" y="556"/>
                    <a:pt x="265" y="557"/>
                    <a:pt x="265" y="557"/>
                  </a:cubicBezTo>
                  <a:lnTo>
                    <a:pt x="263" y="564"/>
                  </a:lnTo>
                  <a:lnTo>
                    <a:pt x="263" y="565"/>
                  </a:lnTo>
                  <a:lnTo>
                    <a:pt x="263" y="573"/>
                  </a:lnTo>
                  <a:lnTo>
                    <a:pt x="264" y="582"/>
                  </a:lnTo>
                  <a:cubicBezTo>
                    <a:pt x="264" y="584"/>
                    <a:pt x="263" y="585"/>
                    <a:pt x="263" y="587"/>
                  </a:cubicBezTo>
                  <a:lnTo>
                    <a:pt x="260" y="592"/>
                  </a:lnTo>
                  <a:lnTo>
                    <a:pt x="259" y="593"/>
                  </a:lnTo>
                  <a:lnTo>
                    <a:pt x="248" y="605"/>
                  </a:lnTo>
                  <a:lnTo>
                    <a:pt x="243" y="617"/>
                  </a:lnTo>
                  <a:lnTo>
                    <a:pt x="240" y="627"/>
                  </a:lnTo>
                  <a:lnTo>
                    <a:pt x="236" y="635"/>
                  </a:lnTo>
                  <a:lnTo>
                    <a:pt x="224" y="648"/>
                  </a:lnTo>
                  <a:lnTo>
                    <a:pt x="215" y="661"/>
                  </a:lnTo>
                  <a:cubicBezTo>
                    <a:pt x="214" y="662"/>
                    <a:pt x="213" y="662"/>
                    <a:pt x="212" y="663"/>
                  </a:cubicBezTo>
                  <a:cubicBezTo>
                    <a:pt x="211" y="663"/>
                    <a:pt x="209" y="664"/>
                    <a:pt x="208" y="664"/>
                  </a:cubicBezTo>
                  <a:lnTo>
                    <a:pt x="205" y="664"/>
                  </a:lnTo>
                  <a:cubicBezTo>
                    <a:pt x="204" y="664"/>
                    <a:pt x="204" y="664"/>
                    <a:pt x="203" y="664"/>
                  </a:cubicBezTo>
                  <a:lnTo>
                    <a:pt x="195" y="663"/>
                  </a:lnTo>
                  <a:lnTo>
                    <a:pt x="194" y="663"/>
                  </a:lnTo>
                  <a:lnTo>
                    <a:pt x="191" y="665"/>
                  </a:lnTo>
                  <a:lnTo>
                    <a:pt x="186" y="672"/>
                  </a:lnTo>
                  <a:lnTo>
                    <a:pt x="180" y="678"/>
                  </a:lnTo>
                  <a:lnTo>
                    <a:pt x="169" y="684"/>
                  </a:lnTo>
                  <a:lnTo>
                    <a:pt x="166" y="689"/>
                  </a:lnTo>
                  <a:lnTo>
                    <a:pt x="166" y="691"/>
                  </a:lnTo>
                  <a:lnTo>
                    <a:pt x="179" y="710"/>
                  </a:lnTo>
                  <a:lnTo>
                    <a:pt x="181" y="716"/>
                  </a:lnTo>
                  <a:lnTo>
                    <a:pt x="185" y="729"/>
                  </a:lnTo>
                  <a:lnTo>
                    <a:pt x="195" y="732"/>
                  </a:lnTo>
                  <a:cubicBezTo>
                    <a:pt x="196" y="732"/>
                    <a:pt x="197" y="732"/>
                    <a:pt x="198" y="733"/>
                  </a:cubicBezTo>
                  <a:cubicBezTo>
                    <a:pt x="199" y="734"/>
                    <a:pt x="200" y="735"/>
                    <a:pt x="200" y="735"/>
                  </a:cubicBezTo>
                  <a:lnTo>
                    <a:pt x="222" y="762"/>
                  </a:lnTo>
                  <a:cubicBezTo>
                    <a:pt x="223" y="762"/>
                    <a:pt x="223" y="763"/>
                    <a:pt x="223" y="764"/>
                  </a:cubicBezTo>
                  <a:lnTo>
                    <a:pt x="228" y="775"/>
                  </a:lnTo>
                  <a:cubicBezTo>
                    <a:pt x="228" y="775"/>
                    <a:pt x="228" y="776"/>
                    <a:pt x="228" y="777"/>
                  </a:cubicBezTo>
                  <a:lnTo>
                    <a:pt x="229" y="781"/>
                  </a:lnTo>
                  <a:lnTo>
                    <a:pt x="229" y="793"/>
                  </a:lnTo>
                  <a:lnTo>
                    <a:pt x="226" y="817"/>
                  </a:lnTo>
                  <a:lnTo>
                    <a:pt x="222" y="825"/>
                  </a:lnTo>
                  <a:lnTo>
                    <a:pt x="218" y="830"/>
                  </a:lnTo>
                  <a:cubicBezTo>
                    <a:pt x="217" y="830"/>
                    <a:pt x="216" y="831"/>
                    <a:pt x="215" y="831"/>
                  </a:cubicBezTo>
                  <a:lnTo>
                    <a:pt x="205" y="836"/>
                  </a:lnTo>
                  <a:lnTo>
                    <a:pt x="204" y="838"/>
                  </a:lnTo>
                  <a:lnTo>
                    <a:pt x="199" y="858"/>
                  </a:lnTo>
                  <a:lnTo>
                    <a:pt x="199" y="862"/>
                  </a:lnTo>
                  <a:lnTo>
                    <a:pt x="201" y="865"/>
                  </a:lnTo>
                  <a:lnTo>
                    <a:pt x="208" y="873"/>
                  </a:lnTo>
                  <a:cubicBezTo>
                    <a:pt x="209" y="873"/>
                    <a:pt x="210" y="874"/>
                    <a:pt x="210" y="875"/>
                  </a:cubicBezTo>
                  <a:lnTo>
                    <a:pt x="213" y="883"/>
                  </a:lnTo>
                  <a:cubicBezTo>
                    <a:pt x="214" y="884"/>
                    <a:pt x="214" y="884"/>
                    <a:pt x="214" y="885"/>
                  </a:cubicBezTo>
                  <a:lnTo>
                    <a:pt x="215" y="893"/>
                  </a:lnTo>
                  <a:lnTo>
                    <a:pt x="214" y="908"/>
                  </a:lnTo>
                  <a:lnTo>
                    <a:pt x="215" y="922"/>
                  </a:lnTo>
                  <a:lnTo>
                    <a:pt x="222" y="926"/>
                  </a:lnTo>
                  <a:cubicBezTo>
                    <a:pt x="225" y="928"/>
                    <a:pt x="226" y="931"/>
                    <a:pt x="225" y="934"/>
                  </a:cubicBezTo>
                  <a:lnTo>
                    <a:pt x="215" y="978"/>
                  </a:lnTo>
                  <a:lnTo>
                    <a:pt x="210" y="993"/>
                  </a:lnTo>
                  <a:cubicBezTo>
                    <a:pt x="210" y="994"/>
                    <a:pt x="209" y="995"/>
                    <a:pt x="208" y="996"/>
                  </a:cubicBezTo>
                  <a:lnTo>
                    <a:pt x="205" y="1000"/>
                  </a:lnTo>
                  <a:cubicBezTo>
                    <a:pt x="205" y="1001"/>
                    <a:pt x="204" y="1001"/>
                    <a:pt x="203" y="1002"/>
                  </a:cubicBezTo>
                  <a:lnTo>
                    <a:pt x="200" y="1003"/>
                  </a:lnTo>
                  <a:cubicBezTo>
                    <a:pt x="199" y="1004"/>
                    <a:pt x="198" y="1004"/>
                    <a:pt x="198" y="1004"/>
                  </a:cubicBezTo>
                  <a:lnTo>
                    <a:pt x="194" y="1005"/>
                  </a:lnTo>
                  <a:cubicBezTo>
                    <a:pt x="194" y="1005"/>
                    <a:pt x="193" y="1005"/>
                    <a:pt x="192" y="1005"/>
                  </a:cubicBezTo>
                  <a:lnTo>
                    <a:pt x="178" y="1002"/>
                  </a:lnTo>
                  <a:cubicBezTo>
                    <a:pt x="177" y="1002"/>
                    <a:pt x="176" y="1002"/>
                    <a:pt x="176" y="1002"/>
                  </a:cubicBezTo>
                  <a:lnTo>
                    <a:pt x="164" y="996"/>
                  </a:lnTo>
                  <a:cubicBezTo>
                    <a:pt x="163" y="996"/>
                    <a:pt x="162" y="996"/>
                    <a:pt x="162" y="995"/>
                  </a:cubicBezTo>
                  <a:lnTo>
                    <a:pt x="152" y="987"/>
                  </a:lnTo>
                  <a:lnTo>
                    <a:pt x="149" y="987"/>
                  </a:lnTo>
                  <a:lnTo>
                    <a:pt x="145" y="987"/>
                  </a:lnTo>
                  <a:lnTo>
                    <a:pt x="147" y="990"/>
                  </a:lnTo>
                  <a:lnTo>
                    <a:pt x="150" y="998"/>
                  </a:lnTo>
                  <a:lnTo>
                    <a:pt x="151" y="1002"/>
                  </a:lnTo>
                  <a:lnTo>
                    <a:pt x="150" y="1013"/>
                  </a:lnTo>
                  <a:lnTo>
                    <a:pt x="143" y="1026"/>
                  </a:lnTo>
                  <a:lnTo>
                    <a:pt x="140" y="1034"/>
                  </a:lnTo>
                  <a:cubicBezTo>
                    <a:pt x="139" y="1035"/>
                    <a:pt x="139" y="1036"/>
                    <a:pt x="138" y="1037"/>
                  </a:cubicBezTo>
                  <a:lnTo>
                    <a:pt x="132" y="1042"/>
                  </a:lnTo>
                  <a:cubicBezTo>
                    <a:pt x="132" y="1043"/>
                    <a:pt x="131" y="1043"/>
                    <a:pt x="130" y="1043"/>
                  </a:cubicBezTo>
                  <a:lnTo>
                    <a:pt x="129" y="1044"/>
                  </a:lnTo>
                  <a:lnTo>
                    <a:pt x="114" y="1068"/>
                  </a:lnTo>
                  <a:cubicBezTo>
                    <a:pt x="114" y="1069"/>
                    <a:pt x="113" y="1070"/>
                    <a:pt x="112" y="1071"/>
                  </a:cubicBezTo>
                  <a:lnTo>
                    <a:pt x="108" y="1074"/>
                  </a:lnTo>
                  <a:lnTo>
                    <a:pt x="97" y="1080"/>
                  </a:lnTo>
                  <a:cubicBezTo>
                    <a:pt x="97" y="1080"/>
                    <a:pt x="96" y="1081"/>
                    <a:pt x="95" y="1081"/>
                  </a:cubicBezTo>
                  <a:lnTo>
                    <a:pt x="89" y="1083"/>
                  </a:lnTo>
                  <a:lnTo>
                    <a:pt x="86" y="1096"/>
                  </a:lnTo>
                  <a:cubicBezTo>
                    <a:pt x="86" y="1097"/>
                    <a:pt x="86" y="1098"/>
                    <a:pt x="85" y="1099"/>
                  </a:cubicBezTo>
                  <a:lnTo>
                    <a:pt x="82" y="1103"/>
                  </a:lnTo>
                  <a:cubicBezTo>
                    <a:pt x="82" y="1103"/>
                    <a:pt x="82" y="1104"/>
                    <a:pt x="81" y="1104"/>
                  </a:cubicBezTo>
                  <a:lnTo>
                    <a:pt x="64" y="1118"/>
                  </a:lnTo>
                  <a:lnTo>
                    <a:pt x="63" y="1124"/>
                  </a:lnTo>
                  <a:lnTo>
                    <a:pt x="64" y="1131"/>
                  </a:lnTo>
                  <a:lnTo>
                    <a:pt x="70" y="1139"/>
                  </a:lnTo>
                  <a:cubicBezTo>
                    <a:pt x="70" y="1140"/>
                    <a:pt x="71" y="1141"/>
                    <a:pt x="71" y="1142"/>
                  </a:cubicBezTo>
                  <a:lnTo>
                    <a:pt x="72" y="1149"/>
                  </a:lnTo>
                  <a:cubicBezTo>
                    <a:pt x="72" y="1150"/>
                    <a:pt x="72" y="1151"/>
                    <a:pt x="72" y="1152"/>
                  </a:cubicBezTo>
                  <a:lnTo>
                    <a:pt x="71" y="1160"/>
                  </a:lnTo>
                  <a:cubicBezTo>
                    <a:pt x="71" y="1161"/>
                    <a:pt x="71" y="1161"/>
                    <a:pt x="70" y="1162"/>
                  </a:cubicBezTo>
                  <a:lnTo>
                    <a:pt x="57" y="1191"/>
                  </a:lnTo>
                  <a:lnTo>
                    <a:pt x="55" y="1197"/>
                  </a:lnTo>
                  <a:lnTo>
                    <a:pt x="51" y="1207"/>
                  </a:lnTo>
                  <a:lnTo>
                    <a:pt x="47" y="1214"/>
                  </a:lnTo>
                  <a:lnTo>
                    <a:pt x="42" y="1220"/>
                  </a:lnTo>
                  <a:lnTo>
                    <a:pt x="23" y="1235"/>
                  </a:lnTo>
                  <a:lnTo>
                    <a:pt x="21" y="1239"/>
                  </a:lnTo>
                  <a:lnTo>
                    <a:pt x="22" y="1242"/>
                  </a:lnTo>
                  <a:lnTo>
                    <a:pt x="34" y="1267"/>
                  </a:lnTo>
                  <a:cubicBezTo>
                    <a:pt x="35" y="1267"/>
                    <a:pt x="35" y="1269"/>
                    <a:pt x="35" y="1270"/>
                  </a:cubicBezTo>
                  <a:cubicBezTo>
                    <a:pt x="35" y="1270"/>
                    <a:pt x="35" y="1271"/>
                    <a:pt x="35" y="1272"/>
                  </a:cubicBezTo>
                  <a:cubicBezTo>
                    <a:pt x="35" y="1273"/>
                    <a:pt x="34" y="1275"/>
                    <a:pt x="34" y="1275"/>
                  </a:cubicBezTo>
                  <a:lnTo>
                    <a:pt x="33" y="1278"/>
                  </a:lnTo>
                  <a:cubicBezTo>
                    <a:pt x="33" y="1280"/>
                    <a:pt x="32" y="1281"/>
                    <a:pt x="31" y="1282"/>
                  </a:cubicBezTo>
                  <a:lnTo>
                    <a:pt x="28" y="1285"/>
                  </a:lnTo>
                  <a:cubicBezTo>
                    <a:pt x="27" y="1285"/>
                    <a:pt x="26" y="1286"/>
                    <a:pt x="26" y="1286"/>
                  </a:cubicBezTo>
                  <a:lnTo>
                    <a:pt x="22" y="1288"/>
                  </a:lnTo>
                  <a:cubicBezTo>
                    <a:pt x="21" y="1288"/>
                    <a:pt x="20" y="1288"/>
                    <a:pt x="19" y="1288"/>
                  </a:cubicBezTo>
                  <a:lnTo>
                    <a:pt x="3" y="1290"/>
                  </a:lnTo>
                  <a:lnTo>
                    <a:pt x="0" y="1292"/>
                  </a:lnTo>
                  <a:lnTo>
                    <a:pt x="3" y="1298"/>
                  </a:lnTo>
                  <a:cubicBezTo>
                    <a:pt x="3" y="1298"/>
                    <a:pt x="3" y="1299"/>
                    <a:pt x="3" y="1300"/>
                  </a:cubicBezTo>
                  <a:lnTo>
                    <a:pt x="7" y="1342"/>
                  </a:lnTo>
                  <a:lnTo>
                    <a:pt x="10" y="1353"/>
                  </a:lnTo>
                  <a:lnTo>
                    <a:pt x="14" y="1362"/>
                  </a:lnTo>
                  <a:lnTo>
                    <a:pt x="34" y="1394"/>
                  </a:lnTo>
                  <a:lnTo>
                    <a:pt x="43" y="1410"/>
                  </a:lnTo>
                  <a:lnTo>
                    <a:pt x="46" y="1420"/>
                  </a:lnTo>
                  <a:lnTo>
                    <a:pt x="47" y="1428"/>
                  </a:lnTo>
                  <a:cubicBezTo>
                    <a:pt x="47" y="1428"/>
                    <a:pt x="47" y="1429"/>
                    <a:pt x="47" y="1430"/>
                  </a:cubicBezTo>
                  <a:lnTo>
                    <a:pt x="39" y="1468"/>
                  </a:lnTo>
                  <a:lnTo>
                    <a:pt x="35" y="1478"/>
                  </a:lnTo>
                  <a:lnTo>
                    <a:pt x="39" y="1480"/>
                  </a:lnTo>
                  <a:cubicBezTo>
                    <a:pt x="40" y="1480"/>
                    <a:pt x="41" y="1481"/>
                    <a:pt x="42" y="1482"/>
                  </a:cubicBezTo>
                  <a:lnTo>
                    <a:pt x="46" y="1486"/>
                  </a:lnTo>
                  <a:cubicBezTo>
                    <a:pt x="47" y="1487"/>
                    <a:pt x="47" y="1488"/>
                    <a:pt x="48" y="1489"/>
                  </a:cubicBezTo>
                  <a:lnTo>
                    <a:pt x="50" y="1493"/>
                  </a:lnTo>
                  <a:lnTo>
                    <a:pt x="55" y="1521"/>
                  </a:lnTo>
                  <a:lnTo>
                    <a:pt x="57" y="1524"/>
                  </a:lnTo>
                  <a:lnTo>
                    <a:pt x="57" y="1524"/>
                  </a:lnTo>
                  <a:lnTo>
                    <a:pt x="59" y="1516"/>
                  </a:lnTo>
                  <a:cubicBezTo>
                    <a:pt x="60" y="1513"/>
                    <a:pt x="61" y="1512"/>
                    <a:pt x="63" y="1510"/>
                  </a:cubicBezTo>
                  <a:lnTo>
                    <a:pt x="71" y="1506"/>
                  </a:lnTo>
                  <a:cubicBezTo>
                    <a:pt x="72" y="1506"/>
                    <a:pt x="72" y="1506"/>
                    <a:pt x="73" y="1506"/>
                  </a:cubicBezTo>
                  <a:lnTo>
                    <a:pt x="78" y="1505"/>
                  </a:lnTo>
                  <a:lnTo>
                    <a:pt x="106" y="1495"/>
                  </a:lnTo>
                  <a:cubicBezTo>
                    <a:pt x="107" y="1495"/>
                    <a:pt x="108" y="1495"/>
                    <a:pt x="108" y="1495"/>
                  </a:cubicBezTo>
                  <a:lnTo>
                    <a:pt x="114" y="1494"/>
                  </a:lnTo>
                  <a:cubicBezTo>
                    <a:pt x="115" y="1494"/>
                    <a:pt x="116" y="1494"/>
                    <a:pt x="116" y="1495"/>
                  </a:cubicBezTo>
                  <a:lnTo>
                    <a:pt x="121" y="1496"/>
                  </a:lnTo>
                  <a:cubicBezTo>
                    <a:pt x="123" y="1496"/>
                    <a:pt x="124" y="1497"/>
                    <a:pt x="125" y="1498"/>
                  </a:cubicBezTo>
                  <a:lnTo>
                    <a:pt x="131" y="1506"/>
                  </a:lnTo>
                  <a:lnTo>
                    <a:pt x="134" y="1503"/>
                  </a:lnTo>
                  <a:cubicBezTo>
                    <a:pt x="135" y="1503"/>
                    <a:pt x="136" y="1502"/>
                    <a:pt x="136" y="1502"/>
                  </a:cubicBezTo>
                  <a:lnTo>
                    <a:pt x="140" y="1501"/>
                  </a:lnTo>
                  <a:lnTo>
                    <a:pt x="142" y="1500"/>
                  </a:lnTo>
                  <a:lnTo>
                    <a:pt x="169" y="1502"/>
                  </a:lnTo>
                  <a:lnTo>
                    <a:pt x="183" y="1500"/>
                  </a:lnTo>
                  <a:lnTo>
                    <a:pt x="190" y="1496"/>
                  </a:lnTo>
                  <a:lnTo>
                    <a:pt x="193" y="1493"/>
                  </a:lnTo>
                  <a:lnTo>
                    <a:pt x="198" y="1485"/>
                  </a:lnTo>
                  <a:lnTo>
                    <a:pt x="218" y="1461"/>
                  </a:lnTo>
                  <a:lnTo>
                    <a:pt x="219" y="1457"/>
                  </a:lnTo>
                  <a:lnTo>
                    <a:pt x="222" y="1440"/>
                  </a:lnTo>
                  <a:lnTo>
                    <a:pt x="228" y="1427"/>
                  </a:lnTo>
                  <a:lnTo>
                    <a:pt x="243" y="1405"/>
                  </a:lnTo>
                  <a:lnTo>
                    <a:pt x="245" y="1389"/>
                  </a:lnTo>
                  <a:lnTo>
                    <a:pt x="248" y="1383"/>
                  </a:lnTo>
                  <a:cubicBezTo>
                    <a:pt x="248" y="1382"/>
                    <a:pt x="248" y="1381"/>
                    <a:pt x="249" y="1381"/>
                  </a:cubicBezTo>
                  <a:lnTo>
                    <a:pt x="315" y="1310"/>
                  </a:lnTo>
                  <a:cubicBezTo>
                    <a:pt x="317" y="1309"/>
                    <a:pt x="319" y="1308"/>
                    <a:pt x="322" y="1308"/>
                  </a:cubicBezTo>
                  <a:lnTo>
                    <a:pt x="326" y="1308"/>
                  </a:lnTo>
                  <a:cubicBezTo>
                    <a:pt x="328" y="1309"/>
                    <a:pt x="329" y="1309"/>
                    <a:pt x="330" y="1311"/>
                  </a:cubicBezTo>
                  <a:lnTo>
                    <a:pt x="333" y="1313"/>
                  </a:lnTo>
                  <a:cubicBezTo>
                    <a:pt x="334" y="1314"/>
                    <a:pt x="334" y="1315"/>
                    <a:pt x="335" y="1315"/>
                  </a:cubicBezTo>
                  <a:lnTo>
                    <a:pt x="339" y="1324"/>
                  </a:lnTo>
                  <a:lnTo>
                    <a:pt x="349" y="1336"/>
                  </a:lnTo>
                  <a:cubicBezTo>
                    <a:pt x="350" y="1337"/>
                    <a:pt x="350" y="1338"/>
                    <a:pt x="350" y="1338"/>
                  </a:cubicBezTo>
                  <a:lnTo>
                    <a:pt x="353" y="1349"/>
                  </a:lnTo>
                  <a:lnTo>
                    <a:pt x="353" y="1355"/>
                  </a:lnTo>
                  <a:lnTo>
                    <a:pt x="353" y="1359"/>
                  </a:lnTo>
                  <a:lnTo>
                    <a:pt x="367" y="1356"/>
                  </a:lnTo>
                  <a:cubicBezTo>
                    <a:pt x="368" y="1356"/>
                    <a:pt x="369" y="1356"/>
                    <a:pt x="370" y="1356"/>
                  </a:cubicBezTo>
                  <a:lnTo>
                    <a:pt x="376" y="1358"/>
                  </a:lnTo>
                  <a:cubicBezTo>
                    <a:pt x="378" y="1359"/>
                    <a:pt x="379" y="1360"/>
                    <a:pt x="380" y="1362"/>
                  </a:cubicBezTo>
                  <a:lnTo>
                    <a:pt x="385" y="1373"/>
                  </a:lnTo>
                  <a:lnTo>
                    <a:pt x="395" y="1385"/>
                  </a:lnTo>
                  <a:lnTo>
                    <a:pt x="398" y="1390"/>
                  </a:lnTo>
                  <a:cubicBezTo>
                    <a:pt x="398" y="1391"/>
                    <a:pt x="399" y="1392"/>
                    <a:pt x="399" y="1392"/>
                  </a:cubicBezTo>
                  <a:lnTo>
                    <a:pt x="405" y="1410"/>
                  </a:lnTo>
                  <a:lnTo>
                    <a:pt x="408" y="1412"/>
                  </a:lnTo>
                  <a:lnTo>
                    <a:pt x="422" y="1416"/>
                  </a:lnTo>
                  <a:cubicBezTo>
                    <a:pt x="422" y="1417"/>
                    <a:pt x="423" y="1417"/>
                    <a:pt x="424" y="1418"/>
                  </a:cubicBezTo>
                  <a:lnTo>
                    <a:pt x="426" y="1420"/>
                  </a:lnTo>
                  <a:cubicBezTo>
                    <a:pt x="427" y="1421"/>
                    <a:pt x="428" y="1422"/>
                    <a:pt x="428" y="1424"/>
                  </a:cubicBezTo>
                  <a:lnTo>
                    <a:pt x="429" y="1427"/>
                  </a:lnTo>
                  <a:cubicBezTo>
                    <a:pt x="430" y="1429"/>
                    <a:pt x="430" y="1430"/>
                    <a:pt x="429" y="1432"/>
                  </a:cubicBezTo>
                  <a:lnTo>
                    <a:pt x="428" y="1435"/>
                  </a:lnTo>
                  <a:cubicBezTo>
                    <a:pt x="428" y="1437"/>
                    <a:pt x="426" y="1439"/>
                    <a:pt x="424" y="1440"/>
                  </a:cubicBezTo>
                  <a:lnTo>
                    <a:pt x="420" y="1442"/>
                  </a:lnTo>
                  <a:lnTo>
                    <a:pt x="424" y="1452"/>
                  </a:lnTo>
                  <a:lnTo>
                    <a:pt x="424" y="1458"/>
                  </a:lnTo>
                  <a:lnTo>
                    <a:pt x="426" y="1477"/>
                  </a:lnTo>
                  <a:lnTo>
                    <a:pt x="428" y="1485"/>
                  </a:lnTo>
                  <a:lnTo>
                    <a:pt x="434" y="1496"/>
                  </a:lnTo>
                  <a:lnTo>
                    <a:pt x="437" y="1500"/>
                  </a:lnTo>
                  <a:lnTo>
                    <a:pt x="443" y="1506"/>
                  </a:lnTo>
                  <a:lnTo>
                    <a:pt x="447" y="1494"/>
                  </a:lnTo>
                  <a:lnTo>
                    <a:pt x="452" y="1484"/>
                  </a:lnTo>
                  <a:lnTo>
                    <a:pt x="461" y="1472"/>
                  </a:lnTo>
                  <a:lnTo>
                    <a:pt x="462" y="1468"/>
                  </a:lnTo>
                  <a:lnTo>
                    <a:pt x="465" y="1445"/>
                  </a:lnTo>
                  <a:lnTo>
                    <a:pt x="472" y="1415"/>
                  </a:lnTo>
                  <a:lnTo>
                    <a:pt x="476" y="1400"/>
                  </a:lnTo>
                  <a:lnTo>
                    <a:pt x="481" y="1390"/>
                  </a:lnTo>
                  <a:cubicBezTo>
                    <a:pt x="482" y="1389"/>
                    <a:pt x="483" y="1388"/>
                    <a:pt x="485" y="1387"/>
                  </a:cubicBezTo>
                  <a:lnTo>
                    <a:pt x="492" y="1383"/>
                  </a:lnTo>
                  <a:lnTo>
                    <a:pt x="495" y="1381"/>
                  </a:lnTo>
                  <a:lnTo>
                    <a:pt x="498" y="1368"/>
                  </a:lnTo>
                  <a:lnTo>
                    <a:pt x="499" y="1353"/>
                  </a:lnTo>
                  <a:cubicBezTo>
                    <a:pt x="499" y="1352"/>
                    <a:pt x="500" y="1350"/>
                    <a:pt x="501" y="1349"/>
                  </a:cubicBezTo>
                  <a:lnTo>
                    <a:pt x="504" y="1344"/>
                  </a:lnTo>
                  <a:lnTo>
                    <a:pt x="505" y="1343"/>
                  </a:lnTo>
                  <a:lnTo>
                    <a:pt x="510" y="1339"/>
                  </a:lnTo>
                  <a:cubicBezTo>
                    <a:pt x="510" y="1338"/>
                    <a:pt x="511" y="1338"/>
                    <a:pt x="513" y="1337"/>
                  </a:cubicBezTo>
                  <a:lnTo>
                    <a:pt x="517" y="1336"/>
                  </a:lnTo>
                  <a:cubicBezTo>
                    <a:pt x="519" y="1335"/>
                    <a:pt x="521" y="1336"/>
                    <a:pt x="523" y="1337"/>
                  </a:cubicBezTo>
                  <a:lnTo>
                    <a:pt x="526" y="1338"/>
                  </a:lnTo>
                  <a:cubicBezTo>
                    <a:pt x="528" y="1339"/>
                    <a:pt x="529" y="1340"/>
                    <a:pt x="529" y="1341"/>
                  </a:cubicBezTo>
                  <a:lnTo>
                    <a:pt x="537" y="1353"/>
                  </a:lnTo>
                  <a:lnTo>
                    <a:pt x="538" y="1353"/>
                  </a:lnTo>
                  <a:lnTo>
                    <a:pt x="546" y="1347"/>
                  </a:lnTo>
                  <a:lnTo>
                    <a:pt x="573" y="1320"/>
                  </a:lnTo>
                  <a:cubicBezTo>
                    <a:pt x="574" y="1319"/>
                    <a:pt x="575" y="1318"/>
                    <a:pt x="576" y="1318"/>
                  </a:cubicBezTo>
                  <a:lnTo>
                    <a:pt x="583" y="1315"/>
                  </a:lnTo>
                  <a:cubicBezTo>
                    <a:pt x="584" y="1314"/>
                    <a:pt x="586" y="1314"/>
                    <a:pt x="588" y="1314"/>
                  </a:cubicBezTo>
                  <a:lnTo>
                    <a:pt x="593" y="1316"/>
                  </a:lnTo>
                  <a:lnTo>
                    <a:pt x="602" y="1312"/>
                  </a:lnTo>
                  <a:lnTo>
                    <a:pt x="625" y="1296"/>
                  </a:lnTo>
                  <a:lnTo>
                    <a:pt x="633" y="1294"/>
                  </a:lnTo>
                  <a:cubicBezTo>
                    <a:pt x="634" y="1294"/>
                    <a:pt x="635" y="1294"/>
                    <a:pt x="636" y="1294"/>
                  </a:cubicBezTo>
                  <a:lnTo>
                    <a:pt x="640" y="1294"/>
                  </a:lnTo>
                  <a:lnTo>
                    <a:pt x="643" y="1293"/>
                  </a:lnTo>
                  <a:cubicBezTo>
                    <a:pt x="646" y="1293"/>
                    <a:pt x="648" y="1293"/>
                    <a:pt x="650" y="1294"/>
                  </a:cubicBezTo>
                  <a:lnTo>
                    <a:pt x="654" y="1296"/>
                  </a:lnTo>
                  <a:cubicBezTo>
                    <a:pt x="655" y="1297"/>
                    <a:pt x="656" y="1298"/>
                    <a:pt x="657" y="1299"/>
                  </a:cubicBezTo>
                  <a:lnTo>
                    <a:pt x="659" y="1303"/>
                  </a:lnTo>
                  <a:cubicBezTo>
                    <a:pt x="659" y="1304"/>
                    <a:pt x="660" y="1304"/>
                    <a:pt x="660" y="1305"/>
                  </a:cubicBezTo>
                  <a:lnTo>
                    <a:pt x="661" y="1315"/>
                  </a:lnTo>
                  <a:lnTo>
                    <a:pt x="666" y="1328"/>
                  </a:lnTo>
                  <a:lnTo>
                    <a:pt x="694" y="1381"/>
                  </a:lnTo>
                  <a:lnTo>
                    <a:pt x="703" y="1390"/>
                  </a:lnTo>
                  <a:lnTo>
                    <a:pt x="711" y="1386"/>
                  </a:lnTo>
                  <a:lnTo>
                    <a:pt x="718" y="1384"/>
                  </a:lnTo>
                  <a:lnTo>
                    <a:pt x="738" y="1383"/>
                  </a:lnTo>
                  <a:lnTo>
                    <a:pt x="741" y="1380"/>
                  </a:lnTo>
                  <a:lnTo>
                    <a:pt x="742" y="1377"/>
                  </a:lnTo>
                  <a:lnTo>
                    <a:pt x="743" y="1364"/>
                  </a:lnTo>
                  <a:cubicBezTo>
                    <a:pt x="743" y="1363"/>
                    <a:pt x="744" y="1362"/>
                    <a:pt x="744" y="1361"/>
                  </a:cubicBezTo>
                  <a:lnTo>
                    <a:pt x="747" y="1357"/>
                  </a:lnTo>
                  <a:cubicBezTo>
                    <a:pt x="747" y="1356"/>
                    <a:pt x="748" y="1355"/>
                    <a:pt x="749" y="1354"/>
                  </a:cubicBezTo>
                  <a:lnTo>
                    <a:pt x="753" y="1352"/>
                  </a:lnTo>
                  <a:cubicBezTo>
                    <a:pt x="754" y="1351"/>
                    <a:pt x="754" y="1351"/>
                    <a:pt x="755" y="1351"/>
                  </a:cubicBezTo>
                  <a:lnTo>
                    <a:pt x="761" y="1349"/>
                  </a:lnTo>
                  <a:lnTo>
                    <a:pt x="769" y="1349"/>
                  </a:lnTo>
                  <a:lnTo>
                    <a:pt x="779" y="1351"/>
                  </a:lnTo>
                  <a:cubicBezTo>
                    <a:pt x="780" y="1351"/>
                    <a:pt x="781" y="1351"/>
                    <a:pt x="782" y="1352"/>
                  </a:cubicBezTo>
                  <a:lnTo>
                    <a:pt x="787" y="1355"/>
                  </a:lnTo>
                  <a:cubicBezTo>
                    <a:pt x="788" y="1356"/>
                    <a:pt x="789" y="1357"/>
                    <a:pt x="790" y="1357"/>
                  </a:cubicBezTo>
                  <a:lnTo>
                    <a:pt x="793" y="1362"/>
                  </a:lnTo>
                  <a:cubicBezTo>
                    <a:pt x="794" y="1363"/>
                    <a:pt x="794" y="1364"/>
                    <a:pt x="794" y="1366"/>
                  </a:cubicBezTo>
                  <a:lnTo>
                    <a:pt x="795" y="1370"/>
                  </a:lnTo>
                  <a:cubicBezTo>
                    <a:pt x="795" y="1371"/>
                    <a:pt x="795" y="1372"/>
                    <a:pt x="795" y="1373"/>
                  </a:cubicBezTo>
                  <a:lnTo>
                    <a:pt x="794" y="1378"/>
                  </a:lnTo>
                </a:path>
              </a:pathLst>
            </a:custGeom>
            <a:solidFill>
              <a:schemeClr val="accent6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xmlns="" id="{F418A553-BCD3-4A9C-885B-4F5F8732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764" y="3785969"/>
              <a:ext cx="1023122" cy="1284523"/>
            </a:xfrm>
            <a:custGeom>
              <a:avLst/>
              <a:gdLst>
                <a:gd name="T0" fmla="*/ 766 w 1605"/>
                <a:gd name="T1" fmla="*/ 1843 h 2017"/>
                <a:gd name="T2" fmla="*/ 812 w 1605"/>
                <a:gd name="T3" fmla="*/ 1783 h 2017"/>
                <a:gd name="T4" fmla="*/ 864 w 1605"/>
                <a:gd name="T5" fmla="*/ 1707 h 2017"/>
                <a:gd name="T6" fmla="*/ 891 w 1605"/>
                <a:gd name="T7" fmla="*/ 1637 h 2017"/>
                <a:gd name="T8" fmla="*/ 858 w 1605"/>
                <a:gd name="T9" fmla="*/ 1559 h 2017"/>
                <a:gd name="T10" fmla="*/ 786 w 1605"/>
                <a:gd name="T11" fmla="*/ 1479 h 2017"/>
                <a:gd name="T12" fmla="*/ 755 w 1605"/>
                <a:gd name="T13" fmla="*/ 1426 h 2017"/>
                <a:gd name="T14" fmla="*/ 781 w 1605"/>
                <a:gd name="T15" fmla="*/ 1367 h 2017"/>
                <a:gd name="T16" fmla="*/ 768 w 1605"/>
                <a:gd name="T17" fmla="*/ 1261 h 2017"/>
                <a:gd name="T18" fmla="*/ 867 w 1605"/>
                <a:gd name="T19" fmla="*/ 1202 h 2017"/>
                <a:gd name="T20" fmla="*/ 891 w 1605"/>
                <a:gd name="T21" fmla="*/ 1239 h 2017"/>
                <a:gd name="T22" fmla="*/ 948 w 1605"/>
                <a:gd name="T23" fmla="*/ 1193 h 2017"/>
                <a:gd name="T24" fmla="*/ 1024 w 1605"/>
                <a:gd name="T25" fmla="*/ 1177 h 2017"/>
                <a:gd name="T26" fmla="*/ 1128 w 1605"/>
                <a:gd name="T27" fmla="*/ 1141 h 2017"/>
                <a:gd name="T28" fmla="*/ 1258 w 1605"/>
                <a:gd name="T29" fmla="*/ 1111 h 2017"/>
                <a:gd name="T30" fmla="*/ 1320 w 1605"/>
                <a:gd name="T31" fmla="*/ 1083 h 2017"/>
                <a:gd name="T32" fmla="*/ 1336 w 1605"/>
                <a:gd name="T33" fmla="*/ 993 h 2017"/>
                <a:gd name="T34" fmla="*/ 1329 w 1605"/>
                <a:gd name="T35" fmla="*/ 931 h 2017"/>
                <a:gd name="T36" fmla="*/ 1410 w 1605"/>
                <a:gd name="T37" fmla="*/ 923 h 2017"/>
                <a:gd name="T38" fmla="*/ 1377 w 1605"/>
                <a:gd name="T39" fmla="*/ 821 h 2017"/>
                <a:gd name="T40" fmla="*/ 1477 w 1605"/>
                <a:gd name="T41" fmla="*/ 707 h 2017"/>
                <a:gd name="T42" fmla="*/ 1532 w 1605"/>
                <a:gd name="T43" fmla="*/ 647 h 2017"/>
                <a:gd name="T44" fmla="*/ 1578 w 1605"/>
                <a:gd name="T45" fmla="*/ 590 h 2017"/>
                <a:gd name="T46" fmla="*/ 1604 w 1605"/>
                <a:gd name="T47" fmla="*/ 479 h 2017"/>
                <a:gd name="T48" fmla="*/ 1536 w 1605"/>
                <a:gd name="T49" fmla="*/ 403 h 2017"/>
                <a:gd name="T50" fmla="*/ 1497 w 1605"/>
                <a:gd name="T51" fmla="*/ 349 h 2017"/>
                <a:gd name="T52" fmla="*/ 1499 w 1605"/>
                <a:gd name="T53" fmla="*/ 293 h 2017"/>
                <a:gd name="T54" fmla="*/ 1540 w 1605"/>
                <a:gd name="T55" fmla="*/ 228 h 2017"/>
                <a:gd name="T56" fmla="*/ 1517 w 1605"/>
                <a:gd name="T57" fmla="*/ 187 h 2017"/>
                <a:gd name="T58" fmla="*/ 1441 w 1605"/>
                <a:gd name="T59" fmla="*/ 142 h 2017"/>
                <a:gd name="T60" fmla="*/ 1411 w 1605"/>
                <a:gd name="T61" fmla="*/ 101 h 2017"/>
                <a:gd name="T62" fmla="*/ 1316 w 1605"/>
                <a:gd name="T63" fmla="*/ 71 h 2017"/>
                <a:gd name="T64" fmla="*/ 1264 w 1605"/>
                <a:gd name="T65" fmla="*/ 28 h 2017"/>
                <a:gd name="T66" fmla="*/ 1169 w 1605"/>
                <a:gd name="T67" fmla="*/ 44 h 2017"/>
                <a:gd name="T68" fmla="*/ 1110 w 1605"/>
                <a:gd name="T69" fmla="*/ 152 h 2017"/>
                <a:gd name="T70" fmla="*/ 1019 w 1605"/>
                <a:gd name="T71" fmla="*/ 288 h 2017"/>
                <a:gd name="T72" fmla="*/ 955 w 1605"/>
                <a:gd name="T73" fmla="*/ 349 h 2017"/>
                <a:gd name="T74" fmla="*/ 890 w 1605"/>
                <a:gd name="T75" fmla="*/ 396 h 2017"/>
                <a:gd name="T76" fmla="*/ 765 w 1605"/>
                <a:gd name="T77" fmla="*/ 416 h 2017"/>
                <a:gd name="T78" fmla="*/ 685 w 1605"/>
                <a:gd name="T79" fmla="*/ 380 h 2017"/>
                <a:gd name="T80" fmla="*/ 634 w 1605"/>
                <a:gd name="T81" fmla="*/ 296 h 2017"/>
                <a:gd name="T82" fmla="*/ 571 w 1605"/>
                <a:gd name="T83" fmla="*/ 275 h 2017"/>
                <a:gd name="T84" fmla="*/ 625 w 1605"/>
                <a:gd name="T85" fmla="*/ 490 h 2017"/>
                <a:gd name="T86" fmla="*/ 603 w 1605"/>
                <a:gd name="T87" fmla="*/ 552 h 2017"/>
                <a:gd name="T88" fmla="*/ 511 w 1605"/>
                <a:gd name="T89" fmla="*/ 325 h 2017"/>
                <a:gd name="T90" fmla="*/ 350 w 1605"/>
                <a:gd name="T91" fmla="*/ 110 h 2017"/>
                <a:gd name="T92" fmla="*/ 292 w 1605"/>
                <a:gd name="T93" fmla="*/ 651 h 2017"/>
                <a:gd name="T94" fmla="*/ 373 w 1605"/>
                <a:gd name="T95" fmla="*/ 707 h 2017"/>
                <a:gd name="T96" fmla="*/ 282 w 1605"/>
                <a:gd name="T97" fmla="*/ 786 h 2017"/>
                <a:gd name="T98" fmla="*/ 151 w 1605"/>
                <a:gd name="T99" fmla="*/ 1505 h 2017"/>
                <a:gd name="T100" fmla="*/ 9 w 1605"/>
                <a:gd name="T101" fmla="*/ 1609 h 2017"/>
                <a:gd name="T102" fmla="*/ 45 w 1605"/>
                <a:gd name="T103" fmla="*/ 1657 h 2017"/>
                <a:gd name="T104" fmla="*/ 90 w 1605"/>
                <a:gd name="T105" fmla="*/ 1695 h 2017"/>
                <a:gd name="T106" fmla="*/ 179 w 1605"/>
                <a:gd name="T107" fmla="*/ 1686 h 2017"/>
                <a:gd name="T108" fmla="*/ 186 w 1605"/>
                <a:gd name="T109" fmla="*/ 1843 h 2017"/>
                <a:gd name="T110" fmla="*/ 252 w 1605"/>
                <a:gd name="T111" fmla="*/ 1804 h 2017"/>
                <a:gd name="T112" fmla="*/ 352 w 1605"/>
                <a:gd name="T113" fmla="*/ 1869 h 2017"/>
                <a:gd name="T114" fmla="*/ 526 w 1605"/>
                <a:gd name="T115" fmla="*/ 1933 h 2017"/>
                <a:gd name="T116" fmla="*/ 591 w 1605"/>
                <a:gd name="T117" fmla="*/ 1998 h 2017"/>
                <a:gd name="T118" fmla="*/ 621 w 1605"/>
                <a:gd name="T119" fmla="*/ 1994 h 2017"/>
                <a:gd name="T120" fmla="*/ 724 w 1605"/>
                <a:gd name="T121" fmla="*/ 1932 h 2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05" h="2017">
                  <a:moveTo>
                    <a:pt x="739" y="1901"/>
                  </a:moveTo>
                  <a:lnTo>
                    <a:pt x="738" y="1896"/>
                  </a:lnTo>
                  <a:lnTo>
                    <a:pt x="735" y="1882"/>
                  </a:lnTo>
                  <a:cubicBezTo>
                    <a:pt x="735" y="1881"/>
                    <a:pt x="735" y="1880"/>
                    <a:pt x="735" y="1879"/>
                  </a:cubicBezTo>
                  <a:lnTo>
                    <a:pt x="736" y="1875"/>
                  </a:lnTo>
                  <a:cubicBezTo>
                    <a:pt x="736" y="1874"/>
                    <a:pt x="736" y="1873"/>
                    <a:pt x="737" y="1872"/>
                  </a:cubicBezTo>
                  <a:lnTo>
                    <a:pt x="740" y="1866"/>
                  </a:lnTo>
                  <a:cubicBezTo>
                    <a:pt x="741" y="1866"/>
                    <a:pt x="741" y="1865"/>
                    <a:pt x="741" y="1865"/>
                  </a:cubicBezTo>
                  <a:lnTo>
                    <a:pt x="750" y="1856"/>
                  </a:lnTo>
                  <a:lnTo>
                    <a:pt x="755" y="1850"/>
                  </a:lnTo>
                  <a:lnTo>
                    <a:pt x="760" y="1845"/>
                  </a:lnTo>
                  <a:cubicBezTo>
                    <a:pt x="761" y="1845"/>
                    <a:pt x="761" y="1844"/>
                    <a:pt x="762" y="1844"/>
                  </a:cubicBezTo>
                  <a:lnTo>
                    <a:pt x="766" y="1843"/>
                  </a:lnTo>
                  <a:cubicBezTo>
                    <a:pt x="767" y="1842"/>
                    <a:pt x="768" y="1842"/>
                    <a:pt x="769" y="1842"/>
                  </a:cubicBezTo>
                  <a:lnTo>
                    <a:pt x="785" y="1842"/>
                  </a:lnTo>
                  <a:lnTo>
                    <a:pt x="787" y="1840"/>
                  </a:lnTo>
                  <a:lnTo>
                    <a:pt x="784" y="1830"/>
                  </a:lnTo>
                  <a:lnTo>
                    <a:pt x="783" y="1821"/>
                  </a:lnTo>
                  <a:lnTo>
                    <a:pt x="784" y="1809"/>
                  </a:lnTo>
                  <a:cubicBezTo>
                    <a:pt x="784" y="1808"/>
                    <a:pt x="784" y="1807"/>
                    <a:pt x="785" y="1806"/>
                  </a:cubicBezTo>
                  <a:lnTo>
                    <a:pt x="789" y="1799"/>
                  </a:lnTo>
                  <a:cubicBezTo>
                    <a:pt x="789" y="1799"/>
                    <a:pt x="790" y="1798"/>
                    <a:pt x="790" y="1797"/>
                  </a:cubicBezTo>
                  <a:lnTo>
                    <a:pt x="794" y="1794"/>
                  </a:lnTo>
                  <a:cubicBezTo>
                    <a:pt x="794" y="1793"/>
                    <a:pt x="795" y="1793"/>
                    <a:pt x="796" y="1792"/>
                  </a:cubicBezTo>
                  <a:lnTo>
                    <a:pt x="809" y="1785"/>
                  </a:lnTo>
                  <a:lnTo>
                    <a:pt x="812" y="1783"/>
                  </a:lnTo>
                  <a:lnTo>
                    <a:pt x="815" y="1777"/>
                  </a:lnTo>
                  <a:lnTo>
                    <a:pt x="821" y="1761"/>
                  </a:lnTo>
                  <a:cubicBezTo>
                    <a:pt x="822" y="1761"/>
                    <a:pt x="822" y="1760"/>
                    <a:pt x="823" y="1759"/>
                  </a:cubicBezTo>
                  <a:lnTo>
                    <a:pt x="826" y="1755"/>
                  </a:lnTo>
                  <a:cubicBezTo>
                    <a:pt x="827" y="1754"/>
                    <a:pt x="828" y="1753"/>
                    <a:pt x="829" y="1753"/>
                  </a:cubicBezTo>
                  <a:lnTo>
                    <a:pt x="832" y="1752"/>
                  </a:lnTo>
                  <a:cubicBezTo>
                    <a:pt x="834" y="1751"/>
                    <a:pt x="835" y="1751"/>
                    <a:pt x="837" y="1752"/>
                  </a:cubicBezTo>
                  <a:lnTo>
                    <a:pt x="840" y="1752"/>
                  </a:lnTo>
                  <a:lnTo>
                    <a:pt x="840" y="1751"/>
                  </a:lnTo>
                  <a:lnTo>
                    <a:pt x="847" y="1725"/>
                  </a:lnTo>
                  <a:cubicBezTo>
                    <a:pt x="847" y="1725"/>
                    <a:pt x="848" y="1724"/>
                    <a:pt x="848" y="1723"/>
                  </a:cubicBezTo>
                  <a:lnTo>
                    <a:pt x="852" y="1719"/>
                  </a:lnTo>
                  <a:lnTo>
                    <a:pt x="864" y="1707"/>
                  </a:lnTo>
                  <a:lnTo>
                    <a:pt x="866" y="1701"/>
                  </a:lnTo>
                  <a:lnTo>
                    <a:pt x="866" y="1699"/>
                  </a:lnTo>
                  <a:lnTo>
                    <a:pt x="861" y="1687"/>
                  </a:lnTo>
                  <a:cubicBezTo>
                    <a:pt x="861" y="1686"/>
                    <a:pt x="861" y="1685"/>
                    <a:pt x="861" y="1684"/>
                  </a:cubicBezTo>
                  <a:lnTo>
                    <a:pt x="862" y="1673"/>
                  </a:lnTo>
                  <a:lnTo>
                    <a:pt x="863" y="1665"/>
                  </a:lnTo>
                  <a:lnTo>
                    <a:pt x="866" y="1658"/>
                  </a:lnTo>
                  <a:lnTo>
                    <a:pt x="874" y="1648"/>
                  </a:lnTo>
                  <a:cubicBezTo>
                    <a:pt x="875" y="1647"/>
                    <a:pt x="875" y="1647"/>
                    <a:pt x="876" y="1646"/>
                  </a:cubicBezTo>
                  <a:lnTo>
                    <a:pt x="879" y="1644"/>
                  </a:lnTo>
                  <a:cubicBezTo>
                    <a:pt x="880" y="1644"/>
                    <a:pt x="881" y="1644"/>
                    <a:pt x="881" y="1643"/>
                  </a:cubicBezTo>
                  <a:lnTo>
                    <a:pt x="891" y="1640"/>
                  </a:lnTo>
                  <a:lnTo>
                    <a:pt x="891" y="1637"/>
                  </a:lnTo>
                  <a:lnTo>
                    <a:pt x="884" y="1623"/>
                  </a:lnTo>
                  <a:lnTo>
                    <a:pt x="882" y="1612"/>
                  </a:lnTo>
                  <a:lnTo>
                    <a:pt x="884" y="1586"/>
                  </a:lnTo>
                  <a:lnTo>
                    <a:pt x="876" y="1596"/>
                  </a:lnTo>
                  <a:cubicBezTo>
                    <a:pt x="875" y="1597"/>
                    <a:pt x="872" y="1599"/>
                    <a:pt x="870" y="1598"/>
                  </a:cubicBezTo>
                  <a:lnTo>
                    <a:pt x="866" y="1598"/>
                  </a:lnTo>
                  <a:cubicBezTo>
                    <a:pt x="864" y="1598"/>
                    <a:pt x="861" y="1597"/>
                    <a:pt x="860" y="1595"/>
                  </a:cubicBezTo>
                  <a:lnTo>
                    <a:pt x="857" y="1590"/>
                  </a:lnTo>
                  <a:cubicBezTo>
                    <a:pt x="856" y="1589"/>
                    <a:pt x="855" y="1588"/>
                    <a:pt x="855" y="1586"/>
                  </a:cubicBezTo>
                  <a:lnTo>
                    <a:pt x="853" y="1573"/>
                  </a:lnTo>
                  <a:cubicBezTo>
                    <a:pt x="853" y="1572"/>
                    <a:pt x="853" y="1571"/>
                    <a:pt x="854" y="1570"/>
                  </a:cubicBezTo>
                  <a:lnTo>
                    <a:pt x="855" y="1564"/>
                  </a:lnTo>
                  <a:cubicBezTo>
                    <a:pt x="855" y="1562"/>
                    <a:pt x="856" y="1561"/>
                    <a:pt x="858" y="1559"/>
                  </a:cubicBezTo>
                  <a:lnTo>
                    <a:pt x="861" y="1557"/>
                  </a:lnTo>
                  <a:cubicBezTo>
                    <a:pt x="863" y="1556"/>
                    <a:pt x="865" y="1555"/>
                    <a:pt x="868" y="1556"/>
                  </a:cubicBezTo>
                  <a:lnTo>
                    <a:pt x="871" y="1557"/>
                  </a:lnTo>
                  <a:lnTo>
                    <a:pt x="871" y="1554"/>
                  </a:lnTo>
                  <a:lnTo>
                    <a:pt x="868" y="1548"/>
                  </a:lnTo>
                  <a:lnTo>
                    <a:pt x="854" y="1516"/>
                  </a:lnTo>
                  <a:lnTo>
                    <a:pt x="851" y="1513"/>
                  </a:lnTo>
                  <a:lnTo>
                    <a:pt x="847" y="1511"/>
                  </a:lnTo>
                  <a:lnTo>
                    <a:pt x="842" y="1506"/>
                  </a:lnTo>
                  <a:cubicBezTo>
                    <a:pt x="841" y="1506"/>
                    <a:pt x="841" y="1505"/>
                    <a:pt x="840" y="1503"/>
                  </a:cubicBezTo>
                  <a:lnTo>
                    <a:pt x="836" y="1492"/>
                  </a:lnTo>
                  <a:lnTo>
                    <a:pt x="829" y="1488"/>
                  </a:lnTo>
                  <a:lnTo>
                    <a:pt x="786" y="1479"/>
                  </a:lnTo>
                  <a:lnTo>
                    <a:pt x="770" y="1480"/>
                  </a:lnTo>
                  <a:cubicBezTo>
                    <a:pt x="768" y="1480"/>
                    <a:pt x="765" y="1479"/>
                    <a:pt x="763" y="1477"/>
                  </a:cubicBezTo>
                  <a:lnTo>
                    <a:pt x="760" y="1472"/>
                  </a:lnTo>
                  <a:cubicBezTo>
                    <a:pt x="759" y="1471"/>
                    <a:pt x="759" y="1471"/>
                    <a:pt x="758" y="1470"/>
                  </a:cubicBezTo>
                  <a:lnTo>
                    <a:pt x="757" y="1467"/>
                  </a:lnTo>
                  <a:lnTo>
                    <a:pt x="755" y="1457"/>
                  </a:lnTo>
                  <a:lnTo>
                    <a:pt x="750" y="1454"/>
                  </a:lnTo>
                  <a:cubicBezTo>
                    <a:pt x="748" y="1452"/>
                    <a:pt x="747" y="1450"/>
                    <a:pt x="746" y="1448"/>
                  </a:cubicBezTo>
                  <a:lnTo>
                    <a:pt x="746" y="1444"/>
                  </a:lnTo>
                  <a:cubicBezTo>
                    <a:pt x="746" y="1443"/>
                    <a:pt x="746" y="1441"/>
                    <a:pt x="746" y="1440"/>
                  </a:cubicBezTo>
                  <a:lnTo>
                    <a:pt x="749" y="1435"/>
                  </a:lnTo>
                  <a:cubicBezTo>
                    <a:pt x="749" y="1434"/>
                    <a:pt x="749" y="1433"/>
                    <a:pt x="750" y="1433"/>
                  </a:cubicBezTo>
                  <a:lnTo>
                    <a:pt x="755" y="1426"/>
                  </a:lnTo>
                  <a:lnTo>
                    <a:pt x="757" y="1421"/>
                  </a:lnTo>
                  <a:lnTo>
                    <a:pt x="757" y="1419"/>
                  </a:lnTo>
                  <a:lnTo>
                    <a:pt x="755" y="1416"/>
                  </a:lnTo>
                  <a:lnTo>
                    <a:pt x="753" y="1410"/>
                  </a:lnTo>
                  <a:cubicBezTo>
                    <a:pt x="752" y="1408"/>
                    <a:pt x="752" y="1407"/>
                    <a:pt x="753" y="1405"/>
                  </a:cubicBezTo>
                  <a:lnTo>
                    <a:pt x="754" y="1401"/>
                  </a:lnTo>
                  <a:cubicBezTo>
                    <a:pt x="754" y="1399"/>
                    <a:pt x="756" y="1398"/>
                    <a:pt x="758" y="1397"/>
                  </a:cubicBezTo>
                  <a:lnTo>
                    <a:pt x="763" y="1394"/>
                  </a:lnTo>
                  <a:cubicBezTo>
                    <a:pt x="764" y="1394"/>
                    <a:pt x="765" y="1393"/>
                    <a:pt x="766" y="1393"/>
                  </a:cubicBezTo>
                  <a:lnTo>
                    <a:pt x="772" y="1393"/>
                  </a:lnTo>
                  <a:lnTo>
                    <a:pt x="773" y="1391"/>
                  </a:lnTo>
                  <a:lnTo>
                    <a:pt x="782" y="1369"/>
                  </a:lnTo>
                  <a:lnTo>
                    <a:pt x="781" y="1367"/>
                  </a:lnTo>
                  <a:lnTo>
                    <a:pt x="776" y="1360"/>
                  </a:lnTo>
                  <a:cubicBezTo>
                    <a:pt x="776" y="1358"/>
                    <a:pt x="775" y="1357"/>
                    <a:pt x="775" y="1356"/>
                  </a:cubicBezTo>
                  <a:lnTo>
                    <a:pt x="775" y="1351"/>
                  </a:lnTo>
                  <a:lnTo>
                    <a:pt x="776" y="1344"/>
                  </a:lnTo>
                  <a:lnTo>
                    <a:pt x="776" y="1334"/>
                  </a:lnTo>
                  <a:lnTo>
                    <a:pt x="776" y="1327"/>
                  </a:lnTo>
                  <a:lnTo>
                    <a:pt x="779" y="1320"/>
                  </a:lnTo>
                  <a:lnTo>
                    <a:pt x="785" y="1309"/>
                  </a:lnTo>
                  <a:lnTo>
                    <a:pt x="788" y="1300"/>
                  </a:lnTo>
                  <a:lnTo>
                    <a:pt x="788" y="1299"/>
                  </a:lnTo>
                  <a:lnTo>
                    <a:pt x="780" y="1279"/>
                  </a:lnTo>
                  <a:lnTo>
                    <a:pt x="769" y="1267"/>
                  </a:lnTo>
                  <a:cubicBezTo>
                    <a:pt x="768" y="1266"/>
                    <a:pt x="768" y="1263"/>
                    <a:pt x="768" y="1261"/>
                  </a:cubicBezTo>
                  <a:lnTo>
                    <a:pt x="769" y="1256"/>
                  </a:lnTo>
                  <a:cubicBezTo>
                    <a:pt x="769" y="1255"/>
                    <a:pt x="770" y="1254"/>
                    <a:pt x="770" y="1253"/>
                  </a:cubicBezTo>
                  <a:lnTo>
                    <a:pt x="774" y="1247"/>
                  </a:lnTo>
                  <a:cubicBezTo>
                    <a:pt x="775" y="1247"/>
                    <a:pt x="775" y="1246"/>
                    <a:pt x="776" y="1246"/>
                  </a:cubicBezTo>
                  <a:lnTo>
                    <a:pt x="793" y="1232"/>
                  </a:lnTo>
                  <a:lnTo>
                    <a:pt x="800" y="1228"/>
                  </a:lnTo>
                  <a:cubicBezTo>
                    <a:pt x="802" y="1228"/>
                    <a:pt x="804" y="1227"/>
                    <a:pt x="805" y="1228"/>
                  </a:cubicBezTo>
                  <a:lnTo>
                    <a:pt x="823" y="1231"/>
                  </a:lnTo>
                  <a:lnTo>
                    <a:pt x="834" y="1230"/>
                  </a:lnTo>
                  <a:lnTo>
                    <a:pt x="838" y="1227"/>
                  </a:lnTo>
                  <a:lnTo>
                    <a:pt x="847" y="1216"/>
                  </a:lnTo>
                  <a:lnTo>
                    <a:pt x="860" y="1205"/>
                  </a:lnTo>
                  <a:lnTo>
                    <a:pt x="867" y="1202"/>
                  </a:lnTo>
                  <a:lnTo>
                    <a:pt x="873" y="1200"/>
                  </a:lnTo>
                  <a:cubicBezTo>
                    <a:pt x="875" y="1200"/>
                    <a:pt x="877" y="1200"/>
                    <a:pt x="878" y="1200"/>
                  </a:cubicBezTo>
                  <a:lnTo>
                    <a:pt x="886" y="1203"/>
                  </a:lnTo>
                  <a:cubicBezTo>
                    <a:pt x="886" y="1203"/>
                    <a:pt x="887" y="1204"/>
                    <a:pt x="888" y="1204"/>
                  </a:cubicBezTo>
                  <a:lnTo>
                    <a:pt x="891" y="1207"/>
                  </a:lnTo>
                  <a:cubicBezTo>
                    <a:pt x="892" y="1207"/>
                    <a:pt x="892" y="1208"/>
                    <a:pt x="893" y="1208"/>
                  </a:cubicBezTo>
                  <a:lnTo>
                    <a:pt x="895" y="1212"/>
                  </a:lnTo>
                  <a:cubicBezTo>
                    <a:pt x="896" y="1213"/>
                    <a:pt x="896" y="1214"/>
                    <a:pt x="897" y="1215"/>
                  </a:cubicBezTo>
                  <a:lnTo>
                    <a:pt x="898" y="1224"/>
                  </a:lnTo>
                  <a:cubicBezTo>
                    <a:pt x="898" y="1225"/>
                    <a:pt x="897" y="1226"/>
                    <a:pt x="897" y="1227"/>
                  </a:cubicBezTo>
                  <a:lnTo>
                    <a:pt x="895" y="1231"/>
                  </a:lnTo>
                  <a:lnTo>
                    <a:pt x="891" y="1237"/>
                  </a:lnTo>
                  <a:lnTo>
                    <a:pt x="891" y="1239"/>
                  </a:lnTo>
                  <a:lnTo>
                    <a:pt x="894" y="1241"/>
                  </a:lnTo>
                  <a:lnTo>
                    <a:pt x="899" y="1243"/>
                  </a:lnTo>
                  <a:lnTo>
                    <a:pt x="914" y="1244"/>
                  </a:lnTo>
                  <a:lnTo>
                    <a:pt x="918" y="1243"/>
                  </a:lnTo>
                  <a:lnTo>
                    <a:pt x="920" y="1239"/>
                  </a:lnTo>
                  <a:lnTo>
                    <a:pt x="920" y="1236"/>
                  </a:lnTo>
                  <a:lnTo>
                    <a:pt x="917" y="1220"/>
                  </a:lnTo>
                  <a:cubicBezTo>
                    <a:pt x="917" y="1218"/>
                    <a:pt x="917" y="1216"/>
                    <a:pt x="918" y="1214"/>
                  </a:cubicBezTo>
                  <a:lnTo>
                    <a:pt x="925" y="1203"/>
                  </a:lnTo>
                  <a:cubicBezTo>
                    <a:pt x="926" y="1201"/>
                    <a:pt x="927" y="1200"/>
                    <a:pt x="929" y="1199"/>
                  </a:cubicBezTo>
                  <a:lnTo>
                    <a:pt x="942" y="1194"/>
                  </a:lnTo>
                  <a:cubicBezTo>
                    <a:pt x="943" y="1194"/>
                    <a:pt x="944" y="1193"/>
                    <a:pt x="944" y="1193"/>
                  </a:cubicBezTo>
                  <a:lnTo>
                    <a:pt x="948" y="1193"/>
                  </a:lnTo>
                  <a:cubicBezTo>
                    <a:pt x="950" y="1193"/>
                    <a:pt x="951" y="1193"/>
                    <a:pt x="952" y="1193"/>
                  </a:cubicBezTo>
                  <a:lnTo>
                    <a:pt x="957" y="1195"/>
                  </a:lnTo>
                  <a:cubicBezTo>
                    <a:pt x="959" y="1196"/>
                    <a:pt x="960" y="1197"/>
                    <a:pt x="961" y="1199"/>
                  </a:cubicBezTo>
                  <a:lnTo>
                    <a:pt x="963" y="1202"/>
                  </a:lnTo>
                  <a:lnTo>
                    <a:pt x="967" y="1199"/>
                  </a:lnTo>
                  <a:lnTo>
                    <a:pt x="972" y="1192"/>
                  </a:lnTo>
                  <a:lnTo>
                    <a:pt x="982" y="1174"/>
                  </a:lnTo>
                  <a:cubicBezTo>
                    <a:pt x="983" y="1173"/>
                    <a:pt x="984" y="1173"/>
                    <a:pt x="984" y="1172"/>
                  </a:cubicBezTo>
                  <a:lnTo>
                    <a:pt x="988" y="1170"/>
                  </a:lnTo>
                  <a:cubicBezTo>
                    <a:pt x="989" y="1169"/>
                    <a:pt x="990" y="1169"/>
                    <a:pt x="991" y="1168"/>
                  </a:cubicBezTo>
                  <a:lnTo>
                    <a:pt x="996" y="1167"/>
                  </a:lnTo>
                  <a:cubicBezTo>
                    <a:pt x="998" y="1167"/>
                    <a:pt x="999" y="1167"/>
                    <a:pt x="1001" y="1168"/>
                  </a:cubicBezTo>
                  <a:lnTo>
                    <a:pt x="1024" y="1177"/>
                  </a:lnTo>
                  <a:lnTo>
                    <a:pt x="1035" y="1182"/>
                  </a:lnTo>
                  <a:lnTo>
                    <a:pt x="1040" y="1181"/>
                  </a:lnTo>
                  <a:lnTo>
                    <a:pt x="1052" y="1173"/>
                  </a:lnTo>
                  <a:lnTo>
                    <a:pt x="1060" y="1169"/>
                  </a:lnTo>
                  <a:cubicBezTo>
                    <a:pt x="1061" y="1168"/>
                    <a:pt x="1062" y="1168"/>
                    <a:pt x="1063" y="1168"/>
                  </a:cubicBezTo>
                  <a:lnTo>
                    <a:pt x="1072" y="1167"/>
                  </a:lnTo>
                  <a:lnTo>
                    <a:pt x="1106" y="1150"/>
                  </a:lnTo>
                  <a:lnTo>
                    <a:pt x="1109" y="1146"/>
                  </a:lnTo>
                  <a:cubicBezTo>
                    <a:pt x="1109" y="1146"/>
                    <a:pt x="1110" y="1145"/>
                    <a:pt x="1111" y="1145"/>
                  </a:cubicBezTo>
                  <a:lnTo>
                    <a:pt x="1116" y="1142"/>
                  </a:lnTo>
                  <a:cubicBezTo>
                    <a:pt x="1117" y="1141"/>
                    <a:pt x="1118" y="1141"/>
                    <a:pt x="1119" y="1141"/>
                  </a:cubicBezTo>
                  <a:lnTo>
                    <a:pt x="1124" y="1141"/>
                  </a:lnTo>
                  <a:cubicBezTo>
                    <a:pt x="1125" y="1140"/>
                    <a:pt x="1127" y="1141"/>
                    <a:pt x="1128" y="1141"/>
                  </a:cubicBezTo>
                  <a:lnTo>
                    <a:pt x="1138" y="1144"/>
                  </a:lnTo>
                  <a:lnTo>
                    <a:pt x="1139" y="1144"/>
                  </a:lnTo>
                  <a:lnTo>
                    <a:pt x="1172" y="1131"/>
                  </a:lnTo>
                  <a:lnTo>
                    <a:pt x="1181" y="1130"/>
                  </a:lnTo>
                  <a:cubicBezTo>
                    <a:pt x="1183" y="1129"/>
                    <a:pt x="1184" y="1130"/>
                    <a:pt x="1185" y="1130"/>
                  </a:cubicBezTo>
                  <a:lnTo>
                    <a:pt x="1195" y="1134"/>
                  </a:lnTo>
                  <a:lnTo>
                    <a:pt x="1203" y="1139"/>
                  </a:lnTo>
                  <a:lnTo>
                    <a:pt x="1218" y="1154"/>
                  </a:lnTo>
                  <a:lnTo>
                    <a:pt x="1223" y="1152"/>
                  </a:lnTo>
                  <a:lnTo>
                    <a:pt x="1250" y="1137"/>
                  </a:lnTo>
                  <a:lnTo>
                    <a:pt x="1251" y="1128"/>
                  </a:lnTo>
                  <a:lnTo>
                    <a:pt x="1255" y="1117"/>
                  </a:lnTo>
                  <a:lnTo>
                    <a:pt x="1258" y="1111"/>
                  </a:lnTo>
                  <a:lnTo>
                    <a:pt x="1263" y="1106"/>
                  </a:lnTo>
                  <a:cubicBezTo>
                    <a:pt x="1264" y="1105"/>
                    <a:pt x="1265" y="1104"/>
                    <a:pt x="1266" y="1104"/>
                  </a:cubicBezTo>
                  <a:lnTo>
                    <a:pt x="1277" y="1099"/>
                  </a:lnTo>
                  <a:lnTo>
                    <a:pt x="1280" y="1087"/>
                  </a:lnTo>
                  <a:cubicBezTo>
                    <a:pt x="1281" y="1086"/>
                    <a:pt x="1281" y="1085"/>
                    <a:pt x="1282" y="1084"/>
                  </a:cubicBezTo>
                  <a:lnTo>
                    <a:pt x="1284" y="1082"/>
                  </a:lnTo>
                  <a:cubicBezTo>
                    <a:pt x="1285" y="1081"/>
                    <a:pt x="1286" y="1081"/>
                    <a:pt x="1287" y="1080"/>
                  </a:cubicBezTo>
                  <a:lnTo>
                    <a:pt x="1292" y="1078"/>
                  </a:lnTo>
                  <a:cubicBezTo>
                    <a:pt x="1293" y="1077"/>
                    <a:pt x="1294" y="1077"/>
                    <a:pt x="1295" y="1077"/>
                  </a:cubicBezTo>
                  <a:lnTo>
                    <a:pt x="1300" y="1077"/>
                  </a:lnTo>
                  <a:cubicBezTo>
                    <a:pt x="1301" y="1077"/>
                    <a:pt x="1302" y="1077"/>
                    <a:pt x="1302" y="1077"/>
                  </a:cubicBezTo>
                  <a:lnTo>
                    <a:pt x="1307" y="1078"/>
                  </a:lnTo>
                  <a:lnTo>
                    <a:pt x="1320" y="1083"/>
                  </a:lnTo>
                  <a:lnTo>
                    <a:pt x="1325" y="1082"/>
                  </a:lnTo>
                  <a:lnTo>
                    <a:pt x="1325" y="1080"/>
                  </a:lnTo>
                  <a:lnTo>
                    <a:pt x="1324" y="1079"/>
                  </a:lnTo>
                  <a:lnTo>
                    <a:pt x="1316" y="1072"/>
                  </a:lnTo>
                  <a:cubicBezTo>
                    <a:pt x="1314" y="1070"/>
                    <a:pt x="1313" y="1068"/>
                    <a:pt x="1313" y="1066"/>
                  </a:cubicBezTo>
                  <a:lnTo>
                    <a:pt x="1314" y="1062"/>
                  </a:lnTo>
                  <a:cubicBezTo>
                    <a:pt x="1314" y="1060"/>
                    <a:pt x="1315" y="1058"/>
                    <a:pt x="1317" y="1056"/>
                  </a:cubicBezTo>
                  <a:lnTo>
                    <a:pt x="1329" y="1048"/>
                  </a:lnTo>
                  <a:lnTo>
                    <a:pt x="1332" y="1045"/>
                  </a:lnTo>
                  <a:lnTo>
                    <a:pt x="1351" y="1000"/>
                  </a:lnTo>
                  <a:lnTo>
                    <a:pt x="1350" y="998"/>
                  </a:lnTo>
                  <a:lnTo>
                    <a:pt x="1347" y="997"/>
                  </a:lnTo>
                  <a:lnTo>
                    <a:pt x="1336" y="993"/>
                  </a:lnTo>
                  <a:cubicBezTo>
                    <a:pt x="1335" y="993"/>
                    <a:pt x="1334" y="992"/>
                    <a:pt x="1333" y="992"/>
                  </a:cubicBezTo>
                  <a:lnTo>
                    <a:pt x="1330" y="989"/>
                  </a:lnTo>
                  <a:cubicBezTo>
                    <a:pt x="1329" y="989"/>
                    <a:pt x="1329" y="988"/>
                    <a:pt x="1328" y="987"/>
                  </a:cubicBezTo>
                  <a:lnTo>
                    <a:pt x="1326" y="984"/>
                  </a:lnTo>
                  <a:lnTo>
                    <a:pt x="1322" y="975"/>
                  </a:lnTo>
                  <a:cubicBezTo>
                    <a:pt x="1321" y="974"/>
                    <a:pt x="1321" y="972"/>
                    <a:pt x="1321" y="971"/>
                  </a:cubicBezTo>
                  <a:lnTo>
                    <a:pt x="1322" y="966"/>
                  </a:lnTo>
                  <a:cubicBezTo>
                    <a:pt x="1322" y="965"/>
                    <a:pt x="1322" y="964"/>
                    <a:pt x="1322" y="964"/>
                  </a:cubicBezTo>
                  <a:lnTo>
                    <a:pt x="1328" y="949"/>
                  </a:lnTo>
                  <a:lnTo>
                    <a:pt x="1328" y="947"/>
                  </a:lnTo>
                  <a:lnTo>
                    <a:pt x="1328" y="939"/>
                  </a:lnTo>
                  <a:lnTo>
                    <a:pt x="1328" y="933"/>
                  </a:lnTo>
                  <a:cubicBezTo>
                    <a:pt x="1328" y="932"/>
                    <a:pt x="1329" y="932"/>
                    <a:pt x="1329" y="931"/>
                  </a:cubicBezTo>
                  <a:lnTo>
                    <a:pt x="1330" y="927"/>
                  </a:lnTo>
                  <a:cubicBezTo>
                    <a:pt x="1331" y="926"/>
                    <a:pt x="1332" y="924"/>
                    <a:pt x="1333" y="924"/>
                  </a:cubicBezTo>
                  <a:lnTo>
                    <a:pt x="1336" y="921"/>
                  </a:lnTo>
                  <a:cubicBezTo>
                    <a:pt x="1337" y="920"/>
                    <a:pt x="1338" y="919"/>
                    <a:pt x="1340" y="919"/>
                  </a:cubicBezTo>
                  <a:lnTo>
                    <a:pt x="1344" y="918"/>
                  </a:lnTo>
                  <a:cubicBezTo>
                    <a:pt x="1346" y="917"/>
                    <a:pt x="1348" y="918"/>
                    <a:pt x="1349" y="918"/>
                  </a:cubicBezTo>
                  <a:lnTo>
                    <a:pt x="1354" y="921"/>
                  </a:lnTo>
                  <a:cubicBezTo>
                    <a:pt x="1355" y="921"/>
                    <a:pt x="1356" y="922"/>
                    <a:pt x="1357" y="923"/>
                  </a:cubicBezTo>
                  <a:lnTo>
                    <a:pt x="1359" y="925"/>
                  </a:lnTo>
                  <a:lnTo>
                    <a:pt x="1363" y="927"/>
                  </a:lnTo>
                  <a:lnTo>
                    <a:pt x="1371" y="929"/>
                  </a:lnTo>
                  <a:lnTo>
                    <a:pt x="1407" y="926"/>
                  </a:lnTo>
                  <a:lnTo>
                    <a:pt x="1410" y="923"/>
                  </a:lnTo>
                  <a:lnTo>
                    <a:pt x="1410" y="909"/>
                  </a:lnTo>
                  <a:lnTo>
                    <a:pt x="1412" y="902"/>
                  </a:lnTo>
                  <a:lnTo>
                    <a:pt x="1411" y="898"/>
                  </a:lnTo>
                  <a:lnTo>
                    <a:pt x="1410" y="895"/>
                  </a:lnTo>
                  <a:lnTo>
                    <a:pt x="1398" y="884"/>
                  </a:lnTo>
                  <a:cubicBezTo>
                    <a:pt x="1398" y="883"/>
                    <a:pt x="1397" y="883"/>
                    <a:pt x="1397" y="882"/>
                  </a:cubicBezTo>
                  <a:lnTo>
                    <a:pt x="1395" y="878"/>
                  </a:lnTo>
                  <a:lnTo>
                    <a:pt x="1388" y="852"/>
                  </a:lnTo>
                  <a:lnTo>
                    <a:pt x="1388" y="842"/>
                  </a:lnTo>
                  <a:lnTo>
                    <a:pt x="1386" y="837"/>
                  </a:lnTo>
                  <a:lnTo>
                    <a:pt x="1379" y="826"/>
                  </a:lnTo>
                  <a:lnTo>
                    <a:pt x="1378" y="825"/>
                  </a:lnTo>
                  <a:lnTo>
                    <a:pt x="1377" y="821"/>
                  </a:lnTo>
                  <a:cubicBezTo>
                    <a:pt x="1377" y="819"/>
                    <a:pt x="1377" y="817"/>
                    <a:pt x="1377" y="816"/>
                  </a:cubicBezTo>
                  <a:lnTo>
                    <a:pt x="1379" y="811"/>
                  </a:lnTo>
                  <a:cubicBezTo>
                    <a:pt x="1380" y="810"/>
                    <a:pt x="1380" y="809"/>
                    <a:pt x="1381" y="809"/>
                  </a:cubicBezTo>
                  <a:lnTo>
                    <a:pt x="1386" y="803"/>
                  </a:lnTo>
                  <a:cubicBezTo>
                    <a:pt x="1387" y="802"/>
                    <a:pt x="1388" y="802"/>
                    <a:pt x="1389" y="801"/>
                  </a:cubicBezTo>
                  <a:lnTo>
                    <a:pt x="1413" y="789"/>
                  </a:lnTo>
                  <a:lnTo>
                    <a:pt x="1428" y="776"/>
                  </a:lnTo>
                  <a:lnTo>
                    <a:pt x="1440" y="764"/>
                  </a:lnTo>
                  <a:lnTo>
                    <a:pt x="1444" y="757"/>
                  </a:lnTo>
                  <a:lnTo>
                    <a:pt x="1466" y="717"/>
                  </a:lnTo>
                  <a:cubicBezTo>
                    <a:pt x="1466" y="716"/>
                    <a:pt x="1467" y="715"/>
                    <a:pt x="1467" y="715"/>
                  </a:cubicBezTo>
                  <a:lnTo>
                    <a:pt x="1475" y="708"/>
                  </a:lnTo>
                  <a:cubicBezTo>
                    <a:pt x="1476" y="708"/>
                    <a:pt x="1476" y="707"/>
                    <a:pt x="1477" y="707"/>
                  </a:cubicBezTo>
                  <a:lnTo>
                    <a:pt x="1482" y="705"/>
                  </a:lnTo>
                  <a:lnTo>
                    <a:pt x="1496" y="702"/>
                  </a:lnTo>
                  <a:lnTo>
                    <a:pt x="1499" y="700"/>
                  </a:lnTo>
                  <a:lnTo>
                    <a:pt x="1509" y="691"/>
                  </a:lnTo>
                  <a:cubicBezTo>
                    <a:pt x="1510" y="690"/>
                    <a:pt x="1511" y="690"/>
                    <a:pt x="1511" y="690"/>
                  </a:cubicBezTo>
                  <a:lnTo>
                    <a:pt x="1520" y="686"/>
                  </a:lnTo>
                  <a:lnTo>
                    <a:pt x="1525" y="683"/>
                  </a:lnTo>
                  <a:lnTo>
                    <a:pt x="1529" y="678"/>
                  </a:lnTo>
                  <a:lnTo>
                    <a:pt x="1538" y="664"/>
                  </a:lnTo>
                  <a:lnTo>
                    <a:pt x="1538" y="661"/>
                  </a:lnTo>
                  <a:lnTo>
                    <a:pt x="1535" y="656"/>
                  </a:lnTo>
                  <a:cubicBezTo>
                    <a:pt x="1534" y="655"/>
                    <a:pt x="1533" y="653"/>
                    <a:pt x="1533" y="652"/>
                  </a:cubicBezTo>
                  <a:lnTo>
                    <a:pt x="1532" y="647"/>
                  </a:lnTo>
                  <a:cubicBezTo>
                    <a:pt x="1532" y="646"/>
                    <a:pt x="1532" y="645"/>
                    <a:pt x="1533" y="644"/>
                  </a:cubicBezTo>
                  <a:lnTo>
                    <a:pt x="1534" y="638"/>
                  </a:lnTo>
                  <a:cubicBezTo>
                    <a:pt x="1535" y="637"/>
                    <a:pt x="1535" y="636"/>
                    <a:pt x="1535" y="636"/>
                  </a:cubicBezTo>
                  <a:lnTo>
                    <a:pt x="1541" y="626"/>
                  </a:lnTo>
                  <a:cubicBezTo>
                    <a:pt x="1542" y="625"/>
                    <a:pt x="1543" y="625"/>
                    <a:pt x="1544" y="624"/>
                  </a:cubicBezTo>
                  <a:lnTo>
                    <a:pt x="1549" y="621"/>
                  </a:lnTo>
                  <a:cubicBezTo>
                    <a:pt x="1550" y="621"/>
                    <a:pt x="1551" y="620"/>
                    <a:pt x="1552" y="620"/>
                  </a:cubicBezTo>
                  <a:lnTo>
                    <a:pt x="1557" y="619"/>
                  </a:lnTo>
                  <a:lnTo>
                    <a:pt x="1560" y="619"/>
                  </a:lnTo>
                  <a:lnTo>
                    <a:pt x="1561" y="619"/>
                  </a:lnTo>
                  <a:lnTo>
                    <a:pt x="1564" y="614"/>
                  </a:lnTo>
                  <a:lnTo>
                    <a:pt x="1569" y="603"/>
                  </a:lnTo>
                  <a:lnTo>
                    <a:pt x="1578" y="590"/>
                  </a:lnTo>
                  <a:lnTo>
                    <a:pt x="1594" y="575"/>
                  </a:lnTo>
                  <a:lnTo>
                    <a:pt x="1596" y="570"/>
                  </a:lnTo>
                  <a:lnTo>
                    <a:pt x="1594" y="564"/>
                  </a:lnTo>
                  <a:lnTo>
                    <a:pt x="1594" y="563"/>
                  </a:lnTo>
                  <a:lnTo>
                    <a:pt x="1594" y="558"/>
                  </a:lnTo>
                  <a:cubicBezTo>
                    <a:pt x="1594" y="556"/>
                    <a:pt x="1595" y="554"/>
                    <a:pt x="1596" y="553"/>
                  </a:cubicBezTo>
                  <a:lnTo>
                    <a:pt x="1600" y="545"/>
                  </a:lnTo>
                  <a:lnTo>
                    <a:pt x="1600" y="540"/>
                  </a:lnTo>
                  <a:lnTo>
                    <a:pt x="1590" y="506"/>
                  </a:lnTo>
                  <a:cubicBezTo>
                    <a:pt x="1589" y="504"/>
                    <a:pt x="1589" y="503"/>
                    <a:pt x="1590" y="502"/>
                  </a:cubicBezTo>
                  <a:lnTo>
                    <a:pt x="1592" y="490"/>
                  </a:lnTo>
                  <a:cubicBezTo>
                    <a:pt x="1592" y="488"/>
                    <a:pt x="1594" y="487"/>
                    <a:pt x="1595" y="485"/>
                  </a:cubicBezTo>
                  <a:lnTo>
                    <a:pt x="1604" y="479"/>
                  </a:lnTo>
                  <a:lnTo>
                    <a:pt x="1602" y="476"/>
                  </a:lnTo>
                  <a:lnTo>
                    <a:pt x="1595" y="469"/>
                  </a:lnTo>
                  <a:cubicBezTo>
                    <a:pt x="1594" y="469"/>
                    <a:pt x="1594" y="468"/>
                    <a:pt x="1593" y="468"/>
                  </a:cubicBezTo>
                  <a:lnTo>
                    <a:pt x="1590" y="463"/>
                  </a:lnTo>
                  <a:lnTo>
                    <a:pt x="1586" y="454"/>
                  </a:lnTo>
                  <a:lnTo>
                    <a:pt x="1581" y="447"/>
                  </a:lnTo>
                  <a:lnTo>
                    <a:pt x="1574" y="428"/>
                  </a:lnTo>
                  <a:cubicBezTo>
                    <a:pt x="1574" y="427"/>
                    <a:pt x="1574" y="426"/>
                    <a:pt x="1574" y="425"/>
                  </a:cubicBezTo>
                  <a:lnTo>
                    <a:pt x="1574" y="420"/>
                  </a:lnTo>
                  <a:lnTo>
                    <a:pt x="1578" y="406"/>
                  </a:lnTo>
                  <a:lnTo>
                    <a:pt x="1552" y="407"/>
                  </a:lnTo>
                  <a:cubicBezTo>
                    <a:pt x="1551" y="407"/>
                    <a:pt x="1550" y="407"/>
                    <a:pt x="1550" y="407"/>
                  </a:cubicBezTo>
                  <a:lnTo>
                    <a:pt x="1536" y="403"/>
                  </a:lnTo>
                  <a:lnTo>
                    <a:pt x="1525" y="395"/>
                  </a:lnTo>
                  <a:lnTo>
                    <a:pt x="1524" y="394"/>
                  </a:lnTo>
                  <a:lnTo>
                    <a:pt x="1519" y="389"/>
                  </a:lnTo>
                  <a:cubicBezTo>
                    <a:pt x="1518" y="388"/>
                    <a:pt x="1518" y="387"/>
                    <a:pt x="1518" y="386"/>
                  </a:cubicBezTo>
                  <a:lnTo>
                    <a:pt x="1516" y="381"/>
                  </a:lnTo>
                  <a:cubicBezTo>
                    <a:pt x="1516" y="379"/>
                    <a:pt x="1516" y="377"/>
                    <a:pt x="1517" y="376"/>
                  </a:cubicBezTo>
                  <a:lnTo>
                    <a:pt x="1522" y="361"/>
                  </a:lnTo>
                  <a:lnTo>
                    <a:pt x="1521" y="359"/>
                  </a:lnTo>
                  <a:lnTo>
                    <a:pt x="1512" y="359"/>
                  </a:lnTo>
                  <a:cubicBezTo>
                    <a:pt x="1511" y="360"/>
                    <a:pt x="1510" y="359"/>
                    <a:pt x="1509" y="359"/>
                  </a:cubicBezTo>
                  <a:lnTo>
                    <a:pt x="1503" y="357"/>
                  </a:lnTo>
                  <a:cubicBezTo>
                    <a:pt x="1501" y="356"/>
                    <a:pt x="1500" y="355"/>
                    <a:pt x="1499" y="353"/>
                  </a:cubicBezTo>
                  <a:lnTo>
                    <a:pt x="1497" y="349"/>
                  </a:lnTo>
                  <a:cubicBezTo>
                    <a:pt x="1497" y="348"/>
                    <a:pt x="1497" y="347"/>
                    <a:pt x="1497" y="346"/>
                  </a:cubicBezTo>
                  <a:lnTo>
                    <a:pt x="1497" y="342"/>
                  </a:lnTo>
                  <a:cubicBezTo>
                    <a:pt x="1497" y="341"/>
                    <a:pt x="1497" y="340"/>
                    <a:pt x="1497" y="339"/>
                  </a:cubicBezTo>
                  <a:lnTo>
                    <a:pt x="1499" y="335"/>
                  </a:lnTo>
                  <a:lnTo>
                    <a:pt x="1502" y="329"/>
                  </a:lnTo>
                  <a:lnTo>
                    <a:pt x="1503" y="328"/>
                  </a:lnTo>
                  <a:lnTo>
                    <a:pt x="1518" y="315"/>
                  </a:lnTo>
                  <a:lnTo>
                    <a:pt x="1517" y="315"/>
                  </a:lnTo>
                  <a:lnTo>
                    <a:pt x="1512" y="311"/>
                  </a:lnTo>
                  <a:lnTo>
                    <a:pt x="1504" y="304"/>
                  </a:lnTo>
                  <a:cubicBezTo>
                    <a:pt x="1503" y="303"/>
                    <a:pt x="1502" y="302"/>
                    <a:pt x="1502" y="302"/>
                  </a:cubicBezTo>
                  <a:lnTo>
                    <a:pt x="1499" y="297"/>
                  </a:lnTo>
                  <a:cubicBezTo>
                    <a:pt x="1499" y="295"/>
                    <a:pt x="1499" y="294"/>
                    <a:pt x="1499" y="293"/>
                  </a:cubicBezTo>
                  <a:lnTo>
                    <a:pt x="1499" y="288"/>
                  </a:lnTo>
                  <a:cubicBezTo>
                    <a:pt x="1499" y="287"/>
                    <a:pt x="1499" y="286"/>
                    <a:pt x="1499" y="285"/>
                  </a:cubicBezTo>
                  <a:lnTo>
                    <a:pt x="1502" y="278"/>
                  </a:lnTo>
                  <a:lnTo>
                    <a:pt x="1503" y="270"/>
                  </a:lnTo>
                  <a:cubicBezTo>
                    <a:pt x="1503" y="269"/>
                    <a:pt x="1503" y="269"/>
                    <a:pt x="1503" y="268"/>
                  </a:cubicBezTo>
                  <a:lnTo>
                    <a:pt x="1504" y="264"/>
                  </a:lnTo>
                  <a:cubicBezTo>
                    <a:pt x="1505" y="263"/>
                    <a:pt x="1505" y="262"/>
                    <a:pt x="1506" y="261"/>
                  </a:cubicBezTo>
                  <a:lnTo>
                    <a:pt x="1509" y="257"/>
                  </a:lnTo>
                  <a:lnTo>
                    <a:pt x="1517" y="252"/>
                  </a:lnTo>
                  <a:lnTo>
                    <a:pt x="1524" y="242"/>
                  </a:lnTo>
                  <a:cubicBezTo>
                    <a:pt x="1524" y="241"/>
                    <a:pt x="1525" y="240"/>
                    <a:pt x="1526" y="240"/>
                  </a:cubicBezTo>
                  <a:lnTo>
                    <a:pt x="1539" y="230"/>
                  </a:lnTo>
                  <a:lnTo>
                    <a:pt x="1540" y="228"/>
                  </a:lnTo>
                  <a:lnTo>
                    <a:pt x="1532" y="230"/>
                  </a:lnTo>
                  <a:cubicBezTo>
                    <a:pt x="1531" y="230"/>
                    <a:pt x="1530" y="230"/>
                    <a:pt x="1529" y="230"/>
                  </a:cubicBezTo>
                  <a:lnTo>
                    <a:pt x="1524" y="229"/>
                  </a:lnTo>
                  <a:cubicBezTo>
                    <a:pt x="1523" y="229"/>
                    <a:pt x="1521" y="228"/>
                    <a:pt x="1520" y="227"/>
                  </a:cubicBezTo>
                  <a:lnTo>
                    <a:pt x="1516" y="223"/>
                  </a:lnTo>
                  <a:cubicBezTo>
                    <a:pt x="1515" y="222"/>
                    <a:pt x="1514" y="220"/>
                    <a:pt x="1514" y="219"/>
                  </a:cubicBezTo>
                  <a:lnTo>
                    <a:pt x="1513" y="214"/>
                  </a:lnTo>
                  <a:cubicBezTo>
                    <a:pt x="1512" y="213"/>
                    <a:pt x="1512" y="212"/>
                    <a:pt x="1512" y="211"/>
                  </a:cubicBezTo>
                  <a:lnTo>
                    <a:pt x="1513" y="207"/>
                  </a:lnTo>
                  <a:cubicBezTo>
                    <a:pt x="1513" y="206"/>
                    <a:pt x="1513" y="205"/>
                    <a:pt x="1514" y="204"/>
                  </a:cubicBezTo>
                  <a:lnTo>
                    <a:pt x="1522" y="187"/>
                  </a:lnTo>
                  <a:lnTo>
                    <a:pt x="1521" y="186"/>
                  </a:lnTo>
                  <a:lnTo>
                    <a:pt x="1517" y="187"/>
                  </a:lnTo>
                  <a:cubicBezTo>
                    <a:pt x="1514" y="187"/>
                    <a:pt x="1512" y="187"/>
                    <a:pt x="1510" y="185"/>
                  </a:cubicBezTo>
                  <a:lnTo>
                    <a:pt x="1498" y="175"/>
                  </a:lnTo>
                  <a:lnTo>
                    <a:pt x="1487" y="178"/>
                  </a:lnTo>
                  <a:cubicBezTo>
                    <a:pt x="1484" y="178"/>
                    <a:pt x="1482" y="178"/>
                    <a:pt x="1480" y="177"/>
                  </a:cubicBezTo>
                  <a:lnTo>
                    <a:pt x="1469" y="169"/>
                  </a:lnTo>
                  <a:lnTo>
                    <a:pt x="1463" y="166"/>
                  </a:lnTo>
                  <a:lnTo>
                    <a:pt x="1453" y="163"/>
                  </a:lnTo>
                  <a:cubicBezTo>
                    <a:pt x="1452" y="163"/>
                    <a:pt x="1452" y="162"/>
                    <a:pt x="1451" y="162"/>
                  </a:cubicBezTo>
                  <a:lnTo>
                    <a:pt x="1446" y="157"/>
                  </a:lnTo>
                  <a:cubicBezTo>
                    <a:pt x="1445" y="157"/>
                    <a:pt x="1444" y="156"/>
                    <a:pt x="1444" y="155"/>
                  </a:cubicBezTo>
                  <a:lnTo>
                    <a:pt x="1441" y="150"/>
                  </a:lnTo>
                  <a:cubicBezTo>
                    <a:pt x="1441" y="149"/>
                    <a:pt x="1441" y="147"/>
                    <a:pt x="1441" y="146"/>
                  </a:cubicBezTo>
                  <a:lnTo>
                    <a:pt x="1441" y="142"/>
                  </a:lnTo>
                  <a:cubicBezTo>
                    <a:pt x="1442" y="141"/>
                    <a:pt x="1442" y="139"/>
                    <a:pt x="1443" y="139"/>
                  </a:cubicBezTo>
                  <a:lnTo>
                    <a:pt x="1444" y="136"/>
                  </a:lnTo>
                  <a:lnTo>
                    <a:pt x="1445" y="134"/>
                  </a:lnTo>
                  <a:cubicBezTo>
                    <a:pt x="1446" y="134"/>
                    <a:pt x="1446" y="133"/>
                    <a:pt x="1447" y="133"/>
                  </a:cubicBezTo>
                  <a:lnTo>
                    <a:pt x="1457" y="123"/>
                  </a:lnTo>
                  <a:lnTo>
                    <a:pt x="1457" y="122"/>
                  </a:lnTo>
                  <a:lnTo>
                    <a:pt x="1455" y="121"/>
                  </a:lnTo>
                  <a:lnTo>
                    <a:pt x="1436" y="118"/>
                  </a:lnTo>
                  <a:cubicBezTo>
                    <a:pt x="1435" y="118"/>
                    <a:pt x="1434" y="118"/>
                    <a:pt x="1434" y="118"/>
                  </a:cubicBezTo>
                  <a:lnTo>
                    <a:pt x="1424" y="113"/>
                  </a:lnTo>
                  <a:cubicBezTo>
                    <a:pt x="1423" y="113"/>
                    <a:pt x="1422" y="112"/>
                    <a:pt x="1421" y="112"/>
                  </a:cubicBezTo>
                  <a:lnTo>
                    <a:pt x="1416" y="107"/>
                  </a:lnTo>
                  <a:lnTo>
                    <a:pt x="1411" y="101"/>
                  </a:lnTo>
                  <a:lnTo>
                    <a:pt x="1393" y="70"/>
                  </a:lnTo>
                  <a:lnTo>
                    <a:pt x="1388" y="66"/>
                  </a:lnTo>
                  <a:lnTo>
                    <a:pt x="1384" y="66"/>
                  </a:lnTo>
                  <a:lnTo>
                    <a:pt x="1377" y="68"/>
                  </a:lnTo>
                  <a:lnTo>
                    <a:pt x="1371" y="68"/>
                  </a:lnTo>
                  <a:lnTo>
                    <a:pt x="1356" y="65"/>
                  </a:lnTo>
                  <a:lnTo>
                    <a:pt x="1355" y="65"/>
                  </a:lnTo>
                  <a:lnTo>
                    <a:pt x="1341" y="70"/>
                  </a:lnTo>
                  <a:cubicBezTo>
                    <a:pt x="1340" y="70"/>
                    <a:pt x="1339" y="70"/>
                    <a:pt x="1338" y="70"/>
                  </a:cubicBezTo>
                  <a:lnTo>
                    <a:pt x="1331" y="70"/>
                  </a:lnTo>
                  <a:cubicBezTo>
                    <a:pt x="1329" y="70"/>
                    <a:pt x="1328" y="69"/>
                    <a:pt x="1327" y="68"/>
                  </a:cubicBezTo>
                  <a:lnTo>
                    <a:pt x="1321" y="64"/>
                  </a:lnTo>
                  <a:lnTo>
                    <a:pt x="1316" y="71"/>
                  </a:lnTo>
                  <a:cubicBezTo>
                    <a:pt x="1316" y="73"/>
                    <a:pt x="1315" y="74"/>
                    <a:pt x="1313" y="75"/>
                  </a:cubicBezTo>
                  <a:lnTo>
                    <a:pt x="1308" y="77"/>
                  </a:lnTo>
                  <a:cubicBezTo>
                    <a:pt x="1307" y="78"/>
                    <a:pt x="1306" y="78"/>
                    <a:pt x="1305" y="78"/>
                  </a:cubicBezTo>
                  <a:lnTo>
                    <a:pt x="1296" y="79"/>
                  </a:lnTo>
                  <a:cubicBezTo>
                    <a:pt x="1295" y="79"/>
                    <a:pt x="1294" y="79"/>
                    <a:pt x="1293" y="79"/>
                  </a:cubicBezTo>
                  <a:lnTo>
                    <a:pt x="1277" y="74"/>
                  </a:lnTo>
                  <a:lnTo>
                    <a:pt x="1267" y="70"/>
                  </a:lnTo>
                  <a:cubicBezTo>
                    <a:pt x="1266" y="70"/>
                    <a:pt x="1265" y="69"/>
                    <a:pt x="1265" y="68"/>
                  </a:cubicBezTo>
                  <a:lnTo>
                    <a:pt x="1260" y="63"/>
                  </a:lnTo>
                  <a:cubicBezTo>
                    <a:pt x="1259" y="62"/>
                    <a:pt x="1258" y="59"/>
                    <a:pt x="1259" y="57"/>
                  </a:cubicBezTo>
                  <a:lnTo>
                    <a:pt x="1259" y="53"/>
                  </a:lnTo>
                  <a:lnTo>
                    <a:pt x="1265" y="32"/>
                  </a:lnTo>
                  <a:lnTo>
                    <a:pt x="1264" y="28"/>
                  </a:lnTo>
                  <a:lnTo>
                    <a:pt x="1249" y="9"/>
                  </a:lnTo>
                  <a:lnTo>
                    <a:pt x="1246" y="8"/>
                  </a:lnTo>
                  <a:lnTo>
                    <a:pt x="1242" y="7"/>
                  </a:lnTo>
                  <a:lnTo>
                    <a:pt x="1228" y="8"/>
                  </a:lnTo>
                  <a:cubicBezTo>
                    <a:pt x="1228" y="9"/>
                    <a:pt x="1227" y="8"/>
                    <a:pt x="1226" y="8"/>
                  </a:cubicBezTo>
                  <a:lnTo>
                    <a:pt x="1212" y="5"/>
                  </a:lnTo>
                  <a:cubicBezTo>
                    <a:pt x="1211" y="5"/>
                    <a:pt x="1210" y="5"/>
                    <a:pt x="1209" y="4"/>
                  </a:cubicBezTo>
                  <a:lnTo>
                    <a:pt x="1205" y="0"/>
                  </a:lnTo>
                  <a:lnTo>
                    <a:pt x="1192" y="12"/>
                  </a:lnTo>
                  <a:lnTo>
                    <a:pt x="1185" y="22"/>
                  </a:lnTo>
                  <a:lnTo>
                    <a:pt x="1176" y="38"/>
                  </a:lnTo>
                  <a:cubicBezTo>
                    <a:pt x="1175" y="39"/>
                    <a:pt x="1175" y="40"/>
                    <a:pt x="1174" y="40"/>
                  </a:cubicBezTo>
                  <a:lnTo>
                    <a:pt x="1169" y="44"/>
                  </a:lnTo>
                  <a:cubicBezTo>
                    <a:pt x="1168" y="45"/>
                    <a:pt x="1167" y="46"/>
                    <a:pt x="1165" y="46"/>
                  </a:cubicBezTo>
                  <a:lnTo>
                    <a:pt x="1160" y="47"/>
                  </a:lnTo>
                  <a:cubicBezTo>
                    <a:pt x="1159" y="47"/>
                    <a:pt x="1158" y="47"/>
                    <a:pt x="1158" y="47"/>
                  </a:cubicBezTo>
                  <a:lnTo>
                    <a:pt x="1155" y="47"/>
                  </a:lnTo>
                  <a:lnTo>
                    <a:pt x="1152" y="48"/>
                  </a:lnTo>
                  <a:lnTo>
                    <a:pt x="1151" y="54"/>
                  </a:lnTo>
                  <a:lnTo>
                    <a:pt x="1151" y="68"/>
                  </a:lnTo>
                  <a:lnTo>
                    <a:pt x="1150" y="82"/>
                  </a:lnTo>
                  <a:lnTo>
                    <a:pt x="1147" y="93"/>
                  </a:lnTo>
                  <a:lnTo>
                    <a:pt x="1143" y="100"/>
                  </a:lnTo>
                  <a:lnTo>
                    <a:pt x="1130" y="117"/>
                  </a:lnTo>
                  <a:lnTo>
                    <a:pt x="1116" y="143"/>
                  </a:lnTo>
                  <a:lnTo>
                    <a:pt x="1110" y="152"/>
                  </a:lnTo>
                  <a:lnTo>
                    <a:pt x="1104" y="157"/>
                  </a:lnTo>
                  <a:cubicBezTo>
                    <a:pt x="1103" y="158"/>
                    <a:pt x="1101" y="158"/>
                    <a:pt x="1099" y="159"/>
                  </a:cubicBezTo>
                  <a:lnTo>
                    <a:pt x="1092" y="158"/>
                  </a:lnTo>
                  <a:lnTo>
                    <a:pt x="1085" y="160"/>
                  </a:lnTo>
                  <a:lnTo>
                    <a:pt x="1036" y="196"/>
                  </a:lnTo>
                  <a:lnTo>
                    <a:pt x="1031" y="203"/>
                  </a:lnTo>
                  <a:lnTo>
                    <a:pt x="1029" y="210"/>
                  </a:lnTo>
                  <a:lnTo>
                    <a:pt x="1022" y="244"/>
                  </a:lnTo>
                  <a:lnTo>
                    <a:pt x="1022" y="252"/>
                  </a:lnTo>
                  <a:lnTo>
                    <a:pt x="1023" y="271"/>
                  </a:lnTo>
                  <a:lnTo>
                    <a:pt x="1023" y="278"/>
                  </a:lnTo>
                  <a:cubicBezTo>
                    <a:pt x="1023" y="278"/>
                    <a:pt x="1023" y="279"/>
                    <a:pt x="1022" y="280"/>
                  </a:cubicBezTo>
                  <a:lnTo>
                    <a:pt x="1019" y="288"/>
                  </a:lnTo>
                  <a:cubicBezTo>
                    <a:pt x="1019" y="289"/>
                    <a:pt x="1018" y="290"/>
                    <a:pt x="1018" y="291"/>
                  </a:cubicBezTo>
                  <a:lnTo>
                    <a:pt x="1012" y="297"/>
                  </a:lnTo>
                  <a:lnTo>
                    <a:pt x="1003" y="306"/>
                  </a:lnTo>
                  <a:lnTo>
                    <a:pt x="994" y="311"/>
                  </a:lnTo>
                  <a:lnTo>
                    <a:pt x="980" y="317"/>
                  </a:lnTo>
                  <a:lnTo>
                    <a:pt x="979" y="319"/>
                  </a:lnTo>
                  <a:lnTo>
                    <a:pt x="975" y="332"/>
                  </a:lnTo>
                  <a:cubicBezTo>
                    <a:pt x="974" y="333"/>
                    <a:pt x="974" y="333"/>
                    <a:pt x="973" y="334"/>
                  </a:cubicBezTo>
                  <a:lnTo>
                    <a:pt x="969" y="339"/>
                  </a:lnTo>
                  <a:lnTo>
                    <a:pt x="963" y="345"/>
                  </a:lnTo>
                  <a:cubicBezTo>
                    <a:pt x="963" y="345"/>
                    <a:pt x="962" y="345"/>
                    <a:pt x="962" y="346"/>
                  </a:cubicBezTo>
                  <a:lnTo>
                    <a:pt x="957" y="348"/>
                  </a:lnTo>
                  <a:cubicBezTo>
                    <a:pt x="957" y="348"/>
                    <a:pt x="956" y="348"/>
                    <a:pt x="955" y="349"/>
                  </a:cubicBezTo>
                  <a:lnTo>
                    <a:pt x="951" y="349"/>
                  </a:lnTo>
                  <a:cubicBezTo>
                    <a:pt x="950" y="349"/>
                    <a:pt x="948" y="349"/>
                    <a:pt x="947" y="349"/>
                  </a:cubicBezTo>
                  <a:lnTo>
                    <a:pt x="943" y="348"/>
                  </a:lnTo>
                  <a:lnTo>
                    <a:pt x="933" y="343"/>
                  </a:lnTo>
                  <a:lnTo>
                    <a:pt x="926" y="344"/>
                  </a:lnTo>
                  <a:lnTo>
                    <a:pt x="893" y="363"/>
                  </a:lnTo>
                  <a:lnTo>
                    <a:pt x="890" y="368"/>
                  </a:lnTo>
                  <a:lnTo>
                    <a:pt x="894" y="377"/>
                  </a:lnTo>
                  <a:cubicBezTo>
                    <a:pt x="895" y="379"/>
                    <a:pt x="896" y="380"/>
                    <a:pt x="895" y="382"/>
                  </a:cubicBezTo>
                  <a:lnTo>
                    <a:pt x="895" y="386"/>
                  </a:lnTo>
                  <a:cubicBezTo>
                    <a:pt x="895" y="387"/>
                    <a:pt x="894" y="388"/>
                    <a:pt x="894" y="389"/>
                  </a:cubicBezTo>
                  <a:lnTo>
                    <a:pt x="892" y="393"/>
                  </a:lnTo>
                  <a:cubicBezTo>
                    <a:pt x="891" y="394"/>
                    <a:pt x="890" y="395"/>
                    <a:pt x="890" y="396"/>
                  </a:cubicBezTo>
                  <a:lnTo>
                    <a:pt x="887" y="398"/>
                  </a:lnTo>
                  <a:lnTo>
                    <a:pt x="877" y="412"/>
                  </a:lnTo>
                  <a:cubicBezTo>
                    <a:pt x="876" y="413"/>
                    <a:pt x="875" y="414"/>
                    <a:pt x="874" y="415"/>
                  </a:cubicBezTo>
                  <a:lnTo>
                    <a:pt x="860" y="421"/>
                  </a:lnTo>
                  <a:cubicBezTo>
                    <a:pt x="858" y="422"/>
                    <a:pt x="856" y="422"/>
                    <a:pt x="854" y="421"/>
                  </a:cubicBezTo>
                  <a:lnTo>
                    <a:pt x="842" y="416"/>
                  </a:lnTo>
                  <a:lnTo>
                    <a:pt x="838" y="417"/>
                  </a:lnTo>
                  <a:lnTo>
                    <a:pt x="818" y="426"/>
                  </a:lnTo>
                  <a:lnTo>
                    <a:pt x="810" y="428"/>
                  </a:lnTo>
                  <a:lnTo>
                    <a:pt x="801" y="429"/>
                  </a:lnTo>
                  <a:cubicBezTo>
                    <a:pt x="800" y="429"/>
                    <a:pt x="799" y="429"/>
                    <a:pt x="798" y="428"/>
                  </a:cubicBezTo>
                  <a:lnTo>
                    <a:pt x="772" y="420"/>
                  </a:lnTo>
                  <a:lnTo>
                    <a:pt x="765" y="416"/>
                  </a:lnTo>
                  <a:lnTo>
                    <a:pt x="758" y="412"/>
                  </a:lnTo>
                  <a:lnTo>
                    <a:pt x="744" y="397"/>
                  </a:lnTo>
                  <a:lnTo>
                    <a:pt x="739" y="395"/>
                  </a:lnTo>
                  <a:lnTo>
                    <a:pt x="733" y="393"/>
                  </a:lnTo>
                  <a:cubicBezTo>
                    <a:pt x="732" y="393"/>
                    <a:pt x="731" y="393"/>
                    <a:pt x="730" y="392"/>
                  </a:cubicBezTo>
                  <a:lnTo>
                    <a:pt x="716" y="382"/>
                  </a:lnTo>
                  <a:lnTo>
                    <a:pt x="713" y="382"/>
                  </a:lnTo>
                  <a:lnTo>
                    <a:pt x="701" y="385"/>
                  </a:lnTo>
                  <a:cubicBezTo>
                    <a:pt x="700" y="386"/>
                    <a:pt x="699" y="386"/>
                    <a:pt x="698" y="385"/>
                  </a:cubicBezTo>
                  <a:lnTo>
                    <a:pt x="693" y="384"/>
                  </a:lnTo>
                  <a:cubicBezTo>
                    <a:pt x="692" y="384"/>
                    <a:pt x="691" y="384"/>
                    <a:pt x="690" y="383"/>
                  </a:cubicBezTo>
                  <a:lnTo>
                    <a:pt x="687" y="382"/>
                  </a:lnTo>
                  <a:cubicBezTo>
                    <a:pt x="686" y="381"/>
                    <a:pt x="685" y="380"/>
                    <a:pt x="685" y="380"/>
                  </a:cubicBezTo>
                  <a:lnTo>
                    <a:pt x="681" y="375"/>
                  </a:lnTo>
                  <a:lnTo>
                    <a:pt x="672" y="358"/>
                  </a:lnTo>
                  <a:lnTo>
                    <a:pt x="669" y="347"/>
                  </a:lnTo>
                  <a:lnTo>
                    <a:pt x="668" y="341"/>
                  </a:lnTo>
                  <a:lnTo>
                    <a:pt x="668" y="335"/>
                  </a:lnTo>
                  <a:lnTo>
                    <a:pt x="670" y="320"/>
                  </a:lnTo>
                  <a:lnTo>
                    <a:pt x="669" y="319"/>
                  </a:lnTo>
                  <a:lnTo>
                    <a:pt x="667" y="314"/>
                  </a:lnTo>
                  <a:lnTo>
                    <a:pt x="662" y="308"/>
                  </a:lnTo>
                  <a:lnTo>
                    <a:pt x="649" y="299"/>
                  </a:lnTo>
                  <a:lnTo>
                    <a:pt x="643" y="296"/>
                  </a:lnTo>
                  <a:lnTo>
                    <a:pt x="639" y="295"/>
                  </a:lnTo>
                  <a:lnTo>
                    <a:pt x="634" y="296"/>
                  </a:lnTo>
                  <a:lnTo>
                    <a:pt x="626" y="295"/>
                  </a:lnTo>
                  <a:lnTo>
                    <a:pt x="614" y="293"/>
                  </a:lnTo>
                  <a:cubicBezTo>
                    <a:pt x="613" y="292"/>
                    <a:pt x="612" y="292"/>
                    <a:pt x="611" y="292"/>
                  </a:cubicBezTo>
                  <a:lnTo>
                    <a:pt x="606" y="288"/>
                  </a:lnTo>
                  <a:cubicBezTo>
                    <a:pt x="605" y="287"/>
                    <a:pt x="604" y="287"/>
                    <a:pt x="603" y="286"/>
                  </a:cubicBezTo>
                  <a:lnTo>
                    <a:pt x="600" y="281"/>
                  </a:lnTo>
                  <a:cubicBezTo>
                    <a:pt x="599" y="280"/>
                    <a:pt x="599" y="279"/>
                    <a:pt x="599" y="278"/>
                  </a:cubicBezTo>
                  <a:lnTo>
                    <a:pt x="594" y="256"/>
                  </a:lnTo>
                  <a:lnTo>
                    <a:pt x="585" y="270"/>
                  </a:lnTo>
                  <a:cubicBezTo>
                    <a:pt x="584" y="271"/>
                    <a:pt x="583" y="272"/>
                    <a:pt x="582" y="272"/>
                  </a:cubicBezTo>
                  <a:lnTo>
                    <a:pt x="578" y="274"/>
                  </a:lnTo>
                  <a:cubicBezTo>
                    <a:pt x="577" y="274"/>
                    <a:pt x="577" y="275"/>
                    <a:pt x="576" y="275"/>
                  </a:cubicBezTo>
                  <a:lnTo>
                    <a:pt x="571" y="275"/>
                  </a:lnTo>
                  <a:lnTo>
                    <a:pt x="552" y="272"/>
                  </a:lnTo>
                  <a:lnTo>
                    <a:pt x="544" y="272"/>
                  </a:lnTo>
                  <a:lnTo>
                    <a:pt x="562" y="399"/>
                  </a:lnTo>
                  <a:lnTo>
                    <a:pt x="568" y="420"/>
                  </a:lnTo>
                  <a:lnTo>
                    <a:pt x="576" y="435"/>
                  </a:lnTo>
                  <a:lnTo>
                    <a:pt x="591" y="447"/>
                  </a:lnTo>
                  <a:lnTo>
                    <a:pt x="611" y="454"/>
                  </a:lnTo>
                  <a:lnTo>
                    <a:pt x="632" y="464"/>
                  </a:lnTo>
                  <a:cubicBezTo>
                    <a:pt x="634" y="465"/>
                    <a:pt x="635" y="466"/>
                    <a:pt x="636" y="467"/>
                  </a:cubicBezTo>
                  <a:lnTo>
                    <a:pt x="648" y="489"/>
                  </a:lnTo>
                  <a:cubicBezTo>
                    <a:pt x="650" y="493"/>
                    <a:pt x="649" y="497"/>
                    <a:pt x="646" y="499"/>
                  </a:cubicBezTo>
                  <a:cubicBezTo>
                    <a:pt x="644" y="502"/>
                    <a:pt x="639" y="502"/>
                    <a:pt x="636" y="499"/>
                  </a:cubicBezTo>
                  <a:lnTo>
                    <a:pt x="625" y="490"/>
                  </a:lnTo>
                  <a:lnTo>
                    <a:pt x="618" y="487"/>
                  </a:lnTo>
                  <a:lnTo>
                    <a:pt x="619" y="487"/>
                  </a:lnTo>
                  <a:cubicBezTo>
                    <a:pt x="620" y="488"/>
                    <a:pt x="620" y="489"/>
                    <a:pt x="621" y="490"/>
                  </a:cubicBezTo>
                  <a:lnTo>
                    <a:pt x="626" y="505"/>
                  </a:lnTo>
                  <a:cubicBezTo>
                    <a:pt x="627" y="507"/>
                    <a:pt x="627" y="509"/>
                    <a:pt x="627" y="510"/>
                  </a:cubicBezTo>
                  <a:lnTo>
                    <a:pt x="622" y="527"/>
                  </a:lnTo>
                  <a:lnTo>
                    <a:pt x="625" y="533"/>
                  </a:lnTo>
                  <a:lnTo>
                    <a:pt x="629" y="564"/>
                  </a:lnTo>
                  <a:cubicBezTo>
                    <a:pt x="629" y="567"/>
                    <a:pt x="628" y="570"/>
                    <a:pt x="625" y="572"/>
                  </a:cubicBezTo>
                  <a:cubicBezTo>
                    <a:pt x="622" y="574"/>
                    <a:pt x="619" y="574"/>
                    <a:pt x="616" y="572"/>
                  </a:cubicBezTo>
                  <a:lnTo>
                    <a:pt x="609" y="567"/>
                  </a:lnTo>
                  <a:cubicBezTo>
                    <a:pt x="608" y="566"/>
                    <a:pt x="607" y="564"/>
                    <a:pt x="607" y="563"/>
                  </a:cubicBezTo>
                  <a:lnTo>
                    <a:pt x="603" y="552"/>
                  </a:lnTo>
                  <a:lnTo>
                    <a:pt x="600" y="535"/>
                  </a:lnTo>
                  <a:lnTo>
                    <a:pt x="599" y="520"/>
                  </a:lnTo>
                  <a:lnTo>
                    <a:pt x="601" y="507"/>
                  </a:lnTo>
                  <a:lnTo>
                    <a:pt x="600" y="504"/>
                  </a:lnTo>
                  <a:lnTo>
                    <a:pt x="597" y="498"/>
                  </a:lnTo>
                  <a:lnTo>
                    <a:pt x="594" y="494"/>
                  </a:lnTo>
                  <a:lnTo>
                    <a:pt x="579" y="486"/>
                  </a:lnTo>
                  <a:lnTo>
                    <a:pt x="559" y="466"/>
                  </a:lnTo>
                  <a:lnTo>
                    <a:pt x="541" y="443"/>
                  </a:lnTo>
                  <a:cubicBezTo>
                    <a:pt x="541" y="442"/>
                    <a:pt x="540" y="442"/>
                    <a:pt x="540" y="441"/>
                  </a:cubicBezTo>
                  <a:lnTo>
                    <a:pt x="523" y="400"/>
                  </a:lnTo>
                  <a:lnTo>
                    <a:pt x="521" y="391"/>
                  </a:lnTo>
                  <a:lnTo>
                    <a:pt x="511" y="325"/>
                  </a:lnTo>
                  <a:lnTo>
                    <a:pt x="505" y="300"/>
                  </a:lnTo>
                  <a:lnTo>
                    <a:pt x="503" y="284"/>
                  </a:lnTo>
                  <a:lnTo>
                    <a:pt x="498" y="266"/>
                  </a:lnTo>
                  <a:lnTo>
                    <a:pt x="485" y="246"/>
                  </a:lnTo>
                  <a:lnTo>
                    <a:pt x="427" y="181"/>
                  </a:lnTo>
                  <a:lnTo>
                    <a:pt x="421" y="179"/>
                  </a:lnTo>
                  <a:lnTo>
                    <a:pt x="399" y="167"/>
                  </a:lnTo>
                  <a:lnTo>
                    <a:pt x="364" y="140"/>
                  </a:lnTo>
                  <a:lnTo>
                    <a:pt x="359" y="133"/>
                  </a:lnTo>
                  <a:lnTo>
                    <a:pt x="351" y="119"/>
                  </a:lnTo>
                  <a:cubicBezTo>
                    <a:pt x="350" y="118"/>
                    <a:pt x="350" y="117"/>
                    <a:pt x="350" y="116"/>
                  </a:cubicBezTo>
                  <a:lnTo>
                    <a:pt x="350" y="112"/>
                  </a:lnTo>
                  <a:cubicBezTo>
                    <a:pt x="350" y="112"/>
                    <a:pt x="350" y="111"/>
                    <a:pt x="350" y="110"/>
                  </a:cubicBezTo>
                  <a:lnTo>
                    <a:pt x="351" y="106"/>
                  </a:lnTo>
                  <a:cubicBezTo>
                    <a:pt x="352" y="106"/>
                    <a:pt x="352" y="105"/>
                    <a:pt x="352" y="105"/>
                  </a:cubicBezTo>
                  <a:lnTo>
                    <a:pt x="353" y="104"/>
                  </a:lnTo>
                  <a:lnTo>
                    <a:pt x="353" y="96"/>
                  </a:lnTo>
                  <a:lnTo>
                    <a:pt x="352" y="97"/>
                  </a:lnTo>
                  <a:lnTo>
                    <a:pt x="346" y="106"/>
                  </a:lnTo>
                  <a:lnTo>
                    <a:pt x="330" y="139"/>
                  </a:lnTo>
                  <a:lnTo>
                    <a:pt x="327" y="148"/>
                  </a:lnTo>
                  <a:lnTo>
                    <a:pt x="318" y="296"/>
                  </a:lnTo>
                  <a:lnTo>
                    <a:pt x="298" y="408"/>
                  </a:lnTo>
                  <a:lnTo>
                    <a:pt x="274" y="681"/>
                  </a:lnTo>
                  <a:lnTo>
                    <a:pt x="291" y="653"/>
                  </a:lnTo>
                  <a:cubicBezTo>
                    <a:pt x="291" y="652"/>
                    <a:pt x="292" y="652"/>
                    <a:pt x="292" y="651"/>
                  </a:cubicBezTo>
                  <a:lnTo>
                    <a:pt x="293" y="647"/>
                  </a:lnTo>
                  <a:cubicBezTo>
                    <a:pt x="294" y="646"/>
                    <a:pt x="295" y="645"/>
                    <a:pt x="295" y="644"/>
                  </a:cubicBezTo>
                  <a:lnTo>
                    <a:pt x="298" y="642"/>
                  </a:lnTo>
                  <a:cubicBezTo>
                    <a:pt x="299" y="640"/>
                    <a:pt x="301" y="639"/>
                    <a:pt x="303" y="639"/>
                  </a:cubicBezTo>
                  <a:lnTo>
                    <a:pt x="306" y="639"/>
                  </a:lnTo>
                  <a:cubicBezTo>
                    <a:pt x="308" y="639"/>
                    <a:pt x="309" y="639"/>
                    <a:pt x="311" y="640"/>
                  </a:cubicBezTo>
                  <a:lnTo>
                    <a:pt x="322" y="647"/>
                  </a:lnTo>
                  <a:cubicBezTo>
                    <a:pt x="323" y="647"/>
                    <a:pt x="324" y="648"/>
                    <a:pt x="324" y="649"/>
                  </a:cubicBezTo>
                  <a:lnTo>
                    <a:pt x="362" y="684"/>
                  </a:lnTo>
                  <a:cubicBezTo>
                    <a:pt x="363" y="685"/>
                    <a:pt x="363" y="685"/>
                    <a:pt x="364" y="686"/>
                  </a:cubicBezTo>
                  <a:lnTo>
                    <a:pt x="369" y="696"/>
                  </a:lnTo>
                  <a:cubicBezTo>
                    <a:pt x="370" y="698"/>
                    <a:pt x="370" y="701"/>
                    <a:pt x="369" y="703"/>
                  </a:cubicBezTo>
                  <a:lnTo>
                    <a:pt x="373" y="707"/>
                  </a:lnTo>
                  <a:cubicBezTo>
                    <a:pt x="374" y="709"/>
                    <a:pt x="375" y="711"/>
                    <a:pt x="375" y="713"/>
                  </a:cubicBezTo>
                  <a:lnTo>
                    <a:pt x="375" y="723"/>
                  </a:lnTo>
                  <a:cubicBezTo>
                    <a:pt x="375" y="726"/>
                    <a:pt x="374" y="728"/>
                    <a:pt x="372" y="730"/>
                  </a:cubicBezTo>
                  <a:lnTo>
                    <a:pt x="362" y="737"/>
                  </a:lnTo>
                  <a:cubicBezTo>
                    <a:pt x="360" y="738"/>
                    <a:pt x="359" y="738"/>
                    <a:pt x="358" y="738"/>
                  </a:cubicBezTo>
                  <a:lnTo>
                    <a:pt x="340" y="741"/>
                  </a:lnTo>
                  <a:cubicBezTo>
                    <a:pt x="339" y="741"/>
                    <a:pt x="338" y="741"/>
                    <a:pt x="337" y="741"/>
                  </a:cubicBezTo>
                  <a:lnTo>
                    <a:pt x="308" y="734"/>
                  </a:lnTo>
                  <a:lnTo>
                    <a:pt x="300" y="734"/>
                  </a:lnTo>
                  <a:lnTo>
                    <a:pt x="294" y="742"/>
                  </a:lnTo>
                  <a:lnTo>
                    <a:pt x="284" y="780"/>
                  </a:lnTo>
                  <a:cubicBezTo>
                    <a:pt x="284" y="781"/>
                    <a:pt x="284" y="781"/>
                    <a:pt x="283" y="782"/>
                  </a:cubicBezTo>
                  <a:lnTo>
                    <a:pt x="282" y="786"/>
                  </a:lnTo>
                  <a:lnTo>
                    <a:pt x="269" y="805"/>
                  </a:lnTo>
                  <a:lnTo>
                    <a:pt x="269" y="808"/>
                  </a:lnTo>
                  <a:lnTo>
                    <a:pt x="273" y="826"/>
                  </a:lnTo>
                  <a:lnTo>
                    <a:pt x="274" y="837"/>
                  </a:lnTo>
                  <a:lnTo>
                    <a:pt x="271" y="882"/>
                  </a:lnTo>
                  <a:lnTo>
                    <a:pt x="257" y="980"/>
                  </a:lnTo>
                  <a:lnTo>
                    <a:pt x="225" y="1176"/>
                  </a:lnTo>
                  <a:lnTo>
                    <a:pt x="207" y="1266"/>
                  </a:lnTo>
                  <a:lnTo>
                    <a:pt x="195" y="1306"/>
                  </a:lnTo>
                  <a:lnTo>
                    <a:pt x="175" y="1418"/>
                  </a:lnTo>
                  <a:lnTo>
                    <a:pt x="163" y="1458"/>
                  </a:lnTo>
                  <a:lnTo>
                    <a:pt x="159" y="1478"/>
                  </a:lnTo>
                  <a:lnTo>
                    <a:pt x="151" y="1505"/>
                  </a:lnTo>
                  <a:lnTo>
                    <a:pt x="147" y="1514"/>
                  </a:lnTo>
                  <a:cubicBezTo>
                    <a:pt x="146" y="1515"/>
                    <a:pt x="146" y="1516"/>
                    <a:pt x="145" y="1517"/>
                  </a:cubicBezTo>
                  <a:lnTo>
                    <a:pt x="116" y="1540"/>
                  </a:lnTo>
                  <a:lnTo>
                    <a:pt x="115" y="1546"/>
                  </a:lnTo>
                  <a:lnTo>
                    <a:pt x="103" y="1569"/>
                  </a:lnTo>
                  <a:lnTo>
                    <a:pt x="98" y="1576"/>
                  </a:lnTo>
                  <a:lnTo>
                    <a:pt x="97" y="1577"/>
                  </a:lnTo>
                  <a:lnTo>
                    <a:pt x="87" y="1584"/>
                  </a:lnTo>
                  <a:lnTo>
                    <a:pt x="75" y="1591"/>
                  </a:lnTo>
                  <a:lnTo>
                    <a:pt x="63" y="1595"/>
                  </a:lnTo>
                  <a:lnTo>
                    <a:pt x="17" y="1603"/>
                  </a:lnTo>
                  <a:lnTo>
                    <a:pt x="12" y="1605"/>
                  </a:lnTo>
                  <a:lnTo>
                    <a:pt x="9" y="1609"/>
                  </a:lnTo>
                  <a:cubicBezTo>
                    <a:pt x="7" y="1611"/>
                    <a:pt x="4" y="1612"/>
                    <a:pt x="1" y="1612"/>
                  </a:cubicBezTo>
                  <a:lnTo>
                    <a:pt x="0" y="1618"/>
                  </a:lnTo>
                  <a:lnTo>
                    <a:pt x="0" y="1632"/>
                  </a:lnTo>
                  <a:lnTo>
                    <a:pt x="0" y="1635"/>
                  </a:lnTo>
                  <a:lnTo>
                    <a:pt x="10" y="1640"/>
                  </a:lnTo>
                  <a:cubicBezTo>
                    <a:pt x="11" y="1640"/>
                    <a:pt x="12" y="1641"/>
                    <a:pt x="13" y="1642"/>
                  </a:cubicBezTo>
                  <a:lnTo>
                    <a:pt x="19" y="1651"/>
                  </a:lnTo>
                  <a:cubicBezTo>
                    <a:pt x="20" y="1652"/>
                    <a:pt x="20" y="1653"/>
                    <a:pt x="20" y="1654"/>
                  </a:cubicBezTo>
                  <a:lnTo>
                    <a:pt x="22" y="1665"/>
                  </a:lnTo>
                  <a:lnTo>
                    <a:pt x="24" y="1663"/>
                  </a:lnTo>
                  <a:cubicBezTo>
                    <a:pt x="25" y="1663"/>
                    <a:pt x="26" y="1663"/>
                    <a:pt x="27" y="1663"/>
                  </a:cubicBezTo>
                  <a:lnTo>
                    <a:pt x="36" y="1661"/>
                  </a:lnTo>
                  <a:lnTo>
                    <a:pt x="45" y="1657"/>
                  </a:lnTo>
                  <a:cubicBezTo>
                    <a:pt x="47" y="1657"/>
                    <a:pt x="48" y="1657"/>
                    <a:pt x="50" y="1657"/>
                  </a:cubicBezTo>
                  <a:lnTo>
                    <a:pt x="54" y="1657"/>
                  </a:lnTo>
                  <a:cubicBezTo>
                    <a:pt x="55" y="1657"/>
                    <a:pt x="56" y="1658"/>
                    <a:pt x="57" y="1658"/>
                  </a:cubicBezTo>
                  <a:lnTo>
                    <a:pt x="66" y="1663"/>
                  </a:lnTo>
                  <a:lnTo>
                    <a:pt x="72" y="1667"/>
                  </a:lnTo>
                  <a:cubicBezTo>
                    <a:pt x="74" y="1668"/>
                    <a:pt x="76" y="1671"/>
                    <a:pt x="75" y="1673"/>
                  </a:cubicBezTo>
                  <a:lnTo>
                    <a:pt x="75" y="1677"/>
                  </a:lnTo>
                  <a:cubicBezTo>
                    <a:pt x="75" y="1677"/>
                    <a:pt x="75" y="1678"/>
                    <a:pt x="75" y="1679"/>
                  </a:cubicBezTo>
                  <a:lnTo>
                    <a:pt x="74" y="1681"/>
                  </a:lnTo>
                  <a:lnTo>
                    <a:pt x="75" y="1685"/>
                  </a:lnTo>
                  <a:lnTo>
                    <a:pt x="78" y="1695"/>
                  </a:lnTo>
                  <a:lnTo>
                    <a:pt x="85" y="1697"/>
                  </a:lnTo>
                  <a:lnTo>
                    <a:pt x="90" y="1695"/>
                  </a:lnTo>
                  <a:lnTo>
                    <a:pt x="92" y="1692"/>
                  </a:lnTo>
                  <a:lnTo>
                    <a:pt x="95" y="1681"/>
                  </a:lnTo>
                  <a:cubicBezTo>
                    <a:pt x="96" y="1679"/>
                    <a:pt x="97" y="1678"/>
                    <a:pt x="99" y="1677"/>
                  </a:cubicBezTo>
                  <a:lnTo>
                    <a:pt x="106" y="1672"/>
                  </a:lnTo>
                  <a:cubicBezTo>
                    <a:pt x="107" y="1671"/>
                    <a:pt x="109" y="1671"/>
                    <a:pt x="111" y="1671"/>
                  </a:cubicBezTo>
                  <a:lnTo>
                    <a:pt x="120" y="1671"/>
                  </a:lnTo>
                  <a:cubicBezTo>
                    <a:pt x="121" y="1671"/>
                    <a:pt x="122" y="1671"/>
                    <a:pt x="123" y="1672"/>
                  </a:cubicBezTo>
                  <a:lnTo>
                    <a:pt x="138" y="1676"/>
                  </a:lnTo>
                  <a:lnTo>
                    <a:pt x="158" y="1686"/>
                  </a:lnTo>
                  <a:lnTo>
                    <a:pt x="165" y="1684"/>
                  </a:lnTo>
                  <a:cubicBezTo>
                    <a:pt x="166" y="1684"/>
                    <a:pt x="167" y="1684"/>
                    <a:pt x="168" y="1684"/>
                  </a:cubicBezTo>
                  <a:lnTo>
                    <a:pt x="174" y="1684"/>
                  </a:lnTo>
                  <a:cubicBezTo>
                    <a:pt x="176" y="1684"/>
                    <a:pt x="178" y="1685"/>
                    <a:pt x="179" y="1686"/>
                  </a:cubicBezTo>
                  <a:lnTo>
                    <a:pt x="194" y="1701"/>
                  </a:lnTo>
                  <a:cubicBezTo>
                    <a:pt x="195" y="1702"/>
                    <a:pt x="196" y="1704"/>
                    <a:pt x="196" y="1706"/>
                  </a:cubicBezTo>
                  <a:lnTo>
                    <a:pt x="198" y="1731"/>
                  </a:lnTo>
                  <a:cubicBezTo>
                    <a:pt x="198" y="1732"/>
                    <a:pt x="198" y="1732"/>
                    <a:pt x="198" y="1733"/>
                  </a:cubicBezTo>
                  <a:lnTo>
                    <a:pt x="192" y="1760"/>
                  </a:lnTo>
                  <a:lnTo>
                    <a:pt x="184" y="1783"/>
                  </a:lnTo>
                  <a:cubicBezTo>
                    <a:pt x="184" y="1784"/>
                    <a:pt x="184" y="1784"/>
                    <a:pt x="183" y="1785"/>
                  </a:cubicBezTo>
                  <a:lnTo>
                    <a:pt x="177" y="1793"/>
                  </a:lnTo>
                  <a:lnTo>
                    <a:pt x="155" y="1818"/>
                  </a:lnTo>
                  <a:lnTo>
                    <a:pt x="159" y="1827"/>
                  </a:lnTo>
                  <a:lnTo>
                    <a:pt x="166" y="1835"/>
                  </a:lnTo>
                  <a:lnTo>
                    <a:pt x="175" y="1841"/>
                  </a:lnTo>
                  <a:lnTo>
                    <a:pt x="186" y="1843"/>
                  </a:lnTo>
                  <a:lnTo>
                    <a:pt x="197" y="1844"/>
                  </a:lnTo>
                  <a:lnTo>
                    <a:pt x="201" y="1843"/>
                  </a:lnTo>
                  <a:lnTo>
                    <a:pt x="203" y="1838"/>
                  </a:lnTo>
                  <a:lnTo>
                    <a:pt x="204" y="1822"/>
                  </a:lnTo>
                  <a:lnTo>
                    <a:pt x="208" y="1807"/>
                  </a:lnTo>
                  <a:cubicBezTo>
                    <a:pt x="208" y="1806"/>
                    <a:pt x="209" y="1805"/>
                    <a:pt x="209" y="1804"/>
                  </a:cubicBezTo>
                  <a:lnTo>
                    <a:pt x="218" y="1794"/>
                  </a:lnTo>
                  <a:cubicBezTo>
                    <a:pt x="219" y="1793"/>
                    <a:pt x="220" y="1792"/>
                    <a:pt x="221" y="1792"/>
                  </a:cubicBezTo>
                  <a:lnTo>
                    <a:pt x="232" y="1788"/>
                  </a:lnTo>
                  <a:cubicBezTo>
                    <a:pt x="234" y="1787"/>
                    <a:pt x="236" y="1787"/>
                    <a:pt x="237" y="1787"/>
                  </a:cubicBezTo>
                  <a:lnTo>
                    <a:pt x="248" y="1790"/>
                  </a:lnTo>
                  <a:cubicBezTo>
                    <a:pt x="251" y="1791"/>
                    <a:pt x="254" y="1793"/>
                    <a:pt x="254" y="1796"/>
                  </a:cubicBezTo>
                  <a:cubicBezTo>
                    <a:pt x="255" y="1799"/>
                    <a:pt x="254" y="1802"/>
                    <a:pt x="252" y="1804"/>
                  </a:cubicBezTo>
                  <a:lnTo>
                    <a:pt x="243" y="1812"/>
                  </a:lnTo>
                  <a:lnTo>
                    <a:pt x="240" y="1817"/>
                  </a:lnTo>
                  <a:lnTo>
                    <a:pt x="241" y="1821"/>
                  </a:lnTo>
                  <a:lnTo>
                    <a:pt x="248" y="1828"/>
                  </a:lnTo>
                  <a:lnTo>
                    <a:pt x="255" y="1833"/>
                  </a:lnTo>
                  <a:lnTo>
                    <a:pt x="282" y="1838"/>
                  </a:lnTo>
                  <a:cubicBezTo>
                    <a:pt x="283" y="1838"/>
                    <a:pt x="284" y="1838"/>
                    <a:pt x="285" y="1839"/>
                  </a:cubicBezTo>
                  <a:lnTo>
                    <a:pt x="302" y="1848"/>
                  </a:lnTo>
                  <a:lnTo>
                    <a:pt x="317" y="1860"/>
                  </a:lnTo>
                  <a:lnTo>
                    <a:pt x="332" y="1859"/>
                  </a:lnTo>
                  <a:cubicBezTo>
                    <a:pt x="333" y="1858"/>
                    <a:pt x="335" y="1859"/>
                    <a:pt x="336" y="1859"/>
                  </a:cubicBezTo>
                  <a:lnTo>
                    <a:pt x="340" y="1861"/>
                  </a:lnTo>
                  <a:lnTo>
                    <a:pt x="352" y="1869"/>
                  </a:lnTo>
                  <a:lnTo>
                    <a:pt x="367" y="1871"/>
                  </a:lnTo>
                  <a:lnTo>
                    <a:pt x="377" y="1873"/>
                  </a:lnTo>
                  <a:cubicBezTo>
                    <a:pt x="378" y="1874"/>
                    <a:pt x="380" y="1875"/>
                    <a:pt x="381" y="1876"/>
                  </a:cubicBezTo>
                  <a:lnTo>
                    <a:pt x="387" y="1883"/>
                  </a:lnTo>
                  <a:lnTo>
                    <a:pt x="402" y="1894"/>
                  </a:lnTo>
                  <a:lnTo>
                    <a:pt x="420" y="1900"/>
                  </a:lnTo>
                  <a:lnTo>
                    <a:pt x="456" y="1903"/>
                  </a:lnTo>
                  <a:lnTo>
                    <a:pt x="494" y="1896"/>
                  </a:lnTo>
                  <a:cubicBezTo>
                    <a:pt x="495" y="1896"/>
                    <a:pt x="497" y="1896"/>
                    <a:pt x="498" y="1896"/>
                  </a:cubicBezTo>
                  <a:lnTo>
                    <a:pt x="511" y="1901"/>
                  </a:lnTo>
                  <a:cubicBezTo>
                    <a:pt x="513" y="1902"/>
                    <a:pt x="515" y="1903"/>
                    <a:pt x="516" y="1906"/>
                  </a:cubicBezTo>
                  <a:lnTo>
                    <a:pt x="525" y="1930"/>
                  </a:lnTo>
                  <a:cubicBezTo>
                    <a:pt x="526" y="1931"/>
                    <a:pt x="526" y="1932"/>
                    <a:pt x="526" y="1933"/>
                  </a:cubicBezTo>
                  <a:lnTo>
                    <a:pt x="526" y="1938"/>
                  </a:lnTo>
                  <a:cubicBezTo>
                    <a:pt x="526" y="1939"/>
                    <a:pt x="525" y="1940"/>
                    <a:pt x="525" y="1941"/>
                  </a:cubicBezTo>
                  <a:lnTo>
                    <a:pt x="524" y="1943"/>
                  </a:lnTo>
                  <a:lnTo>
                    <a:pt x="525" y="1946"/>
                  </a:lnTo>
                  <a:lnTo>
                    <a:pt x="528" y="1948"/>
                  </a:lnTo>
                  <a:lnTo>
                    <a:pt x="532" y="1947"/>
                  </a:lnTo>
                  <a:cubicBezTo>
                    <a:pt x="533" y="1947"/>
                    <a:pt x="534" y="1947"/>
                    <a:pt x="534" y="1947"/>
                  </a:cubicBezTo>
                  <a:lnTo>
                    <a:pt x="539" y="1948"/>
                  </a:lnTo>
                  <a:cubicBezTo>
                    <a:pt x="540" y="1948"/>
                    <a:pt x="541" y="1949"/>
                    <a:pt x="542" y="1949"/>
                  </a:cubicBezTo>
                  <a:lnTo>
                    <a:pt x="559" y="1960"/>
                  </a:lnTo>
                  <a:lnTo>
                    <a:pt x="569" y="1968"/>
                  </a:lnTo>
                  <a:lnTo>
                    <a:pt x="590" y="1995"/>
                  </a:lnTo>
                  <a:cubicBezTo>
                    <a:pt x="590" y="1996"/>
                    <a:pt x="591" y="1997"/>
                    <a:pt x="591" y="1998"/>
                  </a:cubicBezTo>
                  <a:lnTo>
                    <a:pt x="592" y="2001"/>
                  </a:lnTo>
                  <a:cubicBezTo>
                    <a:pt x="592" y="2001"/>
                    <a:pt x="592" y="2001"/>
                    <a:pt x="592" y="2002"/>
                  </a:cubicBezTo>
                  <a:lnTo>
                    <a:pt x="594" y="2002"/>
                  </a:lnTo>
                  <a:cubicBezTo>
                    <a:pt x="595" y="2002"/>
                    <a:pt x="596" y="2002"/>
                    <a:pt x="597" y="2002"/>
                  </a:cubicBezTo>
                  <a:lnTo>
                    <a:pt x="599" y="2003"/>
                  </a:lnTo>
                  <a:cubicBezTo>
                    <a:pt x="600" y="2003"/>
                    <a:pt x="602" y="2004"/>
                    <a:pt x="603" y="2006"/>
                  </a:cubicBezTo>
                  <a:lnTo>
                    <a:pt x="606" y="2010"/>
                  </a:lnTo>
                  <a:cubicBezTo>
                    <a:pt x="607" y="2012"/>
                    <a:pt x="608" y="2014"/>
                    <a:pt x="607" y="2016"/>
                  </a:cubicBezTo>
                  <a:lnTo>
                    <a:pt x="607" y="2016"/>
                  </a:lnTo>
                  <a:lnTo>
                    <a:pt x="611" y="2013"/>
                  </a:lnTo>
                  <a:cubicBezTo>
                    <a:pt x="612" y="2013"/>
                    <a:pt x="612" y="2013"/>
                    <a:pt x="612" y="2013"/>
                  </a:cubicBezTo>
                  <a:lnTo>
                    <a:pt x="613" y="2002"/>
                  </a:lnTo>
                  <a:cubicBezTo>
                    <a:pt x="613" y="1998"/>
                    <a:pt x="617" y="1995"/>
                    <a:pt x="621" y="1994"/>
                  </a:cubicBezTo>
                  <a:lnTo>
                    <a:pt x="634" y="1995"/>
                  </a:lnTo>
                  <a:cubicBezTo>
                    <a:pt x="635" y="1995"/>
                    <a:pt x="636" y="1995"/>
                    <a:pt x="637" y="1995"/>
                  </a:cubicBezTo>
                  <a:lnTo>
                    <a:pt x="662" y="2007"/>
                  </a:lnTo>
                  <a:lnTo>
                    <a:pt x="673" y="2006"/>
                  </a:lnTo>
                  <a:lnTo>
                    <a:pt x="684" y="2000"/>
                  </a:lnTo>
                  <a:lnTo>
                    <a:pt x="707" y="1982"/>
                  </a:lnTo>
                  <a:cubicBezTo>
                    <a:pt x="710" y="1979"/>
                    <a:pt x="714" y="1979"/>
                    <a:pt x="717" y="1981"/>
                  </a:cubicBezTo>
                  <a:lnTo>
                    <a:pt x="717" y="1981"/>
                  </a:lnTo>
                  <a:lnTo>
                    <a:pt x="719" y="1976"/>
                  </a:lnTo>
                  <a:cubicBezTo>
                    <a:pt x="720" y="1973"/>
                    <a:pt x="722" y="1972"/>
                    <a:pt x="724" y="1971"/>
                  </a:cubicBezTo>
                  <a:lnTo>
                    <a:pt x="721" y="1944"/>
                  </a:lnTo>
                  <a:lnTo>
                    <a:pt x="722" y="1939"/>
                  </a:lnTo>
                  <a:lnTo>
                    <a:pt x="724" y="1932"/>
                  </a:lnTo>
                  <a:lnTo>
                    <a:pt x="728" y="1925"/>
                  </a:lnTo>
                  <a:lnTo>
                    <a:pt x="736" y="1914"/>
                  </a:lnTo>
                  <a:lnTo>
                    <a:pt x="738" y="1911"/>
                  </a:lnTo>
                  <a:lnTo>
                    <a:pt x="739" y="1901"/>
                  </a:lnTo>
                </a:path>
              </a:pathLst>
            </a:custGeom>
            <a:solidFill>
              <a:schemeClr val="accent6"/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xmlns="" id="{2417FC03-2910-42D3-B7E2-DED7810ED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3513" y="2214745"/>
              <a:ext cx="410373" cy="772964"/>
            </a:xfrm>
            <a:custGeom>
              <a:avLst/>
              <a:gdLst>
                <a:gd name="T0" fmla="*/ 442 w 644"/>
                <a:gd name="T1" fmla="*/ 13 h 1214"/>
                <a:gd name="T2" fmla="*/ 413 w 644"/>
                <a:gd name="T3" fmla="*/ 22 h 1214"/>
                <a:gd name="T4" fmla="*/ 358 w 644"/>
                <a:gd name="T5" fmla="*/ 74 h 1214"/>
                <a:gd name="T6" fmla="*/ 333 w 644"/>
                <a:gd name="T7" fmla="*/ 97 h 1214"/>
                <a:gd name="T8" fmla="*/ 245 w 644"/>
                <a:gd name="T9" fmla="*/ 92 h 1214"/>
                <a:gd name="T10" fmla="*/ 202 w 644"/>
                <a:gd name="T11" fmla="*/ 82 h 1214"/>
                <a:gd name="T12" fmla="*/ 172 w 644"/>
                <a:gd name="T13" fmla="*/ 59 h 1214"/>
                <a:gd name="T14" fmla="*/ 118 w 644"/>
                <a:gd name="T15" fmla="*/ 34 h 1214"/>
                <a:gd name="T16" fmla="*/ 106 w 644"/>
                <a:gd name="T17" fmla="*/ 9 h 1214"/>
                <a:gd name="T18" fmla="*/ 87 w 644"/>
                <a:gd name="T19" fmla="*/ 49 h 1214"/>
                <a:gd name="T20" fmla="*/ 63 w 644"/>
                <a:gd name="T21" fmla="*/ 85 h 1214"/>
                <a:gd name="T22" fmla="*/ 69 w 644"/>
                <a:gd name="T23" fmla="*/ 124 h 1214"/>
                <a:gd name="T24" fmla="*/ 113 w 644"/>
                <a:gd name="T25" fmla="*/ 153 h 1214"/>
                <a:gd name="T26" fmla="*/ 110 w 644"/>
                <a:gd name="T27" fmla="*/ 181 h 1214"/>
                <a:gd name="T28" fmla="*/ 135 w 644"/>
                <a:gd name="T29" fmla="*/ 172 h 1214"/>
                <a:gd name="T30" fmla="*/ 148 w 644"/>
                <a:gd name="T31" fmla="*/ 149 h 1214"/>
                <a:gd name="T32" fmla="*/ 171 w 644"/>
                <a:gd name="T33" fmla="*/ 155 h 1214"/>
                <a:gd name="T34" fmla="*/ 218 w 644"/>
                <a:gd name="T35" fmla="*/ 211 h 1214"/>
                <a:gd name="T36" fmla="*/ 199 w 644"/>
                <a:gd name="T37" fmla="*/ 276 h 1214"/>
                <a:gd name="T38" fmla="*/ 211 w 644"/>
                <a:gd name="T39" fmla="*/ 293 h 1214"/>
                <a:gd name="T40" fmla="*/ 199 w 644"/>
                <a:gd name="T41" fmla="*/ 358 h 1214"/>
                <a:gd name="T42" fmla="*/ 165 w 644"/>
                <a:gd name="T43" fmla="*/ 394 h 1214"/>
                <a:gd name="T44" fmla="*/ 136 w 644"/>
                <a:gd name="T45" fmla="*/ 412 h 1214"/>
                <a:gd name="T46" fmla="*/ 124 w 644"/>
                <a:gd name="T47" fmla="*/ 493 h 1214"/>
                <a:gd name="T48" fmla="*/ 130 w 644"/>
                <a:gd name="T49" fmla="*/ 536 h 1214"/>
                <a:gd name="T50" fmla="*/ 165 w 644"/>
                <a:gd name="T51" fmla="*/ 548 h 1214"/>
                <a:gd name="T52" fmla="*/ 108 w 644"/>
                <a:gd name="T53" fmla="*/ 695 h 1214"/>
                <a:gd name="T54" fmla="*/ 78 w 644"/>
                <a:gd name="T55" fmla="*/ 769 h 1214"/>
                <a:gd name="T56" fmla="*/ 36 w 644"/>
                <a:gd name="T57" fmla="*/ 854 h 1214"/>
                <a:gd name="T58" fmla="*/ 28 w 644"/>
                <a:gd name="T59" fmla="*/ 901 h 1214"/>
                <a:gd name="T60" fmla="*/ 0 w 644"/>
                <a:gd name="T61" fmla="*/ 931 h 1214"/>
                <a:gd name="T62" fmla="*/ 90 w 644"/>
                <a:gd name="T63" fmla="*/ 1000 h 1214"/>
                <a:gd name="T64" fmla="*/ 77 w 644"/>
                <a:gd name="T65" fmla="*/ 1075 h 1214"/>
                <a:gd name="T66" fmla="*/ 92 w 644"/>
                <a:gd name="T67" fmla="*/ 1083 h 1214"/>
                <a:gd name="T68" fmla="*/ 139 w 644"/>
                <a:gd name="T69" fmla="*/ 1136 h 1214"/>
                <a:gd name="T70" fmla="*/ 154 w 644"/>
                <a:gd name="T71" fmla="*/ 1172 h 1214"/>
                <a:gd name="T72" fmla="*/ 173 w 644"/>
                <a:gd name="T73" fmla="*/ 1208 h 1214"/>
                <a:gd name="T74" fmla="*/ 244 w 644"/>
                <a:gd name="T75" fmla="*/ 1203 h 1214"/>
                <a:gd name="T76" fmla="*/ 255 w 644"/>
                <a:gd name="T77" fmla="*/ 1172 h 1214"/>
                <a:gd name="T78" fmla="*/ 290 w 644"/>
                <a:gd name="T79" fmla="*/ 1162 h 1214"/>
                <a:gd name="T80" fmla="*/ 299 w 644"/>
                <a:gd name="T81" fmla="*/ 1140 h 1214"/>
                <a:gd name="T82" fmla="*/ 342 w 644"/>
                <a:gd name="T83" fmla="*/ 1092 h 1214"/>
                <a:gd name="T84" fmla="*/ 313 w 644"/>
                <a:gd name="T85" fmla="*/ 1042 h 1214"/>
                <a:gd name="T86" fmla="*/ 305 w 644"/>
                <a:gd name="T87" fmla="*/ 1004 h 1214"/>
                <a:gd name="T88" fmla="*/ 311 w 644"/>
                <a:gd name="T89" fmla="*/ 951 h 1214"/>
                <a:gd name="T90" fmla="*/ 329 w 644"/>
                <a:gd name="T91" fmla="*/ 905 h 1214"/>
                <a:gd name="T92" fmla="*/ 331 w 644"/>
                <a:gd name="T93" fmla="*/ 869 h 1214"/>
                <a:gd name="T94" fmla="*/ 342 w 644"/>
                <a:gd name="T95" fmla="*/ 830 h 1214"/>
                <a:gd name="T96" fmla="*/ 334 w 644"/>
                <a:gd name="T97" fmla="*/ 721 h 1214"/>
                <a:gd name="T98" fmla="*/ 351 w 644"/>
                <a:gd name="T99" fmla="*/ 666 h 1214"/>
                <a:gd name="T100" fmla="*/ 394 w 644"/>
                <a:gd name="T101" fmla="*/ 588 h 1214"/>
                <a:gd name="T102" fmla="*/ 423 w 644"/>
                <a:gd name="T103" fmla="*/ 534 h 1214"/>
                <a:gd name="T104" fmla="*/ 432 w 644"/>
                <a:gd name="T105" fmla="*/ 439 h 1214"/>
                <a:gd name="T106" fmla="*/ 454 w 644"/>
                <a:gd name="T107" fmla="*/ 400 h 1214"/>
                <a:gd name="T108" fmla="*/ 475 w 644"/>
                <a:gd name="T109" fmla="*/ 295 h 1214"/>
                <a:gd name="T110" fmla="*/ 510 w 644"/>
                <a:gd name="T111" fmla="*/ 264 h 1214"/>
                <a:gd name="T112" fmla="*/ 529 w 644"/>
                <a:gd name="T113" fmla="*/ 231 h 1214"/>
                <a:gd name="T114" fmla="*/ 559 w 644"/>
                <a:gd name="T115" fmla="*/ 214 h 1214"/>
                <a:gd name="T116" fmla="*/ 574 w 644"/>
                <a:gd name="T117" fmla="*/ 191 h 1214"/>
                <a:gd name="T118" fmla="*/ 643 w 644"/>
                <a:gd name="T119" fmla="*/ 74 h 1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4" h="1214">
                  <a:moveTo>
                    <a:pt x="596" y="64"/>
                  </a:moveTo>
                  <a:lnTo>
                    <a:pt x="519" y="23"/>
                  </a:lnTo>
                  <a:lnTo>
                    <a:pt x="511" y="22"/>
                  </a:lnTo>
                  <a:lnTo>
                    <a:pt x="485" y="25"/>
                  </a:lnTo>
                  <a:cubicBezTo>
                    <a:pt x="484" y="25"/>
                    <a:pt x="483" y="25"/>
                    <a:pt x="482" y="25"/>
                  </a:cubicBezTo>
                  <a:lnTo>
                    <a:pt x="442" y="13"/>
                  </a:lnTo>
                  <a:lnTo>
                    <a:pt x="439" y="14"/>
                  </a:lnTo>
                  <a:lnTo>
                    <a:pt x="429" y="20"/>
                  </a:lnTo>
                  <a:cubicBezTo>
                    <a:pt x="428" y="20"/>
                    <a:pt x="428" y="21"/>
                    <a:pt x="427" y="21"/>
                  </a:cubicBezTo>
                  <a:lnTo>
                    <a:pt x="421" y="22"/>
                  </a:lnTo>
                  <a:cubicBezTo>
                    <a:pt x="420" y="23"/>
                    <a:pt x="419" y="23"/>
                    <a:pt x="418" y="23"/>
                  </a:cubicBezTo>
                  <a:lnTo>
                    <a:pt x="413" y="22"/>
                  </a:lnTo>
                  <a:lnTo>
                    <a:pt x="398" y="17"/>
                  </a:lnTo>
                  <a:lnTo>
                    <a:pt x="393" y="18"/>
                  </a:lnTo>
                  <a:lnTo>
                    <a:pt x="389" y="20"/>
                  </a:lnTo>
                  <a:lnTo>
                    <a:pt x="383" y="22"/>
                  </a:lnTo>
                  <a:lnTo>
                    <a:pt x="369" y="49"/>
                  </a:lnTo>
                  <a:lnTo>
                    <a:pt x="358" y="74"/>
                  </a:lnTo>
                  <a:lnTo>
                    <a:pt x="349" y="89"/>
                  </a:lnTo>
                  <a:cubicBezTo>
                    <a:pt x="348" y="90"/>
                    <a:pt x="348" y="91"/>
                    <a:pt x="347" y="91"/>
                  </a:cubicBezTo>
                  <a:lnTo>
                    <a:pt x="343" y="94"/>
                  </a:lnTo>
                  <a:cubicBezTo>
                    <a:pt x="342" y="95"/>
                    <a:pt x="341" y="95"/>
                    <a:pt x="340" y="95"/>
                  </a:cubicBezTo>
                  <a:lnTo>
                    <a:pt x="335" y="97"/>
                  </a:lnTo>
                  <a:cubicBezTo>
                    <a:pt x="335" y="97"/>
                    <a:pt x="334" y="97"/>
                    <a:pt x="333" y="97"/>
                  </a:cubicBezTo>
                  <a:lnTo>
                    <a:pt x="329" y="97"/>
                  </a:lnTo>
                  <a:cubicBezTo>
                    <a:pt x="328" y="97"/>
                    <a:pt x="326" y="97"/>
                    <a:pt x="325" y="96"/>
                  </a:cubicBezTo>
                  <a:lnTo>
                    <a:pt x="321" y="94"/>
                  </a:lnTo>
                  <a:lnTo>
                    <a:pt x="300" y="81"/>
                  </a:lnTo>
                  <a:lnTo>
                    <a:pt x="296" y="81"/>
                  </a:lnTo>
                  <a:lnTo>
                    <a:pt x="245" y="92"/>
                  </a:lnTo>
                  <a:lnTo>
                    <a:pt x="228" y="93"/>
                  </a:lnTo>
                  <a:cubicBezTo>
                    <a:pt x="227" y="93"/>
                    <a:pt x="226" y="93"/>
                    <a:pt x="225" y="93"/>
                  </a:cubicBezTo>
                  <a:lnTo>
                    <a:pt x="215" y="90"/>
                  </a:lnTo>
                  <a:lnTo>
                    <a:pt x="208" y="87"/>
                  </a:lnTo>
                  <a:cubicBezTo>
                    <a:pt x="207" y="87"/>
                    <a:pt x="207" y="86"/>
                    <a:pt x="206" y="86"/>
                  </a:cubicBezTo>
                  <a:lnTo>
                    <a:pt x="202" y="82"/>
                  </a:lnTo>
                  <a:cubicBezTo>
                    <a:pt x="201" y="82"/>
                    <a:pt x="201" y="81"/>
                    <a:pt x="200" y="80"/>
                  </a:cubicBezTo>
                  <a:lnTo>
                    <a:pt x="198" y="75"/>
                  </a:lnTo>
                  <a:cubicBezTo>
                    <a:pt x="197" y="75"/>
                    <a:pt x="197" y="74"/>
                    <a:pt x="197" y="73"/>
                  </a:cubicBezTo>
                  <a:lnTo>
                    <a:pt x="194" y="66"/>
                  </a:lnTo>
                  <a:lnTo>
                    <a:pt x="191" y="64"/>
                  </a:lnTo>
                  <a:lnTo>
                    <a:pt x="172" y="59"/>
                  </a:lnTo>
                  <a:lnTo>
                    <a:pt x="152" y="51"/>
                  </a:lnTo>
                  <a:lnTo>
                    <a:pt x="133" y="45"/>
                  </a:lnTo>
                  <a:cubicBezTo>
                    <a:pt x="132" y="45"/>
                    <a:pt x="131" y="45"/>
                    <a:pt x="130" y="44"/>
                  </a:cubicBezTo>
                  <a:lnTo>
                    <a:pt x="125" y="41"/>
                  </a:lnTo>
                  <a:lnTo>
                    <a:pt x="120" y="36"/>
                  </a:lnTo>
                  <a:cubicBezTo>
                    <a:pt x="119" y="36"/>
                    <a:pt x="119" y="35"/>
                    <a:pt x="118" y="34"/>
                  </a:cubicBezTo>
                  <a:lnTo>
                    <a:pt x="116" y="30"/>
                  </a:lnTo>
                  <a:cubicBezTo>
                    <a:pt x="116" y="29"/>
                    <a:pt x="115" y="28"/>
                    <a:pt x="115" y="28"/>
                  </a:cubicBezTo>
                  <a:lnTo>
                    <a:pt x="108" y="2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6" y="9"/>
                  </a:lnTo>
                  <a:cubicBezTo>
                    <a:pt x="106" y="9"/>
                    <a:pt x="106" y="10"/>
                    <a:pt x="106" y="11"/>
                  </a:cubicBezTo>
                  <a:lnTo>
                    <a:pt x="106" y="16"/>
                  </a:lnTo>
                  <a:cubicBezTo>
                    <a:pt x="106" y="17"/>
                    <a:pt x="106" y="18"/>
                    <a:pt x="105" y="19"/>
                  </a:cubicBezTo>
                  <a:lnTo>
                    <a:pt x="102" y="24"/>
                  </a:lnTo>
                  <a:lnTo>
                    <a:pt x="91" y="38"/>
                  </a:lnTo>
                  <a:lnTo>
                    <a:pt x="87" y="49"/>
                  </a:lnTo>
                  <a:lnTo>
                    <a:pt x="87" y="56"/>
                  </a:lnTo>
                  <a:lnTo>
                    <a:pt x="86" y="61"/>
                  </a:lnTo>
                  <a:cubicBezTo>
                    <a:pt x="86" y="62"/>
                    <a:pt x="85" y="63"/>
                    <a:pt x="85" y="64"/>
                  </a:cubicBezTo>
                  <a:lnTo>
                    <a:pt x="82" y="68"/>
                  </a:lnTo>
                  <a:lnTo>
                    <a:pt x="81" y="69"/>
                  </a:lnTo>
                  <a:lnTo>
                    <a:pt x="63" y="85"/>
                  </a:lnTo>
                  <a:lnTo>
                    <a:pt x="57" y="94"/>
                  </a:lnTo>
                  <a:lnTo>
                    <a:pt x="54" y="102"/>
                  </a:lnTo>
                  <a:lnTo>
                    <a:pt x="53" y="105"/>
                  </a:lnTo>
                  <a:lnTo>
                    <a:pt x="55" y="111"/>
                  </a:lnTo>
                  <a:lnTo>
                    <a:pt x="62" y="120"/>
                  </a:lnTo>
                  <a:lnTo>
                    <a:pt x="69" y="124"/>
                  </a:lnTo>
                  <a:lnTo>
                    <a:pt x="95" y="137"/>
                  </a:lnTo>
                  <a:lnTo>
                    <a:pt x="104" y="139"/>
                  </a:lnTo>
                  <a:cubicBezTo>
                    <a:pt x="105" y="139"/>
                    <a:pt x="106" y="140"/>
                    <a:pt x="107" y="141"/>
                  </a:cubicBezTo>
                  <a:lnTo>
                    <a:pt x="110" y="143"/>
                  </a:lnTo>
                  <a:cubicBezTo>
                    <a:pt x="112" y="145"/>
                    <a:pt x="113" y="147"/>
                    <a:pt x="113" y="149"/>
                  </a:cubicBezTo>
                  <a:lnTo>
                    <a:pt x="113" y="153"/>
                  </a:lnTo>
                  <a:cubicBezTo>
                    <a:pt x="113" y="155"/>
                    <a:pt x="113" y="157"/>
                    <a:pt x="111" y="159"/>
                  </a:cubicBezTo>
                  <a:lnTo>
                    <a:pt x="104" y="167"/>
                  </a:lnTo>
                  <a:lnTo>
                    <a:pt x="102" y="171"/>
                  </a:lnTo>
                  <a:lnTo>
                    <a:pt x="106" y="174"/>
                  </a:lnTo>
                  <a:cubicBezTo>
                    <a:pt x="107" y="175"/>
                    <a:pt x="108" y="176"/>
                    <a:pt x="108" y="177"/>
                  </a:cubicBezTo>
                  <a:lnTo>
                    <a:pt x="110" y="181"/>
                  </a:lnTo>
                  <a:lnTo>
                    <a:pt x="114" y="193"/>
                  </a:lnTo>
                  <a:lnTo>
                    <a:pt x="116" y="192"/>
                  </a:lnTo>
                  <a:lnTo>
                    <a:pt x="118" y="189"/>
                  </a:lnTo>
                  <a:lnTo>
                    <a:pt x="123" y="180"/>
                  </a:lnTo>
                  <a:cubicBezTo>
                    <a:pt x="124" y="178"/>
                    <a:pt x="125" y="177"/>
                    <a:pt x="126" y="177"/>
                  </a:cubicBezTo>
                  <a:lnTo>
                    <a:pt x="135" y="172"/>
                  </a:lnTo>
                  <a:lnTo>
                    <a:pt x="142" y="169"/>
                  </a:lnTo>
                  <a:lnTo>
                    <a:pt x="143" y="168"/>
                  </a:lnTo>
                  <a:lnTo>
                    <a:pt x="143" y="164"/>
                  </a:lnTo>
                  <a:lnTo>
                    <a:pt x="145" y="156"/>
                  </a:lnTo>
                  <a:cubicBezTo>
                    <a:pt x="145" y="155"/>
                    <a:pt x="145" y="154"/>
                    <a:pt x="146" y="153"/>
                  </a:cubicBezTo>
                  <a:lnTo>
                    <a:pt x="148" y="149"/>
                  </a:lnTo>
                  <a:cubicBezTo>
                    <a:pt x="149" y="147"/>
                    <a:pt x="151" y="146"/>
                    <a:pt x="153" y="146"/>
                  </a:cubicBezTo>
                  <a:lnTo>
                    <a:pt x="157" y="144"/>
                  </a:lnTo>
                  <a:cubicBezTo>
                    <a:pt x="159" y="144"/>
                    <a:pt x="161" y="144"/>
                    <a:pt x="163" y="145"/>
                  </a:cubicBezTo>
                  <a:lnTo>
                    <a:pt x="166" y="147"/>
                  </a:lnTo>
                  <a:cubicBezTo>
                    <a:pt x="168" y="148"/>
                    <a:pt x="169" y="149"/>
                    <a:pt x="169" y="151"/>
                  </a:cubicBezTo>
                  <a:lnTo>
                    <a:pt x="171" y="155"/>
                  </a:lnTo>
                  <a:cubicBezTo>
                    <a:pt x="171" y="155"/>
                    <a:pt x="171" y="156"/>
                    <a:pt x="172" y="157"/>
                  </a:cubicBezTo>
                  <a:lnTo>
                    <a:pt x="172" y="167"/>
                  </a:lnTo>
                  <a:lnTo>
                    <a:pt x="179" y="169"/>
                  </a:lnTo>
                  <a:lnTo>
                    <a:pt x="184" y="172"/>
                  </a:lnTo>
                  <a:cubicBezTo>
                    <a:pt x="185" y="173"/>
                    <a:pt x="186" y="173"/>
                    <a:pt x="186" y="174"/>
                  </a:cubicBezTo>
                  <a:lnTo>
                    <a:pt x="218" y="211"/>
                  </a:lnTo>
                  <a:lnTo>
                    <a:pt x="221" y="216"/>
                  </a:lnTo>
                  <a:lnTo>
                    <a:pt x="223" y="225"/>
                  </a:lnTo>
                  <a:lnTo>
                    <a:pt x="223" y="233"/>
                  </a:lnTo>
                  <a:lnTo>
                    <a:pt x="221" y="240"/>
                  </a:lnTo>
                  <a:lnTo>
                    <a:pt x="208" y="264"/>
                  </a:lnTo>
                  <a:lnTo>
                    <a:pt x="199" y="276"/>
                  </a:lnTo>
                  <a:lnTo>
                    <a:pt x="197" y="283"/>
                  </a:lnTo>
                  <a:lnTo>
                    <a:pt x="197" y="284"/>
                  </a:lnTo>
                  <a:lnTo>
                    <a:pt x="200" y="286"/>
                  </a:lnTo>
                  <a:lnTo>
                    <a:pt x="203" y="287"/>
                  </a:lnTo>
                  <a:lnTo>
                    <a:pt x="208" y="291"/>
                  </a:lnTo>
                  <a:cubicBezTo>
                    <a:pt x="209" y="291"/>
                    <a:pt x="210" y="292"/>
                    <a:pt x="211" y="293"/>
                  </a:cubicBezTo>
                  <a:lnTo>
                    <a:pt x="213" y="297"/>
                  </a:lnTo>
                  <a:cubicBezTo>
                    <a:pt x="214" y="299"/>
                    <a:pt x="215" y="301"/>
                    <a:pt x="215" y="303"/>
                  </a:cubicBezTo>
                  <a:lnTo>
                    <a:pt x="213" y="311"/>
                  </a:lnTo>
                  <a:lnTo>
                    <a:pt x="207" y="330"/>
                  </a:lnTo>
                  <a:lnTo>
                    <a:pt x="203" y="347"/>
                  </a:lnTo>
                  <a:lnTo>
                    <a:pt x="199" y="358"/>
                  </a:lnTo>
                  <a:lnTo>
                    <a:pt x="195" y="366"/>
                  </a:lnTo>
                  <a:lnTo>
                    <a:pt x="189" y="372"/>
                  </a:lnTo>
                  <a:cubicBezTo>
                    <a:pt x="189" y="373"/>
                    <a:pt x="188" y="374"/>
                    <a:pt x="187" y="374"/>
                  </a:cubicBezTo>
                  <a:lnTo>
                    <a:pt x="169" y="385"/>
                  </a:lnTo>
                  <a:lnTo>
                    <a:pt x="167" y="387"/>
                  </a:lnTo>
                  <a:lnTo>
                    <a:pt x="165" y="394"/>
                  </a:lnTo>
                  <a:cubicBezTo>
                    <a:pt x="164" y="396"/>
                    <a:pt x="163" y="397"/>
                    <a:pt x="161" y="398"/>
                  </a:cubicBezTo>
                  <a:lnTo>
                    <a:pt x="157" y="400"/>
                  </a:lnTo>
                  <a:cubicBezTo>
                    <a:pt x="156" y="401"/>
                    <a:pt x="155" y="401"/>
                    <a:pt x="154" y="401"/>
                  </a:cubicBezTo>
                  <a:lnTo>
                    <a:pt x="122" y="404"/>
                  </a:lnTo>
                  <a:lnTo>
                    <a:pt x="130" y="408"/>
                  </a:lnTo>
                  <a:lnTo>
                    <a:pt x="136" y="412"/>
                  </a:lnTo>
                  <a:cubicBezTo>
                    <a:pt x="138" y="414"/>
                    <a:pt x="139" y="416"/>
                    <a:pt x="139" y="419"/>
                  </a:cubicBezTo>
                  <a:cubicBezTo>
                    <a:pt x="139" y="421"/>
                    <a:pt x="138" y="424"/>
                    <a:pt x="135" y="425"/>
                  </a:cubicBezTo>
                  <a:lnTo>
                    <a:pt x="130" y="429"/>
                  </a:lnTo>
                  <a:lnTo>
                    <a:pt x="129" y="432"/>
                  </a:lnTo>
                  <a:lnTo>
                    <a:pt x="128" y="458"/>
                  </a:lnTo>
                  <a:lnTo>
                    <a:pt x="124" y="493"/>
                  </a:lnTo>
                  <a:lnTo>
                    <a:pt x="124" y="503"/>
                  </a:lnTo>
                  <a:lnTo>
                    <a:pt x="123" y="511"/>
                  </a:lnTo>
                  <a:lnTo>
                    <a:pt x="117" y="528"/>
                  </a:lnTo>
                  <a:lnTo>
                    <a:pt x="118" y="531"/>
                  </a:lnTo>
                  <a:lnTo>
                    <a:pt x="120" y="533"/>
                  </a:lnTo>
                  <a:lnTo>
                    <a:pt x="130" y="536"/>
                  </a:lnTo>
                  <a:lnTo>
                    <a:pt x="144" y="535"/>
                  </a:lnTo>
                  <a:cubicBezTo>
                    <a:pt x="145" y="535"/>
                    <a:pt x="146" y="535"/>
                    <a:pt x="147" y="535"/>
                  </a:cubicBezTo>
                  <a:lnTo>
                    <a:pt x="153" y="537"/>
                  </a:lnTo>
                  <a:cubicBezTo>
                    <a:pt x="154" y="538"/>
                    <a:pt x="155" y="538"/>
                    <a:pt x="156" y="539"/>
                  </a:cubicBezTo>
                  <a:lnTo>
                    <a:pt x="164" y="546"/>
                  </a:lnTo>
                  <a:cubicBezTo>
                    <a:pt x="164" y="547"/>
                    <a:pt x="165" y="547"/>
                    <a:pt x="165" y="548"/>
                  </a:cubicBezTo>
                  <a:lnTo>
                    <a:pt x="168" y="553"/>
                  </a:lnTo>
                  <a:cubicBezTo>
                    <a:pt x="169" y="554"/>
                    <a:pt x="169" y="555"/>
                    <a:pt x="169" y="557"/>
                  </a:cubicBezTo>
                  <a:lnTo>
                    <a:pt x="169" y="566"/>
                  </a:lnTo>
                  <a:cubicBezTo>
                    <a:pt x="169" y="567"/>
                    <a:pt x="169" y="568"/>
                    <a:pt x="168" y="570"/>
                  </a:cubicBezTo>
                  <a:lnTo>
                    <a:pt x="102" y="682"/>
                  </a:lnTo>
                  <a:lnTo>
                    <a:pt x="108" y="695"/>
                  </a:lnTo>
                  <a:cubicBezTo>
                    <a:pt x="108" y="696"/>
                    <a:pt x="108" y="697"/>
                    <a:pt x="108" y="698"/>
                  </a:cubicBezTo>
                  <a:lnTo>
                    <a:pt x="108" y="707"/>
                  </a:lnTo>
                  <a:cubicBezTo>
                    <a:pt x="108" y="708"/>
                    <a:pt x="108" y="709"/>
                    <a:pt x="107" y="710"/>
                  </a:cubicBezTo>
                  <a:lnTo>
                    <a:pt x="105" y="717"/>
                  </a:lnTo>
                  <a:lnTo>
                    <a:pt x="93" y="733"/>
                  </a:lnTo>
                  <a:lnTo>
                    <a:pt x="78" y="769"/>
                  </a:lnTo>
                  <a:lnTo>
                    <a:pt x="68" y="788"/>
                  </a:lnTo>
                  <a:lnTo>
                    <a:pt x="61" y="797"/>
                  </a:lnTo>
                  <a:lnTo>
                    <a:pt x="43" y="820"/>
                  </a:lnTo>
                  <a:lnTo>
                    <a:pt x="39" y="831"/>
                  </a:lnTo>
                  <a:lnTo>
                    <a:pt x="37" y="847"/>
                  </a:lnTo>
                  <a:lnTo>
                    <a:pt x="36" y="854"/>
                  </a:lnTo>
                  <a:lnTo>
                    <a:pt x="32" y="866"/>
                  </a:lnTo>
                  <a:lnTo>
                    <a:pt x="23" y="884"/>
                  </a:lnTo>
                  <a:lnTo>
                    <a:pt x="23" y="887"/>
                  </a:lnTo>
                  <a:lnTo>
                    <a:pt x="25" y="891"/>
                  </a:lnTo>
                  <a:lnTo>
                    <a:pt x="27" y="898"/>
                  </a:lnTo>
                  <a:cubicBezTo>
                    <a:pt x="28" y="899"/>
                    <a:pt x="28" y="900"/>
                    <a:pt x="28" y="901"/>
                  </a:cubicBezTo>
                  <a:lnTo>
                    <a:pt x="27" y="908"/>
                  </a:lnTo>
                  <a:cubicBezTo>
                    <a:pt x="27" y="910"/>
                    <a:pt x="26" y="911"/>
                    <a:pt x="26" y="912"/>
                  </a:cubicBezTo>
                  <a:lnTo>
                    <a:pt x="22" y="917"/>
                  </a:lnTo>
                  <a:cubicBezTo>
                    <a:pt x="22" y="918"/>
                    <a:pt x="22" y="918"/>
                    <a:pt x="21" y="919"/>
                  </a:cubicBezTo>
                  <a:lnTo>
                    <a:pt x="16" y="923"/>
                  </a:lnTo>
                  <a:lnTo>
                    <a:pt x="0" y="931"/>
                  </a:lnTo>
                  <a:lnTo>
                    <a:pt x="0" y="935"/>
                  </a:lnTo>
                  <a:lnTo>
                    <a:pt x="4" y="940"/>
                  </a:lnTo>
                  <a:lnTo>
                    <a:pt x="73" y="980"/>
                  </a:lnTo>
                  <a:lnTo>
                    <a:pt x="82" y="989"/>
                  </a:lnTo>
                  <a:lnTo>
                    <a:pt x="88" y="997"/>
                  </a:lnTo>
                  <a:cubicBezTo>
                    <a:pt x="89" y="998"/>
                    <a:pt x="89" y="999"/>
                    <a:pt x="90" y="1000"/>
                  </a:cubicBezTo>
                  <a:lnTo>
                    <a:pt x="92" y="1009"/>
                  </a:lnTo>
                  <a:lnTo>
                    <a:pt x="94" y="1027"/>
                  </a:lnTo>
                  <a:lnTo>
                    <a:pt x="93" y="1044"/>
                  </a:lnTo>
                  <a:lnTo>
                    <a:pt x="89" y="1056"/>
                  </a:lnTo>
                  <a:lnTo>
                    <a:pt x="86" y="1062"/>
                  </a:lnTo>
                  <a:lnTo>
                    <a:pt x="77" y="1075"/>
                  </a:lnTo>
                  <a:lnTo>
                    <a:pt x="76" y="1078"/>
                  </a:lnTo>
                  <a:lnTo>
                    <a:pt x="78" y="1082"/>
                  </a:lnTo>
                  <a:lnTo>
                    <a:pt x="80" y="1082"/>
                  </a:lnTo>
                  <a:lnTo>
                    <a:pt x="84" y="1082"/>
                  </a:lnTo>
                  <a:cubicBezTo>
                    <a:pt x="85" y="1082"/>
                    <a:pt x="86" y="1082"/>
                    <a:pt x="86" y="1082"/>
                  </a:cubicBezTo>
                  <a:lnTo>
                    <a:pt x="92" y="1083"/>
                  </a:lnTo>
                  <a:cubicBezTo>
                    <a:pt x="93" y="1083"/>
                    <a:pt x="93" y="1083"/>
                    <a:pt x="94" y="1084"/>
                  </a:cubicBezTo>
                  <a:lnTo>
                    <a:pt x="100" y="1087"/>
                  </a:lnTo>
                  <a:cubicBezTo>
                    <a:pt x="101" y="1087"/>
                    <a:pt x="102" y="1088"/>
                    <a:pt x="103" y="1088"/>
                  </a:cubicBezTo>
                  <a:lnTo>
                    <a:pt x="130" y="1119"/>
                  </a:lnTo>
                  <a:lnTo>
                    <a:pt x="138" y="1134"/>
                  </a:lnTo>
                  <a:cubicBezTo>
                    <a:pt x="138" y="1134"/>
                    <a:pt x="139" y="1135"/>
                    <a:pt x="139" y="1136"/>
                  </a:cubicBezTo>
                  <a:lnTo>
                    <a:pt x="140" y="1146"/>
                  </a:lnTo>
                  <a:lnTo>
                    <a:pt x="140" y="1156"/>
                  </a:lnTo>
                  <a:lnTo>
                    <a:pt x="138" y="1162"/>
                  </a:lnTo>
                  <a:lnTo>
                    <a:pt x="146" y="1161"/>
                  </a:lnTo>
                  <a:cubicBezTo>
                    <a:pt x="149" y="1161"/>
                    <a:pt x="152" y="1162"/>
                    <a:pt x="153" y="1164"/>
                  </a:cubicBezTo>
                  <a:cubicBezTo>
                    <a:pt x="155" y="1167"/>
                    <a:pt x="155" y="1170"/>
                    <a:pt x="154" y="1172"/>
                  </a:cubicBezTo>
                  <a:lnTo>
                    <a:pt x="146" y="1191"/>
                  </a:lnTo>
                  <a:lnTo>
                    <a:pt x="148" y="1197"/>
                  </a:lnTo>
                  <a:lnTo>
                    <a:pt x="156" y="1202"/>
                  </a:lnTo>
                  <a:lnTo>
                    <a:pt x="168" y="1205"/>
                  </a:lnTo>
                  <a:cubicBezTo>
                    <a:pt x="169" y="1206"/>
                    <a:pt x="170" y="1206"/>
                    <a:pt x="171" y="1207"/>
                  </a:cubicBezTo>
                  <a:lnTo>
                    <a:pt x="173" y="1208"/>
                  </a:lnTo>
                  <a:cubicBezTo>
                    <a:pt x="174" y="1209"/>
                    <a:pt x="175" y="1210"/>
                    <a:pt x="175" y="1211"/>
                  </a:cubicBezTo>
                  <a:lnTo>
                    <a:pt x="176" y="1213"/>
                  </a:lnTo>
                  <a:lnTo>
                    <a:pt x="177" y="1213"/>
                  </a:lnTo>
                  <a:lnTo>
                    <a:pt x="194" y="1205"/>
                  </a:lnTo>
                  <a:lnTo>
                    <a:pt x="209" y="1202"/>
                  </a:lnTo>
                  <a:lnTo>
                    <a:pt x="244" y="1203"/>
                  </a:lnTo>
                  <a:lnTo>
                    <a:pt x="254" y="1199"/>
                  </a:lnTo>
                  <a:lnTo>
                    <a:pt x="262" y="1189"/>
                  </a:lnTo>
                  <a:lnTo>
                    <a:pt x="262" y="1186"/>
                  </a:lnTo>
                  <a:lnTo>
                    <a:pt x="262" y="1185"/>
                  </a:lnTo>
                  <a:lnTo>
                    <a:pt x="256" y="1176"/>
                  </a:lnTo>
                  <a:cubicBezTo>
                    <a:pt x="255" y="1175"/>
                    <a:pt x="255" y="1173"/>
                    <a:pt x="255" y="1172"/>
                  </a:cubicBezTo>
                  <a:lnTo>
                    <a:pt x="255" y="1168"/>
                  </a:lnTo>
                  <a:cubicBezTo>
                    <a:pt x="255" y="1164"/>
                    <a:pt x="257" y="1161"/>
                    <a:pt x="261" y="1160"/>
                  </a:cubicBezTo>
                  <a:lnTo>
                    <a:pt x="267" y="1158"/>
                  </a:lnTo>
                  <a:cubicBezTo>
                    <a:pt x="268" y="1158"/>
                    <a:pt x="270" y="1158"/>
                    <a:pt x="272" y="1158"/>
                  </a:cubicBezTo>
                  <a:lnTo>
                    <a:pt x="287" y="1165"/>
                  </a:lnTo>
                  <a:lnTo>
                    <a:pt x="290" y="1162"/>
                  </a:lnTo>
                  <a:lnTo>
                    <a:pt x="286" y="1155"/>
                  </a:lnTo>
                  <a:cubicBezTo>
                    <a:pt x="285" y="1153"/>
                    <a:pt x="285" y="1151"/>
                    <a:pt x="286" y="1150"/>
                  </a:cubicBezTo>
                  <a:lnTo>
                    <a:pt x="287" y="1147"/>
                  </a:lnTo>
                  <a:cubicBezTo>
                    <a:pt x="287" y="1145"/>
                    <a:pt x="289" y="1143"/>
                    <a:pt x="291" y="1142"/>
                  </a:cubicBezTo>
                  <a:lnTo>
                    <a:pt x="294" y="1141"/>
                  </a:lnTo>
                  <a:cubicBezTo>
                    <a:pt x="295" y="1140"/>
                    <a:pt x="297" y="1140"/>
                    <a:pt x="299" y="1140"/>
                  </a:cubicBezTo>
                  <a:lnTo>
                    <a:pt x="294" y="1136"/>
                  </a:lnTo>
                  <a:cubicBezTo>
                    <a:pt x="292" y="1135"/>
                    <a:pt x="290" y="1133"/>
                    <a:pt x="290" y="1131"/>
                  </a:cubicBezTo>
                  <a:cubicBezTo>
                    <a:pt x="289" y="1128"/>
                    <a:pt x="290" y="1125"/>
                    <a:pt x="292" y="1123"/>
                  </a:cubicBezTo>
                  <a:lnTo>
                    <a:pt x="314" y="1105"/>
                  </a:lnTo>
                  <a:lnTo>
                    <a:pt x="327" y="1098"/>
                  </a:lnTo>
                  <a:lnTo>
                    <a:pt x="342" y="1092"/>
                  </a:lnTo>
                  <a:lnTo>
                    <a:pt x="344" y="1087"/>
                  </a:lnTo>
                  <a:lnTo>
                    <a:pt x="342" y="1083"/>
                  </a:lnTo>
                  <a:lnTo>
                    <a:pt x="336" y="1076"/>
                  </a:lnTo>
                  <a:lnTo>
                    <a:pt x="324" y="1052"/>
                  </a:lnTo>
                  <a:lnTo>
                    <a:pt x="319" y="1045"/>
                  </a:lnTo>
                  <a:lnTo>
                    <a:pt x="313" y="1042"/>
                  </a:lnTo>
                  <a:cubicBezTo>
                    <a:pt x="312" y="1041"/>
                    <a:pt x="310" y="1040"/>
                    <a:pt x="310" y="1039"/>
                  </a:cubicBezTo>
                  <a:lnTo>
                    <a:pt x="308" y="1036"/>
                  </a:lnTo>
                  <a:cubicBezTo>
                    <a:pt x="307" y="1035"/>
                    <a:pt x="307" y="1034"/>
                    <a:pt x="307" y="1033"/>
                  </a:cubicBezTo>
                  <a:lnTo>
                    <a:pt x="305" y="1025"/>
                  </a:lnTo>
                  <a:lnTo>
                    <a:pt x="304" y="1008"/>
                  </a:lnTo>
                  <a:cubicBezTo>
                    <a:pt x="303" y="1007"/>
                    <a:pt x="304" y="1005"/>
                    <a:pt x="305" y="1004"/>
                  </a:cubicBezTo>
                  <a:lnTo>
                    <a:pt x="306" y="1000"/>
                  </a:lnTo>
                  <a:cubicBezTo>
                    <a:pt x="306" y="999"/>
                    <a:pt x="307" y="999"/>
                    <a:pt x="308" y="998"/>
                  </a:cubicBezTo>
                  <a:lnTo>
                    <a:pt x="317" y="988"/>
                  </a:lnTo>
                  <a:lnTo>
                    <a:pt x="317" y="978"/>
                  </a:lnTo>
                  <a:lnTo>
                    <a:pt x="311" y="954"/>
                  </a:lnTo>
                  <a:cubicBezTo>
                    <a:pt x="311" y="953"/>
                    <a:pt x="311" y="952"/>
                    <a:pt x="311" y="951"/>
                  </a:cubicBezTo>
                  <a:lnTo>
                    <a:pt x="312" y="940"/>
                  </a:lnTo>
                  <a:lnTo>
                    <a:pt x="319" y="915"/>
                  </a:lnTo>
                  <a:cubicBezTo>
                    <a:pt x="320" y="914"/>
                    <a:pt x="320" y="913"/>
                    <a:pt x="321" y="913"/>
                  </a:cubicBezTo>
                  <a:lnTo>
                    <a:pt x="323" y="909"/>
                  </a:lnTo>
                  <a:cubicBezTo>
                    <a:pt x="324" y="908"/>
                    <a:pt x="325" y="907"/>
                    <a:pt x="326" y="907"/>
                  </a:cubicBezTo>
                  <a:lnTo>
                    <a:pt x="329" y="905"/>
                  </a:lnTo>
                  <a:lnTo>
                    <a:pt x="330" y="902"/>
                  </a:lnTo>
                  <a:lnTo>
                    <a:pt x="327" y="886"/>
                  </a:lnTo>
                  <a:cubicBezTo>
                    <a:pt x="327" y="885"/>
                    <a:pt x="327" y="884"/>
                    <a:pt x="327" y="884"/>
                  </a:cubicBezTo>
                  <a:cubicBezTo>
                    <a:pt x="327" y="883"/>
                    <a:pt x="327" y="880"/>
                    <a:pt x="327" y="880"/>
                  </a:cubicBezTo>
                  <a:lnTo>
                    <a:pt x="329" y="872"/>
                  </a:lnTo>
                  <a:cubicBezTo>
                    <a:pt x="330" y="871"/>
                    <a:pt x="330" y="870"/>
                    <a:pt x="331" y="869"/>
                  </a:cubicBezTo>
                  <a:lnTo>
                    <a:pt x="335" y="864"/>
                  </a:lnTo>
                  <a:lnTo>
                    <a:pt x="338" y="857"/>
                  </a:lnTo>
                  <a:lnTo>
                    <a:pt x="337" y="846"/>
                  </a:lnTo>
                  <a:cubicBezTo>
                    <a:pt x="337" y="845"/>
                    <a:pt x="337" y="844"/>
                    <a:pt x="338" y="843"/>
                  </a:cubicBezTo>
                  <a:lnTo>
                    <a:pt x="340" y="833"/>
                  </a:lnTo>
                  <a:cubicBezTo>
                    <a:pt x="341" y="832"/>
                    <a:pt x="341" y="831"/>
                    <a:pt x="342" y="830"/>
                  </a:cubicBezTo>
                  <a:lnTo>
                    <a:pt x="355" y="817"/>
                  </a:lnTo>
                  <a:lnTo>
                    <a:pt x="358" y="810"/>
                  </a:lnTo>
                  <a:lnTo>
                    <a:pt x="357" y="791"/>
                  </a:lnTo>
                  <a:lnTo>
                    <a:pt x="337" y="755"/>
                  </a:lnTo>
                  <a:cubicBezTo>
                    <a:pt x="336" y="754"/>
                    <a:pt x="336" y="753"/>
                    <a:pt x="336" y="752"/>
                  </a:cubicBezTo>
                  <a:lnTo>
                    <a:pt x="334" y="721"/>
                  </a:lnTo>
                  <a:cubicBezTo>
                    <a:pt x="334" y="720"/>
                    <a:pt x="334" y="720"/>
                    <a:pt x="334" y="719"/>
                  </a:cubicBezTo>
                  <a:lnTo>
                    <a:pt x="337" y="704"/>
                  </a:lnTo>
                  <a:lnTo>
                    <a:pt x="341" y="692"/>
                  </a:lnTo>
                  <a:lnTo>
                    <a:pt x="345" y="684"/>
                  </a:lnTo>
                  <a:lnTo>
                    <a:pt x="350" y="676"/>
                  </a:lnTo>
                  <a:lnTo>
                    <a:pt x="351" y="666"/>
                  </a:lnTo>
                  <a:cubicBezTo>
                    <a:pt x="351" y="666"/>
                    <a:pt x="351" y="665"/>
                    <a:pt x="351" y="664"/>
                  </a:cubicBezTo>
                  <a:lnTo>
                    <a:pt x="355" y="655"/>
                  </a:lnTo>
                  <a:cubicBezTo>
                    <a:pt x="355" y="654"/>
                    <a:pt x="355" y="654"/>
                    <a:pt x="356" y="653"/>
                  </a:cubicBezTo>
                  <a:lnTo>
                    <a:pt x="387" y="609"/>
                  </a:lnTo>
                  <a:lnTo>
                    <a:pt x="392" y="599"/>
                  </a:lnTo>
                  <a:lnTo>
                    <a:pt x="394" y="588"/>
                  </a:lnTo>
                  <a:lnTo>
                    <a:pt x="395" y="575"/>
                  </a:lnTo>
                  <a:lnTo>
                    <a:pt x="399" y="558"/>
                  </a:lnTo>
                  <a:cubicBezTo>
                    <a:pt x="399" y="556"/>
                    <a:pt x="400" y="554"/>
                    <a:pt x="402" y="553"/>
                  </a:cubicBezTo>
                  <a:lnTo>
                    <a:pt x="410" y="547"/>
                  </a:lnTo>
                  <a:lnTo>
                    <a:pt x="418" y="542"/>
                  </a:lnTo>
                  <a:lnTo>
                    <a:pt x="423" y="534"/>
                  </a:lnTo>
                  <a:lnTo>
                    <a:pt x="423" y="527"/>
                  </a:lnTo>
                  <a:lnTo>
                    <a:pt x="416" y="499"/>
                  </a:lnTo>
                  <a:lnTo>
                    <a:pt x="417" y="488"/>
                  </a:lnTo>
                  <a:lnTo>
                    <a:pt x="420" y="467"/>
                  </a:lnTo>
                  <a:lnTo>
                    <a:pt x="423" y="457"/>
                  </a:lnTo>
                  <a:lnTo>
                    <a:pt x="432" y="439"/>
                  </a:lnTo>
                  <a:lnTo>
                    <a:pt x="433" y="426"/>
                  </a:lnTo>
                  <a:cubicBezTo>
                    <a:pt x="433" y="425"/>
                    <a:pt x="433" y="424"/>
                    <a:pt x="433" y="423"/>
                  </a:cubicBezTo>
                  <a:lnTo>
                    <a:pt x="436" y="417"/>
                  </a:lnTo>
                  <a:cubicBezTo>
                    <a:pt x="436" y="416"/>
                    <a:pt x="437" y="415"/>
                    <a:pt x="438" y="414"/>
                  </a:cubicBezTo>
                  <a:lnTo>
                    <a:pt x="444" y="408"/>
                  </a:lnTo>
                  <a:lnTo>
                    <a:pt x="454" y="400"/>
                  </a:lnTo>
                  <a:lnTo>
                    <a:pt x="449" y="385"/>
                  </a:lnTo>
                  <a:cubicBezTo>
                    <a:pt x="448" y="384"/>
                    <a:pt x="448" y="383"/>
                    <a:pt x="448" y="382"/>
                  </a:cubicBezTo>
                  <a:lnTo>
                    <a:pt x="448" y="356"/>
                  </a:lnTo>
                  <a:lnTo>
                    <a:pt x="452" y="330"/>
                  </a:lnTo>
                  <a:cubicBezTo>
                    <a:pt x="453" y="329"/>
                    <a:pt x="453" y="328"/>
                    <a:pt x="454" y="328"/>
                  </a:cubicBezTo>
                  <a:lnTo>
                    <a:pt x="475" y="295"/>
                  </a:lnTo>
                  <a:cubicBezTo>
                    <a:pt x="475" y="294"/>
                    <a:pt x="476" y="293"/>
                    <a:pt x="477" y="292"/>
                  </a:cubicBezTo>
                  <a:lnTo>
                    <a:pt x="483" y="288"/>
                  </a:lnTo>
                  <a:cubicBezTo>
                    <a:pt x="483" y="288"/>
                    <a:pt x="484" y="287"/>
                    <a:pt x="485" y="287"/>
                  </a:cubicBezTo>
                  <a:lnTo>
                    <a:pt x="491" y="285"/>
                  </a:lnTo>
                  <a:lnTo>
                    <a:pt x="498" y="279"/>
                  </a:lnTo>
                  <a:lnTo>
                    <a:pt x="510" y="264"/>
                  </a:lnTo>
                  <a:cubicBezTo>
                    <a:pt x="511" y="263"/>
                    <a:pt x="512" y="263"/>
                    <a:pt x="512" y="262"/>
                  </a:cubicBezTo>
                  <a:lnTo>
                    <a:pt x="518" y="259"/>
                  </a:lnTo>
                  <a:lnTo>
                    <a:pt x="524" y="253"/>
                  </a:lnTo>
                  <a:lnTo>
                    <a:pt x="527" y="248"/>
                  </a:lnTo>
                  <a:lnTo>
                    <a:pt x="529" y="244"/>
                  </a:lnTo>
                  <a:lnTo>
                    <a:pt x="529" y="231"/>
                  </a:lnTo>
                  <a:cubicBezTo>
                    <a:pt x="529" y="230"/>
                    <a:pt x="530" y="229"/>
                    <a:pt x="530" y="228"/>
                  </a:cubicBezTo>
                  <a:lnTo>
                    <a:pt x="533" y="222"/>
                  </a:lnTo>
                  <a:cubicBezTo>
                    <a:pt x="533" y="220"/>
                    <a:pt x="535" y="218"/>
                    <a:pt x="538" y="217"/>
                  </a:cubicBezTo>
                  <a:lnTo>
                    <a:pt x="543" y="215"/>
                  </a:lnTo>
                  <a:cubicBezTo>
                    <a:pt x="544" y="215"/>
                    <a:pt x="545" y="215"/>
                    <a:pt x="546" y="215"/>
                  </a:cubicBezTo>
                  <a:lnTo>
                    <a:pt x="559" y="214"/>
                  </a:lnTo>
                  <a:lnTo>
                    <a:pt x="561" y="206"/>
                  </a:lnTo>
                  <a:cubicBezTo>
                    <a:pt x="561" y="205"/>
                    <a:pt x="561" y="204"/>
                    <a:pt x="562" y="203"/>
                  </a:cubicBezTo>
                  <a:lnTo>
                    <a:pt x="564" y="199"/>
                  </a:lnTo>
                  <a:lnTo>
                    <a:pt x="565" y="198"/>
                  </a:lnTo>
                  <a:lnTo>
                    <a:pt x="567" y="195"/>
                  </a:lnTo>
                  <a:cubicBezTo>
                    <a:pt x="569" y="193"/>
                    <a:pt x="571" y="192"/>
                    <a:pt x="574" y="191"/>
                  </a:cubicBezTo>
                  <a:lnTo>
                    <a:pt x="576" y="191"/>
                  </a:lnTo>
                  <a:lnTo>
                    <a:pt x="594" y="182"/>
                  </a:lnTo>
                  <a:lnTo>
                    <a:pt x="599" y="172"/>
                  </a:lnTo>
                  <a:lnTo>
                    <a:pt x="621" y="111"/>
                  </a:lnTo>
                  <a:lnTo>
                    <a:pt x="637" y="81"/>
                  </a:lnTo>
                  <a:lnTo>
                    <a:pt x="643" y="74"/>
                  </a:lnTo>
                  <a:lnTo>
                    <a:pt x="598" y="65"/>
                  </a:lnTo>
                  <a:cubicBezTo>
                    <a:pt x="598" y="65"/>
                    <a:pt x="597" y="65"/>
                    <a:pt x="596" y="64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99F17A7B-18EF-4B97-87C4-0BBBA43B60EB}"/>
                </a:ext>
              </a:extLst>
            </p:cNvPr>
            <p:cNvSpPr txBox="1"/>
            <p:nvPr/>
          </p:nvSpPr>
          <p:spPr>
            <a:xfrm>
              <a:off x="10360926" y="1093610"/>
              <a:ext cx="8229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79,541K</a:t>
              </a:r>
              <a:endPara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xmlns="" id="{736BBA3F-F248-488E-BCE3-1D6F59C2B56F}"/>
                </a:ext>
              </a:extLst>
            </p:cNvPr>
            <p:cNvSpPr/>
            <p:nvPr/>
          </p:nvSpPr>
          <p:spPr>
            <a:xfrm>
              <a:off x="10360926" y="1344842"/>
              <a:ext cx="822960" cy="17953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Populations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79A8E6CB-078B-407E-8EF9-46F03035F7D6}"/>
                </a:ext>
              </a:extLst>
            </p:cNvPr>
            <p:cNvSpPr txBox="1"/>
            <p:nvPr/>
          </p:nvSpPr>
          <p:spPr>
            <a:xfrm>
              <a:off x="7074532" y="3481332"/>
              <a:ext cx="8229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128</a:t>
              </a:r>
              <a:endPara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xmlns="" id="{6BDB2EA1-F3EC-41C9-87D7-BC97D48CF5DF}"/>
                </a:ext>
              </a:extLst>
            </p:cNvPr>
            <p:cNvSpPr/>
            <p:nvPr/>
          </p:nvSpPr>
          <p:spPr>
            <a:xfrm>
              <a:off x="7074532" y="3732564"/>
              <a:ext cx="822960" cy="17953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T Sans" panose="020B0503020203020204" pitchFamily="34" charset="0"/>
                  <a:ea typeface="PT Sans" panose="020B0503020203020204" pitchFamily="34" charset="0"/>
                </a:rPr>
                <a:t>Countries</a:t>
              </a:r>
            </a:p>
          </p:txBody>
        </p:sp>
        <p:sp>
          <p:nvSpPr>
            <p:cNvPr id="110" name="Freeform 90">
              <a:extLst>
                <a:ext uri="{FF2B5EF4-FFF2-40B4-BE49-F238E27FC236}">
                  <a16:creationId xmlns:a16="http://schemas.microsoft.com/office/drawing/2014/main" xmlns="" id="{114203CA-3B29-45BA-9FDF-DC1F91078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782" y="1767817"/>
              <a:ext cx="5340" cy="7120"/>
            </a:xfrm>
            <a:custGeom>
              <a:avLst/>
              <a:gdLst>
                <a:gd name="T0" fmla="*/ 5 w 13"/>
                <a:gd name="T1" fmla="*/ 5 h 19"/>
                <a:gd name="T2" fmla="*/ 1 w 13"/>
                <a:gd name="T3" fmla="*/ 17 h 19"/>
                <a:gd name="T4" fmla="*/ 0 w 13"/>
                <a:gd name="T5" fmla="*/ 18 h 19"/>
                <a:gd name="T6" fmla="*/ 1 w 13"/>
                <a:gd name="T7" fmla="*/ 18 h 19"/>
                <a:gd name="T8" fmla="*/ 6 w 13"/>
                <a:gd name="T9" fmla="*/ 15 h 19"/>
                <a:gd name="T10" fmla="*/ 8 w 13"/>
                <a:gd name="T11" fmla="*/ 12 h 19"/>
                <a:gd name="T12" fmla="*/ 11 w 13"/>
                <a:gd name="T13" fmla="*/ 6 h 19"/>
                <a:gd name="T14" fmla="*/ 12 w 13"/>
                <a:gd name="T15" fmla="*/ 5 h 19"/>
                <a:gd name="T16" fmla="*/ 5 w 13"/>
                <a:gd name="T17" fmla="*/ 0 h 19"/>
                <a:gd name="T18" fmla="*/ 5 w 13"/>
                <a:gd name="T19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9">
                  <a:moveTo>
                    <a:pt x="5" y="5"/>
                  </a:moveTo>
                  <a:lnTo>
                    <a:pt x="1" y="17"/>
                  </a:lnTo>
                  <a:cubicBezTo>
                    <a:pt x="1" y="17"/>
                    <a:pt x="1" y="18"/>
                    <a:pt x="0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6" y="15"/>
                  </a:lnTo>
                  <a:lnTo>
                    <a:pt x="8" y="12"/>
                  </a:lnTo>
                  <a:lnTo>
                    <a:pt x="11" y="6"/>
                  </a:lnTo>
                  <a:cubicBezTo>
                    <a:pt x="11" y="5"/>
                    <a:pt x="11" y="5"/>
                    <a:pt x="12" y="5"/>
                  </a:cubicBezTo>
                  <a:lnTo>
                    <a:pt x="5" y="0"/>
                  </a:lnTo>
                  <a:cubicBezTo>
                    <a:pt x="6" y="2"/>
                    <a:pt x="6" y="3"/>
                    <a:pt x="5" y="5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  <p:sp>
          <p:nvSpPr>
            <p:cNvPr id="111" name="Freeform 112">
              <a:extLst>
                <a:ext uri="{FF2B5EF4-FFF2-40B4-BE49-F238E27FC236}">
                  <a16:creationId xmlns:a16="http://schemas.microsoft.com/office/drawing/2014/main" xmlns="" id="{B9CCA2B2-1A66-4C8C-869C-04418C520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3621" y="1760697"/>
              <a:ext cx="7120" cy="17800"/>
            </a:xfrm>
            <a:custGeom>
              <a:avLst/>
              <a:gdLst>
                <a:gd name="T0" fmla="*/ 10 w 16"/>
                <a:gd name="T1" fmla="*/ 12 h 42"/>
                <a:gd name="T2" fmla="*/ 9 w 16"/>
                <a:gd name="T3" fmla="*/ 6 h 42"/>
                <a:gd name="T4" fmla="*/ 9 w 16"/>
                <a:gd name="T5" fmla="*/ 2 h 42"/>
                <a:gd name="T6" fmla="*/ 10 w 16"/>
                <a:gd name="T7" fmla="*/ 0 h 42"/>
                <a:gd name="T8" fmla="*/ 7 w 16"/>
                <a:gd name="T9" fmla="*/ 4 h 42"/>
                <a:gd name="T10" fmla="*/ 0 w 16"/>
                <a:gd name="T11" fmla="*/ 29 h 42"/>
                <a:gd name="T12" fmla="*/ 8 w 16"/>
                <a:gd name="T13" fmla="*/ 41 h 42"/>
                <a:gd name="T14" fmla="*/ 8 w 16"/>
                <a:gd name="T15" fmla="*/ 41 h 42"/>
                <a:gd name="T16" fmla="*/ 11 w 16"/>
                <a:gd name="T17" fmla="*/ 28 h 42"/>
                <a:gd name="T18" fmla="*/ 15 w 16"/>
                <a:gd name="T19" fmla="*/ 23 h 42"/>
                <a:gd name="T20" fmla="*/ 13 w 16"/>
                <a:gd name="T21" fmla="*/ 21 h 42"/>
                <a:gd name="T22" fmla="*/ 10 w 16"/>
                <a:gd name="T23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42">
                  <a:moveTo>
                    <a:pt x="10" y="12"/>
                  </a:moveTo>
                  <a:lnTo>
                    <a:pt x="9" y="6"/>
                  </a:lnTo>
                  <a:cubicBezTo>
                    <a:pt x="9" y="5"/>
                    <a:pt x="9" y="3"/>
                    <a:pt x="9" y="2"/>
                  </a:cubicBezTo>
                  <a:lnTo>
                    <a:pt x="10" y="0"/>
                  </a:lnTo>
                  <a:lnTo>
                    <a:pt x="7" y="4"/>
                  </a:lnTo>
                  <a:lnTo>
                    <a:pt x="0" y="29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1" y="28"/>
                  </a:lnTo>
                  <a:cubicBezTo>
                    <a:pt x="11" y="26"/>
                    <a:pt x="13" y="24"/>
                    <a:pt x="15" y="23"/>
                  </a:cubicBezTo>
                  <a:cubicBezTo>
                    <a:pt x="14" y="22"/>
                    <a:pt x="14" y="21"/>
                    <a:pt x="13" y="21"/>
                  </a:cubicBezTo>
                  <a:lnTo>
                    <a:pt x="10" y="12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PT Sans" panose="020B0503020203020204" pitchFamily="34" charset="0"/>
                <a:ea typeface="PT Sans" panose="020B050302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40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75"/>
          <p:cNvSpPr>
            <a:spLocks noChangeArrowheads="1"/>
          </p:cNvSpPr>
          <p:nvPr/>
        </p:nvSpPr>
        <p:spPr bwMode="auto">
          <a:xfrm>
            <a:off x="10710068" y="612774"/>
            <a:ext cx="419100" cy="419100"/>
          </a:xfrm>
          <a:custGeom>
            <a:avLst/>
            <a:gdLst>
              <a:gd name="T0" fmla="*/ 1165 w 1166"/>
              <a:gd name="T1" fmla="*/ 524 h 1165"/>
              <a:gd name="T2" fmla="*/ 1165 w 1166"/>
              <a:gd name="T3" fmla="*/ 639 h 1165"/>
              <a:gd name="T4" fmla="*/ 921 w 1166"/>
              <a:gd name="T5" fmla="*/ 639 h 1165"/>
              <a:gd name="T6" fmla="*/ 1110 w 1166"/>
              <a:gd name="T7" fmla="*/ 828 h 1165"/>
              <a:gd name="T8" fmla="*/ 1028 w 1166"/>
              <a:gd name="T9" fmla="*/ 912 h 1165"/>
              <a:gd name="T10" fmla="*/ 758 w 1166"/>
              <a:gd name="T11" fmla="*/ 639 h 1165"/>
              <a:gd name="T12" fmla="*/ 640 w 1166"/>
              <a:gd name="T13" fmla="*/ 639 h 1165"/>
              <a:gd name="T14" fmla="*/ 640 w 1166"/>
              <a:gd name="T15" fmla="*/ 757 h 1165"/>
              <a:gd name="T16" fmla="*/ 913 w 1166"/>
              <a:gd name="T17" fmla="*/ 1027 h 1165"/>
              <a:gd name="T18" fmla="*/ 829 w 1166"/>
              <a:gd name="T19" fmla="*/ 1109 h 1165"/>
              <a:gd name="T20" fmla="*/ 640 w 1166"/>
              <a:gd name="T21" fmla="*/ 921 h 1165"/>
              <a:gd name="T22" fmla="*/ 640 w 1166"/>
              <a:gd name="T23" fmla="*/ 1164 h 1165"/>
              <a:gd name="T24" fmla="*/ 525 w 1166"/>
              <a:gd name="T25" fmla="*/ 1164 h 1165"/>
              <a:gd name="T26" fmla="*/ 525 w 1166"/>
              <a:gd name="T27" fmla="*/ 921 h 1165"/>
              <a:gd name="T28" fmla="*/ 337 w 1166"/>
              <a:gd name="T29" fmla="*/ 1109 h 1165"/>
              <a:gd name="T30" fmla="*/ 252 w 1166"/>
              <a:gd name="T31" fmla="*/ 1027 h 1165"/>
              <a:gd name="T32" fmla="*/ 525 w 1166"/>
              <a:gd name="T33" fmla="*/ 757 h 1165"/>
              <a:gd name="T34" fmla="*/ 525 w 1166"/>
              <a:gd name="T35" fmla="*/ 639 h 1165"/>
              <a:gd name="T36" fmla="*/ 408 w 1166"/>
              <a:gd name="T37" fmla="*/ 639 h 1165"/>
              <a:gd name="T38" fmla="*/ 137 w 1166"/>
              <a:gd name="T39" fmla="*/ 913 h 1165"/>
              <a:gd name="T40" fmla="*/ 55 w 1166"/>
              <a:gd name="T41" fmla="*/ 828 h 1165"/>
              <a:gd name="T42" fmla="*/ 244 w 1166"/>
              <a:gd name="T43" fmla="*/ 639 h 1165"/>
              <a:gd name="T44" fmla="*/ 0 w 1166"/>
              <a:gd name="T45" fmla="*/ 639 h 1165"/>
              <a:gd name="T46" fmla="*/ 0 w 1166"/>
              <a:gd name="T47" fmla="*/ 524 h 1165"/>
              <a:gd name="T48" fmla="*/ 244 w 1166"/>
              <a:gd name="T49" fmla="*/ 524 h 1165"/>
              <a:gd name="T50" fmla="*/ 55 w 1166"/>
              <a:gd name="T51" fmla="*/ 336 h 1165"/>
              <a:gd name="T52" fmla="*/ 137 w 1166"/>
              <a:gd name="T53" fmla="*/ 251 h 1165"/>
              <a:gd name="T54" fmla="*/ 408 w 1166"/>
              <a:gd name="T55" fmla="*/ 524 h 1165"/>
              <a:gd name="T56" fmla="*/ 525 w 1166"/>
              <a:gd name="T57" fmla="*/ 524 h 1165"/>
              <a:gd name="T58" fmla="*/ 525 w 1166"/>
              <a:gd name="T59" fmla="*/ 407 h 1165"/>
              <a:gd name="T60" fmla="*/ 252 w 1166"/>
              <a:gd name="T61" fmla="*/ 136 h 1165"/>
              <a:gd name="T62" fmla="*/ 337 w 1166"/>
              <a:gd name="T63" fmla="*/ 54 h 1165"/>
              <a:gd name="T64" fmla="*/ 525 w 1166"/>
              <a:gd name="T65" fmla="*/ 243 h 1165"/>
              <a:gd name="T66" fmla="*/ 525 w 1166"/>
              <a:gd name="T67" fmla="*/ 0 h 1165"/>
              <a:gd name="T68" fmla="*/ 640 w 1166"/>
              <a:gd name="T69" fmla="*/ 0 h 1165"/>
              <a:gd name="T70" fmla="*/ 640 w 1166"/>
              <a:gd name="T71" fmla="*/ 243 h 1165"/>
              <a:gd name="T72" fmla="*/ 829 w 1166"/>
              <a:gd name="T73" fmla="*/ 54 h 1165"/>
              <a:gd name="T74" fmla="*/ 913 w 1166"/>
              <a:gd name="T75" fmla="*/ 136 h 1165"/>
              <a:gd name="T76" fmla="*/ 640 w 1166"/>
              <a:gd name="T77" fmla="*/ 407 h 1165"/>
              <a:gd name="T78" fmla="*/ 640 w 1166"/>
              <a:gd name="T79" fmla="*/ 524 h 1165"/>
              <a:gd name="T80" fmla="*/ 758 w 1166"/>
              <a:gd name="T81" fmla="*/ 524 h 1165"/>
              <a:gd name="T82" fmla="*/ 1028 w 1166"/>
              <a:gd name="T83" fmla="*/ 251 h 1165"/>
              <a:gd name="T84" fmla="*/ 1110 w 1166"/>
              <a:gd name="T85" fmla="*/ 336 h 1165"/>
              <a:gd name="T86" fmla="*/ 921 w 1166"/>
              <a:gd name="T87" fmla="*/ 524 h 1165"/>
              <a:gd name="T88" fmla="*/ 1165 w 1166"/>
              <a:gd name="T89" fmla="*/ 52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66" h="1165">
                <a:moveTo>
                  <a:pt x="1165" y="524"/>
                </a:moveTo>
                <a:lnTo>
                  <a:pt x="1165" y="639"/>
                </a:lnTo>
                <a:lnTo>
                  <a:pt x="921" y="639"/>
                </a:lnTo>
                <a:lnTo>
                  <a:pt x="1110" y="828"/>
                </a:lnTo>
                <a:lnTo>
                  <a:pt x="1028" y="912"/>
                </a:lnTo>
                <a:lnTo>
                  <a:pt x="758" y="639"/>
                </a:lnTo>
                <a:lnTo>
                  <a:pt x="640" y="639"/>
                </a:lnTo>
                <a:lnTo>
                  <a:pt x="640" y="757"/>
                </a:lnTo>
                <a:lnTo>
                  <a:pt x="913" y="1027"/>
                </a:lnTo>
                <a:lnTo>
                  <a:pt x="829" y="1109"/>
                </a:lnTo>
                <a:lnTo>
                  <a:pt x="640" y="921"/>
                </a:lnTo>
                <a:lnTo>
                  <a:pt x="640" y="1164"/>
                </a:lnTo>
                <a:lnTo>
                  <a:pt x="525" y="1164"/>
                </a:lnTo>
                <a:lnTo>
                  <a:pt x="525" y="921"/>
                </a:lnTo>
                <a:lnTo>
                  <a:pt x="337" y="1109"/>
                </a:lnTo>
                <a:lnTo>
                  <a:pt x="252" y="1027"/>
                </a:lnTo>
                <a:lnTo>
                  <a:pt x="525" y="757"/>
                </a:lnTo>
                <a:lnTo>
                  <a:pt x="525" y="639"/>
                </a:lnTo>
                <a:lnTo>
                  <a:pt x="408" y="639"/>
                </a:lnTo>
                <a:lnTo>
                  <a:pt x="137" y="913"/>
                </a:lnTo>
                <a:lnTo>
                  <a:pt x="55" y="828"/>
                </a:lnTo>
                <a:lnTo>
                  <a:pt x="244" y="639"/>
                </a:lnTo>
                <a:lnTo>
                  <a:pt x="0" y="639"/>
                </a:lnTo>
                <a:lnTo>
                  <a:pt x="0" y="524"/>
                </a:lnTo>
                <a:lnTo>
                  <a:pt x="244" y="524"/>
                </a:lnTo>
                <a:lnTo>
                  <a:pt x="55" y="336"/>
                </a:lnTo>
                <a:lnTo>
                  <a:pt x="137" y="251"/>
                </a:lnTo>
                <a:lnTo>
                  <a:pt x="408" y="524"/>
                </a:lnTo>
                <a:lnTo>
                  <a:pt x="525" y="524"/>
                </a:lnTo>
                <a:lnTo>
                  <a:pt x="525" y="407"/>
                </a:lnTo>
                <a:lnTo>
                  <a:pt x="252" y="136"/>
                </a:lnTo>
                <a:lnTo>
                  <a:pt x="337" y="54"/>
                </a:lnTo>
                <a:lnTo>
                  <a:pt x="525" y="243"/>
                </a:lnTo>
                <a:lnTo>
                  <a:pt x="525" y="0"/>
                </a:lnTo>
                <a:lnTo>
                  <a:pt x="640" y="0"/>
                </a:lnTo>
                <a:lnTo>
                  <a:pt x="640" y="243"/>
                </a:lnTo>
                <a:lnTo>
                  <a:pt x="829" y="54"/>
                </a:lnTo>
                <a:lnTo>
                  <a:pt x="913" y="136"/>
                </a:lnTo>
                <a:lnTo>
                  <a:pt x="640" y="407"/>
                </a:lnTo>
                <a:lnTo>
                  <a:pt x="640" y="524"/>
                </a:lnTo>
                <a:lnTo>
                  <a:pt x="758" y="524"/>
                </a:lnTo>
                <a:lnTo>
                  <a:pt x="1028" y="251"/>
                </a:lnTo>
                <a:lnTo>
                  <a:pt x="1110" y="336"/>
                </a:lnTo>
                <a:lnTo>
                  <a:pt x="921" y="524"/>
                </a:lnTo>
                <a:lnTo>
                  <a:pt x="1165" y="524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7" name="Freeform 76"/>
          <p:cNvSpPr>
            <a:spLocks noChangeArrowheads="1"/>
          </p:cNvSpPr>
          <p:nvPr/>
        </p:nvSpPr>
        <p:spPr bwMode="auto">
          <a:xfrm>
            <a:off x="8551068" y="609601"/>
            <a:ext cx="419100" cy="423863"/>
          </a:xfrm>
          <a:custGeom>
            <a:avLst/>
            <a:gdLst>
              <a:gd name="T0" fmla="*/ 582 w 1165"/>
              <a:gd name="T1" fmla="*/ 1063 h 1179"/>
              <a:gd name="T2" fmla="*/ 989 w 1165"/>
              <a:gd name="T3" fmla="*/ 653 h 1179"/>
              <a:gd name="T4" fmla="*/ 582 w 1165"/>
              <a:gd name="T5" fmla="*/ 246 h 1179"/>
              <a:gd name="T6" fmla="*/ 174 w 1165"/>
              <a:gd name="T7" fmla="*/ 653 h 1179"/>
              <a:gd name="T8" fmla="*/ 582 w 1165"/>
              <a:gd name="T9" fmla="*/ 1063 h 1179"/>
              <a:gd name="T10" fmla="*/ 582 w 1165"/>
              <a:gd name="T11" fmla="*/ 128 h 1179"/>
              <a:gd name="T12" fmla="*/ 1106 w 1165"/>
              <a:gd name="T13" fmla="*/ 653 h 1179"/>
              <a:gd name="T14" fmla="*/ 582 w 1165"/>
              <a:gd name="T15" fmla="*/ 1178 h 1179"/>
              <a:gd name="T16" fmla="*/ 57 w 1165"/>
              <a:gd name="T17" fmla="*/ 653 h 1179"/>
              <a:gd name="T18" fmla="*/ 582 w 1165"/>
              <a:gd name="T19" fmla="*/ 128 h 1179"/>
              <a:gd name="T20" fmla="*/ 612 w 1165"/>
              <a:gd name="T21" fmla="*/ 672 h 1179"/>
              <a:gd name="T22" fmla="*/ 844 w 1165"/>
              <a:gd name="T23" fmla="*/ 812 h 1179"/>
              <a:gd name="T24" fmla="*/ 798 w 1165"/>
              <a:gd name="T25" fmla="*/ 883 h 1179"/>
              <a:gd name="T26" fmla="*/ 524 w 1165"/>
              <a:gd name="T27" fmla="*/ 713 h 1179"/>
              <a:gd name="T28" fmla="*/ 524 w 1165"/>
              <a:gd name="T29" fmla="*/ 363 h 1179"/>
              <a:gd name="T30" fmla="*/ 612 w 1165"/>
              <a:gd name="T31" fmla="*/ 363 h 1179"/>
              <a:gd name="T32" fmla="*/ 612 w 1165"/>
              <a:gd name="T33" fmla="*/ 672 h 1179"/>
              <a:gd name="T34" fmla="*/ 344 w 1165"/>
              <a:gd name="T35" fmla="*/ 96 h 1179"/>
              <a:gd name="T36" fmla="*/ 73 w 1165"/>
              <a:gd name="T37" fmla="*/ 317 h 1179"/>
              <a:gd name="T38" fmla="*/ 0 w 1165"/>
              <a:gd name="T39" fmla="*/ 229 h 1179"/>
              <a:gd name="T40" fmla="*/ 267 w 1165"/>
              <a:gd name="T41" fmla="*/ 8 h 1179"/>
              <a:gd name="T42" fmla="*/ 344 w 1165"/>
              <a:gd name="T43" fmla="*/ 96 h 1179"/>
              <a:gd name="T44" fmla="*/ 1164 w 1165"/>
              <a:gd name="T45" fmla="*/ 229 h 1179"/>
              <a:gd name="T46" fmla="*/ 1090 w 1165"/>
              <a:gd name="T47" fmla="*/ 317 h 1179"/>
              <a:gd name="T48" fmla="*/ 819 w 1165"/>
              <a:gd name="T49" fmla="*/ 87 h 1179"/>
              <a:gd name="T50" fmla="*/ 896 w 1165"/>
              <a:gd name="T51" fmla="*/ 0 h 1179"/>
              <a:gd name="T52" fmla="*/ 1164 w 1165"/>
              <a:gd name="T53" fmla="*/ 229 h 1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79">
                <a:moveTo>
                  <a:pt x="582" y="1063"/>
                </a:moveTo>
                <a:cubicBezTo>
                  <a:pt x="809" y="1063"/>
                  <a:pt x="989" y="880"/>
                  <a:pt x="989" y="653"/>
                </a:cubicBezTo>
                <a:cubicBezTo>
                  <a:pt x="989" y="426"/>
                  <a:pt x="809" y="246"/>
                  <a:pt x="582" y="246"/>
                </a:cubicBezTo>
                <a:cubicBezTo>
                  <a:pt x="355" y="246"/>
                  <a:pt x="174" y="426"/>
                  <a:pt x="174" y="653"/>
                </a:cubicBezTo>
                <a:cubicBezTo>
                  <a:pt x="174" y="880"/>
                  <a:pt x="355" y="1063"/>
                  <a:pt x="582" y="1063"/>
                </a:cubicBezTo>
                <a:close/>
                <a:moveTo>
                  <a:pt x="582" y="128"/>
                </a:moveTo>
                <a:cubicBezTo>
                  <a:pt x="874" y="128"/>
                  <a:pt x="1106" y="361"/>
                  <a:pt x="1106" y="653"/>
                </a:cubicBezTo>
                <a:cubicBezTo>
                  <a:pt x="1106" y="945"/>
                  <a:pt x="875" y="1178"/>
                  <a:pt x="582" y="1178"/>
                </a:cubicBezTo>
                <a:cubicBezTo>
                  <a:pt x="290" y="1178"/>
                  <a:pt x="57" y="945"/>
                  <a:pt x="57" y="653"/>
                </a:cubicBezTo>
                <a:cubicBezTo>
                  <a:pt x="57" y="361"/>
                  <a:pt x="289" y="128"/>
                  <a:pt x="582" y="128"/>
                </a:cubicBezTo>
                <a:close/>
                <a:moveTo>
                  <a:pt x="612" y="672"/>
                </a:moveTo>
                <a:lnTo>
                  <a:pt x="844" y="812"/>
                </a:lnTo>
                <a:lnTo>
                  <a:pt x="798" y="883"/>
                </a:lnTo>
                <a:lnTo>
                  <a:pt x="524" y="713"/>
                </a:lnTo>
                <a:lnTo>
                  <a:pt x="524" y="363"/>
                </a:lnTo>
                <a:lnTo>
                  <a:pt x="612" y="363"/>
                </a:lnTo>
                <a:lnTo>
                  <a:pt x="612" y="672"/>
                </a:lnTo>
                <a:close/>
                <a:moveTo>
                  <a:pt x="344" y="96"/>
                </a:moveTo>
                <a:lnTo>
                  <a:pt x="73" y="317"/>
                </a:lnTo>
                <a:lnTo>
                  <a:pt x="0" y="229"/>
                </a:lnTo>
                <a:lnTo>
                  <a:pt x="267" y="8"/>
                </a:lnTo>
                <a:lnTo>
                  <a:pt x="344" y="96"/>
                </a:lnTo>
                <a:close/>
                <a:moveTo>
                  <a:pt x="1164" y="229"/>
                </a:moveTo>
                <a:lnTo>
                  <a:pt x="1090" y="317"/>
                </a:lnTo>
                <a:lnTo>
                  <a:pt x="819" y="87"/>
                </a:lnTo>
                <a:lnTo>
                  <a:pt x="896" y="0"/>
                </a:lnTo>
                <a:lnTo>
                  <a:pt x="1164" y="22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8" name="Freeform 77"/>
          <p:cNvSpPr>
            <a:spLocks noChangeArrowheads="1"/>
          </p:cNvSpPr>
          <p:nvPr/>
        </p:nvSpPr>
        <p:spPr bwMode="auto">
          <a:xfrm>
            <a:off x="9598818" y="601664"/>
            <a:ext cx="484188" cy="441325"/>
          </a:xfrm>
          <a:custGeom>
            <a:avLst/>
            <a:gdLst>
              <a:gd name="T0" fmla="*/ 571 w 1343"/>
              <a:gd name="T1" fmla="*/ 759 h 1225"/>
              <a:gd name="T2" fmla="*/ 757 w 1343"/>
              <a:gd name="T3" fmla="*/ 571 h 1225"/>
              <a:gd name="T4" fmla="*/ 946 w 1343"/>
              <a:gd name="T5" fmla="*/ 759 h 1225"/>
              <a:gd name="T6" fmla="*/ 757 w 1343"/>
              <a:gd name="T7" fmla="*/ 945 h 1225"/>
              <a:gd name="T8" fmla="*/ 571 w 1343"/>
              <a:gd name="T9" fmla="*/ 759 h 1225"/>
              <a:gd name="T10" fmla="*/ 757 w 1343"/>
              <a:gd name="T11" fmla="*/ 1049 h 1225"/>
              <a:gd name="T12" fmla="*/ 1050 w 1343"/>
              <a:gd name="T13" fmla="*/ 759 h 1225"/>
              <a:gd name="T14" fmla="*/ 757 w 1343"/>
              <a:gd name="T15" fmla="*/ 467 h 1225"/>
              <a:gd name="T16" fmla="*/ 468 w 1343"/>
              <a:gd name="T17" fmla="*/ 759 h 1225"/>
              <a:gd name="T18" fmla="*/ 757 w 1343"/>
              <a:gd name="T19" fmla="*/ 1049 h 1225"/>
              <a:gd name="T20" fmla="*/ 350 w 1343"/>
              <a:gd name="T21" fmla="*/ 524 h 1225"/>
              <a:gd name="T22" fmla="*/ 350 w 1343"/>
              <a:gd name="T23" fmla="*/ 349 h 1225"/>
              <a:gd name="T24" fmla="*/ 525 w 1343"/>
              <a:gd name="T25" fmla="*/ 349 h 1225"/>
              <a:gd name="T26" fmla="*/ 525 w 1343"/>
              <a:gd name="T27" fmla="*/ 175 h 1225"/>
              <a:gd name="T28" fmla="*/ 932 w 1343"/>
              <a:gd name="T29" fmla="*/ 175 h 1225"/>
              <a:gd name="T30" fmla="*/ 1039 w 1343"/>
              <a:gd name="T31" fmla="*/ 292 h 1225"/>
              <a:gd name="T32" fmla="*/ 1225 w 1343"/>
              <a:gd name="T33" fmla="*/ 292 h 1225"/>
              <a:gd name="T34" fmla="*/ 1342 w 1343"/>
              <a:gd name="T35" fmla="*/ 410 h 1225"/>
              <a:gd name="T36" fmla="*/ 1342 w 1343"/>
              <a:gd name="T37" fmla="*/ 1109 h 1225"/>
              <a:gd name="T38" fmla="*/ 1225 w 1343"/>
              <a:gd name="T39" fmla="*/ 1224 h 1225"/>
              <a:gd name="T40" fmla="*/ 293 w 1343"/>
              <a:gd name="T41" fmla="*/ 1224 h 1225"/>
              <a:gd name="T42" fmla="*/ 175 w 1343"/>
              <a:gd name="T43" fmla="*/ 1109 h 1225"/>
              <a:gd name="T44" fmla="*/ 175 w 1343"/>
              <a:gd name="T45" fmla="*/ 524 h 1225"/>
              <a:gd name="T46" fmla="*/ 350 w 1343"/>
              <a:gd name="T47" fmla="*/ 524 h 1225"/>
              <a:gd name="T48" fmla="*/ 175 w 1343"/>
              <a:gd name="T49" fmla="*/ 0 h 1225"/>
              <a:gd name="T50" fmla="*/ 293 w 1343"/>
              <a:gd name="T51" fmla="*/ 0 h 1225"/>
              <a:gd name="T52" fmla="*/ 293 w 1343"/>
              <a:gd name="T53" fmla="*/ 175 h 1225"/>
              <a:gd name="T54" fmla="*/ 468 w 1343"/>
              <a:gd name="T55" fmla="*/ 175 h 1225"/>
              <a:gd name="T56" fmla="*/ 468 w 1343"/>
              <a:gd name="T57" fmla="*/ 292 h 1225"/>
              <a:gd name="T58" fmla="*/ 293 w 1343"/>
              <a:gd name="T59" fmla="*/ 292 h 1225"/>
              <a:gd name="T60" fmla="*/ 293 w 1343"/>
              <a:gd name="T61" fmla="*/ 467 h 1225"/>
              <a:gd name="T62" fmla="*/ 175 w 1343"/>
              <a:gd name="T63" fmla="*/ 467 h 1225"/>
              <a:gd name="T64" fmla="*/ 175 w 1343"/>
              <a:gd name="T65" fmla="*/ 292 h 1225"/>
              <a:gd name="T66" fmla="*/ 0 w 1343"/>
              <a:gd name="T67" fmla="*/ 292 h 1225"/>
              <a:gd name="T68" fmla="*/ 0 w 1343"/>
              <a:gd name="T69" fmla="*/ 175 h 1225"/>
              <a:gd name="T70" fmla="*/ 175 w 1343"/>
              <a:gd name="T71" fmla="*/ 175 h 1225"/>
              <a:gd name="T72" fmla="*/ 175 w 1343"/>
              <a:gd name="T73" fmla="*/ 0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43" h="1225">
                <a:moveTo>
                  <a:pt x="571" y="759"/>
                </a:moveTo>
                <a:cubicBezTo>
                  <a:pt x="571" y="655"/>
                  <a:pt x="653" y="571"/>
                  <a:pt x="757" y="571"/>
                </a:cubicBezTo>
                <a:cubicBezTo>
                  <a:pt x="861" y="571"/>
                  <a:pt x="946" y="655"/>
                  <a:pt x="946" y="759"/>
                </a:cubicBezTo>
                <a:cubicBezTo>
                  <a:pt x="946" y="862"/>
                  <a:pt x="861" y="945"/>
                  <a:pt x="757" y="945"/>
                </a:cubicBezTo>
                <a:cubicBezTo>
                  <a:pt x="653" y="945"/>
                  <a:pt x="571" y="862"/>
                  <a:pt x="571" y="759"/>
                </a:cubicBezTo>
                <a:close/>
                <a:moveTo>
                  <a:pt x="757" y="1049"/>
                </a:moveTo>
                <a:cubicBezTo>
                  <a:pt x="918" y="1049"/>
                  <a:pt x="1050" y="921"/>
                  <a:pt x="1050" y="759"/>
                </a:cubicBezTo>
                <a:cubicBezTo>
                  <a:pt x="1050" y="598"/>
                  <a:pt x="918" y="467"/>
                  <a:pt x="757" y="467"/>
                </a:cubicBezTo>
                <a:cubicBezTo>
                  <a:pt x="596" y="467"/>
                  <a:pt x="468" y="598"/>
                  <a:pt x="468" y="759"/>
                </a:cubicBezTo>
                <a:cubicBezTo>
                  <a:pt x="468" y="921"/>
                  <a:pt x="596" y="1049"/>
                  <a:pt x="757" y="1049"/>
                </a:cubicBezTo>
                <a:close/>
                <a:moveTo>
                  <a:pt x="350" y="524"/>
                </a:moveTo>
                <a:lnTo>
                  <a:pt x="350" y="349"/>
                </a:lnTo>
                <a:lnTo>
                  <a:pt x="525" y="349"/>
                </a:lnTo>
                <a:lnTo>
                  <a:pt x="525" y="175"/>
                </a:lnTo>
                <a:lnTo>
                  <a:pt x="932" y="175"/>
                </a:lnTo>
                <a:lnTo>
                  <a:pt x="1039" y="292"/>
                </a:lnTo>
                <a:lnTo>
                  <a:pt x="1225" y="292"/>
                </a:lnTo>
                <a:cubicBezTo>
                  <a:pt x="1287" y="292"/>
                  <a:pt x="1342" y="347"/>
                  <a:pt x="1342" y="410"/>
                </a:cubicBezTo>
                <a:lnTo>
                  <a:pt x="1342" y="1109"/>
                </a:lnTo>
                <a:cubicBezTo>
                  <a:pt x="1342" y="1172"/>
                  <a:pt x="1287" y="1224"/>
                  <a:pt x="1225" y="1224"/>
                </a:cubicBezTo>
                <a:lnTo>
                  <a:pt x="293" y="1224"/>
                </a:lnTo>
                <a:cubicBezTo>
                  <a:pt x="230" y="1224"/>
                  <a:pt x="175" y="1172"/>
                  <a:pt x="175" y="1109"/>
                </a:cubicBezTo>
                <a:lnTo>
                  <a:pt x="175" y="524"/>
                </a:lnTo>
                <a:lnTo>
                  <a:pt x="350" y="524"/>
                </a:lnTo>
                <a:close/>
                <a:moveTo>
                  <a:pt x="175" y="0"/>
                </a:moveTo>
                <a:lnTo>
                  <a:pt x="293" y="0"/>
                </a:lnTo>
                <a:lnTo>
                  <a:pt x="293" y="175"/>
                </a:lnTo>
                <a:lnTo>
                  <a:pt x="468" y="175"/>
                </a:lnTo>
                <a:lnTo>
                  <a:pt x="468" y="292"/>
                </a:lnTo>
                <a:lnTo>
                  <a:pt x="293" y="292"/>
                </a:lnTo>
                <a:lnTo>
                  <a:pt x="293" y="467"/>
                </a:lnTo>
                <a:lnTo>
                  <a:pt x="175" y="467"/>
                </a:lnTo>
                <a:lnTo>
                  <a:pt x="175" y="292"/>
                </a:lnTo>
                <a:lnTo>
                  <a:pt x="0" y="292"/>
                </a:lnTo>
                <a:lnTo>
                  <a:pt x="0" y="175"/>
                </a:lnTo>
                <a:lnTo>
                  <a:pt x="175" y="175"/>
                </a:lnTo>
                <a:lnTo>
                  <a:pt x="17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9" name="Freeform 78"/>
          <p:cNvSpPr>
            <a:spLocks noChangeArrowheads="1"/>
          </p:cNvSpPr>
          <p:nvPr/>
        </p:nvSpPr>
        <p:spPr bwMode="auto">
          <a:xfrm>
            <a:off x="4294983" y="595314"/>
            <a:ext cx="293687" cy="452437"/>
          </a:xfrm>
          <a:custGeom>
            <a:avLst/>
            <a:gdLst>
              <a:gd name="T0" fmla="*/ 582 w 815"/>
              <a:gd name="T1" fmla="*/ 440 h 1258"/>
              <a:gd name="T2" fmla="*/ 639 w 815"/>
              <a:gd name="T3" fmla="*/ 383 h 1258"/>
              <a:gd name="T4" fmla="*/ 582 w 815"/>
              <a:gd name="T5" fmla="*/ 323 h 1258"/>
              <a:gd name="T6" fmla="*/ 524 w 815"/>
              <a:gd name="T7" fmla="*/ 383 h 1258"/>
              <a:gd name="T8" fmla="*/ 582 w 815"/>
              <a:gd name="T9" fmla="*/ 440 h 1258"/>
              <a:gd name="T10" fmla="*/ 232 w 815"/>
              <a:gd name="T11" fmla="*/ 440 h 1258"/>
              <a:gd name="T12" fmla="*/ 289 w 815"/>
              <a:gd name="T13" fmla="*/ 383 h 1258"/>
              <a:gd name="T14" fmla="*/ 232 w 815"/>
              <a:gd name="T15" fmla="*/ 323 h 1258"/>
              <a:gd name="T16" fmla="*/ 175 w 815"/>
              <a:gd name="T17" fmla="*/ 383 h 1258"/>
              <a:gd name="T18" fmla="*/ 232 w 815"/>
              <a:gd name="T19" fmla="*/ 440 h 1258"/>
              <a:gd name="T20" fmla="*/ 647 w 815"/>
              <a:gd name="T21" fmla="*/ 170 h 1258"/>
              <a:gd name="T22" fmla="*/ 814 w 815"/>
              <a:gd name="T23" fmla="*/ 498 h 1258"/>
              <a:gd name="T24" fmla="*/ 814 w 815"/>
              <a:gd name="T25" fmla="*/ 558 h 1258"/>
              <a:gd name="T26" fmla="*/ 0 w 815"/>
              <a:gd name="T27" fmla="*/ 558 h 1258"/>
              <a:gd name="T28" fmla="*/ 0 w 815"/>
              <a:gd name="T29" fmla="*/ 498 h 1258"/>
              <a:gd name="T30" fmla="*/ 166 w 815"/>
              <a:gd name="T31" fmla="*/ 170 h 1258"/>
              <a:gd name="T32" fmla="*/ 43 w 815"/>
              <a:gd name="T33" fmla="*/ 47 h 1258"/>
              <a:gd name="T34" fmla="*/ 93 w 815"/>
              <a:gd name="T35" fmla="*/ 0 h 1258"/>
              <a:gd name="T36" fmla="*/ 227 w 815"/>
              <a:gd name="T37" fmla="*/ 134 h 1258"/>
              <a:gd name="T38" fmla="*/ 407 w 815"/>
              <a:gd name="T39" fmla="*/ 90 h 1258"/>
              <a:gd name="T40" fmla="*/ 587 w 815"/>
              <a:gd name="T41" fmla="*/ 134 h 1258"/>
              <a:gd name="T42" fmla="*/ 721 w 815"/>
              <a:gd name="T43" fmla="*/ 0 h 1258"/>
              <a:gd name="T44" fmla="*/ 770 w 815"/>
              <a:gd name="T45" fmla="*/ 47 h 1258"/>
              <a:gd name="T46" fmla="*/ 647 w 815"/>
              <a:gd name="T47" fmla="*/ 170 h 1258"/>
              <a:gd name="T48" fmla="*/ 0 w 815"/>
              <a:gd name="T49" fmla="*/ 847 h 1258"/>
              <a:gd name="T50" fmla="*/ 0 w 815"/>
              <a:gd name="T51" fmla="*/ 615 h 1258"/>
              <a:gd name="T52" fmla="*/ 814 w 815"/>
              <a:gd name="T53" fmla="*/ 615 h 1258"/>
              <a:gd name="T54" fmla="*/ 814 w 815"/>
              <a:gd name="T55" fmla="*/ 847 h 1258"/>
              <a:gd name="T56" fmla="*/ 407 w 815"/>
              <a:gd name="T57" fmla="*/ 1257 h 1258"/>
              <a:gd name="T58" fmla="*/ 0 w 815"/>
              <a:gd name="T59" fmla="*/ 847 h 1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15" h="1258">
                <a:moveTo>
                  <a:pt x="582" y="440"/>
                </a:moveTo>
                <a:cubicBezTo>
                  <a:pt x="615" y="440"/>
                  <a:pt x="639" y="416"/>
                  <a:pt x="639" y="383"/>
                </a:cubicBezTo>
                <a:cubicBezTo>
                  <a:pt x="639" y="350"/>
                  <a:pt x="615" y="323"/>
                  <a:pt x="582" y="323"/>
                </a:cubicBezTo>
                <a:cubicBezTo>
                  <a:pt x="549" y="323"/>
                  <a:pt x="524" y="350"/>
                  <a:pt x="524" y="383"/>
                </a:cubicBezTo>
                <a:cubicBezTo>
                  <a:pt x="524" y="416"/>
                  <a:pt x="549" y="440"/>
                  <a:pt x="582" y="440"/>
                </a:cubicBezTo>
                <a:close/>
                <a:moveTo>
                  <a:pt x="232" y="440"/>
                </a:moveTo>
                <a:cubicBezTo>
                  <a:pt x="265" y="440"/>
                  <a:pt x="289" y="416"/>
                  <a:pt x="289" y="383"/>
                </a:cubicBezTo>
                <a:cubicBezTo>
                  <a:pt x="289" y="350"/>
                  <a:pt x="265" y="323"/>
                  <a:pt x="232" y="323"/>
                </a:cubicBezTo>
                <a:cubicBezTo>
                  <a:pt x="199" y="323"/>
                  <a:pt x="175" y="350"/>
                  <a:pt x="175" y="383"/>
                </a:cubicBezTo>
                <a:cubicBezTo>
                  <a:pt x="175" y="416"/>
                  <a:pt x="199" y="440"/>
                  <a:pt x="232" y="440"/>
                </a:cubicBezTo>
                <a:close/>
                <a:moveTo>
                  <a:pt x="647" y="170"/>
                </a:moveTo>
                <a:cubicBezTo>
                  <a:pt x="748" y="244"/>
                  <a:pt x="814" y="364"/>
                  <a:pt x="814" y="498"/>
                </a:cubicBezTo>
                <a:lnTo>
                  <a:pt x="814" y="558"/>
                </a:lnTo>
                <a:lnTo>
                  <a:pt x="0" y="558"/>
                </a:lnTo>
                <a:lnTo>
                  <a:pt x="0" y="498"/>
                </a:lnTo>
                <a:cubicBezTo>
                  <a:pt x="0" y="364"/>
                  <a:pt x="65" y="244"/>
                  <a:pt x="166" y="170"/>
                </a:cubicBezTo>
                <a:lnTo>
                  <a:pt x="43" y="47"/>
                </a:lnTo>
                <a:lnTo>
                  <a:pt x="93" y="0"/>
                </a:lnTo>
                <a:lnTo>
                  <a:pt x="227" y="134"/>
                </a:lnTo>
                <a:cubicBezTo>
                  <a:pt x="281" y="107"/>
                  <a:pt x="341" y="90"/>
                  <a:pt x="407" y="90"/>
                </a:cubicBezTo>
                <a:cubicBezTo>
                  <a:pt x="472" y="90"/>
                  <a:pt x="533" y="107"/>
                  <a:pt x="587" y="134"/>
                </a:cubicBezTo>
                <a:lnTo>
                  <a:pt x="721" y="0"/>
                </a:lnTo>
                <a:lnTo>
                  <a:pt x="770" y="47"/>
                </a:lnTo>
                <a:lnTo>
                  <a:pt x="647" y="170"/>
                </a:lnTo>
                <a:close/>
                <a:moveTo>
                  <a:pt x="0" y="847"/>
                </a:moveTo>
                <a:lnTo>
                  <a:pt x="0" y="615"/>
                </a:lnTo>
                <a:lnTo>
                  <a:pt x="814" y="615"/>
                </a:lnTo>
                <a:lnTo>
                  <a:pt x="814" y="847"/>
                </a:lnTo>
                <a:cubicBezTo>
                  <a:pt x="814" y="1074"/>
                  <a:pt x="634" y="1257"/>
                  <a:pt x="407" y="1257"/>
                </a:cubicBezTo>
                <a:cubicBezTo>
                  <a:pt x="180" y="1257"/>
                  <a:pt x="0" y="1074"/>
                  <a:pt x="0" y="84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0" name="Freeform 79"/>
          <p:cNvSpPr>
            <a:spLocks noChangeArrowheads="1"/>
          </p:cNvSpPr>
          <p:nvPr/>
        </p:nvSpPr>
        <p:spPr bwMode="auto">
          <a:xfrm>
            <a:off x="6392068" y="612774"/>
            <a:ext cx="419100" cy="419100"/>
          </a:xfrm>
          <a:custGeom>
            <a:avLst/>
            <a:gdLst>
              <a:gd name="T0" fmla="*/ 582 w 1165"/>
              <a:gd name="T1" fmla="*/ 1003 h 1165"/>
              <a:gd name="T2" fmla="*/ 932 w 1165"/>
              <a:gd name="T3" fmla="*/ 814 h 1165"/>
              <a:gd name="T4" fmla="*/ 582 w 1165"/>
              <a:gd name="T5" fmla="*/ 634 h 1165"/>
              <a:gd name="T6" fmla="*/ 232 w 1165"/>
              <a:gd name="T7" fmla="*/ 814 h 1165"/>
              <a:gd name="T8" fmla="*/ 582 w 1165"/>
              <a:gd name="T9" fmla="*/ 1003 h 1165"/>
              <a:gd name="T10" fmla="*/ 582 w 1165"/>
              <a:gd name="T11" fmla="*/ 175 h 1165"/>
              <a:gd name="T12" fmla="*/ 407 w 1165"/>
              <a:gd name="T13" fmla="*/ 350 h 1165"/>
              <a:gd name="T14" fmla="*/ 582 w 1165"/>
              <a:gd name="T15" fmla="*/ 524 h 1165"/>
              <a:gd name="T16" fmla="*/ 757 w 1165"/>
              <a:gd name="T17" fmla="*/ 350 h 1165"/>
              <a:gd name="T18" fmla="*/ 582 w 1165"/>
              <a:gd name="T19" fmla="*/ 175 h 1165"/>
              <a:gd name="T20" fmla="*/ 582 w 1165"/>
              <a:gd name="T21" fmla="*/ 0 h 1165"/>
              <a:gd name="T22" fmla="*/ 1164 w 1165"/>
              <a:gd name="T23" fmla="*/ 582 h 1165"/>
              <a:gd name="T24" fmla="*/ 582 w 1165"/>
              <a:gd name="T25" fmla="*/ 1164 h 1165"/>
              <a:gd name="T26" fmla="*/ 0 w 1165"/>
              <a:gd name="T27" fmla="*/ 582 h 1165"/>
              <a:gd name="T28" fmla="*/ 582 w 1165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5">
                <a:moveTo>
                  <a:pt x="582" y="1003"/>
                </a:moveTo>
                <a:cubicBezTo>
                  <a:pt x="727" y="1003"/>
                  <a:pt x="855" y="926"/>
                  <a:pt x="932" y="814"/>
                </a:cubicBezTo>
                <a:cubicBezTo>
                  <a:pt x="929" y="699"/>
                  <a:pt x="697" y="634"/>
                  <a:pt x="582" y="634"/>
                </a:cubicBezTo>
                <a:cubicBezTo>
                  <a:pt x="464" y="634"/>
                  <a:pt x="235" y="699"/>
                  <a:pt x="232" y="814"/>
                </a:cubicBezTo>
                <a:cubicBezTo>
                  <a:pt x="308" y="926"/>
                  <a:pt x="437" y="1003"/>
                  <a:pt x="582" y="1003"/>
                </a:cubicBezTo>
                <a:close/>
                <a:moveTo>
                  <a:pt x="582" y="175"/>
                </a:moveTo>
                <a:cubicBezTo>
                  <a:pt x="486" y="175"/>
                  <a:pt x="407" y="254"/>
                  <a:pt x="407" y="350"/>
                </a:cubicBezTo>
                <a:cubicBezTo>
                  <a:pt x="407" y="445"/>
                  <a:pt x="487" y="524"/>
                  <a:pt x="582" y="524"/>
                </a:cubicBezTo>
                <a:cubicBezTo>
                  <a:pt x="678" y="524"/>
                  <a:pt x="757" y="445"/>
                  <a:pt x="757" y="350"/>
                </a:cubicBezTo>
                <a:cubicBezTo>
                  <a:pt x="757" y="254"/>
                  <a:pt x="677" y="175"/>
                  <a:pt x="582" y="175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1" name="Freeform 80"/>
          <p:cNvSpPr>
            <a:spLocks noChangeArrowheads="1"/>
          </p:cNvSpPr>
          <p:nvPr/>
        </p:nvSpPr>
        <p:spPr bwMode="auto">
          <a:xfrm>
            <a:off x="3174208" y="633414"/>
            <a:ext cx="377825" cy="377825"/>
          </a:xfrm>
          <a:custGeom>
            <a:avLst/>
            <a:gdLst>
              <a:gd name="T0" fmla="*/ 175 w 1050"/>
              <a:gd name="T1" fmla="*/ 817 h 1050"/>
              <a:gd name="T2" fmla="*/ 175 w 1050"/>
              <a:gd name="T3" fmla="*/ 875 h 1050"/>
              <a:gd name="T4" fmla="*/ 874 w 1050"/>
              <a:gd name="T5" fmla="*/ 875 h 1050"/>
              <a:gd name="T6" fmla="*/ 874 w 1050"/>
              <a:gd name="T7" fmla="*/ 817 h 1050"/>
              <a:gd name="T8" fmla="*/ 524 w 1050"/>
              <a:gd name="T9" fmla="*/ 637 h 1050"/>
              <a:gd name="T10" fmla="*/ 175 w 1050"/>
              <a:gd name="T11" fmla="*/ 817 h 1050"/>
              <a:gd name="T12" fmla="*/ 699 w 1050"/>
              <a:gd name="T13" fmla="*/ 350 h 1050"/>
              <a:gd name="T14" fmla="*/ 524 w 1050"/>
              <a:gd name="T15" fmla="*/ 175 h 1050"/>
              <a:gd name="T16" fmla="*/ 350 w 1050"/>
              <a:gd name="T17" fmla="*/ 350 h 1050"/>
              <a:gd name="T18" fmla="*/ 524 w 1050"/>
              <a:gd name="T19" fmla="*/ 525 h 1050"/>
              <a:gd name="T20" fmla="*/ 699 w 1050"/>
              <a:gd name="T21" fmla="*/ 350 h 1050"/>
              <a:gd name="T22" fmla="*/ 0 w 1050"/>
              <a:gd name="T23" fmla="*/ 118 h 1050"/>
              <a:gd name="T24" fmla="*/ 117 w 1050"/>
              <a:gd name="T25" fmla="*/ 0 h 1050"/>
              <a:gd name="T26" fmla="*/ 932 w 1050"/>
              <a:gd name="T27" fmla="*/ 0 h 1050"/>
              <a:gd name="T28" fmla="*/ 1049 w 1050"/>
              <a:gd name="T29" fmla="*/ 118 h 1050"/>
              <a:gd name="T30" fmla="*/ 1049 w 1050"/>
              <a:gd name="T31" fmla="*/ 932 h 1050"/>
              <a:gd name="T32" fmla="*/ 932 w 1050"/>
              <a:gd name="T33" fmla="*/ 1049 h 1050"/>
              <a:gd name="T34" fmla="*/ 117 w 1050"/>
              <a:gd name="T35" fmla="*/ 1049 h 1050"/>
              <a:gd name="T36" fmla="*/ 0 w 1050"/>
              <a:gd name="T37" fmla="*/ 932 h 1050"/>
              <a:gd name="T38" fmla="*/ 0 w 1050"/>
              <a:gd name="T39" fmla="*/ 118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0" h="1050">
                <a:moveTo>
                  <a:pt x="175" y="817"/>
                </a:moveTo>
                <a:lnTo>
                  <a:pt x="175" y="875"/>
                </a:lnTo>
                <a:lnTo>
                  <a:pt x="874" y="875"/>
                </a:lnTo>
                <a:lnTo>
                  <a:pt x="874" y="817"/>
                </a:lnTo>
                <a:cubicBezTo>
                  <a:pt x="874" y="700"/>
                  <a:pt x="642" y="637"/>
                  <a:pt x="524" y="637"/>
                </a:cubicBezTo>
                <a:cubicBezTo>
                  <a:pt x="407" y="637"/>
                  <a:pt x="175" y="700"/>
                  <a:pt x="175" y="817"/>
                </a:cubicBezTo>
                <a:close/>
                <a:moveTo>
                  <a:pt x="699" y="350"/>
                </a:moveTo>
                <a:cubicBezTo>
                  <a:pt x="699" y="254"/>
                  <a:pt x="619" y="175"/>
                  <a:pt x="524" y="175"/>
                </a:cubicBezTo>
                <a:cubicBezTo>
                  <a:pt x="428" y="175"/>
                  <a:pt x="350" y="254"/>
                  <a:pt x="350" y="350"/>
                </a:cubicBezTo>
                <a:cubicBezTo>
                  <a:pt x="350" y="446"/>
                  <a:pt x="428" y="525"/>
                  <a:pt x="524" y="525"/>
                </a:cubicBezTo>
                <a:cubicBezTo>
                  <a:pt x="619" y="525"/>
                  <a:pt x="699" y="446"/>
                  <a:pt x="699" y="350"/>
                </a:cubicBezTo>
                <a:close/>
                <a:moveTo>
                  <a:pt x="0" y="118"/>
                </a:moveTo>
                <a:cubicBezTo>
                  <a:pt x="0" y="55"/>
                  <a:pt x="52" y="0"/>
                  <a:pt x="117" y="0"/>
                </a:cubicBezTo>
                <a:lnTo>
                  <a:pt x="932" y="0"/>
                </a:lnTo>
                <a:cubicBezTo>
                  <a:pt x="994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4" y="1049"/>
                  <a:pt x="932" y="1049"/>
                </a:cubicBezTo>
                <a:lnTo>
                  <a:pt x="117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2" name="Freeform 81"/>
          <p:cNvSpPr>
            <a:spLocks noChangeArrowheads="1"/>
          </p:cNvSpPr>
          <p:nvPr/>
        </p:nvSpPr>
        <p:spPr bwMode="auto">
          <a:xfrm>
            <a:off x="2083595" y="601664"/>
            <a:ext cx="398463" cy="441325"/>
          </a:xfrm>
          <a:custGeom>
            <a:avLst/>
            <a:gdLst>
              <a:gd name="T0" fmla="*/ 552 w 1107"/>
              <a:gd name="T1" fmla="*/ 0 h 1225"/>
              <a:gd name="T2" fmla="*/ 1106 w 1107"/>
              <a:gd name="T3" fmla="*/ 292 h 1225"/>
              <a:gd name="T4" fmla="*/ 1106 w 1107"/>
              <a:gd name="T5" fmla="*/ 410 h 1225"/>
              <a:gd name="T6" fmla="*/ 0 w 1107"/>
              <a:gd name="T7" fmla="*/ 410 h 1225"/>
              <a:gd name="T8" fmla="*/ 0 w 1107"/>
              <a:gd name="T9" fmla="*/ 292 h 1225"/>
              <a:gd name="T10" fmla="*/ 552 w 1107"/>
              <a:gd name="T11" fmla="*/ 0 h 1225"/>
              <a:gd name="T12" fmla="*/ 989 w 1107"/>
              <a:gd name="T13" fmla="*/ 524 h 1225"/>
              <a:gd name="T14" fmla="*/ 989 w 1107"/>
              <a:gd name="T15" fmla="*/ 934 h 1225"/>
              <a:gd name="T16" fmla="*/ 814 w 1107"/>
              <a:gd name="T17" fmla="*/ 934 h 1225"/>
              <a:gd name="T18" fmla="*/ 814 w 1107"/>
              <a:gd name="T19" fmla="*/ 524 h 1225"/>
              <a:gd name="T20" fmla="*/ 989 w 1107"/>
              <a:gd name="T21" fmla="*/ 524 h 1225"/>
              <a:gd name="T22" fmla="*/ 0 w 1107"/>
              <a:gd name="T23" fmla="*/ 1224 h 1225"/>
              <a:gd name="T24" fmla="*/ 0 w 1107"/>
              <a:gd name="T25" fmla="*/ 1049 h 1225"/>
              <a:gd name="T26" fmla="*/ 1106 w 1107"/>
              <a:gd name="T27" fmla="*/ 1049 h 1225"/>
              <a:gd name="T28" fmla="*/ 1106 w 1107"/>
              <a:gd name="T29" fmla="*/ 1224 h 1225"/>
              <a:gd name="T30" fmla="*/ 0 w 1107"/>
              <a:gd name="T31" fmla="*/ 1224 h 1225"/>
              <a:gd name="T32" fmla="*/ 464 w 1107"/>
              <a:gd name="T33" fmla="*/ 524 h 1225"/>
              <a:gd name="T34" fmla="*/ 639 w 1107"/>
              <a:gd name="T35" fmla="*/ 524 h 1225"/>
              <a:gd name="T36" fmla="*/ 639 w 1107"/>
              <a:gd name="T37" fmla="*/ 934 h 1225"/>
              <a:gd name="T38" fmla="*/ 464 w 1107"/>
              <a:gd name="T39" fmla="*/ 934 h 1225"/>
              <a:gd name="T40" fmla="*/ 464 w 1107"/>
              <a:gd name="T41" fmla="*/ 524 h 1225"/>
              <a:gd name="T42" fmla="*/ 114 w 1107"/>
              <a:gd name="T43" fmla="*/ 524 h 1225"/>
              <a:gd name="T44" fmla="*/ 289 w 1107"/>
              <a:gd name="T45" fmla="*/ 524 h 1225"/>
              <a:gd name="T46" fmla="*/ 289 w 1107"/>
              <a:gd name="T47" fmla="*/ 934 h 1225"/>
              <a:gd name="T48" fmla="*/ 114 w 1107"/>
              <a:gd name="T49" fmla="*/ 934 h 1225"/>
              <a:gd name="T50" fmla="*/ 114 w 1107"/>
              <a:gd name="T51" fmla="*/ 5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07" h="1225">
                <a:moveTo>
                  <a:pt x="552" y="0"/>
                </a:moveTo>
                <a:lnTo>
                  <a:pt x="1106" y="292"/>
                </a:lnTo>
                <a:lnTo>
                  <a:pt x="1106" y="410"/>
                </a:lnTo>
                <a:lnTo>
                  <a:pt x="0" y="410"/>
                </a:lnTo>
                <a:lnTo>
                  <a:pt x="0" y="292"/>
                </a:lnTo>
                <a:lnTo>
                  <a:pt x="552" y="0"/>
                </a:lnTo>
                <a:close/>
                <a:moveTo>
                  <a:pt x="989" y="524"/>
                </a:moveTo>
                <a:lnTo>
                  <a:pt x="989" y="934"/>
                </a:lnTo>
                <a:lnTo>
                  <a:pt x="814" y="934"/>
                </a:lnTo>
                <a:lnTo>
                  <a:pt x="814" y="524"/>
                </a:lnTo>
                <a:lnTo>
                  <a:pt x="989" y="524"/>
                </a:lnTo>
                <a:close/>
                <a:moveTo>
                  <a:pt x="0" y="1224"/>
                </a:moveTo>
                <a:lnTo>
                  <a:pt x="0" y="1049"/>
                </a:lnTo>
                <a:lnTo>
                  <a:pt x="1106" y="1049"/>
                </a:lnTo>
                <a:lnTo>
                  <a:pt x="1106" y="1224"/>
                </a:lnTo>
                <a:lnTo>
                  <a:pt x="0" y="1224"/>
                </a:lnTo>
                <a:close/>
                <a:moveTo>
                  <a:pt x="464" y="524"/>
                </a:moveTo>
                <a:lnTo>
                  <a:pt x="639" y="524"/>
                </a:lnTo>
                <a:lnTo>
                  <a:pt x="639" y="934"/>
                </a:lnTo>
                <a:lnTo>
                  <a:pt x="464" y="934"/>
                </a:lnTo>
                <a:lnTo>
                  <a:pt x="464" y="524"/>
                </a:lnTo>
                <a:close/>
                <a:moveTo>
                  <a:pt x="114" y="524"/>
                </a:moveTo>
                <a:lnTo>
                  <a:pt x="289" y="524"/>
                </a:lnTo>
                <a:lnTo>
                  <a:pt x="289" y="934"/>
                </a:lnTo>
                <a:lnTo>
                  <a:pt x="114" y="934"/>
                </a:lnTo>
                <a:lnTo>
                  <a:pt x="114" y="5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3" name="Freeform 82"/>
          <p:cNvSpPr>
            <a:spLocks noChangeArrowheads="1"/>
          </p:cNvSpPr>
          <p:nvPr/>
        </p:nvSpPr>
        <p:spPr bwMode="auto">
          <a:xfrm>
            <a:off x="7482681" y="633414"/>
            <a:ext cx="398462" cy="377825"/>
          </a:xfrm>
          <a:custGeom>
            <a:avLst/>
            <a:gdLst>
              <a:gd name="T0" fmla="*/ 757 w 1108"/>
              <a:gd name="T1" fmla="*/ 612 h 1050"/>
              <a:gd name="T2" fmla="*/ 844 w 1108"/>
              <a:gd name="T3" fmla="*/ 525 h 1050"/>
              <a:gd name="T4" fmla="*/ 757 w 1108"/>
              <a:gd name="T5" fmla="*/ 437 h 1050"/>
              <a:gd name="T6" fmla="*/ 669 w 1108"/>
              <a:gd name="T7" fmla="*/ 525 h 1050"/>
              <a:gd name="T8" fmla="*/ 757 w 1108"/>
              <a:gd name="T9" fmla="*/ 612 h 1050"/>
              <a:gd name="T10" fmla="*/ 525 w 1108"/>
              <a:gd name="T11" fmla="*/ 757 h 1050"/>
              <a:gd name="T12" fmla="*/ 525 w 1108"/>
              <a:gd name="T13" fmla="*/ 293 h 1050"/>
              <a:gd name="T14" fmla="*/ 1107 w 1108"/>
              <a:gd name="T15" fmla="*/ 293 h 1050"/>
              <a:gd name="T16" fmla="*/ 1107 w 1108"/>
              <a:gd name="T17" fmla="*/ 757 h 1050"/>
              <a:gd name="T18" fmla="*/ 525 w 1108"/>
              <a:gd name="T19" fmla="*/ 757 h 1050"/>
              <a:gd name="T20" fmla="*/ 1049 w 1108"/>
              <a:gd name="T21" fmla="*/ 932 h 1050"/>
              <a:gd name="T22" fmla="*/ 932 w 1108"/>
              <a:gd name="T23" fmla="*/ 1049 h 1050"/>
              <a:gd name="T24" fmla="*/ 117 w 1108"/>
              <a:gd name="T25" fmla="*/ 1049 h 1050"/>
              <a:gd name="T26" fmla="*/ 0 w 1108"/>
              <a:gd name="T27" fmla="*/ 932 h 1050"/>
              <a:gd name="T28" fmla="*/ 0 w 1108"/>
              <a:gd name="T29" fmla="*/ 118 h 1050"/>
              <a:gd name="T30" fmla="*/ 117 w 1108"/>
              <a:gd name="T31" fmla="*/ 0 h 1050"/>
              <a:gd name="T32" fmla="*/ 932 w 1108"/>
              <a:gd name="T33" fmla="*/ 0 h 1050"/>
              <a:gd name="T34" fmla="*/ 1049 w 1108"/>
              <a:gd name="T35" fmla="*/ 118 h 1050"/>
              <a:gd name="T36" fmla="*/ 1049 w 1108"/>
              <a:gd name="T37" fmla="*/ 175 h 1050"/>
              <a:gd name="T38" fmla="*/ 525 w 1108"/>
              <a:gd name="T39" fmla="*/ 175 h 1050"/>
              <a:gd name="T40" fmla="*/ 407 w 1108"/>
              <a:gd name="T41" fmla="*/ 293 h 1050"/>
              <a:gd name="T42" fmla="*/ 407 w 1108"/>
              <a:gd name="T43" fmla="*/ 757 h 1050"/>
              <a:gd name="T44" fmla="*/ 525 w 1108"/>
              <a:gd name="T45" fmla="*/ 875 h 1050"/>
              <a:gd name="T46" fmla="*/ 1049 w 1108"/>
              <a:gd name="T47" fmla="*/ 875 h 1050"/>
              <a:gd name="T48" fmla="*/ 1049 w 1108"/>
              <a:gd name="T49" fmla="*/ 9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08" h="1050">
                <a:moveTo>
                  <a:pt x="757" y="612"/>
                </a:moveTo>
                <a:cubicBezTo>
                  <a:pt x="806" y="612"/>
                  <a:pt x="844" y="574"/>
                  <a:pt x="844" y="525"/>
                </a:cubicBezTo>
                <a:cubicBezTo>
                  <a:pt x="844" y="476"/>
                  <a:pt x="806" y="437"/>
                  <a:pt x="757" y="437"/>
                </a:cubicBezTo>
                <a:cubicBezTo>
                  <a:pt x="708" y="437"/>
                  <a:pt x="669" y="476"/>
                  <a:pt x="669" y="525"/>
                </a:cubicBezTo>
                <a:cubicBezTo>
                  <a:pt x="669" y="574"/>
                  <a:pt x="708" y="612"/>
                  <a:pt x="757" y="612"/>
                </a:cubicBezTo>
                <a:close/>
                <a:moveTo>
                  <a:pt x="525" y="757"/>
                </a:moveTo>
                <a:lnTo>
                  <a:pt x="525" y="293"/>
                </a:lnTo>
                <a:lnTo>
                  <a:pt x="1107" y="293"/>
                </a:lnTo>
                <a:lnTo>
                  <a:pt x="1107" y="757"/>
                </a:lnTo>
                <a:lnTo>
                  <a:pt x="525" y="757"/>
                </a:lnTo>
                <a:close/>
                <a:moveTo>
                  <a:pt x="1049" y="932"/>
                </a:moveTo>
                <a:cubicBezTo>
                  <a:pt x="1049" y="995"/>
                  <a:pt x="995" y="1049"/>
                  <a:pt x="932" y="1049"/>
                </a:cubicBezTo>
                <a:lnTo>
                  <a:pt x="117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2" y="0"/>
                  <a:pt x="117" y="0"/>
                </a:cubicBezTo>
                <a:lnTo>
                  <a:pt x="932" y="0"/>
                </a:lnTo>
                <a:cubicBezTo>
                  <a:pt x="995" y="0"/>
                  <a:pt x="1049" y="55"/>
                  <a:pt x="1049" y="118"/>
                </a:cubicBezTo>
                <a:lnTo>
                  <a:pt x="1049" y="175"/>
                </a:lnTo>
                <a:lnTo>
                  <a:pt x="525" y="175"/>
                </a:lnTo>
                <a:cubicBezTo>
                  <a:pt x="459" y="175"/>
                  <a:pt x="407" y="230"/>
                  <a:pt x="407" y="293"/>
                </a:cubicBezTo>
                <a:lnTo>
                  <a:pt x="407" y="757"/>
                </a:lnTo>
                <a:cubicBezTo>
                  <a:pt x="407" y="820"/>
                  <a:pt x="459" y="875"/>
                  <a:pt x="525" y="875"/>
                </a:cubicBezTo>
                <a:lnTo>
                  <a:pt x="1049" y="875"/>
                </a:lnTo>
                <a:lnTo>
                  <a:pt x="1049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4" name="Freeform 83"/>
          <p:cNvSpPr>
            <a:spLocks noChangeArrowheads="1"/>
          </p:cNvSpPr>
          <p:nvPr/>
        </p:nvSpPr>
        <p:spPr bwMode="auto">
          <a:xfrm>
            <a:off x="1056483" y="612774"/>
            <a:ext cx="293687" cy="419100"/>
          </a:xfrm>
          <a:custGeom>
            <a:avLst/>
            <a:gdLst>
              <a:gd name="T0" fmla="*/ 457 w 816"/>
              <a:gd name="T1" fmla="*/ 932 h 1165"/>
              <a:gd name="T2" fmla="*/ 577 w 816"/>
              <a:gd name="T3" fmla="*/ 932 h 1165"/>
              <a:gd name="T4" fmla="*/ 290 w 816"/>
              <a:gd name="T5" fmla="*/ 1164 h 1165"/>
              <a:gd name="T6" fmla="*/ 0 w 816"/>
              <a:gd name="T7" fmla="*/ 874 h 1165"/>
              <a:gd name="T8" fmla="*/ 233 w 816"/>
              <a:gd name="T9" fmla="*/ 587 h 1165"/>
              <a:gd name="T10" fmla="*/ 233 w 816"/>
              <a:gd name="T11" fmla="*/ 708 h 1165"/>
              <a:gd name="T12" fmla="*/ 115 w 816"/>
              <a:gd name="T13" fmla="*/ 874 h 1165"/>
              <a:gd name="T14" fmla="*/ 290 w 816"/>
              <a:gd name="T15" fmla="*/ 1049 h 1165"/>
              <a:gd name="T16" fmla="*/ 457 w 816"/>
              <a:gd name="T17" fmla="*/ 932 h 1165"/>
              <a:gd name="T18" fmla="*/ 465 w 816"/>
              <a:gd name="T19" fmla="*/ 306 h 1165"/>
              <a:gd name="T20" fmla="*/ 468 w 816"/>
              <a:gd name="T21" fmla="*/ 306 h 1165"/>
              <a:gd name="T22" fmla="*/ 468 w 816"/>
              <a:gd name="T23" fmla="*/ 309 h 1165"/>
              <a:gd name="T24" fmla="*/ 503 w 816"/>
              <a:gd name="T25" fmla="*/ 333 h 1165"/>
              <a:gd name="T26" fmla="*/ 580 w 816"/>
              <a:gd name="T27" fmla="*/ 418 h 1165"/>
              <a:gd name="T28" fmla="*/ 815 w 816"/>
              <a:gd name="T29" fmla="*/ 524 h 1165"/>
              <a:gd name="T30" fmla="*/ 815 w 816"/>
              <a:gd name="T31" fmla="*/ 639 h 1165"/>
              <a:gd name="T32" fmla="*/ 525 w 816"/>
              <a:gd name="T33" fmla="*/ 527 h 1165"/>
              <a:gd name="T34" fmla="*/ 525 w 816"/>
              <a:gd name="T35" fmla="*/ 727 h 1165"/>
              <a:gd name="T36" fmla="*/ 700 w 816"/>
              <a:gd name="T37" fmla="*/ 727 h 1165"/>
              <a:gd name="T38" fmla="*/ 815 w 816"/>
              <a:gd name="T39" fmla="*/ 844 h 1165"/>
              <a:gd name="T40" fmla="*/ 815 w 816"/>
              <a:gd name="T41" fmla="*/ 1164 h 1165"/>
              <a:gd name="T42" fmla="*/ 700 w 816"/>
              <a:gd name="T43" fmla="*/ 1164 h 1165"/>
              <a:gd name="T44" fmla="*/ 700 w 816"/>
              <a:gd name="T45" fmla="*/ 874 h 1165"/>
              <a:gd name="T46" fmla="*/ 408 w 816"/>
              <a:gd name="T47" fmla="*/ 874 h 1165"/>
              <a:gd name="T48" fmla="*/ 290 w 816"/>
              <a:gd name="T49" fmla="*/ 757 h 1165"/>
              <a:gd name="T50" fmla="*/ 290 w 816"/>
              <a:gd name="T51" fmla="*/ 412 h 1165"/>
              <a:gd name="T52" fmla="*/ 290 w 816"/>
              <a:gd name="T53" fmla="*/ 412 h 1165"/>
              <a:gd name="T54" fmla="*/ 465 w 816"/>
              <a:gd name="T55" fmla="*/ 306 h 1165"/>
              <a:gd name="T56" fmla="*/ 290 w 816"/>
              <a:gd name="T57" fmla="*/ 115 h 1165"/>
              <a:gd name="T58" fmla="*/ 408 w 816"/>
              <a:gd name="T59" fmla="*/ 0 h 1165"/>
              <a:gd name="T60" fmla="*/ 525 w 816"/>
              <a:gd name="T61" fmla="*/ 115 h 1165"/>
              <a:gd name="T62" fmla="*/ 408 w 816"/>
              <a:gd name="T63" fmla="*/ 232 h 1165"/>
              <a:gd name="T64" fmla="*/ 290 w 816"/>
              <a:gd name="T65" fmla="*/ 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816" h="1165">
                <a:moveTo>
                  <a:pt x="457" y="932"/>
                </a:moveTo>
                <a:lnTo>
                  <a:pt x="577" y="932"/>
                </a:lnTo>
                <a:cubicBezTo>
                  <a:pt x="550" y="1065"/>
                  <a:pt x="432" y="1164"/>
                  <a:pt x="290" y="1164"/>
                </a:cubicBezTo>
                <a:cubicBezTo>
                  <a:pt x="129" y="1164"/>
                  <a:pt x="0" y="1035"/>
                  <a:pt x="0" y="874"/>
                </a:cubicBezTo>
                <a:cubicBezTo>
                  <a:pt x="0" y="732"/>
                  <a:pt x="99" y="615"/>
                  <a:pt x="233" y="587"/>
                </a:cubicBezTo>
                <a:lnTo>
                  <a:pt x="233" y="708"/>
                </a:lnTo>
                <a:cubicBezTo>
                  <a:pt x="164" y="732"/>
                  <a:pt x="115" y="798"/>
                  <a:pt x="115" y="874"/>
                </a:cubicBezTo>
                <a:cubicBezTo>
                  <a:pt x="115" y="970"/>
                  <a:pt x="194" y="1049"/>
                  <a:pt x="290" y="1049"/>
                </a:cubicBezTo>
                <a:cubicBezTo>
                  <a:pt x="366" y="1049"/>
                  <a:pt x="432" y="1000"/>
                  <a:pt x="457" y="932"/>
                </a:cubicBezTo>
                <a:close/>
                <a:moveTo>
                  <a:pt x="465" y="306"/>
                </a:moveTo>
                <a:lnTo>
                  <a:pt x="468" y="306"/>
                </a:lnTo>
                <a:lnTo>
                  <a:pt x="468" y="309"/>
                </a:lnTo>
                <a:cubicBezTo>
                  <a:pt x="481" y="314"/>
                  <a:pt x="492" y="322"/>
                  <a:pt x="503" y="333"/>
                </a:cubicBezTo>
                <a:lnTo>
                  <a:pt x="580" y="418"/>
                </a:lnTo>
                <a:cubicBezTo>
                  <a:pt x="637" y="481"/>
                  <a:pt x="725" y="524"/>
                  <a:pt x="815" y="524"/>
                </a:cubicBezTo>
                <a:lnTo>
                  <a:pt x="815" y="639"/>
                </a:lnTo>
                <a:cubicBezTo>
                  <a:pt x="714" y="639"/>
                  <a:pt x="602" y="590"/>
                  <a:pt x="525" y="527"/>
                </a:cubicBezTo>
                <a:lnTo>
                  <a:pt x="525" y="727"/>
                </a:lnTo>
                <a:lnTo>
                  <a:pt x="700" y="727"/>
                </a:lnTo>
                <a:cubicBezTo>
                  <a:pt x="763" y="727"/>
                  <a:pt x="815" y="781"/>
                  <a:pt x="815" y="844"/>
                </a:cubicBezTo>
                <a:lnTo>
                  <a:pt x="815" y="1164"/>
                </a:lnTo>
                <a:lnTo>
                  <a:pt x="700" y="1164"/>
                </a:lnTo>
                <a:lnTo>
                  <a:pt x="700" y="874"/>
                </a:lnTo>
                <a:lnTo>
                  <a:pt x="408" y="874"/>
                </a:lnTo>
                <a:cubicBezTo>
                  <a:pt x="345" y="874"/>
                  <a:pt x="290" y="820"/>
                  <a:pt x="290" y="757"/>
                </a:cubicBezTo>
                <a:lnTo>
                  <a:pt x="290" y="412"/>
                </a:lnTo>
                <a:lnTo>
                  <a:pt x="290" y="412"/>
                </a:lnTo>
                <a:cubicBezTo>
                  <a:pt x="290" y="330"/>
                  <a:pt x="381" y="258"/>
                  <a:pt x="465" y="306"/>
                </a:cubicBezTo>
                <a:close/>
                <a:moveTo>
                  <a:pt x="290" y="115"/>
                </a:moveTo>
                <a:cubicBezTo>
                  <a:pt x="290" y="49"/>
                  <a:pt x="342" y="0"/>
                  <a:pt x="408" y="0"/>
                </a:cubicBezTo>
                <a:cubicBezTo>
                  <a:pt x="473" y="0"/>
                  <a:pt x="525" y="49"/>
                  <a:pt x="525" y="115"/>
                </a:cubicBezTo>
                <a:cubicBezTo>
                  <a:pt x="525" y="180"/>
                  <a:pt x="473" y="232"/>
                  <a:pt x="408" y="232"/>
                </a:cubicBezTo>
                <a:cubicBezTo>
                  <a:pt x="342" y="232"/>
                  <a:pt x="290" y="180"/>
                  <a:pt x="290" y="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5" name="Freeform 84"/>
          <p:cNvSpPr>
            <a:spLocks noChangeArrowheads="1"/>
          </p:cNvSpPr>
          <p:nvPr/>
        </p:nvSpPr>
        <p:spPr bwMode="auto">
          <a:xfrm>
            <a:off x="5333208" y="612774"/>
            <a:ext cx="377825" cy="419100"/>
          </a:xfrm>
          <a:custGeom>
            <a:avLst/>
            <a:gdLst>
              <a:gd name="T0" fmla="*/ 1049 w 1050"/>
              <a:gd name="T1" fmla="*/ 407 h 1165"/>
              <a:gd name="T2" fmla="*/ 699 w 1050"/>
              <a:gd name="T3" fmla="*/ 407 h 1165"/>
              <a:gd name="T4" fmla="*/ 699 w 1050"/>
              <a:gd name="T5" fmla="*/ 1164 h 1165"/>
              <a:gd name="T6" fmla="*/ 582 w 1050"/>
              <a:gd name="T7" fmla="*/ 1164 h 1165"/>
              <a:gd name="T8" fmla="*/ 582 w 1050"/>
              <a:gd name="T9" fmla="*/ 814 h 1165"/>
              <a:gd name="T10" fmla="*/ 467 w 1050"/>
              <a:gd name="T11" fmla="*/ 814 h 1165"/>
              <a:gd name="T12" fmla="*/ 467 w 1050"/>
              <a:gd name="T13" fmla="*/ 1164 h 1165"/>
              <a:gd name="T14" fmla="*/ 349 w 1050"/>
              <a:gd name="T15" fmla="*/ 1164 h 1165"/>
              <a:gd name="T16" fmla="*/ 349 w 1050"/>
              <a:gd name="T17" fmla="*/ 407 h 1165"/>
              <a:gd name="T18" fmla="*/ 0 w 1050"/>
              <a:gd name="T19" fmla="*/ 407 h 1165"/>
              <a:gd name="T20" fmla="*/ 0 w 1050"/>
              <a:gd name="T21" fmla="*/ 289 h 1165"/>
              <a:gd name="T22" fmla="*/ 1049 w 1050"/>
              <a:gd name="T23" fmla="*/ 289 h 1165"/>
              <a:gd name="T24" fmla="*/ 1049 w 1050"/>
              <a:gd name="T25" fmla="*/ 407 h 1165"/>
              <a:gd name="T26" fmla="*/ 524 w 1050"/>
              <a:gd name="T27" fmla="*/ 0 h 1165"/>
              <a:gd name="T28" fmla="*/ 642 w 1050"/>
              <a:gd name="T29" fmla="*/ 115 h 1165"/>
              <a:gd name="T30" fmla="*/ 524 w 1050"/>
              <a:gd name="T31" fmla="*/ 232 h 1165"/>
              <a:gd name="T32" fmla="*/ 407 w 1050"/>
              <a:gd name="T33" fmla="*/ 115 h 1165"/>
              <a:gd name="T34" fmla="*/ 524 w 1050"/>
              <a:gd name="T3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50" h="1165">
                <a:moveTo>
                  <a:pt x="1049" y="407"/>
                </a:moveTo>
                <a:lnTo>
                  <a:pt x="699" y="407"/>
                </a:lnTo>
                <a:lnTo>
                  <a:pt x="699" y="1164"/>
                </a:lnTo>
                <a:lnTo>
                  <a:pt x="582" y="1164"/>
                </a:lnTo>
                <a:lnTo>
                  <a:pt x="582" y="814"/>
                </a:lnTo>
                <a:lnTo>
                  <a:pt x="467" y="814"/>
                </a:lnTo>
                <a:lnTo>
                  <a:pt x="467" y="1164"/>
                </a:lnTo>
                <a:lnTo>
                  <a:pt x="349" y="1164"/>
                </a:lnTo>
                <a:lnTo>
                  <a:pt x="349" y="407"/>
                </a:lnTo>
                <a:lnTo>
                  <a:pt x="0" y="407"/>
                </a:lnTo>
                <a:lnTo>
                  <a:pt x="0" y="289"/>
                </a:lnTo>
                <a:lnTo>
                  <a:pt x="1049" y="289"/>
                </a:lnTo>
                <a:lnTo>
                  <a:pt x="1049" y="407"/>
                </a:lnTo>
                <a:close/>
                <a:moveTo>
                  <a:pt x="524" y="0"/>
                </a:moveTo>
                <a:cubicBezTo>
                  <a:pt x="587" y="0"/>
                  <a:pt x="642" y="52"/>
                  <a:pt x="642" y="115"/>
                </a:cubicBezTo>
                <a:cubicBezTo>
                  <a:pt x="642" y="177"/>
                  <a:pt x="587" y="232"/>
                  <a:pt x="524" y="232"/>
                </a:cubicBezTo>
                <a:cubicBezTo>
                  <a:pt x="461" y="232"/>
                  <a:pt x="407" y="177"/>
                  <a:pt x="407" y="115"/>
                </a:cubicBezTo>
                <a:cubicBezTo>
                  <a:pt x="407" y="52"/>
                  <a:pt x="461" y="0"/>
                  <a:pt x="524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6" name="Freeform 85"/>
          <p:cNvSpPr>
            <a:spLocks noChangeArrowheads="1"/>
          </p:cNvSpPr>
          <p:nvPr/>
        </p:nvSpPr>
        <p:spPr bwMode="auto">
          <a:xfrm>
            <a:off x="1056483" y="1470025"/>
            <a:ext cx="377825" cy="441325"/>
          </a:xfrm>
          <a:custGeom>
            <a:avLst/>
            <a:gdLst>
              <a:gd name="T0" fmla="*/ 757 w 1051"/>
              <a:gd name="T1" fmla="*/ 642 h 1226"/>
              <a:gd name="T2" fmla="*/ 757 w 1051"/>
              <a:gd name="T3" fmla="*/ 525 h 1226"/>
              <a:gd name="T4" fmla="*/ 582 w 1051"/>
              <a:gd name="T5" fmla="*/ 525 h 1226"/>
              <a:gd name="T6" fmla="*/ 582 w 1051"/>
              <a:gd name="T7" fmla="*/ 350 h 1226"/>
              <a:gd name="T8" fmla="*/ 468 w 1051"/>
              <a:gd name="T9" fmla="*/ 350 h 1226"/>
              <a:gd name="T10" fmla="*/ 468 w 1051"/>
              <a:gd name="T11" fmla="*/ 525 h 1226"/>
              <a:gd name="T12" fmla="*/ 293 w 1051"/>
              <a:gd name="T13" fmla="*/ 525 h 1226"/>
              <a:gd name="T14" fmla="*/ 293 w 1051"/>
              <a:gd name="T15" fmla="*/ 642 h 1226"/>
              <a:gd name="T16" fmla="*/ 468 w 1051"/>
              <a:gd name="T17" fmla="*/ 642 h 1226"/>
              <a:gd name="T18" fmla="*/ 468 w 1051"/>
              <a:gd name="T19" fmla="*/ 817 h 1226"/>
              <a:gd name="T20" fmla="*/ 582 w 1051"/>
              <a:gd name="T21" fmla="*/ 817 h 1226"/>
              <a:gd name="T22" fmla="*/ 582 w 1051"/>
              <a:gd name="T23" fmla="*/ 642 h 1226"/>
              <a:gd name="T24" fmla="*/ 757 w 1051"/>
              <a:gd name="T25" fmla="*/ 642 h 1226"/>
              <a:gd name="T26" fmla="*/ 1050 w 1051"/>
              <a:gd name="T27" fmla="*/ 987 h 1226"/>
              <a:gd name="T28" fmla="*/ 1050 w 1051"/>
              <a:gd name="T29" fmla="*/ 1050 h 1226"/>
              <a:gd name="T30" fmla="*/ 0 w 1051"/>
              <a:gd name="T31" fmla="*/ 1050 h 1226"/>
              <a:gd name="T32" fmla="*/ 0 w 1051"/>
              <a:gd name="T33" fmla="*/ 987 h 1226"/>
              <a:gd name="T34" fmla="*/ 123 w 1051"/>
              <a:gd name="T35" fmla="*/ 864 h 1226"/>
              <a:gd name="T36" fmla="*/ 123 w 1051"/>
              <a:gd name="T37" fmla="*/ 525 h 1226"/>
              <a:gd name="T38" fmla="*/ 432 w 1051"/>
              <a:gd name="T39" fmla="*/ 134 h 1226"/>
              <a:gd name="T40" fmla="*/ 432 w 1051"/>
              <a:gd name="T41" fmla="*/ 93 h 1226"/>
              <a:gd name="T42" fmla="*/ 525 w 1051"/>
              <a:gd name="T43" fmla="*/ 0 h 1226"/>
              <a:gd name="T44" fmla="*/ 618 w 1051"/>
              <a:gd name="T45" fmla="*/ 93 h 1226"/>
              <a:gd name="T46" fmla="*/ 618 w 1051"/>
              <a:gd name="T47" fmla="*/ 134 h 1226"/>
              <a:gd name="T48" fmla="*/ 927 w 1051"/>
              <a:gd name="T49" fmla="*/ 525 h 1226"/>
              <a:gd name="T50" fmla="*/ 927 w 1051"/>
              <a:gd name="T51" fmla="*/ 864 h 1226"/>
              <a:gd name="T52" fmla="*/ 927 w 1051"/>
              <a:gd name="T53" fmla="*/ 864 h 1226"/>
              <a:gd name="T54" fmla="*/ 1050 w 1051"/>
              <a:gd name="T55" fmla="*/ 987 h 1226"/>
              <a:gd name="T56" fmla="*/ 410 w 1051"/>
              <a:gd name="T57" fmla="*/ 1107 h 1226"/>
              <a:gd name="T58" fmla="*/ 640 w 1051"/>
              <a:gd name="T59" fmla="*/ 1107 h 1226"/>
              <a:gd name="T60" fmla="*/ 525 w 1051"/>
              <a:gd name="T61" fmla="*/ 1225 h 1226"/>
              <a:gd name="T62" fmla="*/ 410 w 1051"/>
              <a:gd name="T63" fmla="*/ 1107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226">
                <a:moveTo>
                  <a:pt x="757" y="642"/>
                </a:moveTo>
                <a:lnTo>
                  <a:pt x="757" y="525"/>
                </a:lnTo>
                <a:lnTo>
                  <a:pt x="582" y="525"/>
                </a:lnTo>
                <a:lnTo>
                  <a:pt x="582" y="350"/>
                </a:lnTo>
                <a:lnTo>
                  <a:pt x="468" y="350"/>
                </a:lnTo>
                <a:lnTo>
                  <a:pt x="468" y="525"/>
                </a:lnTo>
                <a:lnTo>
                  <a:pt x="293" y="525"/>
                </a:lnTo>
                <a:lnTo>
                  <a:pt x="293" y="642"/>
                </a:lnTo>
                <a:lnTo>
                  <a:pt x="468" y="642"/>
                </a:lnTo>
                <a:lnTo>
                  <a:pt x="468" y="817"/>
                </a:lnTo>
                <a:lnTo>
                  <a:pt x="582" y="817"/>
                </a:lnTo>
                <a:lnTo>
                  <a:pt x="582" y="642"/>
                </a:lnTo>
                <a:lnTo>
                  <a:pt x="757" y="642"/>
                </a:lnTo>
                <a:close/>
                <a:moveTo>
                  <a:pt x="1050" y="987"/>
                </a:moveTo>
                <a:lnTo>
                  <a:pt x="1050" y="1050"/>
                </a:lnTo>
                <a:lnTo>
                  <a:pt x="0" y="1050"/>
                </a:lnTo>
                <a:lnTo>
                  <a:pt x="0" y="987"/>
                </a:lnTo>
                <a:lnTo>
                  <a:pt x="123" y="864"/>
                </a:lnTo>
                <a:lnTo>
                  <a:pt x="123" y="525"/>
                </a:lnTo>
                <a:cubicBezTo>
                  <a:pt x="123" y="336"/>
                  <a:pt x="254" y="175"/>
                  <a:pt x="432" y="134"/>
                </a:cubicBezTo>
                <a:lnTo>
                  <a:pt x="432" y="93"/>
                </a:lnTo>
                <a:cubicBezTo>
                  <a:pt x="432" y="41"/>
                  <a:pt x="473" y="0"/>
                  <a:pt x="525" y="0"/>
                </a:cubicBezTo>
                <a:cubicBezTo>
                  <a:pt x="577" y="0"/>
                  <a:pt x="618" y="41"/>
                  <a:pt x="618" y="93"/>
                </a:cubicBezTo>
                <a:lnTo>
                  <a:pt x="618" y="134"/>
                </a:lnTo>
                <a:cubicBezTo>
                  <a:pt x="796" y="175"/>
                  <a:pt x="927" y="336"/>
                  <a:pt x="927" y="525"/>
                </a:cubicBezTo>
                <a:lnTo>
                  <a:pt x="927" y="864"/>
                </a:lnTo>
                <a:lnTo>
                  <a:pt x="927" y="864"/>
                </a:lnTo>
                <a:lnTo>
                  <a:pt x="1050" y="987"/>
                </a:lnTo>
                <a:close/>
                <a:moveTo>
                  <a:pt x="410" y="1107"/>
                </a:moveTo>
                <a:lnTo>
                  <a:pt x="640" y="1107"/>
                </a:lnTo>
                <a:cubicBezTo>
                  <a:pt x="640" y="1170"/>
                  <a:pt x="588" y="1225"/>
                  <a:pt x="525" y="1225"/>
                </a:cubicBezTo>
                <a:cubicBezTo>
                  <a:pt x="462" y="1225"/>
                  <a:pt x="410" y="1170"/>
                  <a:pt x="410" y="110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7" name="Freeform 86"/>
          <p:cNvSpPr>
            <a:spLocks noChangeArrowheads="1"/>
          </p:cNvSpPr>
          <p:nvPr/>
        </p:nvSpPr>
        <p:spPr bwMode="auto">
          <a:xfrm>
            <a:off x="7479506" y="1568451"/>
            <a:ext cx="425450" cy="238125"/>
          </a:xfrm>
          <a:custGeom>
            <a:avLst/>
            <a:gdLst>
              <a:gd name="T0" fmla="*/ 317 w 1184"/>
              <a:gd name="T1" fmla="*/ 314 h 660"/>
              <a:gd name="T2" fmla="*/ 71 w 1184"/>
              <a:gd name="T3" fmla="*/ 317 h 660"/>
              <a:gd name="T4" fmla="*/ 68 w 1184"/>
              <a:gd name="T5" fmla="*/ 71 h 660"/>
              <a:gd name="T6" fmla="*/ 314 w 1184"/>
              <a:gd name="T7" fmla="*/ 68 h 660"/>
              <a:gd name="T8" fmla="*/ 317 w 1184"/>
              <a:gd name="T9" fmla="*/ 314 h 660"/>
              <a:gd name="T10" fmla="*/ 19 w 1184"/>
              <a:gd name="T11" fmla="*/ 426 h 660"/>
              <a:gd name="T12" fmla="*/ 1183 w 1184"/>
              <a:gd name="T13" fmla="*/ 426 h 660"/>
              <a:gd name="T14" fmla="*/ 1183 w 1184"/>
              <a:gd name="T15" fmla="*/ 541 h 660"/>
              <a:gd name="T16" fmla="*/ 833 w 1184"/>
              <a:gd name="T17" fmla="*/ 541 h 660"/>
              <a:gd name="T18" fmla="*/ 833 w 1184"/>
              <a:gd name="T19" fmla="*/ 659 h 660"/>
              <a:gd name="T20" fmla="*/ 368 w 1184"/>
              <a:gd name="T21" fmla="*/ 659 h 660"/>
              <a:gd name="T22" fmla="*/ 368 w 1184"/>
              <a:gd name="T23" fmla="*/ 541 h 660"/>
              <a:gd name="T24" fmla="*/ 19 w 1184"/>
              <a:gd name="T25" fmla="*/ 541 h 660"/>
              <a:gd name="T26" fmla="*/ 19 w 1184"/>
              <a:gd name="T27" fmla="*/ 426 h 660"/>
              <a:gd name="T28" fmla="*/ 1183 w 1184"/>
              <a:gd name="T29" fmla="*/ 251 h 660"/>
              <a:gd name="T30" fmla="*/ 1183 w 1184"/>
              <a:gd name="T31" fmla="*/ 366 h 660"/>
              <a:gd name="T32" fmla="*/ 426 w 1184"/>
              <a:gd name="T33" fmla="*/ 366 h 660"/>
              <a:gd name="T34" fmla="*/ 426 w 1184"/>
              <a:gd name="T35" fmla="*/ 16 h 660"/>
              <a:gd name="T36" fmla="*/ 951 w 1184"/>
              <a:gd name="T37" fmla="*/ 16 h 660"/>
              <a:gd name="T38" fmla="*/ 1183 w 1184"/>
              <a:gd name="T39" fmla="*/ 251 h 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84" h="660">
                <a:moveTo>
                  <a:pt x="317" y="314"/>
                </a:moveTo>
                <a:cubicBezTo>
                  <a:pt x="248" y="383"/>
                  <a:pt x="139" y="385"/>
                  <a:pt x="71" y="317"/>
                </a:cubicBezTo>
                <a:cubicBezTo>
                  <a:pt x="2" y="249"/>
                  <a:pt x="0" y="139"/>
                  <a:pt x="68" y="71"/>
                </a:cubicBezTo>
                <a:cubicBezTo>
                  <a:pt x="136" y="3"/>
                  <a:pt x="245" y="0"/>
                  <a:pt x="314" y="68"/>
                </a:cubicBezTo>
                <a:cubicBezTo>
                  <a:pt x="382" y="137"/>
                  <a:pt x="385" y="246"/>
                  <a:pt x="317" y="314"/>
                </a:cubicBezTo>
                <a:close/>
                <a:moveTo>
                  <a:pt x="19" y="426"/>
                </a:moveTo>
                <a:lnTo>
                  <a:pt x="1183" y="426"/>
                </a:lnTo>
                <a:lnTo>
                  <a:pt x="1183" y="541"/>
                </a:lnTo>
                <a:lnTo>
                  <a:pt x="833" y="541"/>
                </a:lnTo>
                <a:lnTo>
                  <a:pt x="833" y="659"/>
                </a:lnTo>
                <a:lnTo>
                  <a:pt x="368" y="659"/>
                </a:lnTo>
                <a:lnTo>
                  <a:pt x="368" y="541"/>
                </a:lnTo>
                <a:lnTo>
                  <a:pt x="19" y="541"/>
                </a:lnTo>
                <a:lnTo>
                  <a:pt x="19" y="426"/>
                </a:lnTo>
                <a:close/>
                <a:moveTo>
                  <a:pt x="1183" y="251"/>
                </a:moveTo>
                <a:lnTo>
                  <a:pt x="1183" y="366"/>
                </a:lnTo>
                <a:lnTo>
                  <a:pt x="426" y="366"/>
                </a:lnTo>
                <a:lnTo>
                  <a:pt x="426" y="16"/>
                </a:lnTo>
                <a:lnTo>
                  <a:pt x="951" y="16"/>
                </a:lnTo>
                <a:cubicBezTo>
                  <a:pt x="1079" y="16"/>
                  <a:pt x="1183" y="123"/>
                  <a:pt x="1183" y="25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8" name="Freeform 87"/>
          <p:cNvSpPr>
            <a:spLocks noChangeArrowheads="1"/>
          </p:cNvSpPr>
          <p:nvPr/>
        </p:nvSpPr>
        <p:spPr bwMode="auto">
          <a:xfrm>
            <a:off x="9625808" y="1528764"/>
            <a:ext cx="452437" cy="312737"/>
          </a:xfrm>
          <a:custGeom>
            <a:avLst/>
            <a:gdLst>
              <a:gd name="T0" fmla="*/ 339 w 1255"/>
              <a:gd name="T1" fmla="*/ 358 h 870"/>
              <a:gd name="T2" fmla="*/ 104 w 1255"/>
              <a:gd name="T3" fmla="*/ 276 h 870"/>
              <a:gd name="T4" fmla="*/ 186 w 1255"/>
              <a:gd name="T5" fmla="*/ 41 h 870"/>
              <a:gd name="T6" fmla="*/ 421 w 1255"/>
              <a:gd name="T7" fmla="*/ 123 h 870"/>
              <a:gd name="T8" fmla="*/ 339 w 1255"/>
              <a:gd name="T9" fmla="*/ 358 h 870"/>
              <a:gd name="T10" fmla="*/ 0 w 1255"/>
              <a:gd name="T11" fmla="*/ 470 h 870"/>
              <a:gd name="T12" fmla="*/ 41 w 1255"/>
              <a:gd name="T13" fmla="*/ 361 h 870"/>
              <a:gd name="T14" fmla="*/ 1148 w 1255"/>
              <a:gd name="T15" fmla="*/ 760 h 870"/>
              <a:gd name="T16" fmla="*/ 1109 w 1255"/>
              <a:gd name="T17" fmla="*/ 869 h 870"/>
              <a:gd name="T18" fmla="*/ 844 w 1255"/>
              <a:gd name="T19" fmla="*/ 776 h 870"/>
              <a:gd name="T20" fmla="*/ 844 w 1255"/>
              <a:gd name="T21" fmla="*/ 869 h 870"/>
              <a:gd name="T22" fmla="*/ 380 w 1255"/>
              <a:gd name="T23" fmla="*/ 869 h 870"/>
              <a:gd name="T24" fmla="*/ 380 w 1255"/>
              <a:gd name="T25" fmla="*/ 607 h 870"/>
              <a:gd name="T26" fmla="*/ 0 w 1255"/>
              <a:gd name="T27" fmla="*/ 470 h 870"/>
              <a:gd name="T28" fmla="*/ 1211 w 1255"/>
              <a:gd name="T29" fmla="*/ 596 h 870"/>
              <a:gd name="T30" fmla="*/ 1170 w 1255"/>
              <a:gd name="T31" fmla="*/ 705 h 870"/>
              <a:gd name="T32" fmla="*/ 448 w 1255"/>
              <a:gd name="T33" fmla="*/ 445 h 870"/>
              <a:gd name="T34" fmla="*/ 571 w 1255"/>
              <a:gd name="T35" fmla="*/ 115 h 870"/>
              <a:gd name="T36" fmla="*/ 1069 w 1255"/>
              <a:gd name="T37" fmla="*/ 295 h 870"/>
              <a:gd name="T38" fmla="*/ 1211 w 1255"/>
              <a:gd name="T39" fmla="*/ 596 h 8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55" h="870">
                <a:moveTo>
                  <a:pt x="339" y="358"/>
                </a:moveTo>
                <a:cubicBezTo>
                  <a:pt x="251" y="399"/>
                  <a:pt x="145" y="363"/>
                  <a:pt x="104" y="276"/>
                </a:cubicBezTo>
                <a:cubicBezTo>
                  <a:pt x="63" y="188"/>
                  <a:pt x="99" y="82"/>
                  <a:pt x="186" y="41"/>
                </a:cubicBezTo>
                <a:cubicBezTo>
                  <a:pt x="274" y="0"/>
                  <a:pt x="380" y="35"/>
                  <a:pt x="421" y="123"/>
                </a:cubicBezTo>
                <a:cubicBezTo>
                  <a:pt x="462" y="210"/>
                  <a:pt x="426" y="317"/>
                  <a:pt x="339" y="358"/>
                </a:cubicBezTo>
                <a:close/>
                <a:moveTo>
                  <a:pt x="0" y="470"/>
                </a:moveTo>
                <a:lnTo>
                  <a:pt x="41" y="361"/>
                </a:lnTo>
                <a:lnTo>
                  <a:pt x="1148" y="760"/>
                </a:lnTo>
                <a:lnTo>
                  <a:pt x="1109" y="869"/>
                </a:lnTo>
                <a:lnTo>
                  <a:pt x="844" y="776"/>
                </a:lnTo>
                <a:lnTo>
                  <a:pt x="844" y="869"/>
                </a:lnTo>
                <a:lnTo>
                  <a:pt x="380" y="869"/>
                </a:lnTo>
                <a:lnTo>
                  <a:pt x="380" y="607"/>
                </a:lnTo>
                <a:lnTo>
                  <a:pt x="0" y="470"/>
                </a:lnTo>
                <a:close/>
                <a:moveTo>
                  <a:pt x="1211" y="596"/>
                </a:moveTo>
                <a:lnTo>
                  <a:pt x="1170" y="705"/>
                </a:lnTo>
                <a:lnTo>
                  <a:pt x="448" y="445"/>
                </a:lnTo>
                <a:lnTo>
                  <a:pt x="571" y="115"/>
                </a:lnTo>
                <a:lnTo>
                  <a:pt x="1069" y="295"/>
                </a:lnTo>
                <a:cubicBezTo>
                  <a:pt x="1191" y="339"/>
                  <a:pt x="1254" y="473"/>
                  <a:pt x="1211" y="59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9" name="Freeform 88"/>
          <p:cNvSpPr>
            <a:spLocks noChangeArrowheads="1"/>
          </p:cNvSpPr>
          <p:nvPr/>
        </p:nvSpPr>
        <p:spPr bwMode="auto">
          <a:xfrm>
            <a:off x="10711656" y="1479548"/>
            <a:ext cx="419100" cy="419100"/>
          </a:xfrm>
          <a:custGeom>
            <a:avLst/>
            <a:gdLst>
              <a:gd name="T0" fmla="*/ 757 w 1165"/>
              <a:gd name="T1" fmla="*/ 582 h 1165"/>
              <a:gd name="T2" fmla="*/ 582 w 1165"/>
              <a:gd name="T3" fmla="*/ 757 h 1165"/>
              <a:gd name="T4" fmla="*/ 407 w 1165"/>
              <a:gd name="T5" fmla="*/ 582 h 1165"/>
              <a:gd name="T6" fmla="*/ 582 w 1165"/>
              <a:gd name="T7" fmla="*/ 408 h 1165"/>
              <a:gd name="T8" fmla="*/ 757 w 1165"/>
              <a:gd name="T9" fmla="*/ 582 h 1165"/>
              <a:gd name="T10" fmla="*/ 582 w 1165"/>
              <a:gd name="T11" fmla="*/ 1050 h 1165"/>
              <a:gd name="T12" fmla="*/ 1049 w 1165"/>
              <a:gd name="T13" fmla="*/ 582 h 1165"/>
              <a:gd name="T14" fmla="*/ 582 w 1165"/>
              <a:gd name="T15" fmla="*/ 115 h 1165"/>
              <a:gd name="T16" fmla="*/ 114 w 1165"/>
              <a:gd name="T17" fmla="*/ 582 h 1165"/>
              <a:gd name="T18" fmla="*/ 582 w 1165"/>
              <a:gd name="T19" fmla="*/ 1050 h 1165"/>
              <a:gd name="T20" fmla="*/ 582 w 1165"/>
              <a:gd name="T21" fmla="*/ 0 h 1165"/>
              <a:gd name="T22" fmla="*/ 1164 w 1165"/>
              <a:gd name="T23" fmla="*/ 582 h 1165"/>
              <a:gd name="T24" fmla="*/ 582 w 1165"/>
              <a:gd name="T25" fmla="*/ 1164 h 1165"/>
              <a:gd name="T26" fmla="*/ 0 w 1165"/>
              <a:gd name="T27" fmla="*/ 582 h 1165"/>
              <a:gd name="T28" fmla="*/ 582 w 1165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5">
                <a:moveTo>
                  <a:pt x="757" y="582"/>
                </a:moveTo>
                <a:cubicBezTo>
                  <a:pt x="757" y="678"/>
                  <a:pt x="678" y="757"/>
                  <a:pt x="582" y="757"/>
                </a:cubicBezTo>
                <a:cubicBezTo>
                  <a:pt x="487" y="757"/>
                  <a:pt x="407" y="677"/>
                  <a:pt x="407" y="582"/>
                </a:cubicBezTo>
                <a:cubicBezTo>
                  <a:pt x="407" y="486"/>
                  <a:pt x="487" y="408"/>
                  <a:pt x="582" y="408"/>
                </a:cubicBezTo>
                <a:cubicBezTo>
                  <a:pt x="678" y="408"/>
                  <a:pt x="757" y="487"/>
                  <a:pt x="757" y="582"/>
                </a:cubicBezTo>
                <a:close/>
                <a:moveTo>
                  <a:pt x="582" y="1050"/>
                </a:moveTo>
                <a:cubicBezTo>
                  <a:pt x="838" y="1050"/>
                  <a:pt x="1049" y="838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6" y="115"/>
                  <a:pt x="114" y="325"/>
                  <a:pt x="114" y="582"/>
                </a:cubicBezTo>
                <a:cubicBezTo>
                  <a:pt x="114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0" name="Freeform 89"/>
          <p:cNvSpPr>
            <a:spLocks noChangeArrowheads="1"/>
          </p:cNvSpPr>
          <p:nvPr/>
        </p:nvSpPr>
        <p:spPr bwMode="auto">
          <a:xfrm>
            <a:off x="6473033" y="1543049"/>
            <a:ext cx="293687" cy="293688"/>
          </a:xfrm>
          <a:custGeom>
            <a:avLst/>
            <a:gdLst>
              <a:gd name="T0" fmla="*/ 814 w 815"/>
              <a:gd name="T1" fmla="*/ 465 h 816"/>
              <a:gd name="T2" fmla="*/ 464 w 815"/>
              <a:gd name="T3" fmla="*/ 465 h 816"/>
              <a:gd name="T4" fmla="*/ 464 w 815"/>
              <a:gd name="T5" fmla="*/ 815 h 816"/>
              <a:gd name="T6" fmla="*/ 350 w 815"/>
              <a:gd name="T7" fmla="*/ 815 h 816"/>
              <a:gd name="T8" fmla="*/ 350 w 815"/>
              <a:gd name="T9" fmla="*/ 465 h 816"/>
              <a:gd name="T10" fmla="*/ 0 w 815"/>
              <a:gd name="T11" fmla="*/ 465 h 816"/>
              <a:gd name="T12" fmla="*/ 0 w 815"/>
              <a:gd name="T13" fmla="*/ 350 h 816"/>
              <a:gd name="T14" fmla="*/ 350 w 815"/>
              <a:gd name="T15" fmla="*/ 350 h 816"/>
              <a:gd name="T16" fmla="*/ 350 w 815"/>
              <a:gd name="T17" fmla="*/ 0 h 816"/>
              <a:gd name="T18" fmla="*/ 464 w 815"/>
              <a:gd name="T19" fmla="*/ 0 h 816"/>
              <a:gd name="T20" fmla="*/ 464 w 815"/>
              <a:gd name="T21" fmla="*/ 350 h 816"/>
              <a:gd name="T22" fmla="*/ 814 w 815"/>
              <a:gd name="T23" fmla="*/ 350 h 816"/>
              <a:gd name="T24" fmla="*/ 814 w 815"/>
              <a:gd name="T25" fmla="*/ 465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5" h="816">
                <a:moveTo>
                  <a:pt x="814" y="465"/>
                </a:moveTo>
                <a:lnTo>
                  <a:pt x="464" y="465"/>
                </a:lnTo>
                <a:lnTo>
                  <a:pt x="464" y="815"/>
                </a:lnTo>
                <a:lnTo>
                  <a:pt x="350" y="815"/>
                </a:lnTo>
                <a:lnTo>
                  <a:pt x="350" y="465"/>
                </a:lnTo>
                <a:lnTo>
                  <a:pt x="0" y="465"/>
                </a:lnTo>
                <a:lnTo>
                  <a:pt x="0" y="350"/>
                </a:lnTo>
                <a:lnTo>
                  <a:pt x="350" y="350"/>
                </a:lnTo>
                <a:lnTo>
                  <a:pt x="350" y="0"/>
                </a:lnTo>
                <a:lnTo>
                  <a:pt x="464" y="0"/>
                </a:lnTo>
                <a:lnTo>
                  <a:pt x="464" y="350"/>
                </a:lnTo>
                <a:lnTo>
                  <a:pt x="814" y="350"/>
                </a:lnTo>
                <a:lnTo>
                  <a:pt x="814" y="46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1" name="Freeform 90"/>
          <p:cNvSpPr>
            <a:spLocks noChangeArrowheads="1"/>
          </p:cNvSpPr>
          <p:nvPr/>
        </p:nvSpPr>
        <p:spPr bwMode="auto">
          <a:xfrm>
            <a:off x="2088356" y="1501775"/>
            <a:ext cx="463550" cy="377825"/>
          </a:xfrm>
          <a:custGeom>
            <a:avLst/>
            <a:gdLst>
              <a:gd name="T0" fmla="*/ 875 w 1286"/>
              <a:gd name="T1" fmla="*/ 407 h 1050"/>
              <a:gd name="T2" fmla="*/ 875 w 1286"/>
              <a:gd name="T3" fmla="*/ 524 h 1050"/>
              <a:gd name="T4" fmla="*/ 700 w 1286"/>
              <a:gd name="T5" fmla="*/ 524 h 1050"/>
              <a:gd name="T6" fmla="*/ 700 w 1286"/>
              <a:gd name="T7" fmla="*/ 699 h 1050"/>
              <a:gd name="T8" fmla="*/ 585 w 1286"/>
              <a:gd name="T9" fmla="*/ 699 h 1050"/>
              <a:gd name="T10" fmla="*/ 585 w 1286"/>
              <a:gd name="T11" fmla="*/ 524 h 1050"/>
              <a:gd name="T12" fmla="*/ 410 w 1286"/>
              <a:gd name="T13" fmla="*/ 524 h 1050"/>
              <a:gd name="T14" fmla="*/ 410 w 1286"/>
              <a:gd name="T15" fmla="*/ 407 h 1050"/>
              <a:gd name="T16" fmla="*/ 585 w 1286"/>
              <a:gd name="T17" fmla="*/ 407 h 1050"/>
              <a:gd name="T18" fmla="*/ 585 w 1286"/>
              <a:gd name="T19" fmla="*/ 232 h 1050"/>
              <a:gd name="T20" fmla="*/ 700 w 1286"/>
              <a:gd name="T21" fmla="*/ 232 h 1050"/>
              <a:gd name="T22" fmla="*/ 700 w 1286"/>
              <a:gd name="T23" fmla="*/ 407 h 1050"/>
              <a:gd name="T24" fmla="*/ 875 w 1286"/>
              <a:gd name="T25" fmla="*/ 407 h 1050"/>
              <a:gd name="T26" fmla="*/ 1167 w 1286"/>
              <a:gd name="T27" fmla="*/ 817 h 1050"/>
              <a:gd name="T28" fmla="*/ 1167 w 1286"/>
              <a:gd name="T29" fmla="*/ 117 h 1050"/>
              <a:gd name="T30" fmla="*/ 118 w 1286"/>
              <a:gd name="T31" fmla="*/ 117 h 1050"/>
              <a:gd name="T32" fmla="*/ 118 w 1286"/>
              <a:gd name="T33" fmla="*/ 817 h 1050"/>
              <a:gd name="T34" fmla="*/ 1167 w 1286"/>
              <a:gd name="T35" fmla="*/ 817 h 1050"/>
              <a:gd name="T36" fmla="*/ 1167 w 1286"/>
              <a:gd name="T37" fmla="*/ 0 h 1050"/>
              <a:gd name="T38" fmla="*/ 1285 w 1286"/>
              <a:gd name="T39" fmla="*/ 117 h 1050"/>
              <a:gd name="T40" fmla="*/ 1282 w 1286"/>
              <a:gd name="T41" fmla="*/ 817 h 1050"/>
              <a:gd name="T42" fmla="*/ 1167 w 1286"/>
              <a:gd name="T43" fmla="*/ 932 h 1050"/>
              <a:gd name="T44" fmla="*/ 875 w 1286"/>
              <a:gd name="T45" fmla="*/ 932 h 1050"/>
              <a:gd name="T46" fmla="*/ 875 w 1286"/>
              <a:gd name="T47" fmla="*/ 1049 h 1050"/>
              <a:gd name="T48" fmla="*/ 410 w 1286"/>
              <a:gd name="T49" fmla="*/ 1049 h 1050"/>
              <a:gd name="T50" fmla="*/ 410 w 1286"/>
              <a:gd name="T51" fmla="*/ 932 h 1050"/>
              <a:gd name="T52" fmla="*/ 118 w 1286"/>
              <a:gd name="T53" fmla="*/ 932 h 1050"/>
              <a:gd name="T54" fmla="*/ 0 w 1286"/>
              <a:gd name="T55" fmla="*/ 817 h 1050"/>
              <a:gd name="T56" fmla="*/ 0 w 1286"/>
              <a:gd name="T57" fmla="*/ 117 h 1050"/>
              <a:gd name="T58" fmla="*/ 118 w 1286"/>
              <a:gd name="T59" fmla="*/ 0 h 1050"/>
              <a:gd name="T60" fmla="*/ 1167 w 1286"/>
              <a:gd name="T61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6" h="1050">
                <a:moveTo>
                  <a:pt x="875" y="407"/>
                </a:moveTo>
                <a:lnTo>
                  <a:pt x="875" y="524"/>
                </a:lnTo>
                <a:lnTo>
                  <a:pt x="700" y="524"/>
                </a:lnTo>
                <a:lnTo>
                  <a:pt x="700" y="699"/>
                </a:lnTo>
                <a:lnTo>
                  <a:pt x="585" y="699"/>
                </a:lnTo>
                <a:lnTo>
                  <a:pt x="585" y="524"/>
                </a:lnTo>
                <a:lnTo>
                  <a:pt x="410" y="524"/>
                </a:lnTo>
                <a:lnTo>
                  <a:pt x="410" y="407"/>
                </a:lnTo>
                <a:lnTo>
                  <a:pt x="585" y="407"/>
                </a:lnTo>
                <a:lnTo>
                  <a:pt x="585" y="232"/>
                </a:lnTo>
                <a:lnTo>
                  <a:pt x="700" y="232"/>
                </a:lnTo>
                <a:lnTo>
                  <a:pt x="700" y="407"/>
                </a:lnTo>
                <a:lnTo>
                  <a:pt x="875" y="407"/>
                </a:lnTo>
                <a:close/>
                <a:moveTo>
                  <a:pt x="1167" y="817"/>
                </a:moveTo>
                <a:lnTo>
                  <a:pt x="1167" y="117"/>
                </a:lnTo>
                <a:lnTo>
                  <a:pt x="118" y="117"/>
                </a:lnTo>
                <a:lnTo>
                  <a:pt x="118" y="817"/>
                </a:lnTo>
                <a:lnTo>
                  <a:pt x="1167" y="817"/>
                </a:lnTo>
                <a:close/>
                <a:moveTo>
                  <a:pt x="1167" y="0"/>
                </a:moveTo>
                <a:cubicBezTo>
                  <a:pt x="1230" y="0"/>
                  <a:pt x="1285" y="52"/>
                  <a:pt x="1285" y="117"/>
                </a:cubicBezTo>
                <a:lnTo>
                  <a:pt x="1282" y="817"/>
                </a:lnTo>
                <a:cubicBezTo>
                  <a:pt x="1282" y="880"/>
                  <a:pt x="1230" y="932"/>
                  <a:pt x="1167" y="932"/>
                </a:cubicBezTo>
                <a:lnTo>
                  <a:pt x="875" y="932"/>
                </a:lnTo>
                <a:lnTo>
                  <a:pt x="875" y="1049"/>
                </a:lnTo>
                <a:lnTo>
                  <a:pt x="410" y="1049"/>
                </a:lnTo>
                <a:lnTo>
                  <a:pt x="410" y="932"/>
                </a:lnTo>
                <a:lnTo>
                  <a:pt x="118" y="932"/>
                </a:lnTo>
                <a:cubicBezTo>
                  <a:pt x="52" y="932"/>
                  <a:pt x="0" y="880"/>
                  <a:pt x="0" y="817"/>
                </a:cubicBezTo>
                <a:lnTo>
                  <a:pt x="0" y="117"/>
                </a:lnTo>
                <a:cubicBezTo>
                  <a:pt x="0" y="52"/>
                  <a:pt x="52" y="0"/>
                  <a:pt x="118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2" name="Freeform 91"/>
          <p:cNvSpPr>
            <a:spLocks noChangeArrowheads="1"/>
          </p:cNvSpPr>
          <p:nvPr/>
        </p:nvSpPr>
        <p:spPr bwMode="auto">
          <a:xfrm>
            <a:off x="5333206" y="1470025"/>
            <a:ext cx="423862" cy="441325"/>
          </a:xfrm>
          <a:custGeom>
            <a:avLst/>
            <a:gdLst>
              <a:gd name="T0" fmla="*/ 361 w 1176"/>
              <a:gd name="T1" fmla="*/ 804 h 1226"/>
              <a:gd name="T2" fmla="*/ 374 w 1176"/>
              <a:gd name="T3" fmla="*/ 817 h 1226"/>
              <a:gd name="T4" fmla="*/ 1049 w 1176"/>
              <a:gd name="T5" fmla="*/ 817 h 1226"/>
              <a:gd name="T6" fmla="*/ 1049 w 1176"/>
              <a:gd name="T7" fmla="*/ 935 h 1226"/>
              <a:gd name="T8" fmla="*/ 350 w 1176"/>
              <a:gd name="T9" fmla="*/ 935 h 1226"/>
              <a:gd name="T10" fmla="*/ 235 w 1176"/>
              <a:gd name="T11" fmla="*/ 817 h 1226"/>
              <a:gd name="T12" fmla="*/ 249 w 1176"/>
              <a:gd name="T13" fmla="*/ 763 h 1226"/>
              <a:gd name="T14" fmla="*/ 328 w 1176"/>
              <a:gd name="T15" fmla="*/ 618 h 1226"/>
              <a:gd name="T16" fmla="*/ 118 w 1176"/>
              <a:gd name="T17" fmla="*/ 175 h 1226"/>
              <a:gd name="T18" fmla="*/ 0 w 1176"/>
              <a:gd name="T19" fmla="*/ 175 h 1226"/>
              <a:gd name="T20" fmla="*/ 0 w 1176"/>
              <a:gd name="T21" fmla="*/ 60 h 1226"/>
              <a:gd name="T22" fmla="*/ 191 w 1176"/>
              <a:gd name="T23" fmla="*/ 60 h 1226"/>
              <a:gd name="T24" fmla="*/ 301 w 1176"/>
              <a:gd name="T25" fmla="*/ 293 h 1226"/>
              <a:gd name="T26" fmla="*/ 440 w 1176"/>
              <a:gd name="T27" fmla="*/ 585 h 1226"/>
              <a:gd name="T28" fmla="*/ 850 w 1176"/>
              <a:gd name="T29" fmla="*/ 585 h 1226"/>
              <a:gd name="T30" fmla="*/ 1074 w 1176"/>
              <a:gd name="T31" fmla="*/ 175 h 1226"/>
              <a:gd name="T32" fmla="*/ 1175 w 1176"/>
              <a:gd name="T33" fmla="*/ 233 h 1226"/>
              <a:gd name="T34" fmla="*/ 951 w 1176"/>
              <a:gd name="T35" fmla="*/ 640 h 1226"/>
              <a:gd name="T36" fmla="*/ 850 w 1176"/>
              <a:gd name="T37" fmla="*/ 700 h 1226"/>
              <a:gd name="T38" fmla="*/ 415 w 1176"/>
              <a:gd name="T39" fmla="*/ 700 h 1226"/>
              <a:gd name="T40" fmla="*/ 364 w 1176"/>
              <a:gd name="T41" fmla="*/ 796 h 1226"/>
              <a:gd name="T42" fmla="*/ 361 w 1176"/>
              <a:gd name="T43" fmla="*/ 804 h 1226"/>
              <a:gd name="T44" fmla="*/ 935 w 1176"/>
              <a:gd name="T45" fmla="*/ 992 h 1226"/>
              <a:gd name="T46" fmla="*/ 1049 w 1176"/>
              <a:gd name="T47" fmla="*/ 1110 h 1226"/>
              <a:gd name="T48" fmla="*/ 935 w 1176"/>
              <a:gd name="T49" fmla="*/ 1225 h 1226"/>
              <a:gd name="T50" fmla="*/ 817 w 1176"/>
              <a:gd name="T51" fmla="*/ 1110 h 1226"/>
              <a:gd name="T52" fmla="*/ 935 w 1176"/>
              <a:gd name="T53" fmla="*/ 992 h 1226"/>
              <a:gd name="T54" fmla="*/ 350 w 1176"/>
              <a:gd name="T55" fmla="*/ 992 h 1226"/>
              <a:gd name="T56" fmla="*/ 467 w 1176"/>
              <a:gd name="T57" fmla="*/ 1110 h 1226"/>
              <a:gd name="T58" fmla="*/ 350 w 1176"/>
              <a:gd name="T59" fmla="*/ 1225 h 1226"/>
              <a:gd name="T60" fmla="*/ 235 w 1176"/>
              <a:gd name="T61" fmla="*/ 1110 h 1226"/>
              <a:gd name="T62" fmla="*/ 350 w 1176"/>
              <a:gd name="T63" fmla="*/ 992 h 1226"/>
              <a:gd name="T64" fmla="*/ 585 w 1176"/>
              <a:gd name="T65" fmla="*/ 468 h 1226"/>
              <a:gd name="T66" fmla="*/ 585 w 1176"/>
              <a:gd name="T67" fmla="*/ 293 h 1226"/>
              <a:gd name="T68" fmla="*/ 410 w 1176"/>
              <a:gd name="T69" fmla="*/ 293 h 1226"/>
              <a:gd name="T70" fmla="*/ 410 w 1176"/>
              <a:gd name="T71" fmla="*/ 175 h 1226"/>
              <a:gd name="T72" fmla="*/ 585 w 1176"/>
              <a:gd name="T73" fmla="*/ 175 h 1226"/>
              <a:gd name="T74" fmla="*/ 585 w 1176"/>
              <a:gd name="T75" fmla="*/ 0 h 1226"/>
              <a:gd name="T76" fmla="*/ 700 w 1176"/>
              <a:gd name="T77" fmla="*/ 0 h 1226"/>
              <a:gd name="T78" fmla="*/ 700 w 1176"/>
              <a:gd name="T79" fmla="*/ 175 h 1226"/>
              <a:gd name="T80" fmla="*/ 875 w 1176"/>
              <a:gd name="T81" fmla="*/ 175 h 1226"/>
              <a:gd name="T82" fmla="*/ 875 w 1176"/>
              <a:gd name="T83" fmla="*/ 293 h 1226"/>
              <a:gd name="T84" fmla="*/ 700 w 1176"/>
              <a:gd name="T85" fmla="*/ 293 h 1226"/>
              <a:gd name="T86" fmla="*/ 700 w 1176"/>
              <a:gd name="T87" fmla="*/ 468 h 1226"/>
              <a:gd name="T88" fmla="*/ 585 w 1176"/>
              <a:gd name="T89" fmla="*/ 468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76" h="1226">
                <a:moveTo>
                  <a:pt x="361" y="804"/>
                </a:moveTo>
                <a:cubicBezTo>
                  <a:pt x="361" y="812"/>
                  <a:pt x="366" y="817"/>
                  <a:pt x="374" y="817"/>
                </a:cubicBezTo>
                <a:lnTo>
                  <a:pt x="1049" y="817"/>
                </a:lnTo>
                <a:lnTo>
                  <a:pt x="1049" y="935"/>
                </a:lnTo>
                <a:lnTo>
                  <a:pt x="350" y="935"/>
                </a:lnTo>
                <a:cubicBezTo>
                  <a:pt x="287" y="935"/>
                  <a:pt x="235" y="880"/>
                  <a:pt x="235" y="817"/>
                </a:cubicBezTo>
                <a:cubicBezTo>
                  <a:pt x="235" y="798"/>
                  <a:pt x="241" y="779"/>
                  <a:pt x="249" y="763"/>
                </a:cubicBezTo>
                <a:lnTo>
                  <a:pt x="328" y="618"/>
                </a:lnTo>
                <a:lnTo>
                  <a:pt x="118" y="175"/>
                </a:lnTo>
                <a:lnTo>
                  <a:pt x="0" y="175"/>
                </a:lnTo>
                <a:lnTo>
                  <a:pt x="0" y="60"/>
                </a:lnTo>
                <a:lnTo>
                  <a:pt x="191" y="60"/>
                </a:lnTo>
                <a:cubicBezTo>
                  <a:pt x="228" y="137"/>
                  <a:pt x="265" y="215"/>
                  <a:pt x="301" y="293"/>
                </a:cubicBezTo>
                <a:cubicBezTo>
                  <a:pt x="347" y="390"/>
                  <a:pt x="393" y="488"/>
                  <a:pt x="440" y="585"/>
                </a:cubicBezTo>
                <a:lnTo>
                  <a:pt x="850" y="585"/>
                </a:lnTo>
                <a:cubicBezTo>
                  <a:pt x="925" y="449"/>
                  <a:pt x="1001" y="313"/>
                  <a:pt x="1074" y="175"/>
                </a:cubicBezTo>
                <a:lnTo>
                  <a:pt x="1175" y="233"/>
                </a:lnTo>
                <a:lnTo>
                  <a:pt x="951" y="640"/>
                </a:lnTo>
                <a:cubicBezTo>
                  <a:pt x="932" y="675"/>
                  <a:pt x="894" y="700"/>
                  <a:pt x="850" y="700"/>
                </a:cubicBezTo>
                <a:lnTo>
                  <a:pt x="415" y="700"/>
                </a:lnTo>
                <a:lnTo>
                  <a:pt x="364" y="796"/>
                </a:lnTo>
                <a:lnTo>
                  <a:pt x="361" y="804"/>
                </a:lnTo>
                <a:close/>
                <a:moveTo>
                  <a:pt x="935" y="992"/>
                </a:moveTo>
                <a:cubicBezTo>
                  <a:pt x="998" y="992"/>
                  <a:pt x="1049" y="1047"/>
                  <a:pt x="1049" y="1110"/>
                </a:cubicBezTo>
                <a:cubicBezTo>
                  <a:pt x="1049" y="1173"/>
                  <a:pt x="998" y="1225"/>
                  <a:pt x="935" y="1225"/>
                </a:cubicBezTo>
                <a:cubicBezTo>
                  <a:pt x="872" y="1225"/>
                  <a:pt x="817" y="1173"/>
                  <a:pt x="817" y="1110"/>
                </a:cubicBezTo>
                <a:cubicBezTo>
                  <a:pt x="817" y="1047"/>
                  <a:pt x="872" y="992"/>
                  <a:pt x="935" y="992"/>
                </a:cubicBezTo>
                <a:close/>
                <a:moveTo>
                  <a:pt x="350" y="992"/>
                </a:moveTo>
                <a:cubicBezTo>
                  <a:pt x="413" y="992"/>
                  <a:pt x="467" y="1047"/>
                  <a:pt x="467" y="1110"/>
                </a:cubicBezTo>
                <a:cubicBezTo>
                  <a:pt x="467" y="1173"/>
                  <a:pt x="413" y="1225"/>
                  <a:pt x="350" y="1225"/>
                </a:cubicBezTo>
                <a:cubicBezTo>
                  <a:pt x="287" y="1225"/>
                  <a:pt x="235" y="1173"/>
                  <a:pt x="235" y="1110"/>
                </a:cubicBezTo>
                <a:cubicBezTo>
                  <a:pt x="235" y="1047"/>
                  <a:pt x="287" y="992"/>
                  <a:pt x="350" y="992"/>
                </a:cubicBezTo>
                <a:close/>
                <a:moveTo>
                  <a:pt x="585" y="468"/>
                </a:moveTo>
                <a:lnTo>
                  <a:pt x="585" y="293"/>
                </a:lnTo>
                <a:lnTo>
                  <a:pt x="410" y="293"/>
                </a:lnTo>
                <a:lnTo>
                  <a:pt x="410" y="175"/>
                </a:lnTo>
                <a:lnTo>
                  <a:pt x="585" y="175"/>
                </a:lnTo>
                <a:lnTo>
                  <a:pt x="585" y="0"/>
                </a:lnTo>
                <a:lnTo>
                  <a:pt x="700" y="0"/>
                </a:lnTo>
                <a:lnTo>
                  <a:pt x="700" y="175"/>
                </a:lnTo>
                <a:lnTo>
                  <a:pt x="875" y="175"/>
                </a:lnTo>
                <a:lnTo>
                  <a:pt x="875" y="293"/>
                </a:lnTo>
                <a:lnTo>
                  <a:pt x="700" y="293"/>
                </a:lnTo>
                <a:lnTo>
                  <a:pt x="700" y="468"/>
                </a:lnTo>
                <a:lnTo>
                  <a:pt x="585" y="46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3" name="Freeform 92"/>
          <p:cNvSpPr>
            <a:spLocks noChangeArrowheads="1"/>
          </p:cNvSpPr>
          <p:nvPr/>
        </p:nvSpPr>
        <p:spPr bwMode="auto">
          <a:xfrm>
            <a:off x="4323558" y="1479548"/>
            <a:ext cx="293687" cy="419100"/>
          </a:xfrm>
          <a:custGeom>
            <a:avLst/>
            <a:gdLst>
              <a:gd name="T0" fmla="*/ 639 w 815"/>
              <a:gd name="T1" fmla="*/ 465 h 1165"/>
              <a:gd name="T2" fmla="*/ 639 w 815"/>
              <a:gd name="T3" fmla="*/ 350 h 1165"/>
              <a:gd name="T4" fmla="*/ 465 w 815"/>
              <a:gd name="T5" fmla="*/ 350 h 1165"/>
              <a:gd name="T6" fmla="*/ 465 w 815"/>
              <a:gd name="T7" fmla="*/ 175 h 1165"/>
              <a:gd name="T8" fmla="*/ 350 w 815"/>
              <a:gd name="T9" fmla="*/ 175 h 1165"/>
              <a:gd name="T10" fmla="*/ 350 w 815"/>
              <a:gd name="T11" fmla="*/ 350 h 1165"/>
              <a:gd name="T12" fmla="*/ 175 w 815"/>
              <a:gd name="T13" fmla="*/ 350 h 1165"/>
              <a:gd name="T14" fmla="*/ 175 w 815"/>
              <a:gd name="T15" fmla="*/ 465 h 1165"/>
              <a:gd name="T16" fmla="*/ 350 w 815"/>
              <a:gd name="T17" fmla="*/ 465 h 1165"/>
              <a:gd name="T18" fmla="*/ 350 w 815"/>
              <a:gd name="T19" fmla="*/ 640 h 1165"/>
              <a:gd name="T20" fmla="*/ 465 w 815"/>
              <a:gd name="T21" fmla="*/ 640 h 1165"/>
              <a:gd name="T22" fmla="*/ 465 w 815"/>
              <a:gd name="T23" fmla="*/ 465 h 1165"/>
              <a:gd name="T24" fmla="*/ 639 w 815"/>
              <a:gd name="T25" fmla="*/ 465 h 1165"/>
              <a:gd name="T26" fmla="*/ 407 w 815"/>
              <a:gd name="T27" fmla="*/ 0 h 1165"/>
              <a:gd name="T28" fmla="*/ 814 w 815"/>
              <a:gd name="T29" fmla="*/ 408 h 1165"/>
              <a:gd name="T30" fmla="*/ 407 w 815"/>
              <a:gd name="T31" fmla="*/ 1164 h 1165"/>
              <a:gd name="T32" fmla="*/ 0 w 815"/>
              <a:gd name="T33" fmla="*/ 408 h 1165"/>
              <a:gd name="T34" fmla="*/ 407 w 815"/>
              <a:gd name="T3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15" h="1165">
                <a:moveTo>
                  <a:pt x="639" y="465"/>
                </a:moveTo>
                <a:lnTo>
                  <a:pt x="639" y="350"/>
                </a:lnTo>
                <a:lnTo>
                  <a:pt x="465" y="350"/>
                </a:lnTo>
                <a:lnTo>
                  <a:pt x="465" y="175"/>
                </a:lnTo>
                <a:lnTo>
                  <a:pt x="350" y="175"/>
                </a:lnTo>
                <a:lnTo>
                  <a:pt x="350" y="350"/>
                </a:lnTo>
                <a:lnTo>
                  <a:pt x="175" y="350"/>
                </a:lnTo>
                <a:lnTo>
                  <a:pt x="175" y="465"/>
                </a:lnTo>
                <a:lnTo>
                  <a:pt x="350" y="465"/>
                </a:lnTo>
                <a:lnTo>
                  <a:pt x="350" y="640"/>
                </a:lnTo>
                <a:lnTo>
                  <a:pt x="465" y="640"/>
                </a:lnTo>
                <a:lnTo>
                  <a:pt x="465" y="465"/>
                </a:lnTo>
                <a:lnTo>
                  <a:pt x="639" y="465"/>
                </a:lnTo>
                <a:close/>
                <a:moveTo>
                  <a:pt x="407" y="0"/>
                </a:moveTo>
                <a:cubicBezTo>
                  <a:pt x="631" y="0"/>
                  <a:pt x="814" y="183"/>
                  <a:pt x="814" y="408"/>
                </a:cubicBezTo>
                <a:cubicBezTo>
                  <a:pt x="814" y="714"/>
                  <a:pt x="407" y="1164"/>
                  <a:pt x="407" y="1164"/>
                </a:cubicBezTo>
                <a:cubicBezTo>
                  <a:pt x="407" y="1164"/>
                  <a:pt x="0" y="714"/>
                  <a:pt x="0" y="408"/>
                </a:cubicBezTo>
                <a:cubicBezTo>
                  <a:pt x="0" y="183"/>
                  <a:pt x="183" y="0"/>
                  <a:pt x="407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4" name="Freeform 93"/>
          <p:cNvSpPr>
            <a:spLocks noChangeArrowheads="1"/>
          </p:cNvSpPr>
          <p:nvPr/>
        </p:nvSpPr>
        <p:spPr bwMode="auto">
          <a:xfrm>
            <a:off x="8560593" y="1479548"/>
            <a:ext cx="419100" cy="419100"/>
          </a:xfrm>
          <a:custGeom>
            <a:avLst/>
            <a:gdLst>
              <a:gd name="T0" fmla="*/ 874 w 1165"/>
              <a:gd name="T1" fmla="*/ 640 h 1165"/>
              <a:gd name="T2" fmla="*/ 874 w 1165"/>
              <a:gd name="T3" fmla="*/ 525 h 1165"/>
              <a:gd name="T4" fmla="*/ 639 w 1165"/>
              <a:gd name="T5" fmla="*/ 525 h 1165"/>
              <a:gd name="T6" fmla="*/ 639 w 1165"/>
              <a:gd name="T7" fmla="*/ 290 h 1165"/>
              <a:gd name="T8" fmla="*/ 524 w 1165"/>
              <a:gd name="T9" fmla="*/ 290 h 1165"/>
              <a:gd name="T10" fmla="*/ 524 w 1165"/>
              <a:gd name="T11" fmla="*/ 525 h 1165"/>
              <a:gd name="T12" fmla="*/ 289 w 1165"/>
              <a:gd name="T13" fmla="*/ 525 h 1165"/>
              <a:gd name="T14" fmla="*/ 289 w 1165"/>
              <a:gd name="T15" fmla="*/ 640 h 1165"/>
              <a:gd name="T16" fmla="*/ 524 w 1165"/>
              <a:gd name="T17" fmla="*/ 640 h 1165"/>
              <a:gd name="T18" fmla="*/ 524 w 1165"/>
              <a:gd name="T19" fmla="*/ 875 h 1165"/>
              <a:gd name="T20" fmla="*/ 639 w 1165"/>
              <a:gd name="T21" fmla="*/ 875 h 1165"/>
              <a:gd name="T22" fmla="*/ 639 w 1165"/>
              <a:gd name="T23" fmla="*/ 640 h 1165"/>
              <a:gd name="T24" fmla="*/ 874 w 1165"/>
              <a:gd name="T25" fmla="*/ 640 h 1165"/>
              <a:gd name="T26" fmla="*/ 582 w 1165"/>
              <a:gd name="T27" fmla="*/ 0 h 1165"/>
              <a:gd name="T28" fmla="*/ 1164 w 1165"/>
              <a:gd name="T29" fmla="*/ 582 h 1165"/>
              <a:gd name="T30" fmla="*/ 582 w 1165"/>
              <a:gd name="T31" fmla="*/ 1164 h 1165"/>
              <a:gd name="T32" fmla="*/ 0 w 1165"/>
              <a:gd name="T33" fmla="*/ 582 h 1165"/>
              <a:gd name="T34" fmla="*/ 582 w 1165"/>
              <a:gd name="T3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5" h="1165">
                <a:moveTo>
                  <a:pt x="874" y="640"/>
                </a:moveTo>
                <a:lnTo>
                  <a:pt x="874" y="525"/>
                </a:lnTo>
                <a:lnTo>
                  <a:pt x="639" y="525"/>
                </a:lnTo>
                <a:lnTo>
                  <a:pt x="639" y="290"/>
                </a:lnTo>
                <a:lnTo>
                  <a:pt x="524" y="290"/>
                </a:lnTo>
                <a:lnTo>
                  <a:pt x="524" y="525"/>
                </a:lnTo>
                <a:lnTo>
                  <a:pt x="289" y="525"/>
                </a:lnTo>
                <a:lnTo>
                  <a:pt x="289" y="640"/>
                </a:lnTo>
                <a:lnTo>
                  <a:pt x="524" y="640"/>
                </a:lnTo>
                <a:lnTo>
                  <a:pt x="524" y="875"/>
                </a:lnTo>
                <a:lnTo>
                  <a:pt x="639" y="875"/>
                </a:lnTo>
                <a:lnTo>
                  <a:pt x="639" y="640"/>
                </a:lnTo>
                <a:lnTo>
                  <a:pt x="874" y="640"/>
                </a:ln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5" name="Freeform 94"/>
          <p:cNvSpPr>
            <a:spLocks noChangeArrowheads="1"/>
          </p:cNvSpPr>
          <p:nvPr/>
        </p:nvSpPr>
        <p:spPr bwMode="auto">
          <a:xfrm>
            <a:off x="3205958" y="1501775"/>
            <a:ext cx="377825" cy="377825"/>
          </a:xfrm>
          <a:custGeom>
            <a:avLst/>
            <a:gdLst>
              <a:gd name="T0" fmla="*/ 817 w 1051"/>
              <a:gd name="T1" fmla="*/ 582 h 1050"/>
              <a:gd name="T2" fmla="*/ 817 w 1051"/>
              <a:gd name="T3" fmla="*/ 467 h 1050"/>
              <a:gd name="T4" fmla="*/ 582 w 1051"/>
              <a:gd name="T5" fmla="*/ 467 h 1050"/>
              <a:gd name="T6" fmla="*/ 582 w 1051"/>
              <a:gd name="T7" fmla="*/ 232 h 1050"/>
              <a:gd name="T8" fmla="*/ 467 w 1051"/>
              <a:gd name="T9" fmla="*/ 232 h 1050"/>
              <a:gd name="T10" fmla="*/ 467 w 1051"/>
              <a:gd name="T11" fmla="*/ 467 h 1050"/>
              <a:gd name="T12" fmla="*/ 232 w 1051"/>
              <a:gd name="T13" fmla="*/ 467 h 1050"/>
              <a:gd name="T14" fmla="*/ 232 w 1051"/>
              <a:gd name="T15" fmla="*/ 582 h 1050"/>
              <a:gd name="T16" fmla="*/ 467 w 1051"/>
              <a:gd name="T17" fmla="*/ 582 h 1050"/>
              <a:gd name="T18" fmla="*/ 467 w 1051"/>
              <a:gd name="T19" fmla="*/ 817 h 1050"/>
              <a:gd name="T20" fmla="*/ 582 w 1051"/>
              <a:gd name="T21" fmla="*/ 817 h 1050"/>
              <a:gd name="T22" fmla="*/ 582 w 1051"/>
              <a:gd name="T23" fmla="*/ 582 h 1050"/>
              <a:gd name="T24" fmla="*/ 817 w 1051"/>
              <a:gd name="T25" fmla="*/ 582 h 1050"/>
              <a:gd name="T26" fmla="*/ 932 w 1051"/>
              <a:gd name="T27" fmla="*/ 0 h 1050"/>
              <a:gd name="T28" fmla="*/ 1050 w 1051"/>
              <a:gd name="T29" fmla="*/ 117 h 1050"/>
              <a:gd name="T30" fmla="*/ 1050 w 1051"/>
              <a:gd name="T31" fmla="*/ 932 h 1050"/>
              <a:gd name="T32" fmla="*/ 932 w 1051"/>
              <a:gd name="T33" fmla="*/ 1049 h 1050"/>
              <a:gd name="T34" fmla="*/ 118 w 1051"/>
              <a:gd name="T35" fmla="*/ 1049 h 1050"/>
              <a:gd name="T36" fmla="*/ 0 w 1051"/>
              <a:gd name="T37" fmla="*/ 932 h 1050"/>
              <a:gd name="T38" fmla="*/ 0 w 1051"/>
              <a:gd name="T39" fmla="*/ 117 h 1050"/>
              <a:gd name="T40" fmla="*/ 118 w 1051"/>
              <a:gd name="T41" fmla="*/ 0 h 1050"/>
              <a:gd name="T42" fmla="*/ 932 w 1051"/>
              <a:gd name="T43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1050">
                <a:moveTo>
                  <a:pt x="817" y="582"/>
                </a:moveTo>
                <a:lnTo>
                  <a:pt x="817" y="467"/>
                </a:lnTo>
                <a:lnTo>
                  <a:pt x="582" y="467"/>
                </a:lnTo>
                <a:lnTo>
                  <a:pt x="582" y="232"/>
                </a:lnTo>
                <a:lnTo>
                  <a:pt x="467" y="232"/>
                </a:lnTo>
                <a:lnTo>
                  <a:pt x="467" y="467"/>
                </a:lnTo>
                <a:lnTo>
                  <a:pt x="232" y="467"/>
                </a:lnTo>
                <a:lnTo>
                  <a:pt x="232" y="582"/>
                </a:lnTo>
                <a:lnTo>
                  <a:pt x="467" y="582"/>
                </a:lnTo>
                <a:lnTo>
                  <a:pt x="467" y="817"/>
                </a:lnTo>
                <a:lnTo>
                  <a:pt x="582" y="817"/>
                </a:lnTo>
                <a:lnTo>
                  <a:pt x="582" y="582"/>
                </a:lnTo>
                <a:lnTo>
                  <a:pt x="817" y="582"/>
                </a:lnTo>
                <a:close/>
                <a:moveTo>
                  <a:pt x="932" y="0"/>
                </a:moveTo>
                <a:cubicBezTo>
                  <a:pt x="995" y="0"/>
                  <a:pt x="1050" y="54"/>
                  <a:pt x="1050" y="117"/>
                </a:cubicBezTo>
                <a:lnTo>
                  <a:pt x="1050" y="932"/>
                </a:lnTo>
                <a:cubicBezTo>
                  <a:pt x="1050" y="994"/>
                  <a:pt x="995" y="1049"/>
                  <a:pt x="932" y="1049"/>
                </a:cubicBezTo>
                <a:lnTo>
                  <a:pt x="118" y="1049"/>
                </a:lnTo>
                <a:cubicBezTo>
                  <a:pt x="52" y="1049"/>
                  <a:pt x="0" y="994"/>
                  <a:pt x="0" y="932"/>
                </a:cubicBezTo>
                <a:lnTo>
                  <a:pt x="0" y="117"/>
                </a:lnTo>
                <a:cubicBezTo>
                  <a:pt x="0" y="54"/>
                  <a:pt x="52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6" name="Freeform 95"/>
          <p:cNvSpPr>
            <a:spLocks noChangeArrowheads="1"/>
          </p:cNvSpPr>
          <p:nvPr/>
        </p:nvSpPr>
        <p:spPr bwMode="auto">
          <a:xfrm>
            <a:off x="1056481" y="2452689"/>
            <a:ext cx="463550" cy="211137"/>
          </a:xfrm>
          <a:custGeom>
            <a:avLst/>
            <a:gdLst>
              <a:gd name="T0" fmla="*/ 1285 w 1286"/>
              <a:gd name="T1" fmla="*/ 235 h 585"/>
              <a:gd name="T2" fmla="*/ 1285 w 1286"/>
              <a:gd name="T3" fmla="*/ 584 h 585"/>
              <a:gd name="T4" fmla="*/ 0 w 1286"/>
              <a:gd name="T5" fmla="*/ 584 h 585"/>
              <a:gd name="T6" fmla="*/ 0 w 1286"/>
              <a:gd name="T7" fmla="*/ 0 h 585"/>
              <a:gd name="T8" fmla="*/ 118 w 1286"/>
              <a:gd name="T9" fmla="*/ 0 h 585"/>
              <a:gd name="T10" fmla="*/ 118 w 1286"/>
              <a:gd name="T11" fmla="*/ 410 h 585"/>
              <a:gd name="T12" fmla="*/ 585 w 1286"/>
              <a:gd name="T13" fmla="*/ 410 h 585"/>
              <a:gd name="T14" fmla="*/ 585 w 1286"/>
              <a:gd name="T15" fmla="*/ 0 h 585"/>
              <a:gd name="T16" fmla="*/ 1050 w 1286"/>
              <a:gd name="T17" fmla="*/ 0 h 585"/>
              <a:gd name="T18" fmla="*/ 1285 w 1286"/>
              <a:gd name="T19" fmla="*/ 235 h 585"/>
              <a:gd name="T20" fmla="*/ 350 w 1286"/>
              <a:gd name="T21" fmla="*/ 349 h 585"/>
              <a:gd name="T22" fmla="*/ 175 w 1286"/>
              <a:gd name="T23" fmla="*/ 175 h 585"/>
              <a:gd name="T24" fmla="*/ 350 w 1286"/>
              <a:gd name="T25" fmla="*/ 0 h 585"/>
              <a:gd name="T26" fmla="*/ 525 w 1286"/>
              <a:gd name="T27" fmla="*/ 175 h 585"/>
              <a:gd name="T28" fmla="*/ 350 w 1286"/>
              <a:gd name="T29" fmla="*/ 349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6" h="585">
                <a:moveTo>
                  <a:pt x="1285" y="235"/>
                </a:moveTo>
                <a:lnTo>
                  <a:pt x="1285" y="584"/>
                </a:lnTo>
                <a:lnTo>
                  <a:pt x="0" y="584"/>
                </a:lnTo>
                <a:lnTo>
                  <a:pt x="0" y="0"/>
                </a:lnTo>
                <a:lnTo>
                  <a:pt x="118" y="0"/>
                </a:lnTo>
                <a:lnTo>
                  <a:pt x="118" y="410"/>
                </a:lnTo>
                <a:lnTo>
                  <a:pt x="585" y="410"/>
                </a:lnTo>
                <a:lnTo>
                  <a:pt x="585" y="0"/>
                </a:lnTo>
                <a:lnTo>
                  <a:pt x="1050" y="0"/>
                </a:lnTo>
                <a:cubicBezTo>
                  <a:pt x="1178" y="0"/>
                  <a:pt x="1285" y="106"/>
                  <a:pt x="1285" y="235"/>
                </a:cubicBezTo>
                <a:close/>
                <a:moveTo>
                  <a:pt x="350" y="349"/>
                </a:moveTo>
                <a:cubicBezTo>
                  <a:pt x="254" y="349"/>
                  <a:pt x="175" y="270"/>
                  <a:pt x="175" y="175"/>
                </a:cubicBezTo>
                <a:cubicBezTo>
                  <a:pt x="175" y="79"/>
                  <a:pt x="254" y="0"/>
                  <a:pt x="350" y="0"/>
                </a:cubicBezTo>
                <a:cubicBezTo>
                  <a:pt x="446" y="0"/>
                  <a:pt x="525" y="79"/>
                  <a:pt x="525" y="175"/>
                </a:cubicBezTo>
                <a:cubicBezTo>
                  <a:pt x="525" y="270"/>
                  <a:pt x="446" y="349"/>
                  <a:pt x="350" y="34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7" name="Freeform 96"/>
          <p:cNvSpPr>
            <a:spLocks noChangeArrowheads="1"/>
          </p:cNvSpPr>
          <p:nvPr/>
        </p:nvSpPr>
        <p:spPr bwMode="auto">
          <a:xfrm>
            <a:off x="2147093" y="2347913"/>
            <a:ext cx="419100" cy="422275"/>
          </a:xfrm>
          <a:custGeom>
            <a:avLst/>
            <a:gdLst>
              <a:gd name="T0" fmla="*/ 640 w 1166"/>
              <a:gd name="T1" fmla="*/ 415 h 1173"/>
              <a:gd name="T2" fmla="*/ 640 w 1166"/>
              <a:gd name="T3" fmla="*/ 590 h 1173"/>
              <a:gd name="T4" fmla="*/ 815 w 1166"/>
              <a:gd name="T5" fmla="*/ 590 h 1173"/>
              <a:gd name="T6" fmla="*/ 815 w 1166"/>
              <a:gd name="T7" fmla="*/ 708 h 1173"/>
              <a:gd name="T8" fmla="*/ 640 w 1166"/>
              <a:gd name="T9" fmla="*/ 708 h 1173"/>
              <a:gd name="T10" fmla="*/ 640 w 1166"/>
              <a:gd name="T11" fmla="*/ 883 h 1173"/>
              <a:gd name="T12" fmla="*/ 525 w 1166"/>
              <a:gd name="T13" fmla="*/ 883 h 1173"/>
              <a:gd name="T14" fmla="*/ 525 w 1166"/>
              <a:gd name="T15" fmla="*/ 708 h 1173"/>
              <a:gd name="T16" fmla="*/ 350 w 1166"/>
              <a:gd name="T17" fmla="*/ 708 h 1173"/>
              <a:gd name="T18" fmla="*/ 350 w 1166"/>
              <a:gd name="T19" fmla="*/ 590 h 1173"/>
              <a:gd name="T20" fmla="*/ 525 w 1166"/>
              <a:gd name="T21" fmla="*/ 590 h 1173"/>
              <a:gd name="T22" fmla="*/ 525 w 1166"/>
              <a:gd name="T23" fmla="*/ 415 h 1173"/>
              <a:gd name="T24" fmla="*/ 640 w 1166"/>
              <a:gd name="T25" fmla="*/ 415 h 1173"/>
              <a:gd name="T26" fmla="*/ 583 w 1166"/>
              <a:gd name="T27" fmla="*/ 1057 h 1173"/>
              <a:gd name="T28" fmla="*/ 990 w 1166"/>
              <a:gd name="T29" fmla="*/ 648 h 1173"/>
              <a:gd name="T30" fmla="*/ 583 w 1166"/>
              <a:gd name="T31" fmla="*/ 240 h 1173"/>
              <a:gd name="T32" fmla="*/ 175 w 1166"/>
              <a:gd name="T33" fmla="*/ 648 h 1173"/>
              <a:gd name="T34" fmla="*/ 583 w 1166"/>
              <a:gd name="T35" fmla="*/ 1057 h 1173"/>
              <a:gd name="T36" fmla="*/ 583 w 1166"/>
              <a:gd name="T37" fmla="*/ 123 h 1173"/>
              <a:gd name="T38" fmla="*/ 1107 w 1166"/>
              <a:gd name="T39" fmla="*/ 648 h 1173"/>
              <a:gd name="T40" fmla="*/ 583 w 1166"/>
              <a:gd name="T41" fmla="*/ 1172 h 1173"/>
              <a:gd name="T42" fmla="*/ 58 w 1166"/>
              <a:gd name="T43" fmla="*/ 648 h 1173"/>
              <a:gd name="T44" fmla="*/ 583 w 1166"/>
              <a:gd name="T45" fmla="*/ 123 h 1173"/>
              <a:gd name="T46" fmla="*/ 1165 w 1166"/>
              <a:gd name="T47" fmla="*/ 224 h 1173"/>
              <a:gd name="T48" fmla="*/ 1091 w 1166"/>
              <a:gd name="T49" fmla="*/ 314 h 1173"/>
              <a:gd name="T50" fmla="*/ 823 w 1166"/>
              <a:gd name="T51" fmla="*/ 87 h 1173"/>
              <a:gd name="T52" fmla="*/ 897 w 1166"/>
              <a:gd name="T53" fmla="*/ 0 h 1173"/>
              <a:gd name="T54" fmla="*/ 1165 w 1166"/>
              <a:gd name="T55" fmla="*/ 224 h 1173"/>
              <a:gd name="T56" fmla="*/ 342 w 1166"/>
              <a:gd name="T57" fmla="*/ 87 h 1173"/>
              <a:gd name="T58" fmla="*/ 74 w 1166"/>
              <a:gd name="T59" fmla="*/ 311 h 1173"/>
              <a:gd name="T60" fmla="*/ 0 w 1166"/>
              <a:gd name="T61" fmla="*/ 224 h 1173"/>
              <a:gd name="T62" fmla="*/ 268 w 1166"/>
              <a:gd name="T63" fmla="*/ 0 h 1173"/>
              <a:gd name="T64" fmla="*/ 342 w 1166"/>
              <a:gd name="T65" fmla="*/ 87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6" h="1173">
                <a:moveTo>
                  <a:pt x="640" y="415"/>
                </a:moveTo>
                <a:lnTo>
                  <a:pt x="640" y="590"/>
                </a:lnTo>
                <a:lnTo>
                  <a:pt x="815" y="590"/>
                </a:lnTo>
                <a:lnTo>
                  <a:pt x="815" y="708"/>
                </a:lnTo>
                <a:lnTo>
                  <a:pt x="640" y="708"/>
                </a:lnTo>
                <a:lnTo>
                  <a:pt x="640" y="883"/>
                </a:lnTo>
                <a:lnTo>
                  <a:pt x="525" y="883"/>
                </a:lnTo>
                <a:lnTo>
                  <a:pt x="525" y="708"/>
                </a:lnTo>
                <a:lnTo>
                  <a:pt x="350" y="708"/>
                </a:lnTo>
                <a:lnTo>
                  <a:pt x="350" y="590"/>
                </a:lnTo>
                <a:lnTo>
                  <a:pt x="525" y="590"/>
                </a:lnTo>
                <a:lnTo>
                  <a:pt x="525" y="415"/>
                </a:lnTo>
                <a:lnTo>
                  <a:pt x="640" y="415"/>
                </a:lnTo>
                <a:close/>
                <a:moveTo>
                  <a:pt x="583" y="1057"/>
                </a:moveTo>
                <a:cubicBezTo>
                  <a:pt x="809" y="1057"/>
                  <a:pt x="990" y="874"/>
                  <a:pt x="990" y="648"/>
                </a:cubicBezTo>
                <a:cubicBezTo>
                  <a:pt x="990" y="421"/>
                  <a:pt x="809" y="240"/>
                  <a:pt x="583" y="240"/>
                </a:cubicBezTo>
                <a:cubicBezTo>
                  <a:pt x="356" y="240"/>
                  <a:pt x="175" y="421"/>
                  <a:pt x="175" y="648"/>
                </a:cubicBezTo>
                <a:cubicBezTo>
                  <a:pt x="175" y="874"/>
                  <a:pt x="356" y="1057"/>
                  <a:pt x="583" y="1057"/>
                </a:cubicBezTo>
                <a:close/>
                <a:moveTo>
                  <a:pt x="583" y="123"/>
                </a:moveTo>
                <a:cubicBezTo>
                  <a:pt x="872" y="123"/>
                  <a:pt x="1107" y="358"/>
                  <a:pt x="1107" y="648"/>
                </a:cubicBezTo>
                <a:cubicBezTo>
                  <a:pt x="1107" y="937"/>
                  <a:pt x="872" y="1172"/>
                  <a:pt x="583" y="1172"/>
                </a:cubicBezTo>
                <a:cubicBezTo>
                  <a:pt x="293" y="1172"/>
                  <a:pt x="58" y="937"/>
                  <a:pt x="58" y="648"/>
                </a:cubicBezTo>
                <a:cubicBezTo>
                  <a:pt x="58" y="358"/>
                  <a:pt x="293" y="123"/>
                  <a:pt x="583" y="123"/>
                </a:cubicBezTo>
                <a:close/>
                <a:moveTo>
                  <a:pt x="1165" y="224"/>
                </a:moveTo>
                <a:lnTo>
                  <a:pt x="1091" y="314"/>
                </a:lnTo>
                <a:lnTo>
                  <a:pt x="823" y="87"/>
                </a:lnTo>
                <a:lnTo>
                  <a:pt x="897" y="0"/>
                </a:lnTo>
                <a:lnTo>
                  <a:pt x="1165" y="224"/>
                </a:lnTo>
                <a:close/>
                <a:moveTo>
                  <a:pt x="342" y="87"/>
                </a:moveTo>
                <a:lnTo>
                  <a:pt x="74" y="311"/>
                </a:lnTo>
                <a:lnTo>
                  <a:pt x="0" y="224"/>
                </a:lnTo>
                <a:lnTo>
                  <a:pt x="268" y="0"/>
                </a:lnTo>
                <a:lnTo>
                  <a:pt x="342" y="8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8" name="Freeform 97"/>
          <p:cNvSpPr>
            <a:spLocks noChangeArrowheads="1"/>
          </p:cNvSpPr>
          <p:nvPr/>
        </p:nvSpPr>
        <p:spPr bwMode="auto">
          <a:xfrm>
            <a:off x="3194843" y="2411412"/>
            <a:ext cx="463550" cy="293688"/>
          </a:xfrm>
          <a:custGeom>
            <a:avLst/>
            <a:gdLst>
              <a:gd name="T0" fmla="*/ 1110 w 1286"/>
              <a:gd name="T1" fmla="*/ 350 h 815"/>
              <a:gd name="T2" fmla="*/ 875 w 1286"/>
              <a:gd name="T3" fmla="*/ 115 h 815"/>
              <a:gd name="T4" fmla="*/ 817 w 1286"/>
              <a:gd name="T5" fmla="*/ 115 h 815"/>
              <a:gd name="T6" fmla="*/ 817 w 1286"/>
              <a:gd name="T7" fmla="*/ 350 h 815"/>
              <a:gd name="T8" fmla="*/ 1110 w 1286"/>
              <a:gd name="T9" fmla="*/ 350 h 815"/>
              <a:gd name="T10" fmla="*/ 962 w 1286"/>
              <a:gd name="T11" fmla="*/ 727 h 815"/>
              <a:gd name="T12" fmla="*/ 1050 w 1286"/>
              <a:gd name="T13" fmla="*/ 639 h 815"/>
              <a:gd name="T14" fmla="*/ 962 w 1286"/>
              <a:gd name="T15" fmla="*/ 552 h 815"/>
              <a:gd name="T16" fmla="*/ 875 w 1286"/>
              <a:gd name="T17" fmla="*/ 639 h 815"/>
              <a:gd name="T18" fmla="*/ 962 w 1286"/>
              <a:gd name="T19" fmla="*/ 727 h 815"/>
              <a:gd name="T20" fmla="*/ 700 w 1286"/>
              <a:gd name="T21" fmla="*/ 350 h 815"/>
              <a:gd name="T22" fmla="*/ 700 w 1286"/>
              <a:gd name="T23" fmla="*/ 115 h 815"/>
              <a:gd name="T24" fmla="*/ 468 w 1286"/>
              <a:gd name="T25" fmla="*/ 115 h 815"/>
              <a:gd name="T26" fmla="*/ 468 w 1286"/>
              <a:gd name="T27" fmla="*/ 350 h 815"/>
              <a:gd name="T28" fmla="*/ 700 w 1286"/>
              <a:gd name="T29" fmla="*/ 350 h 815"/>
              <a:gd name="T30" fmla="*/ 293 w 1286"/>
              <a:gd name="T31" fmla="*/ 727 h 815"/>
              <a:gd name="T32" fmla="*/ 380 w 1286"/>
              <a:gd name="T33" fmla="*/ 639 h 815"/>
              <a:gd name="T34" fmla="*/ 293 w 1286"/>
              <a:gd name="T35" fmla="*/ 552 h 815"/>
              <a:gd name="T36" fmla="*/ 205 w 1286"/>
              <a:gd name="T37" fmla="*/ 639 h 815"/>
              <a:gd name="T38" fmla="*/ 293 w 1286"/>
              <a:gd name="T39" fmla="*/ 727 h 815"/>
              <a:gd name="T40" fmla="*/ 118 w 1286"/>
              <a:gd name="T41" fmla="*/ 350 h 815"/>
              <a:gd name="T42" fmla="*/ 350 w 1286"/>
              <a:gd name="T43" fmla="*/ 350 h 815"/>
              <a:gd name="T44" fmla="*/ 350 w 1286"/>
              <a:gd name="T45" fmla="*/ 115 h 815"/>
              <a:gd name="T46" fmla="*/ 118 w 1286"/>
              <a:gd name="T47" fmla="*/ 115 h 815"/>
              <a:gd name="T48" fmla="*/ 118 w 1286"/>
              <a:gd name="T49" fmla="*/ 350 h 815"/>
              <a:gd name="T50" fmla="*/ 935 w 1286"/>
              <a:gd name="T51" fmla="*/ 0 h 815"/>
              <a:gd name="T52" fmla="*/ 1285 w 1286"/>
              <a:gd name="T53" fmla="*/ 350 h 815"/>
              <a:gd name="T54" fmla="*/ 1285 w 1286"/>
              <a:gd name="T55" fmla="*/ 639 h 815"/>
              <a:gd name="T56" fmla="*/ 1137 w 1286"/>
              <a:gd name="T57" fmla="*/ 639 h 815"/>
              <a:gd name="T58" fmla="*/ 962 w 1286"/>
              <a:gd name="T59" fmla="*/ 814 h 815"/>
              <a:gd name="T60" fmla="*/ 787 w 1286"/>
              <a:gd name="T61" fmla="*/ 639 h 815"/>
              <a:gd name="T62" fmla="*/ 468 w 1286"/>
              <a:gd name="T63" fmla="*/ 639 h 815"/>
              <a:gd name="T64" fmla="*/ 293 w 1286"/>
              <a:gd name="T65" fmla="*/ 814 h 815"/>
              <a:gd name="T66" fmla="*/ 118 w 1286"/>
              <a:gd name="T67" fmla="*/ 639 h 815"/>
              <a:gd name="T68" fmla="*/ 0 w 1286"/>
              <a:gd name="T69" fmla="*/ 639 h 815"/>
              <a:gd name="T70" fmla="*/ 0 w 1286"/>
              <a:gd name="T71" fmla="*/ 115 h 815"/>
              <a:gd name="T72" fmla="*/ 118 w 1286"/>
              <a:gd name="T73" fmla="*/ 0 h 815"/>
              <a:gd name="T74" fmla="*/ 935 w 1286"/>
              <a:gd name="T75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6" h="815">
                <a:moveTo>
                  <a:pt x="1110" y="350"/>
                </a:moveTo>
                <a:lnTo>
                  <a:pt x="875" y="115"/>
                </a:lnTo>
                <a:lnTo>
                  <a:pt x="817" y="115"/>
                </a:lnTo>
                <a:lnTo>
                  <a:pt x="817" y="350"/>
                </a:lnTo>
                <a:lnTo>
                  <a:pt x="1110" y="350"/>
                </a:lnTo>
                <a:close/>
                <a:moveTo>
                  <a:pt x="962" y="727"/>
                </a:moveTo>
                <a:cubicBezTo>
                  <a:pt x="1011" y="727"/>
                  <a:pt x="1050" y="688"/>
                  <a:pt x="1050" y="639"/>
                </a:cubicBezTo>
                <a:cubicBezTo>
                  <a:pt x="1050" y="589"/>
                  <a:pt x="1011" y="552"/>
                  <a:pt x="962" y="552"/>
                </a:cubicBezTo>
                <a:cubicBezTo>
                  <a:pt x="912" y="552"/>
                  <a:pt x="875" y="589"/>
                  <a:pt x="875" y="639"/>
                </a:cubicBezTo>
                <a:cubicBezTo>
                  <a:pt x="875" y="688"/>
                  <a:pt x="912" y="727"/>
                  <a:pt x="962" y="727"/>
                </a:cubicBezTo>
                <a:close/>
                <a:moveTo>
                  <a:pt x="700" y="350"/>
                </a:moveTo>
                <a:lnTo>
                  <a:pt x="700" y="115"/>
                </a:lnTo>
                <a:lnTo>
                  <a:pt x="468" y="115"/>
                </a:lnTo>
                <a:lnTo>
                  <a:pt x="468" y="350"/>
                </a:lnTo>
                <a:lnTo>
                  <a:pt x="700" y="350"/>
                </a:lnTo>
                <a:close/>
                <a:moveTo>
                  <a:pt x="293" y="727"/>
                </a:moveTo>
                <a:cubicBezTo>
                  <a:pt x="342" y="727"/>
                  <a:pt x="380" y="688"/>
                  <a:pt x="380" y="639"/>
                </a:cubicBezTo>
                <a:cubicBezTo>
                  <a:pt x="380" y="589"/>
                  <a:pt x="342" y="552"/>
                  <a:pt x="293" y="552"/>
                </a:cubicBezTo>
                <a:cubicBezTo>
                  <a:pt x="244" y="552"/>
                  <a:pt x="205" y="589"/>
                  <a:pt x="205" y="639"/>
                </a:cubicBezTo>
                <a:cubicBezTo>
                  <a:pt x="205" y="688"/>
                  <a:pt x="244" y="727"/>
                  <a:pt x="293" y="727"/>
                </a:cubicBezTo>
                <a:close/>
                <a:moveTo>
                  <a:pt x="118" y="350"/>
                </a:moveTo>
                <a:lnTo>
                  <a:pt x="350" y="350"/>
                </a:lnTo>
                <a:lnTo>
                  <a:pt x="350" y="115"/>
                </a:lnTo>
                <a:lnTo>
                  <a:pt x="118" y="115"/>
                </a:lnTo>
                <a:lnTo>
                  <a:pt x="118" y="350"/>
                </a:lnTo>
                <a:close/>
                <a:moveTo>
                  <a:pt x="935" y="0"/>
                </a:moveTo>
                <a:lnTo>
                  <a:pt x="1285" y="350"/>
                </a:lnTo>
                <a:lnTo>
                  <a:pt x="1285" y="639"/>
                </a:lnTo>
                <a:lnTo>
                  <a:pt x="1137" y="639"/>
                </a:lnTo>
                <a:cubicBezTo>
                  <a:pt x="1137" y="735"/>
                  <a:pt x="1057" y="814"/>
                  <a:pt x="962" y="814"/>
                </a:cubicBezTo>
                <a:cubicBezTo>
                  <a:pt x="866" y="814"/>
                  <a:pt x="787" y="735"/>
                  <a:pt x="787" y="639"/>
                </a:cubicBezTo>
                <a:lnTo>
                  <a:pt x="468" y="639"/>
                </a:lnTo>
                <a:cubicBezTo>
                  <a:pt x="468" y="735"/>
                  <a:pt x="388" y="814"/>
                  <a:pt x="293" y="814"/>
                </a:cubicBezTo>
                <a:cubicBezTo>
                  <a:pt x="197" y="814"/>
                  <a:pt x="118" y="735"/>
                  <a:pt x="118" y="639"/>
                </a:cubicBezTo>
                <a:lnTo>
                  <a:pt x="0" y="639"/>
                </a:lnTo>
                <a:lnTo>
                  <a:pt x="0" y="115"/>
                </a:lnTo>
                <a:cubicBezTo>
                  <a:pt x="0" y="49"/>
                  <a:pt x="55" y="0"/>
                  <a:pt x="118" y="0"/>
                </a:cubicBezTo>
                <a:lnTo>
                  <a:pt x="93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9" name="Freeform 98"/>
          <p:cNvSpPr>
            <a:spLocks noChangeArrowheads="1"/>
          </p:cNvSpPr>
          <p:nvPr/>
        </p:nvSpPr>
        <p:spPr bwMode="auto">
          <a:xfrm>
            <a:off x="5333206" y="2359026"/>
            <a:ext cx="463550" cy="398463"/>
          </a:xfrm>
          <a:custGeom>
            <a:avLst/>
            <a:gdLst>
              <a:gd name="T0" fmla="*/ 1167 w 1286"/>
              <a:gd name="T1" fmla="*/ 0 h 1107"/>
              <a:gd name="T2" fmla="*/ 1285 w 1286"/>
              <a:gd name="T3" fmla="*/ 117 h 1107"/>
              <a:gd name="T4" fmla="*/ 1285 w 1286"/>
              <a:gd name="T5" fmla="*/ 817 h 1107"/>
              <a:gd name="T6" fmla="*/ 1167 w 1286"/>
              <a:gd name="T7" fmla="*/ 932 h 1107"/>
              <a:gd name="T8" fmla="*/ 935 w 1286"/>
              <a:gd name="T9" fmla="*/ 932 h 1107"/>
              <a:gd name="T10" fmla="*/ 935 w 1286"/>
              <a:gd name="T11" fmla="*/ 817 h 1107"/>
              <a:gd name="T12" fmla="*/ 1167 w 1286"/>
              <a:gd name="T13" fmla="*/ 817 h 1107"/>
              <a:gd name="T14" fmla="*/ 1167 w 1286"/>
              <a:gd name="T15" fmla="*/ 117 h 1107"/>
              <a:gd name="T16" fmla="*/ 118 w 1286"/>
              <a:gd name="T17" fmla="*/ 117 h 1107"/>
              <a:gd name="T18" fmla="*/ 118 w 1286"/>
              <a:gd name="T19" fmla="*/ 817 h 1107"/>
              <a:gd name="T20" fmla="*/ 350 w 1286"/>
              <a:gd name="T21" fmla="*/ 817 h 1107"/>
              <a:gd name="T22" fmla="*/ 350 w 1286"/>
              <a:gd name="T23" fmla="*/ 932 h 1107"/>
              <a:gd name="T24" fmla="*/ 118 w 1286"/>
              <a:gd name="T25" fmla="*/ 932 h 1107"/>
              <a:gd name="T26" fmla="*/ 0 w 1286"/>
              <a:gd name="T27" fmla="*/ 817 h 1107"/>
              <a:gd name="T28" fmla="*/ 0 w 1286"/>
              <a:gd name="T29" fmla="*/ 117 h 1107"/>
              <a:gd name="T30" fmla="*/ 118 w 1286"/>
              <a:gd name="T31" fmla="*/ 0 h 1107"/>
              <a:gd name="T32" fmla="*/ 1167 w 1286"/>
              <a:gd name="T33" fmla="*/ 0 h 1107"/>
              <a:gd name="T34" fmla="*/ 293 w 1286"/>
              <a:gd name="T35" fmla="*/ 1106 h 1107"/>
              <a:gd name="T36" fmla="*/ 643 w 1286"/>
              <a:gd name="T37" fmla="*/ 757 h 1107"/>
              <a:gd name="T38" fmla="*/ 992 w 1286"/>
              <a:gd name="T39" fmla="*/ 1106 h 1107"/>
              <a:gd name="T40" fmla="*/ 293 w 1286"/>
              <a:gd name="T41" fmla="*/ 1106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6" h="1107">
                <a:moveTo>
                  <a:pt x="1167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817"/>
                </a:lnTo>
                <a:cubicBezTo>
                  <a:pt x="1285" y="880"/>
                  <a:pt x="1230" y="932"/>
                  <a:pt x="1167" y="932"/>
                </a:cubicBezTo>
                <a:lnTo>
                  <a:pt x="935" y="932"/>
                </a:lnTo>
                <a:lnTo>
                  <a:pt x="935" y="817"/>
                </a:lnTo>
                <a:lnTo>
                  <a:pt x="1167" y="817"/>
                </a:lnTo>
                <a:lnTo>
                  <a:pt x="1167" y="117"/>
                </a:lnTo>
                <a:lnTo>
                  <a:pt x="118" y="117"/>
                </a:lnTo>
                <a:lnTo>
                  <a:pt x="118" y="817"/>
                </a:lnTo>
                <a:lnTo>
                  <a:pt x="350" y="817"/>
                </a:lnTo>
                <a:lnTo>
                  <a:pt x="350" y="932"/>
                </a:lnTo>
                <a:lnTo>
                  <a:pt x="118" y="932"/>
                </a:lnTo>
                <a:cubicBezTo>
                  <a:pt x="55" y="932"/>
                  <a:pt x="0" y="880"/>
                  <a:pt x="0" y="817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7" y="0"/>
                </a:lnTo>
                <a:close/>
                <a:moveTo>
                  <a:pt x="293" y="1106"/>
                </a:moveTo>
                <a:lnTo>
                  <a:pt x="643" y="757"/>
                </a:lnTo>
                <a:lnTo>
                  <a:pt x="992" y="1106"/>
                </a:lnTo>
                <a:lnTo>
                  <a:pt x="293" y="110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0" name="Freeform 99"/>
          <p:cNvSpPr>
            <a:spLocks noChangeArrowheads="1"/>
          </p:cNvSpPr>
          <p:nvPr/>
        </p:nvSpPr>
        <p:spPr bwMode="auto">
          <a:xfrm>
            <a:off x="4294981" y="2347912"/>
            <a:ext cx="398462" cy="419100"/>
          </a:xfrm>
          <a:custGeom>
            <a:avLst/>
            <a:gdLst>
              <a:gd name="T0" fmla="*/ 58 w 1108"/>
              <a:gd name="T1" fmla="*/ 189 h 1165"/>
              <a:gd name="T2" fmla="*/ 131 w 1108"/>
              <a:gd name="T3" fmla="*/ 115 h 1165"/>
              <a:gd name="T4" fmla="*/ 1050 w 1108"/>
              <a:gd name="T5" fmla="*/ 1033 h 1165"/>
              <a:gd name="T6" fmla="*/ 976 w 1108"/>
              <a:gd name="T7" fmla="*/ 1107 h 1165"/>
              <a:gd name="T8" fmla="*/ 640 w 1108"/>
              <a:gd name="T9" fmla="*/ 773 h 1165"/>
              <a:gd name="T10" fmla="*/ 640 w 1108"/>
              <a:gd name="T11" fmla="*/ 989 h 1165"/>
              <a:gd name="T12" fmla="*/ 757 w 1108"/>
              <a:gd name="T13" fmla="*/ 1077 h 1165"/>
              <a:gd name="T14" fmla="*/ 757 w 1108"/>
              <a:gd name="T15" fmla="*/ 1164 h 1165"/>
              <a:gd name="T16" fmla="*/ 552 w 1108"/>
              <a:gd name="T17" fmla="*/ 1107 h 1165"/>
              <a:gd name="T18" fmla="*/ 350 w 1108"/>
              <a:gd name="T19" fmla="*/ 1164 h 1165"/>
              <a:gd name="T20" fmla="*/ 350 w 1108"/>
              <a:gd name="T21" fmla="*/ 1077 h 1165"/>
              <a:gd name="T22" fmla="*/ 465 w 1108"/>
              <a:gd name="T23" fmla="*/ 989 h 1165"/>
              <a:gd name="T24" fmla="*/ 465 w 1108"/>
              <a:gd name="T25" fmla="*/ 669 h 1165"/>
              <a:gd name="T26" fmla="*/ 0 w 1108"/>
              <a:gd name="T27" fmla="*/ 814 h 1165"/>
              <a:gd name="T28" fmla="*/ 0 w 1108"/>
              <a:gd name="T29" fmla="*/ 700 h 1165"/>
              <a:gd name="T30" fmla="*/ 347 w 1108"/>
              <a:gd name="T31" fmla="*/ 481 h 1165"/>
              <a:gd name="T32" fmla="*/ 58 w 1108"/>
              <a:gd name="T33" fmla="*/ 189 h 1165"/>
              <a:gd name="T34" fmla="*/ 640 w 1108"/>
              <a:gd name="T35" fmla="*/ 407 h 1165"/>
              <a:gd name="T36" fmla="*/ 1107 w 1108"/>
              <a:gd name="T37" fmla="*/ 700 h 1165"/>
              <a:gd name="T38" fmla="*/ 1107 w 1108"/>
              <a:gd name="T39" fmla="*/ 814 h 1165"/>
              <a:gd name="T40" fmla="*/ 921 w 1108"/>
              <a:gd name="T41" fmla="*/ 757 h 1165"/>
              <a:gd name="T42" fmla="*/ 465 w 1108"/>
              <a:gd name="T43" fmla="*/ 301 h 1165"/>
              <a:gd name="T44" fmla="*/ 465 w 1108"/>
              <a:gd name="T45" fmla="*/ 87 h 1165"/>
              <a:gd name="T46" fmla="*/ 552 w 1108"/>
              <a:gd name="T47" fmla="*/ 0 h 1165"/>
              <a:gd name="T48" fmla="*/ 640 w 1108"/>
              <a:gd name="T49" fmla="*/ 87 h 1165"/>
              <a:gd name="T50" fmla="*/ 640 w 1108"/>
              <a:gd name="T51" fmla="*/ 407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08" h="1165">
                <a:moveTo>
                  <a:pt x="58" y="189"/>
                </a:moveTo>
                <a:lnTo>
                  <a:pt x="131" y="115"/>
                </a:lnTo>
                <a:lnTo>
                  <a:pt x="1050" y="1033"/>
                </a:lnTo>
                <a:lnTo>
                  <a:pt x="976" y="1107"/>
                </a:lnTo>
                <a:lnTo>
                  <a:pt x="640" y="773"/>
                </a:lnTo>
                <a:lnTo>
                  <a:pt x="640" y="989"/>
                </a:lnTo>
                <a:lnTo>
                  <a:pt x="757" y="1077"/>
                </a:lnTo>
                <a:lnTo>
                  <a:pt x="757" y="1164"/>
                </a:lnTo>
                <a:lnTo>
                  <a:pt x="552" y="1107"/>
                </a:lnTo>
                <a:lnTo>
                  <a:pt x="350" y="1164"/>
                </a:lnTo>
                <a:lnTo>
                  <a:pt x="350" y="1077"/>
                </a:lnTo>
                <a:lnTo>
                  <a:pt x="465" y="989"/>
                </a:lnTo>
                <a:lnTo>
                  <a:pt x="465" y="669"/>
                </a:lnTo>
                <a:lnTo>
                  <a:pt x="0" y="814"/>
                </a:lnTo>
                <a:lnTo>
                  <a:pt x="0" y="700"/>
                </a:lnTo>
                <a:lnTo>
                  <a:pt x="347" y="481"/>
                </a:lnTo>
                <a:lnTo>
                  <a:pt x="58" y="189"/>
                </a:lnTo>
                <a:close/>
                <a:moveTo>
                  <a:pt x="640" y="407"/>
                </a:moveTo>
                <a:lnTo>
                  <a:pt x="1107" y="700"/>
                </a:lnTo>
                <a:lnTo>
                  <a:pt x="1107" y="814"/>
                </a:lnTo>
                <a:lnTo>
                  <a:pt x="921" y="757"/>
                </a:lnTo>
                <a:lnTo>
                  <a:pt x="465" y="301"/>
                </a:lnTo>
                <a:lnTo>
                  <a:pt x="465" y="87"/>
                </a:lnTo>
                <a:cubicBezTo>
                  <a:pt x="465" y="38"/>
                  <a:pt x="503" y="0"/>
                  <a:pt x="552" y="0"/>
                </a:cubicBezTo>
                <a:cubicBezTo>
                  <a:pt x="601" y="0"/>
                  <a:pt x="640" y="38"/>
                  <a:pt x="640" y="87"/>
                </a:cubicBezTo>
                <a:lnTo>
                  <a:pt x="640" y="40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1" name="Freeform 100"/>
          <p:cNvSpPr>
            <a:spLocks noChangeArrowheads="1"/>
          </p:cNvSpPr>
          <p:nvPr/>
        </p:nvSpPr>
        <p:spPr bwMode="auto">
          <a:xfrm>
            <a:off x="6465093" y="2349499"/>
            <a:ext cx="336550" cy="414338"/>
          </a:xfrm>
          <a:custGeom>
            <a:avLst/>
            <a:gdLst>
              <a:gd name="T0" fmla="*/ 935 w 936"/>
              <a:gd name="T1" fmla="*/ 1066 h 1151"/>
              <a:gd name="T2" fmla="*/ 850 w 936"/>
              <a:gd name="T3" fmla="*/ 1150 h 1151"/>
              <a:gd name="T4" fmla="*/ 645 w 936"/>
              <a:gd name="T5" fmla="*/ 946 h 1151"/>
              <a:gd name="T6" fmla="*/ 350 w 936"/>
              <a:gd name="T7" fmla="*/ 946 h 1151"/>
              <a:gd name="T8" fmla="*/ 175 w 936"/>
              <a:gd name="T9" fmla="*/ 771 h 1151"/>
              <a:gd name="T10" fmla="*/ 175 w 936"/>
              <a:gd name="T11" fmla="*/ 434 h 1151"/>
              <a:gd name="T12" fmla="*/ 306 w 936"/>
              <a:gd name="T13" fmla="*/ 303 h 1151"/>
              <a:gd name="T14" fmla="*/ 309 w 936"/>
              <a:gd name="T15" fmla="*/ 303 h 1151"/>
              <a:gd name="T16" fmla="*/ 405 w 936"/>
              <a:gd name="T17" fmla="*/ 347 h 1151"/>
              <a:gd name="T18" fmla="*/ 487 w 936"/>
              <a:gd name="T19" fmla="*/ 437 h 1151"/>
              <a:gd name="T20" fmla="*/ 760 w 936"/>
              <a:gd name="T21" fmla="*/ 555 h 1151"/>
              <a:gd name="T22" fmla="*/ 760 w 936"/>
              <a:gd name="T23" fmla="*/ 683 h 1151"/>
              <a:gd name="T24" fmla="*/ 438 w 936"/>
              <a:gd name="T25" fmla="*/ 555 h 1151"/>
              <a:gd name="T26" fmla="*/ 438 w 936"/>
              <a:gd name="T27" fmla="*/ 771 h 1151"/>
              <a:gd name="T28" fmla="*/ 640 w 936"/>
              <a:gd name="T29" fmla="*/ 771 h 1151"/>
              <a:gd name="T30" fmla="*/ 935 w 936"/>
              <a:gd name="T31" fmla="*/ 1066 h 1151"/>
              <a:gd name="T32" fmla="*/ 118 w 936"/>
              <a:gd name="T33" fmla="*/ 828 h 1151"/>
              <a:gd name="T34" fmla="*/ 293 w 936"/>
              <a:gd name="T35" fmla="*/ 1003 h 1151"/>
              <a:gd name="T36" fmla="*/ 643 w 936"/>
              <a:gd name="T37" fmla="*/ 1003 h 1151"/>
              <a:gd name="T38" fmla="*/ 643 w 936"/>
              <a:gd name="T39" fmla="*/ 1120 h 1151"/>
              <a:gd name="T40" fmla="*/ 293 w 936"/>
              <a:gd name="T41" fmla="*/ 1120 h 1151"/>
              <a:gd name="T42" fmla="*/ 0 w 936"/>
              <a:gd name="T43" fmla="*/ 828 h 1151"/>
              <a:gd name="T44" fmla="*/ 0 w 936"/>
              <a:gd name="T45" fmla="*/ 303 h 1151"/>
              <a:gd name="T46" fmla="*/ 118 w 936"/>
              <a:gd name="T47" fmla="*/ 303 h 1151"/>
              <a:gd name="T48" fmla="*/ 118 w 936"/>
              <a:gd name="T49" fmla="*/ 828 h 1151"/>
              <a:gd name="T50" fmla="*/ 211 w 936"/>
              <a:gd name="T51" fmla="*/ 210 h 1151"/>
              <a:gd name="T52" fmla="*/ 211 w 936"/>
              <a:gd name="T53" fmla="*/ 46 h 1151"/>
              <a:gd name="T54" fmla="*/ 375 w 936"/>
              <a:gd name="T55" fmla="*/ 46 h 1151"/>
              <a:gd name="T56" fmla="*/ 375 w 936"/>
              <a:gd name="T57" fmla="*/ 210 h 1151"/>
              <a:gd name="T58" fmla="*/ 211 w 936"/>
              <a:gd name="T59" fmla="*/ 210 h 1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36" h="1151">
                <a:moveTo>
                  <a:pt x="935" y="1066"/>
                </a:moveTo>
                <a:lnTo>
                  <a:pt x="850" y="1150"/>
                </a:lnTo>
                <a:lnTo>
                  <a:pt x="645" y="946"/>
                </a:lnTo>
                <a:lnTo>
                  <a:pt x="350" y="946"/>
                </a:lnTo>
                <a:cubicBezTo>
                  <a:pt x="255" y="946"/>
                  <a:pt x="175" y="866"/>
                  <a:pt x="175" y="771"/>
                </a:cubicBezTo>
                <a:lnTo>
                  <a:pt x="175" y="434"/>
                </a:lnTo>
                <a:cubicBezTo>
                  <a:pt x="175" y="363"/>
                  <a:pt x="235" y="303"/>
                  <a:pt x="306" y="303"/>
                </a:cubicBezTo>
                <a:lnTo>
                  <a:pt x="309" y="303"/>
                </a:lnTo>
                <a:cubicBezTo>
                  <a:pt x="350" y="303"/>
                  <a:pt x="384" y="326"/>
                  <a:pt x="405" y="347"/>
                </a:cubicBezTo>
                <a:lnTo>
                  <a:pt x="487" y="437"/>
                </a:lnTo>
                <a:cubicBezTo>
                  <a:pt x="550" y="506"/>
                  <a:pt x="664" y="555"/>
                  <a:pt x="760" y="555"/>
                </a:cubicBezTo>
                <a:lnTo>
                  <a:pt x="760" y="683"/>
                </a:lnTo>
                <a:cubicBezTo>
                  <a:pt x="648" y="683"/>
                  <a:pt x="520" y="623"/>
                  <a:pt x="438" y="555"/>
                </a:cubicBezTo>
                <a:lnTo>
                  <a:pt x="438" y="771"/>
                </a:lnTo>
                <a:lnTo>
                  <a:pt x="640" y="771"/>
                </a:lnTo>
                <a:lnTo>
                  <a:pt x="935" y="1066"/>
                </a:lnTo>
                <a:close/>
                <a:moveTo>
                  <a:pt x="118" y="828"/>
                </a:moveTo>
                <a:cubicBezTo>
                  <a:pt x="118" y="924"/>
                  <a:pt x="197" y="1003"/>
                  <a:pt x="293" y="1003"/>
                </a:cubicBezTo>
                <a:lnTo>
                  <a:pt x="643" y="1003"/>
                </a:lnTo>
                <a:lnTo>
                  <a:pt x="643" y="1120"/>
                </a:lnTo>
                <a:lnTo>
                  <a:pt x="293" y="1120"/>
                </a:lnTo>
                <a:cubicBezTo>
                  <a:pt x="132" y="1120"/>
                  <a:pt x="0" y="989"/>
                  <a:pt x="0" y="828"/>
                </a:cubicBezTo>
                <a:lnTo>
                  <a:pt x="0" y="303"/>
                </a:lnTo>
                <a:lnTo>
                  <a:pt x="118" y="303"/>
                </a:lnTo>
                <a:lnTo>
                  <a:pt x="118" y="828"/>
                </a:lnTo>
                <a:close/>
                <a:moveTo>
                  <a:pt x="211" y="210"/>
                </a:moveTo>
                <a:cubicBezTo>
                  <a:pt x="164" y="164"/>
                  <a:pt x="164" y="93"/>
                  <a:pt x="211" y="46"/>
                </a:cubicBezTo>
                <a:cubicBezTo>
                  <a:pt x="257" y="0"/>
                  <a:pt x="328" y="0"/>
                  <a:pt x="375" y="46"/>
                </a:cubicBezTo>
                <a:cubicBezTo>
                  <a:pt x="421" y="93"/>
                  <a:pt x="422" y="163"/>
                  <a:pt x="375" y="210"/>
                </a:cubicBezTo>
                <a:cubicBezTo>
                  <a:pt x="329" y="256"/>
                  <a:pt x="257" y="257"/>
                  <a:pt x="211" y="21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2" name="Freeform 101"/>
          <p:cNvSpPr>
            <a:spLocks noChangeArrowheads="1"/>
          </p:cNvSpPr>
          <p:nvPr/>
        </p:nvSpPr>
        <p:spPr bwMode="auto">
          <a:xfrm>
            <a:off x="7492206" y="2352676"/>
            <a:ext cx="419100" cy="404813"/>
          </a:xfrm>
          <a:custGeom>
            <a:avLst/>
            <a:gdLst>
              <a:gd name="T0" fmla="*/ 828 w 1165"/>
              <a:gd name="T1" fmla="*/ 773 h 1124"/>
              <a:gd name="T2" fmla="*/ 1164 w 1165"/>
              <a:gd name="T3" fmla="*/ 1035 h 1124"/>
              <a:gd name="T4" fmla="*/ 1076 w 1165"/>
              <a:gd name="T5" fmla="*/ 1123 h 1124"/>
              <a:gd name="T6" fmla="*/ 855 w 1165"/>
              <a:gd name="T7" fmla="*/ 948 h 1124"/>
              <a:gd name="T8" fmla="*/ 456 w 1165"/>
              <a:gd name="T9" fmla="*/ 948 h 1124"/>
              <a:gd name="T10" fmla="*/ 284 w 1165"/>
              <a:gd name="T11" fmla="*/ 806 h 1124"/>
              <a:gd name="T12" fmla="*/ 205 w 1165"/>
              <a:gd name="T13" fmla="*/ 461 h 1124"/>
              <a:gd name="T14" fmla="*/ 311 w 1165"/>
              <a:gd name="T15" fmla="*/ 308 h 1124"/>
              <a:gd name="T16" fmla="*/ 314 w 1165"/>
              <a:gd name="T17" fmla="*/ 308 h 1124"/>
              <a:gd name="T18" fmla="*/ 415 w 1165"/>
              <a:gd name="T19" fmla="*/ 333 h 1124"/>
              <a:gd name="T20" fmla="*/ 511 w 1165"/>
              <a:gd name="T21" fmla="*/ 407 h 1124"/>
              <a:gd name="T22" fmla="*/ 784 w 1165"/>
              <a:gd name="T23" fmla="*/ 481 h 1124"/>
              <a:gd name="T24" fmla="*/ 784 w 1165"/>
              <a:gd name="T25" fmla="*/ 606 h 1124"/>
              <a:gd name="T26" fmla="*/ 483 w 1165"/>
              <a:gd name="T27" fmla="*/ 535 h 1124"/>
              <a:gd name="T28" fmla="*/ 543 w 1165"/>
              <a:gd name="T29" fmla="*/ 773 h 1124"/>
              <a:gd name="T30" fmla="*/ 828 w 1165"/>
              <a:gd name="T31" fmla="*/ 773 h 1124"/>
              <a:gd name="T32" fmla="*/ 814 w 1165"/>
              <a:gd name="T33" fmla="*/ 1005 h 1124"/>
              <a:gd name="T34" fmla="*/ 814 w 1165"/>
              <a:gd name="T35" fmla="*/ 1123 h 1124"/>
              <a:gd name="T36" fmla="*/ 404 w 1165"/>
              <a:gd name="T37" fmla="*/ 1123 h 1124"/>
              <a:gd name="T38" fmla="*/ 114 w 1165"/>
              <a:gd name="T39" fmla="*/ 877 h 1124"/>
              <a:gd name="T40" fmla="*/ 0 w 1165"/>
              <a:gd name="T41" fmla="*/ 306 h 1124"/>
              <a:gd name="T42" fmla="*/ 114 w 1165"/>
              <a:gd name="T43" fmla="*/ 306 h 1124"/>
              <a:gd name="T44" fmla="*/ 229 w 1165"/>
              <a:gd name="T45" fmla="*/ 858 h 1124"/>
              <a:gd name="T46" fmla="*/ 404 w 1165"/>
              <a:gd name="T47" fmla="*/ 1005 h 1124"/>
              <a:gd name="T48" fmla="*/ 814 w 1165"/>
              <a:gd name="T49" fmla="*/ 1005 h 1124"/>
              <a:gd name="T50" fmla="*/ 194 w 1165"/>
              <a:gd name="T51" fmla="*/ 226 h 1124"/>
              <a:gd name="T52" fmla="*/ 166 w 1165"/>
              <a:gd name="T53" fmla="*/ 65 h 1124"/>
              <a:gd name="T54" fmla="*/ 328 w 1165"/>
              <a:gd name="T55" fmla="*/ 35 h 1124"/>
              <a:gd name="T56" fmla="*/ 358 w 1165"/>
              <a:gd name="T57" fmla="*/ 199 h 1124"/>
              <a:gd name="T58" fmla="*/ 194 w 1165"/>
              <a:gd name="T59" fmla="*/ 226 h 1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5" h="1124">
                <a:moveTo>
                  <a:pt x="828" y="773"/>
                </a:moveTo>
                <a:lnTo>
                  <a:pt x="1164" y="1035"/>
                </a:lnTo>
                <a:lnTo>
                  <a:pt x="1076" y="1123"/>
                </a:lnTo>
                <a:lnTo>
                  <a:pt x="855" y="948"/>
                </a:lnTo>
                <a:lnTo>
                  <a:pt x="456" y="948"/>
                </a:lnTo>
                <a:cubicBezTo>
                  <a:pt x="371" y="948"/>
                  <a:pt x="300" y="888"/>
                  <a:pt x="284" y="806"/>
                </a:cubicBezTo>
                <a:lnTo>
                  <a:pt x="205" y="461"/>
                </a:lnTo>
                <a:cubicBezTo>
                  <a:pt x="194" y="390"/>
                  <a:pt x="240" y="322"/>
                  <a:pt x="311" y="308"/>
                </a:cubicBezTo>
                <a:lnTo>
                  <a:pt x="314" y="308"/>
                </a:lnTo>
                <a:cubicBezTo>
                  <a:pt x="355" y="302"/>
                  <a:pt x="391" y="314"/>
                  <a:pt x="415" y="333"/>
                </a:cubicBezTo>
                <a:lnTo>
                  <a:pt x="511" y="407"/>
                </a:lnTo>
                <a:cubicBezTo>
                  <a:pt x="584" y="464"/>
                  <a:pt x="688" y="500"/>
                  <a:pt x="784" y="481"/>
                </a:cubicBezTo>
                <a:lnTo>
                  <a:pt x="784" y="606"/>
                </a:lnTo>
                <a:cubicBezTo>
                  <a:pt x="675" y="625"/>
                  <a:pt x="576" y="587"/>
                  <a:pt x="483" y="535"/>
                </a:cubicBezTo>
                <a:lnTo>
                  <a:pt x="543" y="773"/>
                </a:lnTo>
                <a:lnTo>
                  <a:pt x="828" y="773"/>
                </a:lnTo>
                <a:close/>
                <a:moveTo>
                  <a:pt x="814" y="1005"/>
                </a:moveTo>
                <a:lnTo>
                  <a:pt x="814" y="1123"/>
                </a:lnTo>
                <a:lnTo>
                  <a:pt x="404" y="1123"/>
                </a:lnTo>
                <a:cubicBezTo>
                  <a:pt x="259" y="1123"/>
                  <a:pt x="136" y="1019"/>
                  <a:pt x="114" y="877"/>
                </a:cubicBezTo>
                <a:lnTo>
                  <a:pt x="0" y="306"/>
                </a:lnTo>
                <a:lnTo>
                  <a:pt x="114" y="306"/>
                </a:lnTo>
                <a:lnTo>
                  <a:pt x="229" y="858"/>
                </a:lnTo>
                <a:cubicBezTo>
                  <a:pt x="243" y="942"/>
                  <a:pt x="317" y="1005"/>
                  <a:pt x="404" y="1005"/>
                </a:cubicBezTo>
                <a:lnTo>
                  <a:pt x="814" y="1005"/>
                </a:lnTo>
                <a:close/>
                <a:moveTo>
                  <a:pt x="194" y="226"/>
                </a:moveTo>
                <a:cubicBezTo>
                  <a:pt x="142" y="188"/>
                  <a:pt x="131" y="117"/>
                  <a:pt x="166" y="65"/>
                </a:cubicBezTo>
                <a:cubicBezTo>
                  <a:pt x="202" y="13"/>
                  <a:pt x="276" y="0"/>
                  <a:pt x="328" y="35"/>
                </a:cubicBezTo>
                <a:cubicBezTo>
                  <a:pt x="380" y="73"/>
                  <a:pt x="393" y="147"/>
                  <a:pt x="358" y="199"/>
                </a:cubicBezTo>
                <a:cubicBezTo>
                  <a:pt x="319" y="251"/>
                  <a:pt x="246" y="262"/>
                  <a:pt x="194" y="22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3" name="Freeform 102"/>
          <p:cNvSpPr>
            <a:spLocks noChangeArrowheads="1"/>
          </p:cNvSpPr>
          <p:nvPr/>
        </p:nvSpPr>
        <p:spPr bwMode="auto">
          <a:xfrm>
            <a:off x="8592345" y="2368551"/>
            <a:ext cx="360363" cy="377825"/>
          </a:xfrm>
          <a:custGeom>
            <a:avLst/>
            <a:gdLst>
              <a:gd name="T0" fmla="*/ 118 w 1001"/>
              <a:gd name="T1" fmla="*/ 525 h 1051"/>
              <a:gd name="T2" fmla="*/ 293 w 1001"/>
              <a:gd name="T3" fmla="*/ 700 h 1051"/>
              <a:gd name="T4" fmla="*/ 525 w 1001"/>
              <a:gd name="T5" fmla="*/ 700 h 1051"/>
              <a:gd name="T6" fmla="*/ 525 w 1001"/>
              <a:gd name="T7" fmla="*/ 817 h 1051"/>
              <a:gd name="T8" fmla="*/ 293 w 1001"/>
              <a:gd name="T9" fmla="*/ 817 h 1051"/>
              <a:gd name="T10" fmla="*/ 0 w 1001"/>
              <a:gd name="T11" fmla="*/ 525 h 1051"/>
              <a:gd name="T12" fmla="*/ 0 w 1001"/>
              <a:gd name="T13" fmla="*/ 0 h 1051"/>
              <a:gd name="T14" fmla="*/ 118 w 1001"/>
              <a:gd name="T15" fmla="*/ 0 h 1051"/>
              <a:gd name="T16" fmla="*/ 118 w 1001"/>
              <a:gd name="T17" fmla="*/ 525 h 1051"/>
              <a:gd name="T18" fmla="*/ 990 w 1001"/>
              <a:gd name="T19" fmla="*/ 946 h 1051"/>
              <a:gd name="T20" fmla="*/ 905 w 1001"/>
              <a:gd name="T21" fmla="*/ 1050 h 1051"/>
              <a:gd name="T22" fmla="*/ 643 w 1001"/>
              <a:gd name="T23" fmla="*/ 1050 h 1051"/>
              <a:gd name="T24" fmla="*/ 643 w 1001"/>
              <a:gd name="T25" fmla="*/ 875 h 1051"/>
              <a:gd name="T26" fmla="*/ 700 w 1001"/>
              <a:gd name="T27" fmla="*/ 643 h 1051"/>
              <a:gd name="T28" fmla="*/ 350 w 1001"/>
              <a:gd name="T29" fmla="*/ 643 h 1051"/>
              <a:gd name="T30" fmla="*/ 175 w 1001"/>
              <a:gd name="T31" fmla="*/ 468 h 1051"/>
              <a:gd name="T32" fmla="*/ 175 w 1001"/>
              <a:gd name="T33" fmla="*/ 0 h 1051"/>
              <a:gd name="T34" fmla="*/ 525 w 1001"/>
              <a:gd name="T35" fmla="*/ 0 h 1051"/>
              <a:gd name="T36" fmla="*/ 525 w 1001"/>
              <a:gd name="T37" fmla="*/ 350 h 1051"/>
              <a:gd name="T38" fmla="*/ 817 w 1001"/>
              <a:gd name="T39" fmla="*/ 350 h 1051"/>
              <a:gd name="T40" fmla="*/ 932 w 1001"/>
              <a:gd name="T41" fmla="*/ 468 h 1051"/>
              <a:gd name="T42" fmla="*/ 817 w 1001"/>
              <a:gd name="T43" fmla="*/ 875 h 1051"/>
              <a:gd name="T44" fmla="*/ 899 w 1001"/>
              <a:gd name="T45" fmla="*/ 875 h 1051"/>
              <a:gd name="T46" fmla="*/ 990 w 1001"/>
              <a:gd name="T47" fmla="*/ 946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01" h="1051">
                <a:moveTo>
                  <a:pt x="118" y="525"/>
                </a:moveTo>
                <a:cubicBezTo>
                  <a:pt x="118" y="621"/>
                  <a:pt x="197" y="700"/>
                  <a:pt x="293" y="700"/>
                </a:cubicBezTo>
                <a:lnTo>
                  <a:pt x="525" y="700"/>
                </a:lnTo>
                <a:lnTo>
                  <a:pt x="525" y="817"/>
                </a:lnTo>
                <a:lnTo>
                  <a:pt x="293" y="817"/>
                </a:lnTo>
                <a:cubicBezTo>
                  <a:pt x="131" y="817"/>
                  <a:pt x="0" y="686"/>
                  <a:pt x="0" y="525"/>
                </a:cubicBezTo>
                <a:lnTo>
                  <a:pt x="0" y="0"/>
                </a:lnTo>
                <a:lnTo>
                  <a:pt x="118" y="0"/>
                </a:lnTo>
                <a:lnTo>
                  <a:pt x="118" y="525"/>
                </a:lnTo>
                <a:close/>
                <a:moveTo>
                  <a:pt x="990" y="946"/>
                </a:moveTo>
                <a:cubicBezTo>
                  <a:pt x="1000" y="1001"/>
                  <a:pt x="960" y="1050"/>
                  <a:pt x="905" y="1050"/>
                </a:cubicBezTo>
                <a:lnTo>
                  <a:pt x="643" y="1050"/>
                </a:lnTo>
                <a:lnTo>
                  <a:pt x="643" y="875"/>
                </a:lnTo>
                <a:lnTo>
                  <a:pt x="700" y="643"/>
                </a:lnTo>
                <a:lnTo>
                  <a:pt x="350" y="643"/>
                </a:lnTo>
                <a:cubicBezTo>
                  <a:pt x="254" y="643"/>
                  <a:pt x="175" y="563"/>
                  <a:pt x="175" y="468"/>
                </a:cubicBezTo>
                <a:lnTo>
                  <a:pt x="175" y="0"/>
                </a:lnTo>
                <a:lnTo>
                  <a:pt x="525" y="0"/>
                </a:lnTo>
                <a:lnTo>
                  <a:pt x="525" y="350"/>
                </a:lnTo>
                <a:lnTo>
                  <a:pt x="817" y="350"/>
                </a:lnTo>
                <a:cubicBezTo>
                  <a:pt x="880" y="350"/>
                  <a:pt x="932" y="405"/>
                  <a:pt x="932" y="468"/>
                </a:cubicBezTo>
                <a:lnTo>
                  <a:pt x="817" y="875"/>
                </a:lnTo>
                <a:lnTo>
                  <a:pt x="899" y="875"/>
                </a:lnTo>
                <a:cubicBezTo>
                  <a:pt x="943" y="875"/>
                  <a:pt x="981" y="905"/>
                  <a:pt x="990" y="94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4" name="Freeform 103"/>
          <p:cNvSpPr>
            <a:spLocks noChangeArrowheads="1"/>
          </p:cNvSpPr>
          <p:nvPr/>
        </p:nvSpPr>
        <p:spPr bwMode="auto">
          <a:xfrm>
            <a:off x="9641681" y="2368551"/>
            <a:ext cx="398462" cy="377825"/>
          </a:xfrm>
          <a:custGeom>
            <a:avLst/>
            <a:gdLst>
              <a:gd name="T0" fmla="*/ 1020 w 1108"/>
              <a:gd name="T1" fmla="*/ 875 h 1051"/>
              <a:gd name="T2" fmla="*/ 1107 w 1108"/>
              <a:gd name="T3" fmla="*/ 962 h 1051"/>
              <a:gd name="T4" fmla="*/ 1020 w 1108"/>
              <a:gd name="T5" fmla="*/ 1050 h 1051"/>
              <a:gd name="T6" fmla="*/ 757 w 1108"/>
              <a:gd name="T7" fmla="*/ 1050 h 1051"/>
              <a:gd name="T8" fmla="*/ 757 w 1108"/>
              <a:gd name="T9" fmla="*/ 643 h 1051"/>
              <a:gd name="T10" fmla="*/ 350 w 1108"/>
              <a:gd name="T11" fmla="*/ 643 h 1051"/>
              <a:gd name="T12" fmla="*/ 175 w 1108"/>
              <a:gd name="T13" fmla="*/ 468 h 1051"/>
              <a:gd name="T14" fmla="*/ 175 w 1108"/>
              <a:gd name="T15" fmla="*/ 0 h 1051"/>
              <a:gd name="T16" fmla="*/ 525 w 1108"/>
              <a:gd name="T17" fmla="*/ 0 h 1051"/>
              <a:gd name="T18" fmla="*/ 525 w 1108"/>
              <a:gd name="T19" fmla="*/ 350 h 1051"/>
              <a:gd name="T20" fmla="*/ 818 w 1108"/>
              <a:gd name="T21" fmla="*/ 350 h 1051"/>
              <a:gd name="T22" fmla="*/ 932 w 1108"/>
              <a:gd name="T23" fmla="*/ 468 h 1051"/>
              <a:gd name="T24" fmla="*/ 932 w 1108"/>
              <a:gd name="T25" fmla="*/ 875 h 1051"/>
              <a:gd name="T26" fmla="*/ 1020 w 1108"/>
              <a:gd name="T27" fmla="*/ 875 h 1051"/>
              <a:gd name="T28" fmla="*/ 118 w 1108"/>
              <a:gd name="T29" fmla="*/ 525 h 1051"/>
              <a:gd name="T30" fmla="*/ 293 w 1108"/>
              <a:gd name="T31" fmla="*/ 700 h 1051"/>
              <a:gd name="T32" fmla="*/ 643 w 1108"/>
              <a:gd name="T33" fmla="*/ 700 h 1051"/>
              <a:gd name="T34" fmla="*/ 643 w 1108"/>
              <a:gd name="T35" fmla="*/ 817 h 1051"/>
              <a:gd name="T36" fmla="*/ 293 w 1108"/>
              <a:gd name="T37" fmla="*/ 817 h 1051"/>
              <a:gd name="T38" fmla="*/ 0 w 1108"/>
              <a:gd name="T39" fmla="*/ 525 h 1051"/>
              <a:gd name="T40" fmla="*/ 0 w 1108"/>
              <a:gd name="T41" fmla="*/ 0 h 1051"/>
              <a:gd name="T42" fmla="*/ 118 w 1108"/>
              <a:gd name="T43" fmla="*/ 0 h 1051"/>
              <a:gd name="T44" fmla="*/ 118 w 1108"/>
              <a:gd name="T45" fmla="*/ 52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08" h="1051">
                <a:moveTo>
                  <a:pt x="1020" y="875"/>
                </a:moveTo>
                <a:cubicBezTo>
                  <a:pt x="1069" y="875"/>
                  <a:pt x="1107" y="913"/>
                  <a:pt x="1107" y="962"/>
                </a:cubicBezTo>
                <a:cubicBezTo>
                  <a:pt x="1107" y="1011"/>
                  <a:pt x="1069" y="1050"/>
                  <a:pt x="1020" y="1050"/>
                </a:cubicBezTo>
                <a:lnTo>
                  <a:pt x="757" y="1050"/>
                </a:lnTo>
                <a:lnTo>
                  <a:pt x="757" y="643"/>
                </a:lnTo>
                <a:lnTo>
                  <a:pt x="350" y="643"/>
                </a:lnTo>
                <a:cubicBezTo>
                  <a:pt x="255" y="643"/>
                  <a:pt x="175" y="563"/>
                  <a:pt x="175" y="468"/>
                </a:cubicBezTo>
                <a:lnTo>
                  <a:pt x="175" y="0"/>
                </a:lnTo>
                <a:lnTo>
                  <a:pt x="525" y="0"/>
                </a:lnTo>
                <a:lnTo>
                  <a:pt x="525" y="350"/>
                </a:lnTo>
                <a:lnTo>
                  <a:pt x="818" y="350"/>
                </a:lnTo>
                <a:cubicBezTo>
                  <a:pt x="880" y="350"/>
                  <a:pt x="932" y="405"/>
                  <a:pt x="932" y="468"/>
                </a:cubicBezTo>
                <a:lnTo>
                  <a:pt x="932" y="875"/>
                </a:lnTo>
                <a:lnTo>
                  <a:pt x="1020" y="875"/>
                </a:lnTo>
                <a:close/>
                <a:moveTo>
                  <a:pt x="118" y="525"/>
                </a:moveTo>
                <a:cubicBezTo>
                  <a:pt x="118" y="621"/>
                  <a:pt x="197" y="700"/>
                  <a:pt x="293" y="700"/>
                </a:cubicBezTo>
                <a:lnTo>
                  <a:pt x="643" y="700"/>
                </a:lnTo>
                <a:lnTo>
                  <a:pt x="643" y="817"/>
                </a:lnTo>
                <a:lnTo>
                  <a:pt x="293" y="817"/>
                </a:lnTo>
                <a:cubicBezTo>
                  <a:pt x="132" y="817"/>
                  <a:pt x="0" y="686"/>
                  <a:pt x="0" y="525"/>
                </a:cubicBezTo>
                <a:lnTo>
                  <a:pt x="0" y="0"/>
                </a:lnTo>
                <a:lnTo>
                  <a:pt x="118" y="0"/>
                </a:lnTo>
                <a:lnTo>
                  <a:pt x="118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5" name="Freeform 104"/>
          <p:cNvSpPr>
            <a:spLocks noChangeArrowheads="1"/>
          </p:cNvSpPr>
          <p:nvPr/>
        </p:nvSpPr>
        <p:spPr bwMode="auto">
          <a:xfrm>
            <a:off x="10689433" y="2368551"/>
            <a:ext cx="446087" cy="377825"/>
          </a:xfrm>
          <a:custGeom>
            <a:avLst/>
            <a:gdLst>
              <a:gd name="T0" fmla="*/ 1213 w 1239"/>
              <a:gd name="T1" fmla="*/ 831 h 1051"/>
              <a:gd name="T2" fmla="*/ 1172 w 1239"/>
              <a:gd name="T3" fmla="*/ 951 h 1051"/>
              <a:gd name="T4" fmla="*/ 957 w 1239"/>
              <a:gd name="T5" fmla="*/ 1050 h 1051"/>
              <a:gd name="T6" fmla="*/ 757 w 1239"/>
              <a:gd name="T7" fmla="*/ 643 h 1051"/>
              <a:gd name="T8" fmla="*/ 350 w 1239"/>
              <a:gd name="T9" fmla="*/ 643 h 1051"/>
              <a:gd name="T10" fmla="*/ 175 w 1239"/>
              <a:gd name="T11" fmla="*/ 468 h 1051"/>
              <a:gd name="T12" fmla="*/ 175 w 1239"/>
              <a:gd name="T13" fmla="*/ 0 h 1051"/>
              <a:gd name="T14" fmla="*/ 525 w 1239"/>
              <a:gd name="T15" fmla="*/ 0 h 1051"/>
              <a:gd name="T16" fmla="*/ 525 w 1239"/>
              <a:gd name="T17" fmla="*/ 350 h 1051"/>
              <a:gd name="T18" fmla="*/ 730 w 1239"/>
              <a:gd name="T19" fmla="*/ 350 h 1051"/>
              <a:gd name="T20" fmla="*/ 834 w 1239"/>
              <a:gd name="T21" fmla="*/ 416 h 1051"/>
              <a:gd name="T22" fmla="*/ 1030 w 1239"/>
              <a:gd name="T23" fmla="*/ 823 h 1051"/>
              <a:gd name="T24" fmla="*/ 1096 w 1239"/>
              <a:gd name="T25" fmla="*/ 793 h 1051"/>
              <a:gd name="T26" fmla="*/ 1213 w 1239"/>
              <a:gd name="T27" fmla="*/ 831 h 1051"/>
              <a:gd name="T28" fmla="*/ 115 w 1239"/>
              <a:gd name="T29" fmla="*/ 525 h 1051"/>
              <a:gd name="T30" fmla="*/ 290 w 1239"/>
              <a:gd name="T31" fmla="*/ 700 h 1051"/>
              <a:gd name="T32" fmla="*/ 640 w 1239"/>
              <a:gd name="T33" fmla="*/ 700 h 1051"/>
              <a:gd name="T34" fmla="*/ 640 w 1239"/>
              <a:gd name="T35" fmla="*/ 817 h 1051"/>
              <a:gd name="T36" fmla="*/ 290 w 1239"/>
              <a:gd name="T37" fmla="*/ 817 h 1051"/>
              <a:gd name="T38" fmla="*/ 0 w 1239"/>
              <a:gd name="T39" fmla="*/ 525 h 1051"/>
              <a:gd name="T40" fmla="*/ 0 w 1239"/>
              <a:gd name="T41" fmla="*/ 0 h 1051"/>
              <a:gd name="T42" fmla="*/ 115 w 1239"/>
              <a:gd name="T43" fmla="*/ 0 h 1051"/>
              <a:gd name="T44" fmla="*/ 115 w 1239"/>
              <a:gd name="T45" fmla="*/ 52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39" h="1051">
                <a:moveTo>
                  <a:pt x="1213" y="831"/>
                </a:moveTo>
                <a:cubicBezTo>
                  <a:pt x="1238" y="875"/>
                  <a:pt x="1216" y="929"/>
                  <a:pt x="1172" y="951"/>
                </a:cubicBezTo>
                <a:lnTo>
                  <a:pt x="957" y="1050"/>
                </a:lnTo>
                <a:lnTo>
                  <a:pt x="757" y="643"/>
                </a:lnTo>
                <a:lnTo>
                  <a:pt x="350" y="643"/>
                </a:lnTo>
                <a:cubicBezTo>
                  <a:pt x="254" y="643"/>
                  <a:pt x="175" y="563"/>
                  <a:pt x="175" y="468"/>
                </a:cubicBezTo>
                <a:lnTo>
                  <a:pt x="175" y="0"/>
                </a:lnTo>
                <a:lnTo>
                  <a:pt x="525" y="0"/>
                </a:lnTo>
                <a:lnTo>
                  <a:pt x="525" y="350"/>
                </a:lnTo>
                <a:lnTo>
                  <a:pt x="730" y="350"/>
                </a:lnTo>
                <a:cubicBezTo>
                  <a:pt x="773" y="350"/>
                  <a:pt x="814" y="375"/>
                  <a:pt x="834" y="416"/>
                </a:cubicBezTo>
                <a:lnTo>
                  <a:pt x="1030" y="823"/>
                </a:lnTo>
                <a:lnTo>
                  <a:pt x="1096" y="793"/>
                </a:lnTo>
                <a:cubicBezTo>
                  <a:pt x="1140" y="774"/>
                  <a:pt x="1192" y="790"/>
                  <a:pt x="1213" y="831"/>
                </a:cubicBezTo>
                <a:close/>
                <a:moveTo>
                  <a:pt x="115" y="525"/>
                </a:moveTo>
                <a:cubicBezTo>
                  <a:pt x="115" y="621"/>
                  <a:pt x="194" y="700"/>
                  <a:pt x="290" y="700"/>
                </a:cubicBezTo>
                <a:lnTo>
                  <a:pt x="640" y="700"/>
                </a:lnTo>
                <a:lnTo>
                  <a:pt x="640" y="817"/>
                </a:lnTo>
                <a:lnTo>
                  <a:pt x="290" y="817"/>
                </a:lnTo>
                <a:cubicBezTo>
                  <a:pt x="128" y="817"/>
                  <a:pt x="0" y="686"/>
                  <a:pt x="0" y="525"/>
                </a:cubicBezTo>
                <a:lnTo>
                  <a:pt x="0" y="0"/>
                </a:lnTo>
                <a:lnTo>
                  <a:pt x="115" y="0"/>
                </a:lnTo>
                <a:lnTo>
                  <a:pt x="115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6" name="Freeform 105"/>
          <p:cNvSpPr>
            <a:spLocks noChangeArrowheads="1"/>
          </p:cNvSpPr>
          <p:nvPr/>
        </p:nvSpPr>
        <p:spPr bwMode="auto">
          <a:xfrm>
            <a:off x="1056483" y="3214689"/>
            <a:ext cx="427037" cy="422275"/>
          </a:xfrm>
          <a:custGeom>
            <a:avLst/>
            <a:gdLst>
              <a:gd name="T0" fmla="*/ 372 w 1187"/>
              <a:gd name="T1" fmla="*/ 82 h 1173"/>
              <a:gd name="T2" fmla="*/ 323 w 1187"/>
              <a:gd name="T3" fmla="*/ 123 h 1173"/>
              <a:gd name="T4" fmla="*/ 238 w 1187"/>
              <a:gd name="T5" fmla="*/ 41 h 1173"/>
              <a:gd name="T6" fmla="*/ 290 w 1187"/>
              <a:gd name="T7" fmla="*/ 0 h 1173"/>
              <a:gd name="T8" fmla="*/ 372 w 1187"/>
              <a:gd name="T9" fmla="*/ 82 h 1173"/>
              <a:gd name="T10" fmla="*/ 864 w 1187"/>
              <a:gd name="T11" fmla="*/ 961 h 1173"/>
              <a:gd name="T12" fmla="*/ 290 w 1187"/>
              <a:gd name="T13" fmla="*/ 389 h 1173"/>
              <a:gd name="T14" fmla="*/ 197 w 1187"/>
              <a:gd name="T15" fmla="*/ 647 h 1173"/>
              <a:gd name="T16" fmla="*/ 604 w 1187"/>
              <a:gd name="T17" fmla="*/ 1057 h 1173"/>
              <a:gd name="T18" fmla="*/ 864 w 1187"/>
              <a:gd name="T19" fmla="*/ 961 h 1173"/>
              <a:gd name="T20" fmla="*/ 74 w 1187"/>
              <a:gd name="T21" fmla="*/ 25 h 1173"/>
              <a:gd name="T22" fmla="*/ 1151 w 1187"/>
              <a:gd name="T23" fmla="*/ 1098 h 1173"/>
              <a:gd name="T24" fmla="*/ 1077 w 1187"/>
              <a:gd name="T25" fmla="*/ 1172 h 1173"/>
              <a:gd name="T26" fmla="*/ 949 w 1187"/>
              <a:gd name="T27" fmla="*/ 1043 h 1173"/>
              <a:gd name="T28" fmla="*/ 604 w 1187"/>
              <a:gd name="T29" fmla="*/ 1172 h 1173"/>
              <a:gd name="T30" fmla="*/ 80 w 1187"/>
              <a:gd name="T31" fmla="*/ 647 h 1173"/>
              <a:gd name="T32" fmla="*/ 208 w 1187"/>
              <a:gd name="T33" fmla="*/ 307 h 1173"/>
              <a:gd name="T34" fmla="*/ 162 w 1187"/>
              <a:gd name="T35" fmla="*/ 260 h 1173"/>
              <a:gd name="T36" fmla="*/ 96 w 1187"/>
              <a:gd name="T37" fmla="*/ 315 h 1173"/>
              <a:gd name="T38" fmla="*/ 14 w 1187"/>
              <a:gd name="T39" fmla="*/ 230 h 1173"/>
              <a:gd name="T40" fmla="*/ 80 w 1187"/>
              <a:gd name="T41" fmla="*/ 178 h 1173"/>
              <a:gd name="T42" fmla="*/ 0 w 1187"/>
              <a:gd name="T43" fmla="*/ 99 h 1173"/>
              <a:gd name="T44" fmla="*/ 74 w 1187"/>
              <a:gd name="T45" fmla="*/ 25 h 1173"/>
              <a:gd name="T46" fmla="*/ 1186 w 1187"/>
              <a:gd name="T47" fmla="*/ 225 h 1173"/>
              <a:gd name="T48" fmla="*/ 1113 w 1187"/>
              <a:gd name="T49" fmla="*/ 315 h 1173"/>
              <a:gd name="T50" fmla="*/ 845 w 1187"/>
              <a:gd name="T51" fmla="*/ 88 h 1173"/>
              <a:gd name="T52" fmla="*/ 919 w 1187"/>
              <a:gd name="T53" fmla="*/ 0 h 1173"/>
              <a:gd name="T54" fmla="*/ 1186 w 1187"/>
              <a:gd name="T55" fmla="*/ 225 h 1173"/>
              <a:gd name="T56" fmla="*/ 465 w 1187"/>
              <a:gd name="T57" fmla="*/ 266 h 1173"/>
              <a:gd name="T58" fmla="*/ 375 w 1187"/>
              <a:gd name="T59" fmla="*/ 178 h 1173"/>
              <a:gd name="T60" fmla="*/ 604 w 1187"/>
              <a:gd name="T61" fmla="*/ 123 h 1173"/>
              <a:gd name="T62" fmla="*/ 1129 w 1187"/>
              <a:gd name="T63" fmla="*/ 647 h 1173"/>
              <a:gd name="T64" fmla="*/ 1077 w 1187"/>
              <a:gd name="T65" fmla="*/ 877 h 1173"/>
              <a:gd name="T66" fmla="*/ 987 w 1187"/>
              <a:gd name="T67" fmla="*/ 789 h 1173"/>
              <a:gd name="T68" fmla="*/ 1011 w 1187"/>
              <a:gd name="T69" fmla="*/ 647 h 1173"/>
              <a:gd name="T70" fmla="*/ 604 w 1187"/>
              <a:gd name="T71" fmla="*/ 241 h 1173"/>
              <a:gd name="T72" fmla="*/ 465 w 1187"/>
              <a:gd name="T73" fmla="*/ 266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87" h="1173">
                <a:moveTo>
                  <a:pt x="372" y="82"/>
                </a:moveTo>
                <a:lnTo>
                  <a:pt x="323" y="123"/>
                </a:lnTo>
                <a:lnTo>
                  <a:pt x="238" y="41"/>
                </a:lnTo>
                <a:lnTo>
                  <a:pt x="290" y="0"/>
                </a:lnTo>
                <a:lnTo>
                  <a:pt x="372" y="82"/>
                </a:lnTo>
                <a:close/>
                <a:moveTo>
                  <a:pt x="864" y="961"/>
                </a:moveTo>
                <a:lnTo>
                  <a:pt x="290" y="389"/>
                </a:lnTo>
                <a:cubicBezTo>
                  <a:pt x="233" y="460"/>
                  <a:pt x="197" y="550"/>
                  <a:pt x="197" y="647"/>
                </a:cubicBezTo>
                <a:cubicBezTo>
                  <a:pt x="197" y="874"/>
                  <a:pt x="377" y="1057"/>
                  <a:pt x="604" y="1057"/>
                </a:cubicBezTo>
                <a:cubicBezTo>
                  <a:pt x="703" y="1057"/>
                  <a:pt x="793" y="1019"/>
                  <a:pt x="864" y="961"/>
                </a:cubicBezTo>
                <a:close/>
                <a:moveTo>
                  <a:pt x="74" y="25"/>
                </a:moveTo>
                <a:cubicBezTo>
                  <a:pt x="433" y="383"/>
                  <a:pt x="792" y="740"/>
                  <a:pt x="1151" y="1098"/>
                </a:cubicBezTo>
                <a:lnTo>
                  <a:pt x="1077" y="1172"/>
                </a:lnTo>
                <a:lnTo>
                  <a:pt x="949" y="1043"/>
                </a:lnTo>
                <a:cubicBezTo>
                  <a:pt x="856" y="1123"/>
                  <a:pt x="735" y="1172"/>
                  <a:pt x="604" y="1172"/>
                </a:cubicBezTo>
                <a:cubicBezTo>
                  <a:pt x="315" y="1172"/>
                  <a:pt x="80" y="937"/>
                  <a:pt x="80" y="647"/>
                </a:cubicBezTo>
                <a:cubicBezTo>
                  <a:pt x="80" y="517"/>
                  <a:pt x="129" y="399"/>
                  <a:pt x="208" y="307"/>
                </a:cubicBezTo>
                <a:lnTo>
                  <a:pt x="162" y="260"/>
                </a:lnTo>
                <a:lnTo>
                  <a:pt x="96" y="315"/>
                </a:lnTo>
                <a:lnTo>
                  <a:pt x="14" y="230"/>
                </a:lnTo>
                <a:lnTo>
                  <a:pt x="80" y="178"/>
                </a:lnTo>
                <a:lnTo>
                  <a:pt x="0" y="99"/>
                </a:lnTo>
                <a:lnTo>
                  <a:pt x="74" y="25"/>
                </a:lnTo>
                <a:close/>
                <a:moveTo>
                  <a:pt x="1186" y="225"/>
                </a:moveTo>
                <a:lnTo>
                  <a:pt x="1113" y="315"/>
                </a:lnTo>
                <a:lnTo>
                  <a:pt x="845" y="88"/>
                </a:lnTo>
                <a:lnTo>
                  <a:pt x="919" y="0"/>
                </a:lnTo>
                <a:lnTo>
                  <a:pt x="1186" y="225"/>
                </a:lnTo>
                <a:close/>
                <a:moveTo>
                  <a:pt x="465" y="266"/>
                </a:moveTo>
                <a:lnTo>
                  <a:pt x="375" y="178"/>
                </a:lnTo>
                <a:cubicBezTo>
                  <a:pt x="443" y="145"/>
                  <a:pt x="522" y="123"/>
                  <a:pt x="604" y="123"/>
                </a:cubicBezTo>
                <a:cubicBezTo>
                  <a:pt x="894" y="123"/>
                  <a:pt x="1129" y="358"/>
                  <a:pt x="1129" y="647"/>
                </a:cubicBezTo>
                <a:cubicBezTo>
                  <a:pt x="1129" y="729"/>
                  <a:pt x="1110" y="808"/>
                  <a:pt x="1077" y="877"/>
                </a:cubicBezTo>
                <a:lnTo>
                  <a:pt x="987" y="789"/>
                </a:lnTo>
                <a:cubicBezTo>
                  <a:pt x="1003" y="746"/>
                  <a:pt x="1011" y="696"/>
                  <a:pt x="1011" y="647"/>
                </a:cubicBezTo>
                <a:cubicBezTo>
                  <a:pt x="1011" y="421"/>
                  <a:pt x="831" y="241"/>
                  <a:pt x="604" y="241"/>
                </a:cubicBezTo>
                <a:cubicBezTo>
                  <a:pt x="555" y="241"/>
                  <a:pt x="509" y="249"/>
                  <a:pt x="465" y="26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7" name="Freeform 106"/>
          <p:cNvSpPr>
            <a:spLocks noChangeArrowheads="1"/>
          </p:cNvSpPr>
          <p:nvPr/>
        </p:nvSpPr>
        <p:spPr bwMode="auto">
          <a:xfrm>
            <a:off x="2147093" y="3240087"/>
            <a:ext cx="377825" cy="377825"/>
          </a:xfrm>
          <a:custGeom>
            <a:avLst/>
            <a:gdLst>
              <a:gd name="T0" fmla="*/ 123 w 1051"/>
              <a:gd name="T1" fmla="*/ 117 h 1049"/>
              <a:gd name="T2" fmla="*/ 927 w 1051"/>
              <a:gd name="T3" fmla="*/ 117 h 1049"/>
              <a:gd name="T4" fmla="*/ 872 w 1051"/>
              <a:gd name="T5" fmla="*/ 57 h 1049"/>
              <a:gd name="T6" fmla="*/ 173 w 1051"/>
              <a:gd name="T7" fmla="*/ 57 h 1049"/>
              <a:gd name="T8" fmla="*/ 123 w 1051"/>
              <a:gd name="T9" fmla="*/ 117 h 1049"/>
              <a:gd name="T10" fmla="*/ 525 w 1051"/>
              <a:gd name="T11" fmla="*/ 843 h 1049"/>
              <a:gd name="T12" fmla="*/ 845 w 1051"/>
              <a:gd name="T13" fmla="*/ 525 h 1049"/>
              <a:gd name="T14" fmla="*/ 643 w 1051"/>
              <a:gd name="T15" fmla="*/ 525 h 1049"/>
              <a:gd name="T16" fmla="*/ 643 w 1051"/>
              <a:gd name="T17" fmla="*/ 407 h 1049"/>
              <a:gd name="T18" fmla="*/ 408 w 1051"/>
              <a:gd name="T19" fmla="*/ 407 h 1049"/>
              <a:gd name="T20" fmla="*/ 408 w 1051"/>
              <a:gd name="T21" fmla="*/ 525 h 1049"/>
              <a:gd name="T22" fmla="*/ 205 w 1051"/>
              <a:gd name="T23" fmla="*/ 525 h 1049"/>
              <a:gd name="T24" fmla="*/ 525 w 1051"/>
              <a:gd name="T25" fmla="*/ 843 h 1049"/>
              <a:gd name="T26" fmla="*/ 1023 w 1051"/>
              <a:gd name="T27" fmla="*/ 131 h 1049"/>
              <a:gd name="T28" fmla="*/ 1050 w 1051"/>
              <a:gd name="T29" fmla="*/ 205 h 1049"/>
              <a:gd name="T30" fmla="*/ 1050 w 1051"/>
              <a:gd name="T31" fmla="*/ 931 h 1049"/>
              <a:gd name="T32" fmla="*/ 932 w 1051"/>
              <a:gd name="T33" fmla="*/ 1048 h 1049"/>
              <a:gd name="T34" fmla="*/ 118 w 1051"/>
              <a:gd name="T35" fmla="*/ 1048 h 1049"/>
              <a:gd name="T36" fmla="*/ 0 w 1051"/>
              <a:gd name="T37" fmla="*/ 931 h 1049"/>
              <a:gd name="T38" fmla="*/ 0 w 1051"/>
              <a:gd name="T39" fmla="*/ 205 h 1049"/>
              <a:gd name="T40" fmla="*/ 28 w 1051"/>
              <a:gd name="T41" fmla="*/ 131 h 1049"/>
              <a:gd name="T42" fmla="*/ 107 w 1051"/>
              <a:gd name="T43" fmla="*/ 33 h 1049"/>
              <a:gd name="T44" fmla="*/ 175 w 1051"/>
              <a:gd name="T45" fmla="*/ 0 h 1049"/>
              <a:gd name="T46" fmla="*/ 875 w 1051"/>
              <a:gd name="T47" fmla="*/ 0 h 1049"/>
              <a:gd name="T48" fmla="*/ 943 w 1051"/>
              <a:gd name="T49" fmla="*/ 33 h 1049"/>
              <a:gd name="T50" fmla="*/ 1023 w 1051"/>
              <a:gd name="T51" fmla="*/ 131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51" h="1049">
                <a:moveTo>
                  <a:pt x="123" y="117"/>
                </a:moveTo>
                <a:lnTo>
                  <a:pt x="927" y="117"/>
                </a:lnTo>
                <a:lnTo>
                  <a:pt x="872" y="57"/>
                </a:lnTo>
                <a:lnTo>
                  <a:pt x="173" y="57"/>
                </a:lnTo>
                <a:lnTo>
                  <a:pt x="123" y="117"/>
                </a:lnTo>
                <a:close/>
                <a:moveTo>
                  <a:pt x="525" y="843"/>
                </a:moveTo>
                <a:lnTo>
                  <a:pt x="845" y="525"/>
                </a:lnTo>
                <a:lnTo>
                  <a:pt x="643" y="525"/>
                </a:lnTo>
                <a:lnTo>
                  <a:pt x="643" y="407"/>
                </a:lnTo>
                <a:lnTo>
                  <a:pt x="408" y="407"/>
                </a:lnTo>
                <a:lnTo>
                  <a:pt x="408" y="525"/>
                </a:lnTo>
                <a:lnTo>
                  <a:pt x="205" y="525"/>
                </a:lnTo>
                <a:lnTo>
                  <a:pt x="525" y="843"/>
                </a:lnTo>
                <a:close/>
                <a:moveTo>
                  <a:pt x="1023" y="131"/>
                </a:moveTo>
                <a:cubicBezTo>
                  <a:pt x="1039" y="150"/>
                  <a:pt x="1050" y="178"/>
                  <a:pt x="1050" y="205"/>
                </a:cubicBezTo>
                <a:lnTo>
                  <a:pt x="1050" y="931"/>
                </a:lnTo>
                <a:cubicBezTo>
                  <a:pt x="1050" y="994"/>
                  <a:pt x="995" y="1048"/>
                  <a:pt x="932" y="1048"/>
                </a:cubicBezTo>
                <a:lnTo>
                  <a:pt x="118" y="1048"/>
                </a:lnTo>
                <a:cubicBezTo>
                  <a:pt x="55" y="1048"/>
                  <a:pt x="0" y="994"/>
                  <a:pt x="0" y="931"/>
                </a:cubicBezTo>
                <a:lnTo>
                  <a:pt x="0" y="205"/>
                </a:lnTo>
                <a:cubicBezTo>
                  <a:pt x="0" y="178"/>
                  <a:pt x="11" y="150"/>
                  <a:pt x="28" y="131"/>
                </a:cubicBezTo>
                <a:lnTo>
                  <a:pt x="107" y="33"/>
                </a:lnTo>
                <a:cubicBezTo>
                  <a:pt x="123" y="14"/>
                  <a:pt x="148" y="0"/>
                  <a:pt x="175" y="0"/>
                </a:cubicBezTo>
                <a:lnTo>
                  <a:pt x="875" y="0"/>
                </a:lnTo>
                <a:cubicBezTo>
                  <a:pt x="902" y="0"/>
                  <a:pt x="927" y="14"/>
                  <a:pt x="943" y="33"/>
                </a:cubicBezTo>
                <a:lnTo>
                  <a:pt x="1023" y="1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8" name="Freeform 107"/>
          <p:cNvSpPr>
            <a:spLocks noChangeArrowheads="1"/>
          </p:cNvSpPr>
          <p:nvPr/>
        </p:nvSpPr>
        <p:spPr bwMode="auto">
          <a:xfrm>
            <a:off x="3245643" y="3257549"/>
            <a:ext cx="336550" cy="336550"/>
          </a:xfrm>
          <a:custGeom>
            <a:avLst/>
            <a:gdLst>
              <a:gd name="T0" fmla="*/ 699 w 935"/>
              <a:gd name="T1" fmla="*/ 934 h 935"/>
              <a:gd name="T2" fmla="*/ 699 w 935"/>
              <a:gd name="T3" fmla="*/ 699 h 935"/>
              <a:gd name="T4" fmla="*/ 934 w 935"/>
              <a:gd name="T5" fmla="*/ 699 h 935"/>
              <a:gd name="T6" fmla="*/ 934 w 935"/>
              <a:gd name="T7" fmla="*/ 934 h 935"/>
              <a:gd name="T8" fmla="*/ 699 w 935"/>
              <a:gd name="T9" fmla="*/ 934 h 935"/>
              <a:gd name="T10" fmla="*/ 699 w 935"/>
              <a:gd name="T11" fmla="*/ 584 h 935"/>
              <a:gd name="T12" fmla="*/ 699 w 935"/>
              <a:gd name="T13" fmla="*/ 350 h 935"/>
              <a:gd name="T14" fmla="*/ 934 w 935"/>
              <a:gd name="T15" fmla="*/ 350 h 935"/>
              <a:gd name="T16" fmla="*/ 934 w 935"/>
              <a:gd name="T17" fmla="*/ 584 h 935"/>
              <a:gd name="T18" fmla="*/ 699 w 935"/>
              <a:gd name="T19" fmla="*/ 584 h 935"/>
              <a:gd name="T20" fmla="*/ 349 w 935"/>
              <a:gd name="T21" fmla="*/ 235 h 935"/>
              <a:gd name="T22" fmla="*/ 349 w 935"/>
              <a:gd name="T23" fmla="*/ 0 h 935"/>
              <a:gd name="T24" fmla="*/ 584 w 935"/>
              <a:gd name="T25" fmla="*/ 0 h 935"/>
              <a:gd name="T26" fmla="*/ 584 w 935"/>
              <a:gd name="T27" fmla="*/ 235 h 935"/>
              <a:gd name="T28" fmla="*/ 349 w 935"/>
              <a:gd name="T29" fmla="*/ 235 h 935"/>
              <a:gd name="T30" fmla="*/ 699 w 935"/>
              <a:gd name="T31" fmla="*/ 0 h 935"/>
              <a:gd name="T32" fmla="*/ 934 w 935"/>
              <a:gd name="T33" fmla="*/ 0 h 935"/>
              <a:gd name="T34" fmla="*/ 934 w 935"/>
              <a:gd name="T35" fmla="*/ 235 h 935"/>
              <a:gd name="T36" fmla="*/ 699 w 935"/>
              <a:gd name="T37" fmla="*/ 235 h 935"/>
              <a:gd name="T38" fmla="*/ 699 w 935"/>
              <a:gd name="T39" fmla="*/ 0 h 935"/>
              <a:gd name="T40" fmla="*/ 349 w 935"/>
              <a:gd name="T41" fmla="*/ 584 h 935"/>
              <a:gd name="T42" fmla="*/ 349 w 935"/>
              <a:gd name="T43" fmla="*/ 350 h 935"/>
              <a:gd name="T44" fmla="*/ 584 w 935"/>
              <a:gd name="T45" fmla="*/ 350 h 935"/>
              <a:gd name="T46" fmla="*/ 584 w 935"/>
              <a:gd name="T47" fmla="*/ 584 h 935"/>
              <a:gd name="T48" fmla="*/ 349 w 935"/>
              <a:gd name="T49" fmla="*/ 584 h 935"/>
              <a:gd name="T50" fmla="*/ 0 w 935"/>
              <a:gd name="T51" fmla="*/ 584 h 935"/>
              <a:gd name="T52" fmla="*/ 0 w 935"/>
              <a:gd name="T53" fmla="*/ 350 h 935"/>
              <a:gd name="T54" fmla="*/ 235 w 935"/>
              <a:gd name="T55" fmla="*/ 350 h 935"/>
              <a:gd name="T56" fmla="*/ 235 w 935"/>
              <a:gd name="T57" fmla="*/ 584 h 935"/>
              <a:gd name="T58" fmla="*/ 0 w 935"/>
              <a:gd name="T59" fmla="*/ 584 h 935"/>
              <a:gd name="T60" fmla="*/ 0 w 935"/>
              <a:gd name="T61" fmla="*/ 934 h 935"/>
              <a:gd name="T62" fmla="*/ 0 w 935"/>
              <a:gd name="T63" fmla="*/ 699 h 935"/>
              <a:gd name="T64" fmla="*/ 235 w 935"/>
              <a:gd name="T65" fmla="*/ 699 h 935"/>
              <a:gd name="T66" fmla="*/ 235 w 935"/>
              <a:gd name="T67" fmla="*/ 934 h 935"/>
              <a:gd name="T68" fmla="*/ 0 w 935"/>
              <a:gd name="T69" fmla="*/ 934 h 935"/>
              <a:gd name="T70" fmla="*/ 349 w 935"/>
              <a:gd name="T71" fmla="*/ 934 h 935"/>
              <a:gd name="T72" fmla="*/ 349 w 935"/>
              <a:gd name="T73" fmla="*/ 699 h 935"/>
              <a:gd name="T74" fmla="*/ 584 w 935"/>
              <a:gd name="T75" fmla="*/ 699 h 935"/>
              <a:gd name="T76" fmla="*/ 584 w 935"/>
              <a:gd name="T77" fmla="*/ 934 h 935"/>
              <a:gd name="T78" fmla="*/ 349 w 935"/>
              <a:gd name="T79" fmla="*/ 934 h 935"/>
              <a:gd name="T80" fmla="*/ 0 w 935"/>
              <a:gd name="T81" fmla="*/ 235 h 935"/>
              <a:gd name="T82" fmla="*/ 0 w 935"/>
              <a:gd name="T83" fmla="*/ 0 h 935"/>
              <a:gd name="T84" fmla="*/ 235 w 935"/>
              <a:gd name="T85" fmla="*/ 0 h 935"/>
              <a:gd name="T86" fmla="*/ 235 w 935"/>
              <a:gd name="T87" fmla="*/ 235 h 935"/>
              <a:gd name="T88" fmla="*/ 0 w 935"/>
              <a:gd name="T89" fmla="*/ 235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35" h="935">
                <a:moveTo>
                  <a:pt x="699" y="934"/>
                </a:moveTo>
                <a:lnTo>
                  <a:pt x="699" y="699"/>
                </a:lnTo>
                <a:lnTo>
                  <a:pt x="934" y="699"/>
                </a:lnTo>
                <a:lnTo>
                  <a:pt x="934" y="934"/>
                </a:lnTo>
                <a:lnTo>
                  <a:pt x="699" y="934"/>
                </a:lnTo>
                <a:close/>
                <a:moveTo>
                  <a:pt x="699" y="584"/>
                </a:moveTo>
                <a:lnTo>
                  <a:pt x="699" y="350"/>
                </a:lnTo>
                <a:lnTo>
                  <a:pt x="934" y="350"/>
                </a:lnTo>
                <a:lnTo>
                  <a:pt x="934" y="584"/>
                </a:lnTo>
                <a:lnTo>
                  <a:pt x="699" y="584"/>
                </a:lnTo>
                <a:close/>
                <a:moveTo>
                  <a:pt x="349" y="235"/>
                </a:moveTo>
                <a:lnTo>
                  <a:pt x="349" y="0"/>
                </a:lnTo>
                <a:lnTo>
                  <a:pt x="584" y="0"/>
                </a:lnTo>
                <a:lnTo>
                  <a:pt x="584" y="235"/>
                </a:lnTo>
                <a:lnTo>
                  <a:pt x="349" y="235"/>
                </a:lnTo>
                <a:close/>
                <a:moveTo>
                  <a:pt x="699" y="0"/>
                </a:moveTo>
                <a:lnTo>
                  <a:pt x="934" y="0"/>
                </a:lnTo>
                <a:lnTo>
                  <a:pt x="934" y="235"/>
                </a:lnTo>
                <a:lnTo>
                  <a:pt x="699" y="235"/>
                </a:lnTo>
                <a:lnTo>
                  <a:pt x="699" y="0"/>
                </a:lnTo>
                <a:close/>
                <a:moveTo>
                  <a:pt x="349" y="584"/>
                </a:moveTo>
                <a:lnTo>
                  <a:pt x="349" y="350"/>
                </a:lnTo>
                <a:lnTo>
                  <a:pt x="584" y="350"/>
                </a:lnTo>
                <a:lnTo>
                  <a:pt x="584" y="584"/>
                </a:lnTo>
                <a:lnTo>
                  <a:pt x="349" y="584"/>
                </a:lnTo>
                <a:close/>
                <a:moveTo>
                  <a:pt x="0" y="584"/>
                </a:moveTo>
                <a:lnTo>
                  <a:pt x="0" y="350"/>
                </a:lnTo>
                <a:lnTo>
                  <a:pt x="235" y="350"/>
                </a:lnTo>
                <a:lnTo>
                  <a:pt x="235" y="584"/>
                </a:lnTo>
                <a:lnTo>
                  <a:pt x="0" y="584"/>
                </a:lnTo>
                <a:close/>
                <a:moveTo>
                  <a:pt x="0" y="934"/>
                </a:moveTo>
                <a:lnTo>
                  <a:pt x="0" y="699"/>
                </a:lnTo>
                <a:lnTo>
                  <a:pt x="235" y="699"/>
                </a:lnTo>
                <a:lnTo>
                  <a:pt x="235" y="934"/>
                </a:lnTo>
                <a:lnTo>
                  <a:pt x="0" y="934"/>
                </a:lnTo>
                <a:close/>
                <a:moveTo>
                  <a:pt x="349" y="934"/>
                </a:moveTo>
                <a:lnTo>
                  <a:pt x="349" y="699"/>
                </a:lnTo>
                <a:lnTo>
                  <a:pt x="584" y="699"/>
                </a:lnTo>
                <a:lnTo>
                  <a:pt x="584" y="934"/>
                </a:lnTo>
                <a:lnTo>
                  <a:pt x="349" y="934"/>
                </a:lnTo>
                <a:close/>
                <a:moveTo>
                  <a:pt x="0" y="235"/>
                </a:moveTo>
                <a:lnTo>
                  <a:pt x="0" y="0"/>
                </a:lnTo>
                <a:lnTo>
                  <a:pt x="235" y="0"/>
                </a:lnTo>
                <a:lnTo>
                  <a:pt x="235" y="235"/>
                </a:lnTo>
                <a:lnTo>
                  <a:pt x="0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9" name="Freeform 108"/>
          <p:cNvSpPr>
            <a:spLocks noChangeArrowheads="1"/>
          </p:cNvSpPr>
          <p:nvPr/>
        </p:nvSpPr>
        <p:spPr bwMode="auto">
          <a:xfrm>
            <a:off x="4277518" y="3216274"/>
            <a:ext cx="419100" cy="419100"/>
          </a:xfrm>
          <a:custGeom>
            <a:avLst/>
            <a:gdLst>
              <a:gd name="T0" fmla="*/ 639 w 1165"/>
              <a:gd name="T1" fmla="*/ 756 h 1164"/>
              <a:gd name="T2" fmla="*/ 639 w 1165"/>
              <a:gd name="T3" fmla="*/ 638 h 1164"/>
              <a:gd name="T4" fmla="*/ 524 w 1165"/>
              <a:gd name="T5" fmla="*/ 638 h 1164"/>
              <a:gd name="T6" fmla="*/ 524 w 1165"/>
              <a:gd name="T7" fmla="*/ 756 h 1164"/>
              <a:gd name="T8" fmla="*/ 639 w 1165"/>
              <a:gd name="T9" fmla="*/ 756 h 1164"/>
              <a:gd name="T10" fmla="*/ 639 w 1165"/>
              <a:gd name="T11" fmla="*/ 524 h 1164"/>
              <a:gd name="T12" fmla="*/ 639 w 1165"/>
              <a:gd name="T13" fmla="*/ 174 h 1164"/>
              <a:gd name="T14" fmla="*/ 524 w 1165"/>
              <a:gd name="T15" fmla="*/ 174 h 1164"/>
              <a:gd name="T16" fmla="*/ 524 w 1165"/>
              <a:gd name="T17" fmla="*/ 524 h 1164"/>
              <a:gd name="T18" fmla="*/ 639 w 1165"/>
              <a:gd name="T19" fmla="*/ 524 h 1164"/>
              <a:gd name="T20" fmla="*/ 1164 w 1165"/>
              <a:gd name="T21" fmla="*/ 114 h 1164"/>
              <a:gd name="T22" fmla="*/ 1164 w 1165"/>
              <a:gd name="T23" fmla="*/ 813 h 1164"/>
              <a:gd name="T24" fmla="*/ 1049 w 1165"/>
              <a:gd name="T25" fmla="*/ 930 h 1164"/>
              <a:gd name="T26" fmla="*/ 232 w 1165"/>
              <a:gd name="T27" fmla="*/ 930 h 1164"/>
              <a:gd name="T28" fmla="*/ 0 w 1165"/>
              <a:gd name="T29" fmla="*/ 1163 h 1164"/>
              <a:gd name="T30" fmla="*/ 0 w 1165"/>
              <a:gd name="T31" fmla="*/ 114 h 1164"/>
              <a:gd name="T32" fmla="*/ 114 w 1165"/>
              <a:gd name="T33" fmla="*/ 0 h 1164"/>
              <a:gd name="T34" fmla="*/ 1049 w 1165"/>
              <a:gd name="T35" fmla="*/ 0 h 1164"/>
              <a:gd name="T36" fmla="*/ 1049 w 1165"/>
              <a:gd name="T37" fmla="*/ 0 h 1164"/>
              <a:gd name="T38" fmla="*/ 1164 w 1165"/>
              <a:gd name="T39" fmla="*/ 114 h 1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5" h="1164">
                <a:moveTo>
                  <a:pt x="639" y="756"/>
                </a:moveTo>
                <a:lnTo>
                  <a:pt x="639" y="638"/>
                </a:lnTo>
                <a:lnTo>
                  <a:pt x="524" y="638"/>
                </a:lnTo>
                <a:lnTo>
                  <a:pt x="524" y="756"/>
                </a:lnTo>
                <a:lnTo>
                  <a:pt x="639" y="756"/>
                </a:lnTo>
                <a:close/>
                <a:moveTo>
                  <a:pt x="639" y="524"/>
                </a:moveTo>
                <a:lnTo>
                  <a:pt x="639" y="174"/>
                </a:lnTo>
                <a:lnTo>
                  <a:pt x="524" y="174"/>
                </a:lnTo>
                <a:lnTo>
                  <a:pt x="524" y="524"/>
                </a:lnTo>
                <a:lnTo>
                  <a:pt x="639" y="524"/>
                </a:lnTo>
                <a:close/>
                <a:moveTo>
                  <a:pt x="1164" y="114"/>
                </a:moveTo>
                <a:lnTo>
                  <a:pt x="1164" y="813"/>
                </a:lnTo>
                <a:cubicBezTo>
                  <a:pt x="1164" y="876"/>
                  <a:pt x="1112" y="930"/>
                  <a:pt x="1049" y="930"/>
                </a:cubicBezTo>
                <a:lnTo>
                  <a:pt x="232" y="930"/>
                </a:lnTo>
                <a:lnTo>
                  <a:pt x="0" y="1163"/>
                </a:lnTo>
                <a:lnTo>
                  <a:pt x="0" y="114"/>
                </a:lnTo>
                <a:cubicBezTo>
                  <a:pt x="0" y="52"/>
                  <a:pt x="52" y="0"/>
                  <a:pt x="114" y="0"/>
                </a:cubicBezTo>
                <a:lnTo>
                  <a:pt x="1049" y="0"/>
                </a:lnTo>
                <a:lnTo>
                  <a:pt x="1049" y="0"/>
                </a:lnTo>
                <a:cubicBezTo>
                  <a:pt x="1112" y="0"/>
                  <a:pt x="1164" y="52"/>
                  <a:pt x="1164" y="11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0" name="Freeform 109"/>
          <p:cNvSpPr>
            <a:spLocks noChangeArrowheads="1"/>
          </p:cNvSpPr>
          <p:nvPr/>
        </p:nvSpPr>
        <p:spPr bwMode="auto">
          <a:xfrm>
            <a:off x="5349081" y="3173414"/>
            <a:ext cx="419100" cy="504825"/>
          </a:xfrm>
          <a:custGeom>
            <a:avLst/>
            <a:gdLst>
              <a:gd name="T0" fmla="*/ 757 w 1166"/>
              <a:gd name="T1" fmla="*/ 295 h 1402"/>
              <a:gd name="T2" fmla="*/ 757 w 1166"/>
              <a:gd name="T3" fmla="*/ 235 h 1402"/>
              <a:gd name="T4" fmla="*/ 700 w 1166"/>
              <a:gd name="T5" fmla="*/ 235 h 1402"/>
              <a:gd name="T6" fmla="*/ 700 w 1166"/>
              <a:gd name="T7" fmla="*/ 295 h 1402"/>
              <a:gd name="T8" fmla="*/ 757 w 1166"/>
              <a:gd name="T9" fmla="*/ 295 h 1402"/>
              <a:gd name="T10" fmla="*/ 465 w 1166"/>
              <a:gd name="T11" fmla="*/ 295 h 1402"/>
              <a:gd name="T12" fmla="*/ 465 w 1166"/>
              <a:gd name="T13" fmla="*/ 235 h 1402"/>
              <a:gd name="T14" fmla="*/ 408 w 1166"/>
              <a:gd name="T15" fmla="*/ 235 h 1402"/>
              <a:gd name="T16" fmla="*/ 408 w 1166"/>
              <a:gd name="T17" fmla="*/ 295 h 1402"/>
              <a:gd name="T18" fmla="*/ 465 w 1166"/>
              <a:gd name="T19" fmla="*/ 295 h 1402"/>
              <a:gd name="T20" fmla="*/ 788 w 1166"/>
              <a:gd name="T21" fmla="*/ 129 h 1402"/>
              <a:gd name="T22" fmla="*/ 932 w 1166"/>
              <a:gd name="T23" fmla="*/ 410 h 1402"/>
              <a:gd name="T24" fmla="*/ 233 w 1166"/>
              <a:gd name="T25" fmla="*/ 410 h 1402"/>
              <a:gd name="T26" fmla="*/ 375 w 1166"/>
              <a:gd name="T27" fmla="*/ 129 h 1402"/>
              <a:gd name="T28" fmla="*/ 298 w 1166"/>
              <a:gd name="T29" fmla="*/ 52 h 1402"/>
              <a:gd name="T30" fmla="*/ 298 w 1166"/>
              <a:gd name="T31" fmla="*/ 11 h 1402"/>
              <a:gd name="T32" fmla="*/ 339 w 1166"/>
              <a:gd name="T33" fmla="*/ 11 h 1402"/>
              <a:gd name="T34" fmla="*/ 427 w 1166"/>
              <a:gd name="T35" fmla="*/ 99 h 1402"/>
              <a:gd name="T36" fmla="*/ 583 w 1166"/>
              <a:gd name="T37" fmla="*/ 60 h 1402"/>
              <a:gd name="T38" fmla="*/ 736 w 1166"/>
              <a:gd name="T39" fmla="*/ 99 h 1402"/>
              <a:gd name="T40" fmla="*/ 823 w 1166"/>
              <a:gd name="T41" fmla="*/ 11 h 1402"/>
              <a:gd name="T42" fmla="*/ 864 w 1166"/>
              <a:gd name="T43" fmla="*/ 11 h 1402"/>
              <a:gd name="T44" fmla="*/ 864 w 1166"/>
              <a:gd name="T45" fmla="*/ 52 h 1402"/>
              <a:gd name="T46" fmla="*/ 788 w 1166"/>
              <a:gd name="T47" fmla="*/ 129 h 1402"/>
              <a:gd name="T48" fmla="*/ 1077 w 1166"/>
              <a:gd name="T49" fmla="*/ 470 h 1402"/>
              <a:gd name="T50" fmla="*/ 1165 w 1166"/>
              <a:gd name="T51" fmla="*/ 558 h 1402"/>
              <a:gd name="T52" fmla="*/ 1165 w 1166"/>
              <a:gd name="T53" fmla="*/ 964 h 1402"/>
              <a:gd name="T54" fmla="*/ 1077 w 1166"/>
              <a:gd name="T55" fmla="*/ 1051 h 1402"/>
              <a:gd name="T56" fmla="*/ 990 w 1166"/>
              <a:gd name="T57" fmla="*/ 964 h 1402"/>
              <a:gd name="T58" fmla="*/ 990 w 1166"/>
              <a:gd name="T59" fmla="*/ 558 h 1402"/>
              <a:gd name="T60" fmla="*/ 1077 w 1166"/>
              <a:gd name="T61" fmla="*/ 470 h 1402"/>
              <a:gd name="T62" fmla="*/ 88 w 1166"/>
              <a:gd name="T63" fmla="*/ 470 h 1402"/>
              <a:gd name="T64" fmla="*/ 175 w 1166"/>
              <a:gd name="T65" fmla="*/ 558 h 1402"/>
              <a:gd name="T66" fmla="*/ 175 w 1166"/>
              <a:gd name="T67" fmla="*/ 964 h 1402"/>
              <a:gd name="T68" fmla="*/ 88 w 1166"/>
              <a:gd name="T69" fmla="*/ 1051 h 1402"/>
              <a:gd name="T70" fmla="*/ 0 w 1166"/>
              <a:gd name="T71" fmla="*/ 964 h 1402"/>
              <a:gd name="T72" fmla="*/ 0 w 1166"/>
              <a:gd name="T73" fmla="*/ 558 h 1402"/>
              <a:gd name="T74" fmla="*/ 88 w 1166"/>
              <a:gd name="T75" fmla="*/ 470 h 1402"/>
              <a:gd name="T76" fmla="*/ 233 w 1166"/>
              <a:gd name="T77" fmla="*/ 1051 h 1402"/>
              <a:gd name="T78" fmla="*/ 233 w 1166"/>
              <a:gd name="T79" fmla="*/ 470 h 1402"/>
              <a:gd name="T80" fmla="*/ 932 w 1166"/>
              <a:gd name="T81" fmla="*/ 470 h 1402"/>
              <a:gd name="T82" fmla="*/ 932 w 1166"/>
              <a:gd name="T83" fmla="*/ 1051 h 1402"/>
              <a:gd name="T84" fmla="*/ 875 w 1166"/>
              <a:gd name="T85" fmla="*/ 1109 h 1402"/>
              <a:gd name="T86" fmla="*/ 815 w 1166"/>
              <a:gd name="T87" fmla="*/ 1109 h 1402"/>
              <a:gd name="T88" fmla="*/ 815 w 1166"/>
              <a:gd name="T89" fmla="*/ 1314 h 1402"/>
              <a:gd name="T90" fmla="*/ 727 w 1166"/>
              <a:gd name="T91" fmla="*/ 1401 h 1402"/>
              <a:gd name="T92" fmla="*/ 640 w 1166"/>
              <a:gd name="T93" fmla="*/ 1314 h 1402"/>
              <a:gd name="T94" fmla="*/ 640 w 1166"/>
              <a:gd name="T95" fmla="*/ 1109 h 1402"/>
              <a:gd name="T96" fmla="*/ 525 w 1166"/>
              <a:gd name="T97" fmla="*/ 1109 h 1402"/>
              <a:gd name="T98" fmla="*/ 525 w 1166"/>
              <a:gd name="T99" fmla="*/ 1314 h 1402"/>
              <a:gd name="T100" fmla="*/ 438 w 1166"/>
              <a:gd name="T101" fmla="*/ 1401 h 1402"/>
              <a:gd name="T102" fmla="*/ 350 w 1166"/>
              <a:gd name="T103" fmla="*/ 1314 h 1402"/>
              <a:gd name="T104" fmla="*/ 350 w 1166"/>
              <a:gd name="T105" fmla="*/ 1109 h 1402"/>
              <a:gd name="T106" fmla="*/ 290 w 1166"/>
              <a:gd name="T107" fmla="*/ 1109 h 1402"/>
              <a:gd name="T108" fmla="*/ 233 w 1166"/>
              <a:gd name="T109" fmla="*/ 1051 h 1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66" h="1402">
                <a:moveTo>
                  <a:pt x="757" y="295"/>
                </a:moveTo>
                <a:lnTo>
                  <a:pt x="757" y="235"/>
                </a:lnTo>
                <a:lnTo>
                  <a:pt x="700" y="235"/>
                </a:lnTo>
                <a:lnTo>
                  <a:pt x="700" y="295"/>
                </a:lnTo>
                <a:lnTo>
                  <a:pt x="757" y="295"/>
                </a:lnTo>
                <a:close/>
                <a:moveTo>
                  <a:pt x="465" y="295"/>
                </a:moveTo>
                <a:lnTo>
                  <a:pt x="465" y="235"/>
                </a:lnTo>
                <a:lnTo>
                  <a:pt x="408" y="235"/>
                </a:lnTo>
                <a:lnTo>
                  <a:pt x="408" y="295"/>
                </a:lnTo>
                <a:lnTo>
                  <a:pt x="465" y="295"/>
                </a:lnTo>
                <a:close/>
                <a:moveTo>
                  <a:pt x="788" y="129"/>
                </a:moveTo>
                <a:cubicBezTo>
                  <a:pt x="875" y="192"/>
                  <a:pt x="932" y="295"/>
                  <a:pt x="932" y="410"/>
                </a:cubicBezTo>
                <a:lnTo>
                  <a:pt x="233" y="410"/>
                </a:lnTo>
                <a:cubicBezTo>
                  <a:pt x="233" y="295"/>
                  <a:pt x="287" y="192"/>
                  <a:pt x="375" y="129"/>
                </a:cubicBezTo>
                <a:lnTo>
                  <a:pt x="298" y="52"/>
                </a:lnTo>
                <a:cubicBezTo>
                  <a:pt x="287" y="41"/>
                  <a:pt x="287" y="22"/>
                  <a:pt x="298" y="11"/>
                </a:cubicBezTo>
                <a:cubicBezTo>
                  <a:pt x="309" y="0"/>
                  <a:pt x="328" y="0"/>
                  <a:pt x="339" y="11"/>
                </a:cubicBezTo>
                <a:lnTo>
                  <a:pt x="427" y="99"/>
                </a:lnTo>
                <a:cubicBezTo>
                  <a:pt x="473" y="74"/>
                  <a:pt x="528" y="60"/>
                  <a:pt x="583" y="60"/>
                </a:cubicBezTo>
                <a:cubicBezTo>
                  <a:pt x="637" y="60"/>
                  <a:pt x="689" y="74"/>
                  <a:pt x="736" y="99"/>
                </a:cubicBezTo>
                <a:lnTo>
                  <a:pt x="823" y="11"/>
                </a:lnTo>
                <a:cubicBezTo>
                  <a:pt x="834" y="0"/>
                  <a:pt x="853" y="0"/>
                  <a:pt x="864" y="11"/>
                </a:cubicBezTo>
                <a:cubicBezTo>
                  <a:pt x="875" y="22"/>
                  <a:pt x="875" y="41"/>
                  <a:pt x="864" y="52"/>
                </a:cubicBezTo>
                <a:lnTo>
                  <a:pt x="788" y="129"/>
                </a:lnTo>
                <a:close/>
                <a:moveTo>
                  <a:pt x="1077" y="470"/>
                </a:moveTo>
                <a:cubicBezTo>
                  <a:pt x="1126" y="470"/>
                  <a:pt x="1165" y="509"/>
                  <a:pt x="1165" y="558"/>
                </a:cubicBezTo>
                <a:lnTo>
                  <a:pt x="1165" y="964"/>
                </a:lnTo>
                <a:cubicBezTo>
                  <a:pt x="1165" y="1013"/>
                  <a:pt x="1126" y="1051"/>
                  <a:pt x="1077" y="1051"/>
                </a:cubicBezTo>
                <a:cubicBezTo>
                  <a:pt x="1028" y="1051"/>
                  <a:pt x="990" y="1013"/>
                  <a:pt x="990" y="964"/>
                </a:cubicBezTo>
                <a:lnTo>
                  <a:pt x="990" y="558"/>
                </a:lnTo>
                <a:cubicBezTo>
                  <a:pt x="990" y="509"/>
                  <a:pt x="1028" y="470"/>
                  <a:pt x="1077" y="470"/>
                </a:cubicBezTo>
                <a:close/>
                <a:moveTo>
                  <a:pt x="88" y="470"/>
                </a:moveTo>
                <a:cubicBezTo>
                  <a:pt x="137" y="470"/>
                  <a:pt x="175" y="509"/>
                  <a:pt x="175" y="558"/>
                </a:cubicBezTo>
                <a:lnTo>
                  <a:pt x="175" y="964"/>
                </a:lnTo>
                <a:cubicBezTo>
                  <a:pt x="175" y="1013"/>
                  <a:pt x="137" y="1051"/>
                  <a:pt x="88" y="1051"/>
                </a:cubicBezTo>
                <a:cubicBezTo>
                  <a:pt x="39" y="1051"/>
                  <a:pt x="0" y="1013"/>
                  <a:pt x="0" y="964"/>
                </a:cubicBezTo>
                <a:lnTo>
                  <a:pt x="0" y="558"/>
                </a:lnTo>
                <a:cubicBezTo>
                  <a:pt x="0" y="509"/>
                  <a:pt x="39" y="470"/>
                  <a:pt x="88" y="470"/>
                </a:cubicBezTo>
                <a:close/>
                <a:moveTo>
                  <a:pt x="233" y="1051"/>
                </a:moveTo>
                <a:lnTo>
                  <a:pt x="233" y="470"/>
                </a:lnTo>
                <a:lnTo>
                  <a:pt x="932" y="470"/>
                </a:lnTo>
                <a:lnTo>
                  <a:pt x="932" y="1051"/>
                </a:lnTo>
                <a:cubicBezTo>
                  <a:pt x="932" y="1084"/>
                  <a:pt x="908" y="1109"/>
                  <a:pt x="875" y="1109"/>
                </a:cubicBezTo>
                <a:lnTo>
                  <a:pt x="815" y="1109"/>
                </a:lnTo>
                <a:lnTo>
                  <a:pt x="815" y="1314"/>
                </a:lnTo>
                <a:cubicBezTo>
                  <a:pt x="815" y="1363"/>
                  <a:pt x="776" y="1401"/>
                  <a:pt x="727" y="1401"/>
                </a:cubicBezTo>
                <a:cubicBezTo>
                  <a:pt x="677" y="1401"/>
                  <a:pt x="640" y="1363"/>
                  <a:pt x="640" y="1314"/>
                </a:cubicBezTo>
                <a:lnTo>
                  <a:pt x="640" y="1109"/>
                </a:lnTo>
                <a:lnTo>
                  <a:pt x="525" y="1109"/>
                </a:lnTo>
                <a:lnTo>
                  <a:pt x="525" y="1314"/>
                </a:lnTo>
                <a:cubicBezTo>
                  <a:pt x="525" y="1363"/>
                  <a:pt x="487" y="1401"/>
                  <a:pt x="438" y="1401"/>
                </a:cubicBezTo>
                <a:cubicBezTo>
                  <a:pt x="389" y="1401"/>
                  <a:pt x="350" y="1363"/>
                  <a:pt x="350" y="1314"/>
                </a:cubicBezTo>
                <a:lnTo>
                  <a:pt x="350" y="1109"/>
                </a:lnTo>
                <a:lnTo>
                  <a:pt x="290" y="1109"/>
                </a:lnTo>
                <a:cubicBezTo>
                  <a:pt x="257" y="1109"/>
                  <a:pt x="233" y="1084"/>
                  <a:pt x="233" y="105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1" name="Freeform 110"/>
          <p:cNvSpPr>
            <a:spLocks noChangeArrowheads="1"/>
          </p:cNvSpPr>
          <p:nvPr/>
        </p:nvSpPr>
        <p:spPr bwMode="auto">
          <a:xfrm>
            <a:off x="6463506" y="3259138"/>
            <a:ext cx="336550" cy="334962"/>
          </a:xfrm>
          <a:custGeom>
            <a:avLst/>
            <a:gdLst>
              <a:gd name="T0" fmla="*/ 692 w 933"/>
              <a:gd name="T1" fmla="*/ 690 h 932"/>
              <a:gd name="T2" fmla="*/ 692 w 933"/>
              <a:gd name="T3" fmla="*/ 240 h 932"/>
              <a:gd name="T4" fmla="*/ 241 w 933"/>
              <a:gd name="T5" fmla="*/ 240 h 932"/>
              <a:gd name="T6" fmla="*/ 241 w 933"/>
              <a:gd name="T7" fmla="*/ 690 h 932"/>
              <a:gd name="T8" fmla="*/ 692 w 933"/>
              <a:gd name="T9" fmla="*/ 690 h 932"/>
              <a:gd name="T10" fmla="*/ 755 w 933"/>
              <a:gd name="T11" fmla="*/ 177 h 932"/>
              <a:gd name="T12" fmla="*/ 755 w 933"/>
              <a:gd name="T13" fmla="*/ 753 h 932"/>
              <a:gd name="T14" fmla="*/ 178 w 933"/>
              <a:gd name="T15" fmla="*/ 753 h 932"/>
              <a:gd name="T16" fmla="*/ 178 w 933"/>
              <a:gd name="T17" fmla="*/ 177 h 932"/>
              <a:gd name="T18" fmla="*/ 755 w 933"/>
              <a:gd name="T19" fmla="*/ 177 h 932"/>
              <a:gd name="T20" fmla="*/ 0 w 933"/>
              <a:gd name="T21" fmla="*/ 232 h 932"/>
              <a:gd name="T22" fmla="*/ 0 w 933"/>
              <a:gd name="T23" fmla="*/ 0 h 932"/>
              <a:gd name="T24" fmla="*/ 233 w 933"/>
              <a:gd name="T25" fmla="*/ 0 h 932"/>
              <a:gd name="T26" fmla="*/ 0 w 933"/>
              <a:gd name="T27" fmla="*/ 232 h 932"/>
              <a:gd name="T28" fmla="*/ 233 w 933"/>
              <a:gd name="T29" fmla="*/ 931 h 932"/>
              <a:gd name="T30" fmla="*/ 0 w 933"/>
              <a:gd name="T31" fmla="*/ 931 h 932"/>
              <a:gd name="T32" fmla="*/ 0 w 933"/>
              <a:gd name="T33" fmla="*/ 698 h 932"/>
              <a:gd name="T34" fmla="*/ 233 w 933"/>
              <a:gd name="T35" fmla="*/ 931 h 932"/>
              <a:gd name="T36" fmla="*/ 932 w 933"/>
              <a:gd name="T37" fmla="*/ 698 h 932"/>
              <a:gd name="T38" fmla="*/ 932 w 933"/>
              <a:gd name="T39" fmla="*/ 931 h 932"/>
              <a:gd name="T40" fmla="*/ 700 w 933"/>
              <a:gd name="T41" fmla="*/ 931 h 932"/>
              <a:gd name="T42" fmla="*/ 932 w 933"/>
              <a:gd name="T43" fmla="*/ 698 h 932"/>
              <a:gd name="T44" fmla="*/ 700 w 933"/>
              <a:gd name="T45" fmla="*/ 0 h 932"/>
              <a:gd name="T46" fmla="*/ 932 w 933"/>
              <a:gd name="T47" fmla="*/ 0 h 932"/>
              <a:gd name="T48" fmla="*/ 932 w 933"/>
              <a:gd name="T49" fmla="*/ 232 h 932"/>
              <a:gd name="T50" fmla="*/ 700 w 933"/>
              <a:gd name="T51" fmla="*/ 0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33" h="932">
                <a:moveTo>
                  <a:pt x="692" y="690"/>
                </a:moveTo>
                <a:cubicBezTo>
                  <a:pt x="815" y="567"/>
                  <a:pt x="815" y="363"/>
                  <a:pt x="692" y="240"/>
                </a:cubicBezTo>
                <a:cubicBezTo>
                  <a:pt x="569" y="117"/>
                  <a:pt x="364" y="117"/>
                  <a:pt x="241" y="240"/>
                </a:cubicBezTo>
                <a:cubicBezTo>
                  <a:pt x="118" y="363"/>
                  <a:pt x="118" y="567"/>
                  <a:pt x="241" y="690"/>
                </a:cubicBezTo>
                <a:cubicBezTo>
                  <a:pt x="364" y="813"/>
                  <a:pt x="569" y="813"/>
                  <a:pt x="692" y="690"/>
                </a:cubicBezTo>
                <a:close/>
                <a:moveTo>
                  <a:pt x="755" y="177"/>
                </a:moveTo>
                <a:cubicBezTo>
                  <a:pt x="913" y="336"/>
                  <a:pt x="914" y="595"/>
                  <a:pt x="755" y="753"/>
                </a:cubicBezTo>
                <a:cubicBezTo>
                  <a:pt x="597" y="912"/>
                  <a:pt x="337" y="912"/>
                  <a:pt x="178" y="753"/>
                </a:cubicBezTo>
                <a:cubicBezTo>
                  <a:pt x="20" y="595"/>
                  <a:pt x="20" y="335"/>
                  <a:pt x="178" y="177"/>
                </a:cubicBezTo>
                <a:cubicBezTo>
                  <a:pt x="337" y="18"/>
                  <a:pt x="596" y="19"/>
                  <a:pt x="755" y="177"/>
                </a:cubicBezTo>
                <a:close/>
                <a:moveTo>
                  <a:pt x="0" y="232"/>
                </a:moveTo>
                <a:lnTo>
                  <a:pt x="0" y="0"/>
                </a:lnTo>
                <a:lnTo>
                  <a:pt x="233" y="0"/>
                </a:lnTo>
                <a:lnTo>
                  <a:pt x="0" y="232"/>
                </a:lnTo>
                <a:close/>
                <a:moveTo>
                  <a:pt x="233" y="931"/>
                </a:moveTo>
                <a:lnTo>
                  <a:pt x="0" y="931"/>
                </a:lnTo>
                <a:lnTo>
                  <a:pt x="0" y="698"/>
                </a:lnTo>
                <a:lnTo>
                  <a:pt x="233" y="931"/>
                </a:lnTo>
                <a:close/>
                <a:moveTo>
                  <a:pt x="932" y="698"/>
                </a:moveTo>
                <a:lnTo>
                  <a:pt x="932" y="931"/>
                </a:lnTo>
                <a:lnTo>
                  <a:pt x="700" y="931"/>
                </a:lnTo>
                <a:lnTo>
                  <a:pt x="932" y="698"/>
                </a:lnTo>
                <a:close/>
                <a:moveTo>
                  <a:pt x="700" y="0"/>
                </a:moveTo>
                <a:lnTo>
                  <a:pt x="932" y="0"/>
                </a:lnTo>
                <a:lnTo>
                  <a:pt x="932" y="232"/>
                </a:ln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2" name="Freeform 111"/>
          <p:cNvSpPr>
            <a:spLocks noChangeArrowheads="1"/>
          </p:cNvSpPr>
          <p:nvPr/>
        </p:nvSpPr>
        <p:spPr bwMode="auto">
          <a:xfrm>
            <a:off x="7452518" y="3313113"/>
            <a:ext cx="503238" cy="227012"/>
          </a:xfrm>
          <a:custGeom>
            <a:avLst/>
            <a:gdLst>
              <a:gd name="T0" fmla="*/ 1085 w 1400"/>
              <a:gd name="T1" fmla="*/ 0 h 629"/>
              <a:gd name="T2" fmla="*/ 1399 w 1400"/>
              <a:gd name="T3" fmla="*/ 315 h 629"/>
              <a:gd name="T4" fmla="*/ 1085 w 1400"/>
              <a:gd name="T5" fmla="*/ 628 h 629"/>
              <a:gd name="T6" fmla="*/ 860 w 1400"/>
              <a:gd name="T7" fmla="*/ 535 h 629"/>
              <a:gd name="T8" fmla="*/ 787 w 1400"/>
              <a:gd name="T9" fmla="*/ 469 h 629"/>
              <a:gd name="T10" fmla="*/ 874 w 1400"/>
              <a:gd name="T11" fmla="*/ 393 h 629"/>
              <a:gd name="T12" fmla="*/ 942 w 1400"/>
              <a:gd name="T13" fmla="*/ 450 h 629"/>
              <a:gd name="T14" fmla="*/ 1085 w 1400"/>
              <a:gd name="T15" fmla="*/ 510 h 629"/>
              <a:gd name="T16" fmla="*/ 1281 w 1400"/>
              <a:gd name="T17" fmla="*/ 315 h 629"/>
              <a:gd name="T18" fmla="*/ 1085 w 1400"/>
              <a:gd name="T19" fmla="*/ 118 h 629"/>
              <a:gd name="T20" fmla="*/ 945 w 1400"/>
              <a:gd name="T21" fmla="*/ 175 h 629"/>
              <a:gd name="T22" fmla="*/ 699 w 1400"/>
              <a:gd name="T23" fmla="*/ 393 h 629"/>
              <a:gd name="T24" fmla="*/ 535 w 1400"/>
              <a:gd name="T25" fmla="*/ 538 h 629"/>
              <a:gd name="T26" fmla="*/ 314 w 1400"/>
              <a:gd name="T27" fmla="*/ 628 h 629"/>
              <a:gd name="T28" fmla="*/ 0 w 1400"/>
              <a:gd name="T29" fmla="*/ 315 h 629"/>
              <a:gd name="T30" fmla="*/ 314 w 1400"/>
              <a:gd name="T31" fmla="*/ 0 h 629"/>
              <a:gd name="T32" fmla="*/ 538 w 1400"/>
              <a:gd name="T33" fmla="*/ 93 h 629"/>
              <a:gd name="T34" fmla="*/ 612 w 1400"/>
              <a:gd name="T35" fmla="*/ 159 h 629"/>
              <a:gd name="T36" fmla="*/ 522 w 1400"/>
              <a:gd name="T37" fmla="*/ 235 h 629"/>
              <a:gd name="T38" fmla="*/ 456 w 1400"/>
              <a:gd name="T39" fmla="*/ 178 h 629"/>
              <a:gd name="T40" fmla="*/ 314 w 1400"/>
              <a:gd name="T41" fmla="*/ 118 h 629"/>
              <a:gd name="T42" fmla="*/ 117 w 1400"/>
              <a:gd name="T43" fmla="*/ 315 h 629"/>
              <a:gd name="T44" fmla="*/ 314 w 1400"/>
              <a:gd name="T45" fmla="*/ 510 h 629"/>
              <a:gd name="T46" fmla="*/ 453 w 1400"/>
              <a:gd name="T47" fmla="*/ 453 h 629"/>
              <a:gd name="T48" fmla="*/ 699 w 1400"/>
              <a:gd name="T49" fmla="*/ 235 h 629"/>
              <a:gd name="T50" fmla="*/ 863 w 1400"/>
              <a:gd name="T51" fmla="*/ 91 h 629"/>
              <a:gd name="T52" fmla="*/ 1085 w 1400"/>
              <a:gd name="T53" fmla="*/ 0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00" h="629">
                <a:moveTo>
                  <a:pt x="1085" y="0"/>
                </a:moveTo>
                <a:cubicBezTo>
                  <a:pt x="1259" y="0"/>
                  <a:pt x="1399" y="142"/>
                  <a:pt x="1399" y="315"/>
                </a:cubicBezTo>
                <a:cubicBezTo>
                  <a:pt x="1399" y="487"/>
                  <a:pt x="1259" y="628"/>
                  <a:pt x="1085" y="628"/>
                </a:cubicBezTo>
                <a:cubicBezTo>
                  <a:pt x="1000" y="628"/>
                  <a:pt x="921" y="595"/>
                  <a:pt x="860" y="535"/>
                </a:cubicBezTo>
                <a:lnTo>
                  <a:pt x="787" y="469"/>
                </a:lnTo>
                <a:lnTo>
                  <a:pt x="874" y="393"/>
                </a:lnTo>
                <a:lnTo>
                  <a:pt x="942" y="450"/>
                </a:lnTo>
                <a:cubicBezTo>
                  <a:pt x="983" y="491"/>
                  <a:pt x="1033" y="510"/>
                  <a:pt x="1085" y="510"/>
                </a:cubicBezTo>
                <a:cubicBezTo>
                  <a:pt x="1194" y="510"/>
                  <a:pt x="1281" y="424"/>
                  <a:pt x="1281" y="315"/>
                </a:cubicBezTo>
                <a:cubicBezTo>
                  <a:pt x="1281" y="205"/>
                  <a:pt x="1194" y="118"/>
                  <a:pt x="1085" y="118"/>
                </a:cubicBezTo>
                <a:cubicBezTo>
                  <a:pt x="1033" y="118"/>
                  <a:pt x="983" y="137"/>
                  <a:pt x="945" y="175"/>
                </a:cubicBezTo>
                <a:cubicBezTo>
                  <a:pt x="863" y="248"/>
                  <a:pt x="780" y="320"/>
                  <a:pt x="699" y="393"/>
                </a:cubicBezTo>
                <a:lnTo>
                  <a:pt x="535" y="538"/>
                </a:lnTo>
                <a:cubicBezTo>
                  <a:pt x="478" y="595"/>
                  <a:pt x="399" y="628"/>
                  <a:pt x="314" y="628"/>
                </a:cubicBezTo>
                <a:cubicBezTo>
                  <a:pt x="139" y="628"/>
                  <a:pt x="0" y="487"/>
                  <a:pt x="0" y="315"/>
                </a:cubicBezTo>
                <a:cubicBezTo>
                  <a:pt x="0" y="142"/>
                  <a:pt x="139" y="0"/>
                  <a:pt x="314" y="0"/>
                </a:cubicBezTo>
                <a:cubicBezTo>
                  <a:pt x="399" y="0"/>
                  <a:pt x="478" y="33"/>
                  <a:pt x="538" y="93"/>
                </a:cubicBezTo>
                <a:lnTo>
                  <a:pt x="612" y="159"/>
                </a:lnTo>
                <a:lnTo>
                  <a:pt x="522" y="235"/>
                </a:lnTo>
                <a:lnTo>
                  <a:pt x="456" y="178"/>
                </a:lnTo>
                <a:cubicBezTo>
                  <a:pt x="415" y="137"/>
                  <a:pt x="366" y="118"/>
                  <a:pt x="314" y="118"/>
                </a:cubicBezTo>
                <a:cubicBezTo>
                  <a:pt x="205" y="118"/>
                  <a:pt x="117" y="205"/>
                  <a:pt x="117" y="315"/>
                </a:cubicBezTo>
                <a:cubicBezTo>
                  <a:pt x="117" y="424"/>
                  <a:pt x="205" y="510"/>
                  <a:pt x="314" y="510"/>
                </a:cubicBezTo>
                <a:cubicBezTo>
                  <a:pt x="366" y="510"/>
                  <a:pt x="415" y="491"/>
                  <a:pt x="453" y="453"/>
                </a:cubicBezTo>
                <a:cubicBezTo>
                  <a:pt x="536" y="380"/>
                  <a:pt x="618" y="310"/>
                  <a:pt x="699" y="235"/>
                </a:cubicBezTo>
                <a:lnTo>
                  <a:pt x="863" y="91"/>
                </a:lnTo>
                <a:cubicBezTo>
                  <a:pt x="921" y="33"/>
                  <a:pt x="1000" y="0"/>
                  <a:pt x="1085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3" name="Freeform 112"/>
          <p:cNvSpPr>
            <a:spLocks noChangeArrowheads="1"/>
          </p:cNvSpPr>
          <p:nvPr/>
        </p:nvSpPr>
        <p:spPr bwMode="auto">
          <a:xfrm>
            <a:off x="8566943" y="3216274"/>
            <a:ext cx="419100" cy="419100"/>
          </a:xfrm>
          <a:custGeom>
            <a:avLst/>
            <a:gdLst>
              <a:gd name="T0" fmla="*/ 582 w 1165"/>
              <a:gd name="T1" fmla="*/ 524 h 1164"/>
              <a:gd name="T2" fmla="*/ 639 w 1165"/>
              <a:gd name="T3" fmla="*/ 582 h 1164"/>
              <a:gd name="T4" fmla="*/ 582 w 1165"/>
              <a:gd name="T5" fmla="*/ 638 h 1164"/>
              <a:gd name="T6" fmla="*/ 525 w 1165"/>
              <a:gd name="T7" fmla="*/ 582 h 1164"/>
              <a:gd name="T8" fmla="*/ 582 w 1165"/>
              <a:gd name="T9" fmla="*/ 524 h 1164"/>
              <a:gd name="T10" fmla="*/ 582 w 1165"/>
              <a:gd name="T11" fmla="*/ 843 h 1164"/>
              <a:gd name="T12" fmla="*/ 844 w 1165"/>
              <a:gd name="T13" fmla="*/ 582 h 1164"/>
              <a:gd name="T14" fmla="*/ 582 w 1165"/>
              <a:gd name="T15" fmla="*/ 319 h 1164"/>
              <a:gd name="T16" fmla="*/ 320 w 1165"/>
              <a:gd name="T17" fmla="*/ 582 h 1164"/>
              <a:gd name="T18" fmla="*/ 582 w 1165"/>
              <a:gd name="T19" fmla="*/ 843 h 1164"/>
              <a:gd name="T20" fmla="*/ 582 w 1165"/>
              <a:gd name="T21" fmla="*/ 0 h 1164"/>
              <a:gd name="T22" fmla="*/ 1164 w 1165"/>
              <a:gd name="T23" fmla="*/ 582 h 1164"/>
              <a:gd name="T24" fmla="*/ 582 w 1165"/>
              <a:gd name="T25" fmla="*/ 1163 h 1164"/>
              <a:gd name="T26" fmla="*/ 0 w 1165"/>
              <a:gd name="T27" fmla="*/ 582 h 1164"/>
              <a:gd name="T28" fmla="*/ 582 w 1165"/>
              <a:gd name="T29" fmla="*/ 0 h 1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4">
                <a:moveTo>
                  <a:pt x="582" y="524"/>
                </a:moveTo>
                <a:cubicBezTo>
                  <a:pt x="615" y="524"/>
                  <a:pt x="639" y="549"/>
                  <a:pt x="639" y="582"/>
                </a:cubicBezTo>
                <a:cubicBezTo>
                  <a:pt x="639" y="614"/>
                  <a:pt x="615" y="638"/>
                  <a:pt x="582" y="638"/>
                </a:cubicBezTo>
                <a:cubicBezTo>
                  <a:pt x="549" y="638"/>
                  <a:pt x="525" y="614"/>
                  <a:pt x="525" y="582"/>
                </a:cubicBezTo>
                <a:cubicBezTo>
                  <a:pt x="525" y="549"/>
                  <a:pt x="549" y="524"/>
                  <a:pt x="582" y="524"/>
                </a:cubicBezTo>
                <a:close/>
                <a:moveTo>
                  <a:pt x="582" y="843"/>
                </a:moveTo>
                <a:cubicBezTo>
                  <a:pt x="727" y="843"/>
                  <a:pt x="844" y="726"/>
                  <a:pt x="844" y="582"/>
                </a:cubicBezTo>
                <a:cubicBezTo>
                  <a:pt x="844" y="437"/>
                  <a:pt x="727" y="319"/>
                  <a:pt x="582" y="319"/>
                </a:cubicBezTo>
                <a:cubicBezTo>
                  <a:pt x="437" y="319"/>
                  <a:pt x="320" y="437"/>
                  <a:pt x="320" y="582"/>
                </a:cubicBezTo>
                <a:cubicBezTo>
                  <a:pt x="320" y="726"/>
                  <a:pt x="437" y="843"/>
                  <a:pt x="582" y="843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3"/>
                  <a:pt x="582" y="1163"/>
                </a:cubicBezTo>
                <a:cubicBezTo>
                  <a:pt x="260" y="1163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4" name="Freeform 113"/>
          <p:cNvSpPr>
            <a:spLocks noChangeArrowheads="1"/>
          </p:cNvSpPr>
          <p:nvPr/>
        </p:nvSpPr>
        <p:spPr bwMode="auto">
          <a:xfrm>
            <a:off x="10711656" y="3214689"/>
            <a:ext cx="419100" cy="422275"/>
          </a:xfrm>
          <a:custGeom>
            <a:avLst/>
            <a:gdLst>
              <a:gd name="T0" fmla="*/ 582 w 1165"/>
              <a:gd name="T1" fmla="*/ 1057 h 1173"/>
              <a:gd name="T2" fmla="*/ 989 w 1165"/>
              <a:gd name="T3" fmla="*/ 647 h 1173"/>
              <a:gd name="T4" fmla="*/ 582 w 1165"/>
              <a:gd name="T5" fmla="*/ 241 h 1173"/>
              <a:gd name="T6" fmla="*/ 174 w 1165"/>
              <a:gd name="T7" fmla="*/ 647 h 1173"/>
              <a:gd name="T8" fmla="*/ 582 w 1165"/>
              <a:gd name="T9" fmla="*/ 1057 h 1173"/>
              <a:gd name="T10" fmla="*/ 582 w 1165"/>
              <a:gd name="T11" fmla="*/ 123 h 1173"/>
              <a:gd name="T12" fmla="*/ 1106 w 1165"/>
              <a:gd name="T13" fmla="*/ 647 h 1173"/>
              <a:gd name="T14" fmla="*/ 582 w 1165"/>
              <a:gd name="T15" fmla="*/ 1172 h 1173"/>
              <a:gd name="T16" fmla="*/ 57 w 1165"/>
              <a:gd name="T17" fmla="*/ 647 h 1173"/>
              <a:gd name="T18" fmla="*/ 582 w 1165"/>
              <a:gd name="T19" fmla="*/ 123 h 1173"/>
              <a:gd name="T20" fmla="*/ 612 w 1165"/>
              <a:gd name="T21" fmla="*/ 358 h 1173"/>
              <a:gd name="T22" fmla="*/ 612 w 1165"/>
              <a:gd name="T23" fmla="*/ 664 h 1173"/>
              <a:gd name="T24" fmla="*/ 844 w 1165"/>
              <a:gd name="T25" fmla="*/ 800 h 1173"/>
              <a:gd name="T26" fmla="*/ 800 w 1165"/>
              <a:gd name="T27" fmla="*/ 871 h 1173"/>
              <a:gd name="T28" fmla="*/ 524 w 1165"/>
              <a:gd name="T29" fmla="*/ 707 h 1173"/>
              <a:gd name="T30" fmla="*/ 524 w 1165"/>
              <a:gd name="T31" fmla="*/ 358 h 1173"/>
              <a:gd name="T32" fmla="*/ 612 w 1165"/>
              <a:gd name="T33" fmla="*/ 358 h 1173"/>
              <a:gd name="T34" fmla="*/ 341 w 1165"/>
              <a:gd name="T35" fmla="*/ 88 h 1173"/>
              <a:gd name="T36" fmla="*/ 73 w 1165"/>
              <a:gd name="T37" fmla="*/ 312 h 1173"/>
              <a:gd name="T38" fmla="*/ 0 w 1165"/>
              <a:gd name="T39" fmla="*/ 225 h 1173"/>
              <a:gd name="T40" fmla="*/ 267 w 1165"/>
              <a:gd name="T41" fmla="*/ 0 h 1173"/>
              <a:gd name="T42" fmla="*/ 341 w 1165"/>
              <a:gd name="T43" fmla="*/ 88 h 1173"/>
              <a:gd name="T44" fmla="*/ 1164 w 1165"/>
              <a:gd name="T45" fmla="*/ 225 h 1173"/>
              <a:gd name="T46" fmla="*/ 1090 w 1165"/>
              <a:gd name="T47" fmla="*/ 315 h 1173"/>
              <a:gd name="T48" fmla="*/ 822 w 1165"/>
              <a:gd name="T49" fmla="*/ 88 h 1173"/>
              <a:gd name="T50" fmla="*/ 896 w 1165"/>
              <a:gd name="T51" fmla="*/ 1 h 1173"/>
              <a:gd name="T52" fmla="*/ 1164 w 1165"/>
              <a:gd name="T53" fmla="*/ 225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73">
                <a:moveTo>
                  <a:pt x="582" y="1057"/>
                </a:moveTo>
                <a:cubicBezTo>
                  <a:pt x="808" y="1057"/>
                  <a:pt x="989" y="874"/>
                  <a:pt x="989" y="647"/>
                </a:cubicBezTo>
                <a:cubicBezTo>
                  <a:pt x="989" y="421"/>
                  <a:pt x="809" y="241"/>
                  <a:pt x="582" y="241"/>
                </a:cubicBezTo>
                <a:cubicBezTo>
                  <a:pt x="356" y="241"/>
                  <a:pt x="174" y="421"/>
                  <a:pt x="174" y="647"/>
                </a:cubicBezTo>
                <a:cubicBezTo>
                  <a:pt x="174" y="874"/>
                  <a:pt x="355" y="1057"/>
                  <a:pt x="582" y="1057"/>
                </a:cubicBezTo>
                <a:close/>
                <a:moveTo>
                  <a:pt x="582" y="123"/>
                </a:moveTo>
                <a:cubicBezTo>
                  <a:pt x="871" y="123"/>
                  <a:pt x="1106" y="358"/>
                  <a:pt x="1106" y="647"/>
                </a:cubicBezTo>
                <a:cubicBezTo>
                  <a:pt x="1106" y="937"/>
                  <a:pt x="872" y="1172"/>
                  <a:pt x="582" y="1172"/>
                </a:cubicBezTo>
                <a:cubicBezTo>
                  <a:pt x="293" y="1172"/>
                  <a:pt x="57" y="937"/>
                  <a:pt x="57" y="647"/>
                </a:cubicBezTo>
                <a:cubicBezTo>
                  <a:pt x="57" y="358"/>
                  <a:pt x="292" y="123"/>
                  <a:pt x="582" y="123"/>
                </a:cubicBezTo>
                <a:close/>
                <a:moveTo>
                  <a:pt x="612" y="358"/>
                </a:moveTo>
                <a:lnTo>
                  <a:pt x="612" y="664"/>
                </a:lnTo>
                <a:lnTo>
                  <a:pt x="844" y="800"/>
                </a:lnTo>
                <a:lnTo>
                  <a:pt x="800" y="871"/>
                </a:lnTo>
                <a:lnTo>
                  <a:pt x="524" y="707"/>
                </a:lnTo>
                <a:lnTo>
                  <a:pt x="524" y="358"/>
                </a:lnTo>
                <a:lnTo>
                  <a:pt x="612" y="358"/>
                </a:lnTo>
                <a:close/>
                <a:moveTo>
                  <a:pt x="341" y="88"/>
                </a:moveTo>
                <a:lnTo>
                  <a:pt x="73" y="312"/>
                </a:lnTo>
                <a:lnTo>
                  <a:pt x="0" y="225"/>
                </a:lnTo>
                <a:lnTo>
                  <a:pt x="267" y="0"/>
                </a:lnTo>
                <a:lnTo>
                  <a:pt x="341" y="88"/>
                </a:lnTo>
                <a:close/>
                <a:moveTo>
                  <a:pt x="1164" y="225"/>
                </a:moveTo>
                <a:lnTo>
                  <a:pt x="1090" y="315"/>
                </a:lnTo>
                <a:lnTo>
                  <a:pt x="822" y="88"/>
                </a:lnTo>
                <a:lnTo>
                  <a:pt x="896" y="1"/>
                </a:lnTo>
                <a:lnTo>
                  <a:pt x="1164" y="2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5" name="Freeform 114"/>
          <p:cNvSpPr>
            <a:spLocks noChangeArrowheads="1"/>
          </p:cNvSpPr>
          <p:nvPr/>
        </p:nvSpPr>
        <p:spPr bwMode="auto">
          <a:xfrm>
            <a:off x="9638506" y="3214689"/>
            <a:ext cx="419100" cy="422275"/>
          </a:xfrm>
          <a:custGeom>
            <a:avLst/>
            <a:gdLst>
              <a:gd name="T0" fmla="*/ 497 w 1165"/>
              <a:gd name="T1" fmla="*/ 737 h 1173"/>
              <a:gd name="T2" fmla="*/ 784 w 1165"/>
              <a:gd name="T3" fmla="*/ 449 h 1173"/>
              <a:gd name="T4" fmla="*/ 847 w 1165"/>
              <a:gd name="T5" fmla="*/ 512 h 1173"/>
              <a:gd name="T6" fmla="*/ 497 w 1165"/>
              <a:gd name="T7" fmla="*/ 860 h 1173"/>
              <a:gd name="T8" fmla="*/ 311 w 1165"/>
              <a:gd name="T9" fmla="*/ 674 h 1173"/>
              <a:gd name="T10" fmla="*/ 371 w 1165"/>
              <a:gd name="T11" fmla="*/ 614 h 1173"/>
              <a:gd name="T12" fmla="*/ 497 w 1165"/>
              <a:gd name="T13" fmla="*/ 737 h 1173"/>
              <a:gd name="T14" fmla="*/ 582 w 1165"/>
              <a:gd name="T15" fmla="*/ 1057 h 1173"/>
              <a:gd name="T16" fmla="*/ 989 w 1165"/>
              <a:gd name="T17" fmla="*/ 647 h 1173"/>
              <a:gd name="T18" fmla="*/ 582 w 1165"/>
              <a:gd name="T19" fmla="*/ 241 h 1173"/>
              <a:gd name="T20" fmla="*/ 175 w 1165"/>
              <a:gd name="T21" fmla="*/ 647 h 1173"/>
              <a:gd name="T22" fmla="*/ 582 w 1165"/>
              <a:gd name="T23" fmla="*/ 1057 h 1173"/>
              <a:gd name="T24" fmla="*/ 582 w 1165"/>
              <a:gd name="T25" fmla="*/ 123 h 1173"/>
              <a:gd name="T26" fmla="*/ 1107 w 1165"/>
              <a:gd name="T27" fmla="*/ 647 h 1173"/>
              <a:gd name="T28" fmla="*/ 582 w 1165"/>
              <a:gd name="T29" fmla="*/ 1172 h 1173"/>
              <a:gd name="T30" fmla="*/ 57 w 1165"/>
              <a:gd name="T31" fmla="*/ 647 h 1173"/>
              <a:gd name="T32" fmla="*/ 582 w 1165"/>
              <a:gd name="T33" fmla="*/ 123 h 1173"/>
              <a:gd name="T34" fmla="*/ 341 w 1165"/>
              <a:gd name="T35" fmla="*/ 88 h 1173"/>
              <a:gd name="T36" fmla="*/ 74 w 1165"/>
              <a:gd name="T37" fmla="*/ 312 h 1173"/>
              <a:gd name="T38" fmla="*/ 0 w 1165"/>
              <a:gd name="T39" fmla="*/ 225 h 1173"/>
              <a:gd name="T40" fmla="*/ 268 w 1165"/>
              <a:gd name="T41" fmla="*/ 0 h 1173"/>
              <a:gd name="T42" fmla="*/ 341 w 1165"/>
              <a:gd name="T43" fmla="*/ 88 h 1173"/>
              <a:gd name="T44" fmla="*/ 1164 w 1165"/>
              <a:gd name="T45" fmla="*/ 225 h 1173"/>
              <a:gd name="T46" fmla="*/ 1090 w 1165"/>
              <a:gd name="T47" fmla="*/ 315 h 1173"/>
              <a:gd name="T48" fmla="*/ 822 w 1165"/>
              <a:gd name="T49" fmla="*/ 88 h 1173"/>
              <a:gd name="T50" fmla="*/ 896 w 1165"/>
              <a:gd name="T51" fmla="*/ 1 h 1173"/>
              <a:gd name="T52" fmla="*/ 1164 w 1165"/>
              <a:gd name="T53" fmla="*/ 225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73">
                <a:moveTo>
                  <a:pt x="497" y="737"/>
                </a:moveTo>
                <a:lnTo>
                  <a:pt x="784" y="449"/>
                </a:lnTo>
                <a:lnTo>
                  <a:pt x="847" y="512"/>
                </a:lnTo>
                <a:lnTo>
                  <a:pt x="497" y="860"/>
                </a:lnTo>
                <a:lnTo>
                  <a:pt x="311" y="674"/>
                </a:lnTo>
                <a:lnTo>
                  <a:pt x="371" y="614"/>
                </a:lnTo>
                <a:lnTo>
                  <a:pt x="497" y="737"/>
                </a:lnTo>
                <a:close/>
                <a:moveTo>
                  <a:pt x="582" y="1057"/>
                </a:moveTo>
                <a:cubicBezTo>
                  <a:pt x="809" y="1057"/>
                  <a:pt x="989" y="874"/>
                  <a:pt x="989" y="647"/>
                </a:cubicBezTo>
                <a:cubicBezTo>
                  <a:pt x="989" y="421"/>
                  <a:pt x="809" y="241"/>
                  <a:pt x="582" y="241"/>
                </a:cubicBezTo>
                <a:cubicBezTo>
                  <a:pt x="355" y="241"/>
                  <a:pt x="175" y="421"/>
                  <a:pt x="175" y="647"/>
                </a:cubicBezTo>
                <a:cubicBezTo>
                  <a:pt x="175" y="874"/>
                  <a:pt x="355" y="1057"/>
                  <a:pt x="582" y="1057"/>
                </a:cubicBezTo>
                <a:close/>
                <a:moveTo>
                  <a:pt x="582" y="123"/>
                </a:moveTo>
                <a:cubicBezTo>
                  <a:pt x="871" y="123"/>
                  <a:pt x="1107" y="358"/>
                  <a:pt x="1107" y="647"/>
                </a:cubicBezTo>
                <a:cubicBezTo>
                  <a:pt x="1107" y="937"/>
                  <a:pt x="872" y="1172"/>
                  <a:pt x="582" y="1172"/>
                </a:cubicBezTo>
                <a:cubicBezTo>
                  <a:pt x="293" y="1172"/>
                  <a:pt x="57" y="937"/>
                  <a:pt x="57" y="647"/>
                </a:cubicBezTo>
                <a:cubicBezTo>
                  <a:pt x="57" y="358"/>
                  <a:pt x="292" y="123"/>
                  <a:pt x="582" y="123"/>
                </a:cubicBezTo>
                <a:close/>
                <a:moveTo>
                  <a:pt x="341" y="88"/>
                </a:moveTo>
                <a:lnTo>
                  <a:pt x="74" y="312"/>
                </a:lnTo>
                <a:lnTo>
                  <a:pt x="0" y="225"/>
                </a:lnTo>
                <a:lnTo>
                  <a:pt x="268" y="0"/>
                </a:lnTo>
                <a:lnTo>
                  <a:pt x="341" y="88"/>
                </a:lnTo>
                <a:close/>
                <a:moveTo>
                  <a:pt x="1164" y="225"/>
                </a:moveTo>
                <a:lnTo>
                  <a:pt x="1090" y="315"/>
                </a:lnTo>
                <a:lnTo>
                  <a:pt x="822" y="88"/>
                </a:lnTo>
                <a:lnTo>
                  <a:pt x="896" y="1"/>
                </a:lnTo>
                <a:lnTo>
                  <a:pt x="1164" y="2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6" name="Freeform 115"/>
          <p:cNvSpPr>
            <a:spLocks noChangeArrowheads="1"/>
          </p:cNvSpPr>
          <p:nvPr/>
        </p:nvSpPr>
        <p:spPr bwMode="auto">
          <a:xfrm>
            <a:off x="1056481" y="4125912"/>
            <a:ext cx="336550" cy="336550"/>
          </a:xfrm>
          <a:custGeom>
            <a:avLst/>
            <a:gdLst>
              <a:gd name="T0" fmla="*/ 935 w 936"/>
              <a:gd name="T1" fmla="*/ 410 h 936"/>
              <a:gd name="T2" fmla="*/ 935 w 936"/>
              <a:gd name="T3" fmla="*/ 525 h 936"/>
              <a:gd name="T4" fmla="*/ 224 w 936"/>
              <a:gd name="T5" fmla="*/ 525 h 936"/>
              <a:gd name="T6" fmla="*/ 550 w 936"/>
              <a:gd name="T7" fmla="*/ 853 h 936"/>
              <a:gd name="T8" fmla="*/ 468 w 936"/>
              <a:gd name="T9" fmla="*/ 935 h 936"/>
              <a:gd name="T10" fmla="*/ 0 w 936"/>
              <a:gd name="T11" fmla="*/ 467 h 936"/>
              <a:gd name="T12" fmla="*/ 468 w 936"/>
              <a:gd name="T13" fmla="*/ 0 h 936"/>
              <a:gd name="T14" fmla="*/ 550 w 936"/>
              <a:gd name="T15" fmla="*/ 82 h 936"/>
              <a:gd name="T16" fmla="*/ 224 w 936"/>
              <a:gd name="T17" fmla="*/ 410 h 936"/>
              <a:gd name="T18" fmla="*/ 935 w 936"/>
              <a:gd name="T19" fmla="*/ 41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6" h="936">
                <a:moveTo>
                  <a:pt x="935" y="410"/>
                </a:moveTo>
                <a:lnTo>
                  <a:pt x="935" y="525"/>
                </a:lnTo>
                <a:lnTo>
                  <a:pt x="224" y="525"/>
                </a:lnTo>
                <a:lnTo>
                  <a:pt x="550" y="853"/>
                </a:lnTo>
                <a:lnTo>
                  <a:pt x="468" y="935"/>
                </a:lnTo>
                <a:lnTo>
                  <a:pt x="0" y="467"/>
                </a:lnTo>
                <a:lnTo>
                  <a:pt x="468" y="0"/>
                </a:lnTo>
                <a:lnTo>
                  <a:pt x="550" y="82"/>
                </a:lnTo>
                <a:lnTo>
                  <a:pt x="224" y="410"/>
                </a:lnTo>
                <a:lnTo>
                  <a:pt x="935" y="41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7" name="Freeform 116"/>
          <p:cNvSpPr>
            <a:spLocks noChangeArrowheads="1"/>
          </p:cNvSpPr>
          <p:nvPr/>
        </p:nvSpPr>
        <p:spPr bwMode="auto">
          <a:xfrm>
            <a:off x="2116933" y="4084638"/>
            <a:ext cx="377825" cy="420687"/>
          </a:xfrm>
          <a:custGeom>
            <a:avLst/>
            <a:gdLst>
              <a:gd name="T0" fmla="*/ 875 w 1051"/>
              <a:gd name="T1" fmla="*/ 1049 h 1168"/>
              <a:gd name="T2" fmla="*/ 875 w 1051"/>
              <a:gd name="T3" fmla="*/ 967 h 1168"/>
              <a:gd name="T4" fmla="*/ 525 w 1051"/>
              <a:gd name="T5" fmla="*/ 787 h 1168"/>
              <a:gd name="T6" fmla="*/ 175 w 1051"/>
              <a:gd name="T7" fmla="*/ 967 h 1168"/>
              <a:gd name="T8" fmla="*/ 175 w 1051"/>
              <a:gd name="T9" fmla="*/ 1049 h 1168"/>
              <a:gd name="T10" fmla="*/ 875 w 1051"/>
              <a:gd name="T11" fmla="*/ 1049 h 1168"/>
              <a:gd name="T12" fmla="*/ 525 w 1051"/>
              <a:gd name="T13" fmla="*/ 350 h 1168"/>
              <a:gd name="T14" fmla="*/ 350 w 1051"/>
              <a:gd name="T15" fmla="*/ 525 h 1168"/>
              <a:gd name="T16" fmla="*/ 525 w 1051"/>
              <a:gd name="T17" fmla="*/ 699 h 1168"/>
              <a:gd name="T18" fmla="*/ 700 w 1051"/>
              <a:gd name="T19" fmla="*/ 525 h 1168"/>
              <a:gd name="T20" fmla="*/ 525 w 1051"/>
              <a:gd name="T21" fmla="*/ 350 h 1168"/>
              <a:gd name="T22" fmla="*/ 525 w 1051"/>
              <a:gd name="T23" fmla="*/ 117 h 1168"/>
              <a:gd name="T24" fmla="*/ 468 w 1051"/>
              <a:gd name="T25" fmla="*/ 175 h 1168"/>
              <a:gd name="T26" fmla="*/ 525 w 1051"/>
              <a:gd name="T27" fmla="*/ 235 h 1168"/>
              <a:gd name="T28" fmla="*/ 583 w 1051"/>
              <a:gd name="T29" fmla="*/ 175 h 1168"/>
              <a:gd name="T30" fmla="*/ 525 w 1051"/>
              <a:gd name="T31" fmla="*/ 117 h 1168"/>
              <a:gd name="T32" fmla="*/ 1050 w 1051"/>
              <a:gd name="T33" fmla="*/ 235 h 1168"/>
              <a:gd name="T34" fmla="*/ 1050 w 1051"/>
              <a:gd name="T35" fmla="*/ 1049 h 1168"/>
              <a:gd name="T36" fmla="*/ 932 w 1051"/>
              <a:gd name="T37" fmla="*/ 1167 h 1168"/>
              <a:gd name="T38" fmla="*/ 118 w 1051"/>
              <a:gd name="T39" fmla="*/ 1167 h 1168"/>
              <a:gd name="T40" fmla="*/ 0 w 1051"/>
              <a:gd name="T41" fmla="*/ 1049 h 1168"/>
              <a:gd name="T42" fmla="*/ 0 w 1051"/>
              <a:gd name="T43" fmla="*/ 235 h 1168"/>
              <a:gd name="T44" fmla="*/ 118 w 1051"/>
              <a:gd name="T45" fmla="*/ 117 h 1168"/>
              <a:gd name="T46" fmla="*/ 361 w 1051"/>
              <a:gd name="T47" fmla="*/ 117 h 1168"/>
              <a:gd name="T48" fmla="*/ 525 w 1051"/>
              <a:gd name="T49" fmla="*/ 0 h 1168"/>
              <a:gd name="T50" fmla="*/ 689 w 1051"/>
              <a:gd name="T51" fmla="*/ 117 h 1168"/>
              <a:gd name="T52" fmla="*/ 932 w 1051"/>
              <a:gd name="T53" fmla="*/ 117 h 1168"/>
              <a:gd name="T54" fmla="*/ 1050 w 1051"/>
              <a:gd name="T55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51" h="1168">
                <a:moveTo>
                  <a:pt x="875" y="1049"/>
                </a:moveTo>
                <a:lnTo>
                  <a:pt x="875" y="967"/>
                </a:lnTo>
                <a:cubicBezTo>
                  <a:pt x="875" y="850"/>
                  <a:pt x="642" y="787"/>
                  <a:pt x="525" y="787"/>
                </a:cubicBezTo>
                <a:cubicBezTo>
                  <a:pt x="407" y="787"/>
                  <a:pt x="175" y="850"/>
                  <a:pt x="175" y="967"/>
                </a:cubicBezTo>
                <a:lnTo>
                  <a:pt x="175" y="1049"/>
                </a:lnTo>
                <a:lnTo>
                  <a:pt x="875" y="1049"/>
                </a:lnTo>
                <a:close/>
                <a:moveTo>
                  <a:pt x="525" y="350"/>
                </a:moveTo>
                <a:cubicBezTo>
                  <a:pt x="429" y="350"/>
                  <a:pt x="350" y="430"/>
                  <a:pt x="350" y="525"/>
                </a:cubicBezTo>
                <a:cubicBezTo>
                  <a:pt x="350" y="621"/>
                  <a:pt x="429" y="699"/>
                  <a:pt x="525" y="699"/>
                </a:cubicBezTo>
                <a:cubicBezTo>
                  <a:pt x="621" y="699"/>
                  <a:pt x="700" y="621"/>
                  <a:pt x="700" y="525"/>
                </a:cubicBezTo>
                <a:cubicBezTo>
                  <a:pt x="700" y="430"/>
                  <a:pt x="621" y="350"/>
                  <a:pt x="525" y="350"/>
                </a:cubicBezTo>
                <a:close/>
                <a:moveTo>
                  <a:pt x="525" y="117"/>
                </a:moveTo>
                <a:cubicBezTo>
                  <a:pt x="492" y="117"/>
                  <a:pt x="468" y="142"/>
                  <a:pt x="468" y="175"/>
                </a:cubicBezTo>
                <a:cubicBezTo>
                  <a:pt x="468" y="208"/>
                  <a:pt x="492" y="235"/>
                  <a:pt x="525" y="235"/>
                </a:cubicBezTo>
                <a:cubicBezTo>
                  <a:pt x="558" y="235"/>
                  <a:pt x="583" y="208"/>
                  <a:pt x="583" y="175"/>
                </a:cubicBezTo>
                <a:cubicBezTo>
                  <a:pt x="583" y="142"/>
                  <a:pt x="558" y="117"/>
                  <a:pt x="525" y="117"/>
                </a:cubicBezTo>
                <a:close/>
                <a:moveTo>
                  <a:pt x="1050" y="235"/>
                </a:moveTo>
                <a:lnTo>
                  <a:pt x="1050" y="1049"/>
                </a:lnTo>
                <a:cubicBezTo>
                  <a:pt x="1050" y="1112"/>
                  <a:pt x="995" y="1167"/>
                  <a:pt x="932" y="1167"/>
                </a:cubicBezTo>
                <a:lnTo>
                  <a:pt x="118" y="1167"/>
                </a:lnTo>
                <a:cubicBezTo>
                  <a:pt x="55" y="1167"/>
                  <a:pt x="0" y="1112"/>
                  <a:pt x="0" y="1049"/>
                </a:cubicBezTo>
                <a:lnTo>
                  <a:pt x="0" y="235"/>
                </a:lnTo>
                <a:cubicBezTo>
                  <a:pt x="0" y="172"/>
                  <a:pt x="55" y="117"/>
                  <a:pt x="118" y="117"/>
                </a:cubicBezTo>
                <a:lnTo>
                  <a:pt x="361" y="117"/>
                </a:lnTo>
                <a:cubicBezTo>
                  <a:pt x="386" y="49"/>
                  <a:pt x="448" y="0"/>
                  <a:pt x="525" y="0"/>
                </a:cubicBezTo>
                <a:cubicBezTo>
                  <a:pt x="601" y="0"/>
                  <a:pt x="665" y="49"/>
                  <a:pt x="689" y="117"/>
                </a:cubicBezTo>
                <a:lnTo>
                  <a:pt x="932" y="117"/>
                </a:lnTo>
                <a:cubicBezTo>
                  <a:pt x="995" y="117"/>
                  <a:pt x="1050" y="172"/>
                  <a:pt x="1050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8" name="Freeform 117"/>
          <p:cNvSpPr>
            <a:spLocks noChangeArrowheads="1"/>
          </p:cNvSpPr>
          <p:nvPr/>
        </p:nvSpPr>
        <p:spPr bwMode="auto">
          <a:xfrm>
            <a:off x="3156743" y="4105275"/>
            <a:ext cx="463550" cy="377825"/>
          </a:xfrm>
          <a:custGeom>
            <a:avLst/>
            <a:gdLst>
              <a:gd name="T0" fmla="*/ 1167 w 1286"/>
              <a:gd name="T1" fmla="*/ 934 h 1050"/>
              <a:gd name="T2" fmla="*/ 1167 w 1286"/>
              <a:gd name="T3" fmla="*/ 114 h 1050"/>
              <a:gd name="T4" fmla="*/ 118 w 1286"/>
              <a:gd name="T5" fmla="*/ 114 h 1050"/>
              <a:gd name="T6" fmla="*/ 118 w 1286"/>
              <a:gd name="T7" fmla="*/ 934 h 1050"/>
              <a:gd name="T8" fmla="*/ 1167 w 1286"/>
              <a:gd name="T9" fmla="*/ 934 h 1050"/>
              <a:gd name="T10" fmla="*/ 1167 w 1286"/>
              <a:gd name="T11" fmla="*/ 0 h 1050"/>
              <a:gd name="T12" fmla="*/ 1285 w 1286"/>
              <a:gd name="T13" fmla="*/ 117 h 1050"/>
              <a:gd name="T14" fmla="*/ 1285 w 1286"/>
              <a:gd name="T15" fmla="*/ 931 h 1050"/>
              <a:gd name="T16" fmla="*/ 1167 w 1286"/>
              <a:gd name="T17" fmla="*/ 1049 h 1050"/>
              <a:gd name="T18" fmla="*/ 118 w 1286"/>
              <a:gd name="T19" fmla="*/ 1049 h 1050"/>
              <a:gd name="T20" fmla="*/ 0 w 1286"/>
              <a:gd name="T21" fmla="*/ 931 h 1050"/>
              <a:gd name="T22" fmla="*/ 0 w 1286"/>
              <a:gd name="T23" fmla="*/ 117 h 1050"/>
              <a:gd name="T24" fmla="*/ 118 w 1286"/>
              <a:gd name="T25" fmla="*/ 0 h 1050"/>
              <a:gd name="T26" fmla="*/ 1167 w 1286"/>
              <a:gd name="T27" fmla="*/ 0 h 1050"/>
              <a:gd name="T28" fmla="*/ 350 w 1286"/>
              <a:gd name="T29" fmla="*/ 349 h 1050"/>
              <a:gd name="T30" fmla="*/ 350 w 1286"/>
              <a:gd name="T31" fmla="*/ 524 h 1050"/>
              <a:gd name="T32" fmla="*/ 235 w 1286"/>
              <a:gd name="T33" fmla="*/ 524 h 1050"/>
              <a:gd name="T34" fmla="*/ 235 w 1286"/>
              <a:gd name="T35" fmla="*/ 232 h 1050"/>
              <a:gd name="T36" fmla="*/ 525 w 1286"/>
              <a:gd name="T37" fmla="*/ 232 h 1050"/>
              <a:gd name="T38" fmla="*/ 525 w 1286"/>
              <a:gd name="T39" fmla="*/ 349 h 1050"/>
              <a:gd name="T40" fmla="*/ 350 w 1286"/>
              <a:gd name="T41" fmla="*/ 349 h 1050"/>
              <a:gd name="T42" fmla="*/ 1050 w 1286"/>
              <a:gd name="T43" fmla="*/ 524 h 1050"/>
              <a:gd name="T44" fmla="*/ 1050 w 1286"/>
              <a:gd name="T45" fmla="*/ 817 h 1050"/>
              <a:gd name="T46" fmla="*/ 760 w 1286"/>
              <a:gd name="T47" fmla="*/ 817 h 1050"/>
              <a:gd name="T48" fmla="*/ 760 w 1286"/>
              <a:gd name="T49" fmla="*/ 699 h 1050"/>
              <a:gd name="T50" fmla="*/ 935 w 1286"/>
              <a:gd name="T51" fmla="*/ 699 h 1050"/>
              <a:gd name="T52" fmla="*/ 935 w 1286"/>
              <a:gd name="T53" fmla="*/ 524 h 1050"/>
              <a:gd name="T54" fmla="*/ 1050 w 1286"/>
              <a:gd name="T55" fmla="*/ 524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6" h="1050">
                <a:moveTo>
                  <a:pt x="1167" y="934"/>
                </a:moveTo>
                <a:lnTo>
                  <a:pt x="1167" y="114"/>
                </a:lnTo>
                <a:lnTo>
                  <a:pt x="118" y="114"/>
                </a:lnTo>
                <a:lnTo>
                  <a:pt x="118" y="934"/>
                </a:lnTo>
                <a:lnTo>
                  <a:pt x="1167" y="934"/>
                </a:lnTo>
                <a:close/>
                <a:moveTo>
                  <a:pt x="1167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1"/>
                </a:lnTo>
                <a:cubicBezTo>
                  <a:pt x="1285" y="994"/>
                  <a:pt x="1230" y="1049"/>
                  <a:pt x="1167" y="1049"/>
                </a:cubicBezTo>
                <a:lnTo>
                  <a:pt x="118" y="1049"/>
                </a:lnTo>
                <a:cubicBezTo>
                  <a:pt x="55" y="1049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7" y="0"/>
                </a:lnTo>
                <a:close/>
                <a:moveTo>
                  <a:pt x="350" y="349"/>
                </a:moveTo>
                <a:lnTo>
                  <a:pt x="350" y="524"/>
                </a:lnTo>
                <a:lnTo>
                  <a:pt x="235" y="524"/>
                </a:lnTo>
                <a:lnTo>
                  <a:pt x="235" y="232"/>
                </a:lnTo>
                <a:lnTo>
                  <a:pt x="525" y="232"/>
                </a:lnTo>
                <a:lnTo>
                  <a:pt x="525" y="349"/>
                </a:lnTo>
                <a:lnTo>
                  <a:pt x="350" y="349"/>
                </a:lnTo>
                <a:close/>
                <a:moveTo>
                  <a:pt x="1050" y="524"/>
                </a:moveTo>
                <a:lnTo>
                  <a:pt x="1050" y="817"/>
                </a:lnTo>
                <a:lnTo>
                  <a:pt x="760" y="817"/>
                </a:lnTo>
                <a:lnTo>
                  <a:pt x="760" y="699"/>
                </a:lnTo>
                <a:lnTo>
                  <a:pt x="935" y="699"/>
                </a:lnTo>
                <a:lnTo>
                  <a:pt x="935" y="524"/>
                </a:lnTo>
                <a:lnTo>
                  <a:pt x="1050" y="5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9" name="Freeform 118"/>
          <p:cNvSpPr>
            <a:spLocks noChangeArrowheads="1"/>
          </p:cNvSpPr>
          <p:nvPr/>
        </p:nvSpPr>
        <p:spPr bwMode="auto">
          <a:xfrm>
            <a:off x="4260056" y="4189413"/>
            <a:ext cx="419100" cy="211137"/>
          </a:xfrm>
          <a:custGeom>
            <a:avLst/>
            <a:gdLst>
              <a:gd name="T0" fmla="*/ 495 w 1165"/>
              <a:gd name="T1" fmla="*/ 467 h 586"/>
              <a:gd name="T2" fmla="*/ 364 w 1165"/>
              <a:gd name="T3" fmla="*/ 292 h 586"/>
              <a:gd name="T4" fmla="*/ 262 w 1165"/>
              <a:gd name="T5" fmla="*/ 423 h 586"/>
              <a:gd name="T6" fmla="*/ 189 w 1165"/>
              <a:gd name="T7" fmla="*/ 336 h 586"/>
              <a:gd name="T8" fmla="*/ 88 w 1165"/>
              <a:gd name="T9" fmla="*/ 467 h 586"/>
              <a:gd name="T10" fmla="*/ 495 w 1165"/>
              <a:gd name="T11" fmla="*/ 467 h 586"/>
              <a:gd name="T12" fmla="*/ 582 w 1165"/>
              <a:gd name="T13" fmla="*/ 117 h 586"/>
              <a:gd name="T14" fmla="*/ 582 w 1165"/>
              <a:gd name="T15" fmla="*/ 467 h 586"/>
              <a:gd name="T16" fmla="*/ 465 w 1165"/>
              <a:gd name="T17" fmla="*/ 585 h 586"/>
              <a:gd name="T18" fmla="*/ 115 w 1165"/>
              <a:gd name="T19" fmla="*/ 585 h 586"/>
              <a:gd name="T20" fmla="*/ 0 w 1165"/>
              <a:gd name="T21" fmla="*/ 467 h 586"/>
              <a:gd name="T22" fmla="*/ 0 w 1165"/>
              <a:gd name="T23" fmla="*/ 117 h 586"/>
              <a:gd name="T24" fmla="*/ 115 w 1165"/>
              <a:gd name="T25" fmla="*/ 0 h 586"/>
              <a:gd name="T26" fmla="*/ 465 w 1165"/>
              <a:gd name="T27" fmla="*/ 0 h 586"/>
              <a:gd name="T28" fmla="*/ 582 w 1165"/>
              <a:gd name="T29" fmla="*/ 117 h 586"/>
              <a:gd name="T30" fmla="*/ 700 w 1165"/>
              <a:gd name="T31" fmla="*/ 585 h 586"/>
              <a:gd name="T32" fmla="*/ 700 w 1165"/>
              <a:gd name="T33" fmla="*/ 467 h 586"/>
              <a:gd name="T34" fmla="*/ 1164 w 1165"/>
              <a:gd name="T35" fmla="*/ 467 h 586"/>
              <a:gd name="T36" fmla="*/ 1164 w 1165"/>
              <a:gd name="T37" fmla="*/ 585 h 586"/>
              <a:gd name="T38" fmla="*/ 700 w 1165"/>
              <a:gd name="T39" fmla="*/ 585 h 586"/>
              <a:gd name="T40" fmla="*/ 1164 w 1165"/>
              <a:gd name="T41" fmla="*/ 0 h 586"/>
              <a:gd name="T42" fmla="*/ 1164 w 1165"/>
              <a:gd name="T43" fmla="*/ 117 h 586"/>
              <a:gd name="T44" fmla="*/ 700 w 1165"/>
              <a:gd name="T45" fmla="*/ 117 h 586"/>
              <a:gd name="T46" fmla="*/ 700 w 1165"/>
              <a:gd name="T47" fmla="*/ 0 h 586"/>
              <a:gd name="T48" fmla="*/ 1164 w 1165"/>
              <a:gd name="T49" fmla="*/ 0 h 586"/>
              <a:gd name="T50" fmla="*/ 1164 w 1165"/>
              <a:gd name="T51" fmla="*/ 350 h 586"/>
              <a:gd name="T52" fmla="*/ 700 w 1165"/>
              <a:gd name="T53" fmla="*/ 350 h 586"/>
              <a:gd name="T54" fmla="*/ 700 w 1165"/>
              <a:gd name="T55" fmla="*/ 235 h 586"/>
              <a:gd name="T56" fmla="*/ 1164 w 1165"/>
              <a:gd name="T57" fmla="*/ 235 h 586"/>
              <a:gd name="T58" fmla="*/ 1164 w 1165"/>
              <a:gd name="T59" fmla="*/ 35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5" h="586">
                <a:moveTo>
                  <a:pt x="495" y="467"/>
                </a:moveTo>
                <a:lnTo>
                  <a:pt x="364" y="292"/>
                </a:lnTo>
                <a:lnTo>
                  <a:pt x="262" y="423"/>
                </a:lnTo>
                <a:lnTo>
                  <a:pt x="189" y="336"/>
                </a:lnTo>
                <a:lnTo>
                  <a:pt x="88" y="467"/>
                </a:lnTo>
                <a:lnTo>
                  <a:pt x="495" y="467"/>
                </a:lnTo>
                <a:close/>
                <a:moveTo>
                  <a:pt x="582" y="117"/>
                </a:moveTo>
                <a:lnTo>
                  <a:pt x="582" y="467"/>
                </a:lnTo>
                <a:cubicBezTo>
                  <a:pt x="582" y="530"/>
                  <a:pt x="528" y="585"/>
                  <a:pt x="465" y="585"/>
                </a:cubicBezTo>
                <a:lnTo>
                  <a:pt x="115" y="585"/>
                </a:lnTo>
                <a:cubicBezTo>
                  <a:pt x="52" y="585"/>
                  <a:pt x="0" y="530"/>
                  <a:pt x="0" y="467"/>
                </a:cubicBezTo>
                <a:lnTo>
                  <a:pt x="0" y="117"/>
                </a:lnTo>
                <a:cubicBezTo>
                  <a:pt x="0" y="55"/>
                  <a:pt x="52" y="0"/>
                  <a:pt x="115" y="0"/>
                </a:cubicBezTo>
                <a:lnTo>
                  <a:pt x="465" y="0"/>
                </a:lnTo>
                <a:cubicBezTo>
                  <a:pt x="528" y="0"/>
                  <a:pt x="582" y="55"/>
                  <a:pt x="582" y="117"/>
                </a:cubicBezTo>
                <a:close/>
                <a:moveTo>
                  <a:pt x="700" y="585"/>
                </a:moveTo>
                <a:lnTo>
                  <a:pt x="700" y="467"/>
                </a:lnTo>
                <a:lnTo>
                  <a:pt x="1164" y="467"/>
                </a:lnTo>
                <a:lnTo>
                  <a:pt x="1164" y="585"/>
                </a:lnTo>
                <a:lnTo>
                  <a:pt x="700" y="585"/>
                </a:lnTo>
                <a:close/>
                <a:moveTo>
                  <a:pt x="1164" y="0"/>
                </a:moveTo>
                <a:lnTo>
                  <a:pt x="1164" y="117"/>
                </a:lnTo>
                <a:lnTo>
                  <a:pt x="700" y="117"/>
                </a:lnTo>
                <a:lnTo>
                  <a:pt x="700" y="0"/>
                </a:lnTo>
                <a:lnTo>
                  <a:pt x="1164" y="0"/>
                </a:lnTo>
                <a:close/>
                <a:moveTo>
                  <a:pt x="1164" y="350"/>
                </a:moveTo>
                <a:lnTo>
                  <a:pt x="700" y="350"/>
                </a:lnTo>
                <a:lnTo>
                  <a:pt x="700" y="235"/>
                </a:lnTo>
                <a:lnTo>
                  <a:pt x="1164" y="235"/>
                </a:lnTo>
                <a:lnTo>
                  <a:pt x="1164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0" name="Freeform 119"/>
          <p:cNvSpPr>
            <a:spLocks noChangeArrowheads="1"/>
          </p:cNvSpPr>
          <p:nvPr/>
        </p:nvSpPr>
        <p:spPr bwMode="auto">
          <a:xfrm>
            <a:off x="5384006" y="4125912"/>
            <a:ext cx="336550" cy="336550"/>
          </a:xfrm>
          <a:custGeom>
            <a:avLst/>
            <a:gdLst>
              <a:gd name="T0" fmla="*/ 0 w 936"/>
              <a:gd name="T1" fmla="*/ 467 h 936"/>
              <a:gd name="T2" fmla="*/ 468 w 936"/>
              <a:gd name="T3" fmla="*/ 0 h 936"/>
              <a:gd name="T4" fmla="*/ 935 w 936"/>
              <a:gd name="T5" fmla="*/ 467 h 936"/>
              <a:gd name="T6" fmla="*/ 850 w 936"/>
              <a:gd name="T7" fmla="*/ 549 h 936"/>
              <a:gd name="T8" fmla="*/ 525 w 936"/>
              <a:gd name="T9" fmla="*/ 224 h 936"/>
              <a:gd name="T10" fmla="*/ 525 w 936"/>
              <a:gd name="T11" fmla="*/ 935 h 936"/>
              <a:gd name="T12" fmla="*/ 410 w 936"/>
              <a:gd name="T13" fmla="*/ 935 h 936"/>
              <a:gd name="T14" fmla="*/ 410 w 936"/>
              <a:gd name="T15" fmla="*/ 224 h 936"/>
              <a:gd name="T16" fmla="*/ 82 w 936"/>
              <a:gd name="T17" fmla="*/ 549 h 936"/>
              <a:gd name="T18" fmla="*/ 0 w 936"/>
              <a:gd name="T19" fmla="*/ 46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6" h="936">
                <a:moveTo>
                  <a:pt x="0" y="467"/>
                </a:moveTo>
                <a:lnTo>
                  <a:pt x="468" y="0"/>
                </a:lnTo>
                <a:lnTo>
                  <a:pt x="935" y="467"/>
                </a:lnTo>
                <a:lnTo>
                  <a:pt x="850" y="549"/>
                </a:lnTo>
                <a:lnTo>
                  <a:pt x="525" y="224"/>
                </a:lnTo>
                <a:lnTo>
                  <a:pt x="525" y="935"/>
                </a:lnTo>
                <a:lnTo>
                  <a:pt x="410" y="935"/>
                </a:lnTo>
                <a:lnTo>
                  <a:pt x="410" y="224"/>
                </a:lnTo>
                <a:lnTo>
                  <a:pt x="82" y="549"/>
                </a:lnTo>
                <a:lnTo>
                  <a:pt x="0" y="46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1" name="Freeform 120"/>
          <p:cNvSpPr>
            <a:spLocks noChangeArrowheads="1"/>
          </p:cNvSpPr>
          <p:nvPr/>
        </p:nvSpPr>
        <p:spPr bwMode="auto">
          <a:xfrm>
            <a:off x="6465093" y="4125912"/>
            <a:ext cx="336550" cy="336550"/>
          </a:xfrm>
          <a:custGeom>
            <a:avLst/>
            <a:gdLst>
              <a:gd name="T0" fmla="*/ 467 w 936"/>
              <a:gd name="T1" fmla="*/ 0 h 936"/>
              <a:gd name="T2" fmla="*/ 935 w 936"/>
              <a:gd name="T3" fmla="*/ 467 h 936"/>
              <a:gd name="T4" fmla="*/ 467 w 936"/>
              <a:gd name="T5" fmla="*/ 935 h 936"/>
              <a:gd name="T6" fmla="*/ 385 w 936"/>
              <a:gd name="T7" fmla="*/ 853 h 936"/>
              <a:gd name="T8" fmla="*/ 710 w 936"/>
              <a:gd name="T9" fmla="*/ 525 h 936"/>
              <a:gd name="T10" fmla="*/ 0 w 936"/>
              <a:gd name="T11" fmla="*/ 525 h 936"/>
              <a:gd name="T12" fmla="*/ 0 w 936"/>
              <a:gd name="T13" fmla="*/ 410 h 936"/>
              <a:gd name="T14" fmla="*/ 710 w 936"/>
              <a:gd name="T15" fmla="*/ 410 h 936"/>
              <a:gd name="T16" fmla="*/ 385 w 936"/>
              <a:gd name="T17" fmla="*/ 82 h 936"/>
              <a:gd name="T18" fmla="*/ 467 w 936"/>
              <a:gd name="T19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6" h="936">
                <a:moveTo>
                  <a:pt x="467" y="0"/>
                </a:moveTo>
                <a:lnTo>
                  <a:pt x="935" y="467"/>
                </a:lnTo>
                <a:lnTo>
                  <a:pt x="467" y="935"/>
                </a:lnTo>
                <a:lnTo>
                  <a:pt x="385" y="853"/>
                </a:lnTo>
                <a:lnTo>
                  <a:pt x="710" y="525"/>
                </a:lnTo>
                <a:lnTo>
                  <a:pt x="0" y="525"/>
                </a:lnTo>
                <a:lnTo>
                  <a:pt x="0" y="410"/>
                </a:lnTo>
                <a:lnTo>
                  <a:pt x="710" y="410"/>
                </a:lnTo>
                <a:lnTo>
                  <a:pt x="385" y="82"/>
                </a:lnTo>
                <a:lnTo>
                  <a:pt x="467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2" name="Freeform 121"/>
          <p:cNvSpPr>
            <a:spLocks noChangeArrowheads="1"/>
          </p:cNvSpPr>
          <p:nvPr/>
        </p:nvSpPr>
        <p:spPr bwMode="auto">
          <a:xfrm>
            <a:off x="7611268" y="4241800"/>
            <a:ext cx="211138" cy="104775"/>
          </a:xfrm>
          <a:custGeom>
            <a:avLst/>
            <a:gdLst>
              <a:gd name="T0" fmla="*/ 0 w 586"/>
              <a:gd name="T1" fmla="*/ 292 h 293"/>
              <a:gd name="T2" fmla="*/ 293 w 586"/>
              <a:gd name="T3" fmla="*/ 0 h 293"/>
              <a:gd name="T4" fmla="*/ 585 w 586"/>
              <a:gd name="T5" fmla="*/ 292 h 293"/>
              <a:gd name="T6" fmla="*/ 0 w 586"/>
              <a:gd name="T7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6" h="293">
                <a:moveTo>
                  <a:pt x="0" y="292"/>
                </a:moveTo>
                <a:lnTo>
                  <a:pt x="293" y="0"/>
                </a:lnTo>
                <a:lnTo>
                  <a:pt x="585" y="292"/>
                </a:lnTo>
                <a:lnTo>
                  <a:pt x="0" y="29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3" name="Freeform 122"/>
          <p:cNvSpPr>
            <a:spLocks noChangeArrowheads="1"/>
          </p:cNvSpPr>
          <p:nvPr/>
        </p:nvSpPr>
        <p:spPr bwMode="auto">
          <a:xfrm>
            <a:off x="8692358" y="4241800"/>
            <a:ext cx="211137" cy="104775"/>
          </a:xfrm>
          <a:custGeom>
            <a:avLst/>
            <a:gdLst>
              <a:gd name="T0" fmla="*/ 0 w 586"/>
              <a:gd name="T1" fmla="*/ 0 h 293"/>
              <a:gd name="T2" fmla="*/ 585 w 586"/>
              <a:gd name="T3" fmla="*/ 0 h 293"/>
              <a:gd name="T4" fmla="*/ 292 w 586"/>
              <a:gd name="T5" fmla="*/ 292 h 293"/>
              <a:gd name="T6" fmla="*/ 0 w 586"/>
              <a:gd name="T7" fmla="*/ 0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6" h="293">
                <a:moveTo>
                  <a:pt x="0" y="0"/>
                </a:moveTo>
                <a:lnTo>
                  <a:pt x="585" y="0"/>
                </a:lnTo>
                <a:lnTo>
                  <a:pt x="292" y="292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4" name="Freeform 123"/>
          <p:cNvSpPr>
            <a:spLocks noChangeArrowheads="1"/>
          </p:cNvSpPr>
          <p:nvPr/>
        </p:nvSpPr>
        <p:spPr bwMode="auto">
          <a:xfrm>
            <a:off x="9670256" y="4084637"/>
            <a:ext cx="419100" cy="419100"/>
          </a:xfrm>
          <a:custGeom>
            <a:avLst/>
            <a:gdLst>
              <a:gd name="T0" fmla="*/ 582 w 1165"/>
              <a:gd name="T1" fmla="*/ 700 h 1165"/>
              <a:gd name="T2" fmla="*/ 814 w 1165"/>
              <a:gd name="T3" fmla="*/ 465 h 1165"/>
              <a:gd name="T4" fmla="*/ 350 w 1165"/>
              <a:gd name="T5" fmla="*/ 465 h 1165"/>
              <a:gd name="T6" fmla="*/ 582 w 1165"/>
              <a:gd name="T7" fmla="*/ 700 h 1165"/>
              <a:gd name="T8" fmla="*/ 582 w 1165"/>
              <a:gd name="T9" fmla="*/ 0 h 1165"/>
              <a:gd name="T10" fmla="*/ 1164 w 1165"/>
              <a:gd name="T11" fmla="*/ 582 h 1165"/>
              <a:gd name="T12" fmla="*/ 582 w 1165"/>
              <a:gd name="T13" fmla="*/ 1164 h 1165"/>
              <a:gd name="T14" fmla="*/ 0 w 1165"/>
              <a:gd name="T15" fmla="*/ 582 h 1165"/>
              <a:gd name="T16" fmla="*/ 582 w 1165"/>
              <a:gd name="T1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5" h="1165">
                <a:moveTo>
                  <a:pt x="582" y="700"/>
                </a:moveTo>
                <a:lnTo>
                  <a:pt x="814" y="465"/>
                </a:lnTo>
                <a:lnTo>
                  <a:pt x="350" y="465"/>
                </a:lnTo>
                <a:lnTo>
                  <a:pt x="582" y="700"/>
                </a:lnTo>
                <a:close/>
                <a:moveTo>
                  <a:pt x="582" y="0"/>
                </a:moveTo>
                <a:cubicBezTo>
                  <a:pt x="904" y="0"/>
                  <a:pt x="1164" y="260"/>
                  <a:pt x="1164" y="582"/>
                </a:cubicBezTo>
                <a:cubicBezTo>
                  <a:pt x="1164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60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5" name="Freeform 124"/>
          <p:cNvSpPr>
            <a:spLocks noChangeArrowheads="1"/>
          </p:cNvSpPr>
          <p:nvPr/>
        </p:nvSpPr>
        <p:spPr bwMode="auto">
          <a:xfrm>
            <a:off x="10794206" y="4125912"/>
            <a:ext cx="336550" cy="336550"/>
          </a:xfrm>
          <a:custGeom>
            <a:avLst/>
            <a:gdLst>
              <a:gd name="T0" fmla="*/ 935 w 936"/>
              <a:gd name="T1" fmla="*/ 467 h 936"/>
              <a:gd name="T2" fmla="*/ 467 w 936"/>
              <a:gd name="T3" fmla="*/ 935 h 936"/>
              <a:gd name="T4" fmla="*/ 0 w 936"/>
              <a:gd name="T5" fmla="*/ 467 h 936"/>
              <a:gd name="T6" fmla="*/ 85 w 936"/>
              <a:gd name="T7" fmla="*/ 385 h 936"/>
              <a:gd name="T8" fmla="*/ 410 w 936"/>
              <a:gd name="T9" fmla="*/ 710 h 936"/>
              <a:gd name="T10" fmla="*/ 410 w 936"/>
              <a:gd name="T11" fmla="*/ 0 h 936"/>
              <a:gd name="T12" fmla="*/ 525 w 936"/>
              <a:gd name="T13" fmla="*/ 0 h 936"/>
              <a:gd name="T14" fmla="*/ 525 w 936"/>
              <a:gd name="T15" fmla="*/ 710 h 936"/>
              <a:gd name="T16" fmla="*/ 853 w 936"/>
              <a:gd name="T17" fmla="*/ 385 h 936"/>
              <a:gd name="T18" fmla="*/ 935 w 936"/>
              <a:gd name="T19" fmla="*/ 46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6" h="936">
                <a:moveTo>
                  <a:pt x="935" y="467"/>
                </a:moveTo>
                <a:lnTo>
                  <a:pt x="467" y="935"/>
                </a:lnTo>
                <a:lnTo>
                  <a:pt x="0" y="467"/>
                </a:lnTo>
                <a:lnTo>
                  <a:pt x="85" y="385"/>
                </a:lnTo>
                <a:lnTo>
                  <a:pt x="410" y="710"/>
                </a:lnTo>
                <a:lnTo>
                  <a:pt x="410" y="0"/>
                </a:lnTo>
                <a:lnTo>
                  <a:pt x="525" y="0"/>
                </a:lnTo>
                <a:lnTo>
                  <a:pt x="525" y="710"/>
                </a:lnTo>
                <a:lnTo>
                  <a:pt x="853" y="385"/>
                </a:lnTo>
                <a:lnTo>
                  <a:pt x="935" y="46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6" name="Freeform 125"/>
          <p:cNvSpPr>
            <a:spLocks noChangeArrowheads="1"/>
          </p:cNvSpPr>
          <p:nvPr/>
        </p:nvSpPr>
        <p:spPr bwMode="auto">
          <a:xfrm>
            <a:off x="1056483" y="4951414"/>
            <a:ext cx="377825" cy="420687"/>
          </a:xfrm>
          <a:custGeom>
            <a:avLst/>
            <a:gdLst>
              <a:gd name="T0" fmla="*/ 525 w 1051"/>
              <a:gd name="T1" fmla="*/ 235 h 1168"/>
              <a:gd name="T2" fmla="*/ 582 w 1051"/>
              <a:gd name="T3" fmla="*/ 175 h 1168"/>
              <a:gd name="T4" fmla="*/ 525 w 1051"/>
              <a:gd name="T5" fmla="*/ 118 h 1168"/>
              <a:gd name="T6" fmla="*/ 468 w 1051"/>
              <a:gd name="T7" fmla="*/ 175 h 1168"/>
              <a:gd name="T8" fmla="*/ 525 w 1051"/>
              <a:gd name="T9" fmla="*/ 235 h 1168"/>
              <a:gd name="T10" fmla="*/ 582 w 1051"/>
              <a:gd name="T11" fmla="*/ 760 h 1168"/>
              <a:gd name="T12" fmla="*/ 582 w 1051"/>
              <a:gd name="T13" fmla="*/ 410 h 1168"/>
              <a:gd name="T14" fmla="*/ 468 w 1051"/>
              <a:gd name="T15" fmla="*/ 410 h 1168"/>
              <a:gd name="T16" fmla="*/ 468 w 1051"/>
              <a:gd name="T17" fmla="*/ 760 h 1168"/>
              <a:gd name="T18" fmla="*/ 582 w 1051"/>
              <a:gd name="T19" fmla="*/ 760 h 1168"/>
              <a:gd name="T20" fmla="*/ 582 w 1051"/>
              <a:gd name="T21" fmla="*/ 992 h 1168"/>
              <a:gd name="T22" fmla="*/ 582 w 1051"/>
              <a:gd name="T23" fmla="*/ 875 h 1168"/>
              <a:gd name="T24" fmla="*/ 468 w 1051"/>
              <a:gd name="T25" fmla="*/ 875 h 1168"/>
              <a:gd name="T26" fmla="*/ 468 w 1051"/>
              <a:gd name="T27" fmla="*/ 992 h 1168"/>
              <a:gd name="T28" fmla="*/ 582 w 1051"/>
              <a:gd name="T29" fmla="*/ 992 h 1168"/>
              <a:gd name="T30" fmla="*/ 932 w 1051"/>
              <a:gd name="T31" fmla="*/ 118 h 1168"/>
              <a:gd name="T32" fmla="*/ 1050 w 1051"/>
              <a:gd name="T33" fmla="*/ 235 h 1168"/>
              <a:gd name="T34" fmla="*/ 1050 w 1051"/>
              <a:gd name="T35" fmla="*/ 1050 h 1168"/>
              <a:gd name="T36" fmla="*/ 932 w 1051"/>
              <a:gd name="T37" fmla="*/ 1167 h 1168"/>
              <a:gd name="T38" fmla="*/ 118 w 1051"/>
              <a:gd name="T39" fmla="*/ 1167 h 1168"/>
              <a:gd name="T40" fmla="*/ 0 w 1051"/>
              <a:gd name="T41" fmla="*/ 1050 h 1168"/>
              <a:gd name="T42" fmla="*/ 0 w 1051"/>
              <a:gd name="T43" fmla="*/ 235 h 1168"/>
              <a:gd name="T44" fmla="*/ 118 w 1051"/>
              <a:gd name="T45" fmla="*/ 118 h 1168"/>
              <a:gd name="T46" fmla="*/ 361 w 1051"/>
              <a:gd name="T47" fmla="*/ 118 h 1168"/>
              <a:gd name="T48" fmla="*/ 525 w 1051"/>
              <a:gd name="T49" fmla="*/ 0 h 1168"/>
              <a:gd name="T50" fmla="*/ 689 w 1051"/>
              <a:gd name="T51" fmla="*/ 118 h 1168"/>
              <a:gd name="T52" fmla="*/ 932 w 1051"/>
              <a:gd name="T53" fmla="*/ 118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168">
                <a:moveTo>
                  <a:pt x="525" y="235"/>
                </a:moveTo>
                <a:cubicBezTo>
                  <a:pt x="558" y="235"/>
                  <a:pt x="582" y="208"/>
                  <a:pt x="582" y="175"/>
                </a:cubicBezTo>
                <a:cubicBezTo>
                  <a:pt x="582" y="143"/>
                  <a:pt x="558" y="118"/>
                  <a:pt x="525" y="118"/>
                </a:cubicBezTo>
                <a:cubicBezTo>
                  <a:pt x="492" y="118"/>
                  <a:pt x="468" y="143"/>
                  <a:pt x="468" y="175"/>
                </a:cubicBezTo>
                <a:cubicBezTo>
                  <a:pt x="468" y="208"/>
                  <a:pt x="492" y="235"/>
                  <a:pt x="525" y="235"/>
                </a:cubicBezTo>
                <a:close/>
                <a:moveTo>
                  <a:pt x="582" y="760"/>
                </a:moveTo>
                <a:lnTo>
                  <a:pt x="582" y="410"/>
                </a:lnTo>
                <a:lnTo>
                  <a:pt x="468" y="410"/>
                </a:lnTo>
                <a:lnTo>
                  <a:pt x="468" y="760"/>
                </a:lnTo>
                <a:lnTo>
                  <a:pt x="582" y="760"/>
                </a:lnTo>
                <a:close/>
                <a:moveTo>
                  <a:pt x="582" y="992"/>
                </a:moveTo>
                <a:lnTo>
                  <a:pt x="582" y="875"/>
                </a:lnTo>
                <a:lnTo>
                  <a:pt x="468" y="875"/>
                </a:lnTo>
                <a:lnTo>
                  <a:pt x="468" y="992"/>
                </a:lnTo>
                <a:lnTo>
                  <a:pt x="582" y="992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5"/>
                </a:cubicBezTo>
                <a:lnTo>
                  <a:pt x="1050" y="1050"/>
                </a:lnTo>
                <a:cubicBezTo>
                  <a:pt x="1050" y="1113"/>
                  <a:pt x="995" y="1167"/>
                  <a:pt x="932" y="1167"/>
                </a:cubicBezTo>
                <a:lnTo>
                  <a:pt x="118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5" y="118"/>
                  <a:pt x="118" y="118"/>
                </a:cubicBezTo>
                <a:lnTo>
                  <a:pt x="361" y="118"/>
                </a:lnTo>
                <a:cubicBezTo>
                  <a:pt x="386" y="50"/>
                  <a:pt x="448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7" name="Freeform 126"/>
          <p:cNvSpPr>
            <a:spLocks noChangeArrowheads="1"/>
          </p:cNvSpPr>
          <p:nvPr/>
        </p:nvSpPr>
        <p:spPr bwMode="auto">
          <a:xfrm>
            <a:off x="2186781" y="4973638"/>
            <a:ext cx="273050" cy="377825"/>
          </a:xfrm>
          <a:custGeom>
            <a:avLst/>
            <a:gdLst>
              <a:gd name="T0" fmla="*/ 350 w 758"/>
              <a:gd name="T1" fmla="*/ 0 h 1051"/>
              <a:gd name="T2" fmla="*/ 757 w 758"/>
              <a:gd name="T3" fmla="*/ 0 h 1051"/>
              <a:gd name="T4" fmla="*/ 757 w 758"/>
              <a:gd name="T5" fmla="*/ 175 h 1051"/>
              <a:gd name="T6" fmla="*/ 525 w 758"/>
              <a:gd name="T7" fmla="*/ 175 h 1051"/>
              <a:gd name="T8" fmla="*/ 525 w 758"/>
              <a:gd name="T9" fmla="*/ 817 h 1051"/>
              <a:gd name="T10" fmla="*/ 522 w 758"/>
              <a:gd name="T11" fmla="*/ 817 h 1051"/>
              <a:gd name="T12" fmla="*/ 263 w 758"/>
              <a:gd name="T13" fmla="*/ 1050 h 1051"/>
              <a:gd name="T14" fmla="*/ 0 w 758"/>
              <a:gd name="T15" fmla="*/ 787 h 1051"/>
              <a:gd name="T16" fmla="*/ 263 w 758"/>
              <a:gd name="T17" fmla="*/ 525 h 1051"/>
              <a:gd name="T18" fmla="*/ 350 w 758"/>
              <a:gd name="T19" fmla="*/ 541 h 1051"/>
              <a:gd name="T20" fmla="*/ 350 w 758"/>
              <a:gd name="T2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8" h="1051">
                <a:moveTo>
                  <a:pt x="350" y="0"/>
                </a:moveTo>
                <a:lnTo>
                  <a:pt x="757" y="0"/>
                </a:lnTo>
                <a:lnTo>
                  <a:pt x="757" y="175"/>
                </a:lnTo>
                <a:lnTo>
                  <a:pt x="525" y="175"/>
                </a:lnTo>
                <a:lnTo>
                  <a:pt x="525" y="817"/>
                </a:lnTo>
                <a:lnTo>
                  <a:pt x="522" y="817"/>
                </a:lnTo>
                <a:cubicBezTo>
                  <a:pt x="509" y="948"/>
                  <a:pt x="397" y="1050"/>
                  <a:pt x="263" y="1050"/>
                </a:cubicBezTo>
                <a:cubicBezTo>
                  <a:pt x="118" y="1050"/>
                  <a:pt x="0" y="932"/>
                  <a:pt x="0" y="787"/>
                </a:cubicBezTo>
                <a:cubicBezTo>
                  <a:pt x="0" y="642"/>
                  <a:pt x="118" y="525"/>
                  <a:pt x="263" y="525"/>
                </a:cubicBezTo>
                <a:cubicBezTo>
                  <a:pt x="293" y="525"/>
                  <a:pt x="323" y="530"/>
                  <a:pt x="350" y="541"/>
                </a:cubicBezTo>
                <a:lnTo>
                  <a:pt x="35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8" name="Freeform 127"/>
          <p:cNvSpPr>
            <a:spLocks noChangeArrowheads="1"/>
          </p:cNvSpPr>
          <p:nvPr/>
        </p:nvSpPr>
        <p:spPr bwMode="auto">
          <a:xfrm>
            <a:off x="3190081" y="5046663"/>
            <a:ext cx="419100" cy="231775"/>
          </a:xfrm>
          <a:custGeom>
            <a:avLst/>
            <a:gdLst>
              <a:gd name="T0" fmla="*/ 0 w 1166"/>
              <a:gd name="T1" fmla="*/ 322 h 643"/>
              <a:gd name="T2" fmla="*/ 320 w 1166"/>
              <a:gd name="T3" fmla="*/ 0 h 643"/>
              <a:gd name="T4" fmla="*/ 932 w 1166"/>
              <a:gd name="T5" fmla="*/ 0 h 643"/>
              <a:gd name="T6" fmla="*/ 1165 w 1166"/>
              <a:gd name="T7" fmla="*/ 235 h 643"/>
              <a:gd name="T8" fmla="*/ 932 w 1166"/>
              <a:gd name="T9" fmla="*/ 467 h 643"/>
              <a:gd name="T10" fmla="*/ 438 w 1166"/>
              <a:gd name="T11" fmla="*/ 467 h 643"/>
              <a:gd name="T12" fmla="*/ 290 w 1166"/>
              <a:gd name="T13" fmla="*/ 322 h 643"/>
              <a:gd name="T14" fmla="*/ 438 w 1166"/>
              <a:gd name="T15" fmla="*/ 175 h 643"/>
              <a:gd name="T16" fmla="*/ 875 w 1166"/>
              <a:gd name="T17" fmla="*/ 175 h 643"/>
              <a:gd name="T18" fmla="*/ 875 w 1166"/>
              <a:gd name="T19" fmla="*/ 292 h 643"/>
              <a:gd name="T20" fmla="*/ 432 w 1166"/>
              <a:gd name="T21" fmla="*/ 292 h 643"/>
              <a:gd name="T22" fmla="*/ 432 w 1166"/>
              <a:gd name="T23" fmla="*/ 350 h 643"/>
              <a:gd name="T24" fmla="*/ 932 w 1166"/>
              <a:gd name="T25" fmla="*/ 350 h 643"/>
              <a:gd name="T26" fmla="*/ 1050 w 1166"/>
              <a:gd name="T27" fmla="*/ 235 h 643"/>
              <a:gd name="T28" fmla="*/ 932 w 1166"/>
              <a:gd name="T29" fmla="*/ 117 h 643"/>
              <a:gd name="T30" fmla="*/ 320 w 1166"/>
              <a:gd name="T31" fmla="*/ 117 h 643"/>
              <a:gd name="T32" fmla="*/ 115 w 1166"/>
              <a:gd name="T33" fmla="*/ 322 h 643"/>
              <a:gd name="T34" fmla="*/ 320 w 1166"/>
              <a:gd name="T35" fmla="*/ 524 h 643"/>
              <a:gd name="T36" fmla="*/ 875 w 1166"/>
              <a:gd name="T37" fmla="*/ 524 h 643"/>
              <a:gd name="T38" fmla="*/ 875 w 1166"/>
              <a:gd name="T39" fmla="*/ 642 h 643"/>
              <a:gd name="T40" fmla="*/ 320 w 1166"/>
              <a:gd name="T41" fmla="*/ 642 h 643"/>
              <a:gd name="T42" fmla="*/ 0 w 1166"/>
              <a:gd name="T43" fmla="*/ 322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643">
                <a:moveTo>
                  <a:pt x="0" y="322"/>
                </a:moveTo>
                <a:cubicBezTo>
                  <a:pt x="0" y="145"/>
                  <a:pt x="143" y="0"/>
                  <a:pt x="320" y="0"/>
                </a:cubicBezTo>
                <a:lnTo>
                  <a:pt x="932" y="0"/>
                </a:lnTo>
                <a:cubicBezTo>
                  <a:pt x="1061" y="0"/>
                  <a:pt x="1165" y="107"/>
                  <a:pt x="1165" y="235"/>
                </a:cubicBezTo>
                <a:cubicBezTo>
                  <a:pt x="1165" y="364"/>
                  <a:pt x="1061" y="467"/>
                  <a:pt x="932" y="467"/>
                </a:cubicBezTo>
                <a:lnTo>
                  <a:pt x="438" y="467"/>
                </a:lnTo>
                <a:cubicBezTo>
                  <a:pt x="358" y="467"/>
                  <a:pt x="290" y="402"/>
                  <a:pt x="290" y="322"/>
                </a:cubicBezTo>
                <a:cubicBezTo>
                  <a:pt x="290" y="243"/>
                  <a:pt x="358" y="175"/>
                  <a:pt x="438" y="175"/>
                </a:cubicBezTo>
                <a:lnTo>
                  <a:pt x="875" y="175"/>
                </a:lnTo>
                <a:lnTo>
                  <a:pt x="875" y="292"/>
                </a:lnTo>
                <a:lnTo>
                  <a:pt x="432" y="292"/>
                </a:lnTo>
                <a:cubicBezTo>
                  <a:pt x="399" y="292"/>
                  <a:pt x="399" y="350"/>
                  <a:pt x="432" y="350"/>
                </a:cubicBezTo>
                <a:lnTo>
                  <a:pt x="932" y="350"/>
                </a:lnTo>
                <a:cubicBezTo>
                  <a:pt x="995" y="350"/>
                  <a:pt x="1050" y="298"/>
                  <a:pt x="1050" y="235"/>
                </a:cubicBezTo>
                <a:cubicBezTo>
                  <a:pt x="1050" y="172"/>
                  <a:pt x="995" y="117"/>
                  <a:pt x="932" y="117"/>
                </a:cubicBezTo>
                <a:lnTo>
                  <a:pt x="320" y="117"/>
                </a:lnTo>
                <a:cubicBezTo>
                  <a:pt x="208" y="117"/>
                  <a:pt x="115" y="210"/>
                  <a:pt x="115" y="322"/>
                </a:cubicBezTo>
                <a:cubicBezTo>
                  <a:pt x="115" y="434"/>
                  <a:pt x="208" y="524"/>
                  <a:pt x="320" y="524"/>
                </a:cubicBezTo>
                <a:lnTo>
                  <a:pt x="875" y="524"/>
                </a:lnTo>
                <a:lnTo>
                  <a:pt x="875" y="642"/>
                </a:lnTo>
                <a:lnTo>
                  <a:pt x="320" y="642"/>
                </a:lnTo>
                <a:cubicBezTo>
                  <a:pt x="143" y="642"/>
                  <a:pt x="0" y="500"/>
                  <a:pt x="0" y="322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9" name="Freeform 128"/>
          <p:cNvSpPr>
            <a:spLocks noChangeArrowheads="1"/>
          </p:cNvSpPr>
          <p:nvPr/>
        </p:nvSpPr>
        <p:spPr bwMode="auto">
          <a:xfrm>
            <a:off x="4371181" y="4973638"/>
            <a:ext cx="214312" cy="377825"/>
          </a:xfrm>
          <a:custGeom>
            <a:avLst/>
            <a:gdLst>
              <a:gd name="T0" fmla="*/ 593 w 594"/>
              <a:gd name="T1" fmla="*/ 716 h 1051"/>
              <a:gd name="T2" fmla="*/ 388 w 594"/>
              <a:gd name="T3" fmla="*/ 924 h 1051"/>
              <a:gd name="T4" fmla="*/ 388 w 594"/>
              <a:gd name="T5" fmla="*/ 1050 h 1051"/>
              <a:gd name="T6" fmla="*/ 213 w 594"/>
              <a:gd name="T7" fmla="*/ 1050 h 1051"/>
              <a:gd name="T8" fmla="*/ 213 w 594"/>
              <a:gd name="T9" fmla="*/ 924 h 1051"/>
              <a:gd name="T10" fmla="*/ 0 w 594"/>
              <a:gd name="T11" fmla="*/ 700 h 1051"/>
              <a:gd name="T12" fmla="*/ 128 w 594"/>
              <a:gd name="T13" fmla="*/ 700 h 1051"/>
              <a:gd name="T14" fmla="*/ 300 w 594"/>
              <a:gd name="T15" fmla="*/ 823 h 1051"/>
              <a:gd name="T16" fmla="*/ 459 w 594"/>
              <a:gd name="T17" fmla="*/ 719 h 1051"/>
              <a:gd name="T18" fmla="*/ 284 w 594"/>
              <a:gd name="T19" fmla="*/ 577 h 1051"/>
              <a:gd name="T20" fmla="*/ 11 w 594"/>
              <a:gd name="T21" fmla="*/ 336 h 1051"/>
              <a:gd name="T22" fmla="*/ 213 w 594"/>
              <a:gd name="T23" fmla="*/ 126 h 1051"/>
              <a:gd name="T24" fmla="*/ 213 w 594"/>
              <a:gd name="T25" fmla="*/ 0 h 1051"/>
              <a:gd name="T26" fmla="*/ 388 w 594"/>
              <a:gd name="T27" fmla="*/ 0 h 1051"/>
              <a:gd name="T28" fmla="*/ 388 w 594"/>
              <a:gd name="T29" fmla="*/ 129 h 1051"/>
              <a:gd name="T30" fmla="*/ 576 w 594"/>
              <a:gd name="T31" fmla="*/ 350 h 1051"/>
              <a:gd name="T32" fmla="*/ 448 w 594"/>
              <a:gd name="T33" fmla="*/ 350 h 1051"/>
              <a:gd name="T34" fmla="*/ 300 w 594"/>
              <a:gd name="T35" fmla="*/ 227 h 1051"/>
              <a:gd name="T36" fmla="*/ 145 w 594"/>
              <a:gd name="T37" fmla="*/ 336 h 1051"/>
              <a:gd name="T38" fmla="*/ 320 w 594"/>
              <a:gd name="T39" fmla="*/ 462 h 1051"/>
              <a:gd name="T40" fmla="*/ 320 w 594"/>
              <a:gd name="T41" fmla="*/ 462 h 1051"/>
              <a:gd name="T42" fmla="*/ 593 w 594"/>
              <a:gd name="T43" fmla="*/ 716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94" h="1051">
                <a:moveTo>
                  <a:pt x="593" y="716"/>
                </a:moveTo>
                <a:cubicBezTo>
                  <a:pt x="593" y="836"/>
                  <a:pt x="503" y="902"/>
                  <a:pt x="388" y="924"/>
                </a:cubicBezTo>
                <a:lnTo>
                  <a:pt x="388" y="1050"/>
                </a:lnTo>
                <a:lnTo>
                  <a:pt x="213" y="1050"/>
                </a:lnTo>
                <a:lnTo>
                  <a:pt x="213" y="924"/>
                </a:lnTo>
                <a:cubicBezTo>
                  <a:pt x="101" y="899"/>
                  <a:pt x="8" y="828"/>
                  <a:pt x="0" y="700"/>
                </a:cubicBezTo>
                <a:lnTo>
                  <a:pt x="128" y="700"/>
                </a:lnTo>
                <a:cubicBezTo>
                  <a:pt x="134" y="768"/>
                  <a:pt x="180" y="823"/>
                  <a:pt x="300" y="823"/>
                </a:cubicBezTo>
                <a:cubicBezTo>
                  <a:pt x="429" y="823"/>
                  <a:pt x="459" y="760"/>
                  <a:pt x="459" y="719"/>
                </a:cubicBezTo>
                <a:cubicBezTo>
                  <a:pt x="459" y="664"/>
                  <a:pt x="429" y="612"/>
                  <a:pt x="284" y="577"/>
                </a:cubicBezTo>
                <a:cubicBezTo>
                  <a:pt x="120" y="539"/>
                  <a:pt x="11" y="470"/>
                  <a:pt x="11" y="336"/>
                </a:cubicBezTo>
                <a:cubicBezTo>
                  <a:pt x="11" y="224"/>
                  <a:pt x="101" y="151"/>
                  <a:pt x="213" y="126"/>
                </a:cubicBezTo>
                <a:lnTo>
                  <a:pt x="213" y="0"/>
                </a:lnTo>
                <a:lnTo>
                  <a:pt x="388" y="0"/>
                </a:lnTo>
                <a:lnTo>
                  <a:pt x="388" y="129"/>
                </a:lnTo>
                <a:cubicBezTo>
                  <a:pt x="511" y="159"/>
                  <a:pt x="574" y="249"/>
                  <a:pt x="576" y="350"/>
                </a:cubicBezTo>
                <a:lnTo>
                  <a:pt x="448" y="350"/>
                </a:lnTo>
                <a:cubicBezTo>
                  <a:pt x="445" y="276"/>
                  <a:pt x="404" y="227"/>
                  <a:pt x="300" y="227"/>
                </a:cubicBezTo>
                <a:cubicBezTo>
                  <a:pt x="202" y="227"/>
                  <a:pt x="145" y="273"/>
                  <a:pt x="145" y="336"/>
                </a:cubicBezTo>
                <a:cubicBezTo>
                  <a:pt x="145" y="391"/>
                  <a:pt x="188" y="427"/>
                  <a:pt x="320" y="462"/>
                </a:cubicBezTo>
                <a:lnTo>
                  <a:pt x="320" y="462"/>
                </a:lnTo>
                <a:cubicBezTo>
                  <a:pt x="451" y="498"/>
                  <a:pt x="593" y="549"/>
                  <a:pt x="593" y="716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0" name="Freeform 129"/>
          <p:cNvSpPr>
            <a:spLocks noChangeArrowheads="1"/>
          </p:cNvSpPr>
          <p:nvPr/>
        </p:nvSpPr>
        <p:spPr bwMode="auto">
          <a:xfrm>
            <a:off x="5439570" y="4930776"/>
            <a:ext cx="231775" cy="461963"/>
          </a:xfrm>
          <a:custGeom>
            <a:avLst/>
            <a:gdLst>
              <a:gd name="T0" fmla="*/ 555 w 643"/>
              <a:gd name="T1" fmla="*/ 292 h 1285"/>
              <a:gd name="T2" fmla="*/ 642 w 643"/>
              <a:gd name="T3" fmla="*/ 292 h 1285"/>
              <a:gd name="T4" fmla="*/ 642 w 643"/>
              <a:gd name="T5" fmla="*/ 962 h 1285"/>
              <a:gd name="T6" fmla="*/ 322 w 643"/>
              <a:gd name="T7" fmla="*/ 1284 h 1285"/>
              <a:gd name="T8" fmla="*/ 0 w 643"/>
              <a:gd name="T9" fmla="*/ 962 h 1285"/>
              <a:gd name="T10" fmla="*/ 0 w 643"/>
              <a:gd name="T11" fmla="*/ 235 h 1285"/>
              <a:gd name="T12" fmla="*/ 235 w 643"/>
              <a:gd name="T13" fmla="*/ 0 h 1285"/>
              <a:gd name="T14" fmla="*/ 467 w 643"/>
              <a:gd name="T15" fmla="*/ 235 h 1285"/>
              <a:gd name="T16" fmla="*/ 467 w 643"/>
              <a:gd name="T17" fmla="*/ 847 h 1285"/>
              <a:gd name="T18" fmla="*/ 322 w 643"/>
              <a:gd name="T19" fmla="*/ 992 h 1285"/>
              <a:gd name="T20" fmla="*/ 175 w 643"/>
              <a:gd name="T21" fmla="*/ 847 h 1285"/>
              <a:gd name="T22" fmla="*/ 175 w 643"/>
              <a:gd name="T23" fmla="*/ 292 h 1285"/>
              <a:gd name="T24" fmla="*/ 262 w 643"/>
              <a:gd name="T25" fmla="*/ 292 h 1285"/>
              <a:gd name="T26" fmla="*/ 262 w 643"/>
              <a:gd name="T27" fmla="*/ 847 h 1285"/>
              <a:gd name="T28" fmla="*/ 322 w 643"/>
              <a:gd name="T29" fmla="*/ 904 h 1285"/>
              <a:gd name="T30" fmla="*/ 380 w 643"/>
              <a:gd name="T31" fmla="*/ 847 h 1285"/>
              <a:gd name="T32" fmla="*/ 380 w 643"/>
              <a:gd name="T33" fmla="*/ 235 h 1285"/>
              <a:gd name="T34" fmla="*/ 235 w 643"/>
              <a:gd name="T35" fmla="*/ 87 h 1285"/>
              <a:gd name="T36" fmla="*/ 87 w 643"/>
              <a:gd name="T37" fmla="*/ 235 h 1285"/>
              <a:gd name="T38" fmla="*/ 87 w 643"/>
              <a:gd name="T39" fmla="*/ 962 h 1285"/>
              <a:gd name="T40" fmla="*/ 322 w 643"/>
              <a:gd name="T41" fmla="*/ 1197 h 1285"/>
              <a:gd name="T42" fmla="*/ 555 w 643"/>
              <a:gd name="T43" fmla="*/ 962 h 1285"/>
              <a:gd name="T44" fmla="*/ 555 w 643"/>
              <a:gd name="T45" fmla="*/ 292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43" h="1285">
                <a:moveTo>
                  <a:pt x="555" y="292"/>
                </a:moveTo>
                <a:lnTo>
                  <a:pt x="642" y="292"/>
                </a:lnTo>
                <a:lnTo>
                  <a:pt x="642" y="962"/>
                </a:lnTo>
                <a:cubicBezTo>
                  <a:pt x="642" y="1139"/>
                  <a:pt x="499" y="1284"/>
                  <a:pt x="322" y="1284"/>
                </a:cubicBezTo>
                <a:cubicBezTo>
                  <a:pt x="144" y="1284"/>
                  <a:pt x="0" y="1139"/>
                  <a:pt x="0" y="962"/>
                </a:cubicBezTo>
                <a:lnTo>
                  <a:pt x="0" y="235"/>
                </a:lnTo>
                <a:cubicBezTo>
                  <a:pt x="0" y="106"/>
                  <a:pt x="107" y="0"/>
                  <a:pt x="235" y="0"/>
                </a:cubicBezTo>
                <a:cubicBezTo>
                  <a:pt x="363" y="0"/>
                  <a:pt x="467" y="106"/>
                  <a:pt x="467" y="235"/>
                </a:cubicBezTo>
                <a:lnTo>
                  <a:pt x="467" y="847"/>
                </a:lnTo>
                <a:cubicBezTo>
                  <a:pt x="467" y="926"/>
                  <a:pt x="401" y="992"/>
                  <a:pt x="322" y="992"/>
                </a:cubicBezTo>
                <a:cubicBezTo>
                  <a:pt x="242" y="992"/>
                  <a:pt x="175" y="926"/>
                  <a:pt x="175" y="847"/>
                </a:cubicBezTo>
                <a:lnTo>
                  <a:pt x="175" y="292"/>
                </a:lnTo>
                <a:lnTo>
                  <a:pt x="262" y="292"/>
                </a:lnTo>
                <a:lnTo>
                  <a:pt x="262" y="847"/>
                </a:lnTo>
                <a:cubicBezTo>
                  <a:pt x="262" y="880"/>
                  <a:pt x="289" y="904"/>
                  <a:pt x="322" y="904"/>
                </a:cubicBezTo>
                <a:cubicBezTo>
                  <a:pt x="354" y="904"/>
                  <a:pt x="380" y="880"/>
                  <a:pt x="380" y="847"/>
                </a:cubicBezTo>
                <a:lnTo>
                  <a:pt x="380" y="235"/>
                </a:lnTo>
                <a:cubicBezTo>
                  <a:pt x="380" y="155"/>
                  <a:pt x="314" y="87"/>
                  <a:pt x="235" y="87"/>
                </a:cubicBezTo>
                <a:cubicBezTo>
                  <a:pt x="156" y="87"/>
                  <a:pt x="87" y="155"/>
                  <a:pt x="87" y="235"/>
                </a:cubicBezTo>
                <a:lnTo>
                  <a:pt x="87" y="962"/>
                </a:lnTo>
                <a:cubicBezTo>
                  <a:pt x="87" y="1090"/>
                  <a:pt x="193" y="1197"/>
                  <a:pt x="322" y="1197"/>
                </a:cubicBezTo>
                <a:cubicBezTo>
                  <a:pt x="450" y="1197"/>
                  <a:pt x="555" y="1090"/>
                  <a:pt x="555" y="962"/>
                </a:cubicBezTo>
                <a:lnTo>
                  <a:pt x="555" y="29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1" name="Freeform 130"/>
          <p:cNvSpPr>
            <a:spLocks noChangeArrowheads="1"/>
          </p:cNvSpPr>
          <p:nvPr/>
        </p:nvSpPr>
        <p:spPr bwMode="auto">
          <a:xfrm>
            <a:off x="6442870" y="4941888"/>
            <a:ext cx="377825" cy="441325"/>
          </a:xfrm>
          <a:custGeom>
            <a:avLst/>
            <a:gdLst>
              <a:gd name="T0" fmla="*/ 634 w 1051"/>
              <a:gd name="T1" fmla="*/ 634 h 1225"/>
              <a:gd name="T2" fmla="*/ 875 w 1051"/>
              <a:gd name="T3" fmla="*/ 524 h 1225"/>
              <a:gd name="T4" fmla="*/ 634 w 1051"/>
              <a:gd name="T5" fmla="*/ 415 h 1225"/>
              <a:gd name="T6" fmla="*/ 525 w 1051"/>
              <a:gd name="T7" fmla="*/ 175 h 1225"/>
              <a:gd name="T8" fmla="*/ 416 w 1051"/>
              <a:gd name="T9" fmla="*/ 415 h 1225"/>
              <a:gd name="T10" fmla="*/ 175 w 1051"/>
              <a:gd name="T11" fmla="*/ 524 h 1225"/>
              <a:gd name="T12" fmla="*/ 416 w 1051"/>
              <a:gd name="T13" fmla="*/ 634 h 1225"/>
              <a:gd name="T14" fmla="*/ 525 w 1051"/>
              <a:gd name="T15" fmla="*/ 874 h 1225"/>
              <a:gd name="T16" fmla="*/ 634 w 1051"/>
              <a:gd name="T17" fmla="*/ 634 h 1225"/>
              <a:gd name="T18" fmla="*/ 932 w 1051"/>
              <a:gd name="T19" fmla="*/ 0 h 1225"/>
              <a:gd name="T20" fmla="*/ 1050 w 1051"/>
              <a:gd name="T21" fmla="*/ 115 h 1225"/>
              <a:gd name="T22" fmla="*/ 1050 w 1051"/>
              <a:gd name="T23" fmla="*/ 932 h 1225"/>
              <a:gd name="T24" fmla="*/ 932 w 1051"/>
              <a:gd name="T25" fmla="*/ 1049 h 1225"/>
              <a:gd name="T26" fmla="*/ 700 w 1051"/>
              <a:gd name="T27" fmla="*/ 1049 h 1225"/>
              <a:gd name="T28" fmla="*/ 525 w 1051"/>
              <a:gd name="T29" fmla="*/ 1224 h 1225"/>
              <a:gd name="T30" fmla="*/ 350 w 1051"/>
              <a:gd name="T31" fmla="*/ 1049 h 1225"/>
              <a:gd name="T32" fmla="*/ 118 w 1051"/>
              <a:gd name="T33" fmla="*/ 1049 h 1225"/>
              <a:gd name="T34" fmla="*/ 0 w 1051"/>
              <a:gd name="T35" fmla="*/ 932 h 1225"/>
              <a:gd name="T36" fmla="*/ 0 w 1051"/>
              <a:gd name="T37" fmla="*/ 115 h 1225"/>
              <a:gd name="T38" fmla="*/ 118 w 1051"/>
              <a:gd name="T39" fmla="*/ 0 h 1225"/>
              <a:gd name="T40" fmla="*/ 932 w 1051"/>
              <a:gd name="T41" fmla="*/ 0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51" h="1225">
                <a:moveTo>
                  <a:pt x="634" y="634"/>
                </a:moveTo>
                <a:lnTo>
                  <a:pt x="875" y="524"/>
                </a:lnTo>
                <a:lnTo>
                  <a:pt x="634" y="415"/>
                </a:lnTo>
                <a:lnTo>
                  <a:pt x="525" y="175"/>
                </a:lnTo>
                <a:lnTo>
                  <a:pt x="416" y="415"/>
                </a:lnTo>
                <a:lnTo>
                  <a:pt x="175" y="524"/>
                </a:lnTo>
                <a:lnTo>
                  <a:pt x="416" y="634"/>
                </a:lnTo>
                <a:lnTo>
                  <a:pt x="525" y="874"/>
                </a:lnTo>
                <a:lnTo>
                  <a:pt x="634" y="634"/>
                </a:lnTo>
                <a:close/>
                <a:moveTo>
                  <a:pt x="932" y="0"/>
                </a:moveTo>
                <a:cubicBezTo>
                  <a:pt x="995" y="0"/>
                  <a:pt x="1050" y="52"/>
                  <a:pt x="1050" y="115"/>
                </a:cubicBezTo>
                <a:lnTo>
                  <a:pt x="1050" y="932"/>
                </a:lnTo>
                <a:cubicBezTo>
                  <a:pt x="1050" y="994"/>
                  <a:pt x="995" y="1049"/>
                  <a:pt x="932" y="1049"/>
                </a:cubicBezTo>
                <a:lnTo>
                  <a:pt x="700" y="1049"/>
                </a:lnTo>
                <a:lnTo>
                  <a:pt x="525" y="1224"/>
                </a:lnTo>
                <a:lnTo>
                  <a:pt x="350" y="1049"/>
                </a:lnTo>
                <a:lnTo>
                  <a:pt x="118" y="1049"/>
                </a:lnTo>
                <a:cubicBezTo>
                  <a:pt x="55" y="1049"/>
                  <a:pt x="0" y="994"/>
                  <a:pt x="0" y="932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2" name="Freeform 131"/>
          <p:cNvSpPr>
            <a:spLocks noChangeArrowheads="1"/>
          </p:cNvSpPr>
          <p:nvPr/>
        </p:nvSpPr>
        <p:spPr bwMode="auto">
          <a:xfrm>
            <a:off x="7520783" y="4951414"/>
            <a:ext cx="377825" cy="420687"/>
          </a:xfrm>
          <a:custGeom>
            <a:avLst/>
            <a:gdLst>
              <a:gd name="T0" fmla="*/ 817 w 1050"/>
              <a:gd name="T1" fmla="*/ 468 h 1168"/>
              <a:gd name="T2" fmla="*/ 817 w 1050"/>
              <a:gd name="T3" fmla="*/ 350 h 1168"/>
              <a:gd name="T4" fmla="*/ 232 w 1050"/>
              <a:gd name="T5" fmla="*/ 350 h 1168"/>
              <a:gd name="T6" fmla="*/ 232 w 1050"/>
              <a:gd name="T7" fmla="*/ 468 h 1168"/>
              <a:gd name="T8" fmla="*/ 817 w 1050"/>
              <a:gd name="T9" fmla="*/ 468 h 1168"/>
              <a:gd name="T10" fmla="*/ 817 w 1050"/>
              <a:gd name="T11" fmla="*/ 700 h 1168"/>
              <a:gd name="T12" fmla="*/ 817 w 1050"/>
              <a:gd name="T13" fmla="*/ 585 h 1168"/>
              <a:gd name="T14" fmla="*/ 232 w 1050"/>
              <a:gd name="T15" fmla="*/ 585 h 1168"/>
              <a:gd name="T16" fmla="*/ 232 w 1050"/>
              <a:gd name="T17" fmla="*/ 700 h 1168"/>
              <a:gd name="T18" fmla="*/ 817 w 1050"/>
              <a:gd name="T19" fmla="*/ 700 h 1168"/>
              <a:gd name="T20" fmla="*/ 642 w 1050"/>
              <a:gd name="T21" fmla="*/ 935 h 1168"/>
              <a:gd name="T22" fmla="*/ 642 w 1050"/>
              <a:gd name="T23" fmla="*/ 818 h 1168"/>
              <a:gd name="T24" fmla="*/ 232 w 1050"/>
              <a:gd name="T25" fmla="*/ 818 h 1168"/>
              <a:gd name="T26" fmla="*/ 232 w 1050"/>
              <a:gd name="T27" fmla="*/ 935 h 1168"/>
              <a:gd name="T28" fmla="*/ 642 w 1050"/>
              <a:gd name="T29" fmla="*/ 935 h 1168"/>
              <a:gd name="T30" fmla="*/ 525 w 1050"/>
              <a:gd name="T31" fmla="*/ 118 h 1168"/>
              <a:gd name="T32" fmla="*/ 467 w 1050"/>
              <a:gd name="T33" fmla="*/ 175 h 1168"/>
              <a:gd name="T34" fmla="*/ 525 w 1050"/>
              <a:gd name="T35" fmla="*/ 235 h 1168"/>
              <a:gd name="T36" fmla="*/ 582 w 1050"/>
              <a:gd name="T37" fmla="*/ 175 h 1168"/>
              <a:gd name="T38" fmla="*/ 525 w 1050"/>
              <a:gd name="T39" fmla="*/ 118 h 1168"/>
              <a:gd name="T40" fmla="*/ 1049 w 1050"/>
              <a:gd name="T41" fmla="*/ 235 h 1168"/>
              <a:gd name="T42" fmla="*/ 1049 w 1050"/>
              <a:gd name="T43" fmla="*/ 1050 h 1168"/>
              <a:gd name="T44" fmla="*/ 932 w 1050"/>
              <a:gd name="T45" fmla="*/ 1167 h 1168"/>
              <a:gd name="T46" fmla="*/ 117 w 1050"/>
              <a:gd name="T47" fmla="*/ 1167 h 1168"/>
              <a:gd name="T48" fmla="*/ 0 w 1050"/>
              <a:gd name="T49" fmla="*/ 1050 h 1168"/>
              <a:gd name="T50" fmla="*/ 0 w 1050"/>
              <a:gd name="T51" fmla="*/ 235 h 1168"/>
              <a:gd name="T52" fmla="*/ 117 w 1050"/>
              <a:gd name="T53" fmla="*/ 118 h 1168"/>
              <a:gd name="T54" fmla="*/ 361 w 1050"/>
              <a:gd name="T55" fmla="*/ 118 h 1168"/>
              <a:gd name="T56" fmla="*/ 525 w 1050"/>
              <a:gd name="T57" fmla="*/ 0 h 1168"/>
              <a:gd name="T58" fmla="*/ 689 w 1050"/>
              <a:gd name="T59" fmla="*/ 118 h 1168"/>
              <a:gd name="T60" fmla="*/ 932 w 1050"/>
              <a:gd name="T61" fmla="*/ 118 h 1168"/>
              <a:gd name="T62" fmla="*/ 1049 w 1050"/>
              <a:gd name="T63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0" h="1168">
                <a:moveTo>
                  <a:pt x="817" y="468"/>
                </a:moveTo>
                <a:lnTo>
                  <a:pt x="817" y="350"/>
                </a:lnTo>
                <a:lnTo>
                  <a:pt x="232" y="350"/>
                </a:lnTo>
                <a:lnTo>
                  <a:pt x="232" y="468"/>
                </a:lnTo>
                <a:lnTo>
                  <a:pt x="817" y="468"/>
                </a:lnTo>
                <a:close/>
                <a:moveTo>
                  <a:pt x="817" y="700"/>
                </a:moveTo>
                <a:lnTo>
                  <a:pt x="817" y="585"/>
                </a:lnTo>
                <a:lnTo>
                  <a:pt x="232" y="585"/>
                </a:lnTo>
                <a:lnTo>
                  <a:pt x="232" y="700"/>
                </a:lnTo>
                <a:lnTo>
                  <a:pt x="817" y="700"/>
                </a:lnTo>
                <a:close/>
                <a:moveTo>
                  <a:pt x="642" y="935"/>
                </a:moveTo>
                <a:lnTo>
                  <a:pt x="642" y="818"/>
                </a:lnTo>
                <a:lnTo>
                  <a:pt x="232" y="818"/>
                </a:lnTo>
                <a:lnTo>
                  <a:pt x="232" y="935"/>
                </a:lnTo>
                <a:lnTo>
                  <a:pt x="642" y="935"/>
                </a:lnTo>
                <a:close/>
                <a:moveTo>
                  <a:pt x="525" y="118"/>
                </a:moveTo>
                <a:cubicBezTo>
                  <a:pt x="493" y="118"/>
                  <a:pt x="467" y="143"/>
                  <a:pt x="467" y="175"/>
                </a:cubicBezTo>
                <a:cubicBezTo>
                  <a:pt x="467" y="208"/>
                  <a:pt x="493" y="235"/>
                  <a:pt x="525" y="235"/>
                </a:cubicBezTo>
                <a:cubicBezTo>
                  <a:pt x="558" y="235"/>
                  <a:pt x="582" y="208"/>
                  <a:pt x="582" y="175"/>
                </a:cubicBezTo>
                <a:cubicBezTo>
                  <a:pt x="582" y="143"/>
                  <a:pt x="558" y="118"/>
                  <a:pt x="525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5" y="118"/>
                  <a:pt x="117" y="118"/>
                </a:cubicBezTo>
                <a:lnTo>
                  <a:pt x="361" y="118"/>
                </a:lnTo>
                <a:cubicBezTo>
                  <a:pt x="385" y="50"/>
                  <a:pt x="449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3" name="Freeform 132"/>
          <p:cNvSpPr>
            <a:spLocks noChangeArrowheads="1"/>
          </p:cNvSpPr>
          <p:nvPr/>
        </p:nvSpPr>
        <p:spPr bwMode="auto">
          <a:xfrm>
            <a:off x="8597108" y="4951414"/>
            <a:ext cx="377825" cy="420687"/>
          </a:xfrm>
          <a:custGeom>
            <a:avLst/>
            <a:gdLst>
              <a:gd name="T0" fmla="*/ 407 w 1050"/>
              <a:gd name="T1" fmla="*/ 935 h 1168"/>
              <a:gd name="T2" fmla="*/ 874 w 1050"/>
              <a:gd name="T3" fmla="*/ 468 h 1168"/>
              <a:gd name="T4" fmla="*/ 792 w 1050"/>
              <a:gd name="T5" fmla="*/ 386 h 1168"/>
              <a:gd name="T6" fmla="*/ 407 w 1050"/>
              <a:gd name="T7" fmla="*/ 768 h 1168"/>
              <a:gd name="T8" fmla="*/ 257 w 1050"/>
              <a:gd name="T9" fmla="*/ 618 h 1168"/>
              <a:gd name="T10" fmla="*/ 175 w 1050"/>
              <a:gd name="T11" fmla="*/ 700 h 1168"/>
              <a:gd name="T12" fmla="*/ 407 w 1050"/>
              <a:gd name="T13" fmla="*/ 935 h 1168"/>
              <a:gd name="T14" fmla="*/ 524 w 1050"/>
              <a:gd name="T15" fmla="*/ 118 h 1168"/>
              <a:gd name="T16" fmla="*/ 467 w 1050"/>
              <a:gd name="T17" fmla="*/ 175 h 1168"/>
              <a:gd name="T18" fmla="*/ 524 w 1050"/>
              <a:gd name="T19" fmla="*/ 235 h 1168"/>
              <a:gd name="T20" fmla="*/ 582 w 1050"/>
              <a:gd name="T21" fmla="*/ 175 h 1168"/>
              <a:gd name="T22" fmla="*/ 524 w 1050"/>
              <a:gd name="T23" fmla="*/ 118 h 1168"/>
              <a:gd name="T24" fmla="*/ 1049 w 1050"/>
              <a:gd name="T25" fmla="*/ 235 h 1168"/>
              <a:gd name="T26" fmla="*/ 1049 w 1050"/>
              <a:gd name="T27" fmla="*/ 1050 h 1168"/>
              <a:gd name="T28" fmla="*/ 932 w 1050"/>
              <a:gd name="T29" fmla="*/ 1167 h 1168"/>
              <a:gd name="T30" fmla="*/ 117 w 1050"/>
              <a:gd name="T31" fmla="*/ 1167 h 1168"/>
              <a:gd name="T32" fmla="*/ 0 w 1050"/>
              <a:gd name="T33" fmla="*/ 1050 h 1168"/>
              <a:gd name="T34" fmla="*/ 0 w 1050"/>
              <a:gd name="T35" fmla="*/ 235 h 1168"/>
              <a:gd name="T36" fmla="*/ 117 w 1050"/>
              <a:gd name="T37" fmla="*/ 118 h 1168"/>
              <a:gd name="T38" fmla="*/ 360 w 1050"/>
              <a:gd name="T39" fmla="*/ 118 h 1168"/>
              <a:gd name="T40" fmla="*/ 524 w 1050"/>
              <a:gd name="T41" fmla="*/ 0 h 1168"/>
              <a:gd name="T42" fmla="*/ 688 w 1050"/>
              <a:gd name="T43" fmla="*/ 118 h 1168"/>
              <a:gd name="T44" fmla="*/ 932 w 1050"/>
              <a:gd name="T45" fmla="*/ 118 h 1168"/>
              <a:gd name="T46" fmla="*/ 1049 w 1050"/>
              <a:gd name="T47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168">
                <a:moveTo>
                  <a:pt x="407" y="935"/>
                </a:moveTo>
                <a:lnTo>
                  <a:pt x="874" y="468"/>
                </a:lnTo>
                <a:lnTo>
                  <a:pt x="792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4" y="118"/>
                </a:moveTo>
                <a:cubicBezTo>
                  <a:pt x="492" y="118"/>
                  <a:pt x="467" y="143"/>
                  <a:pt x="467" y="175"/>
                </a:cubicBezTo>
                <a:cubicBezTo>
                  <a:pt x="467" y="208"/>
                  <a:pt x="492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5" y="1167"/>
                  <a:pt x="932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2" y="118"/>
                </a:lnTo>
                <a:cubicBezTo>
                  <a:pt x="995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4" name="Freeform 133"/>
          <p:cNvSpPr>
            <a:spLocks noChangeArrowheads="1"/>
          </p:cNvSpPr>
          <p:nvPr/>
        </p:nvSpPr>
        <p:spPr bwMode="auto">
          <a:xfrm>
            <a:off x="9675020" y="4951414"/>
            <a:ext cx="377825" cy="420687"/>
          </a:xfrm>
          <a:custGeom>
            <a:avLst/>
            <a:gdLst>
              <a:gd name="T0" fmla="*/ 524 w 1050"/>
              <a:gd name="T1" fmla="*/ 992 h 1168"/>
              <a:gd name="T2" fmla="*/ 817 w 1050"/>
              <a:gd name="T3" fmla="*/ 700 h 1168"/>
              <a:gd name="T4" fmla="*/ 642 w 1050"/>
              <a:gd name="T5" fmla="*/ 700 h 1168"/>
              <a:gd name="T6" fmla="*/ 642 w 1050"/>
              <a:gd name="T7" fmla="*/ 468 h 1168"/>
              <a:gd name="T8" fmla="*/ 407 w 1050"/>
              <a:gd name="T9" fmla="*/ 468 h 1168"/>
              <a:gd name="T10" fmla="*/ 407 w 1050"/>
              <a:gd name="T11" fmla="*/ 700 h 1168"/>
              <a:gd name="T12" fmla="*/ 232 w 1050"/>
              <a:gd name="T13" fmla="*/ 700 h 1168"/>
              <a:gd name="T14" fmla="*/ 524 w 1050"/>
              <a:gd name="T15" fmla="*/ 992 h 1168"/>
              <a:gd name="T16" fmla="*/ 524 w 1050"/>
              <a:gd name="T17" fmla="*/ 118 h 1168"/>
              <a:gd name="T18" fmla="*/ 467 w 1050"/>
              <a:gd name="T19" fmla="*/ 175 h 1168"/>
              <a:gd name="T20" fmla="*/ 524 w 1050"/>
              <a:gd name="T21" fmla="*/ 235 h 1168"/>
              <a:gd name="T22" fmla="*/ 582 w 1050"/>
              <a:gd name="T23" fmla="*/ 175 h 1168"/>
              <a:gd name="T24" fmla="*/ 524 w 1050"/>
              <a:gd name="T25" fmla="*/ 118 h 1168"/>
              <a:gd name="T26" fmla="*/ 1049 w 1050"/>
              <a:gd name="T27" fmla="*/ 235 h 1168"/>
              <a:gd name="T28" fmla="*/ 1049 w 1050"/>
              <a:gd name="T29" fmla="*/ 1050 h 1168"/>
              <a:gd name="T30" fmla="*/ 931 w 1050"/>
              <a:gd name="T31" fmla="*/ 1167 h 1168"/>
              <a:gd name="T32" fmla="*/ 117 w 1050"/>
              <a:gd name="T33" fmla="*/ 1167 h 1168"/>
              <a:gd name="T34" fmla="*/ 0 w 1050"/>
              <a:gd name="T35" fmla="*/ 1050 h 1168"/>
              <a:gd name="T36" fmla="*/ 0 w 1050"/>
              <a:gd name="T37" fmla="*/ 235 h 1168"/>
              <a:gd name="T38" fmla="*/ 117 w 1050"/>
              <a:gd name="T39" fmla="*/ 118 h 1168"/>
              <a:gd name="T40" fmla="*/ 360 w 1050"/>
              <a:gd name="T41" fmla="*/ 118 h 1168"/>
              <a:gd name="T42" fmla="*/ 524 w 1050"/>
              <a:gd name="T43" fmla="*/ 0 h 1168"/>
              <a:gd name="T44" fmla="*/ 688 w 1050"/>
              <a:gd name="T45" fmla="*/ 118 h 1168"/>
              <a:gd name="T46" fmla="*/ 931 w 1050"/>
              <a:gd name="T47" fmla="*/ 118 h 1168"/>
              <a:gd name="T48" fmla="*/ 1049 w 1050"/>
              <a:gd name="T49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168">
                <a:moveTo>
                  <a:pt x="524" y="992"/>
                </a:moveTo>
                <a:lnTo>
                  <a:pt x="817" y="700"/>
                </a:lnTo>
                <a:lnTo>
                  <a:pt x="642" y="700"/>
                </a:lnTo>
                <a:lnTo>
                  <a:pt x="642" y="468"/>
                </a:lnTo>
                <a:lnTo>
                  <a:pt x="407" y="468"/>
                </a:lnTo>
                <a:lnTo>
                  <a:pt x="407" y="700"/>
                </a:lnTo>
                <a:lnTo>
                  <a:pt x="232" y="700"/>
                </a:lnTo>
                <a:lnTo>
                  <a:pt x="524" y="992"/>
                </a:lnTo>
                <a:close/>
                <a:moveTo>
                  <a:pt x="524" y="118"/>
                </a:moveTo>
                <a:cubicBezTo>
                  <a:pt x="491" y="118"/>
                  <a:pt x="467" y="143"/>
                  <a:pt x="467" y="175"/>
                </a:cubicBezTo>
                <a:cubicBezTo>
                  <a:pt x="467" y="208"/>
                  <a:pt x="491" y="235"/>
                  <a:pt x="524" y="235"/>
                </a:cubicBezTo>
                <a:cubicBezTo>
                  <a:pt x="557" y="235"/>
                  <a:pt x="582" y="208"/>
                  <a:pt x="582" y="175"/>
                </a:cubicBezTo>
                <a:cubicBezTo>
                  <a:pt x="582" y="143"/>
                  <a:pt x="557" y="118"/>
                  <a:pt x="524" y="118"/>
                </a:cubicBezTo>
                <a:close/>
                <a:moveTo>
                  <a:pt x="1049" y="235"/>
                </a:moveTo>
                <a:lnTo>
                  <a:pt x="1049" y="1050"/>
                </a:lnTo>
                <a:cubicBezTo>
                  <a:pt x="1049" y="1113"/>
                  <a:pt x="994" y="1167"/>
                  <a:pt x="931" y="1167"/>
                </a:cubicBezTo>
                <a:lnTo>
                  <a:pt x="117" y="1167"/>
                </a:lnTo>
                <a:cubicBezTo>
                  <a:pt x="54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4" y="118"/>
                  <a:pt x="117" y="118"/>
                </a:cubicBezTo>
                <a:lnTo>
                  <a:pt x="360" y="118"/>
                </a:lnTo>
                <a:cubicBezTo>
                  <a:pt x="385" y="50"/>
                  <a:pt x="448" y="0"/>
                  <a:pt x="524" y="0"/>
                </a:cubicBezTo>
                <a:cubicBezTo>
                  <a:pt x="601" y="0"/>
                  <a:pt x="664" y="50"/>
                  <a:pt x="688" y="118"/>
                </a:cubicBezTo>
                <a:lnTo>
                  <a:pt x="931" y="118"/>
                </a:lnTo>
                <a:cubicBezTo>
                  <a:pt x="994" y="118"/>
                  <a:pt x="1049" y="173"/>
                  <a:pt x="1049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5" name="Freeform 134"/>
          <p:cNvSpPr>
            <a:spLocks noChangeArrowheads="1"/>
          </p:cNvSpPr>
          <p:nvPr/>
        </p:nvSpPr>
        <p:spPr bwMode="auto">
          <a:xfrm>
            <a:off x="10752933" y="4951414"/>
            <a:ext cx="377825" cy="420687"/>
          </a:xfrm>
          <a:custGeom>
            <a:avLst/>
            <a:gdLst>
              <a:gd name="T0" fmla="*/ 757 w 1051"/>
              <a:gd name="T1" fmla="*/ 585 h 1168"/>
              <a:gd name="T2" fmla="*/ 525 w 1051"/>
              <a:gd name="T3" fmla="*/ 585 h 1168"/>
              <a:gd name="T4" fmla="*/ 525 w 1051"/>
              <a:gd name="T5" fmla="*/ 410 h 1168"/>
              <a:gd name="T6" fmla="*/ 233 w 1051"/>
              <a:gd name="T7" fmla="*/ 700 h 1168"/>
              <a:gd name="T8" fmla="*/ 525 w 1051"/>
              <a:gd name="T9" fmla="*/ 992 h 1168"/>
              <a:gd name="T10" fmla="*/ 525 w 1051"/>
              <a:gd name="T11" fmla="*/ 818 h 1168"/>
              <a:gd name="T12" fmla="*/ 757 w 1051"/>
              <a:gd name="T13" fmla="*/ 818 h 1168"/>
              <a:gd name="T14" fmla="*/ 757 w 1051"/>
              <a:gd name="T15" fmla="*/ 585 h 1168"/>
              <a:gd name="T16" fmla="*/ 525 w 1051"/>
              <a:gd name="T17" fmla="*/ 118 h 1168"/>
              <a:gd name="T18" fmla="*/ 468 w 1051"/>
              <a:gd name="T19" fmla="*/ 175 h 1168"/>
              <a:gd name="T20" fmla="*/ 525 w 1051"/>
              <a:gd name="T21" fmla="*/ 235 h 1168"/>
              <a:gd name="T22" fmla="*/ 582 w 1051"/>
              <a:gd name="T23" fmla="*/ 175 h 1168"/>
              <a:gd name="T24" fmla="*/ 525 w 1051"/>
              <a:gd name="T25" fmla="*/ 118 h 1168"/>
              <a:gd name="T26" fmla="*/ 1050 w 1051"/>
              <a:gd name="T27" fmla="*/ 235 h 1168"/>
              <a:gd name="T28" fmla="*/ 1050 w 1051"/>
              <a:gd name="T29" fmla="*/ 1050 h 1168"/>
              <a:gd name="T30" fmla="*/ 932 w 1051"/>
              <a:gd name="T31" fmla="*/ 1167 h 1168"/>
              <a:gd name="T32" fmla="*/ 118 w 1051"/>
              <a:gd name="T33" fmla="*/ 1167 h 1168"/>
              <a:gd name="T34" fmla="*/ 0 w 1051"/>
              <a:gd name="T35" fmla="*/ 1050 h 1168"/>
              <a:gd name="T36" fmla="*/ 0 w 1051"/>
              <a:gd name="T37" fmla="*/ 235 h 1168"/>
              <a:gd name="T38" fmla="*/ 118 w 1051"/>
              <a:gd name="T39" fmla="*/ 118 h 1168"/>
              <a:gd name="T40" fmla="*/ 361 w 1051"/>
              <a:gd name="T41" fmla="*/ 118 h 1168"/>
              <a:gd name="T42" fmla="*/ 525 w 1051"/>
              <a:gd name="T43" fmla="*/ 0 h 1168"/>
              <a:gd name="T44" fmla="*/ 689 w 1051"/>
              <a:gd name="T45" fmla="*/ 118 h 1168"/>
              <a:gd name="T46" fmla="*/ 932 w 1051"/>
              <a:gd name="T47" fmla="*/ 118 h 1168"/>
              <a:gd name="T48" fmla="*/ 1050 w 1051"/>
              <a:gd name="T49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168">
                <a:moveTo>
                  <a:pt x="757" y="585"/>
                </a:moveTo>
                <a:lnTo>
                  <a:pt x="525" y="585"/>
                </a:lnTo>
                <a:lnTo>
                  <a:pt x="525" y="410"/>
                </a:lnTo>
                <a:lnTo>
                  <a:pt x="233" y="700"/>
                </a:lnTo>
                <a:lnTo>
                  <a:pt x="525" y="992"/>
                </a:lnTo>
                <a:lnTo>
                  <a:pt x="525" y="818"/>
                </a:lnTo>
                <a:lnTo>
                  <a:pt x="757" y="818"/>
                </a:lnTo>
                <a:lnTo>
                  <a:pt x="757" y="585"/>
                </a:lnTo>
                <a:close/>
                <a:moveTo>
                  <a:pt x="525" y="118"/>
                </a:moveTo>
                <a:cubicBezTo>
                  <a:pt x="492" y="118"/>
                  <a:pt x="468" y="143"/>
                  <a:pt x="468" y="175"/>
                </a:cubicBezTo>
                <a:cubicBezTo>
                  <a:pt x="468" y="208"/>
                  <a:pt x="492" y="235"/>
                  <a:pt x="525" y="235"/>
                </a:cubicBezTo>
                <a:cubicBezTo>
                  <a:pt x="558" y="235"/>
                  <a:pt x="582" y="208"/>
                  <a:pt x="582" y="175"/>
                </a:cubicBezTo>
                <a:cubicBezTo>
                  <a:pt x="582" y="143"/>
                  <a:pt x="558" y="118"/>
                  <a:pt x="525" y="118"/>
                </a:cubicBezTo>
                <a:close/>
                <a:moveTo>
                  <a:pt x="1050" y="235"/>
                </a:moveTo>
                <a:lnTo>
                  <a:pt x="1050" y="1050"/>
                </a:lnTo>
                <a:cubicBezTo>
                  <a:pt x="1050" y="1113"/>
                  <a:pt x="995" y="1167"/>
                  <a:pt x="932" y="1167"/>
                </a:cubicBezTo>
                <a:lnTo>
                  <a:pt x="118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3"/>
                  <a:pt x="55" y="118"/>
                  <a:pt x="118" y="118"/>
                </a:cubicBezTo>
                <a:lnTo>
                  <a:pt x="361" y="118"/>
                </a:lnTo>
                <a:cubicBezTo>
                  <a:pt x="386" y="50"/>
                  <a:pt x="448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ubicBezTo>
                  <a:pt x="995" y="118"/>
                  <a:pt x="1050" y="173"/>
                  <a:pt x="1050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6" name="Freeform 135"/>
          <p:cNvSpPr>
            <a:spLocks noChangeArrowheads="1"/>
          </p:cNvSpPr>
          <p:nvPr/>
        </p:nvSpPr>
        <p:spPr bwMode="auto">
          <a:xfrm>
            <a:off x="1056481" y="5799137"/>
            <a:ext cx="336550" cy="463550"/>
          </a:xfrm>
          <a:custGeom>
            <a:avLst/>
            <a:gdLst>
              <a:gd name="T0" fmla="*/ 861 w 936"/>
              <a:gd name="T1" fmla="*/ 394 h 1286"/>
              <a:gd name="T2" fmla="*/ 935 w 936"/>
              <a:gd name="T3" fmla="*/ 643 h 1286"/>
              <a:gd name="T4" fmla="*/ 468 w 936"/>
              <a:gd name="T5" fmla="*/ 1110 h 1286"/>
              <a:gd name="T6" fmla="*/ 468 w 936"/>
              <a:gd name="T7" fmla="*/ 1285 h 1286"/>
              <a:gd name="T8" fmla="*/ 235 w 936"/>
              <a:gd name="T9" fmla="*/ 1050 h 1286"/>
              <a:gd name="T10" fmla="*/ 468 w 936"/>
              <a:gd name="T11" fmla="*/ 817 h 1286"/>
              <a:gd name="T12" fmla="*/ 468 w 936"/>
              <a:gd name="T13" fmla="*/ 992 h 1286"/>
              <a:gd name="T14" fmla="*/ 817 w 936"/>
              <a:gd name="T15" fmla="*/ 643 h 1286"/>
              <a:gd name="T16" fmla="*/ 776 w 936"/>
              <a:gd name="T17" fmla="*/ 479 h 1286"/>
              <a:gd name="T18" fmla="*/ 861 w 936"/>
              <a:gd name="T19" fmla="*/ 394 h 1286"/>
              <a:gd name="T20" fmla="*/ 118 w 936"/>
              <a:gd name="T21" fmla="*/ 643 h 1286"/>
              <a:gd name="T22" fmla="*/ 159 w 936"/>
              <a:gd name="T23" fmla="*/ 806 h 1286"/>
              <a:gd name="T24" fmla="*/ 74 w 936"/>
              <a:gd name="T25" fmla="*/ 891 h 1286"/>
              <a:gd name="T26" fmla="*/ 0 w 936"/>
              <a:gd name="T27" fmla="*/ 643 h 1286"/>
              <a:gd name="T28" fmla="*/ 468 w 936"/>
              <a:gd name="T29" fmla="*/ 175 h 1286"/>
              <a:gd name="T30" fmla="*/ 468 w 936"/>
              <a:gd name="T31" fmla="*/ 0 h 1286"/>
              <a:gd name="T32" fmla="*/ 700 w 936"/>
              <a:gd name="T33" fmla="*/ 235 h 1286"/>
              <a:gd name="T34" fmla="*/ 468 w 936"/>
              <a:gd name="T35" fmla="*/ 468 h 1286"/>
              <a:gd name="T36" fmla="*/ 468 w 936"/>
              <a:gd name="T37" fmla="*/ 293 h 1286"/>
              <a:gd name="T38" fmla="*/ 118 w 936"/>
              <a:gd name="T39" fmla="*/ 643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36" h="1286">
                <a:moveTo>
                  <a:pt x="861" y="394"/>
                </a:moveTo>
                <a:cubicBezTo>
                  <a:pt x="908" y="465"/>
                  <a:pt x="935" y="552"/>
                  <a:pt x="935" y="643"/>
                </a:cubicBezTo>
                <a:cubicBezTo>
                  <a:pt x="935" y="899"/>
                  <a:pt x="724" y="1110"/>
                  <a:pt x="468" y="1110"/>
                </a:cubicBezTo>
                <a:lnTo>
                  <a:pt x="468" y="1285"/>
                </a:lnTo>
                <a:lnTo>
                  <a:pt x="235" y="1050"/>
                </a:lnTo>
                <a:lnTo>
                  <a:pt x="468" y="817"/>
                </a:lnTo>
                <a:lnTo>
                  <a:pt x="468" y="992"/>
                </a:lnTo>
                <a:cubicBezTo>
                  <a:pt x="662" y="992"/>
                  <a:pt x="817" y="837"/>
                  <a:pt x="817" y="643"/>
                </a:cubicBezTo>
                <a:cubicBezTo>
                  <a:pt x="817" y="582"/>
                  <a:pt x="801" y="528"/>
                  <a:pt x="776" y="479"/>
                </a:cubicBezTo>
                <a:lnTo>
                  <a:pt x="861" y="394"/>
                </a:lnTo>
                <a:close/>
                <a:moveTo>
                  <a:pt x="118" y="643"/>
                </a:moveTo>
                <a:cubicBezTo>
                  <a:pt x="118" y="703"/>
                  <a:pt x="131" y="757"/>
                  <a:pt x="159" y="806"/>
                </a:cubicBezTo>
                <a:lnTo>
                  <a:pt x="74" y="891"/>
                </a:lnTo>
                <a:cubicBezTo>
                  <a:pt x="28" y="820"/>
                  <a:pt x="0" y="733"/>
                  <a:pt x="0" y="643"/>
                </a:cubicBezTo>
                <a:cubicBezTo>
                  <a:pt x="0" y="386"/>
                  <a:pt x="211" y="175"/>
                  <a:pt x="468" y="175"/>
                </a:cubicBezTo>
                <a:lnTo>
                  <a:pt x="468" y="0"/>
                </a:lnTo>
                <a:lnTo>
                  <a:pt x="700" y="235"/>
                </a:lnTo>
                <a:lnTo>
                  <a:pt x="468" y="468"/>
                </a:lnTo>
                <a:lnTo>
                  <a:pt x="468" y="293"/>
                </a:lnTo>
                <a:cubicBezTo>
                  <a:pt x="274" y="293"/>
                  <a:pt x="118" y="448"/>
                  <a:pt x="118" y="64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7" name="Freeform 136"/>
          <p:cNvSpPr>
            <a:spLocks noChangeArrowheads="1"/>
          </p:cNvSpPr>
          <p:nvPr/>
        </p:nvSpPr>
        <p:spPr bwMode="auto">
          <a:xfrm>
            <a:off x="2094706" y="5821362"/>
            <a:ext cx="419100" cy="419100"/>
          </a:xfrm>
          <a:custGeom>
            <a:avLst/>
            <a:gdLst>
              <a:gd name="T0" fmla="*/ 582 w 1165"/>
              <a:gd name="T1" fmla="*/ 1050 h 1166"/>
              <a:gd name="T2" fmla="*/ 1049 w 1165"/>
              <a:gd name="T3" fmla="*/ 583 h 1166"/>
              <a:gd name="T4" fmla="*/ 951 w 1165"/>
              <a:gd name="T5" fmla="*/ 296 h 1166"/>
              <a:gd name="T6" fmla="*/ 295 w 1165"/>
              <a:gd name="T7" fmla="*/ 951 h 1166"/>
              <a:gd name="T8" fmla="*/ 582 w 1165"/>
              <a:gd name="T9" fmla="*/ 1050 h 1166"/>
              <a:gd name="T10" fmla="*/ 114 w 1165"/>
              <a:gd name="T11" fmla="*/ 583 h 1166"/>
              <a:gd name="T12" fmla="*/ 213 w 1165"/>
              <a:gd name="T13" fmla="*/ 869 h 1166"/>
              <a:gd name="T14" fmla="*/ 869 w 1165"/>
              <a:gd name="T15" fmla="*/ 214 h 1166"/>
              <a:gd name="T16" fmla="*/ 582 w 1165"/>
              <a:gd name="T17" fmla="*/ 115 h 1166"/>
              <a:gd name="T18" fmla="*/ 114 w 1165"/>
              <a:gd name="T19" fmla="*/ 583 h 1166"/>
              <a:gd name="T20" fmla="*/ 582 w 1165"/>
              <a:gd name="T21" fmla="*/ 0 h 1166"/>
              <a:gd name="T22" fmla="*/ 1164 w 1165"/>
              <a:gd name="T23" fmla="*/ 583 h 1166"/>
              <a:gd name="T24" fmla="*/ 582 w 1165"/>
              <a:gd name="T25" fmla="*/ 1165 h 1166"/>
              <a:gd name="T26" fmla="*/ 0 w 1165"/>
              <a:gd name="T27" fmla="*/ 583 h 1166"/>
              <a:gd name="T28" fmla="*/ 582 w 1165"/>
              <a:gd name="T2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6">
                <a:moveTo>
                  <a:pt x="582" y="1050"/>
                </a:moveTo>
                <a:cubicBezTo>
                  <a:pt x="839" y="1050"/>
                  <a:pt x="1049" y="839"/>
                  <a:pt x="1049" y="583"/>
                </a:cubicBezTo>
                <a:cubicBezTo>
                  <a:pt x="1049" y="476"/>
                  <a:pt x="1014" y="375"/>
                  <a:pt x="951" y="296"/>
                </a:cubicBezTo>
                <a:lnTo>
                  <a:pt x="295" y="951"/>
                </a:lnTo>
                <a:cubicBezTo>
                  <a:pt x="374" y="1014"/>
                  <a:pt x="475" y="1050"/>
                  <a:pt x="582" y="1050"/>
                </a:cubicBezTo>
                <a:close/>
                <a:moveTo>
                  <a:pt x="114" y="583"/>
                </a:moveTo>
                <a:cubicBezTo>
                  <a:pt x="114" y="689"/>
                  <a:pt x="150" y="790"/>
                  <a:pt x="213" y="869"/>
                </a:cubicBezTo>
                <a:lnTo>
                  <a:pt x="869" y="214"/>
                </a:lnTo>
                <a:cubicBezTo>
                  <a:pt x="789" y="151"/>
                  <a:pt x="688" y="115"/>
                  <a:pt x="582" y="115"/>
                </a:cubicBezTo>
                <a:cubicBezTo>
                  <a:pt x="325" y="115"/>
                  <a:pt x="114" y="326"/>
                  <a:pt x="114" y="583"/>
                </a:cubicBezTo>
                <a:close/>
                <a:moveTo>
                  <a:pt x="582" y="0"/>
                </a:moveTo>
                <a:cubicBezTo>
                  <a:pt x="904" y="0"/>
                  <a:pt x="1164" y="260"/>
                  <a:pt x="1164" y="583"/>
                </a:cubicBezTo>
                <a:cubicBezTo>
                  <a:pt x="1164" y="905"/>
                  <a:pt x="904" y="1165"/>
                  <a:pt x="582" y="1165"/>
                </a:cubicBezTo>
                <a:cubicBezTo>
                  <a:pt x="259" y="1165"/>
                  <a:pt x="0" y="906"/>
                  <a:pt x="0" y="583"/>
                </a:cubicBezTo>
                <a:cubicBezTo>
                  <a:pt x="0" y="261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8" name="Freeform 137"/>
          <p:cNvSpPr>
            <a:spLocks noChangeArrowheads="1"/>
          </p:cNvSpPr>
          <p:nvPr/>
        </p:nvSpPr>
        <p:spPr bwMode="auto">
          <a:xfrm>
            <a:off x="3194845" y="5799137"/>
            <a:ext cx="377825" cy="463550"/>
          </a:xfrm>
          <a:custGeom>
            <a:avLst/>
            <a:gdLst>
              <a:gd name="T0" fmla="*/ 407 w 1051"/>
              <a:gd name="T1" fmla="*/ 875 h 1286"/>
              <a:gd name="T2" fmla="*/ 932 w 1051"/>
              <a:gd name="T3" fmla="*/ 350 h 1286"/>
              <a:gd name="T4" fmla="*/ 850 w 1051"/>
              <a:gd name="T5" fmla="*/ 268 h 1286"/>
              <a:gd name="T6" fmla="*/ 407 w 1051"/>
              <a:gd name="T7" fmla="*/ 711 h 1286"/>
              <a:gd name="T8" fmla="*/ 200 w 1051"/>
              <a:gd name="T9" fmla="*/ 503 h 1286"/>
              <a:gd name="T10" fmla="*/ 118 w 1051"/>
              <a:gd name="T11" fmla="*/ 585 h 1286"/>
              <a:gd name="T12" fmla="*/ 407 w 1051"/>
              <a:gd name="T13" fmla="*/ 875 h 1286"/>
              <a:gd name="T14" fmla="*/ 932 w 1051"/>
              <a:gd name="T15" fmla="*/ 0 h 1286"/>
              <a:gd name="T16" fmla="*/ 1050 w 1051"/>
              <a:gd name="T17" fmla="*/ 118 h 1286"/>
              <a:gd name="T18" fmla="*/ 1050 w 1051"/>
              <a:gd name="T19" fmla="*/ 872 h 1286"/>
              <a:gd name="T20" fmla="*/ 998 w 1051"/>
              <a:gd name="T21" fmla="*/ 968 h 1286"/>
              <a:gd name="T22" fmla="*/ 525 w 1051"/>
              <a:gd name="T23" fmla="*/ 1285 h 1286"/>
              <a:gd name="T24" fmla="*/ 52 w 1051"/>
              <a:gd name="T25" fmla="*/ 968 h 1286"/>
              <a:gd name="T26" fmla="*/ 0 w 1051"/>
              <a:gd name="T27" fmla="*/ 872 h 1286"/>
              <a:gd name="T28" fmla="*/ 0 w 1051"/>
              <a:gd name="T29" fmla="*/ 118 h 1286"/>
              <a:gd name="T30" fmla="*/ 118 w 1051"/>
              <a:gd name="T31" fmla="*/ 0 h 1286"/>
              <a:gd name="T32" fmla="*/ 932 w 1051"/>
              <a:gd name="T33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51" h="1286">
                <a:moveTo>
                  <a:pt x="407" y="875"/>
                </a:moveTo>
                <a:lnTo>
                  <a:pt x="932" y="350"/>
                </a:lnTo>
                <a:lnTo>
                  <a:pt x="850" y="268"/>
                </a:lnTo>
                <a:lnTo>
                  <a:pt x="407" y="711"/>
                </a:lnTo>
                <a:lnTo>
                  <a:pt x="200" y="503"/>
                </a:lnTo>
                <a:lnTo>
                  <a:pt x="118" y="585"/>
                </a:lnTo>
                <a:lnTo>
                  <a:pt x="407" y="875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872"/>
                </a:lnTo>
                <a:cubicBezTo>
                  <a:pt x="1050" y="913"/>
                  <a:pt x="1028" y="946"/>
                  <a:pt x="998" y="968"/>
                </a:cubicBezTo>
                <a:lnTo>
                  <a:pt x="525" y="1285"/>
                </a:lnTo>
                <a:lnTo>
                  <a:pt x="52" y="968"/>
                </a:lnTo>
                <a:cubicBezTo>
                  <a:pt x="22" y="946"/>
                  <a:pt x="0" y="913"/>
                  <a:pt x="0" y="87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9" name="Freeform 138"/>
          <p:cNvSpPr>
            <a:spLocks noChangeArrowheads="1"/>
          </p:cNvSpPr>
          <p:nvPr/>
        </p:nvSpPr>
        <p:spPr bwMode="auto">
          <a:xfrm>
            <a:off x="4253706" y="5821364"/>
            <a:ext cx="398462" cy="398461"/>
          </a:xfrm>
          <a:custGeom>
            <a:avLst/>
            <a:gdLst>
              <a:gd name="T0" fmla="*/ 899 w 1108"/>
              <a:gd name="T1" fmla="*/ 397 h 1108"/>
              <a:gd name="T2" fmla="*/ 234 w 1108"/>
              <a:gd name="T3" fmla="*/ 229 h 1108"/>
              <a:gd name="T4" fmla="*/ 814 w 1108"/>
              <a:gd name="T5" fmla="*/ 481 h 1108"/>
              <a:gd name="T6" fmla="*/ 481 w 1108"/>
              <a:gd name="T7" fmla="*/ 815 h 1108"/>
              <a:gd name="T8" fmla="*/ 229 w 1108"/>
              <a:gd name="T9" fmla="*/ 234 h 1108"/>
              <a:gd name="T10" fmla="*/ 396 w 1108"/>
              <a:gd name="T11" fmla="*/ 900 h 1108"/>
              <a:gd name="T12" fmla="*/ 230 w 1108"/>
              <a:gd name="T13" fmla="*/ 1066 h 1108"/>
              <a:gd name="T14" fmla="*/ 229 w 1108"/>
              <a:gd name="T15" fmla="*/ 233 h 1108"/>
              <a:gd name="T16" fmla="*/ 233 w 1108"/>
              <a:gd name="T17" fmla="*/ 230 h 1108"/>
              <a:gd name="T18" fmla="*/ 1066 w 1108"/>
              <a:gd name="T19" fmla="*/ 230 h 1108"/>
              <a:gd name="T20" fmla="*/ 899 w 1108"/>
              <a:gd name="T21" fmla="*/ 397 h 1108"/>
              <a:gd name="T22" fmla="*/ 648 w 1108"/>
              <a:gd name="T23" fmla="*/ 733 h 1108"/>
              <a:gd name="T24" fmla="*/ 732 w 1108"/>
              <a:gd name="T25" fmla="*/ 648 h 1108"/>
              <a:gd name="T26" fmla="*/ 1107 w 1108"/>
              <a:gd name="T27" fmla="*/ 1025 h 1108"/>
              <a:gd name="T28" fmla="*/ 1022 w 1108"/>
              <a:gd name="T29" fmla="*/ 1107 h 1108"/>
              <a:gd name="T30" fmla="*/ 648 w 1108"/>
              <a:gd name="T31" fmla="*/ 733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08" h="1108">
                <a:moveTo>
                  <a:pt x="899" y="397"/>
                </a:moveTo>
                <a:cubicBezTo>
                  <a:pt x="716" y="214"/>
                  <a:pt x="463" y="154"/>
                  <a:pt x="234" y="229"/>
                </a:cubicBezTo>
                <a:cubicBezTo>
                  <a:pt x="408" y="210"/>
                  <a:pt x="633" y="300"/>
                  <a:pt x="814" y="481"/>
                </a:cubicBezTo>
                <a:lnTo>
                  <a:pt x="481" y="815"/>
                </a:lnTo>
                <a:cubicBezTo>
                  <a:pt x="299" y="633"/>
                  <a:pt x="209" y="409"/>
                  <a:pt x="229" y="234"/>
                </a:cubicBezTo>
                <a:cubicBezTo>
                  <a:pt x="153" y="463"/>
                  <a:pt x="214" y="717"/>
                  <a:pt x="396" y="900"/>
                </a:cubicBezTo>
                <a:lnTo>
                  <a:pt x="230" y="1066"/>
                </a:lnTo>
                <a:cubicBezTo>
                  <a:pt x="0" y="837"/>
                  <a:pt x="0" y="463"/>
                  <a:pt x="229" y="233"/>
                </a:cubicBezTo>
                <a:cubicBezTo>
                  <a:pt x="230" y="230"/>
                  <a:pt x="230" y="230"/>
                  <a:pt x="233" y="230"/>
                </a:cubicBezTo>
                <a:cubicBezTo>
                  <a:pt x="462" y="0"/>
                  <a:pt x="836" y="1"/>
                  <a:pt x="1066" y="230"/>
                </a:cubicBezTo>
                <a:lnTo>
                  <a:pt x="899" y="397"/>
                </a:lnTo>
                <a:close/>
                <a:moveTo>
                  <a:pt x="648" y="733"/>
                </a:moveTo>
                <a:lnTo>
                  <a:pt x="732" y="648"/>
                </a:lnTo>
                <a:lnTo>
                  <a:pt x="1107" y="1025"/>
                </a:lnTo>
                <a:lnTo>
                  <a:pt x="1022" y="1107"/>
                </a:lnTo>
                <a:lnTo>
                  <a:pt x="648" y="7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0" name="Freeform 139"/>
          <p:cNvSpPr>
            <a:spLocks noChangeArrowheads="1"/>
          </p:cNvSpPr>
          <p:nvPr/>
        </p:nvSpPr>
        <p:spPr bwMode="auto">
          <a:xfrm>
            <a:off x="5437983" y="5821362"/>
            <a:ext cx="211137" cy="419100"/>
          </a:xfrm>
          <a:custGeom>
            <a:avLst/>
            <a:gdLst>
              <a:gd name="T0" fmla="*/ 426 w 586"/>
              <a:gd name="T1" fmla="*/ 623 h 1166"/>
              <a:gd name="T2" fmla="*/ 467 w 586"/>
              <a:gd name="T3" fmla="*/ 525 h 1166"/>
              <a:gd name="T4" fmla="*/ 292 w 586"/>
              <a:gd name="T5" fmla="*/ 350 h 1166"/>
              <a:gd name="T6" fmla="*/ 117 w 586"/>
              <a:gd name="T7" fmla="*/ 525 h 1166"/>
              <a:gd name="T8" fmla="*/ 205 w 586"/>
              <a:gd name="T9" fmla="*/ 525 h 1166"/>
              <a:gd name="T10" fmla="*/ 292 w 586"/>
              <a:gd name="T11" fmla="*/ 438 h 1166"/>
              <a:gd name="T12" fmla="*/ 380 w 586"/>
              <a:gd name="T13" fmla="*/ 525 h 1166"/>
              <a:gd name="T14" fmla="*/ 355 w 586"/>
              <a:gd name="T15" fmla="*/ 585 h 1166"/>
              <a:gd name="T16" fmla="*/ 300 w 586"/>
              <a:gd name="T17" fmla="*/ 640 h 1166"/>
              <a:gd name="T18" fmla="*/ 246 w 586"/>
              <a:gd name="T19" fmla="*/ 757 h 1166"/>
              <a:gd name="T20" fmla="*/ 339 w 586"/>
              <a:gd name="T21" fmla="*/ 757 h 1166"/>
              <a:gd name="T22" fmla="*/ 388 w 586"/>
              <a:gd name="T23" fmla="*/ 664 h 1166"/>
              <a:gd name="T24" fmla="*/ 426 w 586"/>
              <a:gd name="T25" fmla="*/ 623 h 1166"/>
              <a:gd name="T26" fmla="*/ 347 w 586"/>
              <a:gd name="T27" fmla="*/ 930 h 1166"/>
              <a:gd name="T28" fmla="*/ 347 w 586"/>
              <a:gd name="T29" fmla="*/ 818 h 1166"/>
              <a:gd name="T30" fmla="*/ 238 w 586"/>
              <a:gd name="T31" fmla="*/ 818 h 1166"/>
              <a:gd name="T32" fmla="*/ 238 w 586"/>
              <a:gd name="T33" fmla="*/ 930 h 1166"/>
              <a:gd name="T34" fmla="*/ 347 w 586"/>
              <a:gd name="T35" fmla="*/ 930 h 1166"/>
              <a:gd name="T36" fmla="*/ 505 w 586"/>
              <a:gd name="T37" fmla="*/ 115 h 1166"/>
              <a:gd name="T38" fmla="*/ 585 w 586"/>
              <a:gd name="T39" fmla="*/ 194 h 1166"/>
              <a:gd name="T40" fmla="*/ 585 w 586"/>
              <a:gd name="T41" fmla="*/ 1088 h 1166"/>
              <a:gd name="T42" fmla="*/ 505 w 586"/>
              <a:gd name="T43" fmla="*/ 1165 h 1166"/>
              <a:gd name="T44" fmla="*/ 79 w 586"/>
              <a:gd name="T45" fmla="*/ 1165 h 1166"/>
              <a:gd name="T46" fmla="*/ 0 w 586"/>
              <a:gd name="T47" fmla="*/ 1088 h 1166"/>
              <a:gd name="T48" fmla="*/ 0 w 586"/>
              <a:gd name="T49" fmla="*/ 194 h 1166"/>
              <a:gd name="T50" fmla="*/ 79 w 586"/>
              <a:gd name="T51" fmla="*/ 115 h 1166"/>
              <a:gd name="T52" fmla="*/ 175 w 586"/>
              <a:gd name="T53" fmla="*/ 115 h 1166"/>
              <a:gd name="T54" fmla="*/ 175 w 586"/>
              <a:gd name="T55" fmla="*/ 0 h 1166"/>
              <a:gd name="T56" fmla="*/ 410 w 586"/>
              <a:gd name="T57" fmla="*/ 0 h 1166"/>
              <a:gd name="T58" fmla="*/ 410 w 586"/>
              <a:gd name="T59" fmla="*/ 115 h 1166"/>
              <a:gd name="T60" fmla="*/ 505 w 586"/>
              <a:gd name="T61" fmla="*/ 1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86" h="1166">
                <a:moveTo>
                  <a:pt x="426" y="623"/>
                </a:moveTo>
                <a:cubicBezTo>
                  <a:pt x="451" y="599"/>
                  <a:pt x="467" y="563"/>
                  <a:pt x="467" y="525"/>
                </a:cubicBezTo>
                <a:cubicBezTo>
                  <a:pt x="467" y="429"/>
                  <a:pt x="387" y="350"/>
                  <a:pt x="292" y="350"/>
                </a:cubicBezTo>
                <a:cubicBezTo>
                  <a:pt x="196" y="350"/>
                  <a:pt x="117" y="429"/>
                  <a:pt x="117" y="525"/>
                </a:cubicBezTo>
                <a:lnTo>
                  <a:pt x="205" y="525"/>
                </a:lnTo>
                <a:cubicBezTo>
                  <a:pt x="205" y="476"/>
                  <a:pt x="243" y="438"/>
                  <a:pt x="292" y="438"/>
                </a:cubicBezTo>
                <a:cubicBezTo>
                  <a:pt x="341" y="438"/>
                  <a:pt x="380" y="476"/>
                  <a:pt x="380" y="525"/>
                </a:cubicBezTo>
                <a:cubicBezTo>
                  <a:pt x="380" y="550"/>
                  <a:pt x="371" y="569"/>
                  <a:pt x="355" y="585"/>
                </a:cubicBezTo>
                <a:lnTo>
                  <a:pt x="300" y="640"/>
                </a:lnTo>
                <a:cubicBezTo>
                  <a:pt x="273" y="667"/>
                  <a:pt x="246" y="708"/>
                  <a:pt x="246" y="757"/>
                </a:cubicBezTo>
                <a:lnTo>
                  <a:pt x="339" y="757"/>
                </a:lnTo>
                <a:cubicBezTo>
                  <a:pt x="339" y="730"/>
                  <a:pt x="361" y="692"/>
                  <a:pt x="388" y="664"/>
                </a:cubicBezTo>
                <a:cubicBezTo>
                  <a:pt x="404" y="648"/>
                  <a:pt x="426" y="623"/>
                  <a:pt x="426" y="623"/>
                </a:cubicBezTo>
                <a:close/>
                <a:moveTo>
                  <a:pt x="347" y="930"/>
                </a:moveTo>
                <a:lnTo>
                  <a:pt x="347" y="818"/>
                </a:lnTo>
                <a:lnTo>
                  <a:pt x="238" y="818"/>
                </a:lnTo>
                <a:lnTo>
                  <a:pt x="238" y="930"/>
                </a:lnTo>
                <a:lnTo>
                  <a:pt x="347" y="930"/>
                </a:lnTo>
                <a:close/>
                <a:moveTo>
                  <a:pt x="505" y="115"/>
                </a:moveTo>
                <a:cubicBezTo>
                  <a:pt x="549" y="115"/>
                  <a:pt x="585" y="151"/>
                  <a:pt x="585" y="194"/>
                </a:cubicBezTo>
                <a:lnTo>
                  <a:pt x="585" y="1088"/>
                </a:lnTo>
                <a:cubicBezTo>
                  <a:pt x="585" y="1132"/>
                  <a:pt x="549" y="1165"/>
                  <a:pt x="505" y="1165"/>
                </a:cubicBezTo>
                <a:lnTo>
                  <a:pt x="79" y="1165"/>
                </a:lnTo>
                <a:cubicBezTo>
                  <a:pt x="35" y="1165"/>
                  <a:pt x="0" y="1132"/>
                  <a:pt x="0" y="1088"/>
                </a:cubicBezTo>
                <a:lnTo>
                  <a:pt x="0" y="194"/>
                </a:lnTo>
                <a:cubicBezTo>
                  <a:pt x="0" y="151"/>
                  <a:pt x="35" y="115"/>
                  <a:pt x="79" y="115"/>
                </a:cubicBezTo>
                <a:lnTo>
                  <a:pt x="175" y="115"/>
                </a:lnTo>
                <a:lnTo>
                  <a:pt x="175" y="0"/>
                </a:lnTo>
                <a:lnTo>
                  <a:pt x="410" y="0"/>
                </a:lnTo>
                <a:lnTo>
                  <a:pt x="410" y="115"/>
                </a:lnTo>
                <a:lnTo>
                  <a:pt x="505" y="1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1" name="Freeform 140"/>
          <p:cNvSpPr>
            <a:spLocks noChangeArrowheads="1"/>
          </p:cNvSpPr>
          <p:nvPr/>
        </p:nvSpPr>
        <p:spPr bwMode="auto">
          <a:xfrm>
            <a:off x="6517483" y="5821362"/>
            <a:ext cx="211137" cy="419100"/>
          </a:xfrm>
          <a:custGeom>
            <a:avLst/>
            <a:gdLst>
              <a:gd name="T0" fmla="*/ 506 w 586"/>
              <a:gd name="T1" fmla="*/ 115 h 1166"/>
              <a:gd name="T2" fmla="*/ 585 w 586"/>
              <a:gd name="T3" fmla="*/ 194 h 1166"/>
              <a:gd name="T4" fmla="*/ 585 w 586"/>
              <a:gd name="T5" fmla="*/ 1088 h 1166"/>
              <a:gd name="T6" fmla="*/ 506 w 586"/>
              <a:gd name="T7" fmla="*/ 1165 h 1166"/>
              <a:gd name="T8" fmla="*/ 79 w 586"/>
              <a:gd name="T9" fmla="*/ 1165 h 1166"/>
              <a:gd name="T10" fmla="*/ 0 w 586"/>
              <a:gd name="T11" fmla="*/ 1088 h 1166"/>
              <a:gd name="T12" fmla="*/ 0 w 586"/>
              <a:gd name="T13" fmla="*/ 194 h 1166"/>
              <a:gd name="T14" fmla="*/ 79 w 586"/>
              <a:gd name="T15" fmla="*/ 115 h 1166"/>
              <a:gd name="T16" fmla="*/ 175 w 586"/>
              <a:gd name="T17" fmla="*/ 115 h 1166"/>
              <a:gd name="T18" fmla="*/ 175 w 586"/>
              <a:gd name="T19" fmla="*/ 0 h 1166"/>
              <a:gd name="T20" fmla="*/ 410 w 586"/>
              <a:gd name="T21" fmla="*/ 0 h 1166"/>
              <a:gd name="T22" fmla="*/ 410 w 586"/>
              <a:gd name="T23" fmla="*/ 115 h 1166"/>
              <a:gd name="T24" fmla="*/ 506 w 586"/>
              <a:gd name="T25" fmla="*/ 1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86" h="1166">
                <a:moveTo>
                  <a:pt x="506" y="115"/>
                </a:moveTo>
                <a:cubicBezTo>
                  <a:pt x="549" y="115"/>
                  <a:pt x="585" y="151"/>
                  <a:pt x="585" y="194"/>
                </a:cubicBezTo>
                <a:lnTo>
                  <a:pt x="585" y="1088"/>
                </a:lnTo>
                <a:cubicBezTo>
                  <a:pt x="585" y="1132"/>
                  <a:pt x="549" y="1165"/>
                  <a:pt x="506" y="1165"/>
                </a:cubicBezTo>
                <a:lnTo>
                  <a:pt x="79" y="1165"/>
                </a:lnTo>
                <a:cubicBezTo>
                  <a:pt x="35" y="1165"/>
                  <a:pt x="0" y="1132"/>
                  <a:pt x="0" y="1088"/>
                </a:cubicBezTo>
                <a:lnTo>
                  <a:pt x="0" y="194"/>
                </a:lnTo>
                <a:cubicBezTo>
                  <a:pt x="0" y="151"/>
                  <a:pt x="35" y="115"/>
                  <a:pt x="79" y="115"/>
                </a:cubicBezTo>
                <a:lnTo>
                  <a:pt x="175" y="115"/>
                </a:lnTo>
                <a:lnTo>
                  <a:pt x="175" y="0"/>
                </a:lnTo>
                <a:lnTo>
                  <a:pt x="410" y="0"/>
                </a:lnTo>
                <a:lnTo>
                  <a:pt x="410" y="115"/>
                </a:lnTo>
                <a:lnTo>
                  <a:pt x="506" y="11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2" name="Freeform 141"/>
          <p:cNvSpPr>
            <a:spLocks noChangeArrowheads="1"/>
          </p:cNvSpPr>
          <p:nvPr/>
        </p:nvSpPr>
        <p:spPr bwMode="auto">
          <a:xfrm>
            <a:off x="7596983" y="5821362"/>
            <a:ext cx="211137" cy="419100"/>
          </a:xfrm>
          <a:custGeom>
            <a:avLst/>
            <a:gdLst>
              <a:gd name="T0" fmla="*/ 235 w 586"/>
              <a:gd name="T1" fmla="*/ 1050 h 1166"/>
              <a:gd name="T2" fmla="*/ 467 w 586"/>
              <a:gd name="T3" fmla="*/ 613 h 1166"/>
              <a:gd name="T4" fmla="*/ 350 w 586"/>
              <a:gd name="T5" fmla="*/ 613 h 1166"/>
              <a:gd name="T6" fmla="*/ 350 w 586"/>
              <a:gd name="T7" fmla="*/ 290 h 1166"/>
              <a:gd name="T8" fmla="*/ 118 w 586"/>
              <a:gd name="T9" fmla="*/ 727 h 1166"/>
              <a:gd name="T10" fmla="*/ 235 w 586"/>
              <a:gd name="T11" fmla="*/ 727 h 1166"/>
              <a:gd name="T12" fmla="*/ 235 w 586"/>
              <a:gd name="T13" fmla="*/ 1050 h 1166"/>
              <a:gd name="T14" fmla="*/ 506 w 586"/>
              <a:gd name="T15" fmla="*/ 115 h 1166"/>
              <a:gd name="T16" fmla="*/ 585 w 586"/>
              <a:gd name="T17" fmla="*/ 194 h 1166"/>
              <a:gd name="T18" fmla="*/ 585 w 586"/>
              <a:gd name="T19" fmla="*/ 1088 h 1166"/>
              <a:gd name="T20" fmla="*/ 506 w 586"/>
              <a:gd name="T21" fmla="*/ 1165 h 1166"/>
              <a:gd name="T22" fmla="*/ 79 w 586"/>
              <a:gd name="T23" fmla="*/ 1165 h 1166"/>
              <a:gd name="T24" fmla="*/ 0 w 586"/>
              <a:gd name="T25" fmla="*/ 1088 h 1166"/>
              <a:gd name="T26" fmla="*/ 0 w 586"/>
              <a:gd name="T27" fmla="*/ 194 h 1166"/>
              <a:gd name="T28" fmla="*/ 79 w 586"/>
              <a:gd name="T29" fmla="*/ 115 h 1166"/>
              <a:gd name="T30" fmla="*/ 175 w 586"/>
              <a:gd name="T31" fmla="*/ 115 h 1166"/>
              <a:gd name="T32" fmla="*/ 175 w 586"/>
              <a:gd name="T33" fmla="*/ 0 h 1166"/>
              <a:gd name="T34" fmla="*/ 410 w 586"/>
              <a:gd name="T35" fmla="*/ 0 h 1166"/>
              <a:gd name="T36" fmla="*/ 410 w 586"/>
              <a:gd name="T37" fmla="*/ 115 h 1166"/>
              <a:gd name="T38" fmla="*/ 506 w 586"/>
              <a:gd name="T39" fmla="*/ 1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86" h="1166">
                <a:moveTo>
                  <a:pt x="235" y="1050"/>
                </a:moveTo>
                <a:lnTo>
                  <a:pt x="467" y="613"/>
                </a:lnTo>
                <a:lnTo>
                  <a:pt x="350" y="613"/>
                </a:lnTo>
                <a:lnTo>
                  <a:pt x="350" y="290"/>
                </a:lnTo>
                <a:lnTo>
                  <a:pt x="118" y="727"/>
                </a:lnTo>
                <a:lnTo>
                  <a:pt x="235" y="727"/>
                </a:lnTo>
                <a:lnTo>
                  <a:pt x="235" y="1050"/>
                </a:lnTo>
                <a:close/>
                <a:moveTo>
                  <a:pt x="506" y="115"/>
                </a:moveTo>
                <a:cubicBezTo>
                  <a:pt x="549" y="115"/>
                  <a:pt x="585" y="151"/>
                  <a:pt x="585" y="194"/>
                </a:cubicBezTo>
                <a:lnTo>
                  <a:pt x="585" y="1088"/>
                </a:lnTo>
                <a:cubicBezTo>
                  <a:pt x="585" y="1132"/>
                  <a:pt x="549" y="1165"/>
                  <a:pt x="506" y="1165"/>
                </a:cubicBezTo>
                <a:lnTo>
                  <a:pt x="79" y="1165"/>
                </a:lnTo>
                <a:cubicBezTo>
                  <a:pt x="36" y="1165"/>
                  <a:pt x="0" y="1132"/>
                  <a:pt x="0" y="1088"/>
                </a:cubicBezTo>
                <a:lnTo>
                  <a:pt x="0" y="194"/>
                </a:lnTo>
                <a:cubicBezTo>
                  <a:pt x="0" y="151"/>
                  <a:pt x="36" y="115"/>
                  <a:pt x="79" y="115"/>
                </a:cubicBezTo>
                <a:lnTo>
                  <a:pt x="175" y="115"/>
                </a:lnTo>
                <a:lnTo>
                  <a:pt x="175" y="0"/>
                </a:lnTo>
                <a:lnTo>
                  <a:pt x="410" y="0"/>
                </a:lnTo>
                <a:lnTo>
                  <a:pt x="410" y="115"/>
                </a:lnTo>
                <a:lnTo>
                  <a:pt x="506" y="1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3" name="Freeform 142"/>
          <p:cNvSpPr>
            <a:spLocks noChangeArrowheads="1"/>
          </p:cNvSpPr>
          <p:nvPr/>
        </p:nvSpPr>
        <p:spPr bwMode="auto">
          <a:xfrm>
            <a:off x="8676483" y="5821362"/>
            <a:ext cx="211137" cy="419100"/>
          </a:xfrm>
          <a:custGeom>
            <a:avLst/>
            <a:gdLst>
              <a:gd name="T0" fmla="*/ 350 w 586"/>
              <a:gd name="T1" fmla="*/ 700 h 1166"/>
              <a:gd name="T2" fmla="*/ 350 w 586"/>
              <a:gd name="T3" fmla="*/ 408 h 1166"/>
              <a:gd name="T4" fmla="*/ 235 w 586"/>
              <a:gd name="T5" fmla="*/ 408 h 1166"/>
              <a:gd name="T6" fmla="*/ 235 w 586"/>
              <a:gd name="T7" fmla="*/ 700 h 1166"/>
              <a:gd name="T8" fmla="*/ 350 w 586"/>
              <a:gd name="T9" fmla="*/ 700 h 1166"/>
              <a:gd name="T10" fmla="*/ 350 w 586"/>
              <a:gd name="T11" fmla="*/ 932 h 1166"/>
              <a:gd name="T12" fmla="*/ 350 w 586"/>
              <a:gd name="T13" fmla="*/ 815 h 1166"/>
              <a:gd name="T14" fmla="*/ 235 w 586"/>
              <a:gd name="T15" fmla="*/ 815 h 1166"/>
              <a:gd name="T16" fmla="*/ 235 w 586"/>
              <a:gd name="T17" fmla="*/ 932 h 1166"/>
              <a:gd name="T18" fmla="*/ 350 w 586"/>
              <a:gd name="T19" fmla="*/ 932 h 1166"/>
              <a:gd name="T20" fmla="*/ 506 w 586"/>
              <a:gd name="T21" fmla="*/ 115 h 1166"/>
              <a:gd name="T22" fmla="*/ 585 w 586"/>
              <a:gd name="T23" fmla="*/ 194 h 1166"/>
              <a:gd name="T24" fmla="*/ 585 w 586"/>
              <a:gd name="T25" fmla="*/ 1088 h 1166"/>
              <a:gd name="T26" fmla="*/ 506 w 586"/>
              <a:gd name="T27" fmla="*/ 1165 h 1166"/>
              <a:gd name="T28" fmla="*/ 80 w 586"/>
              <a:gd name="T29" fmla="*/ 1165 h 1166"/>
              <a:gd name="T30" fmla="*/ 0 w 586"/>
              <a:gd name="T31" fmla="*/ 1088 h 1166"/>
              <a:gd name="T32" fmla="*/ 0 w 586"/>
              <a:gd name="T33" fmla="*/ 194 h 1166"/>
              <a:gd name="T34" fmla="*/ 80 w 586"/>
              <a:gd name="T35" fmla="*/ 115 h 1166"/>
              <a:gd name="T36" fmla="*/ 175 w 586"/>
              <a:gd name="T37" fmla="*/ 115 h 1166"/>
              <a:gd name="T38" fmla="*/ 175 w 586"/>
              <a:gd name="T39" fmla="*/ 0 h 1166"/>
              <a:gd name="T40" fmla="*/ 410 w 586"/>
              <a:gd name="T41" fmla="*/ 0 h 1166"/>
              <a:gd name="T42" fmla="*/ 410 w 586"/>
              <a:gd name="T43" fmla="*/ 115 h 1166"/>
              <a:gd name="T44" fmla="*/ 506 w 586"/>
              <a:gd name="T45" fmla="*/ 1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86" h="1166">
                <a:moveTo>
                  <a:pt x="350" y="700"/>
                </a:moveTo>
                <a:lnTo>
                  <a:pt x="350" y="408"/>
                </a:lnTo>
                <a:lnTo>
                  <a:pt x="235" y="408"/>
                </a:lnTo>
                <a:lnTo>
                  <a:pt x="235" y="700"/>
                </a:lnTo>
                <a:lnTo>
                  <a:pt x="350" y="700"/>
                </a:lnTo>
                <a:close/>
                <a:moveTo>
                  <a:pt x="350" y="932"/>
                </a:moveTo>
                <a:lnTo>
                  <a:pt x="350" y="815"/>
                </a:lnTo>
                <a:lnTo>
                  <a:pt x="235" y="815"/>
                </a:lnTo>
                <a:lnTo>
                  <a:pt x="235" y="932"/>
                </a:lnTo>
                <a:lnTo>
                  <a:pt x="350" y="932"/>
                </a:lnTo>
                <a:close/>
                <a:moveTo>
                  <a:pt x="506" y="115"/>
                </a:moveTo>
                <a:cubicBezTo>
                  <a:pt x="550" y="115"/>
                  <a:pt x="585" y="151"/>
                  <a:pt x="585" y="194"/>
                </a:cubicBezTo>
                <a:lnTo>
                  <a:pt x="585" y="1088"/>
                </a:lnTo>
                <a:cubicBezTo>
                  <a:pt x="585" y="1132"/>
                  <a:pt x="550" y="1165"/>
                  <a:pt x="506" y="1165"/>
                </a:cubicBezTo>
                <a:lnTo>
                  <a:pt x="80" y="1165"/>
                </a:lnTo>
                <a:cubicBezTo>
                  <a:pt x="36" y="1165"/>
                  <a:pt x="0" y="1132"/>
                  <a:pt x="0" y="1088"/>
                </a:cubicBezTo>
                <a:lnTo>
                  <a:pt x="0" y="194"/>
                </a:lnTo>
                <a:cubicBezTo>
                  <a:pt x="0" y="151"/>
                  <a:pt x="36" y="115"/>
                  <a:pt x="80" y="115"/>
                </a:cubicBezTo>
                <a:lnTo>
                  <a:pt x="175" y="115"/>
                </a:lnTo>
                <a:lnTo>
                  <a:pt x="175" y="0"/>
                </a:lnTo>
                <a:lnTo>
                  <a:pt x="410" y="0"/>
                </a:lnTo>
                <a:lnTo>
                  <a:pt x="410" y="115"/>
                </a:lnTo>
                <a:lnTo>
                  <a:pt x="506" y="1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4" name="Freeform 143"/>
          <p:cNvSpPr>
            <a:spLocks noChangeArrowheads="1"/>
          </p:cNvSpPr>
          <p:nvPr/>
        </p:nvSpPr>
        <p:spPr bwMode="auto">
          <a:xfrm>
            <a:off x="9609933" y="5842000"/>
            <a:ext cx="503237" cy="377825"/>
          </a:xfrm>
          <a:custGeom>
            <a:avLst/>
            <a:gdLst>
              <a:gd name="T0" fmla="*/ 1107 w 1400"/>
              <a:gd name="T1" fmla="*/ 735 h 1050"/>
              <a:gd name="T2" fmla="*/ 899 w 1400"/>
              <a:gd name="T3" fmla="*/ 525 h 1050"/>
              <a:gd name="T4" fmla="*/ 1107 w 1400"/>
              <a:gd name="T5" fmla="*/ 314 h 1050"/>
              <a:gd name="T6" fmla="*/ 1025 w 1400"/>
              <a:gd name="T7" fmla="*/ 232 h 1050"/>
              <a:gd name="T8" fmla="*/ 817 w 1400"/>
              <a:gd name="T9" fmla="*/ 443 h 1050"/>
              <a:gd name="T10" fmla="*/ 607 w 1400"/>
              <a:gd name="T11" fmla="*/ 232 h 1050"/>
              <a:gd name="T12" fmla="*/ 525 w 1400"/>
              <a:gd name="T13" fmla="*/ 314 h 1050"/>
              <a:gd name="T14" fmla="*/ 735 w 1400"/>
              <a:gd name="T15" fmla="*/ 525 h 1050"/>
              <a:gd name="T16" fmla="*/ 525 w 1400"/>
              <a:gd name="T17" fmla="*/ 735 h 1050"/>
              <a:gd name="T18" fmla="*/ 607 w 1400"/>
              <a:gd name="T19" fmla="*/ 817 h 1050"/>
              <a:gd name="T20" fmla="*/ 817 w 1400"/>
              <a:gd name="T21" fmla="*/ 606 h 1050"/>
              <a:gd name="T22" fmla="*/ 1025 w 1400"/>
              <a:gd name="T23" fmla="*/ 817 h 1050"/>
              <a:gd name="T24" fmla="*/ 1107 w 1400"/>
              <a:gd name="T25" fmla="*/ 735 h 1050"/>
              <a:gd name="T26" fmla="*/ 1282 w 1400"/>
              <a:gd name="T27" fmla="*/ 0 h 1050"/>
              <a:gd name="T28" fmla="*/ 1399 w 1400"/>
              <a:gd name="T29" fmla="*/ 117 h 1050"/>
              <a:gd name="T30" fmla="*/ 1399 w 1400"/>
              <a:gd name="T31" fmla="*/ 932 h 1050"/>
              <a:gd name="T32" fmla="*/ 1282 w 1400"/>
              <a:gd name="T33" fmla="*/ 1049 h 1050"/>
              <a:gd name="T34" fmla="*/ 407 w 1400"/>
              <a:gd name="T35" fmla="*/ 1049 h 1050"/>
              <a:gd name="T36" fmla="*/ 315 w 1400"/>
              <a:gd name="T37" fmla="*/ 997 h 1050"/>
              <a:gd name="T38" fmla="*/ 0 w 1400"/>
              <a:gd name="T39" fmla="*/ 525 h 1050"/>
              <a:gd name="T40" fmla="*/ 315 w 1400"/>
              <a:gd name="T41" fmla="*/ 52 h 1050"/>
              <a:gd name="T42" fmla="*/ 407 w 1400"/>
              <a:gd name="T43" fmla="*/ 0 h 1050"/>
              <a:gd name="T44" fmla="*/ 1282 w 1400"/>
              <a:gd name="T45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400" h="1050">
                <a:moveTo>
                  <a:pt x="1107" y="735"/>
                </a:moveTo>
                <a:lnTo>
                  <a:pt x="899" y="525"/>
                </a:lnTo>
                <a:lnTo>
                  <a:pt x="1107" y="314"/>
                </a:lnTo>
                <a:lnTo>
                  <a:pt x="1025" y="232"/>
                </a:lnTo>
                <a:lnTo>
                  <a:pt x="817" y="443"/>
                </a:lnTo>
                <a:lnTo>
                  <a:pt x="607" y="232"/>
                </a:lnTo>
                <a:lnTo>
                  <a:pt x="525" y="314"/>
                </a:lnTo>
                <a:lnTo>
                  <a:pt x="735" y="525"/>
                </a:lnTo>
                <a:lnTo>
                  <a:pt x="525" y="735"/>
                </a:lnTo>
                <a:lnTo>
                  <a:pt x="607" y="817"/>
                </a:lnTo>
                <a:lnTo>
                  <a:pt x="817" y="606"/>
                </a:lnTo>
                <a:lnTo>
                  <a:pt x="1025" y="817"/>
                </a:lnTo>
                <a:lnTo>
                  <a:pt x="1107" y="735"/>
                </a:lnTo>
                <a:close/>
                <a:moveTo>
                  <a:pt x="1282" y="0"/>
                </a:moveTo>
                <a:cubicBezTo>
                  <a:pt x="1345" y="0"/>
                  <a:pt x="1399" y="54"/>
                  <a:pt x="1399" y="117"/>
                </a:cubicBezTo>
                <a:lnTo>
                  <a:pt x="1399" y="932"/>
                </a:lnTo>
                <a:cubicBezTo>
                  <a:pt x="1399" y="995"/>
                  <a:pt x="1345" y="1049"/>
                  <a:pt x="1282" y="1049"/>
                </a:cubicBezTo>
                <a:lnTo>
                  <a:pt x="407" y="1049"/>
                </a:lnTo>
                <a:cubicBezTo>
                  <a:pt x="366" y="1049"/>
                  <a:pt x="336" y="1027"/>
                  <a:pt x="315" y="997"/>
                </a:cubicBezTo>
                <a:lnTo>
                  <a:pt x="0" y="525"/>
                </a:lnTo>
                <a:lnTo>
                  <a:pt x="315" y="52"/>
                </a:lnTo>
                <a:cubicBezTo>
                  <a:pt x="336" y="22"/>
                  <a:pt x="366" y="0"/>
                  <a:pt x="407" y="0"/>
                </a:cubicBezTo>
                <a:lnTo>
                  <a:pt x="128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5" name="Freeform 144"/>
          <p:cNvSpPr>
            <a:spLocks noChangeArrowheads="1"/>
          </p:cNvSpPr>
          <p:nvPr/>
        </p:nvSpPr>
        <p:spPr bwMode="auto">
          <a:xfrm>
            <a:off x="10752933" y="5842000"/>
            <a:ext cx="377825" cy="377825"/>
          </a:xfrm>
          <a:custGeom>
            <a:avLst/>
            <a:gdLst>
              <a:gd name="T0" fmla="*/ 175 w 1051"/>
              <a:gd name="T1" fmla="*/ 525 h 1050"/>
              <a:gd name="T2" fmla="*/ 233 w 1051"/>
              <a:gd name="T3" fmla="*/ 467 h 1050"/>
              <a:gd name="T4" fmla="*/ 293 w 1051"/>
              <a:gd name="T5" fmla="*/ 525 h 1050"/>
              <a:gd name="T6" fmla="*/ 233 w 1051"/>
              <a:gd name="T7" fmla="*/ 582 h 1050"/>
              <a:gd name="T8" fmla="*/ 175 w 1051"/>
              <a:gd name="T9" fmla="*/ 525 h 1050"/>
              <a:gd name="T10" fmla="*/ 875 w 1051"/>
              <a:gd name="T11" fmla="*/ 525 h 1050"/>
              <a:gd name="T12" fmla="*/ 817 w 1051"/>
              <a:gd name="T13" fmla="*/ 582 h 1050"/>
              <a:gd name="T14" fmla="*/ 757 w 1051"/>
              <a:gd name="T15" fmla="*/ 525 h 1050"/>
              <a:gd name="T16" fmla="*/ 817 w 1051"/>
              <a:gd name="T17" fmla="*/ 467 h 1050"/>
              <a:gd name="T18" fmla="*/ 875 w 1051"/>
              <a:gd name="T19" fmla="*/ 525 h 1050"/>
              <a:gd name="T20" fmla="*/ 525 w 1051"/>
              <a:gd name="T21" fmla="*/ 0 h 1050"/>
              <a:gd name="T22" fmla="*/ 1050 w 1051"/>
              <a:gd name="T23" fmla="*/ 525 h 1050"/>
              <a:gd name="T24" fmla="*/ 525 w 1051"/>
              <a:gd name="T25" fmla="*/ 1049 h 1050"/>
              <a:gd name="T26" fmla="*/ 0 w 1051"/>
              <a:gd name="T27" fmla="*/ 525 h 1050"/>
              <a:gd name="T28" fmla="*/ 211 w 1051"/>
              <a:gd name="T29" fmla="*/ 106 h 1050"/>
              <a:gd name="T30" fmla="*/ 211 w 1051"/>
              <a:gd name="T31" fmla="*/ 104 h 1050"/>
              <a:gd name="T32" fmla="*/ 607 w 1051"/>
              <a:gd name="T33" fmla="*/ 500 h 1050"/>
              <a:gd name="T34" fmla="*/ 525 w 1051"/>
              <a:gd name="T35" fmla="*/ 582 h 1050"/>
              <a:gd name="T36" fmla="*/ 208 w 1051"/>
              <a:gd name="T37" fmla="*/ 268 h 1050"/>
              <a:gd name="T38" fmla="*/ 118 w 1051"/>
              <a:gd name="T39" fmla="*/ 525 h 1050"/>
              <a:gd name="T40" fmla="*/ 525 w 1051"/>
              <a:gd name="T41" fmla="*/ 932 h 1050"/>
              <a:gd name="T42" fmla="*/ 932 w 1051"/>
              <a:gd name="T43" fmla="*/ 525 h 1050"/>
              <a:gd name="T44" fmla="*/ 582 w 1051"/>
              <a:gd name="T45" fmla="*/ 120 h 1050"/>
              <a:gd name="T46" fmla="*/ 582 w 1051"/>
              <a:gd name="T47" fmla="*/ 232 h 1050"/>
              <a:gd name="T48" fmla="*/ 468 w 1051"/>
              <a:gd name="T49" fmla="*/ 232 h 1050"/>
              <a:gd name="T50" fmla="*/ 468 w 1051"/>
              <a:gd name="T51" fmla="*/ 0 h 1050"/>
              <a:gd name="T52" fmla="*/ 525 w 1051"/>
              <a:gd name="T53" fmla="*/ 0 h 1050"/>
              <a:gd name="T54" fmla="*/ 468 w 1051"/>
              <a:gd name="T55" fmla="*/ 817 h 1050"/>
              <a:gd name="T56" fmla="*/ 525 w 1051"/>
              <a:gd name="T57" fmla="*/ 757 h 1050"/>
              <a:gd name="T58" fmla="*/ 582 w 1051"/>
              <a:gd name="T59" fmla="*/ 817 h 1050"/>
              <a:gd name="T60" fmla="*/ 525 w 1051"/>
              <a:gd name="T61" fmla="*/ 874 h 1050"/>
              <a:gd name="T62" fmla="*/ 468 w 1051"/>
              <a:gd name="T63" fmla="*/ 8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050">
                <a:moveTo>
                  <a:pt x="175" y="525"/>
                </a:moveTo>
                <a:cubicBezTo>
                  <a:pt x="175" y="492"/>
                  <a:pt x="201" y="467"/>
                  <a:pt x="233" y="467"/>
                </a:cubicBezTo>
                <a:cubicBezTo>
                  <a:pt x="266" y="467"/>
                  <a:pt x="293" y="492"/>
                  <a:pt x="293" y="525"/>
                </a:cubicBezTo>
                <a:cubicBezTo>
                  <a:pt x="293" y="557"/>
                  <a:pt x="266" y="582"/>
                  <a:pt x="233" y="582"/>
                </a:cubicBezTo>
                <a:cubicBezTo>
                  <a:pt x="201" y="582"/>
                  <a:pt x="175" y="557"/>
                  <a:pt x="175" y="525"/>
                </a:cubicBezTo>
                <a:close/>
                <a:moveTo>
                  <a:pt x="875" y="525"/>
                </a:moveTo>
                <a:cubicBezTo>
                  <a:pt x="875" y="557"/>
                  <a:pt x="850" y="582"/>
                  <a:pt x="817" y="582"/>
                </a:cubicBezTo>
                <a:cubicBezTo>
                  <a:pt x="785" y="582"/>
                  <a:pt x="757" y="557"/>
                  <a:pt x="757" y="525"/>
                </a:cubicBezTo>
                <a:cubicBezTo>
                  <a:pt x="757" y="492"/>
                  <a:pt x="785" y="467"/>
                  <a:pt x="817" y="467"/>
                </a:cubicBezTo>
                <a:cubicBezTo>
                  <a:pt x="850" y="467"/>
                  <a:pt x="875" y="492"/>
                  <a:pt x="875" y="525"/>
                </a:cubicBezTo>
                <a:close/>
                <a:moveTo>
                  <a:pt x="525" y="0"/>
                </a:moveTo>
                <a:cubicBezTo>
                  <a:pt x="815" y="0"/>
                  <a:pt x="1050" y="235"/>
                  <a:pt x="1050" y="525"/>
                </a:cubicBezTo>
                <a:cubicBezTo>
                  <a:pt x="1050" y="814"/>
                  <a:pt x="815" y="1049"/>
                  <a:pt x="525" y="1049"/>
                </a:cubicBezTo>
                <a:cubicBezTo>
                  <a:pt x="235" y="1049"/>
                  <a:pt x="0" y="814"/>
                  <a:pt x="0" y="525"/>
                </a:cubicBezTo>
                <a:cubicBezTo>
                  <a:pt x="0" y="352"/>
                  <a:pt x="82" y="202"/>
                  <a:pt x="211" y="106"/>
                </a:cubicBezTo>
                <a:lnTo>
                  <a:pt x="211" y="104"/>
                </a:lnTo>
                <a:lnTo>
                  <a:pt x="607" y="500"/>
                </a:lnTo>
                <a:lnTo>
                  <a:pt x="525" y="582"/>
                </a:lnTo>
                <a:lnTo>
                  <a:pt x="208" y="268"/>
                </a:lnTo>
                <a:cubicBezTo>
                  <a:pt x="151" y="339"/>
                  <a:pt x="118" y="426"/>
                  <a:pt x="118" y="525"/>
                </a:cubicBezTo>
                <a:cubicBezTo>
                  <a:pt x="118" y="751"/>
                  <a:pt x="298" y="932"/>
                  <a:pt x="525" y="932"/>
                </a:cubicBezTo>
                <a:cubicBezTo>
                  <a:pt x="752" y="932"/>
                  <a:pt x="932" y="751"/>
                  <a:pt x="932" y="525"/>
                </a:cubicBezTo>
                <a:cubicBezTo>
                  <a:pt x="932" y="320"/>
                  <a:pt x="779" y="147"/>
                  <a:pt x="582" y="120"/>
                </a:cubicBezTo>
                <a:lnTo>
                  <a:pt x="582" y="232"/>
                </a:lnTo>
                <a:lnTo>
                  <a:pt x="468" y="232"/>
                </a:lnTo>
                <a:lnTo>
                  <a:pt x="468" y="0"/>
                </a:lnTo>
                <a:lnTo>
                  <a:pt x="525" y="0"/>
                </a:lnTo>
                <a:close/>
                <a:moveTo>
                  <a:pt x="468" y="817"/>
                </a:moveTo>
                <a:cubicBezTo>
                  <a:pt x="468" y="784"/>
                  <a:pt x="492" y="757"/>
                  <a:pt x="525" y="757"/>
                </a:cubicBezTo>
                <a:cubicBezTo>
                  <a:pt x="558" y="757"/>
                  <a:pt x="582" y="784"/>
                  <a:pt x="582" y="817"/>
                </a:cubicBezTo>
                <a:cubicBezTo>
                  <a:pt x="582" y="850"/>
                  <a:pt x="558" y="874"/>
                  <a:pt x="525" y="874"/>
                </a:cubicBezTo>
                <a:cubicBezTo>
                  <a:pt x="492" y="874"/>
                  <a:pt x="468" y="850"/>
                  <a:pt x="468" y="8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7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9" y="594519"/>
            <a:ext cx="377825" cy="419100"/>
          </a:xfrm>
          <a:custGeom>
            <a:avLst/>
            <a:gdLst>
              <a:gd name="T0" fmla="*/ 932 w 1051"/>
              <a:gd name="T1" fmla="*/ 465 h 1166"/>
              <a:gd name="T2" fmla="*/ 1050 w 1051"/>
              <a:gd name="T3" fmla="*/ 582 h 1166"/>
              <a:gd name="T4" fmla="*/ 932 w 1051"/>
              <a:gd name="T5" fmla="*/ 700 h 1166"/>
              <a:gd name="T6" fmla="*/ 818 w 1051"/>
              <a:gd name="T7" fmla="*/ 582 h 1166"/>
              <a:gd name="T8" fmla="*/ 932 w 1051"/>
              <a:gd name="T9" fmla="*/ 465 h 1166"/>
              <a:gd name="T10" fmla="*/ 692 w 1051"/>
              <a:gd name="T11" fmla="*/ 834 h 1166"/>
              <a:gd name="T12" fmla="*/ 582 w 1051"/>
              <a:gd name="T13" fmla="*/ 722 h 1166"/>
              <a:gd name="T14" fmla="*/ 582 w 1051"/>
              <a:gd name="T15" fmla="*/ 943 h 1166"/>
              <a:gd name="T16" fmla="*/ 692 w 1051"/>
              <a:gd name="T17" fmla="*/ 834 h 1166"/>
              <a:gd name="T18" fmla="*/ 582 w 1051"/>
              <a:gd name="T19" fmla="*/ 221 h 1166"/>
              <a:gd name="T20" fmla="*/ 582 w 1051"/>
              <a:gd name="T21" fmla="*/ 443 h 1166"/>
              <a:gd name="T22" fmla="*/ 692 w 1051"/>
              <a:gd name="T23" fmla="*/ 331 h 1166"/>
              <a:gd name="T24" fmla="*/ 582 w 1051"/>
              <a:gd name="T25" fmla="*/ 221 h 1166"/>
              <a:gd name="T26" fmla="*/ 859 w 1051"/>
              <a:gd name="T27" fmla="*/ 331 h 1166"/>
              <a:gd name="T28" fmla="*/ 607 w 1051"/>
              <a:gd name="T29" fmla="*/ 582 h 1166"/>
              <a:gd name="T30" fmla="*/ 859 w 1051"/>
              <a:gd name="T31" fmla="*/ 834 h 1166"/>
              <a:gd name="T32" fmla="*/ 525 w 1051"/>
              <a:gd name="T33" fmla="*/ 1165 h 1166"/>
              <a:gd name="T34" fmla="*/ 468 w 1051"/>
              <a:gd name="T35" fmla="*/ 1165 h 1166"/>
              <a:gd name="T36" fmla="*/ 468 w 1051"/>
              <a:gd name="T37" fmla="*/ 722 h 1166"/>
              <a:gd name="T38" fmla="*/ 200 w 1051"/>
              <a:gd name="T39" fmla="*/ 990 h 1166"/>
              <a:gd name="T40" fmla="*/ 118 w 1051"/>
              <a:gd name="T41" fmla="*/ 908 h 1166"/>
              <a:gd name="T42" fmla="*/ 443 w 1051"/>
              <a:gd name="T43" fmla="*/ 582 h 1166"/>
              <a:gd name="T44" fmla="*/ 118 w 1051"/>
              <a:gd name="T45" fmla="*/ 257 h 1166"/>
              <a:gd name="T46" fmla="*/ 200 w 1051"/>
              <a:gd name="T47" fmla="*/ 175 h 1166"/>
              <a:gd name="T48" fmla="*/ 468 w 1051"/>
              <a:gd name="T49" fmla="*/ 443 h 1166"/>
              <a:gd name="T50" fmla="*/ 468 w 1051"/>
              <a:gd name="T51" fmla="*/ 0 h 1166"/>
              <a:gd name="T52" fmla="*/ 525 w 1051"/>
              <a:gd name="T53" fmla="*/ 0 h 1166"/>
              <a:gd name="T54" fmla="*/ 859 w 1051"/>
              <a:gd name="T55" fmla="*/ 331 h 1166"/>
              <a:gd name="T56" fmla="*/ 232 w 1051"/>
              <a:gd name="T57" fmla="*/ 582 h 1166"/>
              <a:gd name="T58" fmla="*/ 118 w 1051"/>
              <a:gd name="T59" fmla="*/ 700 h 1166"/>
              <a:gd name="T60" fmla="*/ 0 w 1051"/>
              <a:gd name="T61" fmla="*/ 582 h 1166"/>
              <a:gd name="T62" fmla="*/ 118 w 1051"/>
              <a:gd name="T63" fmla="*/ 465 h 1166"/>
              <a:gd name="T64" fmla="*/ 232 w 1051"/>
              <a:gd name="T65" fmla="*/ 58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51" h="1166">
                <a:moveTo>
                  <a:pt x="932" y="465"/>
                </a:moveTo>
                <a:lnTo>
                  <a:pt x="1050" y="582"/>
                </a:lnTo>
                <a:lnTo>
                  <a:pt x="932" y="700"/>
                </a:lnTo>
                <a:lnTo>
                  <a:pt x="818" y="582"/>
                </a:lnTo>
                <a:lnTo>
                  <a:pt x="932" y="465"/>
                </a:lnTo>
                <a:close/>
                <a:moveTo>
                  <a:pt x="692" y="834"/>
                </a:moveTo>
                <a:lnTo>
                  <a:pt x="582" y="722"/>
                </a:lnTo>
                <a:lnTo>
                  <a:pt x="582" y="943"/>
                </a:lnTo>
                <a:lnTo>
                  <a:pt x="692" y="834"/>
                </a:lnTo>
                <a:close/>
                <a:moveTo>
                  <a:pt x="582" y="221"/>
                </a:moveTo>
                <a:lnTo>
                  <a:pt x="582" y="443"/>
                </a:lnTo>
                <a:lnTo>
                  <a:pt x="692" y="331"/>
                </a:lnTo>
                <a:lnTo>
                  <a:pt x="582" y="221"/>
                </a:lnTo>
                <a:close/>
                <a:moveTo>
                  <a:pt x="859" y="331"/>
                </a:moveTo>
                <a:lnTo>
                  <a:pt x="607" y="582"/>
                </a:lnTo>
                <a:lnTo>
                  <a:pt x="859" y="834"/>
                </a:lnTo>
                <a:lnTo>
                  <a:pt x="525" y="1165"/>
                </a:lnTo>
                <a:lnTo>
                  <a:pt x="468" y="1165"/>
                </a:lnTo>
                <a:lnTo>
                  <a:pt x="468" y="722"/>
                </a:lnTo>
                <a:lnTo>
                  <a:pt x="200" y="990"/>
                </a:lnTo>
                <a:lnTo>
                  <a:pt x="118" y="908"/>
                </a:lnTo>
                <a:lnTo>
                  <a:pt x="443" y="582"/>
                </a:lnTo>
                <a:lnTo>
                  <a:pt x="118" y="257"/>
                </a:lnTo>
                <a:lnTo>
                  <a:pt x="200" y="175"/>
                </a:lnTo>
                <a:lnTo>
                  <a:pt x="468" y="443"/>
                </a:lnTo>
                <a:lnTo>
                  <a:pt x="468" y="0"/>
                </a:lnTo>
                <a:lnTo>
                  <a:pt x="525" y="0"/>
                </a:lnTo>
                <a:lnTo>
                  <a:pt x="859" y="331"/>
                </a:lnTo>
                <a:close/>
                <a:moveTo>
                  <a:pt x="232" y="582"/>
                </a:moveTo>
                <a:lnTo>
                  <a:pt x="118" y="700"/>
                </a:lnTo>
                <a:lnTo>
                  <a:pt x="0" y="582"/>
                </a:lnTo>
                <a:lnTo>
                  <a:pt x="118" y="465"/>
                </a:lnTo>
                <a:lnTo>
                  <a:pt x="232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36776" y="615158"/>
            <a:ext cx="377825" cy="377825"/>
          </a:xfrm>
          <a:custGeom>
            <a:avLst/>
            <a:gdLst>
              <a:gd name="T0" fmla="*/ 117 w 1051"/>
              <a:gd name="T1" fmla="*/ 818 h 1051"/>
              <a:gd name="T2" fmla="*/ 0 w 1051"/>
              <a:gd name="T3" fmla="*/ 700 h 1051"/>
              <a:gd name="T4" fmla="*/ 0 w 1051"/>
              <a:gd name="T5" fmla="*/ 1050 h 1051"/>
              <a:gd name="T6" fmla="*/ 1050 w 1051"/>
              <a:gd name="T7" fmla="*/ 933 h 1051"/>
              <a:gd name="T8" fmla="*/ 0 w 1051"/>
              <a:gd name="T9" fmla="*/ 1050 h 1051"/>
              <a:gd name="T10" fmla="*/ 117 w 1051"/>
              <a:gd name="T11" fmla="*/ 583 h 1051"/>
              <a:gd name="T12" fmla="*/ 0 w 1051"/>
              <a:gd name="T13" fmla="*/ 468 h 1051"/>
              <a:gd name="T14" fmla="*/ 932 w 1051"/>
              <a:gd name="T15" fmla="*/ 233 h 1051"/>
              <a:gd name="T16" fmla="*/ 1050 w 1051"/>
              <a:gd name="T17" fmla="*/ 350 h 1051"/>
              <a:gd name="T18" fmla="*/ 932 w 1051"/>
              <a:gd name="T19" fmla="*/ 233 h 1051"/>
              <a:gd name="T20" fmla="*/ 1050 w 1051"/>
              <a:gd name="T21" fmla="*/ 0 h 1051"/>
              <a:gd name="T22" fmla="*/ 932 w 1051"/>
              <a:gd name="T23" fmla="*/ 118 h 1051"/>
              <a:gd name="T24" fmla="*/ 117 w 1051"/>
              <a:gd name="T25" fmla="*/ 350 h 1051"/>
              <a:gd name="T26" fmla="*/ 0 w 1051"/>
              <a:gd name="T27" fmla="*/ 233 h 1051"/>
              <a:gd name="T28" fmla="*/ 117 w 1051"/>
              <a:gd name="T29" fmla="*/ 350 h 1051"/>
              <a:gd name="T30" fmla="*/ 932 w 1051"/>
              <a:gd name="T31" fmla="*/ 700 h 1051"/>
              <a:gd name="T32" fmla="*/ 1050 w 1051"/>
              <a:gd name="T33" fmla="*/ 818 h 1051"/>
              <a:gd name="T34" fmla="*/ 932 w 1051"/>
              <a:gd name="T35" fmla="*/ 583 h 1051"/>
              <a:gd name="T36" fmla="*/ 1050 w 1051"/>
              <a:gd name="T37" fmla="*/ 468 h 1051"/>
              <a:gd name="T38" fmla="*/ 932 w 1051"/>
              <a:gd name="T39" fmla="*/ 583 h 1051"/>
              <a:gd name="T40" fmla="*/ 817 w 1051"/>
              <a:gd name="T41" fmla="*/ 118 h 1051"/>
              <a:gd name="T42" fmla="*/ 700 w 1051"/>
              <a:gd name="T43" fmla="*/ 0 h 1051"/>
              <a:gd name="T44" fmla="*/ 582 w 1051"/>
              <a:gd name="T45" fmla="*/ 0 h 1051"/>
              <a:gd name="T46" fmla="*/ 467 w 1051"/>
              <a:gd name="T47" fmla="*/ 118 h 1051"/>
              <a:gd name="T48" fmla="*/ 582 w 1051"/>
              <a:gd name="T49" fmla="*/ 0 h 1051"/>
              <a:gd name="T50" fmla="*/ 817 w 1051"/>
              <a:gd name="T51" fmla="*/ 583 h 1051"/>
              <a:gd name="T52" fmla="*/ 700 w 1051"/>
              <a:gd name="T53" fmla="*/ 468 h 1051"/>
              <a:gd name="T54" fmla="*/ 582 w 1051"/>
              <a:gd name="T55" fmla="*/ 350 h 1051"/>
              <a:gd name="T56" fmla="*/ 467 w 1051"/>
              <a:gd name="T57" fmla="*/ 233 h 1051"/>
              <a:gd name="T58" fmla="*/ 582 w 1051"/>
              <a:gd name="T59" fmla="*/ 350 h 1051"/>
              <a:gd name="T60" fmla="*/ 117 w 1051"/>
              <a:gd name="T61" fmla="*/ 118 h 1051"/>
              <a:gd name="T62" fmla="*/ 0 w 1051"/>
              <a:gd name="T63" fmla="*/ 0 h 1051"/>
              <a:gd name="T64" fmla="*/ 582 w 1051"/>
              <a:gd name="T65" fmla="*/ 468 h 1051"/>
              <a:gd name="T66" fmla="*/ 467 w 1051"/>
              <a:gd name="T67" fmla="*/ 583 h 1051"/>
              <a:gd name="T68" fmla="*/ 582 w 1051"/>
              <a:gd name="T69" fmla="*/ 468 h 1051"/>
              <a:gd name="T70" fmla="*/ 350 w 1051"/>
              <a:gd name="T71" fmla="*/ 118 h 1051"/>
              <a:gd name="T72" fmla="*/ 232 w 1051"/>
              <a:gd name="T73" fmla="*/ 0 h 1051"/>
              <a:gd name="T74" fmla="*/ 582 w 1051"/>
              <a:gd name="T75" fmla="*/ 700 h 1051"/>
              <a:gd name="T76" fmla="*/ 467 w 1051"/>
              <a:gd name="T77" fmla="*/ 818 h 1051"/>
              <a:gd name="T78" fmla="*/ 582 w 1051"/>
              <a:gd name="T79" fmla="*/ 700 h 1051"/>
              <a:gd name="T80" fmla="*/ 350 w 1051"/>
              <a:gd name="T81" fmla="*/ 583 h 1051"/>
              <a:gd name="T82" fmla="*/ 232 w 1051"/>
              <a:gd name="T83" fmla="*/ 46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117" y="700"/>
                </a:moveTo>
                <a:lnTo>
                  <a:pt x="117" y="818"/>
                </a:lnTo>
                <a:lnTo>
                  <a:pt x="0" y="818"/>
                </a:lnTo>
                <a:lnTo>
                  <a:pt x="0" y="700"/>
                </a:lnTo>
                <a:lnTo>
                  <a:pt x="117" y="700"/>
                </a:lnTo>
                <a:close/>
                <a:moveTo>
                  <a:pt x="0" y="1050"/>
                </a:moveTo>
                <a:lnTo>
                  <a:pt x="0" y="933"/>
                </a:lnTo>
                <a:lnTo>
                  <a:pt x="1050" y="933"/>
                </a:lnTo>
                <a:lnTo>
                  <a:pt x="1050" y="1050"/>
                </a:lnTo>
                <a:lnTo>
                  <a:pt x="0" y="1050"/>
                </a:lnTo>
                <a:close/>
                <a:moveTo>
                  <a:pt x="117" y="468"/>
                </a:moveTo>
                <a:lnTo>
                  <a:pt x="117" y="583"/>
                </a:lnTo>
                <a:lnTo>
                  <a:pt x="0" y="583"/>
                </a:lnTo>
                <a:lnTo>
                  <a:pt x="0" y="468"/>
                </a:lnTo>
                <a:lnTo>
                  <a:pt x="117" y="468"/>
                </a:lnTo>
                <a:close/>
                <a:moveTo>
                  <a:pt x="932" y="233"/>
                </a:moveTo>
                <a:lnTo>
                  <a:pt x="1050" y="233"/>
                </a:lnTo>
                <a:lnTo>
                  <a:pt x="1050" y="350"/>
                </a:lnTo>
                <a:lnTo>
                  <a:pt x="932" y="350"/>
                </a:lnTo>
                <a:lnTo>
                  <a:pt x="932" y="233"/>
                </a:lnTo>
                <a:close/>
                <a:moveTo>
                  <a:pt x="932" y="0"/>
                </a:moveTo>
                <a:lnTo>
                  <a:pt x="1050" y="0"/>
                </a:lnTo>
                <a:lnTo>
                  <a:pt x="1050" y="118"/>
                </a:lnTo>
                <a:lnTo>
                  <a:pt x="932" y="118"/>
                </a:lnTo>
                <a:lnTo>
                  <a:pt x="932" y="0"/>
                </a:lnTo>
                <a:close/>
                <a:moveTo>
                  <a:pt x="117" y="350"/>
                </a:moveTo>
                <a:lnTo>
                  <a:pt x="0" y="350"/>
                </a:lnTo>
                <a:lnTo>
                  <a:pt x="0" y="233"/>
                </a:lnTo>
                <a:lnTo>
                  <a:pt x="117" y="233"/>
                </a:lnTo>
                <a:lnTo>
                  <a:pt x="117" y="350"/>
                </a:lnTo>
                <a:close/>
                <a:moveTo>
                  <a:pt x="932" y="818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818"/>
                </a:lnTo>
                <a:lnTo>
                  <a:pt x="932" y="818"/>
                </a:lnTo>
                <a:close/>
                <a:moveTo>
                  <a:pt x="932" y="583"/>
                </a:moveTo>
                <a:lnTo>
                  <a:pt x="932" y="468"/>
                </a:lnTo>
                <a:lnTo>
                  <a:pt x="1050" y="468"/>
                </a:lnTo>
                <a:lnTo>
                  <a:pt x="1050" y="583"/>
                </a:lnTo>
                <a:lnTo>
                  <a:pt x="932" y="583"/>
                </a:lnTo>
                <a:close/>
                <a:moveTo>
                  <a:pt x="817" y="0"/>
                </a:moveTo>
                <a:lnTo>
                  <a:pt x="817" y="118"/>
                </a:lnTo>
                <a:lnTo>
                  <a:pt x="700" y="118"/>
                </a:lnTo>
                <a:lnTo>
                  <a:pt x="700" y="0"/>
                </a:lnTo>
                <a:lnTo>
                  <a:pt x="817" y="0"/>
                </a:lnTo>
                <a:close/>
                <a:moveTo>
                  <a:pt x="582" y="0"/>
                </a:moveTo>
                <a:lnTo>
                  <a:pt x="582" y="118"/>
                </a:lnTo>
                <a:lnTo>
                  <a:pt x="467" y="118"/>
                </a:lnTo>
                <a:lnTo>
                  <a:pt x="467" y="0"/>
                </a:lnTo>
                <a:lnTo>
                  <a:pt x="582" y="0"/>
                </a:lnTo>
                <a:close/>
                <a:moveTo>
                  <a:pt x="817" y="468"/>
                </a:moveTo>
                <a:lnTo>
                  <a:pt x="817" y="583"/>
                </a:lnTo>
                <a:lnTo>
                  <a:pt x="700" y="583"/>
                </a:lnTo>
                <a:lnTo>
                  <a:pt x="700" y="468"/>
                </a:lnTo>
                <a:lnTo>
                  <a:pt x="817" y="468"/>
                </a:lnTo>
                <a:close/>
                <a:moveTo>
                  <a:pt x="582" y="350"/>
                </a:moveTo>
                <a:lnTo>
                  <a:pt x="467" y="350"/>
                </a:lnTo>
                <a:lnTo>
                  <a:pt x="467" y="233"/>
                </a:lnTo>
                <a:lnTo>
                  <a:pt x="582" y="233"/>
                </a:lnTo>
                <a:lnTo>
                  <a:pt x="582" y="350"/>
                </a:lnTo>
                <a:close/>
                <a:moveTo>
                  <a:pt x="117" y="0"/>
                </a:moveTo>
                <a:lnTo>
                  <a:pt x="117" y="118"/>
                </a:lnTo>
                <a:lnTo>
                  <a:pt x="0" y="118"/>
                </a:lnTo>
                <a:lnTo>
                  <a:pt x="0" y="0"/>
                </a:lnTo>
                <a:lnTo>
                  <a:pt x="117" y="0"/>
                </a:lnTo>
                <a:close/>
                <a:moveTo>
                  <a:pt x="582" y="468"/>
                </a:moveTo>
                <a:lnTo>
                  <a:pt x="582" y="583"/>
                </a:lnTo>
                <a:lnTo>
                  <a:pt x="467" y="583"/>
                </a:lnTo>
                <a:lnTo>
                  <a:pt x="467" y="468"/>
                </a:lnTo>
                <a:lnTo>
                  <a:pt x="582" y="468"/>
                </a:lnTo>
                <a:close/>
                <a:moveTo>
                  <a:pt x="350" y="0"/>
                </a:moveTo>
                <a:lnTo>
                  <a:pt x="350" y="118"/>
                </a:lnTo>
                <a:lnTo>
                  <a:pt x="232" y="118"/>
                </a:lnTo>
                <a:lnTo>
                  <a:pt x="232" y="0"/>
                </a:lnTo>
                <a:lnTo>
                  <a:pt x="350" y="0"/>
                </a:lnTo>
                <a:close/>
                <a:moveTo>
                  <a:pt x="582" y="700"/>
                </a:moveTo>
                <a:lnTo>
                  <a:pt x="582" y="818"/>
                </a:lnTo>
                <a:lnTo>
                  <a:pt x="467" y="818"/>
                </a:lnTo>
                <a:lnTo>
                  <a:pt x="467" y="700"/>
                </a:lnTo>
                <a:lnTo>
                  <a:pt x="582" y="700"/>
                </a:lnTo>
                <a:close/>
                <a:moveTo>
                  <a:pt x="350" y="468"/>
                </a:moveTo>
                <a:lnTo>
                  <a:pt x="350" y="583"/>
                </a:lnTo>
                <a:lnTo>
                  <a:pt x="232" y="583"/>
                </a:lnTo>
                <a:lnTo>
                  <a:pt x="232" y="468"/>
                </a:lnTo>
                <a:lnTo>
                  <a:pt x="350" y="46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16276" y="615158"/>
            <a:ext cx="377825" cy="377825"/>
          </a:xfrm>
          <a:custGeom>
            <a:avLst/>
            <a:gdLst>
              <a:gd name="T0" fmla="*/ 933 w 1051"/>
              <a:gd name="T1" fmla="*/ 468 h 1051"/>
              <a:gd name="T2" fmla="*/ 933 w 1051"/>
              <a:gd name="T3" fmla="*/ 118 h 1051"/>
              <a:gd name="T4" fmla="*/ 583 w 1051"/>
              <a:gd name="T5" fmla="*/ 118 h 1051"/>
              <a:gd name="T6" fmla="*/ 583 w 1051"/>
              <a:gd name="T7" fmla="*/ 468 h 1051"/>
              <a:gd name="T8" fmla="*/ 933 w 1051"/>
              <a:gd name="T9" fmla="*/ 468 h 1051"/>
              <a:gd name="T10" fmla="*/ 933 w 1051"/>
              <a:gd name="T11" fmla="*/ 933 h 1051"/>
              <a:gd name="T12" fmla="*/ 933 w 1051"/>
              <a:gd name="T13" fmla="*/ 583 h 1051"/>
              <a:gd name="T14" fmla="*/ 583 w 1051"/>
              <a:gd name="T15" fmla="*/ 583 h 1051"/>
              <a:gd name="T16" fmla="*/ 583 w 1051"/>
              <a:gd name="T17" fmla="*/ 933 h 1051"/>
              <a:gd name="T18" fmla="*/ 933 w 1051"/>
              <a:gd name="T19" fmla="*/ 933 h 1051"/>
              <a:gd name="T20" fmla="*/ 468 w 1051"/>
              <a:gd name="T21" fmla="*/ 468 h 1051"/>
              <a:gd name="T22" fmla="*/ 468 w 1051"/>
              <a:gd name="T23" fmla="*/ 118 h 1051"/>
              <a:gd name="T24" fmla="*/ 118 w 1051"/>
              <a:gd name="T25" fmla="*/ 118 h 1051"/>
              <a:gd name="T26" fmla="*/ 118 w 1051"/>
              <a:gd name="T27" fmla="*/ 468 h 1051"/>
              <a:gd name="T28" fmla="*/ 468 w 1051"/>
              <a:gd name="T29" fmla="*/ 468 h 1051"/>
              <a:gd name="T30" fmla="*/ 468 w 1051"/>
              <a:gd name="T31" fmla="*/ 933 h 1051"/>
              <a:gd name="T32" fmla="*/ 468 w 1051"/>
              <a:gd name="T33" fmla="*/ 583 h 1051"/>
              <a:gd name="T34" fmla="*/ 118 w 1051"/>
              <a:gd name="T35" fmla="*/ 583 h 1051"/>
              <a:gd name="T36" fmla="*/ 118 w 1051"/>
              <a:gd name="T37" fmla="*/ 933 h 1051"/>
              <a:gd name="T38" fmla="*/ 468 w 1051"/>
              <a:gd name="T39" fmla="*/ 933 h 1051"/>
              <a:gd name="T40" fmla="*/ 0 w 1051"/>
              <a:gd name="T41" fmla="*/ 0 h 1051"/>
              <a:gd name="T42" fmla="*/ 1050 w 1051"/>
              <a:gd name="T43" fmla="*/ 0 h 1051"/>
              <a:gd name="T44" fmla="*/ 1050 w 1051"/>
              <a:gd name="T45" fmla="*/ 1050 h 1051"/>
              <a:gd name="T46" fmla="*/ 0 w 1051"/>
              <a:gd name="T47" fmla="*/ 1050 h 1051"/>
              <a:gd name="T48" fmla="*/ 0 w 1051"/>
              <a:gd name="T4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051">
                <a:moveTo>
                  <a:pt x="933" y="468"/>
                </a:moveTo>
                <a:lnTo>
                  <a:pt x="933" y="118"/>
                </a:lnTo>
                <a:lnTo>
                  <a:pt x="583" y="118"/>
                </a:lnTo>
                <a:lnTo>
                  <a:pt x="583" y="468"/>
                </a:lnTo>
                <a:lnTo>
                  <a:pt x="933" y="468"/>
                </a:lnTo>
                <a:close/>
                <a:moveTo>
                  <a:pt x="933" y="933"/>
                </a:moveTo>
                <a:lnTo>
                  <a:pt x="933" y="583"/>
                </a:lnTo>
                <a:lnTo>
                  <a:pt x="583" y="583"/>
                </a:lnTo>
                <a:lnTo>
                  <a:pt x="583" y="933"/>
                </a:lnTo>
                <a:lnTo>
                  <a:pt x="933" y="933"/>
                </a:lnTo>
                <a:close/>
                <a:moveTo>
                  <a:pt x="468" y="468"/>
                </a:moveTo>
                <a:lnTo>
                  <a:pt x="468" y="118"/>
                </a:lnTo>
                <a:lnTo>
                  <a:pt x="118" y="118"/>
                </a:lnTo>
                <a:lnTo>
                  <a:pt x="118" y="468"/>
                </a:lnTo>
                <a:lnTo>
                  <a:pt x="468" y="468"/>
                </a:lnTo>
                <a:close/>
                <a:moveTo>
                  <a:pt x="468" y="933"/>
                </a:moveTo>
                <a:lnTo>
                  <a:pt x="468" y="583"/>
                </a:lnTo>
                <a:lnTo>
                  <a:pt x="118" y="583"/>
                </a:lnTo>
                <a:lnTo>
                  <a:pt x="118" y="933"/>
                </a:lnTo>
                <a:lnTo>
                  <a:pt x="468" y="933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050"/>
                </a:lnTo>
                <a:lnTo>
                  <a:pt x="0" y="105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286249" y="604044"/>
            <a:ext cx="400050" cy="400050"/>
          </a:xfrm>
          <a:custGeom>
            <a:avLst/>
            <a:gdLst>
              <a:gd name="T0" fmla="*/ 760 w 1111"/>
              <a:gd name="T1" fmla="*/ 438 h 1111"/>
              <a:gd name="T2" fmla="*/ 585 w 1111"/>
              <a:gd name="T3" fmla="*/ 438 h 1111"/>
              <a:gd name="T4" fmla="*/ 673 w 1111"/>
              <a:gd name="T5" fmla="*/ 585 h 1111"/>
              <a:gd name="T6" fmla="*/ 673 w 1111"/>
              <a:gd name="T7" fmla="*/ 760 h 1111"/>
              <a:gd name="T8" fmla="*/ 673 w 1111"/>
              <a:gd name="T9" fmla="*/ 585 h 1111"/>
              <a:gd name="T10" fmla="*/ 498 w 1111"/>
              <a:gd name="T11" fmla="*/ 905 h 1111"/>
              <a:gd name="T12" fmla="*/ 380 w 1111"/>
              <a:gd name="T13" fmla="*/ 905 h 1111"/>
              <a:gd name="T14" fmla="*/ 438 w 1111"/>
              <a:gd name="T15" fmla="*/ 350 h 1111"/>
              <a:gd name="T16" fmla="*/ 438 w 1111"/>
              <a:gd name="T17" fmla="*/ 525 h 1111"/>
              <a:gd name="T18" fmla="*/ 438 w 1111"/>
              <a:gd name="T19" fmla="*/ 350 h 1111"/>
              <a:gd name="T20" fmla="*/ 700 w 1111"/>
              <a:gd name="T21" fmla="*/ 1080 h 1111"/>
              <a:gd name="T22" fmla="*/ 643 w 1111"/>
              <a:gd name="T23" fmla="*/ 1080 h 1111"/>
              <a:gd name="T24" fmla="*/ 673 w 1111"/>
              <a:gd name="T25" fmla="*/ 848 h 1111"/>
              <a:gd name="T26" fmla="*/ 673 w 1111"/>
              <a:gd name="T27" fmla="*/ 963 h 1111"/>
              <a:gd name="T28" fmla="*/ 673 w 1111"/>
              <a:gd name="T29" fmla="*/ 848 h 1111"/>
              <a:gd name="T30" fmla="*/ 1110 w 1111"/>
              <a:gd name="T31" fmla="*/ 673 h 1111"/>
              <a:gd name="T32" fmla="*/ 1050 w 1111"/>
              <a:gd name="T33" fmla="*/ 673 h 1111"/>
              <a:gd name="T34" fmla="*/ 905 w 1111"/>
              <a:gd name="T35" fmla="*/ 148 h 1111"/>
              <a:gd name="T36" fmla="*/ 905 w 1111"/>
              <a:gd name="T37" fmla="*/ 263 h 1111"/>
              <a:gd name="T38" fmla="*/ 905 w 1111"/>
              <a:gd name="T39" fmla="*/ 148 h 1111"/>
              <a:gd name="T40" fmla="*/ 963 w 1111"/>
              <a:gd name="T41" fmla="*/ 438 h 1111"/>
              <a:gd name="T42" fmla="*/ 848 w 1111"/>
              <a:gd name="T43" fmla="*/ 438 h 1111"/>
              <a:gd name="T44" fmla="*/ 905 w 1111"/>
              <a:gd name="T45" fmla="*/ 848 h 1111"/>
              <a:gd name="T46" fmla="*/ 905 w 1111"/>
              <a:gd name="T47" fmla="*/ 963 h 1111"/>
              <a:gd name="T48" fmla="*/ 905 w 1111"/>
              <a:gd name="T49" fmla="*/ 848 h 1111"/>
              <a:gd name="T50" fmla="*/ 963 w 1111"/>
              <a:gd name="T51" fmla="*/ 673 h 1111"/>
              <a:gd name="T52" fmla="*/ 848 w 1111"/>
              <a:gd name="T53" fmla="*/ 673 h 1111"/>
              <a:gd name="T54" fmla="*/ 438 w 1111"/>
              <a:gd name="T55" fmla="*/ 585 h 1111"/>
              <a:gd name="T56" fmla="*/ 438 w 1111"/>
              <a:gd name="T57" fmla="*/ 760 h 1111"/>
              <a:gd name="T58" fmla="*/ 438 w 1111"/>
              <a:gd name="T59" fmla="*/ 585 h 1111"/>
              <a:gd name="T60" fmla="*/ 380 w 1111"/>
              <a:gd name="T61" fmla="*/ 205 h 1111"/>
              <a:gd name="T62" fmla="*/ 498 w 1111"/>
              <a:gd name="T63" fmla="*/ 205 h 1111"/>
              <a:gd name="T64" fmla="*/ 438 w 1111"/>
              <a:gd name="T65" fmla="*/ 61 h 1111"/>
              <a:gd name="T66" fmla="*/ 438 w 1111"/>
              <a:gd name="T67" fmla="*/ 0 h 1111"/>
              <a:gd name="T68" fmla="*/ 438 w 1111"/>
              <a:gd name="T69" fmla="*/ 61 h 1111"/>
              <a:gd name="T70" fmla="*/ 468 w 1111"/>
              <a:gd name="T71" fmla="*/ 1080 h 1111"/>
              <a:gd name="T72" fmla="*/ 410 w 1111"/>
              <a:gd name="T73" fmla="*/ 1080 h 1111"/>
              <a:gd name="T74" fmla="*/ 30 w 1111"/>
              <a:gd name="T75" fmla="*/ 643 h 1111"/>
              <a:gd name="T76" fmla="*/ 30 w 1111"/>
              <a:gd name="T77" fmla="*/ 700 h 1111"/>
              <a:gd name="T78" fmla="*/ 30 w 1111"/>
              <a:gd name="T79" fmla="*/ 643 h 1111"/>
              <a:gd name="T80" fmla="*/ 643 w 1111"/>
              <a:gd name="T81" fmla="*/ 30 h 1111"/>
              <a:gd name="T82" fmla="*/ 700 w 1111"/>
              <a:gd name="T83" fmla="*/ 30 h 1111"/>
              <a:gd name="T84" fmla="*/ 673 w 1111"/>
              <a:gd name="T85" fmla="*/ 263 h 1111"/>
              <a:gd name="T86" fmla="*/ 673 w 1111"/>
              <a:gd name="T87" fmla="*/ 148 h 1111"/>
              <a:gd name="T88" fmla="*/ 673 w 1111"/>
              <a:gd name="T89" fmla="*/ 263 h 1111"/>
              <a:gd name="T90" fmla="*/ 1050 w 1111"/>
              <a:gd name="T91" fmla="*/ 438 h 1111"/>
              <a:gd name="T92" fmla="*/ 1110 w 1111"/>
              <a:gd name="T93" fmla="*/ 438 h 1111"/>
              <a:gd name="T94" fmla="*/ 205 w 1111"/>
              <a:gd name="T95" fmla="*/ 148 h 1111"/>
              <a:gd name="T96" fmla="*/ 205 w 1111"/>
              <a:gd name="T97" fmla="*/ 263 h 1111"/>
              <a:gd name="T98" fmla="*/ 205 w 1111"/>
              <a:gd name="T99" fmla="*/ 148 h 1111"/>
              <a:gd name="T100" fmla="*/ 60 w 1111"/>
              <a:gd name="T101" fmla="*/ 438 h 1111"/>
              <a:gd name="T102" fmla="*/ 0 w 1111"/>
              <a:gd name="T103" fmla="*/ 438 h 1111"/>
              <a:gd name="T104" fmla="*/ 205 w 1111"/>
              <a:gd name="T105" fmla="*/ 380 h 1111"/>
              <a:gd name="T106" fmla="*/ 205 w 1111"/>
              <a:gd name="T107" fmla="*/ 498 h 1111"/>
              <a:gd name="T108" fmla="*/ 205 w 1111"/>
              <a:gd name="T109" fmla="*/ 380 h 1111"/>
              <a:gd name="T110" fmla="*/ 263 w 1111"/>
              <a:gd name="T111" fmla="*/ 905 h 1111"/>
              <a:gd name="T112" fmla="*/ 148 w 1111"/>
              <a:gd name="T113" fmla="*/ 905 h 1111"/>
              <a:gd name="T114" fmla="*/ 205 w 1111"/>
              <a:gd name="T115" fmla="*/ 613 h 1111"/>
              <a:gd name="T116" fmla="*/ 205 w 1111"/>
              <a:gd name="T117" fmla="*/ 730 h 1111"/>
              <a:gd name="T118" fmla="*/ 205 w 1111"/>
              <a:gd name="T119" fmla="*/ 613 h 1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11" h="1111">
                <a:moveTo>
                  <a:pt x="673" y="350"/>
                </a:moveTo>
                <a:cubicBezTo>
                  <a:pt x="722" y="350"/>
                  <a:pt x="760" y="389"/>
                  <a:pt x="760" y="438"/>
                </a:cubicBezTo>
                <a:cubicBezTo>
                  <a:pt x="760" y="487"/>
                  <a:pt x="722" y="525"/>
                  <a:pt x="673" y="525"/>
                </a:cubicBezTo>
                <a:cubicBezTo>
                  <a:pt x="623" y="525"/>
                  <a:pt x="585" y="487"/>
                  <a:pt x="585" y="438"/>
                </a:cubicBezTo>
                <a:cubicBezTo>
                  <a:pt x="585" y="389"/>
                  <a:pt x="623" y="350"/>
                  <a:pt x="673" y="350"/>
                </a:cubicBezTo>
                <a:close/>
                <a:moveTo>
                  <a:pt x="673" y="585"/>
                </a:moveTo>
                <a:cubicBezTo>
                  <a:pt x="722" y="585"/>
                  <a:pt x="760" y="624"/>
                  <a:pt x="760" y="673"/>
                </a:cubicBezTo>
                <a:cubicBezTo>
                  <a:pt x="760" y="722"/>
                  <a:pt x="722" y="760"/>
                  <a:pt x="673" y="760"/>
                </a:cubicBezTo>
                <a:cubicBezTo>
                  <a:pt x="623" y="760"/>
                  <a:pt x="585" y="722"/>
                  <a:pt x="585" y="673"/>
                </a:cubicBezTo>
                <a:cubicBezTo>
                  <a:pt x="585" y="624"/>
                  <a:pt x="623" y="585"/>
                  <a:pt x="673" y="585"/>
                </a:cubicBezTo>
                <a:close/>
                <a:moveTo>
                  <a:pt x="438" y="848"/>
                </a:moveTo>
                <a:cubicBezTo>
                  <a:pt x="470" y="848"/>
                  <a:pt x="498" y="872"/>
                  <a:pt x="498" y="905"/>
                </a:cubicBezTo>
                <a:cubicBezTo>
                  <a:pt x="498" y="937"/>
                  <a:pt x="470" y="963"/>
                  <a:pt x="438" y="963"/>
                </a:cubicBezTo>
                <a:cubicBezTo>
                  <a:pt x="405" y="963"/>
                  <a:pt x="380" y="937"/>
                  <a:pt x="380" y="905"/>
                </a:cubicBezTo>
                <a:cubicBezTo>
                  <a:pt x="380" y="872"/>
                  <a:pt x="405" y="848"/>
                  <a:pt x="438" y="848"/>
                </a:cubicBezTo>
                <a:close/>
                <a:moveTo>
                  <a:pt x="438" y="350"/>
                </a:moveTo>
                <a:cubicBezTo>
                  <a:pt x="487" y="350"/>
                  <a:pt x="525" y="389"/>
                  <a:pt x="525" y="438"/>
                </a:cubicBezTo>
                <a:cubicBezTo>
                  <a:pt x="525" y="487"/>
                  <a:pt x="487" y="525"/>
                  <a:pt x="438" y="525"/>
                </a:cubicBezTo>
                <a:cubicBezTo>
                  <a:pt x="388" y="525"/>
                  <a:pt x="350" y="487"/>
                  <a:pt x="350" y="438"/>
                </a:cubicBezTo>
                <a:cubicBezTo>
                  <a:pt x="350" y="389"/>
                  <a:pt x="388" y="350"/>
                  <a:pt x="438" y="350"/>
                </a:cubicBezTo>
                <a:close/>
                <a:moveTo>
                  <a:pt x="673" y="1050"/>
                </a:moveTo>
                <a:cubicBezTo>
                  <a:pt x="689" y="1050"/>
                  <a:pt x="700" y="1063"/>
                  <a:pt x="700" y="1080"/>
                </a:cubicBezTo>
                <a:cubicBezTo>
                  <a:pt x="700" y="1096"/>
                  <a:pt x="689" y="1110"/>
                  <a:pt x="673" y="1110"/>
                </a:cubicBezTo>
                <a:cubicBezTo>
                  <a:pt x="656" y="1110"/>
                  <a:pt x="643" y="1096"/>
                  <a:pt x="643" y="1080"/>
                </a:cubicBezTo>
                <a:cubicBezTo>
                  <a:pt x="643" y="1063"/>
                  <a:pt x="656" y="1050"/>
                  <a:pt x="673" y="1050"/>
                </a:cubicBezTo>
                <a:close/>
                <a:moveTo>
                  <a:pt x="673" y="848"/>
                </a:moveTo>
                <a:cubicBezTo>
                  <a:pt x="706" y="848"/>
                  <a:pt x="730" y="872"/>
                  <a:pt x="730" y="905"/>
                </a:cubicBezTo>
                <a:cubicBezTo>
                  <a:pt x="730" y="937"/>
                  <a:pt x="706" y="963"/>
                  <a:pt x="673" y="963"/>
                </a:cubicBezTo>
                <a:cubicBezTo>
                  <a:pt x="640" y="963"/>
                  <a:pt x="613" y="937"/>
                  <a:pt x="613" y="905"/>
                </a:cubicBezTo>
                <a:cubicBezTo>
                  <a:pt x="613" y="872"/>
                  <a:pt x="640" y="848"/>
                  <a:pt x="673" y="848"/>
                </a:cubicBezTo>
                <a:close/>
                <a:moveTo>
                  <a:pt x="1080" y="643"/>
                </a:moveTo>
                <a:cubicBezTo>
                  <a:pt x="1097" y="643"/>
                  <a:pt x="1110" y="657"/>
                  <a:pt x="1110" y="673"/>
                </a:cubicBezTo>
                <a:cubicBezTo>
                  <a:pt x="1110" y="689"/>
                  <a:pt x="1096" y="700"/>
                  <a:pt x="1080" y="700"/>
                </a:cubicBezTo>
                <a:cubicBezTo>
                  <a:pt x="1063" y="700"/>
                  <a:pt x="1050" y="689"/>
                  <a:pt x="1050" y="673"/>
                </a:cubicBezTo>
                <a:cubicBezTo>
                  <a:pt x="1050" y="657"/>
                  <a:pt x="1064" y="643"/>
                  <a:pt x="1080" y="643"/>
                </a:cubicBezTo>
                <a:close/>
                <a:moveTo>
                  <a:pt x="905" y="148"/>
                </a:moveTo>
                <a:cubicBezTo>
                  <a:pt x="938" y="148"/>
                  <a:pt x="963" y="172"/>
                  <a:pt x="963" y="205"/>
                </a:cubicBezTo>
                <a:cubicBezTo>
                  <a:pt x="963" y="237"/>
                  <a:pt x="938" y="263"/>
                  <a:pt x="905" y="263"/>
                </a:cubicBezTo>
                <a:cubicBezTo>
                  <a:pt x="872" y="263"/>
                  <a:pt x="848" y="237"/>
                  <a:pt x="848" y="205"/>
                </a:cubicBezTo>
                <a:cubicBezTo>
                  <a:pt x="848" y="172"/>
                  <a:pt x="872" y="148"/>
                  <a:pt x="905" y="148"/>
                </a:cubicBezTo>
                <a:close/>
                <a:moveTo>
                  <a:pt x="905" y="380"/>
                </a:moveTo>
                <a:cubicBezTo>
                  <a:pt x="938" y="380"/>
                  <a:pt x="963" y="405"/>
                  <a:pt x="963" y="438"/>
                </a:cubicBezTo>
                <a:cubicBezTo>
                  <a:pt x="963" y="471"/>
                  <a:pt x="938" y="498"/>
                  <a:pt x="905" y="498"/>
                </a:cubicBezTo>
                <a:cubicBezTo>
                  <a:pt x="872" y="498"/>
                  <a:pt x="848" y="471"/>
                  <a:pt x="848" y="438"/>
                </a:cubicBezTo>
                <a:cubicBezTo>
                  <a:pt x="848" y="405"/>
                  <a:pt x="872" y="380"/>
                  <a:pt x="905" y="380"/>
                </a:cubicBezTo>
                <a:close/>
                <a:moveTo>
                  <a:pt x="905" y="848"/>
                </a:moveTo>
                <a:cubicBezTo>
                  <a:pt x="938" y="848"/>
                  <a:pt x="963" y="872"/>
                  <a:pt x="963" y="905"/>
                </a:cubicBezTo>
                <a:cubicBezTo>
                  <a:pt x="963" y="937"/>
                  <a:pt x="938" y="963"/>
                  <a:pt x="905" y="963"/>
                </a:cubicBezTo>
                <a:cubicBezTo>
                  <a:pt x="872" y="963"/>
                  <a:pt x="848" y="937"/>
                  <a:pt x="848" y="905"/>
                </a:cubicBezTo>
                <a:cubicBezTo>
                  <a:pt x="848" y="872"/>
                  <a:pt x="872" y="848"/>
                  <a:pt x="905" y="848"/>
                </a:cubicBezTo>
                <a:close/>
                <a:moveTo>
                  <a:pt x="905" y="613"/>
                </a:moveTo>
                <a:cubicBezTo>
                  <a:pt x="938" y="613"/>
                  <a:pt x="963" y="640"/>
                  <a:pt x="963" y="673"/>
                </a:cubicBezTo>
                <a:cubicBezTo>
                  <a:pt x="963" y="706"/>
                  <a:pt x="938" y="730"/>
                  <a:pt x="905" y="730"/>
                </a:cubicBezTo>
                <a:cubicBezTo>
                  <a:pt x="872" y="730"/>
                  <a:pt x="848" y="706"/>
                  <a:pt x="848" y="673"/>
                </a:cubicBezTo>
                <a:cubicBezTo>
                  <a:pt x="848" y="640"/>
                  <a:pt x="872" y="613"/>
                  <a:pt x="905" y="613"/>
                </a:cubicBezTo>
                <a:close/>
                <a:moveTo>
                  <a:pt x="438" y="585"/>
                </a:moveTo>
                <a:cubicBezTo>
                  <a:pt x="487" y="585"/>
                  <a:pt x="525" y="624"/>
                  <a:pt x="525" y="673"/>
                </a:cubicBezTo>
                <a:cubicBezTo>
                  <a:pt x="525" y="722"/>
                  <a:pt x="487" y="760"/>
                  <a:pt x="438" y="760"/>
                </a:cubicBezTo>
                <a:cubicBezTo>
                  <a:pt x="388" y="760"/>
                  <a:pt x="350" y="722"/>
                  <a:pt x="350" y="673"/>
                </a:cubicBezTo>
                <a:cubicBezTo>
                  <a:pt x="350" y="624"/>
                  <a:pt x="388" y="585"/>
                  <a:pt x="438" y="585"/>
                </a:cubicBezTo>
                <a:close/>
                <a:moveTo>
                  <a:pt x="438" y="263"/>
                </a:moveTo>
                <a:cubicBezTo>
                  <a:pt x="405" y="263"/>
                  <a:pt x="380" y="237"/>
                  <a:pt x="380" y="205"/>
                </a:cubicBezTo>
                <a:cubicBezTo>
                  <a:pt x="380" y="172"/>
                  <a:pt x="405" y="148"/>
                  <a:pt x="438" y="148"/>
                </a:cubicBezTo>
                <a:cubicBezTo>
                  <a:pt x="470" y="148"/>
                  <a:pt x="498" y="172"/>
                  <a:pt x="498" y="205"/>
                </a:cubicBezTo>
                <a:cubicBezTo>
                  <a:pt x="498" y="237"/>
                  <a:pt x="470" y="263"/>
                  <a:pt x="438" y="263"/>
                </a:cubicBezTo>
                <a:close/>
                <a:moveTo>
                  <a:pt x="438" y="61"/>
                </a:moveTo>
                <a:cubicBezTo>
                  <a:pt x="421" y="61"/>
                  <a:pt x="410" y="46"/>
                  <a:pt x="410" y="30"/>
                </a:cubicBezTo>
                <a:cubicBezTo>
                  <a:pt x="410" y="13"/>
                  <a:pt x="421" y="0"/>
                  <a:pt x="438" y="0"/>
                </a:cubicBezTo>
                <a:cubicBezTo>
                  <a:pt x="454" y="0"/>
                  <a:pt x="468" y="13"/>
                  <a:pt x="468" y="30"/>
                </a:cubicBezTo>
                <a:cubicBezTo>
                  <a:pt x="468" y="46"/>
                  <a:pt x="454" y="61"/>
                  <a:pt x="438" y="61"/>
                </a:cubicBezTo>
                <a:close/>
                <a:moveTo>
                  <a:pt x="438" y="1050"/>
                </a:moveTo>
                <a:cubicBezTo>
                  <a:pt x="454" y="1050"/>
                  <a:pt x="468" y="1063"/>
                  <a:pt x="468" y="1080"/>
                </a:cubicBezTo>
                <a:cubicBezTo>
                  <a:pt x="468" y="1096"/>
                  <a:pt x="454" y="1110"/>
                  <a:pt x="438" y="1110"/>
                </a:cubicBezTo>
                <a:cubicBezTo>
                  <a:pt x="421" y="1110"/>
                  <a:pt x="410" y="1096"/>
                  <a:pt x="410" y="1080"/>
                </a:cubicBezTo>
                <a:cubicBezTo>
                  <a:pt x="410" y="1063"/>
                  <a:pt x="421" y="1050"/>
                  <a:pt x="438" y="1050"/>
                </a:cubicBezTo>
                <a:close/>
                <a:moveTo>
                  <a:pt x="30" y="643"/>
                </a:moveTo>
                <a:cubicBezTo>
                  <a:pt x="47" y="643"/>
                  <a:pt x="60" y="657"/>
                  <a:pt x="60" y="673"/>
                </a:cubicBezTo>
                <a:cubicBezTo>
                  <a:pt x="60" y="689"/>
                  <a:pt x="46" y="700"/>
                  <a:pt x="30" y="700"/>
                </a:cubicBezTo>
                <a:cubicBezTo>
                  <a:pt x="13" y="700"/>
                  <a:pt x="0" y="689"/>
                  <a:pt x="0" y="673"/>
                </a:cubicBezTo>
                <a:cubicBezTo>
                  <a:pt x="0" y="657"/>
                  <a:pt x="14" y="643"/>
                  <a:pt x="30" y="643"/>
                </a:cubicBezTo>
                <a:close/>
                <a:moveTo>
                  <a:pt x="673" y="61"/>
                </a:moveTo>
                <a:cubicBezTo>
                  <a:pt x="656" y="61"/>
                  <a:pt x="643" y="46"/>
                  <a:pt x="643" y="30"/>
                </a:cubicBezTo>
                <a:cubicBezTo>
                  <a:pt x="643" y="13"/>
                  <a:pt x="656" y="0"/>
                  <a:pt x="673" y="0"/>
                </a:cubicBezTo>
                <a:cubicBezTo>
                  <a:pt x="689" y="0"/>
                  <a:pt x="700" y="13"/>
                  <a:pt x="700" y="30"/>
                </a:cubicBezTo>
                <a:cubicBezTo>
                  <a:pt x="700" y="46"/>
                  <a:pt x="689" y="61"/>
                  <a:pt x="673" y="61"/>
                </a:cubicBezTo>
                <a:close/>
                <a:moveTo>
                  <a:pt x="673" y="263"/>
                </a:moveTo>
                <a:cubicBezTo>
                  <a:pt x="640" y="263"/>
                  <a:pt x="613" y="237"/>
                  <a:pt x="613" y="205"/>
                </a:cubicBezTo>
                <a:cubicBezTo>
                  <a:pt x="613" y="172"/>
                  <a:pt x="640" y="148"/>
                  <a:pt x="673" y="148"/>
                </a:cubicBezTo>
                <a:cubicBezTo>
                  <a:pt x="706" y="148"/>
                  <a:pt x="730" y="172"/>
                  <a:pt x="730" y="205"/>
                </a:cubicBezTo>
                <a:cubicBezTo>
                  <a:pt x="730" y="237"/>
                  <a:pt x="706" y="263"/>
                  <a:pt x="673" y="263"/>
                </a:cubicBezTo>
                <a:close/>
                <a:moveTo>
                  <a:pt x="1080" y="468"/>
                </a:moveTo>
                <a:cubicBezTo>
                  <a:pt x="1064" y="468"/>
                  <a:pt x="1050" y="454"/>
                  <a:pt x="1050" y="438"/>
                </a:cubicBezTo>
                <a:cubicBezTo>
                  <a:pt x="1050" y="421"/>
                  <a:pt x="1063" y="410"/>
                  <a:pt x="1080" y="410"/>
                </a:cubicBezTo>
                <a:cubicBezTo>
                  <a:pt x="1096" y="410"/>
                  <a:pt x="1110" y="421"/>
                  <a:pt x="1110" y="438"/>
                </a:cubicBezTo>
                <a:cubicBezTo>
                  <a:pt x="1110" y="454"/>
                  <a:pt x="1097" y="468"/>
                  <a:pt x="1080" y="468"/>
                </a:cubicBezTo>
                <a:close/>
                <a:moveTo>
                  <a:pt x="205" y="148"/>
                </a:moveTo>
                <a:cubicBezTo>
                  <a:pt x="238" y="148"/>
                  <a:pt x="263" y="172"/>
                  <a:pt x="263" y="205"/>
                </a:cubicBezTo>
                <a:cubicBezTo>
                  <a:pt x="263" y="237"/>
                  <a:pt x="238" y="263"/>
                  <a:pt x="205" y="263"/>
                </a:cubicBezTo>
                <a:cubicBezTo>
                  <a:pt x="172" y="263"/>
                  <a:pt x="148" y="237"/>
                  <a:pt x="148" y="205"/>
                </a:cubicBezTo>
                <a:cubicBezTo>
                  <a:pt x="148" y="172"/>
                  <a:pt x="172" y="148"/>
                  <a:pt x="205" y="148"/>
                </a:cubicBezTo>
                <a:close/>
                <a:moveTo>
                  <a:pt x="30" y="410"/>
                </a:moveTo>
                <a:cubicBezTo>
                  <a:pt x="47" y="410"/>
                  <a:pt x="60" y="421"/>
                  <a:pt x="60" y="438"/>
                </a:cubicBezTo>
                <a:cubicBezTo>
                  <a:pt x="60" y="454"/>
                  <a:pt x="46" y="468"/>
                  <a:pt x="30" y="468"/>
                </a:cubicBezTo>
                <a:cubicBezTo>
                  <a:pt x="13" y="468"/>
                  <a:pt x="0" y="454"/>
                  <a:pt x="0" y="438"/>
                </a:cubicBezTo>
                <a:cubicBezTo>
                  <a:pt x="0" y="421"/>
                  <a:pt x="14" y="410"/>
                  <a:pt x="30" y="410"/>
                </a:cubicBezTo>
                <a:close/>
                <a:moveTo>
                  <a:pt x="205" y="380"/>
                </a:moveTo>
                <a:cubicBezTo>
                  <a:pt x="238" y="380"/>
                  <a:pt x="263" y="405"/>
                  <a:pt x="263" y="438"/>
                </a:cubicBezTo>
                <a:cubicBezTo>
                  <a:pt x="263" y="471"/>
                  <a:pt x="238" y="498"/>
                  <a:pt x="205" y="498"/>
                </a:cubicBezTo>
                <a:cubicBezTo>
                  <a:pt x="172" y="498"/>
                  <a:pt x="148" y="471"/>
                  <a:pt x="148" y="438"/>
                </a:cubicBezTo>
                <a:cubicBezTo>
                  <a:pt x="148" y="405"/>
                  <a:pt x="172" y="380"/>
                  <a:pt x="205" y="380"/>
                </a:cubicBezTo>
                <a:close/>
                <a:moveTo>
                  <a:pt x="205" y="848"/>
                </a:moveTo>
                <a:cubicBezTo>
                  <a:pt x="238" y="848"/>
                  <a:pt x="263" y="872"/>
                  <a:pt x="263" y="905"/>
                </a:cubicBezTo>
                <a:cubicBezTo>
                  <a:pt x="263" y="937"/>
                  <a:pt x="238" y="963"/>
                  <a:pt x="205" y="963"/>
                </a:cubicBezTo>
                <a:cubicBezTo>
                  <a:pt x="172" y="963"/>
                  <a:pt x="148" y="937"/>
                  <a:pt x="148" y="905"/>
                </a:cubicBezTo>
                <a:cubicBezTo>
                  <a:pt x="148" y="872"/>
                  <a:pt x="172" y="848"/>
                  <a:pt x="205" y="848"/>
                </a:cubicBezTo>
                <a:close/>
                <a:moveTo>
                  <a:pt x="205" y="613"/>
                </a:moveTo>
                <a:cubicBezTo>
                  <a:pt x="238" y="613"/>
                  <a:pt x="263" y="640"/>
                  <a:pt x="263" y="673"/>
                </a:cubicBezTo>
                <a:cubicBezTo>
                  <a:pt x="263" y="706"/>
                  <a:pt x="238" y="730"/>
                  <a:pt x="205" y="730"/>
                </a:cubicBezTo>
                <a:cubicBezTo>
                  <a:pt x="172" y="730"/>
                  <a:pt x="148" y="706"/>
                  <a:pt x="148" y="673"/>
                </a:cubicBezTo>
                <a:cubicBezTo>
                  <a:pt x="148" y="640"/>
                  <a:pt x="172" y="613"/>
                  <a:pt x="205" y="61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65749" y="604044"/>
            <a:ext cx="400050" cy="400050"/>
          </a:xfrm>
          <a:custGeom>
            <a:avLst/>
            <a:gdLst>
              <a:gd name="T0" fmla="*/ 60 w 1111"/>
              <a:gd name="T1" fmla="*/ 673 h 1111"/>
              <a:gd name="T2" fmla="*/ 0 w 1111"/>
              <a:gd name="T3" fmla="*/ 673 h 1111"/>
              <a:gd name="T4" fmla="*/ 205 w 1111"/>
              <a:gd name="T5" fmla="*/ 848 h 1111"/>
              <a:gd name="T6" fmla="*/ 205 w 1111"/>
              <a:gd name="T7" fmla="*/ 963 h 1111"/>
              <a:gd name="T8" fmla="*/ 205 w 1111"/>
              <a:gd name="T9" fmla="*/ 848 h 1111"/>
              <a:gd name="T10" fmla="*/ 467 w 1111"/>
              <a:gd name="T11" fmla="*/ 1080 h 1111"/>
              <a:gd name="T12" fmla="*/ 410 w 1111"/>
              <a:gd name="T13" fmla="*/ 1080 h 1111"/>
              <a:gd name="T14" fmla="*/ 30 w 1111"/>
              <a:gd name="T15" fmla="*/ 410 h 1111"/>
              <a:gd name="T16" fmla="*/ 30 w 1111"/>
              <a:gd name="T17" fmla="*/ 468 h 1111"/>
              <a:gd name="T18" fmla="*/ 30 w 1111"/>
              <a:gd name="T19" fmla="*/ 410 h 1111"/>
              <a:gd name="T20" fmla="*/ 262 w 1111"/>
              <a:gd name="T21" fmla="*/ 673 h 1111"/>
              <a:gd name="T22" fmla="*/ 147 w 1111"/>
              <a:gd name="T23" fmla="*/ 673 h 1111"/>
              <a:gd name="T24" fmla="*/ 1080 w 1111"/>
              <a:gd name="T25" fmla="*/ 643 h 1111"/>
              <a:gd name="T26" fmla="*/ 1080 w 1111"/>
              <a:gd name="T27" fmla="*/ 700 h 1111"/>
              <a:gd name="T28" fmla="*/ 1080 w 1111"/>
              <a:gd name="T29" fmla="*/ 643 h 1111"/>
              <a:gd name="T30" fmla="*/ 497 w 1111"/>
              <a:gd name="T31" fmla="*/ 905 h 1111"/>
              <a:gd name="T32" fmla="*/ 380 w 1111"/>
              <a:gd name="T33" fmla="*/ 905 h 1111"/>
              <a:gd name="T34" fmla="*/ 0 w 1111"/>
              <a:gd name="T35" fmla="*/ 162 h 1111"/>
              <a:gd name="T36" fmla="*/ 1022 w 1111"/>
              <a:gd name="T37" fmla="*/ 1037 h 1111"/>
              <a:gd name="T38" fmla="*/ 727 w 1111"/>
              <a:gd name="T39" fmla="*/ 889 h 1111"/>
              <a:gd name="T40" fmla="*/ 672 w 1111"/>
              <a:gd name="T41" fmla="*/ 963 h 1111"/>
              <a:gd name="T42" fmla="*/ 672 w 1111"/>
              <a:gd name="T43" fmla="*/ 848 h 1111"/>
              <a:gd name="T44" fmla="*/ 525 w 1111"/>
              <a:gd name="T45" fmla="*/ 687 h 1111"/>
              <a:gd name="T46" fmla="*/ 350 w 1111"/>
              <a:gd name="T47" fmla="*/ 673 h 1111"/>
              <a:gd name="T48" fmla="*/ 260 w 1111"/>
              <a:gd name="T49" fmla="*/ 421 h 1111"/>
              <a:gd name="T50" fmla="*/ 205 w 1111"/>
              <a:gd name="T51" fmla="*/ 498 h 1111"/>
              <a:gd name="T52" fmla="*/ 205 w 1111"/>
              <a:gd name="T53" fmla="*/ 380 h 1111"/>
              <a:gd name="T54" fmla="*/ 0 w 1111"/>
              <a:gd name="T55" fmla="*/ 162 h 1111"/>
              <a:gd name="T56" fmla="*/ 700 w 1111"/>
              <a:gd name="T57" fmla="*/ 1080 h 1111"/>
              <a:gd name="T58" fmla="*/ 642 w 1111"/>
              <a:gd name="T59" fmla="*/ 1080 h 1111"/>
              <a:gd name="T60" fmla="*/ 905 w 1111"/>
              <a:gd name="T61" fmla="*/ 263 h 1111"/>
              <a:gd name="T62" fmla="*/ 905 w 1111"/>
              <a:gd name="T63" fmla="*/ 148 h 1111"/>
              <a:gd name="T64" fmla="*/ 905 w 1111"/>
              <a:gd name="T65" fmla="*/ 263 h 1111"/>
              <a:gd name="T66" fmla="*/ 847 w 1111"/>
              <a:gd name="T67" fmla="*/ 438 h 1111"/>
              <a:gd name="T68" fmla="*/ 962 w 1111"/>
              <a:gd name="T69" fmla="*/ 438 h 1111"/>
              <a:gd name="T70" fmla="*/ 905 w 1111"/>
              <a:gd name="T71" fmla="*/ 730 h 1111"/>
              <a:gd name="T72" fmla="*/ 905 w 1111"/>
              <a:gd name="T73" fmla="*/ 613 h 1111"/>
              <a:gd name="T74" fmla="*/ 905 w 1111"/>
              <a:gd name="T75" fmla="*/ 730 h 1111"/>
              <a:gd name="T76" fmla="*/ 380 w 1111"/>
              <a:gd name="T77" fmla="*/ 205 h 1111"/>
              <a:gd name="T78" fmla="*/ 497 w 1111"/>
              <a:gd name="T79" fmla="*/ 205 h 1111"/>
              <a:gd name="T80" fmla="*/ 1080 w 1111"/>
              <a:gd name="T81" fmla="*/ 468 h 1111"/>
              <a:gd name="T82" fmla="*/ 1080 w 1111"/>
              <a:gd name="T83" fmla="*/ 410 h 1111"/>
              <a:gd name="T84" fmla="*/ 1080 w 1111"/>
              <a:gd name="T85" fmla="*/ 468 h 1111"/>
              <a:gd name="T86" fmla="*/ 410 w 1111"/>
              <a:gd name="T87" fmla="*/ 30 h 1111"/>
              <a:gd name="T88" fmla="*/ 467 w 1111"/>
              <a:gd name="T89" fmla="*/ 30 h 1111"/>
              <a:gd name="T90" fmla="*/ 672 w 1111"/>
              <a:gd name="T91" fmla="*/ 61 h 1111"/>
              <a:gd name="T92" fmla="*/ 672 w 1111"/>
              <a:gd name="T93" fmla="*/ 0 h 1111"/>
              <a:gd name="T94" fmla="*/ 672 w 1111"/>
              <a:gd name="T95" fmla="*/ 61 h 1111"/>
              <a:gd name="T96" fmla="*/ 585 w 1111"/>
              <a:gd name="T97" fmla="*/ 451 h 1111"/>
              <a:gd name="T98" fmla="*/ 672 w 1111"/>
              <a:gd name="T99" fmla="*/ 350 h 1111"/>
              <a:gd name="T100" fmla="*/ 672 w 1111"/>
              <a:gd name="T101" fmla="*/ 525 h 1111"/>
              <a:gd name="T102" fmla="*/ 672 w 1111"/>
              <a:gd name="T103" fmla="*/ 263 h 1111"/>
              <a:gd name="T104" fmla="*/ 672 w 1111"/>
              <a:gd name="T105" fmla="*/ 148 h 1111"/>
              <a:gd name="T106" fmla="*/ 672 w 1111"/>
              <a:gd name="T107" fmla="*/ 263 h 1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11" h="1111">
                <a:moveTo>
                  <a:pt x="30" y="643"/>
                </a:moveTo>
                <a:cubicBezTo>
                  <a:pt x="46" y="643"/>
                  <a:pt x="60" y="657"/>
                  <a:pt x="60" y="673"/>
                </a:cubicBezTo>
                <a:cubicBezTo>
                  <a:pt x="60" y="689"/>
                  <a:pt x="46" y="700"/>
                  <a:pt x="30" y="700"/>
                </a:cubicBezTo>
                <a:cubicBezTo>
                  <a:pt x="13" y="700"/>
                  <a:pt x="0" y="689"/>
                  <a:pt x="0" y="673"/>
                </a:cubicBezTo>
                <a:cubicBezTo>
                  <a:pt x="0" y="657"/>
                  <a:pt x="13" y="643"/>
                  <a:pt x="30" y="643"/>
                </a:cubicBezTo>
                <a:close/>
                <a:moveTo>
                  <a:pt x="205" y="848"/>
                </a:moveTo>
                <a:cubicBezTo>
                  <a:pt x="238" y="848"/>
                  <a:pt x="262" y="872"/>
                  <a:pt x="262" y="905"/>
                </a:cubicBezTo>
                <a:cubicBezTo>
                  <a:pt x="262" y="937"/>
                  <a:pt x="238" y="963"/>
                  <a:pt x="205" y="963"/>
                </a:cubicBezTo>
                <a:cubicBezTo>
                  <a:pt x="172" y="963"/>
                  <a:pt x="147" y="937"/>
                  <a:pt x="147" y="905"/>
                </a:cubicBezTo>
                <a:cubicBezTo>
                  <a:pt x="147" y="872"/>
                  <a:pt x="172" y="848"/>
                  <a:pt x="205" y="848"/>
                </a:cubicBezTo>
                <a:close/>
                <a:moveTo>
                  <a:pt x="437" y="1050"/>
                </a:moveTo>
                <a:cubicBezTo>
                  <a:pt x="454" y="1050"/>
                  <a:pt x="467" y="1063"/>
                  <a:pt x="467" y="1080"/>
                </a:cubicBezTo>
                <a:cubicBezTo>
                  <a:pt x="467" y="1096"/>
                  <a:pt x="453" y="1110"/>
                  <a:pt x="437" y="1110"/>
                </a:cubicBezTo>
                <a:cubicBezTo>
                  <a:pt x="420" y="1110"/>
                  <a:pt x="410" y="1096"/>
                  <a:pt x="410" y="1080"/>
                </a:cubicBezTo>
                <a:cubicBezTo>
                  <a:pt x="410" y="1063"/>
                  <a:pt x="421" y="1050"/>
                  <a:pt x="437" y="1050"/>
                </a:cubicBezTo>
                <a:close/>
                <a:moveTo>
                  <a:pt x="30" y="410"/>
                </a:moveTo>
                <a:cubicBezTo>
                  <a:pt x="46" y="410"/>
                  <a:pt x="60" y="421"/>
                  <a:pt x="60" y="438"/>
                </a:cubicBezTo>
                <a:cubicBezTo>
                  <a:pt x="60" y="454"/>
                  <a:pt x="46" y="468"/>
                  <a:pt x="30" y="468"/>
                </a:cubicBezTo>
                <a:cubicBezTo>
                  <a:pt x="13" y="468"/>
                  <a:pt x="0" y="454"/>
                  <a:pt x="0" y="438"/>
                </a:cubicBezTo>
                <a:cubicBezTo>
                  <a:pt x="0" y="421"/>
                  <a:pt x="13" y="410"/>
                  <a:pt x="30" y="410"/>
                </a:cubicBezTo>
                <a:close/>
                <a:moveTo>
                  <a:pt x="205" y="613"/>
                </a:moveTo>
                <a:cubicBezTo>
                  <a:pt x="238" y="613"/>
                  <a:pt x="262" y="640"/>
                  <a:pt x="262" y="673"/>
                </a:cubicBezTo>
                <a:cubicBezTo>
                  <a:pt x="262" y="706"/>
                  <a:pt x="238" y="730"/>
                  <a:pt x="205" y="730"/>
                </a:cubicBezTo>
                <a:cubicBezTo>
                  <a:pt x="172" y="730"/>
                  <a:pt x="147" y="706"/>
                  <a:pt x="147" y="673"/>
                </a:cubicBezTo>
                <a:cubicBezTo>
                  <a:pt x="147" y="640"/>
                  <a:pt x="172" y="613"/>
                  <a:pt x="205" y="613"/>
                </a:cubicBezTo>
                <a:close/>
                <a:moveTo>
                  <a:pt x="1080" y="643"/>
                </a:moveTo>
                <a:cubicBezTo>
                  <a:pt x="1096" y="643"/>
                  <a:pt x="1110" y="657"/>
                  <a:pt x="1110" y="673"/>
                </a:cubicBezTo>
                <a:cubicBezTo>
                  <a:pt x="1110" y="689"/>
                  <a:pt x="1096" y="700"/>
                  <a:pt x="1080" y="700"/>
                </a:cubicBezTo>
                <a:cubicBezTo>
                  <a:pt x="1063" y="700"/>
                  <a:pt x="1050" y="689"/>
                  <a:pt x="1050" y="673"/>
                </a:cubicBezTo>
                <a:cubicBezTo>
                  <a:pt x="1050" y="657"/>
                  <a:pt x="1063" y="643"/>
                  <a:pt x="1080" y="643"/>
                </a:cubicBezTo>
                <a:close/>
                <a:moveTo>
                  <a:pt x="437" y="848"/>
                </a:moveTo>
                <a:cubicBezTo>
                  <a:pt x="470" y="848"/>
                  <a:pt x="497" y="872"/>
                  <a:pt x="497" y="905"/>
                </a:cubicBezTo>
                <a:cubicBezTo>
                  <a:pt x="497" y="937"/>
                  <a:pt x="470" y="963"/>
                  <a:pt x="437" y="963"/>
                </a:cubicBezTo>
                <a:cubicBezTo>
                  <a:pt x="404" y="963"/>
                  <a:pt x="380" y="937"/>
                  <a:pt x="380" y="905"/>
                </a:cubicBezTo>
                <a:cubicBezTo>
                  <a:pt x="380" y="872"/>
                  <a:pt x="404" y="848"/>
                  <a:pt x="437" y="848"/>
                </a:cubicBezTo>
                <a:close/>
                <a:moveTo>
                  <a:pt x="0" y="162"/>
                </a:moveTo>
                <a:lnTo>
                  <a:pt x="74" y="88"/>
                </a:lnTo>
                <a:lnTo>
                  <a:pt x="1022" y="1037"/>
                </a:lnTo>
                <a:lnTo>
                  <a:pt x="946" y="1110"/>
                </a:lnTo>
                <a:lnTo>
                  <a:pt x="727" y="889"/>
                </a:lnTo>
                <a:cubicBezTo>
                  <a:pt x="730" y="894"/>
                  <a:pt x="730" y="900"/>
                  <a:pt x="730" y="905"/>
                </a:cubicBezTo>
                <a:cubicBezTo>
                  <a:pt x="730" y="938"/>
                  <a:pt x="704" y="963"/>
                  <a:pt x="672" y="963"/>
                </a:cubicBezTo>
                <a:cubicBezTo>
                  <a:pt x="639" y="963"/>
                  <a:pt x="612" y="938"/>
                  <a:pt x="612" y="905"/>
                </a:cubicBezTo>
                <a:cubicBezTo>
                  <a:pt x="612" y="872"/>
                  <a:pt x="640" y="848"/>
                  <a:pt x="672" y="848"/>
                </a:cubicBezTo>
                <a:cubicBezTo>
                  <a:pt x="678" y="848"/>
                  <a:pt x="683" y="848"/>
                  <a:pt x="689" y="851"/>
                </a:cubicBezTo>
                <a:lnTo>
                  <a:pt x="525" y="687"/>
                </a:lnTo>
                <a:cubicBezTo>
                  <a:pt x="519" y="728"/>
                  <a:pt x="481" y="760"/>
                  <a:pt x="437" y="760"/>
                </a:cubicBezTo>
                <a:cubicBezTo>
                  <a:pt x="388" y="760"/>
                  <a:pt x="350" y="722"/>
                  <a:pt x="350" y="673"/>
                </a:cubicBezTo>
                <a:cubicBezTo>
                  <a:pt x="350" y="629"/>
                  <a:pt x="383" y="591"/>
                  <a:pt x="424" y="585"/>
                </a:cubicBezTo>
                <a:lnTo>
                  <a:pt x="260" y="421"/>
                </a:lnTo>
                <a:cubicBezTo>
                  <a:pt x="262" y="427"/>
                  <a:pt x="262" y="432"/>
                  <a:pt x="262" y="438"/>
                </a:cubicBezTo>
                <a:cubicBezTo>
                  <a:pt x="262" y="471"/>
                  <a:pt x="238" y="498"/>
                  <a:pt x="205" y="498"/>
                </a:cubicBezTo>
                <a:cubicBezTo>
                  <a:pt x="172" y="498"/>
                  <a:pt x="147" y="471"/>
                  <a:pt x="147" y="438"/>
                </a:cubicBezTo>
                <a:cubicBezTo>
                  <a:pt x="147" y="405"/>
                  <a:pt x="172" y="380"/>
                  <a:pt x="205" y="380"/>
                </a:cubicBezTo>
                <a:lnTo>
                  <a:pt x="221" y="383"/>
                </a:lnTo>
                <a:lnTo>
                  <a:pt x="0" y="162"/>
                </a:lnTo>
                <a:close/>
                <a:moveTo>
                  <a:pt x="672" y="1050"/>
                </a:moveTo>
                <a:cubicBezTo>
                  <a:pt x="689" y="1050"/>
                  <a:pt x="700" y="1063"/>
                  <a:pt x="700" y="1080"/>
                </a:cubicBezTo>
                <a:cubicBezTo>
                  <a:pt x="700" y="1096"/>
                  <a:pt x="688" y="1110"/>
                  <a:pt x="672" y="1110"/>
                </a:cubicBezTo>
                <a:cubicBezTo>
                  <a:pt x="655" y="1110"/>
                  <a:pt x="642" y="1096"/>
                  <a:pt x="642" y="1080"/>
                </a:cubicBezTo>
                <a:cubicBezTo>
                  <a:pt x="642" y="1063"/>
                  <a:pt x="656" y="1050"/>
                  <a:pt x="672" y="1050"/>
                </a:cubicBezTo>
                <a:close/>
                <a:moveTo>
                  <a:pt x="905" y="263"/>
                </a:moveTo>
                <a:cubicBezTo>
                  <a:pt x="872" y="263"/>
                  <a:pt x="847" y="237"/>
                  <a:pt x="847" y="205"/>
                </a:cubicBezTo>
                <a:cubicBezTo>
                  <a:pt x="847" y="172"/>
                  <a:pt x="872" y="148"/>
                  <a:pt x="905" y="148"/>
                </a:cubicBezTo>
                <a:cubicBezTo>
                  <a:pt x="938" y="148"/>
                  <a:pt x="962" y="172"/>
                  <a:pt x="962" y="205"/>
                </a:cubicBezTo>
                <a:cubicBezTo>
                  <a:pt x="962" y="237"/>
                  <a:pt x="938" y="263"/>
                  <a:pt x="905" y="263"/>
                </a:cubicBezTo>
                <a:close/>
                <a:moveTo>
                  <a:pt x="905" y="498"/>
                </a:moveTo>
                <a:cubicBezTo>
                  <a:pt x="872" y="498"/>
                  <a:pt x="847" y="471"/>
                  <a:pt x="847" y="438"/>
                </a:cubicBezTo>
                <a:cubicBezTo>
                  <a:pt x="847" y="405"/>
                  <a:pt x="872" y="380"/>
                  <a:pt x="905" y="380"/>
                </a:cubicBezTo>
                <a:cubicBezTo>
                  <a:pt x="938" y="380"/>
                  <a:pt x="962" y="405"/>
                  <a:pt x="962" y="438"/>
                </a:cubicBezTo>
                <a:cubicBezTo>
                  <a:pt x="962" y="471"/>
                  <a:pt x="938" y="498"/>
                  <a:pt x="905" y="498"/>
                </a:cubicBezTo>
                <a:close/>
                <a:moveTo>
                  <a:pt x="905" y="730"/>
                </a:moveTo>
                <a:cubicBezTo>
                  <a:pt x="872" y="730"/>
                  <a:pt x="847" y="706"/>
                  <a:pt x="847" y="673"/>
                </a:cubicBezTo>
                <a:cubicBezTo>
                  <a:pt x="847" y="640"/>
                  <a:pt x="872" y="613"/>
                  <a:pt x="905" y="613"/>
                </a:cubicBezTo>
                <a:cubicBezTo>
                  <a:pt x="938" y="613"/>
                  <a:pt x="962" y="640"/>
                  <a:pt x="962" y="673"/>
                </a:cubicBezTo>
                <a:cubicBezTo>
                  <a:pt x="962" y="706"/>
                  <a:pt x="938" y="730"/>
                  <a:pt x="905" y="730"/>
                </a:cubicBezTo>
                <a:close/>
                <a:moveTo>
                  <a:pt x="437" y="263"/>
                </a:moveTo>
                <a:cubicBezTo>
                  <a:pt x="404" y="263"/>
                  <a:pt x="380" y="237"/>
                  <a:pt x="380" y="205"/>
                </a:cubicBezTo>
                <a:cubicBezTo>
                  <a:pt x="380" y="172"/>
                  <a:pt x="404" y="148"/>
                  <a:pt x="437" y="148"/>
                </a:cubicBezTo>
                <a:cubicBezTo>
                  <a:pt x="470" y="148"/>
                  <a:pt x="497" y="172"/>
                  <a:pt x="497" y="205"/>
                </a:cubicBezTo>
                <a:cubicBezTo>
                  <a:pt x="497" y="237"/>
                  <a:pt x="470" y="263"/>
                  <a:pt x="437" y="263"/>
                </a:cubicBezTo>
                <a:close/>
                <a:moveTo>
                  <a:pt x="1080" y="468"/>
                </a:moveTo>
                <a:cubicBezTo>
                  <a:pt x="1063" y="468"/>
                  <a:pt x="1050" y="454"/>
                  <a:pt x="1050" y="438"/>
                </a:cubicBezTo>
                <a:cubicBezTo>
                  <a:pt x="1050" y="421"/>
                  <a:pt x="1063" y="410"/>
                  <a:pt x="1080" y="410"/>
                </a:cubicBezTo>
                <a:cubicBezTo>
                  <a:pt x="1096" y="410"/>
                  <a:pt x="1110" y="421"/>
                  <a:pt x="1110" y="438"/>
                </a:cubicBezTo>
                <a:cubicBezTo>
                  <a:pt x="1110" y="454"/>
                  <a:pt x="1096" y="468"/>
                  <a:pt x="1080" y="468"/>
                </a:cubicBezTo>
                <a:close/>
                <a:moveTo>
                  <a:pt x="437" y="61"/>
                </a:moveTo>
                <a:cubicBezTo>
                  <a:pt x="421" y="61"/>
                  <a:pt x="410" y="46"/>
                  <a:pt x="410" y="30"/>
                </a:cubicBezTo>
                <a:cubicBezTo>
                  <a:pt x="410" y="13"/>
                  <a:pt x="420" y="0"/>
                  <a:pt x="437" y="0"/>
                </a:cubicBezTo>
                <a:cubicBezTo>
                  <a:pt x="453" y="0"/>
                  <a:pt x="467" y="13"/>
                  <a:pt x="467" y="30"/>
                </a:cubicBezTo>
                <a:cubicBezTo>
                  <a:pt x="467" y="46"/>
                  <a:pt x="454" y="61"/>
                  <a:pt x="437" y="61"/>
                </a:cubicBezTo>
                <a:close/>
                <a:moveTo>
                  <a:pt x="672" y="61"/>
                </a:moveTo>
                <a:cubicBezTo>
                  <a:pt x="656" y="61"/>
                  <a:pt x="642" y="46"/>
                  <a:pt x="642" y="30"/>
                </a:cubicBezTo>
                <a:cubicBezTo>
                  <a:pt x="642" y="13"/>
                  <a:pt x="655" y="0"/>
                  <a:pt x="672" y="0"/>
                </a:cubicBezTo>
                <a:cubicBezTo>
                  <a:pt x="688" y="0"/>
                  <a:pt x="700" y="13"/>
                  <a:pt x="700" y="30"/>
                </a:cubicBezTo>
                <a:cubicBezTo>
                  <a:pt x="700" y="46"/>
                  <a:pt x="689" y="61"/>
                  <a:pt x="672" y="61"/>
                </a:cubicBezTo>
                <a:close/>
                <a:moveTo>
                  <a:pt x="659" y="525"/>
                </a:moveTo>
                <a:cubicBezTo>
                  <a:pt x="620" y="520"/>
                  <a:pt x="590" y="490"/>
                  <a:pt x="585" y="451"/>
                </a:cubicBezTo>
                <a:lnTo>
                  <a:pt x="585" y="438"/>
                </a:lnTo>
                <a:cubicBezTo>
                  <a:pt x="585" y="389"/>
                  <a:pt x="622" y="350"/>
                  <a:pt x="672" y="350"/>
                </a:cubicBezTo>
                <a:cubicBezTo>
                  <a:pt x="721" y="350"/>
                  <a:pt x="760" y="389"/>
                  <a:pt x="760" y="438"/>
                </a:cubicBezTo>
                <a:cubicBezTo>
                  <a:pt x="760" y="487"/>
                  <a:pt x="722" y="525"/>
                  <a:pt x="672" y="525"/>
                </a:cubicBezTo>
                <a:lnTo>
                  <a:pt x="659" y="525"/>
                </a:lnTo>
                <a:close/>
                <a:moveTo>
                  <a:pt x="672" y="263"/>
                </a:moveTo>
                <a:cubicBezTo>
                  <a:pt x="640" y="263"/>
                  <a:pt x="612" y="237"/>
                  <a:pt x="612" y="205"/>
                </a:cubicBezTo>
                <a:cubicBezTo>
                  <a:pt x="612" y="172"/>
                  <a:pt x="639" y="148"/>
                  <a:pt x="672" y="148"/>
                </a:cubicBezTo>
                <a:cubicBezTo>
                  <a:pt x="704" y="148"/>
                  <a:pt x="730" y="172"/>
                  <a:pt x="730" y="205"/>
                </a:cubicBezTo>
                <a:cubicBezTo>
                  <a:pt x="730" y="237"/>
                  <a:pt x="705" y="263"/>
                  <a:pt x="672" y="26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56364" y="615158"/>
            <a:ext cx="377825" cy="377825"/>
          </a:xfrm>
          <a:custGeom>
            <a:avLst/>
            <a:gdLst>
              <a:gd name="T0" fmla="*/ 525 w 1051"/>
              <a:gd name="T1" fmla="*/ 758 h 1051"/>
              <a:gd name="T2" fmla="*/ 642 w 1051"/>
              <a:gd name="T3" fmla="*/ 758 h 1051"/>
              <a:gd name="T4" fmla="*/ 582 w 1051"/>
              <a:gd name="T5" fmla="*/ 583 h 1051"/>
              <a:gd name="T6" fmla="*/ 582 w 1051"/>
              <a:gd name="T7" fmla="*/ 468 h 1051"/>
              <a:gd name="T8" fmla="*/ 582 w 1051"/>
              <a:gd name="T9" fmla="*/ 583 h 1051"/>
              <a:gd name="T10" fmla="*/ 525 w 1051"/>
              <a:gd name="T11" fmla="*/ 293 h 1051"/>
              <a:gd name="T12" fmla="*/ 642 w 1051"/>
              <a:gd name="T13" fmla="*/ 293 h 1051"/>
              <a:gd name="T14" fmla="*/ 817 w 1051"/>
              <a:gd name="T15" fmla="*/ 555 h 1051"/>
              <a:gd name="T16" fmla="*/ 817 w 1051"/>
              <a:gd name="T17" fmla="*/ 495 h 1051"/>
              <a:gd name="T18" fmla="*/ 817 w 1051"/>
              <a:gd name="T19" fmla="*/ 555 h 1051"/>
              <a:gd name="T20" fmla="*/ 787 w 1051"/>
              <a:gd name="T21" fmla="*/ 293 h 1051"/>
              <a:gd name="T22" fmla="*/ 844 w 1051"/>
              <a:gd name="T23" fmla="*/ 293 h 1051"/>
              <a:gd name="T24" fmla="*/ 0 w 1051"/>
              <a:gd name="T25" fmla="*/ 0 h 1051"/>
              <a:gd name="T26" fmla="*/ 1050 w 1051"/>
              <a:gd name="T27" fmla="*/ 118 h 1051"/>
              <a:gd name="T28" fmla="*/ 0 w 1051"/>
              <a:gd name="T29" fmla="*/ 0 h 1051"/>
              <a:gd name="T30" fmla="*/ 787 w 1051"/>
              <a:gd name="T31" fmla="*/ 758 h 1051"/>
              <a:gd name="T32" fmla="*/ 844 w 1051"/>
              <a:gd name="T33" fmla="*/ 758 h 1051"/>
              <a:gd name="T34" fmla="*/ 350 w 1051"/>
              <a:gd name="T35" fmla="*/ 818 h 1051"/>
              <a:gd name="T36" fmla="*/ 350 w 1051"/>
              <a:gd name="T37" fmla="*/ 700 h 1051"/>
              <a:gd name="T38" fmla="*/ 350 w 1051"/>
              <a:gd name="T39" fmla="*/ 818 h 1051"/>
              <a:gd name="T40" fmla="*/ 30 w 1051"/>
              <a:gd name="T41" fmla="*/ 525 h 1051"/>
              <a:gd name="T42" fmla="*/ 205 w 1051"/>
              <a:gd name="T43" fmla="*/ 525 h 1051"/>
              <a:gd name="T44" fmla="*/ 117 w 1051"/>
              <a:gd name="T45" fmla="*/ 380 h 1051"/>
              <a:gd name="T46" fmla="*/ 117 w 1051"/>
              <a:gd name="T47" fmla="*/ 205 h 1051"/>
              <a:gd name="T48" fmla="*/ 117 w 1051"/>
              <a:gd name="T49" fmla="*/ 380 h 1051"/>
              <a:gd name="T50" fmla="*/ 0 w 1051"/>
              <a:gd name="T51" fmla="*/ 933 h 1051"/>
              <a:gd name="T52" fmla="*/ 1050 w 1051"/>
              <a:gd name="T53" fmla="*/ 1050 h 1051"/>
              <a:gd name="T54" fmla="*/ 350 w 1051"/>
              <a:gd name="T55" fmla="*/ 350 h 1051"/>
              <a:gd name="T56" fmla="*/ 350 w 1051"/>
              <a:gd name="T57" fmla="*/ 233 h 1051"/>
              <a:gd name="T58" fmla="*/ 350 w 1051"/>
              <a:gd name="T59" fmla="*/ 350 h 1051"/>
              <a:gd name="T60" fmla="*/ 292 w 1051"/>
              <a:gd name="T61" fmla="*/ 525 h 1051"/>
              <a:gd name="T62" fmla="*/ 407 w 1051"/>
              <a:gd name="T63" fmla="*/ 525 h 1051"/>
              <a:gd name="T64" fmla="*/ 117 w 1051"/>
              <a:gd name="T65" fmla="*/ 845 h 1051"/>
              <a:gd name="T66" fmla="*/ 117 w 1051"/>
              <a:gd name="T67" fmla="*/ 670 h 1051"/>
              <a:gd name="T68" fmla="*/ 117 w 1051"/>
              <a:gd name="T69" fmla="*/ 84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051">
                <a:moveTo>
                  <a:pt x="582" y="818"/>
                </a:moveTo>
                <a:cubicBezTo>
                  <a:pt x="549" y="818"/>
                  <a:pt x="525" y="791"/>
                  <a:pt x="525" y="758"/>
                </a:cubicBezTo>
                <a:cubicBezTo>
                  <a:pt x="525" y="725"/>
                  <a:pt x="549" y="700"/>
                  <a:pt x="582" y="700"/>
                </a:cubicBezTo>
                <a:cubicBezTo>
                  <a:pt x="615" y="700"/>
                  <a:pt x="642" y="725"/>
                  <a:pt x="642" y="758"/>
                </a:cubicBezTo>
                <a:cubicBezTo>
                  <a:pt x="642" y="791"/>
                  <a:pt x="615" y="818"/>
                  <a:pt x="582" y="818"/>
                </a:cubicBezTo>
                <a:close/>
                <a:moveTo>
                  <a:pt x="582" y="583"/>
                </a:moveTo>
                <a:cubicBezTo>
                  <a:pt x="549" y="583"/>
                  <a:pt x="525" y="557"/>
                  <a:pt x="525" y="525"/>
                </a:cubicBezTo>
                <a:cubicBezTo>
                  <a:pt x="525" y="492"/>
                  <a:pt x="549" y="468"/>
                  <a:pt x="582" y="468"/>
                </a:cubicBezTo>
                <a:cubicBezTo>
                  <a:pt x="615" y="468"/>
                  <a:pt x="642" y="492"/>
                  <a:pt x="642" y="525"/>
                </a:cubicBezTo>
                <a:cubicBezTo>
                  <a:pt x="642" y="557"/>
                  <a:pt x="615" y="583"/>
                  <a:pt x="582" y="583"/>
                </a:cubicBezTo>
                <a:close/>
                <a:moveTo>
                  <a:pt x="582" y="350"/>
                </a:moveTo>
                <a:cubicBezTo>
                  <a:pt x="549" y="350"/>
                  <a:pt x="525" y="326"/>
                  <a:pt x="525" y="293"/>
                </a:cubicBezTo>
                <a:cubicBezTo>
                  <a:pt x="525" y="260"/>
                  <a:pt x="549" y="233"/>
                  <a:pt x="582" y="233"/>
                </a:cubicBezTo>
                <a:cubicBezTo>
                  <a:pt x="615" y="233"/>
                  <a:pt x="642" y="260"/>
                  <a:pt x="642" y="293"/>
                </a:cubicBezTo>
                <a:cubicBezTo>
                  <a:pt x="642" y="326"/>
                  <a:pt x="615" y="350"/>
                  <a:pt x="582" y="350"/>
                </a:cubicBezTo>
                <a:close/>
                <a:moveTo>
                  <a:pt x="817" y="555"/>
                </a:moveTo>
                <a:cubicBezTo>
                  <a:pt x="801" y="555"/>
                  <a:pt x="787" y="541"/>
                  <a:pt x="787" y="525"/>
                </a:cubicBezTo>
                <a:cubicBezTo>
                  <a:pt x="787" y="508"/>
                  <a:pt x="801" y="495"/>
                  <a:pt x="817" y="495"/>
                </a:cubicBezTo>
                <a:cubicBezTo>
                  <a:pt x="834" y="495"/>
                  <a:pt x="844" y="508"/>
                  <a:pt x="844" y="525"/>
                </a:cubicBezTo>
                <a:cubicBezTo>
                  <a:pt x="844" y="541"/>
                  <a:pt x="834" y="555"/>
                  <a:pt x="817" y="555"/>
                </a:cubicBezTo>
                <a:close/>
                <a:moveTo>
                  <a:pt x="817" y="320"/>
                </a:moveTo>
                <a:cubicBezTo>
                  <a:pt x="801" y="320"/>
                  <a:pt x="787" y="309"/>
                  <a:pt x="787" y="293"/>
                </a:cubicBezTo>
                <a:cubicBezTo>
                  <a:pt x="787" y="277"/>
                  <a:pt x="801" y="263"/>
                  <a:pt x="817" y="263"/>
                </a:cubicBezTo>
                <a:cubicBezTo>
                  <a:pt x="834" y="263"/>
                  <a:pt x="844" y="277"/>
                  <a:pt x="844" y="293"/>
                </a:cubicBezTo>
                <a:cubicBezTo>
                  <a:pt x="844" y="309"/>
                  <a:pt x="834" y="320"/>
                  <a:pt x="817" y="320"/>
                </a:cubicBez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817" y="788"/>
                </a:moveTo>
                <a:cubicBezTo>
                  <a:pt x="801" y="788"/>
                  <a:pt x="787" y="774"/>
                  <a:pt x="787" y="758"/>
                </a:cubicBezTo>
                <a:cubicBezTo>
                  <a:pt x="787" y="741"/>
                  <a:pt x="801" y="730"/>
                  <a:pt x="817" y="730"/>
                </a:cubicBezTo>
                <a:cubicBezTo>
                  <a:pt x="834" y="730"/>
                  <a:pt x="844" y="741"/>
                  <a:pt x="844" y="758"/>
                </a:cubicBezTo>
                <a:cubicBezTo>
                  <a:pt x="844" y="774"/>
                  <a:pt x="834" y="788"/>
                  <a:pt x="817" y="788"/>
                </a:cubicBezTo>
                <a:close/>
                <a:moveTo>
                  <a:pt x="350" y="818"/>
                </a:moveTo>
                <a:cubicBezTo>
                  <a:pt x="317" y="818"/>
                  <a:pt x="292" y="791"/>
                  <a:pt x="292" y="758"/>
                </a:cubicBezTo>
                <a:cubicBezTo>
                  <a:pt x="292" y="725"/>
                  <a:pt x="318" y="700"/>
                  <a:pt x="350" y="700"/>
                </a:cubicBezTo>
                <a:cubicBezTo>
                  <a:pt x="383" y="700"/>
                  <a:pt x="407" y="725"/>
                  <a:pt x="407" y="758"/>
                </a:cubicBezTo>
                <a:cubicBezTo>
                  <a:pt x="407" y="791"/>
                  <a:pt x="382" y="818"/>
                  <a:pt x="350" y="818"/>
                </a:cubicBezTo>
                <a:close/>
                <a:moveTo>
                  <a:pt x="117" y="613"/>
                </a:moveTo>
                <a:cubicBezTo>
                  <a:pt x="68" y="613"/>
                  <a:pt x="30" y="574"/>
                  <a:pt x="30" y="525"/>
                </a:cubicBezTo>
                <a:cubicBezTo>
                  <a:pt x="30" y="475"/>
                  <a:pt x="68" y="438"/>
                  <a:pt x="117" y="438"/>
                </a:cubicBezTo>
                <a:cubicBezTo>
                  <a:pt x="166" y="438"/>
                  <a:pt x="205" y="475"/>
                  <a:pt x="205" y="525"/>
                </a:cubicBezTo>
                <a:cubicBezTo>
                  <a:pt x="205" y="574"/>
                  <a:pt x="166" y="613"/>
                  <a:pt x="117" y="613"/>
                </a:cubicBezTo>
                <a:close/>
                <a:moveTo>
                  <a:pt x="117" y="380"/>
                </a:moveTo>
                <a:cubicBezTo>
                  <a:pt x="68" y="380"/>
                  <a:pt x="30" y="342"/>
                  <a:pt x="30" y="293"/>
                </a:cubicBezTo>
                <a:cubicBezTo>
                  <a:pt x="30" y="244"/>
                  <a:pt x="68" y="205"/>
                  <a:pt x="117" y="205"/>
                </a:cubicBezTo>
                <a:cubicBezTo>
                  <a:pt x="166" y="205"/>
                  <a:pt x="205" y="244"/>
                  <a:pt x="205" y="293"/>
                </a:cubicBezTo>
                <a:cubicBezTo>
                  <a:pt x="205" y="342"/>
                  <a:pt x="166" y="380"/>
                  <a:pt x="117" y="380"/>
                </a:cubicBezTo>
                <a:close/>
                <a:moveTo>
                  <a:pt x="0" y="1050"/>
                </a:moveTo>
                <a:lnTo>
                  <a:pt x="0" y="933"/>
                </a:lnTo>
                <a:lnTo>
                  <a:pt x="1050" y="933"/>
                </a:lnTo>
                <a:lnTo>
                  <a:pt x="1050" y="1050"/>
                </a:lnTo>
                <a:lnTo>
                  <a:pt x="0" y="1050"/>
                </a:lnTo>
                <a:close/>
                <a:moveTo>
                  <a:pt x="350" y="350"/>
                </a:moveTo>
                <a:cubicBezTo>
                  <a:pt x="317" y="350"/>
                  <a:pt x="292" y="326"/>
                  <a:pt x="292" y="293"/>
                </a:cubicBezTo>
                <a:cubicBezTo>
                  <a:pt x="292" y="260"/>
                  <a:pt x="318" y="233"/>
                  <a:pt x="350" y="233"/>
                </a:cubicBezTo>
                <a:cubicBezTo>
                  <a:pt x="383" y="233"/>
                  <a:pt x="407" y="260"/>
                  <a:pt x="407" y="293"/>
                </a:cubicBezTo>
                <a:cubicBezTo>
                  <a:pt x="407" y="326"/>
                  <a:pt x="382" y="350"/>
                  <a:pt x="350" y="350"/>
                </a:cubicBezTo>
                <a:close/>
                <a:moveTo>
                  <a:pt x="350" y="583"/>
                </a:moveTo>
                <a:cubicBezTo>
                  <a:pt x="317" y="583"/>
                  <a:pt x="292" y="557"/>
                  <a:pt x="292" y="525"/>
                </a:cubicBezTo>
                <a:cubicBezTo>
                  <a:pt x="292" y="492"/>
                  <a:pt x="318" y="468"/>
                  <a:pt x="350" y="468"/>
                </a:cubicBezTo>
                <a:cubicBezTo>
                  <a:pt x="383" y="468"/>
                  <a:pt x="407" y="492"/>
                  <a:pt x="407" y="525"/>
                </a:cubicBezTo>
                <a:cubicBezTo>
                  <a:pt x="407" y="557"/>
                  <a:pt x="382" y="583"/>
                  <a:pt x="350" y="583"/>
                </a:cubicBezTo>
                <a:close/>
                <a:moveTo>
                  <a:pt x="117" y="845"/>
                </a:moveTo>
                <a:cubicBezTo>
                  <a:pt x="68" y="845"/>
                  <a:pt x="30" y="807"/>
                  <a:pt x="30" y="758"/>
                </a:cubicBezTo>
                <a:cubicBezTo>
                  <a:pt x="30" y="709"/>
                  <a:pt x="68" y="670"/>
                  <a:pt x="117" y="670"/>
                </a:cubicBezTo>
                <a:cubicBezTo>
                  <a:pt x="166" y="670"/>
                  <a:pt x="205" y="709"/>
                  <a:pt x="205" y="758"/>
                </a:cubicBezTo>
                <a:cubicBezTo>
                  <a:pt x="205" y="807"/>
                  <a:pt x="166" y="845"/>
                  <a:pt x="117" y="84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16812" y="594519"/>
            <a:ext cx="419100" cy="419100"/>
          </a:xfrm>
          <a:custGeom>
            <a:avLst/>
            <a:gdLst>
              <a:gd name="T0" fmla="*/ 757 w 1166"/>
              <a:gd name="T1" fmla="*/ 700 h 1166"/>
              <a:gd name="T2" fmla="*/ 640 w 1166"/>
              <a:gd name="T3" fmla="*/ 700 h 1166"/>
              <a:gd name="T4" fmla="*/ 700 w 1166"/>
              <a:gd name="T5" fmla="*/ 845 h 1166"/>
              <a:gd name="T6" fmla="*/ 700 w 1166"/>
              <a:gd name="T7" fmla="*/ 902 h 1166"/>
              <a:gd name="T8" fmla="*/ 700 w 1166"/>
              <a:gd name="T9" fmla="*/ 845 h 1166"/>
              <a:gd name="T10" fmla="*/ 1050 w 1166"/>
              <a:gd name="T11" fmla="*/ 582 h 1166"/>
              <a:gd name="T12" fmla="*/ 115 w 1166"/>
              <a:gd name="T13" fmla="*/ 582 h 1166"/>
              <a:gd name="T14" fmla="*/ 582 w 1166"/>
              <a:gd name="T15" fmla="*/ 0 h 1166"/>
              <a:gd name="T16" fmla="*/ 582 w 1166"/>
              <a:gd name="T17" fmla="*/ 1165 h 1166"/>
              <a:gd name="T18" fmla="*/ 582 w 1166"/>
              <a:gd name="T19" fmla="*/ 0 h 1166"/>
              <a:gd name="T20" fmla="*/ 902 w 1166"/>
              <a:gd name="T21" fmla="*/ 465 h 1166"/>
              <a:gd name="T22" fmla="*/ 845 w 1166"/>
              <a:gd name="T23" fmla="*/ 465 h 1166"/>
              <a:gd name="T24" fmla="*/ 875 w 1166"/>
              <a:gd name="T25" fmla="*/ 670 h 1166"/>
              <a:gd name="T26" fmla="*/ 875 w 1166"/>
              <a:gd name="T27" fmla="*/ 727 h 1166"/>
              <a:gd name="T28" fmla="*/ 875 w 1166"/>
              <a:gd name="T29" fmla="*/ 670 h 1166"/>
              <a:gd name="T30" fmla="*/ 670 w 1166"/>
              <a:gd name="T31" fmla="*/ 290 h 1166"/>
              <a:gd name="T32" fmla="*/ 727 w 1166"/>
              <a:gd name="T33" fmla="*/ 290 h 1166"/>
              <a:gd name="T34" fmla="*/ 700 w 1166"/>
              <a:gd name="T35" fmla="*/ 407 h 1166"/>
              <a:gd name="T36" fmla="*/ 700 w 1166"/>
              <a:gd name="T37" fmla="*/ 525 h 1166"/>
              <a:gd name="T38" fmla="*/ 700 w 1166"/>
              <a:gd name="T39" fmla="*/ 407 h 1166"/>
              <a:gd name="T40" fmla="*/ 437 w 1166"/>
              <a:gd name="T41" fmla="*/ 290 h 1166"/>
              <a:gd name="T42" fmla="*/ 495 w 1166"/>
              <a:gd name="T43" fmla="*/ 290 h 1166"/>
              <a:gd name="T44" fmla="*/ 290 w 1166"/>
              <a:gd name="T45" fmla="*/ 670 h 1166"/>
              <a:gd name="T46" fmla="*/ 290 w 1166"/>
              <a:gd name="T47" fmla="*/ 727 h 1166"/>
              <a:gd name="T48" fmla="*/ 290 w 1166"/>
              <a:gd name="T49" fmla="*/ 670 h 1166"/>
              <a:gd name="T50" fmla="*/ 495 w 1166"/>
              <a:gd name="T51" fmla="*/ 875 h 1166"/>
              <a:gd name="T52" fmla="*/ 437 w 1166"/>
              <a:gd name="T53" fmla="*/ 875 h 1166"/>
              <a:gd name="T54" fmla="*/ 290 w 1166"/>
              <a:gd name="T55" fmla="*/ 437 h 1166"/>
              <a:gd name="T56" fmla="*/ 290 w 1166"/>
              <a:gd name="T57" fmla="*/ 495 h 1166"/>
              <a:gd name="T58" fmla="*/ 290 w 1166"/>
              <a:gd name="T59" fmla="*/ 437 h 1166"/>
              <a:gd name="T60" fmla="*/ 525 w 1166"/>
              <a:gd name="T61" fmla="*/ 700 h 1166"/>
              <a:gd name="T62" fmla="*/ 407 w 1166"/>
              <a:gd name="T63" fmla="*/ 700 h 1166"/>
              <a:gd name="T64" fmla="*/ 465 w 1166"/>
              <a:gd name="T65" fmla="*/ 407 h 1166"/>
              <a:gd name="T66" fmla="*/ 465 w 1166"/>
              <a:gd name="T67" fmla="*/ 525 h 1166"/>
              <a:gd name="T68" fmla="*/ 465 w 1166"/>
              <a:gd name="T69" fmla="*/ 4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166">
                <a:moveTo>
                  <a:pt x="700" y="640"/>
                </a:moveTo>
                <a:cubicBezTo>
                  <a:pt x="733" y="640"/>
                  <a:pt x="757" y="667"/>
                  <a:pt x="757" y="700"/>
                </a:cubicBezTo>
                <a:cubicBezTo>
                  <a:pt x="757" y="733"/>
                  <a:pt x="733" y="757"/>
                  <a:pt x="700" y="757"/>
                </a:cubicBezTo>
                <a:cubicBezTo>
                  <a:pt x="667" y="757"/>
                  <a:pt x="640" y="733"/>
                  <a:pt x="640" y="700"/>
                </a:cubicBezTo>
                <a:cubicBezTo>
                  <a:pt x="640" y="667"/>
                  <a:pt x="667" y="640"/>
                  <a:pt x="700" y="640"/>
                </a:cubicBezTo>
                <a:close/>
                <a:moveTo>
                  <a:pt x="700" y="845"/>
                </a:moveTo>
                <a:cubicBezTo>
                  <a:pt x="716" y="845"/>
                  <a:pt x="727" y="858"/>
                  <a:pt x="727" y="875"/>
                </a:cubicBezTo>
                <a:cubicBezTo>
                  <a:pt x="727" y="891"/>
                  <a:pt x="717" y="902"/>
                  <a:pt x="700" y="902"/>
                </a:cubicBezTo>
                <a:cubicBezTo>
                  <a:pt x="684" y="902"/>
                  <a:pt x="670" y="891"/>
                  <a:pt x="670" y="875"/>
                </a:cubicBezTo>
                <a:cubicBezTo>
                  <a:pt x="670" y="858"/>
                  <a:pt x="683" y="845"/>
                  <a:pt x="700" y="845"/>
                </a:cubicBezTo>
                <a:close/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5"/>
                  <a:pt x="582" y="1165"/>
                </a:cubicBezTo>
                <a:cubicBezTo>
                  <a:pt x="260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875" y="437"/>
                </a:moveTo>
                <a:cubicBezTo>
                  <a:pt x="891" y="437"/>
                  <a:pt x="902" y="448"/>
                  <a:pt x="902" y="465"/>
                </a:cubicBezTo>
                <a:cubicBezTo>
                  <a:pt x="902" y="481"/>
                  <a:pt x="892" y="495"/>
                  <a:pt x="875" y="495"/>
                </a:cubicBezTo>
                <a:cubicBezTo>
                  <a:pt x="859" y="495"/>
                  <a:pt x="845" y="481"/>
                  <a:pt x="845" y="465"/>
                </a:cubicBezTo>
                <a:cubicBezTo>
                  <a:pt x="845" y="448"/>
                  <a:pt x="858" y="437"/>
                  <a:pt x="875" y="437"/>
                </a:cubicBezTo>
                <a:close/>
                <a:moveTo>
                  <a:pt x="875" y="670"/>
                </a:moveTo>
                <a:cubicBezTo>
                  <a:pt x="891" y="670"/>
                  <a:pt x="902" y="684"/>
                  <a:pt x="902" y="700"/>
                </a:cubicBezTo>
                <a:cubicBezTo>
                  <a:pt x="902" y="716"/>
                  <a:pt x="892" y="727"/>
                  <a:pt x="875" y="727"/>
                </a:cubicBezTo>
                <a:cubicBezTo>
                  <a:pt x="859" y="727"/>
                  <a:pt x="845" y="716"/>
                  <a:pt x="845" y="700"/>
                </a:cubicBezTo>
                <a:cubicBezTo>
                  <a:pt x="845" y="684"/>
                  <a:pt x="858" y="670"/>
                  <a:pt x="875" y="670"/>
                </a:cubicBezTo>
                <a:close/>
                <a:moveTo>
                  <a:pt x="700" y="320"/>
                </a:moveTo>
                <a:cubicBezTo>
                  <a:pt x="683" y="320"/>
                  <a:pt x="670" y="306"/>
                  <a:pt x="670" y="290"/>
                </a:cubicBezTo>
                <a:cubicBezTo>
                  <a:pt x="670" y="273"/>
                  <a:pt x="684" y="262"/>
                  <a:pt x="700" y="262"/>
                </a:cubicBezTo>
                <a:cubicBezTo>
                  <a:pt x="717" y="262"/>
                  <a:pt x="727" y="273"/>
                  <a:pt x="727" y="290"/>
                </a:cubicBezTo>
                <a:cubicBezTo>
                  <a:pt x="727" y="306"/>
                  <a:pt x="716" y="320"/>
                  <a:pt x="700" y="320"/>
                </a:cubicBezTo>
                <a:close/>
                <a:moveTo>
                  <a:pt x="700" y="407"/>
                </a:moveTo>
                <a:cubicBezTo>
                  <a:pt x="733" y="407"/>
                  <a:pt x="757" y="432"/>
                  <a:pt x="757" y="465"/>
                </a:cubicBezTo>
                <a:cubicBezTo>
                  <a:pt x="757" y="498"/>
                  <a:pt x="733" y="525"/>
                  <a:pt x="700" y="525"/>
                </a:cubicBezTo>
                <a:cubicBezTo>
                  <a:pt x="667" y="525"/>
                  <a:pt x="640" y="498"/>
                  <a:pt x="640" y="465"/>
                </a:cubicBezTo>
                <a:cubicBezTo>
                  <a:pt x="640" y="432"/>
                  <a:pt x="667" y="407"/>
                  <a:pt x="700" y="407"/>
                </a:cubicBezTo>
                <a:close/>
                <a:moveTo>
                  <a:pt x="465" y="320"/>
                </a:moveTo>
                <a:cubicBezTo>
                  <a:pt x="448" y="320"/>
                  <a:pt x="437" y="306"/>
                  <a:pt x="437" y="290"/>
                </a:cubicBezTo>
                <a:cubicBezTo>
                  <a:pt x="437" y="273"/>
                  <a:pt x="449" y="262"/>
                  <a:pt x="465" y="262"/>
                </a:cubicBezTo>
                <a:cubicBezTo>
                  <a:pt x="482" y="262"/>
                  <a:pt x="495" y="273"/>
                  <a:pt x="495" y="290"/>
                </a:cubicBezTo>
                <a:cubicBezTo>
                  <a:pt x="495" y="306"/>
                  <a:pt x="481" y="320"/>
                  <a:pt x="465" y="320"/>
                </a:cubicBezTo>
                <a:close/>
                <a:moveTo>
                  <a:pt x="290" y="670"/>
                </a:moveTo>
                <a:cubicBezTo>
                  <a:pt x="306" y="670"/>
                  <a:pt x="320" y="684"/>
                  <a:pt x="320" y="700"/>
                </a:cubicBezTo>
                <a:cubicBezTo>
                  <a:pt x="320" y="716"/>
                  <a:pt x="307" y="727"/>
                  <a:pt x="290" y="727"/>
                </a:cubicBezTo>
                <a:cubicBezTo>
                  <a:pt x="274" y="727"/>
                  <a:pt x="262" y="716"/>
                  <a:pt x="262" y="700"/>
                </a:cubicBezTo>
                <a:cubicBezTo>
                  <a:pt x="262" y="684"/>
                  <a:pt x="273" y="670"/>
                  <a:pt x="290" y="670"/>
                </a:cubicBezTo>
                <a:close/>
                <a:moveTo>
                  <a:pt x="465" y="845"/>
                </a:moveTo>
                <a:cubicBezTo>
                  <a:pt x="481" y="845"/>
                  <a:pt x="495" y="858"/>
                  <a:pt x="495" y="875"/>
                </a:cubicBezTo>
                <a:cubicBezTo>
                  <a:pt x="495" y="891"/>
                  <a:pt x="482" y="902"/>
                  <a:pt x="465" y="902"/>
                </a:cubicBezTo>
                <a:cubicBezTo>
                  <a:pt x="449" y="902"/>
                  <a:pt x="437" y="891"/>
                  <a:pt x="437" y="875"/>
                </a:cubicBezTo>
                <a:cubicBezTo>
                  <a:pt x="437" y="858"/>
                  <a:pt x="448" y="845"/>
                  <a:pt x="465" y="845"/>
                </a:cubicBezTo>
                <a:close/>
                <a:moveTo>
                  <a:pt x="290" y="437"/>
                </a:moveTo>
                <a:cubicBezTo>
                  <a:pt x="306" y="437"/>
                  <a:pt x="320" y="448"/>
                  <a:pt x="320" y="465"/>
                </a:cubicBezTo>
                <a:cubicBezTo>
                  <a:pt x="320" y="481"/>
                  <a:pt x="307" y="495"/>
                  <a:pt x="290" y="495"/>
                </a:cubicBezTo>
                <a:cubicBezTo>
                  <a:pt x="274" y="495"/>
                  <a:pt x="262" y="481"/>
                  <a:pt x="262" y="465"/>
                </a:cubicBezTo>
                <a:cubicBezTo>
                  <a:pt x="262" y="448"/>
                  <a:pt x="273" y="437"/>
                  <a:pt x="290" y="437"/>
                </a:cubicBezTo>
                <a:close/>
                <a:moveTo>
                  <a:pt x="465" y="640"/>
                </a:moveTo>
                <a:cubicBezTo>
                  <a:pt x="498" y="640"/>
                  <a:pt x="525" y="667"/>
                  <a:pt x="525" y="700"/>
                </a:cubicBezTo>
                <a:cubicBezTo>
                  <a:pt x="525" y="733"/>
                  <a:pt x="498" y="757"/>
                  <a:pt x="465" y="757"/>
                </a:cubicBezTo>
                <a:cubicBezTo>
                  <a:pt x="432" y="757"/>
                  <a:pt x="407" y="733"/>
                  <a:pt x="407" y="700"/>
                </a:cubicBezTo>
                <a:cubicBezTo>
                  <a:pt x="407" y="667"/>
                  <a:pt x="432" y="640"/>
                  <a:pt x="465" y="640"/>
                </a:cubicBezTo>
                <a:close/>
                <a:moveTo>
                  <a:pt x="465" y="407"/>
                </a:moveTo>
                <a:cubicBezTo>
                  <a:pt x="498" y="407"/>
                  <a:pt x="525" y="432"/>
                  <a:pt x="525" y="465"/>
                </a:cubicBezTo>
                <a:cubicBezTo>
                  <a:pt x="525" y="498"/>
                  <a:pt x="498" y="525"/>
                  <a:pt x="465" y="525"/>
                </a:cubicBezTo>
                <a:cubicBezTo>
                  <a:pt x="432" y="525"/>
                  <a:pt x="407" y="498"/>
                  <a:pt x="407" y="465"/>
                </a:cubicBezTo>
                <a:cubicBezTo>
                  <a:pt x="407" y="432"/>
                  <a:pt x="432" y="407"/>
                  <a:pt x="465" y="40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72512" y="594519"/>
            <a:ext cx="266700" cy="419100"/>
          </a:xfrm>
          <a:custGeom>
            <a:avLst/>
            <a:gdLst>
              <a:gd name="T0" fmla="*/ 574 w 742"/>
              <a:gd name="T1" fmla="*/ 834 h 1166"/>
              <a:gd name="T2" fmla="*/ 464 w 742"/>
              <a:gd name="T3" fmla="*/ 722 h 1166"/>
              <a:gd name="T4" fmla="*/ 464 w 742"/>
              <a:gd name="T5" fmla="*/ 943 h 1166"/>
              <a:gd name="T6" fmla="*/ 574 w 742"/>
              <a:gd name="T7" fmla="*/ 834 h 1166"/>
              <a:gd name="T8" fmla="*/ 464 w 742"/>
              <a:gd name="T9" fmla="*/ 221 h 1166"/>
              <a:gd name="T10" fmla="*/ 464 w 742"/>
              <a:gd name="T11" fmla="*/ 443 h 1166"/>
              <a:gd name="T12" fmla="*/ 574 w 742"/>
              <a:gd name="T13" fmla="*/ 331 h 1166"/>
              <a:gd name="T14" fmla="*/ 464 w 742"/>
              <a:gd name="T15" fmla="*/ 221 h 1166"/>
              <a:gd name="T16" fmla="*/ 741 w 742"/>
              <a:gd name="T17" fmla="*/ 331 h 1166"/>
              <a:gd name="T18" fmla="*/ 489 w 742"/>
              <a:gd name="T19" fmla="*/ 582 h 1166"/>
              <a:gd name="T20" fmla="*/ 741 w 742"/>
              <a:gd name="T21" fmla="*/ 834 h 1166"/>
              <a:gd name="T22" fmla="*/ 407 w 742"/>
              <a:gd name="T23" fmla="*/ 1165 h 1166"/>
              <a:gd name="T24" fmla="*/ 350 w 742"/>
              <a:gd name="T25" fmla="*/ 1165 h 1166"/>
              <a:gd name="T26" fmla="*/ 350 w 742"/>
              <a:gd name="T27" fmla="*/ 722 h 1166"/>
              <a:gd name="T28" fmla="*/ 82 w 742"/>
              <a:gd name="T29" fmla="*/ 990 h 1166"/>
              <a:gd name="T30" fmla="*/ 0 w 742"/>
              <a:gd name="T31" fmla="*/ 908 h 1166"/>
              <a:gd name="T32" fmla="*/ 325 w 742"/>
              <a:gd name="T33" fmla="*/ 582 h 1166"/>
              <a:gd name="T34" fmla="*/ 0 w 742"/>
              <a:gd name="T35" fmla="*/ 257 h 1166"/>
              <a:gd name="T36" fmla="*/ 82 w 742"/>
              <a:gd name="T37" fmla="*/ 175 h 1166"/>
              <a:gd name="T38" fmla="*/ 350 w 742"/>
              <a:gd name="T39" fmla="*/ 443 h 1166"/>
              <a:gd name="T40" fmla="*/ 350 w 742"/>
              <a:gd name="T41" fmla="*/ 0 h 1166"/>
              <a:gd name="T42" fmla="*/ 407 w 742"/>
              <a:gd name="T43" fmla="*/ 0 h 1166"/>
              <a:gd name="T44" fmla="*/ 741 w 742"/>
              <a:gd name="T45" fmla="*/ 331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42" h="1166">
                <a:moveTo>
                  <a:pt x="574" y="834"/>
                </a:moveTo>
                <a:lnTo>
                  <a:pt x="464" y="722"/>
                </a:lnTo>
                <a:lnTo>
                  <a:pt x="464" y="943"/>
                </a:lnTo>
                <a:lnTo>
                  <a:pt x="574" y="834"/>
                </a:lnTo>
                <a:close/>
                <a:moveTo>
                  <a:pt x="464" y="221"/>
                </a:moveTo>
                <a:lnTo>
                  <a:pt x="464" y="443"/>
                </a:lnTo>
                <a:lnTo>
                  <a:pt x="574" y="331"/>
                </a:lnTo>
                <a:lnTo>
                  <a:pt x="464" y="221"/>
                </a:lnTo>
                <a:close/>
                <a:moveTo>
                  <a:pt x="741" y="331"/>
                </a:moveTo>
                <a:lnTo>
                  <a:pt x="489" y="582"/>
                </a:lnTo>
                <a:lnTo>
                  <a:pt x="741" y="834"/>
                </a:lnTo>
                <a:lnTo>
                  <a:pt x="407" y="1165"/>
                </a:lnTo>
                <a:lnTo>
                  <a:pt x="350" y="1165"/>
                </a:lnTo>
                <a:lnTo>
                  <a:pt x="350" y="722"/>
                </a:lnTo>
                <a:lnTo>
                  <a:pt x="82" y="990"/>
                </a:lnTo>
                <a:lnTo>
                  <a:pt x="0" y="908"/>
                </a:lnTo>
                <a:lnTo>
                  <a:pt x="325" y="582"/>
                </a:lnTo>
                <a:lnTo>
                  <a:pt x="0" y="257"/>
                </a:lnTo>
                <a:lnTo>
                  <a:pt x="82" y="175"/>
                </a:lnTo>
                <a:lnTo>
                  <a:pt x="350" y="443"/>
                </a:lnTo>
                <a:lnTo>
                  <a:pt x="350" y="0"/>
                </a:lnTo>
                <a:lnTo>
                  <a:pt x="407" y="0"/>
                </a:lnTo>
                <a:lnTo>
                  <a:pt x="741" y="3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98039" y="594519"/>
            <a:ext cx="377825" cy="419100"/>
          </a:xfrm>
          <a:custGeom>
            <a:avLst/>
            <a:gdLst>
              <a:gd name="T0" fmla="*/ 577 w 1051"/>
              <a:gd name="T1" fmla="*/ 834 h 1166"/>
              <a:gd name="T2" fmla="*/ 467 w 1051"/>
              <a:gd name="T3" fmla="*/ 722 h 1166"/>
              <a:gd name="T4" fmla="*/ 467 w 1051"/>
              <a:gd name="T5" fmla="*/ 943 h 1166"/>
              <a:gd name="T6" fmla="*/ 577 w 1051"/>
              <a:gd name="T7" fmla="*/ 834 h 1166"/>
              <a:gd name="T8" fmla="*/ 467 w 1051"/>
              <a:gd name="T9" fmla="*/ 221 h 1166"/>
              <a:gd name="T10" fmla="*/ 467 w 1051"/>
              <a:gd name="T11" fmla="*/ 443 h 1166"/>
              <a:gd name="T12" fmla="*/ 577 w 1051"/>
              <a:gd name="T13" fmla="*/ 331 h 1166"/>
              <a:gd name="T14" fmla="*/ 467 w 1051"/>
              <a:gd name="T15" fmla="*/ 221 h 1166"/>
              <a:gd name="T16" fmla="*/ 741 w 1051"/>
              <a:gd name="T17" fmla="*/ 331 h 1166"/>
              <a:gd name="T18" fmla="*/ 489 w 1051"/>
              <a:gd name="T19" fmla="*/ 582 h 1166"/>
              <a:gd name="T20" fmla="*/ 741 w 1051"/>
              <a:gd name="T21" fmla="*/ 834 h 1166"/>
              <a:gd name="T22" fmla="*/ 407 w 1051"/>
              <a:gd name="T23" fmla="*/ 1165 h 1166"/>
              <a:gd name="T24" fmla="*/ 350 w 1051"/>
              <a:gd name="T25" fmla="*/ 1165 h 1166"/>
              <a:gd name="T26" fmla="*/ 350 w 1051"/>
              <a:gd name="T27" fmla="*/ 722 h 1166"/>
              <a:gd name="T28" fmla="*/ 82 w 1051"/>
              <a:gd name="T29" fmla="*/ 990 h 1166"/>
              <a:gd name="T30" fmla="*/ 0 w 1051"/>
              <a:gd name="T31" fmla="*/ 908 h 1166"/>
              <a:gd name="T32" fmla="*/ 325 w 1051"/>
              <a:gd name="T33" fmla="*/ 582 h 1166"/>
              <a:gd name="T34" fmla="*/ 0 w 1051"/>
              <a:gd name="T35" fmla="*/ 257 h 1166"/>
              <a:gd name="T36" fmla="*/ 82 w 1051"/>
              <a:gd name="T37" fmla="*/ 175 h 1166"/>
              <a:gd name="T38" fmla="*/ 350 w 1051"/>
              <a:gd name="T39" fmla="*/ 443 h 1166"/>
              <a:gd name="T40" fmla="*/ 350 w 1051"/>
              <a:gd name="T41" fmla="*/ 0 h 1166"/>
              <a:gd name="T42" fmla="*/ 407 w 1051"/>
              <a:gd name="T43" fmla="*/ 0 h 1166"/>
              <a:gd name="T44" fmla="*/ 741 w 1051"/>
              <a:gd name="T45" fmla="*/ 331 h 1166"/>
              <a:gd name="T46" fmla="*/ 965 w 1051"/>
              <a:gd name="T47" fmla="*/ 273 h 1166"/>
              <a:gd name="T48" fmla="*/ 1050 w 1051"/>
              <a:gd name="T49" fmla="*/ 577 h 1166"/>
              <a:gd name="T50" fmla="*/ 959 w 1051"/>
              <a:gd name="T51" fmla="*/ 886 h 1166"/>
              <a:gd name="T52" fmla="*/ 891 w 1051"/>
              <a:gd name="T53" fmla="*/ 817 h 1166"/>
              <a:gd name="T54" fmla="*/ 949 w 1051"/>
              <a:gd name="T55" fmla="*/ 582 h 1166"/>
              <a:gd name="T56" fmla="*/ 891 w 1051"/>
              <a:gd name="T57" fmla="*/ 347 h 1166"/>
              <a:gd name="T58" fmla="*/ 965 w 1051"/>
              <a:gd name="T59" fmla="*/ 273 h 1166"/>
              <a:gd name="T60" fmla="*/ 656 w 1051"/>
              <a:gd name="T61" fmla="*/ 582 h 1166"/>
              <a:gd name="T62" fmla="*/ 790 w 1051"/>
              <a:gd name="T63" fmla="*/ 448 h 1166"/>
              <a:gd name="T64" fmla="*/ 817 w 1051"/>
              <a:gd name="T65" fmla="*/ 582 h 1166"/>
              <a:gd name="T66" fmla="*/ 790 w 1051"/>
              <a:gd name="T67" fmla="*/ 719 h 1166"/>
              <a:gd name="T68" fmla="*/ 656 w 1051"/>
              <a:gd name="T69" fmla="*/ 58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6">
                <a:moveTo>
                  <a:pt x="577" y="834"/>
                </a:moveTo>
                <a:lnTo>
                  <a:pt x="467" y="722"/>
                </a:lnTo>
                <a:lnTo>
                  <a:pt x="467" y="943"/>
                </a:lnTo>
                <a:lnTo>
                  <a:pt x="577" y="834"/>
                </a:lnTo>
                <a:close/>
                <a:moveTo>
                  <a:pt x="467" y="221"/>
                </a:moveTo>
                <a:lnTo>
                  <a:pt x="467" y="443"/>
                </a:lnTo>
                <a:lnTo>
                  <a:pt x="577" y="331"/>
                </a:lnTo>
                <a:lnTo>
                  <a:pt x="467" y="221"/>
                </a:lnTo>
                <a:close/>
                <a:moveTo>
                  <a:pt x="741" y="331"/>
                </a:moveTo>
                <a:lnTo>
                  <a:pt x="489" y="582"/>
                </a:lnTo>
                <a:lnTo>
                  <a:pt x="741" y="834"/>
                </a:lnTo>
                <a:lnTo>
                  <a:pt x="407" y="1165"/>
                </a:lnTo>
                <a:lnTo>
                  <a:pt x="350" y="1165"/>
                </a:lnTo>
                <a:lnTo>
                  <a:pt x="350" y="722"/>
                </a:lnTo>
                <a:lnTo>
                  <a:pt x="82" y="990"/>
                </a:lnTo>
                <a:lnTo>
                  <a:pt x="0" y="908"/>
                </a:lnTo>
                <a:lnTo>
                  <a:pt x="325" y="582"/>
                </a:lnTo>
                <a:lnTo>
                  <a:pt x="0" y="257"/>
                </a:lnTo>
                <a:lnTo>
                  <a:pt x="82" y="175"/>
                </a:lnTo>
                <a:lnTo>
                  <a:pt x="350" y="443"/>
                </a:lnTo>
                <a:lnTo>
                  <a:pt x="350" y="0"/>
                </a:lnTo>
                <a:lnTo>
                  <a:pt x="407" y="0"/>
                </a:lnTo>
                <a:lnTo>
                  <a:pt x="741" y="331"/>
                </a:lnTo>
                <a:close/>
                <a:moveTo>
                  <a:pt x="965" y="273"/>
                </a:moveTo>
                <a:cubicBezTo>
                  <a:pt x="1020" y="361"/>
                  <a:pt x="1050" y="468"/>
                  <a:pt x="1050" y="577"/>
                </a:cubicBezTo>
                <a:cubicBezTo>
                  <a:pt x="1050" y="692"/>
                  <a:pt x="1017" y="796"/>
                  <a:pt x="959" y="886"/>
                </a:cubicBezTo>
                <a:lnTo>
                  <a:pt x="891" y="817"/>
                </a:lnTo>
                <a:cubicBezTo>
                  <a:pt x="927" y="746"/>
                  <a:pt x="949" y="666"/>
                  <a:pt x="949" y="582"/>
                </a:cubicBezTo>
                <a:cubicBezTo>
                  <a:pt x="949" y="497"/>
                  <a:pt x="927" y="418"/>
                  <a:pt x="891" y="347"/>
                </a:cubicBezTo>
                <a:lnTo>
                  <a:pt x="965" y="273"/>
                </a:lnTo>
                <a:close/>
                <a:moveTo>
                  <a:pt x="656" y="582"/>
                </a:moveTo>
                <a:lnTo>
                  <a:pt x="790" y="448"/>
                </a:lnTo>
                <a:cubicBezTo>
                  <a:pt x="806" y="489"/>
                  <a:pt x="817" y="535"/>
                  <a:pt x="817" y="582"/>
                </a:cubicBezTo>
                <a:cubicBezTo>
                  <a:pt x="817" y="628"/>
                  <a:pt x="806" y="678"/>
                  <a:pt x="790" y="719"/>
                </a:cubicBezTo>
                <a:lnTo>
                  <a:pt x="656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98174" y="594519"/>
            <a:ext cx="336550" cy="419100"/>
          </a:xfrm>
          <a:custGeom>
            <a:avLst/>
            <a:gdLst>
              <a:gd name="T0" fmla="*/ 525 w 936"/>
              <a:gd name="T1" fmla="*/ 943 h 1166"/>
              <a:gd name="T2" fmla="*/ 634 w 936"/>
              <a:gd name="T3" fmla="*/ 834 h 1166"/>
              <a:gd name="T4" fmla="*/ 525 w 936"/>
              <a:gd name="T5" fmla="*/ 722 h 1166"/>
              <a:gd name="T6" fmla="*/ 525 w 936"/>
              <a:gd name="T7" fmla="*/ 943 h 1166"/>
              <a:gd name="T8" fmla="*/ 82 w 936"/>
              <a:gd name="T9" fmla="*/ 115 h 1166"/>
              <a:gd name="T10" fmla="*/ 935 w 936"/>
              <a:gd name="T11" fmla="*/ 968 h 1166"/>
              <a:gd name="T12" fmla="*/ 853 w 936"/>
              <a:gd name="T13" fmla="*/ 1050 h 1166"/>
              <a:gd name="T14" fmla="*/ 719 w 936"/>
              <a:gd name="T15" fmla="*/ 916 h 1166"/>
              <a:gd name="T16" fmla="*/ 467 w 936"/>
              <a:gd name="T17" fmla="*/ 1165 h 1166"/>
              <a:gd name="T18" fmla="*/ 410 w 936"/>
              <a:gd name="T19" fmla="*/ 1165 h 1166"/>
              <a:gd name="T20" fmla="*/ 410 w 936"/>
              <a:gd name="T21" fmla="*/ 722 h 1166"/>
              <a:gd name="T22" fmla="*/ 142 w 936"/>
              <a:gd name="T23" fmla="*/ 990 h 1166"/>
              <a:gd name="T24" fmla="*/ 60 w 936"/>
              <a:gd name="T25" fmla="*/ 908 h 1166"/>
              <a:gd name="T26" fmla="*/ 385 w 936"/>
              <a:gd name="T27" fmla="*/ 582 h 1166"/>
              <a:gd name="T28" fmla="*/ 0 w 936"/>
              <a:gd name="T29" fmla="*/ 197 h 1166"/>
              <a:gd name="T30" fmla="*/ 82 w 936"/>
              <a:gd name="T31" fmla="*/ 115 h 1166"/>
              <a:gd name="T32" fmla="*/ 525 w 936"/>
              <a:gd name="T33" fmla="*/ 221 h 1166"/>
              <a:gd name="T34" fmla="*/ 525 w 936"/>
              <a:gd name="T35" fmla="*/ 410 h 1166"/>
              <a:gd name="T36" fmla="*/ 410 w 936"/>
              <a:gd name="T37" fmla="*/ 293 h 1166"/>
              <a:gd name="T38" fmla="*/ 410 w 936"/>
              <a:gd name="T39" fmla="*/ 0 h 1166"/>
              <a:gd name="T40" fmla="*/ 467 w 936"/>
              <a:gd name="T41" fmla="*/ 0 h 1166"/>
              <a:gd name="T42" fmla="*/ 801 w 936"/>
              <a:gd name="T43" fmla="*/ 331 h 1166"/>
              <a:gd name="T44" fmla="*/ 623 w 936"/>
              <a:gd name="T45" fmla="*/ 509 h 1166"/>
              <a:gd name="T46" fmla="*/ 541 w 936"/>
              <a:gd name="T47" fmla="*/ 427 h 1166"/>
              <a:gd name="T48" fmla="*/ 634 w 936"/>
              <a:gd name="T49" fmla="*/ 331 h 1166"/>
              <a:gd name="T50" fmla="*/ 525 w 936"/>
              <a:gd name="T51" fmla="*/ 221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36" h="1166">
                <a:moveTo>
                  <a:pt x="525" y="943"/>
                </a:moveTo>
                <a:lnTo>
                  <a:pt x="634" y="834"/>
                </a:lnTo>
                <a:lnTo>
                  <a:pt x="525" y="722"/>
                </a:lnTo>
                <a:lnTo>
                  <a:pt x="525" y="943"/>
                </a:lnTo>
                <a:close/>
                <a:moveTo>
                  <a:pt x="82" y="115"/>
                </a:moveTo>
                <a:lnTo>
                  <a:pt x="935" y="968"/>
                </a:lnTo>
                <a:lnTo>
                  <a:pt x="853" y="1050"/>
                </a:lnTo>
                <a:lnTo>
                  <a:pt x="719" y="916"/>
                </a:lnTo>
                <a:lnTo>
                  <a:pt x="467" y="1165"/>
                </a:lnTo>
                <a:lnTo>
                  <a:pt x="410" y="1165"/>
                </a:lnTo>
                <a:lnTo>
                  <a:pt x="410" y="722"/>
                </a:lnTo>
                <a:lnTo>
                  <a:pt x="142" y="990"/>
                </a:lnTo>
                <a:lnTo>
                  <a:pt x="60" y="908"/>
                </a:lnTo>
                <a:lnTo>
                  <a:pt x="385" y="582"/>
                </a:lnTo>
                <a:lnTo>
                  <a:pt x="0" y="197"/>
                </a:lnTo>
                <a:lnTo>
                  <a:pt x="82" y="115"/>
                </a:lnTo>
                <a:close/>
                <a:moveTo>
                  <a:pt x="525" y="221"/>
                </a:moveTo>
                <a:lnTo>
                  <a:pt x="525" y="410"/>
                </a:lnTo>
                <a:lnTo>
                  <a:pt x="410" y="293"/>
                </a:lnTo>
                <a:lnTo>
                  <a:pt x="410" y="0"/>
                </a:lnTo>
                <a:lnTo>
                  <a:pt x="467" y="0"/>
                </a:lnTo>
                <a:lnTo>
                  <a:pt x="801" y="331"/>
                </a:lnTo>
                <a:lnTo>
                  <a:pt x="623" y="509"/>
                </a:lnTo>
                <a:lnTo>
                  <a:pt x="541" y="427"/>
                </a:lnTo>
                <a:lnTo>
                  <a:pt x="634" y="331"/>
                </a:lnTo>
                <a:lnTo>
                  <a:pt x="525" y="22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9" y="1491458"/>
            <a:ext cx="377825" cy="377825"/>
          </a:xfrm>
          <a:custGeom>
            <a:avLst/>
            <a:gdLst>
              <a:gd name="T0" fmla="*/ 700 w 1051"/>
              <a:gd name="T1" fmla="*/ 0 h 1051"/>
              <a:gd name="T2" fmla="*/ 818 w 1051"/>
              <a:gd name="T3" fmla="*/ 118 h 1051"/>
              <a:gd name="T4" fmla="*/ 700 w 1051"/>
              <a:gd name="T5" fmla="*/ 582 h 1051"/>
              <a:gd name="T6" fmla="*/ 818 w 1051"/>
              <a:gd name="T7" fmla="*/ 468 h 1051"/>
              <a:gd name="T8" fmla="*/ 700 w 1051"/>
              <a:gd name="T9" fmla="*/ 582 h 1051"/>
              <a:gd name="T10" fmla="*/ 700 w 1051"/>
              <a:gd name="T11" fmla="*/ 932 h 1051"/>
              <a:gd name="T12" fmla="*/ 818 w 1051"/>
              <a:gd name="T13" fmla="*/ 1050 h 1051"/>
              <a:gd name="T14" fmla="*/ 468 w 1051"/>
              <a:gd name="T15" fmla="*/ 118 h 1051"/>
              <a:gd name="T16" fmla="*/ 582 w 1051"/>
              <a:gd name="T17" fmla="*/ 0 h 1051"/>
              <a:gd name="T18" fmla="*/ 468 w 1051"/>
              <a:gd name="T19" fmla="*/ 118 h 1051"/>
              <a:gd name="T20" fmla="*/ 1050 w 1051"/>
              <a:gd name="T21" fmla="*/ 0 h 1051"/>
              <a:gd name="T22" fmla="*/ 932 w 1051"/>
              <a:gd name="T23" fmla="*/ 118 h 1051"/>
              <a:gd name="T24" fmla="*/ 468 w 1051"/>
              <a:gd name="T25" fmla="*/ 350 h 1051"/>
              <a:gd name="T26" fmla="*/ 582 w 1051"/>
              <a:gd name="T27" fmla="*/ 232 h 1051"/>
              <a:gd name="T28" fmla="*/ 468 w 1051"/>
              <a:gd name="T29" fmla="*/ 350 h 1051"/>
              <a:gd name="T30" fmla="*/ 932 w 1051"/>
              <a:gd name="T31" fmla="*/ 232 h 1051"/>
              <a:gd name="T32" fmla="*/ 1050 w 1051"/>
              <a:gd name="T33" fmla="*/ 350 h 1051"/>
              <a:gd name="T34" fmla="*/ 932 w 1051"/>
              <a:gd name="T35" fmla="*/ 1050 h 1051"/>
              <a:gd name="T36" fmla="*/ 1050 w 1051"/>
              <a:gd name="T37" fmla="*/ 932 h 1051"/>
              <a:gd name="T38" fmla="*/ 932 w 1051"/>
              <a:gd name="T39" fmla="*/ 1050 h 1051"/>
              <a:gd name="T40" fmla="*/ 932 w 1051"/>
              <a:gd name="T41" fmla="*/ 468 h 1051"/>
              <a:gd name="T42" fmla="*/ 1050 w 1051"/>
              <a:gd name="T43" fmla="*/ 582 h 1051"/>
              <a:gd name="T44" fmla="*/ 932 w 1051"/>
              <a:gd name="T45" fmla="*/ 817 h 1051"/>
              <a:gd name="T46" fmla="*/ 1050 w 1051"/>
              <a:gd name="T47" fmla="*/ 700 h 1051"/>
              <a:gd name="T48" fmla="*/ 932 w 1051"/>
              <a:gd name="T49" fmla="*/ 817 h 1051"/>
              <a:gd name="T50" fmla="*/ 468 w 1051"/>
              <a:gd name="T51" fmla="*/ 468 h 1051"/>
              <a:gd name="T52" fmla="*/ 582 w 1051"/>
              <a:gd name="T53" fmla="*/ 582 h 1051"/>
              <a:gd name="T54" fmla="*/ 0 w 1051"/>
              <a:gd name="T55" fmla="*/ 118 h 1051"/>
              <a:gd name="T56" fmla="*/ 118 w 1051"/>
              <a:gd name="T57" fmla="*/ 0 h 1051"/>
              <a:gd name="T58" fmla="*/ 0 w 1051"/>
              <a:gd name="T59" fmla="*/ 118 h 1051"/>
              <a:gd name="T60" fmla="*/ 0 w 1051"/>
              <a:gd name="T61" fmla="*/ 232 h 1051"/>
              <a:gd name="T62" fmla="*/ 118 w 1051"/>
              <a:gd name="T63" fmla="*/ 350 h 1051"/>
              <a:gd name="T64" fmla="*/ 0 w 1051"/>
              <a:gd name="T65" fmla="*/ 582 h 1051"/>
              <a:gd name="T66" fmla="*/ 118 w 1051"/>
              <a:gd name="T67" fmla="*/ 468 h 1051"/>
              <a:gd name="T68" fmla="*/ 0 w 1051"/>
              <a:gd name="T69" fmla="*/ 582 h 1051"/>
              <a:gd name="T70" fmla="*/ 0 w 1051"/>
              <a:gd name="T71" fmla="*/ 700 h 1051"/>
              <a:gd name="T72" fmla="*/ 118 w 1051"/>
              <a:gd name="T73" fmla="*/ 817 h 1051"/>
              <a:gd name="T74" fmla="*/ 0 w 1051"/>
              <a:gd name="T75" fmla="*/ 1050 h 1051"/>
              <a:gd name="T76" fmla="*/ 118 w 1051"/>
              <a:gd name="T77" fmla="*/ 932 h 1051"/>
              <a:gd name="T78" fmla="*/ 0 w 1051"/>
              <a:gd name="T79" fmla="*/ 1050 h 1051"/>
              <a:gd name="T80" fmla="*/ 468 w 1051"/>
              <a:gd name="T81" fmla="*/ 932 h 1051"/>
              <a:gd name="T82" fmla="*/ 582 w 1051"/>
              <a:gd name="T83" fmla="*/ 1050 h 1051"/>
              <a:gd name="T84" fmla="*/ 468 w 1051"/>
              <a:gd name="T85" fmla="*/ 817 h 1051"/>
              <a:gd name="T86" fmla="*/ 582 w 1051"/>
              <a:gd name="T87" fmla="*/ 700 h 1051"/>
              <a:gd name="T88" fmla="*/ 468 w 1051"/>
              <a:gd name="T89" fmla="*/ 817 h 1051"/>
              <a:gd name="T90" fmla="*/ 232 w 1051"/>
              <a:gd name="T91" fmla="*/ 932 h 1051"/>
              <a:gd name="T92" fmla="*/ 350 w 1051"/>
              <a:gd name="T93" fmla="*/ 1050 h 1051"/>
              <a:gd name="T94" fmla="*/ 232 w 1051"/>
              <a:gd name="T95" fmla="*/ 582 h 1051"/>
              <a:gd name="T96" fmla="*/ 350 w 1051"/>
              <a:gd name="T97" fmla="*/ 468 h 1051"/>
              <a:gd name="T98" fmla="*/ 232 w 1051"/>
              <a:gd name="T99" fmla="*/ 582 h 1051"/>
              <a:gd name="T100" fmla="*/ 232 w 1051"/>
              <a:gd name="T101" fmla="*/ 0 h 1051"/>
              <a:gd name="T102" fmla="*/ 350 w 1051"/>
              <a:gd name="T103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051" h="1051">
                <a:moveTo>
                  <a:pt x="700" y="118"/>
                </a:moveTo>
                <a:lnTo>
                  <a:pt x="700" y="0"/>
                </a:lnTo>
                <a:lnTo>
                  <a:pt x="818" y="0"/>
                </a:lnTo>
                <a:lnTo>
                  <a:pt x="818" y="118"/>
                </a:lnTo>
                <a:lnTo>
                  <a:pt x="700" y="118"/>
                </a:lnTo>
                <a:close/>
                <a:moveTo>
                  <a:pt x="700" y="582"/>
                </a:moveTo>
                <a:lnTo>
                  <a:pt x="700" y="468"/>
                </a:lnTo>
                <a:lnTo>
                  <a:pt x="818" y="468"/>
                </a:lnTo>
                <a:lnTo>
                  <a:pt x="818" y="582"/>
                </a:lnTo>
                <a:lnTo>
                  <a:pt x="700" y="582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8" y="932"/>
                </a:lnTo>
                <a:lnTo>
                  <a:pt x="818" y="1050"/>
                </a:lnTo>
                <a:lnTo>
                  <a:pt x="700" y="1050"/>
                </a:lnTo>
                <a:close/>
                <a:moveTo>
                  <a:pt x="468" y="118"/>
                </a:moveTo>
                <a:lnTo>
                  <a:pt x="468" y="0"/>
                </a:lnTo>
                <a:lnTo>
                  <a:pt x="582" y="0"/>
                </a:lnTo>
                <a:lnTo>
                  <a:pt x="582" y="118"/>
                </a:lnTo>
                <a:lnTo>
                  <a:pt x="468" y="118"/>
                </a:lnTo>
                <a:close/>
                <a:moveTo>
                  <a:pt x="932" y="0"/>
                </a:moveTo>
                <a:lnTo>
                  <a:pt x="1050" y="0"/>
                </a:lnTo>
                <a:lnTo>
                  <a:pt x="1050" y="118"/>
                </a:lnTo>
                <a:lnTo>
                  <a:pt x="932" y="118"/>
                </a:lnTo>
                <a:lnTo>
                  <a:pt x="932" y="0"/>
                </a:lnTo>
                <a:close/>
                <a:moveTo>
                  <a:pt x="468" y="350"/>
                </a:moveTo>
                <a:lnTo>
                  <a:pt x="468" y="232"/>
                </a:lnTo>
                <a:lnTo>
                  <a:pt x="582" y="232"/>
                </a:lnTo>
                <a:lnTo>
                  <a:pt x="582" y="350"/>
                </a:lnTo>
                <a:lnTo>
                  <a:pt x="468" y="350"/>
                </a:lnTo>
                <a:close/>
                <a:moveTo>
                  <a:pt x="932" y="350"/>
                </a:moveTo>
                <a:lnTo>
                  <a:pt x="932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932" y="1050"/>
                </a:moveTo>
                <a:lnTo>
                  <a:pt x="932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2" y="1050"/>
                </a:lnTo>
                <a:close/>
                <a:moveTo>
                  <a:pt x="932" y="582"/>
                </a:moveTo>
                <a:lnTo>
                  <a:pt x="932" y="468"/>
                </a:lnTo>
                <a:lnTo>
                  <a:pt x="1050" y="468"/>
                </a:lnTo>
                <a:lnTo>
                  <a:pt x="1050" y="582"/>
                </a:lnTo>
                <a:lnTo>
                  <a:pt x="932" y="582"/>
                </a:lnTo>
                <a:close/>
                <a:moveTo>
                  <a:pt x="932" y="817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2" y="817"/>
                </a:lnTo>
                <a:close/>
                <a:moveTo>
                  <a:pt x="468" y="582"/>
                </a:moveTo>
                <a:lnTo>
                  <a:pt x="468" y="468"/>
                </a:lnTo>
                <a:lnTo>
                  <a:pt x="582" y="468"/>
                </a:lnTo>
                <a:lnTo>
                  <a:pt x="582" y="582"/>
                </a:lnTo>
                <a:lnTo>
                  <a:pt x="468" y="582"/>
                </a:lnTo>
                <a:close/>
                <a:moveTo>
                  <a:pt x="0" y="118"/>
                </a:moveTo>
                <a:lnTo>
                  <a:pt x="0" y="0"/>
                </a:lnTo>
                <a:lnTo>
                  <a:pt x="118" y="0"/>
                </a:lnTo>
                <a:lnTo>
                  <a:pt x="118" y="118"/>
                </a:lnTo>
                <a:lnTo>
                  <a:pt x="0" y="118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8" y="232"/>
                </a:lnTo>
                <a:lnTo>
                  <a:pt x="118" y="350"/>
                </a:lnTo>
                <a:lnTo>
                  <a:pt x="0" y="350"/>
                </a:lnTo>
                <a:close/>
                <a:moveTo>
                  <a:pt x="0" y="582"/>
                </a:moveTo>
                <a:lnTo>
                  <a:pt x="0" y="468"/>
                </a:lnTo>
                <a:lnTo>
                  <a:pt x="118" y="468"/>
                </a:lnTo>
                <a:lnTo>
                  <a:pt x="118" y="582"/>
                </a:lnTo>
                <a:lnTo>
                  <a:pt x="0" y="582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8" y="700"/>
                </a:lnTo>
                <a:lnTo>
                  <a:pt x="118" y="817"/>
                </a:lnTo>
                <a:lnTo>
                  <a:pt x="0" y="817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8" y="932"/>
                </a:lnTo>
                <a:lnTo>
                  <a:pt x="118" y="1050"/>
                </a:lnTo>
                <a:lnTo>
                  <a:pt x="0" y="1050"/>
                </a:lnTo>
                <a:close/>
                <a:moveTo>
                  <a:pt x="468" y="1050"/>
                </a:moveTo>
                <a:lnTo>
                  <a:pt x="468" y="932"/>
                </a:lnTo>
                <a:lnTo>
                  <a:pt x="582" y="932"/>
                </a:lnTo>
                <a:lnTo>
                  <a:pt x="582" y="1050"/>
                </a:lnTo>
                <a:lnTo>
                  <a:pt x="468" y="1050"/>
                </a:lnTo>
                <a:close/>
                <a:moveTo>
                  <a:pt x="468" y="817"/>
                </a:moveTo>
                <a:lnTo>
                  <a:pt x="468" y="700"/>
                </a:lnTo>
                <a:lnTo>
                  <a:pt x="582" y="700"/>
                </a:lnTo>
                <a:lnTo>
                  <a:pt x="582" y="817"/>
                </a:lnTo>
                <a:lnTo>
                  <a:pt x="468" y="817"/>
                </a:lnTo>
                <a:close/>
                <a:moveTo>
                  <a:pt x="232" y="1050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50"/>
                </a:lnTo>
                <a:lnTo>
                  <a:pt x="232" y="1050"/>
                </a:lnTo>
                <a:close/>
                <a:moveTo>
                  <a:pt x="232" y="582"/>
                </a:moveTo>
                <a:lnTo>
                  <a:pt x="232" y="468"/>
                </a:lnTo>
                <a:lnTo>
                  <a:pt x="350" y="468"/>
                </a:lnTo>
                <a:lnTo>
                  <a:pt x="350" y="582"/>
                </a:lnTo>
                <a:lnTo>
                  <a:pt x="232" y="582"/>
                </a:lnTo>
                <a:close/>
                <a:moveTo>
                  <a:pt x="232" y="118"/>
                </a:moveTo>
                <a:lnTo>
                  <a:pt x="232" y="0"/>
                </a:lnTo>
                <a:lnTo>
                  <a:pt x="350" y="0"/>
                </a:lnTo>
                <a:lnTo>
                  <a:pt x="350" y="118"/>
                </a:lnTo>
                <a:lnTo>
                  <a:pt x="232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27251" y="1491458"/>
            <a:ext cx="377825" cy="377825"/>
          </a:xfrm>
          <a:custGeom>
            <a:avLst/>
            <a:gdLst>
              <a:gd name="T0" fmla="*/ 700 w 1051"/>
              <a:gd name="T1" fmla="*/ 468 h 1051"/>
              <a:gd name="T2" fmla="*/ 817 w 1051"/>
              <a:gd name="T3" fmla="*/ 582 h 1051"/>
              <a:gd name="T4" fmla="*/ 700 w 1051"/>
              <a:gd name="T5" fmla="*/ 1050 h 1051"/>
              <a:gd name="T6" fmla="*/ 817 w 1051"/>
              <a:gd name="T7" fmla="*/ 932 h 1051"/>
              <a:gd name="T8" fmla="*/ 700 w 1051"/>
              <a:gd name="T9" fmla="*/ 1050 h 1051"/>
              <a:gd name="T10" fmla="*/ 700 w 1051"/>
              <a:gd name="T11" fmla="*/ 0 h 1051"/>
              <a:gd name="T12" fmla="*/ 817 w 1051"/>
              <a:gd name="T13" fmla="*/ 118 h 1051"/>
              <a:gd name="T14" fmla="*/ 932 w 1051"/>
              <a:gd name="T15" fmla="*/ 350 h 1051"/>
              <a:gd name="T16" fmla="*/ 1050 w 1051"/>
              <a:gd name="T17" fmla="*/ 232 h 1051"/>
              <a:gd name="T18" fmla="*/ 932 w 1051"/>
              <a:gd name="T19" fmla="*/ 350 h 1051"/>
              <a:gd name="T20" fmla="*/ 1050 w 1051"/>
              <a:gd name="T21" fmla="*/ 0 h 1051"/>
              <a:gd name="T22" fmla="*/ 932 w 1051"/>
              <a:gd name="T23" fmla="*/ 118 h 1051"/>
              <a:gd name="T24" fmla="*/ 932 w 1051"/>
              <a:gd name="T25" fmla="*/ 582 h 1051"/>
              <a:gd name="T26" fmla="*/ 1050 w 1051"/>
              <a:gd name="T27" fmla="*/ 468 h 1051"/>
              <a:gd name="T28" fmla="*/ 932 w 1051"/>
              <a:gd name="T29" fmla="*/ 582 h 1051"/>
              <a:gd name="T30" fmla="*/ 932 w 1051"/>
              <a:gd name="T31" fmla="*/ 932 h 1051"/>
              <a:gd name="T32" fmla="*/ 1050 w 1051"/>
              <a:gd name="T33" fmla="*/ 1050 h 1051"/>
              <a:gd name="T34" fmla="*/ 467 w 1051"/>
              <a:gd name="T35" fmla="*/ 1050 h 1051"/>
              <a:gd name="T36" fmla="*/ 582 w 1051"/>
              <a:gd name="T37" fmla="*/ 0 h 1051"/>
              <a:gd name="T38" fmla="*/ 467 w 1051"/>
              <a:gd name="T39" fmla="*/ 1050 h 1051"/>
              <a:gd name="T40" fmla="*/ 932 w 1051"/>
              <a:gd name="T41" fmla="*/ 700 h 1051"/>
              <a:gd name="T42" fmla="*/ 1050 w 1051"/>
              <a:gd name="T43" fmla="*/ 817 h 1051"/>
              <a:gd name="T44" fmla="*/ 232 w 1051"/>
              <a:gd name="T45" fmla="*/ 118 h 1051"/>
              <a:gd name="T46" fmla="*/ 350 w 1051"/>
              <a:gd name="T47" fmla="*/ 0 h 1051"/>
              <a:gd name="T48" fmla="*/ 232 w 1051"/>
              <a:gd name="T49" fmla="*/ 118 h 1051"/>
              <a:gd name="T50" fmla="*/ 0 w 1051"/>
              <a:gd name="T51" fmla="*/ 700 h 1051"/>
              <a:gd name="T52" fmla="*/ 117 w 1051"/>
              <a:gd name="T53" fmla="*/ 817 h 1051"/>
              <a:gd name="T54" fmla="*/ 0 w 1051"/>
              <a:gd name="T55" fmla="*/ 1050 h 1051"/>
              <a:gd name="T56" fmla="*/ 117 w 1051"/>
              <a:gd name="T57" fmla="*/ 932 h 1051"/>
              <a:gd name="T58" fmla="*/ 0 w 1051"/>
              <a:gd name="T59" fmla="*/ 1050 h 1051"/>
              <a:gd name="T60" fmla="*/ 0 w 1051"/>
              <a:gd name="T61" fmla="*/ 468 h 1051"/>
              <a:gd name="T62" fmla="*/ 117 w 1051"/>
              <a:gd name="T63" fmla="*/ 582 h 1051"/>
              <a:gd name="T64" fmla="*/ 232 w 1051"/>
              <a:gd name="T65" fmla="*/ 582 h 1051"/>
              <a:gd name="T66" fmla="*/ 350 w 1051"/>
              <a:gd name="T67" fmla="*/ 468 h 1051"/>
              <a:gd name="T68" fmla="*/ 232 w 1051"/>
              <a:gd name="T69" fmla="*/ 582 h 1051"/>
              <a:gd name="T70" fmla="*/ 232 w 1051"/>
              <a:gd name="T71" fmla="*/ 932 h 1051"/>
              <a:gd name="T72" fmla="*/ 350 w 1051"/>
              <a:gd name="T73" fmla="*/ 1050 h 1051"/>
              <a:gd name="T74" fmla="*/ 0 w 1051"/>
              <a:gd name="T75" fmla="*/ 118 h 1051"/>
              <a:gd name="T76" fmla="*/ 117 w 1051"/>
              <a:gd name="T77" fmla="*/ 0 h 1051"/>
              <a:gd name="T78" fmla="*/ 0 w 1051"/>
              <a:gd name="T79" fmla="*/ 118 h 1051"/>
              <a:gd name="T80" fmla="*/ 0 w 1051"/>
              <a:gd name="T81" fmla="*/ 232 h 1051"/>
              <a:gd name="T82" fmla="*/ 117 w 1051"/>
              <a:gd name="T83" fmla="*/ 3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700" y="582"/>
                </a:moveTo>
                <a:lnTo>
                  <a:pt x="700" y="468"/>
                </a:lnTo>
                <a:lnTo>
                  <a:pt x="817" y="468"/>
                </a:lnTo>
                <a:lnTo>
                  <a:pt x="817" y="582"/>
                </a:lnTo>
                <a:lnTo>
                  <a:pt x="700" y="582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7" y="932"/>
                </a:lnTo>
                <a:lnTo>
                  <a:pt x="817" y="1050"/>
                </a:lnTo>
                <a:lnTo>
                  <a:pt x="700" y="1050"/>
                </a:lnTo>
                <a:close/>
                <a:moveTo>
                  <a:pt x="700" y="118"/>
                </a:moveTo>
                <a:lnTo>
                  <a:pt x="700" y="0"/>
                </a:lnTo>
                <a:lnTo>
                  <a:pt x="817" y="0"/>
                </a:lnTo>
                <a:lnTo>
                  <a:pt x="817" y="118"/>
                </a:lnTo>
                <a:lnTo>
                  <a:pt x="700" y="118"/>
                </a:lnTo>
                <a:close/>
                <a:moveTo>
                  <a:pt x="932" y="350"/>
                </a:moveTo>
                <a:lnTo>
                  <a:pt x="932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932" y="0"/>
                </a:moveTo>
                <a:lnTo>
                  <a:pt x="1050" y="0"/>
                </a:lnTo>
                <a:lnTo>
                  <a:pt x="1050" y="118"/>
                </a:lnTo>
                <a:lnTo>
                  <a:pt x="932" y="118"/>
                </a:lnTo>
                <a:lnTo>
                  <a:pt x="932" y="0"/>
                </a:lnTo>
                <a:close/>
                <a:moveTo>
                  <a:pt x="932" y="582"/>
                </a:moveTo>
                <a:lnTo>
                  <a:pt x="932" y="468"/>
                </a:lnTo>
                <a:lnTo>
                  <a:pt x="1050" y="468"/>
                </a:lnTo>
                <a:lnTo>
                  <a:pt x="1050" y="582"/>
                </a:lnTo>
                <a:lnTo>
                  <a:pt x="932" y="582"/>
                </a:lnTo>
                <a:close/>
                <a:moveTo>
                  <a:pt x="932" y="1050"/>
                </a:moveTo>
                <a:lnTo>
                  <a:pt x="932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2" y="1050"/>
                </a:lnTo>
                <a:close/>
                <a:moveTo>
                  <a:pt x="467" y="1050"/>
                </a:moveTo>
                <a:lnTo>
                  <a:pt x="467" y="0"/>
                </a:lnTo>
                <a:lnTo>
                  <a:pt x="582" y="0"/>
                </a:lnTo>
                <a:lnTo>
                  <a:pt x="582" y="1050"/>
                </a:lnTo>
                <a:lnTo>
                  <a:pt x="467" y="1050"/>
                </a:lnTo>
                <a:close/>
                <a:moveTo>
                  <a:pt x="932" y="817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2" y="817"/>
                </a:lnTo>
                <a:close/>
                <a:moveTo>
                  <a:pt x="232" y="118"/>
                </a:moveTo>
                <a:lnTo>
                  <a:pt x="232" y="0"/>
                </a:lnTo>
                <a:lnTo>
                  <a:pt x="350" y="0"/>
                </a:lnTo>
                <a:lnTo>
                  <a:pt x="350" y="118"/>
                </a:lnTo>
                <a:lnTo>
                  <a:pt x="232" y="118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7" y="700"/>
                </a:lnTo>
                <a:lnTo>
                  <a:pt x="117" y="817"/>
                </a:lnTo>
                <a:lnTo>
                  <a:pt x="0" y="817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7" y="932"/>
                </a:lnTo>
                <a:lnTo>
                  <a:pt x="117" y="1050"/>
                </a:lnTo>
                <a:lnTo>
                  <a:pt x="0" y="1050"/>
                </a:lnTo>
                <a:close/>
                <a:moveTo>
                  <a:pt x="0" y="582"/>
                </a:moveTo>
                <a:lnTo>
                  <a:pt x="0" y="468"/>
                </a:lnTo>
                <a:lnTo>
                  <a:pt x="117" y="468"/>
                </a:lnTo>
                <a:lnTo>
                  <a:pt x="117" y="582"/>
                </a:lnTo>
                <a:lnTo>
                  <a:pt x="0" y="582"/>
                </a:lnTo>
                <a:close/>
                <a:moveTo>
                  <a:pt x="232" y="582"/>
                </a:moveTo>
                <a:lnTo>
                  <a:pt x="232" y="468"/>
                </a:lnTo>
                <a:lnTo>
                  <a:pt x="350" y="468"/>
                </a:lnTo>
                <a:lnTo>
                  <a:pt x="350" y="582"/>
                </a:lnTo>
                <a:lnTo>
                  <a:pt x="232" y="582"/>
                </a:lnTo>
                <a:close/>
                <a:moveTo>
                  <a:pt x="232" y="1050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50"/>
                </a:lnTo>
                <a:lnTo>
                  <a:pt x="232" y="1050"/>
                </a:lnTo>
                <a:close/>
                <a:moveTo>
                  <a:pt x="0" y="118"/>
                </a:moveTo>
                <a:lnTo>
                  <a:pt x="0" y="0"/>
                </a:lnTo>
                <a:lnTo>
                  <a:pt x="117" y="0"/>
                </a:lnTo>
                <a:lnTo>
                  <a:pt x="117" y="118"/>
                </a:lnTo>
                <a:lnTo>
                  <a:pt x="0" y="118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197226" y="1491458"/>
            <a:ext cx="377825" cy="377825"/>
          </a:xfrm>
          <a:custGeom>
            <a:avLst/>
            <a:gdLst>
              <a:gd name="T0" fmla="*/ 700 w 1051"/>
              <a:gd name="T1" fmla="*/ 468 h 1051"/>
              <a:gd name="T2" fmla="*/ 817 w 1051"/>
              <a:gd name="T3" fmla="*/ 582 h 1051"/>
              <a:gd name="T4" fmla="*/ 932 w 1051"/>
              <a:gd name="T5" fmla="*/ 1050 h 1051"/>
              <a:gd name="T6" fmla="*/ 1050 w 1051"/>
              <a:gd name="T7" fmla="*/ 932 h 1051"/>
              <a:gd name="T8" fmla="*/ 932 w 1051"/>
              <a:gd name="T9" fmla="*/ 1050 h 1051"/>
              <a:gd name="T10" fmla="*/ 467 w 1051"/>
              <a:gd name="T11" fmla="*/ 232 h 1051"/>
              <a:gd name="T12" fmla="*/ 582 w 1051"/>
              <a:gd name="T13" fmla="*/ 350 h 1051"/>
              <a:gd name="T14" fmla="*/ 700 w 1051"/>
              <a:gd name="T15" fmla="*/ 1050 h 1051"/>
              <a:gd name="T16" fmla="*/ 817 w 1051"/>
              <a:gd name="T17" fmla="*/ 932 h 1051"/>
              <a:gd name="T18" fmla="*/ 700 w 1051"/>
              <a:gd name="T19" fmla="*/ 1050 h 1051"/>
              <a:gd name="T20" fmla="*/ 932 w 1051"/>
              <a:gd name="T21" fmla="*/ 700 h 1051"/>
              <a:gd name="T22" fmla="*/ 1050 w 1051"/>
              <a:gd name="T23" fmla="*/ 817 h 1051"/>
              <a:gd name="T24" fmla="*/ 0 w 1051"/>
              <a:gd name="T25" fmla="*/ 0 h 1051"/>
              <a:gd name="T26" fmla="*/ 1050 w 1051"/>
              <a:gd name="T27" fmla="*/ 118 h 1051"/>
              <a:gd name="T28" fmla="*/ 0 w 1051"/>
              <a:gd name="T29" fmla="*/ 0 h 1051"/>
              <a:gd name="T30" fmla="*/ 932 w 1051"/>
              <a:gd name="T31" fmla="*/ 468 h 1051"/>
              <a:gd name="T32" fmla="*/ 1050 w 1051"/>
              <a:gd name="T33" fmla="*/ 582 h 1051"/>
              <a:gd name="T34" fmla="*/ 932 w 1051"/>
              <a:gd name="T35" fmla="*/ 350 h 1051"/>
              <a:gd name="T36" fmla="*/ 1050 w 1051"/>
              <a:gd name="T37" fmla="*/ 232 h 1051"/>
              <a:gd name="T38" fmla="*/ 932 w 1051"/>
              <a:gd name="T39" fmla="*/ 350 h 1051"/>
              <a:gd name="T40" fmla="*/ 467 w 1051"/>
              <a:gd name="T41" fmla="*/ 700 h 1051"/>
              <a:gd name="T42" fmla="*/ 582 w 1051"/>
              <a:gd name="T43" fmla="*/ 817 h 1051"/>
              <a:gd name="T44" fmla="*/ 0 w 1051"/>
              <a:gd name="T45" fmla="*/ 350 h 1051"/>
              <a:gd name="T46" fmla="*/ 117 w 1051"/>
              <a:gd name="T47" fmla="*/ 232 h 1051"/>
              <a:gd name="T48" fmla="*/ 0 w 1051"/>
              <a:gd name="T49" fmla="*/ 350 h 1051"/>
              <a:gd name="T50" fmla="*/ 0 w 1051"/>
              <a:gd name="T51" fmla="*/ 468 h 1051"/>
              <a:gd name="T52" fmla="*/ 117 w 1051"/>
              <a:gd name="T53" fmla="*/ 582 h 1051"/>
              <a:gd name="T54" fmla="*/ 0 w 1051"/>
              <a:gd name="T55" fmla="*/ 1050 h 1051"/>
              <a:gd name="T56" fmla="*/ 117 w 1051"/>
              <a:gd name="T57" fmla="*/ 932 h 1051"/>
              <a:gd name="T58" fmla="*/ 0 w 1051"/>
              <a:gd name="T59" fmla="*/ 1050 h 1051"/>
              <a:gd name="T60" fmla="*/ 0 w 1051"/>
              <a:gd name="T61" fmla="*/ 700 h 1051"/>
              <a:gd name="T62" fmla="*/ 117 w 1051"/>
              <a:gd name="T63" fmla="*/ 817 h 1051"/>
              <a:gd name="T64" fmla="*/ 467 w 1051"/>
              <a:gd name="T65" fmla="*/ 1050 h 1051"/>
              <a:gd name="T66" fmla="*/ 582 w 1051"/>
              <a:gd name="T67" fmla="*/ 932 h 1051"/>
              <a:gd name="T68" fmla="*/ 467 w 1051"/>
              <a:gd name="T69" fmla="*/ 1050 h 1051"/>
              <a:gd name="T70" fmla="*/ 467 w 1051"/>
              <a:gd name="T71" fmla="*/ 468 h 1051"/>
              <a:gd name="T72" fmla="*/ 582 w 1051"/>
              <a:gd name="T73" fmla="*/ 582 h 1051"/>
              <a:gd name="T74" fmla="*/ 232 w 1051"/>
              <a:gd name="T75" fmla="*/ 582 h 1051"/>
              <a:gd name="T76" fmla="*/ 350 w 1051"/>
              <a:gd name="T77" fmla="*/ 468 h 1051"/>
              <a:gd name="T78" fmla="*/ 232 w 1051"/>
              <a:gd name="T79" fmla="*/ 582 h 1051"/>
              <a:gd name="T80" fmla="*/ 232 w 1051"/>
              <a:gd name="T81" fmla="*/ 932 h 1051"/>
              <a:gd name="T82" fmla="*/ 350 w 1051"/>
              <a:gd name="T8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700" y="582"/>
                </a:moveTo>
                <a:lnTo>
                  <a:pt x="700" y="468"/>
                </a:lnTo>
                <a:lnTo>
                  <a:pt x="817" y="468"/>
                </a:lnTo>
                <a:lnTo>
                  <a:pt x="817" y="582"/>
                </a:lnTo>
                <a:lnTo>
                  <a:pt x="700" y="582"/>
                </a:lnTo>
                <a:close/>
                <a:moveTo>
                  <a:pt x="932" y="1050"/>
                </a:moveTo>
                <a:lnTo>
                  <a:pt x="932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2" y="1050"/>
                </a:lnTo>
                <a:close/>
                <a:moveTo>
                  <a:pt x="467" y="350"/>
                </a:moveTo>
                <a:lnTo>
                  <a:pt x="467" y="232"/>
                </a:lnTo>
                <a:lnTo>
                  <a:pt x="582" y="232"/>
                </a:lnTo>
                <a:lnTo>
                  <a:pt x="582" y="350"/>
                </a:lnTo>
                <a:lnTo>
                  <a:pt x="467" y="350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7" y="932"/>
                </a:lnTo>
                <a:lnTo>
                  <a:pt x="817" y="1050"/>
                </a:lnTo>
                <a:lnTo>
                  <a:pt x="700" y="1050"/>
                </a:lnTo>
                <a:close/>
                <a:moveTo>
                  <a:pt x="932" y="817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2" y="817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932" y="582"/>
                </a:moveTo>
                <a:lnTo>
                  <a:pt x="932" y="468"/>
                </a:lnTo>
                <a:lnTo>
                  <a:pt x="1050" y="468"/>
                </a:lnTo>
                <a:lnTo>
                  <a:pt x="1050" y="582"/>
                </a:lnTo>
                <a:lnTo>
                  <a:pt x="932" y="582"/>
                </a:lnTo>
                <a:close/>
                <a:moveTo>
                  <a:pt x="932" y="350"/>
                </a:moveTo>
                <a:lnTo>
                  <a:pt x="932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467" y="817"/>
                </a:moveTo>
                <a:lnTo>
                  <a:pt x="467" y="700"/>
                </a:lnTo>
                <a:lnTo>
                  <a:pt x="582" y="700"/>
                </a:lnTo>
                <a:lnTo>
                  <a:pt x="582" y="817"/>
                </a:lnTo>
                <a:lnTo>
                  <a:pt x="467" y="817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close/>
                <a:moveTo>
                  <a:pt x="0" y="582"/>
                </a:moveTo>
                <a:lnTo>
                  <a:pt x="0" y="468"/>
                </a:lnTo>
                <a:lnTo>
                  <a:pt x="117" y="468"/>
                </a:lnTo>
                <a:lnTo>
                  <a:pt x="117" y="582"/>
                </a:lnTo>
                <a:lnTo>
                  <a:pt x="0" y="582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7" y="932"/>
                </a:lnTo>
                <a:lnTo>
                  <a:pt x="117" y="1050"/>
                </a:lnTo>
                <a:lnTo>
                  <a:pt x="0" y="1050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7" y="700"/>
                </a:lnTo>
                <a:lnTo>
                  <a:pt x="117" y="817"/>
                </a:lnTo>
                <a:lnTo>
                  <a:pt x="0" y="817"/>
                </a:lnTo>
                <a:close/>
                <a:moveTo>
                  <a:pt x="467" y="1050"/>
                </a:moveTo>
                <a:lnTo>
                  <a:pt x="467" y="932"/>
                </a:lnTo>
                <a:lnTo>
                  <a:pt x="582" y="932"/>
                </a:lnTo>
                <a:lnTo>
                  <a:pt x="582" y="1050"/>
                </a:lnTo>
                <a:lnTo>
                  <a:pt x="467" y="1050"/>
                </a:lnTo>
                <a:close/>
                <a:moveTo>
                  <a:pt x="467" y="582"/>
                </a:moveTo>
                <a:lnTo>
                  <a:pt x="467" y="468"/>
                </a:lnTo>
                <a:lnTo>
                  <a:pt x="582" y="468"/>
                </a:lnTo>
                <a:lnTo>
                  <a:pt x="582" y="582"/>
                </a:lnTo>
                <a:lnTo>
                  <a:pt x="467" y="582"/>
                </a:lnTo>
                <a:close/>
                <a:moveTo>
                  <a:pt x="232" y="582"/>
                </a:moveTo>
                <a:lnTo>
                  <a:pt x="232" y="468"/>
                </a:lnTo>
                <a:lnTo>
                  <a:pt x="350" y="468"/>
                </a:lnTo>
                <a:lnTo>
                  <a:pt x="350" y="582"/>
                </a:lnTo>
                <a:lnTo>
                  <a:pt x="232" y="582"/>
                </a:lnTo>
                <a:close/>
                <a:moveTo>
                  <a:pt x="232" y="1050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50"/>
                </a:lnTo>
                <a:lnTo>
                  <a:pt x="232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268789" y="1491458"/>
            <a:ext cx="377825" cy="377825"/>
          </a:xfrm>
          <a:custGeom>
            <a:avLst/>
            <a:gdLst>
              <a:gd name="T0" fmla="*/ 932 w 1051"/>
              <a:gd name="T1" fmla="*/ 350 h 1051"/>
              <a:gd name="T2" fmla="*/ 932 w 1051"/>
              <a:gd name="T3" fmla="*/ 232 h 1051"/>
              <a:gd name="T4" fmla="*/ 1050 w 1051"/>
              <a:gd name="T5" fmla="*/ 232 h 1051"/>
              <a:gd name="T6" fmla="*/ 1050 w 1051"/>
              <a:gd name="T7" fmla="*/ 350 h 1051"/>
              <a:gd name="T8" fmla="*/ 932 w 1051"/>
              <a:gd name="T9" fmla="*/ 350 h 1051"/>
              <a:gd name="T10" fmla="*/ 0 w 1051"/>
              <a:gd name="T11" fmla="*/ 0 h 1051"/>
              <a:gd name="T12" fmla="*/ 1050 w 1051"/>
              <a:gd name="T13" fmla="*/ 0 h 1051"/>
              <a:gd name="T14" fmla="*/ 1050 w 1051"/>
              <a:gd name="T15" fmla="*/ 118 h 1051"/>
              <a:gd name="T16" fmla="*/ 117 w 1051"/>
              <a:gd name="T17" fmla="*/ 118 h 1051"/>
              <a:gd name="T18" fmla="*/ 117 w 1051"/>
              <a:gd name="T19" fmla="*/ 1050 h 1051"/>
              <a:gd name="T20" fmla="*/ 0 w 1051"/>
              <a:gd name="T21" fmla="*/ 1050 h 1051"/>
              <a:gd name="T22" fmla="*/ 0 w 1051"/>
              <a:gd name="T23" fmla="*/ 0 h 1051"/>
              <a:gd name="T24" fmla="*/ 932 w 1051"/>
              <a:gd name="T25" fmla="*/ 582 h 1051"/>
              <a:gd name="T26" fmla="*/ 932 w 1051"/>
              <a:gd name="T27" fmla="*/ 467 h 1051"/>
              <a:gd name="T28" fmla="*/ 1050 w 1051"/>
              <a:gd name="T29" fmla="*/ 467 h 1051"/>
              <a:gd name="T30" fmla="*/ 1050 w 1051"/>
              <a:gd name="T31" fmla="*/ 582 h 1051"/>
              <a:gd name="T32" fmla="*/ 932 w 1051"/>
              <a:gd name="T33" fmla="*/ 582 h 1051"/>
              <a:gd name="T34" fmla="*/ 932 w 1051"/>
              <a:gd name="T35" fmla="*/ 817 h 1051"/>
              <a:gd name="T36" fmla="*/ 932 w 1051"/>
              <a:gd name="T37" fmla="*/ 700 h 1051"/>
              <a:gd name="T38" fmla="*/ 1050 w 1051"/>
              <a:gd name="T39" fmla="*/ 700 h 1051"/>
              <a:gd name="T40" fmla="*/ 1050 w 1051"/>
              <a:gd name="T41" fmla="*/ 817 h 1051"/>
              <a:gd name="T42" fmla="*/ 932 w 1051"/>
              <a:gd name="T43" fmla="*/ 817 h 1051"/>
              <a:gd name="T44" fmla="*/ 467 w 1051"/>
              <a:gd name="T45" fmla="*/ 1050 h 1051"/>
              <a:gd name="T46" fmla="*/ 467 w 1051"/>
              <a:gd name="T47" fmla="*/ 932 h 1051"/>
              <a:gd name="T48" fmla="*/ 582 w 1051"/>
              <a:gd name="T49" fmla="*/ 932 h 1051"/>
              <a:gd name="T50" fmla="*/ 582 w 1051"/>
              <a:gd name="T51" fmla="*/ 1050 h 1051"/>
              <a:gd name="T52" fmla="*/ 467 w 1051"/>
              <a:gd name="T53" fmla="*/ 1050 h 1051"/>
              <a:gd name="T54" fmla="*/ 232 w 1051"/>
              <a:gd name="T55" fmla="*/ 1050 h 1051"/>
              <a:gd name="T56" fmla="*/ 232 w 1051"/>
              <a:gd name="T57" fmla="*/ 932 h 1051"/>
              <a:gd name="T58" fmla="*/ 350 w 1051"/>
              <a:gd name="T59" fmla="*/ 932 h 1051"/>
              <a:gd name="T60" fmla="*/ 350 w 1051"/>
              <a:gd name="T61" fmla="*/ 1050 h 1051"/>
              <a:gd name="T62" fmla="*/ 232 w 1051"/>
              <a:gd name="T63" fmla="*/ 1050 h 1051"/>
              <a:gd name="T64" fmla="*/ 932 w 1051"/>
              <a:gd name="T65" fmla="*/ 1050 h 1051"/>
              <a:gd name="T66" fmla="*/ 932 w 1051"/>
              <a:gd name="T67" fmla="*/ 932 h 1051"/>
              <a:gd name="T68" fmla="*/ 1050 w 1051"/>
              <a:gd name="T69" fmla="*/ 932 h 1051"/>
              <a:gd name="T70" fmla="*/ 1050 w 1051"/>
              <a:gd name="T71" fmla="*/ 1050 h 1051"/>
              <a:gd name="T72" fmla="*/ 932 w 1051"/>
              <a:gd name="T73" fmla="*/ 1050 h 1051"/>
              <a:gd name="T74" fmla="*/ 700 w 1051"/>
              <a:gd name="T75" fmla="*/ 1050 h 1051"/>
              <a:gd name="T76" fmla="*/ 700 w 1051"/>
              <a:gd name="T77" fmla="*/ 932 h 1051"/>
              <a:gd name="T78" fmla="*/ 817 w 1051"/>
              <a:gd name="T79" fmla="*/ 932 h 1051"/>
              <a:gd name="T80" fmla="*/ 817 w 1051"/>
              <a:gd name="T81" fmla="*/ 1050 h 1051"/>
              <a:gd name="T82" fmla="*/ 700 w 1051"/>
              <a:gd name="T8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932" y="350"/>
                </a:moveTo>
                <a:lnTo>
                  <a:pt x="932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117" y="118"/>
                </a:lnTo>
                <a:lnTo>
                  <a:pt x="117" y="1050"/>
                </a:lnTo>
                <a:lnTo>
                  <a:pt x="0" y="1050"/>
                </a:lnTo>
                <a:lnTo>
                  <a:pt x="0" y="0"/>
                </a:lnTo>
                <a:close/>
                <a:moveTo>
                  <a:pt x="932" y="582"/>
                </a:moveTo>
                <a:lnTo>
                  <a:pt x="932" y="467"/>
                </a:lnTo>
                <a:lnTo>
                  <a:pt x="1050" y="467"/>
                </a:lnTo>
                <a:lnTo>
                  <a:pt x="1050" y="582"/>
                </a:lnTo>
                <a:lnTo>
                  <a:pt x="932" y="582"/>
                </a:lnTo>
                <a:close/>
                <a:moveTo>
                  <a:pt x="932" y="817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2" y="817"/>
                </a:lnTo>
                <a:close/>
                <a:moveTo>
                  <a:pt x="467" y="1050"/>
                </a:moveTo>
                <a:lnTo>
                  <a:pt x="467" y="932"/>
                </a:lnTo>
                <a:lnTo>
                  <a:pt x="582" y="932"/>
                </a:lnTo>
                <a:lnTo>
                  <a:pt x="582" y="1050"/>
                </a:lnTo>
                <a:lnTo>
                  <a:pt x="467" y="1050"/>
                </a:lnTo>
                <a:close/>
                <a:moveTo>
                  <a:pt x="232" y="1050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50"/>
                </a:lnTo>
                <a:lnTo>
                  <a:pt x="232" y="1050"/>
                </a:lnTo>
                <a:close/>
                <a:moveTo>
                  <a:pt x="932" y="1050"/>
                </a:moveTo>
                <a:lnTo>
                  <a:pt x="932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2" y="1050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7" y="932"/>
                </a:lnTo>
                <a:lnTo>
                  <a:pt x="817" y="1050"/>
                </a:lnTo>
                <a:lnTo>
                  <a:pt x="700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40351" y="1491458"/>
            <a:ext cx="377825" cy="377825"/>
          </a:xfrm>
          <a:custGeom>
            <a:avLst/>
            <a:gdLst>
              <a:gd name="T0" fmla="*/ 467 w 1051"/>
              <a:gd name="T1" fmla="*/ 232 h 1051"/>
              <a:gd name="T2" fmla="*/ 582 w 1051"/>
              <a:gd name="T3" fmla="*/ 350 h 1051"/>
              <a:gd name="T4" fmla="*/ 467 w 1051"/>
              <a:gd name="T5" fmla="*/ 118 h 1051"/>
              <a:gd name="T6" fmla="*/ 582 w 1051"/>
              <a:gd name="T7" fmla="*/ 0 h 1051"/>
              <a:gd name="T8" fmla="*/ 467 w 1051"/>
              <a:gd name="T9" fmla="*/ 118 h 1051"/>
              <a:gd name="T10" fmla="*/ 467 w 1051"/>
              <a:gd name="T11" fmla="*/ 467 h 1051"/>
              <a:gd name="T12" fmla="*/ 582 w 1051"/>
              <a:gd name="T13" fmla="*/ 582 h 1051"/>
              <a:gd name="T14" fmla="*/ 700 w 1051"/>
              <a:gd name="T15" fmla="*/ 118 h 1051"/>
              <a:gd name="T16" fmla="*/ 817 w 1051"/>
              <a:gd name="T17" fmla="*/ 0 h 1051"/>
              <a:gd name="T18" fmla="*/ 700 w 1051"/>
              <a:gd name="T19" fmla="*/ 118 h 1051"/>
              <a:gd name="T20" fmla="*/ 700 w 1051"/>
              <a:gd name="T21" fmla="*/ 932 h 1051"/>
              <a:gd name="T22" fmla="*/ 817 w 1051"/>
              <a:gd name="T23" fmla="*/ 1050 h 1051"/>
              <a:gd name="T24" fmla="*/ 932 w 1051"/>
              <a:gd name="T25" fmla="*/ 0 h 1051"/>
              <a:gd name="T26" fmla="*/ 1050 w 1051"/>
              <a:gd name="T27" fmla="*/ 1050 h 1051"/>
              <a:gd name="T28" fmla="*/ 932 w 1051"/>
              <a:gd name="T29" fmla="*/ 0 h 1051"/>
              <a:gd name="T30" fmla="*/ 700 w 1051"/>
              <a:gd name="T31" fmla="*/ 467 h 1051"/>
              <a:gd name="T32" fmla="*/ 817 w 1051"/>
              <a:gd name="T33" fmla="*/ 582 h 1051"/>
              <a:gd name="T34" fmla="*/ 467 w 1051"/>
              <a:gd name="T35" fmla="*/ 817 h 1051"/>
              <a:gd name="T36" fmla="*/ 582 w 1051"/>
              <a:gd name="T37" fmla="*/ 700 h 1051"/>
              <a:gd name="T38" fmla="*/ 467 w 1051"/>
              <a:gd name="T39" fmla="*/ 817 h 1051"/>
              <a:gd name="T40" fmla="*/ 0 w 1051"/>
              <a:gd name="T41" fmla="*/ 232 h 1051"/>
              <a:gd name="T42" fmla="*/ 117 w 1051"/>
              <a:gd name="T43" fmla="*/ 350 h 1051"/>
              <a:gd name="T44" fmla="*/ 0 w 1051"/>
              <a:gd name="T45" fmla="*/ 817 h 1051"/>
              <a:gd name="T46" fmla="*/ 117 w 1051"/>
              <a:gd name="T47" fmla="*/ 700 h 1051"/>
              <a:gd name="T48" fmla="*/ 0 w 1051"/>
              <a:gd name="T49" fmla="*/ 817 h 1051"/>
              <a:gd name="T50" fmla="*/ 0 w 1051"/>
              <a:gd name="T51" fmla="*/ 467 h 1051"/>
              <a:gd name="T52" fmla="*/ 117 w 1051"/>
              <a:gd name="T53" fmla="*/ 582 h 1051"/>
              <a:gd name="T54" fmla="*/ 467 w 1051"/>
              <a:gd name="T55" fmla="*/ 1050 h 1051"/>
              <a:gd name="T56" fmla="*/ 582 w 1051"/>
              <a:gd name="T57" fmla="*/ 932 h 1051"/>
              <a:gd name="T58" fmla="*/ 467 w 1051"/>
              <a:gd name="T59" fmla="*/ 1050 h 1051"/>
              <a:gd name="T60" fmla="*/ 0 w 1051"/>
              <a:gd name="T61" fmla="*/ 932 h 1051"/>
              <a:gd name="T62" fmla="*/ 117 w 1051"/>
              <a:gd name="T63" fmla="*/ 1050 h 1051"/>
              <a:gd name="T64" fmla="*/ 232 w 1051"/>
              <a:gd name="T65" fmla="*/ 582 h 1051"/>
              <a:gd name="T66" fmla="*/ 350 w 1051"/>
              <a:gd name="T67" fmla="*/ 467 h 1051"/>
              <a:gd name="T68" fmla="*/ 232 w 1051"/>
              <a:gd name="T69" fmla="*/ 582 h 1051"/>
              <a:gd name="T70" fmla="*/ 232 w 1051"/>
              <a:gd name="T71" fmla="*/ 0 h 1051"/>
              <a:gd name="T72" fmla="*/ 350 w 1051"/>
              <a:gd name="T73" fmla="*/ 118 h 1051"/>
              <a:gd name="T74" fmla="*/ 0 w 1051"/>
              <a:gd name="T75" fmla="*/ 118 h 1051"/>
              <a:gd name="T76" fmla="*/ 117 w 1051"/>
              <a:gd name="T77" fmla="*/ 0 h 1051"/>
              <a:gd name="T78" fmla="*/ 0 w 1051"/>
              <a:gd name="T79" fmla="*/ 118 h 1051"/>
              <a:gd name="T80" fmla="*/ 232 w 1051"/>
              <a:gd name="T81" fmla="*/ 932 h 1051"/>
              <a:gd name="T82" fmla="*/ 350 w 1051"/>
              <a:gd name="T8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467" y="350"/>
                </a:moveTo>
                <a:lnTo>
                  <a:pt x="467" y="232"/>
                </a:lnTo>
                <a:lnTo>
                  <a:pt x="582" y="232"/>
                </a:lnTo>
                <a:lnTo>
                  <a:pt x="582" y="350"/>
                </a:lnTo>
                <a:lnTo>
                  <a:pt x="467" y="350"/>
                </a:lnTo>
                <a:close/>
                <a:moveTo>
                  <a:pt x="467" y="118"/>
                </a:moveTo>
                <a:lnTo>
                  <a:pt x="467" y="0"/>
                </a:lnTo>
                <a:lnTo>
                  <a:pt x="582" y="0"/>
                </a:lnTo>
                <a:lnTo>
                  <a:pt x="582" y="118"/>
                </a:lnTo>
                <a:lnTo>
                  <a:pt x="467" y="118"/>
                </a:lnTo>
                <a:close/>
                <a:moveTo>
                  <a:pt x="467" y="582"/>
                </a:moveTo>
                <a:lnTo>
                  <a:pt x="467" y="467"/>
                </a:lnTo>
                <a:lnTo>
                  <a:pt x="582" y="467"/>
                </a:lnTo>
                <a:lnTo>
                  <a:pt x="582" y="582"/>
                </a:lnTo>
                <a:lnTo>
                  <a:pt x="467" y="582"/>
                </a:lnTo>
                <a:close/>
                <a:moveTo>
                  <a:pt x="700" y="118"/>
                </a:moveTo>
                <a:lnTo>
                  <a:pt x="700" y="0"/>
                </a:lnTo>
                <a:lnTo>
                  <a:pt x="817" y="0"/>
                </a:lnTo>
                <a:lnTo>
                  <a:pt x="817" y="118"/>
                </a:lnTo>
                <a:lnTo>
                  <a:pt x="700" y="118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7" y="932"/>
                </a:lnTo>
                <a:lnTo>
                  <a:pt x="817" y="1050"/>
                </a:lnTo>
                <a:lnTo>
                  <a:pt x="700" y="1050"/>
                </a:lnTo>
                <a:close/>
                <a:moveTo>
                  <a:pt x="932" y="0"/>
                </a:moveTo>
                <a:lnTo>
                  <a:pt x="1050" y="0"/>
                </a:lnTo>
                <a:lnTo>
                  <a:pt x="1050" y="1050"/>
                </a:lnTo>
                <a:lnTo>
                  <a:pt x="932" y="1050"/>
                </a:lnTo>
                <a:lnTo>
                  <a:pt x="932" y="0"/>
                </a:lnTo>
                <a:close/>
                <a:moveTo>
                  <a:pt x="700" y="582"/>
                </a:moveTo>
                <a:lnTo>
                  <a:pt x="700" y="467"/>
                </a:lnTo>
                <a:lnTo>
                  <a:pt x="817" y="467"/>
                </a:lnTo>
                <a:lnTo>
                  <a:pt x="817" y="582"/>
                </a:lnTo>
                <a:lnTo>
                  <a:pt x="700" y="582"/>
                </a:lnTo>
                <a:close/>
                <a:moveTo>
                  <a:pt x="467" y="817"/>
                </a:moveTo>
                <a:lnTo>
                  <a:pt x="467" y="700"/>
                </a:lnTo>
                <a:lnTo>
                  <a:pt x="582" y="700"/>
                </a:lnTo>
                <a:lnTo>
                  <a:pt x="582" y="817"/>
                </a:lnTo>
                <a:lnTo>
                  <a:pt x="467" y="817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7" y="700"/>
                </a:lnTo>
                <a:lnTo>
                  <a:pt x="117" y="817"/>
                </a:lnTo>
                <a:lnTo>
                  <a:pt x="0" y="817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17" y="467"/>
                </a:lnTo>
                <a:lnTo>
                  <a:pt x="117" y="582"/>
                </a:lnTo>
                <a:lnTo>
                  <a:pt x="0" y="582"/>
                </a:lnTo>
                <a:close/>
                <a:moveTo>
                  <a:pt x="467" y="1050"/>
                </a:moveTo>
                <a:lnTo>
                  <a:pt x="467" y="932"/>
                </a:lnTo>
                <a:lnTo>
                  <a:pt x="582" y="932"/>
                </a:lnTo>
                <a:lnTo>
                  <a:pt x="582" y="1050"/>
                </a:lnTo>
                <a:lnTo>
                  <a:pt x="467" y="1050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7" y="932"/>
                </a:lnTo>
                <a:lnTo>
                  <a:pt x="117" y="1050"/>
                </a:lnTo>
                <a:lnTo>
                  <a:pt x="0" y="1050"/>
                </a:lnTo>
                <a:close/>
                <a:moveTo>
                  <a:pt x="232" y="582"/>
                </a:moveTo>
                <a:lnTo>
                  <a:pt x="232" y="467"/>
                </a:lnTo>
                <a:lnTo>
                  <a:pt x="350" y="467"/>
                </a:lnTo>
                <a:lnTo>
                  <a:pt x="350" y="582"/>
                </a:lnTo>
                <a:lnTo>
                  <a:pt x="232" y="582"/>
                </a:lnTo>
                <a:close/>
                <a:moveTo>
                  <a:pt x="232" y="118"/>
                </a:moveTo>
                <a:lnTo>
                  <a:pt x="232" y="0"/>
                </a:lnTo>
                <a:lnTo>
                  <a:pt x="350" y="0"/>
                </a:lnTo>
                <a:lnTo>
                  <a:pt x="350" y="118"/>
                </a:lnTo>
                <a:lnTo>
                  <a:pt x="232" y="118"/>
                </a:lnTo>
                <a:close/>
                <a:moveTo>
                  <a:pt x="0" y="118"/>
                </a:moveTo>
                <a:lnTo>
                  <a:pt x="0" y="0"/>
                </a:lnTo>
                <a:lnTo>
                  <a:pt x="117" y="0"/>
                </a:lnTo>
                <a:lnTo>
                  <a:pt x="117" y="118"/>
                </a:lnTo>
                <a:lnTo>
                  <a:pt x="0" y="118"/>
                </a:lnTo>
                <a:close/>
                <a:moveTo>
                  <a:pt x="232" y="1050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50"/>
                </a:lnTo>
                <a:lnTo>
                  <a:pt x="232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10326" y="1491458"/>
            <a:ext cx="377825" cy="377825"/>
          </a:xfrm>
          <a:custGeom>
            <a:avLst/>
            <a:gdLst>
              <a:gd name="T0" fmla="*/ 350 w 1051"/>
              <a:gd name="T1" fmla="*/ 467 h 1051"/>
              <a:gd name="T2" fmla="*/ 350 w 1051"/>
              <a:gd name="T3" fmla="*/ 582 h 1051"/>
              <a:gd name="T4" fmla="*/ 233 w 1051"/>
              <a:gd name="T5" fmla="*/ 582 h 1051"/>
              <a:gd name="T6" fmla="*/ 233 w 1051"/>
              <a:gd name="T7" fmla="*/ 467 h 1051"/>
              <a:gd name="T8" fmla="*/ 350 w 1051"/>
              <a:gd name="T9" fmla="*/ 467 h 1051"/>
              <a:gd name="T10" fmla="*/ 583 w 1051"/>
              <a:gd name="T11" fmla="*/ 700 h 1051"/>
              <a:gd name="T12" fmla="*/ 583 w 1051"/>
              <a:gd name="T13" fmla="*/ 817 h 1051"/>
              <a:gd name="T14" fmla="*/ 468 w 1051"/>
              <a:gd name="T15" fmla="*/ 817 h 1051"/>
              <a:gd name="T16" fmla="*/ 468 w 1051"/>
              <a:gd name="T17" fmla="*/ 700 h 1051"/>
              <a:gd name="T18" fmla="*/ 583 w 1051"/>
              <a:gd name="T19" fmla="*/ 700 h 1051"/>
              <a:gd name="T20" fmla="*/ 933 w 1051"/>
              <a:gd name="T21" fmla="*/ 932 h 1051"/>
              <a:gd name="T22" fmla="*/ 933 w 1051"/>
              <a:gd name="T23" fmla="*/ 118 h 1051"/>
              <a:gd name="T24" fmla="*/ 118 w 1051"/>
              <a:gd name="T25" fmla="*/ 118 h 1051"/>
              <a:gd name="T26" fmla="*/ 118 w 1051"/>
              <a:gd name="T27" fmla="*/ 932 h 1051"/>
              <a:gd name="T28" fmla="*/ 933 w 1051"/>
              <a:gd name="T29" fmla="*/ 932 h 1051"/>
              <a:gd name="T30" fmla="*/ 0 w 1051"/>
              <a:gd name="T31" fmla="*/ 0 h 1051"/>
              <a:gd name="T32" fmla="*/ 1050 w 1051"/>
              <a:gd name="T33" fmla="*/ 0 h 1051"/>
              <a:gd name="T34" fmla="*/ 1050 w 1051"/>
              <a:gd name="T35" fmla="*/ 1050 h 1051"/>
              <a:gd name="T36" fmla="*/ 0 w 1051"/>
              <a:gd name="T37" fmla="*/ 1050 h 1051"/>
              <a:gd name="T38" fmla="*/ 0 w 1051"/>
              <a:gd name="T39" fmla="*/ 0 h 1051"/>
              <a:gd name="T40" fmla="*/ 818 w 1051"/>
              <a:gd name="T41" fmla="*/ 467 h 1051"/>
              <a:gd name="T42" fmla="*/ 818 w 1051"/>
              <a:gd name="T43" fmla="*/ 582 h 1051"/>
              <a:gd name="T44" fmla="*/ 700 w 1051"/>
              <a:gd name="T45" fmla="*/ 582 h 1051"/>
              <a:gd name="T46" fmla="*/ 700 w 1051"/>
              <a:gd name="T47" fmla="*/ 467 h 1051"/>
              <a:gd name="T48" fmla="*/ 818 w 1051"/>
              <a:gd name="T49" fmla="*/ 467 h 1051"/>
              <a:gd name="T50" fmla="*/ 583 w 1051"/>
              <a:gd name="T51" fmla="*/ 467 h 1051"/>
              <a:gd name="T52" fmla="*/ 583 w 1051"/>
              <a:gd name="T53" fmla="*/ 582 h 1051"/>
              <a:gd name="T54" fmla="*/ 468 w 1051"/>
              <a:gd name="T55" fmla="*/ 582 h 1051"/>
              <a:gd name="T56" fmla="*/ 468 w 1051"/>
              <a:gd name="T57" fmla="*/ 467 h 1051"/>
              <a:gd name="T58" fmla="*/ 583 w 1051"/>
              <a:gd name="T59" fmla="*/ 467 h 1051"/>
              <a:gd name="T60" fmla="*/ 583 w 1051"/>
              <a:gd name="T61" fmla="*/ 232 h 1051"/>
              <a:gd name="T62" fmla="*/ 583 w 1051"/>
              <a:gd name="T63" fmla="*/ 350 h 1051"/>
              <a:gd name="T64" fmla="*/ 468 w 1051"/>
              <a:gd name="T65" fmla="*/ 350 h 1051"/>
              <a:gd name="T66" fmla="*/ 468 w 1051"/>
              <a:gd name="T67" fmla="*/ 232 h 1051"/>
              <a:gd name="T68" fmla="*/ 583 w 1051"/>
              <a:gd name="T69" fmla="*/ 23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051">
                <a:moveTo>
                  <a:pt x="350" y="467"/>
                </a:moveTo>
                <a:lnTo>
                  <a:pt x="350" y="582"/>
                </a:lnTo>
                <a:lnTo>
                  <a:pt x="233" y="582"/>
                </a:lnTo>
                <a:lnTo>
                  <a:pt x="233" y="467"/>
                </a:lnTo>
                <a:lnTo>
                  <a:pt x="350" y="467"/>
                </a:lnTo>
                <a:close/>
                <a:moveTo>
                  <a:pt x="583" y="700"/>
                </a:moveTo>
                <a:lnTo>
                  <a:pt x="583" y="817"/>
                </a:lnTo>
                <a:lnTo>
                  <a:pt x="468" y="817"/>
                </a:lnTo>
                <a:lnTo>
                  <a:pt x="468" y="700"/>
                </a:lnTo>
                <a:lnTo>
                  <a:pt x="583" y="700"/>
                </a:lnTo>
                <a:close/>
                <a:moveTo>
                  <a:pt x="933" y="932"/>
                </a:moveTo>
                <a:lnTo>
                  <a:pt x="933" y="118"/>
                </a:lnTo>
                <a:lnTo>
                  <a:pt x="118" y="118"/>
                </a:lnTo>
                <a:lnTo>
                  <a:pt x="118" y="932"/>
                </a:lnTo>
                <a:lnTo>
                  <a:pt x="933" y="932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050"/>
                </a:lnTo>
                <a:lnTo>
                  <a:pt x="0" y="1050"/>
                </a:lnTo>
                <a:lnTo>
                  <a:pt x="0" y="0"/>
                </a:lnTo>
                <a:close/>
                <a:moveTo>
                  <a:pt x="818" y="467"/>
                </a:moveTo>
                <a:lnTo>
                  <a:pt x="818" y="582"/>
                </a:lnTo>
                <a:lnTo>
                  <a:pt x="700" y="582"/>
                </a:lnTo>
                <a:lnTo>
                  <a:pt x="700" y="467"/>
                </a:lnTo>
                <a:lnTo>
                  <a:pt x="818" y="467"/>
                </a:lnTo>
                <a:close/>
                <a:moveTo>
                  <a:pt x="583" y="467"/>
                </a:moveTo>
                <a:lnTo>
                  <a:pt x="583" y="582"/>
                </a:lnTo>
                <a:lnTo>
                  <a:pt x="468" y="582"/>
                </a:lnTo>
                <a:lnTo>
                  <a:pt x="468" y="467"/>
                </a:lnTo>
                <a:lnTo>
                  <a:pt x="583" y="467"/>
                </a:lnTo>
                <a:close/>
                <a:moveTo>
                  <a:pt x="583" y="232"/>
                </a:moveTo>
                <a:lnTo>
                  <a:pt x="583" y="350"/>
                </a:lnTo>
                <a:lnTo>
                  <a:pt x="468" y="350"/>
                </a:lnTo>
                <a:lnTo>
                  <a:pt x="468" y="232"/>
                </a:lnTo>
                <a:lnTo>
                  <a:pt x="583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481889" y="1491458"/>
            <a:ext cx="377825" cy="377825"/>
          </a:xfrm>
          <a:custGeom>
            <a:avLst/>
            <a:gdLst>
              <a:gd name="T0" fmla="*/ 700 w 1051"/>
              <a:gd name="T1" fmla="*/ 0 h 1051"/>
              <a:gd name="T2" fmla="*/ 818 w 1051"/>
              <a:gd name="T3" fmla="*/ 118 h 1051"/>
              <a:gd name="T4" fmla="*/ 700 w 1051"/>
              <a:gd name="T5" fmla="*/ 582 h 1051"/>
              <a:gd name="T6" fmla="*/ 818 w 1051"/>
              <a:gd name="T7" fmla="*/ 467 h 1051"/>
              <a:gd name="T8" fmla="*/ 700 w 1051"/>
              <a:gd name="T9" fmla="*/ 582 h 1051"/>
              <a:gd name="T10" fmla="*/ 933 w 1051"/>
              <a:gd name="T11" fmla="*/ 932 h 1051"/>
              <a:gd name="T12" fmla="*/ 1050 w 1051"/>
              <a:gd name="T13" fmla="*/ 1050 h 1051"/>
              <a:gd name="T14" fmla="*/ 933 w 1051"/>
              <a:gd name="T15" fmla="*/ 582 h 1051"/>
              <a:gd name="T16" fmla="*/ 1050 w 1051"/>
              <a:gd name="T17" fmla="*/ 467 h 1051"/>
              <a:gd name="T18" fmla="*/ 933 w 1051"/>
              <a:gd name="T19" fmla="*/ 582 h 1051"/>
              <a:gd name="T20" fmla="*/ 1050 w 1051"/>
              <a:gd name="T21" fmla="*/ 0 h 1051"/>
              <a:gd name="T22" fmla="*/ 933 w 1051"/>
              <a:gd name="T23" fmla="*/ 118 h 1051"/>
              <a:gd name="T24" fmla="*/ 933 w 1051"/>
              <a:gd name="T25" fmla="*/ 817 h 1051"/>
              <a:gd name="T26" fmla="*/ 1050 w 1051"/>
              <a:gd name="T27" fmla="*/ 700 h 1051"/>
              <a:gd name="T28" fmla="*/ 933 w 1051"/>
              <a:gd name="T29" fmla="*/ 817 h 1051"/>
              <a:gd name="T30" fmla="*/ 700 w 1051"/>
              <a:gd name="T31" fmla="*/ 932 h 1051"/>
              <a:gd name="T32" fmla="*/ 818 w 1051"/>
              <a:gd name="T33" fmla="*/ 1050 h 1051"/>
              <a:gd name="T34" fmla="*/ 933 w 1051"/>
              <a:gd name="T35" fmla="*/ 350 h 1051"/>
              <a:gd name="T36" fmla="*/ 1050 w 1051"/>
              <a:gd name="T37" fmla="*/ 232 h 1051"/>
              <a:gd name="T38" fmla="*/ 933 w 1051"/>
              <a:gd name="T39" fmla="*/ 350 h 1051"/>
              <a:gd name="T40" fmla="*/ 0 w 1051"/>
              <a:gd name="T41" fmla="*/ 0 h 1051"/>
              <a:gd name="T42" fmla="*/ 118 w 1051"/>
              <a:gd name="T43" fmla="*/ 1050 h 1051"/>
              <a:gd name="T44" fmla="*/ 233 w 1051"/>
              <a:gd name="T45" fmla="*/ 582 h 1051"/>
              <a:gd name="T46" fmla="*/ 350 w 1051"/>
              <a:gd name="T47" fmla="*/ 467 h 1051"/>
              <a:gd name="T48" fmla="*/ 233 w 1051"/>
              <a:gd name="T49" fmla="*/ 582 h 1051"/>
              <a:gd name="T50" fmla="*/ 233 w 1051"/>
              <a:gd name="T51" fmla="*/ 0 h 1051"/>
              <a:gd name="T52" fmla="*/ 350 w 1051"/>
              <a:gd name="T53" fmla="*/ 118 h 1051"/>
              <a:gd name="T54" fmla="*/ 233 w 1051"/>
              <a:gd name="T55" fmla="*/ 1050 h 1051"/>
              <a:gd name="T56" fmla="*/ 350 w 1051"/>
              <a:gd name="T57" fmla="*/ 932 h 1051"/>
              <a:gd name="T58" fmla="*/ 233 w 1051"/>
              <a:gd name="T59" fmla="*/ 1050 h 1051"/>
              <a:gd name="T60" fmla="*/ 468 w 1051"/>
              <a:gd name="T61" fmla="*/ 467 h 1051"/>
              <a:gd name="T62" fmla="*/ 583 w 1051"/>
              <a:gd name="T63" fmla="*/ 582 h 1051"/>
              <a:gd name="T64" fmla="*/ 468 w 1051"/>
              <a:gd name="T65" fmla="*/ 350 h 1051"/>
              <a:gd name="T66" fmla="*/ 583 w 1051"/>
              <a:gd name="T67" fmla="*/ 232 h 1051"/>
              <a:gd name="T68" fmla="*/ 468 w 1051"/>
              <a:gd name="T69" fmla="*/ 350 h 1051"/>
              <a:gd name="T70" fmla="*/ 468 w 1051"/>
              <a:gd name="T71" fmla="*/ 0 h 1051"/>
              <a:gd name="T72" fmla="*/ 583 w 1051"/>
              <a:gd name="T73" fmla="*/ 118 h 1051"/>
              <a:gd name="T74" fmla="*/ 468 w 1051"/>
              <a:gd name="T75" fmla="*/ 817 h 1051"/>
              <a:gd name="T76" fmla="*/ 583 w 1051"/>
              <a:gd name="T77" fmla="*/ 700 h 1051"/>
              <a:gd name="T78" fmla="*/ 468 w 1051"/>
              <a:gd name="T79" fmla="*/ 817 h 1051"/>
              <a:gd name="T80" fmla="*/ 468 w 1051"/>
              <a:gd name="T81" fmla="*/ 932 h 1051"/>
              <a:gd name="T82" fmla="*/ 583 w 1051"/>
              <a:gd name="T8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700" y="118"/>
                </a:moveTo>
                <a:lnTo>
                  <a:pt x="700" y="0"/>
                </a:lnTo>
                <a:lnTo>
                  <a:pt x="818" y="0"/>
                </a:lnTo>
                <a:lnTo>
                  <a:pt x="818" y="118"/>
                </a:lnTo>
                <a:lnTo>
                  <a:pt x="700" y="118"/>
                </a:lnTo>
                <a:close/>
                <a:moveTo>
                  <a:pt x="700" y="582"/>
                </a:moveTo>
                <a:lnTo>
                  <a:pt x="700" y="467"/>
                </a:lnTo>
                <a:lnTo>
                  <a:pt x="818" y="467"/>
                </a:lnTo>
                <a:lnTo>
                  <a:pt x="818" y="582"/>
                </a:lnTo>
                <a:lnTo>
                  <a:pt x="700" y="582"/>
                </a:lnTo>
                <a:close/>
                <a:moveTo>
                  <a:pt x="933" y="1050"/>
                </a:moveTo>
                <a:lnTo>
                  <a:pt x="933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3" y="1050"/>
                </a:lnTo>
                <a:close/>
                <a:moveTo>
                  <a:pt x="933" y="582"/>
                </a:moveTo>
                <a:lnTo>
                  <a:pt x="933" y="467"/>
                </a:lnTo>
                <a:lnTo>
                  <a:pt x="1050" y="467"/>
                </a:lnTo>
                <a:lnTo>
                  <a:pt x="1050" y="582"/>
                </a:lnTo>
                <a:lnTo>
                  <a:pt x="933" y="582"/>
                </a:lnTo>
                <a:close/>
                <a:moveTo>
                  <a:pt x="933" y="0"/>
                </a:moveTo>
                <a:lnTo>
                  <a:pt x="1050" y="0"/>
                </a:lnTo>
                <a:lnTo>
                  <a:pt x="1050" y="118"/>
                </a:lnTo>
                <a:lnTo>
                  <a:pt x="933" y="118"/>
                </a:lnTo>
                <a:lnTo>
                  <a:pt x="933" y="0"/>
                </a:lnTo>
                <a:close/>
                <a:moveTo>
                  <a:pt x="933" y="817"/>
                </a:moveTo>
                <a:lnTo>
                  <a:pt x="933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3" y="817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8" y="932"/>
                </a:lnTo>
                <a:lnTo>
                  <a:pt x="818" y="1050"/>
                </a:lnTo>
                <a:lnTo>
                  <a:pt x="700" y="1050"/>
                </a:lnTo>
                <a:close/>
                <a:moveTo>
                  <a:pt x="933" y="350"/>
                </a:moveTo>
                <a:lnTo>
                  <a:pt x="933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3" y="350"/>
                </a:lnTo>
                <a:close/>
                <a:moveTo>
                  <a:pt x="0" y="1050"/>
                </a:moveTo>
                <a:lnTo>
                  <a:pt x="0" y="0"/>
                </a:lnTo>
                <a:lnTo>
                  <a:pt x="118" y="0"/>
                </a:lnTo>
                <a:lnTo>
                  <a:pt x="118" y="1050"/>
                </a:lnTo>
                <a:lnTo>
                  <a:pt x="0" y="1050"/>
                </a:lnTo>
                <a:close/>
                <a:moveTo>
                  <a:pt x="233" y="582"/>
                </a:moveTo>
                <a:lnTo>
                  <a:pt x="233" y="467"/>
                </a:lnTo>
                <a:lnTo>
                  <a:pt x="350" y="467"/>
                </a:lnTo>
                <a:lnTo>
                  <a:pt x="350" y="582"/>
                </a:lnTo>
                <a:lnTo>
                  <a:pt x="233" y="582"/>
                </a:lnTo>
                <a:close/>
                <a:moveTo>
                  <a:pt x="233" y="118"/>
                </a:moveTo>
                <a:lnTo>
                  <a:pt x="233" y="0"/>
                </a:lnTo>
                <a:lnTo>
                  <a:pt x="350" y="0"/>
                </a:lnTo>
                <a:lnTo>
                  <a:pt x="350" y="118"/>
                </a:lnTo>
                <a:lnTo>
                  <a:pt x="233" y="118"/>
                </a:lnTo>
                <a:close/>
                <a:moveTo>
                  <a:pt x="233" y="1050"/>
                </a:moveTo>
                <a:lnTo>
                  <a:pt x="233" y="932"/>
                </a:lnTo>
                <a:lnTo>
                  <a:pt x="350" y="932"/>
                </a:lnTo>
                <a:lnTo>
                  <a:pt x="350" y="1050"/>
                </a:lnTo>
                <a:lnTo>
                  <a:pt x="233" y="1050"/>
                </a:lnTo>
                <a:close/>
                <a:moveTo>
                  <a:pt x="468" y="582"/>
                </a:moveTo>
                <a:lnTo>
                  <a:pt x="468" y="467"/>
                </a:lnTo>
                <a:lnTo>
                  <a:pt x="583" y="467"/>
                </a:lnTo>
                <a:lnTo>
                  <a:pt x="583" y="582"/>
                </a:lnTo>
                <a:lnTo>
                  <a:pt x="468" y="582"/>
                </a:lnTo>
                <a:close/>
                <a:moveTo>
                  <a:pt x="468" y="350"/>
                </a:moveTo>
                <a:lnTo>
                  <a:pt x="468" y="232"/>
                </a:lnTo>
                <a:lnTo>
                  <a:pt x="583" y="232"/>
                </a:lnTo>
                <a:lnTo>
                  <a:pt x="583" y="350"/>
                </a:lnTo>
                <a:lnTo>
                  <a:pt x="468" y="350"/>
                </a:lnTo>
                <a:close/>
                <a:moveTo>
                  <a:pt x="468" y="118"/>
                </a:moveTo>
                <a:lnTo>
                  <a:pt x="468" y="0"/>
                </a:lnTo>
                <a:lnTo>
                  <a:pt x="583" y="0"/>
                </a:lnTo>
                <a:lnTo>
                  <a:pt x="583" y="118"/>
                </a:lnTo>
                <a:lnTo>
                  <a:pt x="468" y="118"/>
                </a:lnTo>
                <a:close/>
                <a:moveTo>
                  <a:pt x="468" y="817"/>
                </a:moveTo>
                <a:lnTo>
                  <a:pt x="468" y="700"/>
                </a:lnTo>
                <a:lnTo>
                  <a:pt x="583" y="700"/>
                </a:lnTo>
                <a:lnTo>
                  <a:pt x="583" y="817"/>
                </a:lnTo>
                <a:lnTo>
                  <a:pt x="468" y="817"/>
                </a:lnTo>
                <a:close/>
                <a:moveTo>
                  <a:pt x="468" y="1050"/>
                </a:moveTo>
                <a:lnTo>
                  <a:pt x="468" y="932"/>
                </a:lnTo>
                <a:lnTo>
                  <a:pt x="583" y="932"/>
                </a:lnTo>
                <a:lnTo>
                  <a:pt x="583" y="1050"/>
                </a:lnTo>
                <a:lnTo>
                  <a:pt x="468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51864" y="1491458"/>
            <a:ext cx="377825" cy="377825"/>
          </a:xfrm>
          <a:custGeom>
            <a:avLst/>
            <a:gdLst>
              <a:gd name="T0" fmla="*/ 933 w 1051"/>
              <a:gd name="T1" fmla="*/ 700 h 1051"/>
              <a:gd name="T2" fmla="*/ 1050 w 1051"/>
              <a:gd name="T3" fmla="*/ 817 h 1051"/>
              <a:gd name="T4" fmla="*/ 933 w 1051"/>
              <a:gd name="T5" fmla="*/ 1050 h 1051"/>
              <a:gd name="T6" fmla="*/ 1050 w 1051"/>
              <a:gd name="T7" fmla="*/ 932 h 1051"/>
              <a:gd name="T8" fmla="*/ 933 w 1051"/>
              <a:gd name="T9" fmla="*/ 1050 h 1051"/>
              <a:gd name="T10" fmla="*/ 583 w 1051"/>
              <a:gd name="T11" fmla="*/ 467 h 1051"/>
              <a:gd name="T12" fmla="*/ 1050 w 1051"/>
              <a:gd name="T13" fmla="*/ 582 h 1051"/>
              <a:gd name="T14" fmla="*/ 583 w 1051"/>
              <a:gd name="T15" fmla="*/ 1050 h 1051"/>
              <a:gd name="T16" fmla="*/ 468 w 1051"/>
              <a:gd name="T17" fmla="*/ 582 h 1051"/>
              <a:gd name="T18" fmla="*/ 0 w 1051"/>
              <a:gd name="T19" fmla="*/ 467 h 1051"/>
              <a:gd name="T20" fmla="*/ 468 w 1051"/>
              <a:gd name="T21" fmla="*/ 0 h 1051"/>
              <a:gd name="T22" fmla="*/ 700 w 1051"/>
              <a:gd name="T23" fmla="*/ 1050 h 1051"/>
              <a:gd name="T24" fmla="*/ 818 w 1051"/>
              <a:gd name="T25" fmla="*/ 932 h 1051"/>
              <a:gd name="T26" fmla="*/ 700 w 1051"/>
              <a:gd name="T27" fmla="*/ 1050 h 1051"/>
              <a:gd name="T28" fmla="*/ 1050 w 1051"/>
              <a:gd name="T29" fmla="*/ 0 h 1051"/>
              <a:gd name="T30" fmla="*/ 933 w 1051"/>
              <a:gd name="T31" fmla="*/ 118 h 1051"/>
              <a:gd name="T32" fmla="*/ 933 w 1051"/>
              <a:gd name="T33" fmla="*/ 350 h 1051"/>
              <a:gd name="T34" fmla="*/ 1050 w 1051"/>
              <a:gd name="T35" fmla="*/ 232 h 1051"/>
              <a:gd name="T36" fmla="*/ 933 w 1051"/>
              <a:gd name="T37" fmla="*/ 350 h 1051"/>
              <a:gd name="T38" fmla="*/ 818 w 1051"/>
              <a:gd name="T39" fmla="*/ 118 h 1051"/>
              <a:gd name="T40" fmla="*/ 700 w 1051"/>
              <a:gd name="T41" fmla="*/ 0 h 1051"/>
              <a:gd name="T42" fmla="*/ 118 w 1051"/>
              <a:gd name="T43" fmla="*/ 0 h 1051"/>
              <a:gd name="T44" fmla="*/ 0 w 1051"/>
              <a:gd name="T45" fmla="*/ 118 h 1051"/>
              <a:gd name="T46" fmla="*/ 118 w 1051"/>
              <a:gd name="T47" fmla="*/ 0 h 1051"/>
              <a:gd name="T48" fmla="*/ 350 w 1051"/>
              <a:gd name="T49" fmla="*/ 118 h 1051"/>
              <a:gd name="T50" fmla="*/ 233 w 1051"/>
              <a:gd name="T51" fmla="*/ 0 h 1051"/>
              <a:gd name="T52" fmla="*/ 0 w 1051"/>
              <a:gd name="T53" fmla="*/ 817 h 1051"/>
              <a:gd name="T54" fmla="*/ 118 w 1051"/>
              <a:gd name="T55" fmla="*/ 700 h 1051"/>
              <a:gd name="T56" fmla="*/ 0 w 1051"/>
              <a:gd name="T57" fmla="*/ 817 h 1051"/>
              <a:gd name="T58" fmla="*/ 118 w 1051"/>
              <a:gd name="T59" fmla="*/ 350 h 1051"/>
              <a:gd name="T60" fmla="*/ 0 w 1051"/>
              <a:gd name="T61" fmla="*/ 232 h 1051"/>
              <a:gd name="T62" fmla="*/ 233 w 1051"/>
              <a:gd name="T63" fmla="*/ 1050 h 1051"/>
              <a:gd name="T64" fmla="*/ 350 w 1051"/>
              <a:gd name="T65" fmla="*/ 932 h 1051"/>
              <a:gd name="T66" fmla="*/ 233 w 1051"/>
              <a:gd name="T67" fmla="*/ 1050 h 1051"/>
              <a:gd name="T68" fmla="*/ 0 w 1051"/>
              <a:gd name="T69" fmla="*/ 932 h 1051"/>
              <a:gd name="T70" fmla="*/ 118 w 1051"/>
              <a:gd name="T71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1" h="1051">
                <a:moveTo>
                  <a:pt x="933" y="817"/>
                </a:moveTo>
                <a:lnTo>
                  <a:pt x="933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3" y="817"/>
                </a:lnTo>
                <a:close/>
                <a:moveTo>
                  <a:pt x="933" y="1050"/>
                </a:moveTo>
                <a:lnTo>
                  <a:pt x="933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3" y="1050"/>
                </a:lnTo>
                <a:close/>
                <a:moveTo>
                  <a:pt x="583" y="0"/>
                </a:moveTo>
                <a:lnTo>
                  <a:pt x="583" y="467"/>
                </a:lnTo>
                <a:lnTo>
                  <a:pt x="1050" y="467"/>
                </a:lnTo>
                <a:lnTo>
                  <a:pt x="1050" y="582"/>
                </a:lnTo>
                <a:lnTo>
                  <a:pt x="583" y="582"/>
                </a:lnTo>
                <a:lnTo>
                  <a:pt x="583" y="1050"/>
                </a:lnTo>
                <a:lnTo>
                  <a:pt x="468" y="1050"/>
                </a:lnTo>
                <a:lnTo>
                  <a:pt x="468" y="582"/>
                </a:lnTo>
                <a:lnTo>
                  <a:pt x="0" y="582"/>
                </a:lnTo>
                <a:lnTo>
                  <a:pt x="0" y="467"/>
                </a:lnTo>
                <a:lnTo>
                  <a:pt x="468" y="467"/>
                </a:lnTo>
                <a:lnTo>
                  <a:pt x="468" y="0"/>
                </a:lnTo>
                <a:lnTo>
                  <a:pt x="583" y="0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8" y="932"/>
                </a:lnTo>
                <a:lnTo>
                  <a:pt x="818" y="1050"/>
                </a:lnTo>
                <a:lnTo>
                  <a:pt x="700" y="1050"/>
                </a:lnTo>
                <a:close/>
                <a:moveTo>
                  <a:pt x="933" y="0"/>
                </a:moveTo>
                <a:lnTo>
                  <a:pt x="1050" y="0"/>
                </a:lnTo>
                <a:lnTo>
                  <a:pt x="1050" y="118"/>
                </a:lnTo>
                <a:lnTo>
                  <a:pt x="933" y="118"/>
                </a:lnTo>
                <a:lnTo>
                  <a:pt x="933" y="0"/>
                </a:lnTo>
                <a:close/>
                <a:moveTo>
                  <a:pt x="933" y="350"/>
                </a:moveTo>
                <a:lnTo>
                  <a:pt x="933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3" y="350"/>
                </a:lnTo>
                <a:close/>
                <a:moveTo>
                  <a:pt x="818" y="0"/>
                </a:moveTo>
                <a:lnTo>
                  <a:pt x="818" y="118"/>
                </a:lnTo>
                <a:lnTo>
                  <a:pt x="700" y="118"/>
                </a:lnTo>
                <a:lnTo>
                  <a:pt x="700" y="0"/>
                </a:lnTo>
                <a:lnTo>
                  <a:pt x="818" y="0"/>
                </a:lnTo>
                <a:close/>
                <a:moveTo>
                  <a:pt x="118" y="0"/>
                </a:moveTo>
                <a:lnTo>
                  <a:pt x="118" y="118"/>
                </a:lnTo>
                <a:lnTo>
                  <a:pt x="0" y="118"/>
                </a:lnTo>
                <a:lnTo>
                  <a:pt x="0" y="0"/>
                </a:lnTo>
                <a:lnTo>
                  <a:pt x="118" y="0"/>
                </a:lnTo>
                <a:close/>
                <a:moveTo>
                  <a:pt x="350" y="0"/>
                </a:moveTo>
                <a:lnTo>
                  <a:pt x="350" y="118"/>
                </a:lnTo>
                <a:lnTo>
                  <a:pt x="233" y="118"/>
                </a:lnTo>
                <a:lnTo>
                  <a:pt x="233" y="0"/>
                </a:lnTo>
                <a:lnTo>
                  <a:pt x="350" y="0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8" y="700"/>
                </a:lnTo>
                <a:lnTo>
                  <a:pt x="118" y="817"/>
                </a:lnTo>
                <a:lnTo>
                  <a:pt x="0" y="817"/>
                </a:lnTo>
                <a:close/>
                <a:moveTo>
                  <a:pt x="118" y="232"/>
                </a:moveTo>
                <a:lnTo>
                  <a:pt x="118" y="350"/>
                </a:lnTo>
                <a:lnTo>
                  <a:pt x="0" y="350"/>
                </a:lnTo>
                <a:lnTo>
                  <a:pt x="0" y="232"/>
                </a:lnTo>
                <a:lnTo>
                  <a:pt x="118" y="232"/>
                </a:lnTo>
                <a:close/>
                <a:moveTo>
                  <a:pt x="233" y="1050"/>
                </a:moveTo>
                <a:lnTo>
                  <a:pt x="233" y="932"/>
                </a:lnTo>
                <a:lnTo>
                  <a:pt x="350" y="932"/>
                </a:lnTo>
                <a:lnTo>
                  <a:pt x="350" y="1050"/>
                </a:lnTo>
                <a:lnTo>
                  <a:pt x="233" y="1050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8" y="932"/>
                </a:lnTo>
                <a:lnTo>
                  <a:pt x="118" y="1050"/>
                </a:lnTo>
                <a:lnTo>
                  <a:pt x="0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23426" y="1491458"/>
            <a:ext cx="377825" cy="377825"/>
          </a:xfrm>
          <a:custGeom>
            <a:avLst/>
            <a:gdLst>
              <a:gd name="T0" fmla="*/ 933 w 1051"/>
              <a:gd name="T1" fmla="*/ 932 h 1051"/>
              <a:gd name="T2" fmla="*/ 1050 w 1051"/>
              <a:gd name="T3" fmla="*/ 1050 h 1051"/>
              <a:gd name="T4" fmla="*/ 700 w 1051"/>
              <a:gd name="T5" fmla="*/ 1050 h 1051"/>
              <a:gd name="T6" fmla="*/ 818 w 1051"/>
              <a:gd name="T7" fmla="*/ 932 h 1051"/>
              <a:gd name="T8" fmla="*/ 700 w 1051"/>
              <a:gd name="T9" fmla="*/ 1050 h 1051"/>
              <a:gd name="T10" fmla="*/ 468 w 1051"/>
              <a:gd name="T11" fmla="*/ 700 h 1051"/>
              <a:gd name="T12" fmla="*/ 583 w 1051"/>
              <a:gd name="T13" fmla="*/ 817 h 1051"/>
              <a:gd name="T14" fmla="*/ 933 w 1051"/>
              <a:gd name="T15" fmla="*/ 350 h 1051"/>
              <a:gd name="T16" fmla="*/ 1050 w 1051"/>
              <a:gd name="T17" fmla="*/ 232 h 1051"/>
              <a:gd name="T18" fmla="*/ 933 w 1051"/>
              <a:gd name="T19" fmla="*/ 350 h 1051"/>
              <a:gd name="T20" fmla="*/ 1050 w 1051"/>
              <a:gd name="T21" fmla="*/ 0 h 1051"/>
              <a:gd name="T22" fmla="*/ 933 w 1051"/>
              <a:gd name="T23" fmla="*/ 118 h 1051"/>
              <a:gd name="T24" fmla="*/ 0 w 1051"/>
              <a:gd name="T25" fmla="*/ 582 h 1051"/>
              <a:gd name="T26" fmla="*/ 1050 w 1051"/>
              <a:gd name="T27" fmla="*/ 467 h 1051"/>
              <a:gd name="T28" fmla="*/ 0 w 1051"/>
              <a:gd name="T29" fmla="*/ 582 h 1051"/>
              <a:gd name="T30" fmla="*/ 468 w 1051"/>
              <a:gd name="T31" fmla="*/ 932 h 1051"/>
              <a:gd name="T32" fmla="*/ 583 w 1051"/>
              <a:gd name="T33" fmla="*/ 1050 h 1051"/>
              <a:gd name="T34" fmla="*/ 933 w 1051"/>
              <a:gd name="T35" fmla="*/ 817 h 1051"/>
              <a:gd name="T36" fmla="*/ 1050 w 1051"/>
              <a:gd name="T37" fmla="*/ 700 h 1051"/>
              <a:gd name="T38" fmla="*/ 933 w 1051"/>
              <a:gd name="T39" fmla="*/ 817 h 1051"/>
              <a:gd name="T40" fmla="*/ 583 w 1051"/>
              <a:gd name="T41" fmla="*/ 118 h 1051"/>
              <a:gd name="T42" fmla="*/ 468 w 1051"/>
              <a:gd name="T43" fmla="*/ 0 h 1051"/>
              <a:gd name="T44" fmla="*/ 583 w 1051"/>
              <a:gd name="T45" fmla="*/ 232 h 1051"/>
              <a:gd name="T46" fmla="*/ 468 w 1051"/>
              <a:gd name="T47" fmla="*/ 350 h 1051"/>
              <a:gd name="T48" fmla="*/ 583 w 1051"/>
              <a:gd name="T49" fmla="*/ 232 h 1051"/>
              <a:gd name="T50" fmla="*/ 818 w 1051"/>
              <a:gd name="T51" fmla="*/ 118 h 1051"/>
              <a:gd name="T52" fmla="*/ 700 w 1051"/>
              <a:gd name="T53" fmla="*/ 0 h 1051"/>
              <a:gd name="T54" fmla="*/ 350 w 1051"/>
              <a:gd name="T55" fmla="*/ 0 h 1051"/>
              <a:gd name="T56" fmla="*/ 233 w 1051"/>
              <a:gd name="T57" fmla="*/ 118 h 1051"/>
              <a:gd name="T58" fmla="*/ 350 w 1051"/>
              <a:gd name="T59" fmla="*/ 0 h 1051"/>
              <a:gd name="T60" fmla="*/ 118 w 1051"/>
              <a:gd name="T61" fmla="*/ 118 h 1051"/>
              <a:gd name="T62" fmla="*/ 0 w 1051"/>
              <a:gd name="T63" fmla="*/ 0 h 1051"/>
              <a:gd name="T64" fmla="*/ 233 w 1051"/>
              <a:gd name="T65" fmla="*/ 1050 h 1051"/>
              <a:gd name="T66" fmla="*/ 350 w 1051"/>
              <a:gd name="T67" fmla="*/ 932 h 1051"/>
              <a:gd name="T68" fmla="*/ 233 w 1051"/>
              <a:gd name="T69" fmla="*/ 1050 h 1051"/>
              <a:gd name="T70" fmla="*/ 0 w 1051"/>
              <a:gd name="T71" fmla="*/ 700 h 1051"/>
              <a:gd name="T72" fmla="*/ 118 w 1051"/>
              <a:gd name="T73" fmla="*/ 817 h 1051"/>
              <a:gd name="T74" fmla="*/ 118 w 1051"/>
              <a:gd name="T75" fmla="*/ 232 h 1051"/>
              <a:gd name="T76" fmla="*/ 0 w 1051"/>
              <a:gd name="T77" fmla="*/ 350 h 1051"/>
              <a:gd name="T78" fmla="*/ 118 w 1051"/>
              <a:gd name="T79" fmla="*/ 232 h 1051"/>
              <a:gd name="T80" fmla="*/ 0 w 1051"/>
              <a:gd name="T81" fmla="*/ 932 h 1051"/>
              <a:gd name="T82" fmla="*/ 118 w 1051"/>
              <a:gd name="T8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933" y="1050"/>
                </a:moveTo>
                <a:lnTo>
                  <a:pt x="933" y="932"/>
                </a:lnTo>
                <a:lnTo>
                  <a:pt x="1050" y="932"/>
                </a:lnTo>
                <a:lnTo>
                  <a:pt x="1050" y="1050"/>
                </a:lnTo>
                <a:lnTo>
                  <a:pt x="933" y="1050"/>
                </a:lnTo>
                <a:close/>
                <a:moveTo>
                  <a:pt x="700" y="1050"/>
                </a:moveTo>
                <a:lnTo>
                  <a:pt x="700" y="932"/>
                </a:lnTo>
                <a:lnTo>
                  <a:pt x="818" y="932"/>
                </a:lnTo>
                <a:lnTo>
                  <a:pt x="818" y="1050"/>
                </a:lnTo>
                <a:lnTo>
                  <a:pt x="700" y="1050"/>
                </a:lnTo>
                <a:close/>
                <a:moveTo>
                  <a:pt x="468" y="817"/>
                </a:moveTo>
                <a:lnTo>
                  <a:pt x="468" y="700"/>
                </a:lnTo>
                <a:lnTo>
                  <a:pt x="583" y="700"/>
                </a:lnTo>
                <a:lnTo>
                  <a:pt x="583" y="817"/>
                </a:lnTo>
                <a:lnTo>
                  <a:pt x="468" y="817"/>
                </a:lnTo>
                <a:close/>
                <a:moveTo>
                  <a:pt x="933" y="350"/>
                </a:moveTo>
                <a:lnTo>
                  <a:pt x="933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3" y="350"/>
                </a:lnTo>
                <a:close/>
                <a:moveTo>
                  <a:pt x="933" y="0"/>
                </a:moveTo>
                <a:lnTo>
                  <a:pt x="1050" y="0"/>
                </a:lnTo>
                <a:lnTo>
                  <a:pt x="1050" y="118"/>
                </a:lnTo>
                <a:lnTo>
                  <a:pt x="933" y="118"/>
                </a:lnTo>
                <a:lnTo>
                  <a:pt x="933" y="0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050" y="467"/>
                </a:lnTo>
                <a:lnTo>
                  <a:pt x="1050" y="582"/>
                </a:lnTo>
                <a:lnTo>
                  <a:pt x="0" y="582"/>
                </a:lnTo>
                <a:close/>
                <a:moveTo>
                  <a:pt x="468" y="1050"/>
                </a:moveTo>
                <a:lnTo>
                  <a:pt x="468" y="932"/>
                </a:lnTo>
                <a:lnTo>
                  <a:pt x="583" y="932"/>
                </a:lnTo>
                <a:lnTo>
                  <a:pt x="583" y="1050"/>
                </a:lnTo>
                <a:lnTo>
                  <a:pt x="468" y="1050"/>
                </a:lnTo>
                <a:close/>
                <a:moveTo>
                  <a:pt x="933" y="817"/>
                </a:moveTo>
                <a:lnTo>
                  <a:pt x="933" y="700"/>
                </a:lnTo>
                <a:lnTo>
                  <a:pt x="1050" y="700"/>
                </a:lnTo>
                <a:lnTo>
                  <a:pt x="1050" y="817"/>
                </a:lnTo>
                <a:lnTo>
                  <a:pt x="933" y="817"/>
                </a:lnTo>
                <a:close/>
                <a:moveTo>
                  <a:pt x="583" y="0"/>
                </a:moveTo>
                <a:lnTo>
                  <a:pt x="583" y="118"/>
                </a:lnTo>
                <a:lnTo>
                  <a:pt x="468" y="118"/>
                </a:lnTo>
                <a:lnTo>
                  <a:pt x="468" y="0"/>
                </a:lnTo>
                <a:lnTo>
                  <a:pt x="583" y="0"/>
                </a:lnTo>
                <a:close/>
                <a:moveTo>
                  <a:pt x="583" y="232"/>
                </a:moveTo>
                <a:lnTo>
                  <a:pt x="583" y="350"/>
                </a:lnTo>
                <a:lnTo>
                  <a:pt x="468" y="350"/>
                </a:lnTo>
                <a:lnTo>
                  <a:pt x="468" y="232"/>
                </a:lnTo>
                <a:lnTo>
                  <a:pt x="583" y="232"/>
                </a:lnTo>
                <a:close/>
                <a:moveTo>
                  <a:pt x="818" y="0"/>
                </a:moveTo>
                <a:lnTo>
                  <a:pt x="818" y="118"/>
                </a:lnTo>
                <a:lnTo>
                  <a:pt x="700" y="118"/>
                </a:lnTo>
                <a:lnTo>
                  <a:pt x="700" y="0"/>
                </a:lnTo>
                <a:lnTo>
                  <a:pt x="818" y="0"/>
                </a:lnTo>
                <a:close/>
                <a:moveTo>
                  <a:pt x="350" y="0"/>
                </a:moveTo>
                <a:lnTo>
                  <a:pt x="350" y="118"/>
                </a:lnTo>
                <a:lnTo>
                  <a:pt x="233" y="118"/>
                </a:lnTo>
                <a:lnTo>
                  <a:pt x="233" y="0"/>
                </a:lnTo>
                <a:lnTo>
                  <a:pt x="350" y="0"/>
                </a:lnTo>
                <a:close/>
                <a:moveTo>
                  <a:pt x="118" y="0"/>
                </a:moveTo>
                <a:lnTo>
                  <a:pt x="118" y="118"/>
                </a:lnTo>
                <a:lnTo>
                  <a:pt x="0" y="118"/>
                </a:lnTo>
                <a:lnTo>
                  <a:pt x="0" y="0"/>
                </a:lnTo>
                <a:lnTo>
                  <a:pt x="118" y="0"/>
                </a:lnTo>
                <a:close/>
                <a:moveTo>
                  <a:pt x="233" y="1050"/>
                </a:moveTo>
                <a:lnTo>
                  <a:pt x="233" y="932"/>
                </a:lnTo>
                <a:lnTo>
                  <a:pt x="350" y="932"/>
                </a:lnTo>
                <a:lnTo>
                  <a:pt x="350" y="1050"/>
                </a:lnTo>
                <a:lnTo>
                  <a:pt x="233" y="1050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8" y="700"/>
                </a:lnTo>
                <a:lnTo>
                  <a:pt x="118" y="817"/>
                </a:lnTo>
                <a:lnTo>
                  <a:pt x="0" y="817"/>
                </a:lnTo>
                <a:close/>
                <a:moveTo>
                  <a:pt x="118" y="232"/>
                </a:moveTo>
                <a:lnTo>
                  <a:pt x="118" y="350"/>
                </a:lnTo>
                <a:lnTo>
                  <a:pt x="0" y="350"/>
                </a:lnTo>
                <a:lnTo>
                  <a:pt x="0" y="232"/>
                </a:lnTo>
                <a:lnTo>
                  <a:pt x="118" y="232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18" y="932"/>
                </a:lnTo>
                <a:lnTo>
                  <a:pt x="118" y="1050"/>
                </a:lnTo>
                <a:lnTo>
                  <a:pt x="0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631489" y="1426371"/>
            <a:ext cx="504825" cy="506413"/>
          </a:xfrm>
          <a:custGeom>
            <a:avLst/>
            <a:gdLst>
              <a:gd name="T0" fmla="*/ 0 w 1401"/>
              <a:gd name="T1" fmla="*/ 1172 h 1406"/>
              <a:gd name="T2" fmla="*/ 1400 w 1401"/>
              <a:gd name="T3" fmla="*/ 1172 h 1406"/>
              <a:gd name="T4" fmla="*/ 1400 w 1401"/>
              <a:gd name="T5" fmla="*/ 1405 h 1406"/>
              <a:gd name="T6" fmla="*/ 0 w 1401"/>
              <a:gd name="T7" fmla="*/ 1405 h 1406"/>
              <a:gd name="T8" fmla="*/ 0 w 1401"/>
              <a:gd name="T9" fmla="*/ 1172 h 1406"/>
              <a:gd name="T10" fmla="*/ 1209 w 1401"/>
              <a:gd name="T11" fmla="*/ 240 h 1406"/>
              <a:gd name="T12" fmla="*/ 1094 w 1401"/>
              <a:gd name="T13" fmla="*/ 355 h 1406"/>
              <a:gd name="T14" fmla="*/ 875 w 1401"/>
              <a:gd name="T15" fmla="*/ 136 h 1406"/>
              <a:gd name="T16" fmla="*/ 990 w 1401"/>
              <a:gd name="T17" fmla="*/ 21 h 1406"/>
              <a:gd name="T18" fmla="*/ 1072 w 1401"/>
              <a:gd name="T19" fmla="*/ 21 h 1406"/>
              <a:gd name="T20" fmla="*/ 1209 w 1401"/>
              <a:gd name="T21" fmla="*/ 158 h 1406"/>
              <a:gd name="T22" fmla="*/ 1209 w 1401"/>
              <a:gd name="T23" fmla="*/ 240 h 1406"/>
              <a:gd name="T24" fmla="*/ 1036 w 1401"/>
              <a:gd name="T25" fmla="*/ 412 h 1406"/>
              <a:gd name="T26" fmla="*/ 451 w 1401"/>
              <a:gd name="T27" fmla="*/ 997 h 1406"/>
              <a:gd name="T28" fmla="*/ 232 w 1401"/>
              <a:gd name="T29" fmla="*/ 997 h 1406"/>
              <a:gd name="T30" fmla="*/ 232 w 1401"/>
              <a:gd name="T31" fmla="*/ 779 h 1406"/>
              <a:gd name="T32" fmla="*/ 818 w 1401"/>
              <a:gd name="T33" fmla="*/ 194 h 1406"/>
              <a:gd name="T34" fmla="*/ 1036 w 1401"/>
              <a:gd name="T35" fmla="*/ 412 h 1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01" h="1406">
                <a:moveTo>
                  <a:pt x="0" y="1172"/>
                </a:moveTo>
                <a:lnTo>
                  <a:pt x="1400" y="1172"/>
                </a:lnTo>
                <a:lnTo>
                  <a:pt x="1400" y="1405"/>
                </a:lnTo>
                <a:lnTo>
                  <a:pt x="0" y="1405"/>
                </a:lnTo>
                <a:lnTo>
                  <a:pt x="0" y="1172"/>
                </a:lnTo>
                <a:close/>
                <a:moveTo>
                  <a:pt x="1209" y="240"/>
                </a:moveTo>
                <a:lnTo>
                  <a:pt x="1094" y="355"/>
                </a:lnTo>
                <a:lnTo>
                  <a:pt x="875" y="136"/>
                </a:lnTo>
                <a:lnTo>
                  <a:pt x="990" y="21"/>
                </a:lnTo>
                <a:cubicBezTo>
                  <a:pt x="1012" y="0"/>
                  <a:pt x="1050" y="0"/>
                  <a:pt x="1072" y="21"/>
                </a:cubicBezTo>
                <a:lnTo>
                  <a:pt x="1209" y="158"/>
                </a:lnTo>
                <a:cubicBezTo>
                  <a:pt x="1230" y="180"/>
                  <a:pt x="1230" y="218"/>
                  <a:pt x="1209" y="240"/>
                </a:cubicBezTo>
                <a:close/>
                <a:moveTo>
                  <a:pt x="1036" y="412"/>
                </a:moveTo>
                <a:lnTo>
                  <a:pt x="451" y="997"/>
                </a:lnTo>
                <a:lnTo>
                  <a:pt x="232" y="997"/>
                </a:lnTo>
                <a:lnTo>
                  <a:pt x="232" y="779"/>
                </a:lnTo>
                <a:lnTo>
                  <a:pt x="818" y="194"/>
                </a:lnTo>
                <a:lnTo>
                  <a:pt x="1036" y="41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7" y="2366170"/>
            <a:ext cx="463550" cy="377825"/>
          </a:xfrm>
          <a:custGeom>
            <a:avLst/>
            <a:gdLst>
              <a:gd name="T0" fmla="*/ 1168 w 1286"/>
              <a:gd name="T1" fmla="*/ 932 h 1050"/>
              <a:gd name="T2" fmla="*/ 1168 w 1286"/>
              <a:gd name="T3" fmla="*/ 582 h 1050"/>
              <a:gd name="T4" fmla="*/ 643 w 1286"/>
              <a:gd name="T5" fmla="*/ 582 h 1050"/>
              <a:gd name="T6" fmla="*/ 643 w 1286"/>
              <a:gd name="T7" fmla="*/ 932 h 1050"/>
              <a:gd name="T8" fmla="*/ 1168 w 1286"/>
              <a:gd name="T9" fmla="*/ 932 h 1050"/>
              <a:gd name="T10" fmla="*/ 1168 w 1286"/>
              <a:gd name="T11" fmla="*/ 0 h 1050"/>
              <a:gd name="T12" fmla="*/ 1285 w 1286"/>
              <a:gd name="T13" fmla="*/ 117 h 1050"/>
              <a:gd name="T14" fmla="*/ 1285 w 1286"/>
              <a:gd name="T15" fmla="*/ 932 h 1050"/>
              <a:gd name="T16" fmla="*/ 1168 w 1286"/>
              <a:gd name="T17" fmla="*/ 1049 h 1050"/>
              <a:gd name="T18" fmla="*/ 118 w 1286"/>
              <a:gd name="T19" fmla="*/ 1049 h 1050"/>
              <a:gd name="T20" fmla="*/ 0 w 1286"/>
              <a:gd name="T21" fmla="*/ 932 h 1050"/>
              <a:gd name="T22" fmla="*/ 0 w 1286"/>
              <a:gd name="T23" fmla="*/ 117 h 1050"/>
              <a:gd name="T24" fmla="*/ 118 w 1286"/>
              <a:gd name="T25" fmla="*/ 0 h 1050"/>
              <a:gd name="T26" fmla="*/ 1168 w 1286"/>
              <a:gd name="T2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1050">
                <a:moveTo>
                  <a:pt x="1168" y="932"/>
                </a:moveTo>
                <a:lnTo>
                  <a:pt x="1168" y="582"/>
                </a:lnTo>
                <a:lnTo>
                  <a:pt x="643" y="582"/>
                </a:lnTo>
                <a:lnTo>
                  <a:pt x="643" y="932"/>
                </a:lnTo>
                <a:lnTo>
                  <a:pt x="1168" y="932"/>
                </a:lnTo>
                <a:close/>
                <a:moveTo>
                  <a:pt x="1168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2"/>
                </a:lnTo>
                <a:cubicBezTo>
                  <a:pt x="1285" y="995"/>
                  <a:pt x="1230" y="1049"/>
                  <a:pt x="1168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68526" y="2366170"/>
            <a:ext cx="377825" cy="377825"/>
          </a:xfrm>
          <a:custGeom>
            <a:avLst/>
            <a:gdLst>
              <a:gd name="T0" fmla="*/ 875 w 1051"/>
              <a:gd name="T1" fmla="*/ 493 h 1051"/>
              <a:gd name="T2" fmla="*/ 1050 w 1051"/>
              <a:gd name="T3" fmla="*/ 668 h 1051"/>
              <a:gd name="T4" fmla="*/ 1050 w 1051"/>
              <a:gd name="T5" fmla="*/ 933 h 1051"/>
              <a:gd name="T6" fmla="*/ 933 w 1051"/>
              <a:gd name="T7" fmla="*/ 1050 h 1051"/>
              <a:gd name="T8" fmla="*/ 118 w 1051"/>
              <a:gd name="T9" fmla="*/ 1050 h 1051"/>
              <a:gd name="T10" fmla="*/ 0 w 1051"/>
              <a:gd name="T11" fmla="*/ 933 h 1051"/>
              <a:gd name="T12" fmla="*/ 0 w 1051"/>
              <a:gd name="T13" fmla="*/ 550 h 1051"/>
              <a:gd name="T14" fmla="*/ 175 w 1051"/>
              <a:gd name="T15" fmla="*/ 725 h 1051"/>
              <a:gd name="T16" fmla="*/ 408 w 1051"/>
              <a:gd name="T17" fmla="*/ 490 h 1051"/>
              <a:gd name="T18" fmla="*/ 643 w 1051"/>
              <a:gd name="T19" fmla="*/ 725 h 1051"/>
              <a:gd name="T20" fmla="*/ 875 w 1051"/>
              <a:gd name="T21" fmla="*/ 493 h 1051"/>
              <a:gd name="T22" fmla="*/ 1050 w 1051"/>
              <a:gd name="T23" fmla="*/ 118 h 1051"/>
              <a:gd name="T24" fmla="*/ 1050 w 1051"/>
              <a:gd name="T25" fmla="*/ 501 h 1051"/>
              <a:gd name="T26" fmla="*/ 875 w 1051"/>
              <a:gd name="T27" fmla="*/ 326 h 1051"/>
              <a:gd name="T28" fmla="*/ 643 w 1051"/>
              <a:gd name="T29" fmla="*/ 561 h 1051"/>
              <a:gd name="T30" fmla="*/ 408 w 1051"/>
              <a:gd name="T31" fmla="*/ 326 h 1051"/>
              <a:gd name="T32" fmla="*/ 175 w 1051"/>
              <a:gd name="T33" fmla="*/ 561 h 1051"/>
              <a:gd name="T34" fmla="*/ 0 w 1051"/>
              <a:gd name="T35" fmla="*/ 383 h 1051"/>
              <a:gd name="T36" fmla="*/ 0 w 1051"/>
              <a:gd name="T37" fmla="*/ 118 h 1051"/>
              <a:gd name="T38" fmla="*/ 118 w 1051"/>
              <a:gd name="T39" fmla="*/ 0 h 1051"/>
              <a:gd name="T40" fmla="*/ 933 w 1051"/>
              <a:gd name="T41" fmla="*/ 0 h 1051"/>
              <a:gd name="T42" fmla="*/ 1050 w 1051"/>
              <a:gd name="T43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1051">
                <a:moveTo>
                  <a:pt x="875" y="493"/>
                </a:moveTo>
                <a:lnTo>
                  <a:pt x="1050" y="668"/>
                </a:lnTo>
                <a:lnTo>
                  <a:pt x="1050" y="933"/>
                </a:lnTo>
                <a:cubicBezTo>
                  <a:pt x="1050" y="996"/>
                  <a:pt x="996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6"/>
                  <a:pt x="0" y="933"/>
                </a:cubicBezTo>
                <a:lnTo>
                  <a:pt x="0" y="550"/>
                </a:lnTo>
                <a:lnTo>
                  <a:pt x="175" y="725"/>
                </a:lnTo>
                <a:lnTo>
                  <a:pt x="408" y="490"/>
                </a:lnTo>
                <a:lnTo>
                  <a:pt x="643" y="725"/>
                </a:lnTo>
                <a:lnTo>
                  <a:pt x="875" y="493"/>
                </a:lnTo>
                <a:close/>
                <a:moveTo>
                  <a:pt x="1050" y="118"/>
                </a:moveTo>
                <a:lnTo>
                  <a:pt x="1050" y="501"/>
                </a:lnTo>
                <a:lnTo>
                  <a:pt x="875" y="326"/>
                </a:lnTo>
                <a:lnTo>
                  <a:pt x="643" y="561"/>
                </a:lnTo>
                <a:lnTo>
                  <a:pt x="408" y="326"/>
                </a:lnTo>
                <a:lnTo>
                  <a:pt x="175" y="561"/>
                </a:lnTo>
                <a:lnTo>
                  <a:pt x="0" y="383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ubicBezTo>
                  <a:pt x="996" y="1"/>
                  <a:pt x="1050" y="55"/>
                  <a:pt x="1050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192462" y="2316958"/>
            <a:ext cx="474662" cy="474662"/>
          </a:xfrm>
          <a:custGeom>
            <a:avLst/>
            <a:gdLst>
              <a:gd name="T0" fmla="*/ 659 w 1319"/>
              <a:gd name="T1" fmla="*/ 1008 h 1318"/>
              <a:gd name="T2" fmla="*/ 1009 w 1319"/>
              <a:gd name="T3" fmla="*/ 658 h 1318"/>
              <a:gd name="T4" fmla="*/ 659 w 1319"/>
              <a:gd name="T5" fmla="*/ 309 h 1318"/>
              <a:gd name="T6" fmla="*/ 659 w 1319"/>
              <a:gd name="T7" fmla="*/ 1008 h 1318"/>
              <a:gd name="T8" fmla="*/ 1127 w 1319"/>
              <a:gd name="T9" fmla="*/ 853 h 1318"/>
              <a:gd name="T10" fmla="*/ 1127 w 1319"/>
              <a:gd name="T11" fmla="*/ 1126 h 1318"/>
              <a:gd name="T12" fmla="*/ 853 w 1319"/>
              <a:gd name="T13" fmla="*/ 1126 h 1318"/>
              <a:gd name="T14" fmla="*/ 659 w 1319"/>
              <a:gd name="T15" fmla="*/ 1317 h 1318"/>
              <a:gd name="T16" fmla="*/ 465 w 1319"/>
              <a:gd name="T17" fmla="*/ 1126 h 1318"/>
              <a:gd name="T18" fmla="*/ 192 w 1319"/>
              <a:gd name="T19" fmla="*/ 1126 h 1318"/>
              <a:gd name="T20" fmla="*/ 192 w 1319"/>
              <a:gd name="T21" fmla="*/ 853 h 1318"/>
              <a:gd name="T22" fmla="*/ 0 w 1319"/>
              <a:gd name="T23" fmla="*/ 658 h 1318"/>
              <a:gd name="T24" fmla="*/ 192 w 1319"/>
              <a:gd name="T25" fmla="*/ 464 h 1318"/>
              <a:gd name="T26" fmla="*/ 192 w 1319"/>
              <a:gd name="T27" fmla="*/ 191 h 1318"/>
              <a:gd name="T28" fmla="*/ 465 w 1319"/>
              <a:gd name="T29" fmla="*/ 191 h 1318"/>
              <a:gd name="T30" fmla="*/ 659 w 1319"/>
              <a:gd name="T31" fmla="*/ 0 h 1318"/>
              <a:gd name="T32" fmla="*/ 853 w 1319"/>
              <a:gd name="T33" fmla="*/ 191 h 1318"/>
              <a:gd name="T34" fmla="*/ 1127 w 1319"/>
              <a:gd name="T35" fmla="*/ 191 h 1318"/>
              <a:gd name="T36" fmla="*/ 1127 w 1319"/>
              <a:gd name="T37" fmla="*/ 464 h 1318"/>
              <a:gd name="T38" fmla="*/ 1318 w 1319"/>
              <a:gd name="T39" fmla="*/ 658 h 1318"/>
              <a:gd name="T40" fmla="*/ 1127 w 1319"/>
              <a:gd name="T41" fmla="*/ 853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19" h="1318">
                <a:moveTo>
                  <a:pt x="659" y="1008"/>
                </a:moveTo>
                <a:cubicBezTo>
                  <a:pt x="853" y="1008"/>
                  <a:pt x="1009" y="852"/>
                  <a:pt x="1009" y="658"/>
                </a:cubicBezTo>
                <a:cubicBezTo>
                  <a:pt x="1009" y="463"/>
                  <a:pt x="853" y="309"/>
                  <a:pt x="659" y="309"/>
                </a:cubicBezTo>
                <a:lnTo>
                  <a:pt x="659" y="1008"/>
                </a:lnTo>
                <a:close/>
                <a:moveTo>
                  <a:pt x="1127" y="853"/>
                </a:moveTo>
                <a:lnTo>
                  <a:pt x="1127" y="1126"/>
                </a:lnTo>
                <a:lnTo>
                  <a:pt x="853" y="1126"/>
                </a:lnTo>
                <a:lnTo>
                  <a:pt x="659" y="1317"/>
                </a:lnTo>
                <a:lnTo>
                  <a:pt x="465" y="1126"/>
                </a:lnTo>
                <a:lnTo>
                  <a:pt x="192" y="1126"/>
                </a:lnTo>
                <a:lnTo>
                  <a:pt x="192" y="853"/>
                </a:lnTo>
                <a:lnTo>
                  <a:pt x="0" y="658"/>
                </a:lnTo>
                <a:lnTo>
                  <a:pt x="192" y="464"/>
                </a:lnTo>
                <a:lnTo>
                  <a:pt x="192" y="191"/>
                </a:lnTo>
                <a:lnTo>
                  <a:pt x="465" y="191"/>
                </a:lnTo>
                <a:lnTo>
                  <a:pt x="659" y="0"/>
                </a:lnTo>
                <a:lnTo>
                  <a:pt x="853" y="191"/>
                </a:lnTo>
                <a:lnTo>
                  <a:pt x="1127" y="191"/>
                </a:lnTo>
                <a:lnTo>
                  <a:pt x="1127" y="464"/>
                </a:lnTo>
                <a:lnTo>
                  <a:pt x="1318" y="658"/>
                </a:lnTo>
                <a:lnTo>
                  <a:pt x="1127" y="85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262437" y="2316958"/>
            <a:ext cx="474662" cy="474662"/>
          </a:xfrm>
          <a:custGeom>
            <a:avLst/>
            <a:gdLst>
              <a:gd name="T0" fmla="*/ 659 w 1319"/>
              <a:gd name="T1" fmla="*/ 1008 h 1318"/>
              <a:gd name="T2" fmla="*/ 1009 w 1319"/>
              <a:gd name="T3" fmla="*/ 658 h 1318"/>
              <a:gd name="T4" fmla="*/ 659 w 1319"/>
              <a:gd name="T5" fmla="*/ 309 h 1318"/>
              <a:gd name="T6" fmla="*/ 309 w 1319"/>
              <a:gd name="T7" fmla="*/ 658 h 1318"/>
              <a:gd name="T8" fmla="*/ 659 w 1319"/>
              <a:gd name="T9" fmla="*/ 1008 h 1318"/>
              <a:gd name="T10" fmla="*/ 1127 w 1319"/>
              <a:gd name="T11" fmla="*/ 853 h 1318"/>
              <a:gd name="T12" fmla="*/ 1127 w 1319"/>
              <a:gd name="T13" fmla="*/ 1126 h 1318"/>
              <a:gd name="T14" fmla="*/ 853 w 1319"/>
              <a:gd name="T15" fmla="*/ 1126 h 1318"/>
              <a:gd name="T16" fmla="*/ 659 w 1319"/>
              <a:gd name="T17" fmla="*/ 1317 h 1318"/>
              <a:gd name="T18" fmla="*/ 465 w 1319"/>
              <a:gd name="T19" fmla="*/ 1126 h 1318"/>
              <a:gd name="T20" fmla="*/ 192 w 1319"/>
              <a:gd name="T21" fmla="*/ 1126 h 1318"/>
              <a:gd name="T22" fmla="*/ 192 w 1319"/>
              <a:gd name="T23" fmla="*/ 853 h 1318"/>
              <a:gd name="T24" fmla="*/ 0 w 1319"/>
              <a:gd name="T25" fmla="*/ 658 h 1318"/>
              <a:gd name="T26" fmla="*/ 192 w 1319"/>
              <a:gd name="T27" fmla="*/ 464 h 1318"/>
              <a:gd name="T28" fmla="*/ 192 w 1319"/>
              <a:gd name="T29" fmla="*/ 191 h 1318"/>
              <a:gd name="T30" fmla="*/ 465 w 1319"/>
              <a:gd name="T31" fmla="*/ 191 h 1318"/>
              <a:gd name="T32" fmla="*/ 659 w 1319"/>
              <a:gd name="T33" fmla="*/ 0 h 1318"/>
              <a:gd name="T34" fmla="*/ 853 w 1319"/>
              <a:gd name="T35" fmla="*/ 191 h 1318"/>
              <a:gd name="T36" fmla="*/ 1127 w 1319"/>
              <a:gd name="T37" fmla="*/ 191 h 1318"/>
              <a:gd name="T38" fmla="*/ 1127 w 1319"/>
              <a:gd name="T39" fmla="*/ 464 h 1318"/>
              <a:gd name="T40" fmla="*/ 1318 w 1319"/>
              <a:gd name="T41" fmla="*/ 658 h 1318"/>
              <a:gd name="T42" fmla="*/ 1127 w 1319"/>
              <a:gd name="T43" fmla="*/ 853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19" h="1318">
                <a:moveTo>
                  <a:pt x="659" y="1008"/>
                </a:moveTo>
                <a:cubicBezTo>
                  <a:pt x="853" y="1008"/>
                  <a:pt x="1009" y="852"/>
                  <a:pt x="1009" y="658"/>
                </a:cubicBezTo>
                <a:cubicBezTo>
                  <a:pt x="1009" y="463"/>
                  <a:pt x="853" y="309"/>
                  <a:pt x="659" y="309"/>
                </a:cubicBezTo>
                <a:cubicBezTo>
                  <a:pt x="465" y="309"/>
                  <a:pt x="309" y="463"/>
                  <a:pt x="309" y="658"/>
                </a:cubicBezTo>
                <a:cubicBezTo>
                  <a:pt x="309" y="852"/>
                  <a:pt x="465" y="1008"/>
                  <a:pt x="659" y="1008"/>
                </a:cubicBezTo>
                <a:close/>
                <a:moveTo>
                  <a:pt x="1127" y="853"/>
                </a:moveTo>
                <a:lnTo>
                  <a:pt x="1127" y="1126"/>
                </a:lnTo>
                <a:lnTo>
                  <a:pt x="853" y="1126"/>
                </a:lnTo>
                <a:lnTo>
                  <a:pt x="659" y="1317"/>
                </a:lnTo>
                <a:lnTo>
                  <a:pt x="465" y="1126"/>
                </a:lnTo>
                <a:lnTo>
                  <a:pt x="192" y="1126"/>
                </a:lnTo>
                <a:lnTo>
                  <a:pt x="192" y="853"/>
                </a:lnTo>
                <a:lnTo>
                  <a:pt x="0" y="658"/>
                </a:lnTo>
                <a:lnTo>
                  <a:pt x="192" y="464"/>
                </a:lnTo>
                <a:lnTo>
                  <a:pt x="192" y="191"/>
                </a:lnTo>
                <a:lnTo>
                  <a:pt x="465" y="191"/>
                </a:lnTo>
                <a:lnTo>
                  <a:pt x="659" y="0"/>
                </a:lnTo>
                <a:lnTo>
                  <a:pt x="853" y="191"/>
                </a:lnTo>
                <a:lnTo>
                  <a:pt x="1127" y="191"/>
                </a:lnTo>
                <a:lnTo>
                  <a:pt x="1127" y="464"/>
                </a:lnTo>
                <a:lnTo>
                  <a:pt x="1318" y="658"/>
                </a:lnTo>
                <a:lnTo>
                  <a:pt x="1127" y="85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34001" y="2316958"/>
            <a:ext cx="474663" cy="474662"/>
          </a:xfrm>
          <a:custGeom>
            <a:avLst/>
            <a:gdLst>
              <a:gd name="T0" fmla="*/ 659 w 1319"/>
              <a:gd name="T1" fmla="*/ 426 h 1318"/>
              <a:gd name="T2" fmla="*/ 892 w 1319"/>
              <a:gd name="T3" fmla="*/ 658 h 1318"/>
              <a:gd name="T4" fmla="*/ 659 w 1319"/>
              <a:gd name="T5" fmla="*/ 891 h 1318"/>
              <a:gd name="T6" fmla="*/ 427 w 1319"/>
              <a:gd name="T7" fmla="*/ 658 h 1318"/>
              <a:gd name="T8" fmla="*/ 659 w 1319"/>
              <a:gd name="T9" fmla="*/ 426 h 1318"/>
              <a:gd name="T10" fmla="*/ 659 w 1319"/>
              <a:gd name="T11" fmla="*/ 1008 h 1318"/>
              <a:gd name="T12" fmla="*/ 1009 w 1319"/>
              <a:gd name="T13" fmla="*/ 658 h 1318"/>
              <a:gd name="T14" fmla="*/ 659 w 1319"/>
              <a:gd name="T15" fmla="*/ 308 h 1318"/>
              <a:gd name="T16" fmla="*/ 309 w 1319"/>
              <a:gd name="T17" fmla="*/ 658 h 1318"/>
              <a:gd name="T18" fmla="*/ 659 w 1319"/>
              <a:gd name="T19" fmla="*/ 1008 h 1318"/>
              <a:gd name="T20" fmla="*/ 1127 w 1319"/>
              <a:gd name="T21" fmla="*/ 464 h 1318"/>
              <a:gd name="T22" fmla="*/ 1318 w 1319"/>
              <a:gd name="T23" fmla="*/ 658 h 1318"/>
              <a:gd name="T24" fmla="*/ 1127 w 1319"/>
              <a:gd name="T25" fmla="*/ 853 h 1318"/>
              <a:gd name="T26" fmla="*/ 1127 w 1319"/>
              <a:gd name="T27" fmla="*/ 1126 h 1318"/>
              <a:gd name="T28" fmla="*/ 853 w 1319"/>
              <a:gd name="T29" fmla="*/ 1126 h 1318"/>
              <a:gd name="T30" fmla="*/ 659 w 1319"/>
              <a:gd name="T31" fmla="*/ 1317 h 1318"/>
              <a:gd name="T32" fmla="*/ 465 w 1319"/>
              <a:gd name="T33" fmla="*/ 1126 h 1318"/>
              <a:gd name="T34" fmla="*/ 192 w 1319"/>
              <a:gd name="T35" fmla="*/ 1126 h 1318"/>
              <a:gd name="T36" fmla="*/ 192 w 1319"/>
              <a:gd name="T37" fmla="*/ 853 h 1318"/>
              <a:gd name="T38" fmla="*/ 0 w 1319"/>
              <a:gd name="T39" fmla="*/ 658 h 1318"/>
              <a:gd name="T40" fmla="*/ 192 w 1319"/>
              <a:gd name="T41" fmla="*/ 464 h 1318"/>
              <a:gd name="T42" fmla="*/ 192 w 1319"/>
              <a:gd name="T43" fmla="*/ 191 h 1318"/>
              <a:gd name="T44" fmla="*/ 465 w 1319"/>
              <a:gd name="T45" fmla="*/ 191 h 1318"/>
              <a:gd name="T46" fmla="*/ 659 w 1319"/>
              <a:gd name="T47" fmla="*/ 0 h 1318"/>
              <a:gd name="T48" fmla="*/ 853 w 1319"/>
              <a:gd name="T49" fmla="*/ 191 h 1318"/>
              <a:gd name="T50" fmla="*/ 1127 w 1319"/>
              <a:gd name="T51" fmla="*/ 191 h 1318"/>
              <a:gd name="T52" fmla="*/ 1127 w 1319"/>
              <a:gd name="T53" fmla="*/ 464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319" h="1318">
                <a:moveTo>
                  <a:pt x="659" y="426"/>
                </a:moveTo>
                <a:cubicBezTo>
                  <a:pt x="788" y="426"/>
                  <a:pt x="892" y="529"/>
                  <a:pt x="892" y="658"/>
                </a:cubicBezTo>
                <a:cubicBezTo>
                  <a:pt x="892" y="786"/>
                  <a:pt x="787" y="891"/>
                  <a:pt x="659" y="891"/>
                </a:cubicBezTo>
                <a:cubicBezTo>
                  <a:pt x="530" y="891"/>
                  <a:pt x="427" y="786"/>
                  <a:pt x="427" y="658"/>
                </a:cubicBezTo>
                <a:cubicBezTo>
                  <a:pt x="427" y="529"/>
                  <a:pt x="531" y="426"/>
                  <a:pt x="659" y="426"/>
                </a:cubicBezTo>
                <a:close/>
                <a:moveTo>
                  <a:pt x="659" y="1008"/>
                </a:moveTo>
                <a:cubicBezTo>
                  <a:pt x="853" y="1008"/>
                  <a:pt x="1009" y="852"/>
                  <a:pt x="1009" y="658"/>
                </a:cubicBezTo>
                <a:cubicBezTo>
                  <a:pt x="1009" y="463"/>
                  <a:pt x="853" y="308"/>
                  <a:pt x="659" y="308"/>
                </a:cubicBezTo>
                <a:cubicBezTo>
                  <a:pt x="465" y="308"/>
                  <a:pt x="309" y="463"/>
                  <a:pt x="309" y="658"/>
                </a:cubicBezTo>
                <a:cubicBezTo>
                  <a:pt x="309" y="852"/>
                  <a:pt x="465" y="1008"/>
                  <a:pt x="659" y="1008"/>
                </a:cubicBezTo>
                <a:close/>
                <a:moveTo>
                  <a:pt x="1127" y="464"/>
                </a:moveTo>
                <a:lnTo>
                  <a:pt x="1318" y="658"/>
                </a:lnTo>
                <a:lnTo>
                  <a:pt x="1127" y="853"/>
                </a:lnTo>
                <a:lnTo>
                  <a:pt x="1127" y="1126"/>
                </a:lnTo>
                <a:lnTo>
                  <a:pt x="853" y="1126"/>
                </a:lnTo>
                <a:lnTo>
                  <a:pt x="659" y="1317"/>
                </a:lnTo>
                <a:lnTo>
                  <a:pt x="465" y="1126"/>
                </a:lnTo>
                <a:lnTo>
                  <a:pt x="192" y="1126"/>
                </a:lnTo>
                <a:lnTo>
                  <a:pt x="192" y="853"/>
                </a:lnTo>
                <a:lnTo>
                  <a:pt x="0" y="658"/>
                </a:lnTo>
                <a:lnTo>
                  <a:pt x="192" y="464"/>
                </a:lnTo>
                <a:lnTo>
                  <a:pt x="192" y="191"/>
                </a:lnTo>
                <a:lnTo>
                  <a:pt x="465" y="191"/>
                </a:lnTo>
                <a:lnTo>
                  <a:pt x="659" y="0"/>
                </a:lnTo>
                <a:lnTo>
                  <a:pt x="853" y="191"/>
                </a:lnTo>
                <a:lnTo>
                  <a:pt x="1127" y="191"/>
                </a:lnTo>
                <a:lnTo>
                  <a:pt x="1127" y="46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03976" y="2316958"/>
            <a:ext cx="474663" cy="474662"/>
          </a:xfrm>
          <a:custGeom>
            <a:avLst/>
            <a:gdLst>
              <a:gd name="T0" fmla="*/ 793 w 1319"/>
              <a:gd name="T1" fmla="*/ 891 h 1318"/>
              <a:gd name="T2" fmla="*/ 905 w 1319"/>
              <a:gd name="T3" fmla="*/ 891 h 1318"/>
              <a:gd name="T4" fmla="*/ 716 w 1319"/>
              <a:gd name="T5" fmla="*/ 366 h 1318"/>
              <a:gd name="T6" fmla="*/ 602 w 1319"/>
              <a:gd name="T7" fmla="*/ 366 h 1318"/>
              <a:gd name="T8" fmla="*/ 413 w 1319"/>
              <a:gd name="T9" fmla="*/ 891 h 1318"/>
              <a:gd name="T10" fmla="*/ 525 w 1319"/>
              <a:gd name="T11" fmla="*/ 891 h 1318"/>
              <a:gd name="T12" fmla="*/ 566 w 1319"/>
              <a:gd name="T13" fmla="*/ 776 h 1318"/>
              <a:gd name="T14" fmla="*/ 752 w 1319"/>
              <a:gd name="T15" fmla="*/ 776 h 1318"/>
              <a:gd name="T16" fmla="*/ 793 w 1319"/>
              <a:gd name="T17" fmla="*/ 891 h 1318"/>
              <a:gd name="T18" fmla="*/ 1127 w 1319"/>
              <a:gd name="T19" fmla="*/ 464 h 1318"/>
              <a:gd name="T20" fmla="*/ 1318 w 1319"/>
              <a:gd name="T21" fmla="*/ 658 h 1318"/>
              <a:gd name="T22" fmla="*/ 1127 w 1319"/>
              <a:gd name="T23" fmla="*/ 853 h 1318"/>
              <a:gd name="T24" fmla="*/ 1127 w 1319"/>
              <a:gd name="T25" fmla="*/ 1126 h 1318"/>
              <a:gd name="T26" fmla="*/ 853 w 1319"/>
              <a:gd name="T27" fmla="*/ 1126 h 1318"/>
              <a:gd name="T28" fmla="*/ 659 w 1319"/>
              <a:gd name="T29" fmla="*/ 1317 h 1318"/>
              <a:gd name="T30" fmla="*/ 465 w 1319"/>
              <a:gd name="T31" fmla="*/ 1126 h 1318"/>
              <a:gd name="T32" fmla="*/ 191 w 1319"/>
              <a:gd name="T33" fmla="*/ 1126 h 1318"/>
              <a:gd name="T34" fmla="*/ 191 w 1319"/>
              <a:gd name="T35" fmla="*/ 853 h 1318"/>
              <a:gd name="T36" fmla="*/ 0 w 1319"/>
              <a:gd name="T37" fmla="*/ 658 h 1318"/>
              <a:gd name="T38" fmla="*/ 191 w 1319"/>
              <a:gd name="T39" fmla="*/ 464 h 1318"/>
              <a:gd name="T40" fmla="*/ 191 w 1319"/>
              <a:gd name="T41" fmla="*/ 191 h 1318"/>
              <a:gd name="T42" fmla="*/ 465 w 1319"/>
              <a:gd name="T43" fmla="*/ 191 h 1318"/>
              <a:gd name="T44" fmla="*/ 659 w 1319"/>
              <a:gd name="T45" fmla="*/ 0 h 1318"/>
              <a:gd name="T46" fmla="*/ 853 w 1319"/>
              <a:gd name="T47" fmla="*/ 191 h 1318"/>
              <a:gd name="T48" fmla="*/ 1127 w 1319"/>
              <a:gd name="T49" fmla="*/ 191 h 1318"/>
              <a:gd name="T50" fmla="*/ 1127 w 1319"/>
              <a:gd name="T51" fmla="*/ 464 h 1318"/>
              <a:gd name="T52" fmla="*/ 591 w 1319"/>
              <a:gd name="T53" fmla="*/ 697 h 1318"/>
              <a:gd name="T54" fmla="*/ 659 w 1319"/>
              <a:gd name="T55" fmla="*/ 483 h 1318"/>
              <a:gd name="T56" fmla="*/ 727 w 1319"/>
              <a:gd name="T57" fmla="*/ 697 h 1318"/>
              <a:gd name="T58" fmla="*/ 591 w 1319"/>
              <a:gd name="T59" fmla="*/ 697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19" h="1318">
                <a:moveTo>
                  <a:pt x="793" y="891"/>
                </a:moveTo>
                <a:lnTo>
                  <a:pt x="905" y="891"/>
                </a:lnTo>
                <a:lnTo>
                  <a:pt x="716" y="366"/>
                </a:lnTo>
                <a:lnTo>
                  <a:pt x="602" y="366"/>
                </a:lnTo>
                <a:lnTo>
                  <a:pt x="413" y="891"/>
                </a:lnTo>
                <a:lnTo>
                  <a:pt x="525" y="891"/>
                </a:lnTo>
                <a:lnTo>
                  <a:pt x="566" y="776"/>
                </a:lnTo>
                <a:lnTo>
                  <a:pt x="752" y="776"/>
                </a:lnTo>
                <a:lnTo>
                  <a:pt x="793" y="891"/>
                </a:lnTo>
                <a:close/>
                <a:moveTo>
                  <a:pt x="1127" y="464"/>
                </a:moveTo>
                <a:lnTo>
                  <a:pt x="1318" y="658"/>
                </a:lnTo>
                <a:lnTo>
                  <a:pt x="1127" y="853"/>
                </a:lnTo>
                <a:lnTo>
                  <a:pt x="1127" y="1126"/>
                </a:lnTo>
                <a:lnTo>
                  <a:pt x="853" y="1126"/>
                </a:lnTo>
                <a:lnTo>
                  <a:pt x="659" y="1317"/>
                </a:lnTo>
                <a:lnTo>
                  <a:pt x="465" y="1126"/>
                </a:lnTo>
                <a:lnTo>
                  <a:pt x="191" y="1126"/>
                </a:lnTo>
                <a:lnTo>
                  <a:pt x="191" y="853"/>
                </a:lnTo>
                <a:lnTo>
                  <a:pt x="0" y="658"/>
                </a:lnTo>
                <a:lnTo>
                  <a:pt x="191" y="464"/>
                </a:lnTo>
                <a:lnTo>
                  <a:pt x="191" y="191"/>
                </a:lnTo>
                <a:lnTo>
                  <a:pt x="465" y="191"/>
                </a:lnTo>
                <a:lnTo>
                  <a:pt x="659" y="0"/>
                </a:lnTo>
                <a:lnTo>
                  <a:pt x="853" y="191"/>
                </a:lnTo>
                <a:lnTo>
                  <a:pt x="1127" y="191"/>
                </a:lnTo>
                <a:lnTo>
                  <a:pt x="1127" y="464"/>
                </a:lnTo>
                <a:close/>
                <a:moveTo>
                  <a:pt x="591" y="697"/>
                </a:moveTo>
                <a:lnTo>
                  <a:pt x="659" y="483"/>
                </a:lnTo>
                <a:lnTo>
                  <a:pt x="727" y="697"/>
                </a:lnTo>
                <a:lnTo>
                  <a:pt x="591" y="69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475537" y="2316958"/>
            <a:ext cx="474662" cy="474662"/>
          </a:xfrm>
          <a:custGeom>
            <a:avLst/>
            <a:gdLst>
              <a:gd name="T0" fmla="*/ 659 w 1319"/>
              <a:gd name="T1" fmla="*/ 1008 h 1318"/>
              <a:gd name="T2" fmla="*/ 1009 w 1319"/>
              <a:gd name="T3" fmla="*/ 658 h 1318"/>
              <a:gd name="T4" fmla="*/ 659 w 1319"/>
              <a:gd name="T5" fmla="*/ 308 h 1318"/>
              <a:gd name="T6" fmla="*/ 514 w 1319"/>
              <a:gd name="T7" fmla="*/ 341 h 1318"/>
              <a:gd name="T8" fmla="*/ 716 w 1319"/>
              <a:gd name="T9" fmla="*/ 658 h 1318"/>
              <a:gd name="T10" fmla="*/ 514 w 1319"/>
              <a:gd name="T11" fmla="*/ 976 h 1318"/>
              <a:gd name="T12" fmla="*/ 659 w 1319"/>
              <a:gd name="T13" fmla="*/ 1008 h 1318"/>
              <a:gd name="T14" fmla="*/ 1126 w 1319"/>
              <a:gd name="T15" fmla="*/ 464 h 1318"/>
              <a:gd name="T16" fmla="*/ 1318 w 1319"/>
              <a:gd name="T17" fmla="*/ 658 h 1318"/>
              <a:gd name="T18" fmla="*/ 1126 w 1319"/>
              <a:gd name="T19" fmla="*/ 853 h 1318"/>
              <a:gd name="T20" fmla="*/ 1126 w 1319"/>
              <a:gd name="T21" fmla="*/ 1126 h 1318"/>
              <a:gd name="T22" fmla="*/ 853 w 1319"/>
              <a:gd name="T23" fmla="*/ 1126 h 1318"/>
              <a:gd name="T24" fmla="*/ 659 w 1319"/>
              <a:gd name="T25" fmla="*/ 1317 h 1318"/>
              <a:gd name="T26" fmla="*/ 465 w 1319"/>
              <a:gd name="T27" fmla="*/ 1126 h 1318"/>
              <a:gd name="T28" fmla="*/ 191 w 1319"/>
              <a:gd name="T29" fmla="*/ 1126 h 1318"/>
              <a:gd name="T30" fmla="*/ 191 w 1319"/>
              <a:gd name="T31" fmla="*/ 853 h 1318"/>
              <a:gd name="T32" fmla="*/ 0 w 1319"/>
              <a:gd name="T33" fmla="*/ 658 h 1318"/>
              <a:gd name="T34" fmla="*/ 191 w 1319"/>
              <a:gd name="T35" fmla="*/ 464 h 1318"/>
              <a:gd name="T36" fmla="*/ 191 w 1319"/>
              <a:gd name="T37" fmla="*/ 191 h 1318"/>
              <a:gd name="T38" fmla="*/ 465 w 1319"/>
              <a:gd name="T39" fmla="*/ 191 h 1318"/>
              <a:gd name="T40" fmla="*/ 659 w 1319"/>
              <a:gd name="T41" fmla="*/ 0 h 1318"/>
              <a:gd name="T42" fmla="*/ 853 w 1319"/>
              <a:gd name="T43" fmla="*/ 191 h 1318"/>
              <a:gd name="T44" fmla="*/ 1126 w 1319"/>
              <a:gd name="T45" fmla="*/ 191 h 1318"/>
              <a:gd name="T46" fmla="*/ 1126 w 1319"/>
              <a:gd name="T47" fmla="*/ 464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319" h="1318">
                <a:moveTo>
                  <a:pt x="659" y="1008"/>
                </a:moveTo>
                <a:cubicBezTo>
                  <a:pt x="853" y="1008"/>
                  <a:pt x="1009" y="852"/>
                  <a:pt x="1009" y="658"/>
                </a:cubicBezTo>
                <a:cubicBezTo>
                  <a:pt x="1009" y="463"/>
                  <a:pt x="853" y="308"/>
                  <a:pt x="659" y="308"/>
                </a:cubicBezTo>
                <a:cubicBezTo>
                  <a:pt x="607" y="308"/>
                  <a:pt x="558" y="322"/>
                  <a:pt x="514" y="341"/>
                </a:cubicBezTo>
                <a:cubicBezTo>
                  <a:pt x="634" y="396"/>
                  <a:pt x="716" y="515"/>
                  <a:pt x="716" y="658"/>
                </a:cubicBezTo>
                <a:cubicBezTo>
                  <a:pt x="716" y="800"/>
                  <a:pt x="634" y="921"/>
                  <a:pt x="514" y="976"/>
                </a:cubicBezTo>
                <a:cubicBezTo>
                  <a:pt x="558" y="995"/>
                  <a:pt x="607" y="1008"/>
                  <a:pt x="659" y="1008"/>
                </a:cubicBezTo>
                <a:close/>
                <a:moveTo>
                  <a:pt x="1126" y="464"/>
                </a:moveTo>
                <a:lnTo>
                  <a:pt x="1318" y="658"/>
                </a:lnTo>
                <a:lnTo>
                  <a:pt x="1126" y="853"/>
                </a:lnTo>
                <a:lnTo>
                  <a:pt x="1126" y="1126"/>
                </a:lnTo>
                <a:lnTo>
                  <a:pt x="853" y="1126"/>
                </a:lnTo>
                <a:lnTo>
                  <a:pt x="659" y="1317"/>
                </a:lnTo>
                <a:lnTo>
                  <a:pt x="465" y="1126"/>
                </a:lnTo>
                <a:lnTo>
                  <a:pt x="191" y="1126"/>
                </a:lnTo>
                <a:lnTo>
                  <a:pt x="191" y="853"/>
                </a:lnTo>
                <a:lnTo>
                  <a:pt x="0" y="658"/>
                </a:lnTo>
                <a:lnTo>
                  <a:pt x="191" y="464"/>
                </a:lnTo>
                <a:lnTo>
                  <a:pt x="191" y="191"/>
                </a:lnTo>
                <a:lnTo>
                  <a:pt x="465" y="191"/>
                </a:lnTo>
                <a:lnTo>
                  <a:pt x="659" y="0"/>
                </a:lnTo>
                <a:lnTo>
                  <a:pt x="853" y="191"/>
                </a:lnTo>
                <a:lnTo>
                  <a:pt x="1126" y="191"/>
                </a:lnTo>
                <a:lnTo>
                  <a:pt x="1126" y="46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47112" y="2345532"/>
            <a:ext cx="273050" cy="419100"/>
          </a:xfrm>
          <a:custGeom>
            <a:avLst/>
            <a:gdLst>
              <a:gd name="T0" fmla="*/ 175 w 758"/>
              <a:gd name="T1" fmla="*/ 0 h 1166"/>
              <a:gd name="T2" fmla="*/ 757 w 758"/>
              <a:gd name="T3" fmla="*/ 582 h 1166"/>
              <a:gd name="T4" fmla="*/ 175 w 758"/>
              <a:gd name="T5" fmla="*/ 1165 h 1166"/>
              <a:gd name="T6" fmla="*/ 0 w 758"/>
              <a:gd name="T7" fmla="*/ 1140 h 1166"/>
              <a:gd name="T8" fmla="*/ 408 w 758"/>
              <a:gd name="T9" fmla="*/ 582 h 1166"/>
              <a:gd name="T10" fmla="*/ 0 w 758"/>
              <a:gd name="T11" fmla="*/ 25 h 1166"/>
              <a:gd name="T12" fmla="*/ 175 w 758"/>
              <a:gd name="T1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8" h="1166">
                <a:moveTo>
                  <a:pt x="175" y="0"/>
                </a:moveTo>
                <a:cubicBezTo>
                  <a:pt x="498" y="0"/>
                  <a:pt x="757" y="259"/>
                  <a:pt x="757" y="582"/>
                </a:cubicBezTo>
                <a:cubicBezTo>
                  <a:pt x="757" y="904"/>
                  <a:pt x="498" y="1165"/>
                  <a:pt x="175" y="1165"/>
                </a:cubicBezTo>
                <a:cubicBezTo>
                  <a:pt x="115" y="1165"/>
                  <a:pt x="55" y="1157"/>
                  <a:pt x="0" y="1140"/>
                </a:cubicBezTo>
                <a:cubicBezTo>
                  <a:pt x="238" y="1066"/>
                  <a:pt x="408" y="844"/>
                  <a:pt x="408" y="582"/>
                </a:cubicBezTo>
                <a:cubicBezTo>
                  <a:pt x="408" y="319"/>
                  <a:pt x="238" y="99"/>
                  <a:pt x="0" y="25"/>
                </a:cubicBezTo>
                <a:cubicBezTo>
                  <a:pt x="55" y="8"/>
                  <a:pt x="115" y="0"/>
                  <a:pt x="175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96451" y="2345532"/>
            <a:ext cx="315913" cy="419100"/>
          </a:xfrm>
          <a:custGeom>
            <a:avLst/>
            <a:gdLst>
              <a:gd name="T0" fmla="*/ 290 w 876"/>
              <a:gd name="T1" fmla="*/ 0 h 1166"/>
              <a:gd name="T2" fmla="*/ 875 w 876"/>
              <a:gd name="T3" fmla="*/ 582 h 1166"/>
              <a:gd name="T4" fmla="*/ 290 w 876"/>
              <a:gd name="T5" fmla="*/ 1165 h 1166"/>
              <a:gd name="T6" fmla="*/ 0 w 876"/>
              <a:gd name="T7" fmla="*/ 1088 h 1166"/>
              <a:gd name="T8" fmla="*/ 290 w 876"/>
              <a:gd name="T9" fmla="*/ 582 h 1166"/>
              <a:gd name="T10" fmla="*/ 0 w 876"/>
              <a:gd name="T11" fmla="*/ 77 h 1166"/>
              <a:gd name="T12" fmla="*/ 290 w 876"/>
              <a:gd name="T1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76" h="1166">
                <a:moveTo>
                  <a:pt x="290" y="0"/>
                </a:moveTo>
                <a:cubicBezTo>
                  <a:pt x="613" y="0"/>
                  <a:pt x="875" y="259"/>
                  <a:pt x="875" y="582"/>
                </a:cubicBezTo>
                <a:cubicBezTo>
                  <a:pt x="875" y="904"/>
                  <a:pt x="613" y="1165"/>
                  <a:pt x="290" y="1165"/>
                </a:cubicBezTo>
                <a:cubicBezTo>
                  <a:pt x="183" y="1165"/>
                  <a:pt x="85" y="1137"/>
                  <a:pt x="0" y="1088"/>
                </a:cubicBezTo>
                <a:cubicBezTo>
                  <a:pt x="175" y="987"/>
                  <a:pt x="290" y="798"/>
                  <a:pt x="290" y="582"/>
                </a:cubicBezTo>
                <a:cubicBezTo>
                  <a:pt x="290" y="366"/>
                  <a:pt x="175" y="178"/>
                  <a:pt x="0" y="77"/>
                </a:cubicBezTo>
                <a:cubicBezTo>
                  <a:pt x="85" y="27"/>
                  <a:pt x="183" y="0"/>
                  <a:pt x="290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15624" y="2345532"/>
            <a:ext cx="419100" cy="419100"/>
          </a:xfrm>
          <a:custGeom>
            <a:avLst/>
            <a:gdLst>
              <a:gd name="T0" fmla="*/ 0 w 1166"/>
              <a:gd name="T1" fmla="*/ 582 h 1166"/>
              <a:gd name="T2" fmla="*/ 583 w 1166"/>
              <a:gd name="T3" fmla="*/ 0 h 1166"/>
              <a:gd name="T4" fmla="*/ 1165 w 1166"/>
              <a:gd name="T5" fmla="*/ 582 h 1166"/>
              <a:gd name="T6" fmla="*/ 583 w 1166"/>
              <a:gd name="T7" fmla="*/ 1165 h 1166"/>
              <a:gd name="T8" fmla="*/ 0 w 1166"/>
              <a:gd name="T9" fmla="*/ 58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1166">
                <a:moveTo>
                  <a:pt x="0" y="582"/>
                </a:moveTo>
                <a:cubicBezTo>
                  <a:pt x="0" y="260"/>
                  <a:pt x="261" y="0"/>
                  <a:pt x="583" y="0"/>
                </a:cubicBezTo>
                <a:cubicBezTo>
                  <a:pt x="906" y="0"/>
                  <a:pt x="1165" y="259"/>
                  <a:pt x="1165" y="582"/>
                </a:cubicBezTo>
                <a:cubicBezTo>
                  <a:pt x="1165" y="904"/>
                  <a:pt x="906" y="1165"/>
                  <a:pt x="583" y="1165"/>
                </a:cubicBezTo>
                <a:cubicBezTo>
                  <a:pt x="261" y="1165"/>
                  <a:pt x="0" y="905"/>
                  <a:pt x="0" y="582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9" y="3239296"/>
            <a:ext cx="401637" cy="379413"/>
          </a:xfrm>
          <a:custGeom>
            <a:avLst/>
            <a:gdLst>
              <a:gd name="T0" fmla="*/ 1091 w 1114"/>
              <a:gd name="T1" fmla="*/ 101 h 1055"/>
              <a:gd name="T2" fmla="*/ 1091 w 1114"/>
              <a:gd name="T3" fmla="*/ 183 h 1055"/>
              <a:gd name="T4" fmla="*/ 569 w 1114"/>
              <a:gd name="T5" fmla="*/ 704 h 1055"/>
              <a:gd name="T6" fmla="*/ 407 w 1114"/>
              <a:gd name="T7" fmla="*/ 543 h 1055"/>
              <a:gd name="T8" fmla="*/ 930 w 1114"/>
              <a:gd name="T9" fmla="*/ 21 h 1055"/>
              <a:gd name="T10" fmla="*/ 1012 w 1114"/>
              <a:gd name="T11" fmla="*/ 21 h 1055"/>
              <a:gd name="T12" fmla="*/ 1091 w 1114"/>
              <a:gd name="T13" fmla="*/ 101 h 1055"/>
              <a:gd name="T14" fmla="*/ 290 w 1114"/>
              <a:gd name="T15" fmla="*/ 647 h 1055"/>
              <a:gd name="T16" fmla="*/ 465 w 1114"/>
              <a:gd name="T17" fmla="*/ 822 h 1055"/>
              <a:gd name="T18" fmla="*/ 232 w 1114"/>
              <a:gd name="T19" fmla="*/ 1054 h 1055"/>
              <a:gd name="T20" fmla="*/ 0 w 1114"/>
              <a:gd name="T21" fmla="*/ 936 h 1055"/>
              <a:gd name="T22" fmla="*/ 115 w 1114"/>
              <a:gd name="T23" fmla="*/ 822 h 1055"/>
              <a:gd name="T24" fmla="*/ 290 w 1114"/>
              <a:gd name="T25" fmla="*/ 647 h 10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14" h="1055">
                <a:moveTo>
                  <a:pt x="1091" y="101"/>
                </a:moveTo>
                <a:cubicBezTo>
                  <a:pt x="1113" y="123"/>
                  <a:pt x="1113" y="161"/>
                  <a:pt x="1091" y="183"/>
                </a:cubicBezTo>
                <a:lnTo>
                  <a:pt x="569" y="704"/>
                </a:lnTo>
                <a:lnTo>
                  <a:pt x="407" y="543"/>
                </a:lnTo>
                <a:lnTo>
                  <a:pt x="930" y="21"/>
                </a:lnTo>
                <a:cubicBezTo>
                  <a:pt x="952" y="0"/>
                  <a:pt x="990" y="0"/>
                  <a:pt x="1012" y="21"/>
                </a:cubicBezTo>
                <a:lnTo>
                  <a:pt x="1091" y="101"/>
                </a:lnTo>
                <a:close/>
                <a:moveTo>
                  <a:pt x="290" y="647"/>
                </a:moveTo>
                <a:cubicBezTo>
                  <a:pt x="386" y="647"/>
                  <a:pt x="465" y="726"/>
                  <a:pt x="465" y="822"/>
                </a:cubicBezTo>
                <a:cubicBezTo>
                  <a:pt x="465" y="950"/>
                  <a:pt x="361" y="1054"/>
                  <a:pt x="232" y="1054"/>
                </a:cubicBezTo>
                <a:cubicBezTo>
                  <a:pt x="145" y="1054"/>
                  <a:pt x="55" y="1007"/>
                  <a:pt x="0" y="936"/>
                </a:cubicBezTo>
                <a:cubicBezTo>
                  <a:pt x="49" y="936"/>
                  <a:pt x="115" y="898"/>
                  <a:pt x="115" y="822"/>
                </a:cubicBezTo>
                <a:cubicBezTo>
                  <a:pt x="115" y="726"/>
                  <a:pt x="194" y="647"/>
                  <a:pt x="290" y="64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76462" y="3272633"/>
            <a:ext cx="315912" cy="314325"/>
          </a:xfrm>
          <a:custGeom>
            <a:avLst/>
            <a:gdLst>
              <a:gd name="T0" fmla="*/ 292 w 876"/>
              <a:gd name="T1" fmla="*/ 0 h 874"/>
              <a:gd name="T2" fmla="*/ 875 w 876"/>
              <a:gd name="T3" fmla="*/ 0 h 874"/>
              <a:gd name="T4" fmla="*/ 875 w 876"/>
              <a:gd name="T5" fmla="*/ 581 h 874"/>
              <a:gd name="T6" fmla="*/ 760 w 876"/>
              <a:gd name="T7" fmla="*/ 581 h 874"/>
              <a:gd name="T8" fmla="*/ 760 w 876"/>
              <a:gd name="T9" fmla="*/ 196 h 874"/>
              <a:gd name="T10" fmla="*/ 82 w 876"/>
              <a:gd name="T11" fmla="*/ 873 h 874"/>
              <a:gd name="T12" fmla="*/ 0 w 876"/>
              <a:gd name="T13" fmla="*/ 791 h 874"/>
              <a:gd name="T14" fmla="*/ 678 w 876"/>
              <a:gd name="T15" fmla="*/ 114 h 874"/>
              <a:gd name="T16" fmla="*/ 292 w 876"/>
              <a:gd name="T17" fmla="*/ 114 h 874"/>
              <a:gd name="T18" fmla="*/ 292 w 876"/>
              <a:gd name="T19" fmla="*/ 0 h 8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76" h="874">
                <a:moveTo>
                  <a:pt x="292" y="0"/>
                </a:moveTo>
                <a:lnTo>
                  <a:pt x="875" y="0"/>
                </a:lnTo>
                <a:lnTo>
                  <a:pt x="875" y="581"/>
                </a:lnTo>
                <a:lnTo>
                  <a:pt x="760" y="581"/>
                </a:lnTo>
                <a:lnTo>
                  <a:pt x="760" y="196"/>
                </a:lnTo>
                <a:lnTo>
                  <a:pt x="82" y="873"/>
                </a:lnTo>
                <a:lnTo>
                  <a:pt x="0" y="791"/>
                </a:lnTo>
                <a:lnTo>
                  <a:pt x="678" y="114"/>
                </a:lnTo>
                <a:lnTo>
                  <a:pt x="292" y="114"/>
                </a:lnTo>
                <a:lnTo>
                  <a:pt x="29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160714" y="3336134"/>
            <a:ext cx="504825" cy="185737"/>
          </a:xfrm>
          <a:custGeom>
            <a:avLst/>
            <a:gdLst>
              <a:gd name="T0" fmla="*/ 432 w 1401"/>
              <a:gd name="T1" fmla="*/ 158 h 516"/>
              <a:gd name="T2" fmla="*/ 432 w 1401"/>
              <a:gd name="T3" fmla="*/ 338 h 516"/>
              <a:gd name="T4" fmla="*/ 399 w 1401"/>
              <a:gd name="T5" fmla="*/ 392 h 516"/>
              <a:gd name="T6" fmla="*/ 243 w 1401"/>
              <a:gd name="T7" fmla="*/ 499 h 516"/>
              <a:gd name="T8" fmla="*/ 202 w 1401"/>
              <a:gd name="T9" fmla="*/ 515 h 516"/>
              <a:gd name="T10" fmla="*/ 161 w 1401"/>
              <a:gd name="T11" fmla="*/ 499 h 516"/>
              <a:gd name="T12" fmla="*/ 16 w 1401"/>
              <a:gd name="T13" fmla="*/ 354 h 516"/>
              <a:gd name="T14" fmla="*/ 0 w 1401"/>
              <a:gd name="T15" fmla="*/ 313 h 516"/>
              <a:gd name="T16" fmla="*/ 16 w 1401"/>
              <a:gd name="T17" fmla="*/ 272 h 516"/>
              <a:gd name="T18" fmla="*/ 700 w 1401"/>
              <a:gd name="T19" fmla="*/ 0 h 516"/>
              <a:gd name="T20" fmla="*/ 1383 w 1401"/>
              <a:gd name="T21" fmla="*/ 272 h 516"/>
              <a:gd name="T22" fmla="*/ 1400 w 1401"/>
              <a:gd name="T23" fmla="*/ 313 h 516"/>
              <a:gd name="T24" fmla="*/ 1383 w 1401"/>
              <a:gd name="T25" fmla="*/ 354 h 516"/>
              <a:gd name="T26" fmla="*/ 1238 w 1401"/>
              <a:gd name="T27" fmla="*/ 499 h 516"/>
              <a:gd name="T28" fmla="*/ 1197 w 1401"/>
              <a:gd name="T29" fmla="*/ 515 h 516"/>
              <a:gd name="T30" fmla="*/ 1156 w 1401"/>
              <a:gd name="T31" fmla="*/ 499 h 516"/>
              <a:gd name="T32" fmla="*/ 1001 w 1401"/>
              <a:gd name="T33" fmla="*/ 392 h 516"/>
              <a:gd name="T34" fmla="*/ 968 w 1401"/>
              <a:gd name="T35" fmla="*/ 340 h 516"/>
              <a:gd name="T36" fmla="*/ 968 w 1401"/>
              <a:gd name="T37" fmla="*/ 161 h 516"/>
              <a:gd name="T38" fmla="*/ 700 w 1401"/>
              <a:gd name="T39" fmla="*/ 117 h 516"/>
              <a:gd name="T40" fmla="*/ 432 w 1401"/>
              <a:gd name="T41" fmla="*/ 158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01" h="516">
                <a:moveTo>
                  <a:pt x="432" y="158"/>
                </a:moveTo>
                <a:lnTo>
                  <a:pt x="432" y="338"/>
                </a:lnTo>
                <a:cubicBezTo>
                  <a:pt x="432" y="360"/>
                  <a:pt x="418" y="384"/>
                  <a:pt x="399" y="392"/>
                </a:cubicBezTo>
                <a:cubicBezTo>
                  <a:pt x="342" y="420"/>
                  <a:pt x="290" y="455"/>
                  <a:pt x="243" y="499"/>
                </a:cubicBezTo>
                <a:cubicBezTo>
                  <a:pt x="232" y="510"/>
                  <a:pt x="218" y="515"/>
                  <a:pt x="202" y="515"/>
                </a:cubicBezTo>
                <a:cubicBezTo>
                  <a:pt x="185" y="515"/>
                  <a:pt x="172" y="510"/>
                  <a:pt x="161" y="499"/>
                </a:cubicBezTo>
                <a:lnTo>
                  <a:pt x="16" y="354"/>
                </a:lnTo>
                <a:cubicBezTo>
                  <a:pt x="5" y="343"/>
                  <a:pt x="0" y="329"/>
                  <a:pt x="0" y="313"/>
                </a:cubicBezTo>
                <a:cubicBezTo>
                  <a:pt x="0" y="297"/>
                  <a:pt x="5" y="283"/>
                  <a:pt x="16" y="272"/>
                </a:cubicBezTo>
                <a:cubicBezTo>
                  <a:pt x="194" y="104"/>
                  <a:pt x="435" y="0"/>
                  <a:pt x="700" y="0"/>
                </a:cubicBezTo>
                <a:cubicBezTo>
                  <a:pt x="965" y="0"/>
                  <a:pt x="1206" y="104"/>
                  <a:pt x="1383" y="272"/>
                </a:cubicBezTo>
                <a:cubicBezTo>
                  <a:pt x="1394" y="283"/>
                  <a:pt x="1400" y="297"/>
                  <a:pt x="1400" y="313"/>
                </a:cubicBezTo>
                <a:cubicBezTo>
                  <a:pt x="1400" y="329"/>
                  <a:pt x="1394" y="343"/>
                  <a:pt x="1383" y="354"/>
                </a:cubicBezTo>
                <a:lnTo>
                  <a:pt x="1238" y="499"/>
                </a:lnTo>
                <a:cubicBezTo>
                  <a:pt x="1227" y="510"/>
                  <a:pt x="1213" y="515"/>
                  <a:pt x="1197" y="515"/>
                </a:cubicBezTo>
                <a:cubicBezTo>
                  <a:pt x="1180" y="515"/>
                  <a:pt x="1167" y="510"/>
                  <a:pt x="1156" y="499"/>
                </a:cubicBezTo>
                <a:cubicBezTo>
                  <a:pt x="1110" y="455"/>
                  <a:pt x="1058" y="420"/>
                  <a:pt x="1001" y="392"/>
                </a:cubicBezTo>
                <a:cubicBezTo>
                  <a:pt x="981" y="384"/>
                  <a:pt x="968" y="365"/>
                  <a:pt x="968" y="340"/>
                </a:cubicBezTo>
                <a:lnTo>
                  <a:pt x="968" y="161"/>
                </a:lnTo>
                <a:cubicBezTo>
                  <a:pt x="883" y="134"/>
                  <a:pt x="793" y="117"/>
                  <a:pt x="700" y="117"/>
                </a:cubicBezTo>
                <a:cubicBezTo>
                  <a:pt x="607" y="117"/>
                  <a:pt x="517" y="131"/>
                  <a:pt x="432" y="158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303714" y="3199607"/>
            <a:ext cx="377825" cy="461963"/>
          </a:xfrm>
          <a:custGeom>
            <a:avLst/>
            <a:gdLst>
              <a:gd name="T0" fmla="*/ 875 w 1051"/>
              <a:gd name="T1" fmla="*/ 525 h 1282"/>
              <a:gd name="T2" fmla="*/ 1050 w 1051"/>
              <a:gd name="T3" fmla="*/ 699 h 1282"/>
              <a:gd name="T4" fmla="*/ 1050 w 1051"/>
              <a:gd name="T5" fmla="*/ 789 h 1282"/>
              <a:gd name="T6" fmla="*/ 935 w 1051"/>
              <a:gd name="T7" fmla="*/ 904 h 1282"/>
              <a:gd name="T8" fmla="*/ 856 w 1051"/>
              <a:gd name="T9" fmla="*/ 871 h 1282"/>
              <a:gd name="T10" fmla="*/ 730 w 1051"/>
              <a:gd name="T11" fmla="*/ 745 h 1282"/>
              <a:gd name="T12" fmla="*/ 605 w 1051"/>
              <a:gd name="T13" fmla="*/ 871 h 1282"/>
              <a:gd name="T14" fmla="*/ 443 w 1051"/>
              <a:gd name="T15" fmla="*/ 871 h 1282"/>
              <a:gd name="T16" fmla="*/ 320 w 1051"/>
              <a:gd name="T17" fmla="*/ 745 h 1282"/>
              <a:gd name="T18" fmla="*/ 194 w 1051"/>
              <a:gd name="T19" fmla="*/ 871 h 1282"/>
              <a:gd name="T20" fmla="*/ 115 w 1051"/>
              <a:gd name="T21" fmla="*/ 904 h 1282"/>
              <a:gd name="T22" fmla="*/ 0 w 1051"/>
              <a:gd name="T23" fmla="*/ 789 h 1282"/>
              <a:gd name="T24" fmla="*/ 0 w 1051"/>
              <a:gd name="T25" fmla="*/ 699 h 1282"/>
              <a:gd name="T26" fmla="*/ 175 w 1051"/>
              <a:gd name="T27" fmla="*/ 525 h 1282"/>
              <a:gd name="T28" fmla="*/ 468 w 1051"/>
              <a:gd name="T29" fmla="*/ 525 h 1282"/>
              <a:gd name="T30" fmla="*/ 468 w 1051"/>
              <a:gd name="T31" fmla="*/ 407 h 1282"/>
              <a:gd name="T32" fmla="*/ 583 w 1051"/>
              <a:gd name="T33" fmla="*/ 407 h 1282"/>
              <a:gd name="T34" fmla="*/ 583 w 1051"/>
              <a:gd name="T35" fmla="*/ 525 h 1282"/>
              <a:gd name="T36" fmla="*/ 875 w 1051"/>
              <a:gd name="T37" fmla="*/ 525 h 1282"/>
              <a:gd name="T38" fmla="*/ 793 w 1051"/>
              <a:gd name="T39" fmla="*/ 931 h 1282"/>
              <a:gd name="T40" fmla="*/ 935 w 1051"/>
              <a:gd name="T41" fmla="*/ 991 h 1282"/>
              <a:gd name="T42" fmla="*/ 1050 w 1051"/>
              <a:gd name="T43" fmla="*/ 956 h 1282"/>
              <a:gd name="T44" fmla="*/ 1050 w 1051"/>
              <a:gd name="T45" fmla="*/ 1224 h 1282"/>
              <a:gd name="T46" fmla="*/ 993 w 1051"/>
              <a:gd name="T47" fmla="*/ 1281 h 1282"/>
              <a:gd name="T48" fmla="*/ 58 w 1051"/>
              <a:gd name="T49" fmla="*/ 1281 h 1282"/>
              <a:gd name="T50" fmla="*/ 0 w 1051"/>
              <a:gd name="T51" fmla="*/ 1224 h 1282"/>
              <a:gd name="T52" fmla="*/ 0 w 1051"/>
              <a:gd name="T53" fmla="*/ 956 h 1282"/>
              <a:gd name="T54" fmla="*/ 115 w 1051"/>
              <a:gd name="T55" fmla="*/ 991 h 1282"/>
              <a:gd name="T56" fmla="*/ 257 w 1051"/>
              <a:gd name="T57" fmla="*/ 931 h 1282"/>
              <a:gd name="T58" fmla="*/ 320 w 1051"/>
              <a:gd name="T59" fmla="*/ 868 h 1282"/>
              <a:gd name="T60" fmla="*/ 383 w 1051"/>
              <a:gd name="T61" fmla="*/ 931 h 1282"/>
              <a:gd name="T62" fmla="*/ 667 w 1051"/>
              <a:gd name="T63" fmla="*/ 931 h 1282"/>
              <a:gd name="T64" fmla="*/ 730 w 1051"/>
              <a:gd name="T65" fmla="*/ 868 h 1282"/>
              <a:gd name="T66" fmla="*/ 793 w 1051"/>
              <a:gd name="T67" fmla="*/ 931 h 1282"/>
              <a:gd name="T68" fmla="*/ 525 w 1051"/>
              <a:gd name="T69" fmla="*/ 350 h 1282"/>
              <a:gd name="T70" fmla="*/ 408 w 1051"/>
              <a:gd name="T71" fmla="*/ 232 h 1282"/>
              <a:gd name="T72" fmla="*/ 427 w 1051"/>
              <a:gd name="T73" fmla="*/ 172 h 1282"/>
              <a:gd name="T74" fmla="*/ 525 w 1051"/>
              <a:gd name="T75" fmla="*/ 0 h 1282"/>
              <a:gd name="T76" fmla="*/ 624 w 1051"/>
              <a:gd name="T77" fmla="*/ 172 h 1282"/>
              <a:gd name="T78" fmla="*/ 643 w 1051"/>
              <a:gd name="T79" fmla="*/ 232 h 1282"/>
              <a:gd name="T80" fmla="*/ 525 w 1051"/>
              <a:gd name="T81" fmla="*/ 350 h 1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051" h="1282">
                <a:moveTo>
                  <a:pt x="875" y="525"/>
                </a:moveTo>
                <a:cubicBezTo>
                  <a:pt x="971" y="525"/>
                  <a:pt x="1050" y="604"/>
                  <a:pt x="1050" y="699"/>
                </a:cubicBezTo>
                <a:lnTo>
                  <a:pt x="1050" y="789"/>
                </a:lnTo>
                <a:cubicBezTo>
                  <a:pt x="1050" y="852"/>
                  <a:pt x="998" y="904"/>
                  <a:pt x="935" y="904"/>
                </a:cubicBezTo>
                <a:cubicBezTo>
                  <a:pt x="905" y="904"/>
                  <a:pt x="878" y="893"/>
                  <a:pt x="856" y="871"/>
                </a:cubicBezTo>
                <a:lnTo>
                  <a:pt x="730" y="745"/>
                </a:lnTo>
                <a:lnTo>
                  <a:pt x="605" y="871"/>
                </a:lnTo>
                <a:cubicBezTo>
                  <a:pt x="561" y="915"/>
                  <a:pt x="487" y="915"/>
                  <a:pt x="443" y="871"/>
                </a:cubicBezTo>
                <a:lnTo>
                  <a:pt x="320" y="745"/>
                </a:lnTo>
                <a:lnTo>
                  <a:pt x="194" y="871"/>
                </a:lnTo>
                <a:cubicBezTo>
                  <a:pt x="173" y="893"/>
                  <a:pt x="145" y="904"/>
                  <a:pt x="115" y="904"/>
                </a:cubicBezTo>
                <a:cubicBezTo>
                  <a:pt x="52" y="904"/>
                  <a:pt x="0" y="852"/>
                  <a:pt x="0" y="789"/>
                </a:cubicBezTo>
                <a:lnTo>
                  <a:pt x="0" y="699"/>
                </a:lnTo>
                <a:cubicBezTo>
                  <a:pt x="0" y="604"/>
                  <a:pt x="80" y="525"/>
                  <a:pt x="175" y="525"/>
                </a:cubicBezTo>
                <a:lnTo>
                  <a:pt x="468" y="525"/>
                </a:lnTo>
                <a:lnTo>
                  <a:pt x="468" y="407"/>
                </a:lnTo>
                <a:lnTo>
                  <a:pt x="583" y="407"/>
                </a:lnTo>
                <a:lnTo>
                  <a:pt x="583" y="525"/>
                </a:lnTo>
                <a:lnTo>
                  <a:pt x="875" y="525"/>
                </a:lnTo>
                <a:close/>
                <a:moveTo>
                  <a:pt x="793" y="931"/>
                </a:moveTo>
                <a:cubicBezTo>
                  <a:pt x="832" y="969"/>
                  <a:pt x="881" y="991"/>
                  <a:pt x="935" y="991"/>
                </a:cubicBezTo>
                <a:cubicBezTo>
                  <a:pt x="979" y="991"/>
                  <a:pt x="1017" y="978"/>
                  <a:pt x="1050" y="956"/>
                </a:cubicBezTo>
                <a:lnTo>
                  <a:pt x="1050" y="1224"/>
                </a:lnTo>
                <a:cubicBezTo>
                  <a:pt x="1050" y="1257"/>
                  <a:pt x="1026" y="1281"/>
                  <a:pt x="993" y="1281"/>
                </a:cubicBezTo>
                <a:lnTo>
                  <a:pt x="58" y="1281"/>
                </a:lnTo>
                <a:cubicBezTo>
                  <a:pt x="25" y="1281"/>
                  <a:pt x="0" y="1257"/>
                  <a:pt x="0" y="1224"/>
                </a:cubicBezTo>
                <a:lnTo>
                  <a:pt x="0" y="956"/>
                </a:lnTo>
                <a:cubicBezTo>
                  <a:pt x="33" y="978"/>
                  <a:pt x="71" y="991"/>
                  <a:pt x="115" y="991"/>
                </a:cubicBezTo>
                <a:cubicBezTo>
                  <a:pt x="170" y="991"/>
                  <a:pt x="219" y="969"/>
                  <a:pt x="257" y="931"/>
                </a:cubicBezTo>
                <a:lnTo>
                  <a:pt x="320" y="868"/>
                </a:lnTo>
                <a:lnTo>
                  <a:pt x="383" y="931"/>
                </a:lnTo>
                <a:cubicBezTo>
                  <a:pt x="460" y="1008"/>
                  <a:pt x="591" y="1008"/>
                  <a:pt x="667" y="931"/>
                </a:cubicBezTo>
                <a:lnTo>
                  <a:pt x="730" y="868"/>
                </a:lnTo>
                <a:lnTo>
                  <a:pt x="793" y="931"/>
                </a:lnTo>
                <a:close/>
                <a:moveTo>
                  <a:pt x="525" y="350"/>
                </a:moveTo>
                <a:cubicBezTo>
                  <a:pt x="462" y="350"/>
                  <a:pt x="408" y="295"/>
                  <a:pt x="408" y="232"/>
                </a:cubicBezTo>
                <a:cubicBezTo>
                  <a:pt x="408" y="210"/>
                  <a:pt x="416" y="189"/>
                  <a:pt x="427" y="172"/>
                </a:cubicBezTo>
                <a:lnTo>
                  <a:pt x="525" y="0"/>
                </a:lnTo>
                <a:lnTo>
                  <a:pt x="624" y="172"/>
                </a:lnTo>
                <a:cubicBezTo>
                  <a:pt x="635" y="189"/>
                  <a:pt x="643" y="210"/>
                  <a:pt x="643" y="232"/>
                </a:cubicBezTo>
                <a:cubicBezTo>
                  <a:pt x="643" y="295"/>
                  <a:pt x="591" y="350"/>
                  <a:pt x="525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40349" y="3261519"/>
            <a:ext cx="463550" cy="336550"/>
          </a:xfrm>
          <a:custGeom>
            <a:avLst/>
            <a:gdLst>
              <a:gd name="T0" fmla="*/ 293 w 1286"/>
              <a:gd name="T1" fmla="*/ 468 h 936"/>
              <a:gd name="T2" fmla="*/ 468 w 1286"/>
              <a:gd name="T3" fmla="*/ 468 h 936"/>
              <a:gd name="T4" fmla="*/ 235 w 1286"/>
              <a:gd name="T5" fmla="*/ 699 h 936"/>
              <a:gd name="T6" fmla="*/ 0 w 1286"/>
              <a:gd name="T7" fmla="*/ 468 h 936"/>
              <a:gd name="T8" fmla="*/ 175 w 1286"/>
              <a:gd name="T9" fmla="*/ 468 h 936"/>
              <a:gd name="T10" fmla="*/ 643 w 1286"/>
              <a:gd name="T11" fmla="*/ 0 h 936"/>
              <a:gd name="T12" fmla="*/ 892 w 1286"/>
              <a:gd name="T13" fmla="*/ 74 h 936"/>
              <a:gd name="T14" fmla="*/ 807 w 1286"/>
              <a:gd name="T15" fmla="*/ 159 h 936"/>
              <a:gd name="T16" fmla="*/ 643 w 1286"/>
              <a:gd name="T17" fmla="*/ 118 h 936"/>
              <a:gd name="T18" fmla="*/ 293 w 1286"/>
              <a:gd name="T19" fmla="*/ 468 h 936"/>
              <a:gd name="T20" fmla="*/ 1050 w 1286"/>
              <a:gd name="T21" fmla="*/ 236 h 936"/>
              <a:gd name="T22" fmla="*/ 1285 w 1286"/>
              <a:gd name="T23" fmla="*/ 468 h 936"/>
              <a:gd name="T24" fmla="*/ 1110 w 1286"/>
              <a:gd name="T25" fmla="*/ 468 h 936"/>
              <a:gd name="T26" fmla="*/ 643 w 1286"/>
              <a:gd name="T27" fmla="*/ 935 h 936"/>
              <a:gd name="T28" fmla="*/ 394 w 1286"/>
              <a:gd name="T29" fmla="*/ 861 h 936"/>
              <a:gd name="T30" fmla="*/ 479 w 1286"/>
              <a:gd name="T31" fmla="*/ 776 h 936"/>
              <a:gd name="T32" fmla="*/ 643 w 1286"/>
              <a:gd name="T33" fmla="*/ 817 h 936"/>
              <a:gd name="T34" fmla="*/ 993 w 1286"/>
              <a:gd name="T35" fmla="*/ 468 h 936"/>
              <a:gd name="T36" fmla="*/ 818 w 1286"/>
              <a:gd name="T37" fmla="*/ 468 h 936"/>
              <a:gd name="T38" fmla="*/ 1050 w 1286"/>
              <a:gd name="T39" fmla="*/ 236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86" h="936">
                <a:moveTo>
                  <a:pt x="293" y="468"/>
                </a:moveTo>
                <a:lnTo>
                  <a:pt x="468" y="468"/>
                </a:lnTo>
                <a:lnTo>
                  <a:pt x="235" y="699"/>
                </a:lnTo>
                <a:lnTo>
                  <a:pt x="0" y="468"/>
                </a:lnTo>
                <a:lnTo>
                  <a:pt x="175" y="468"/>
                </a:lnTo>
                <a:cubicBezTo>
                  <a:pt x="175" y="211"/>
                  <a:pt x="386" y="0"/>
                  <a:pt x="643" y="0"/>
                </a:cubicBezTo>
                <a:cubicBezTo>
                  <a:pt x="733" y="0"/>
                  <a:pt x="821" y="28"/>
                  <a:pt x="892" y="74"/>
                </a:cubicBezTo>
                <a:lnTo>
                  <a:pt x="807" y="159"/>
                </a:lnTo>
                <a:cubicBezTo>
                  <a:pt x="758" y="132"/>
                  <a:pt x="703" y="118"/>
                  <a:pt x="643" y="118"/>
                </a:cubicBezTo>
                <a:cubicBezTo>
                  <a:pt x="449" y="118"/>
                  <a:pt x="293" y="274"/>
                  <a:pt x="293" y="468"/>
                </a:cubicBezTo>
                <a:close/>
                <a:moveTo>
                  <a:pt x="1050" y="236"/>
                </a:moveTo>
                <a:lnTo>
                  <a:pt x="1285" y="468"/>
                </a:lnTo>
                <a:lnTo>
                  <a:pt x="1110" y="468"/>
                </a:lnTo>
                <a:cubicBezTo>
                  <a:pt x="1110" y="724"/>
                  <a:pt x="900" y="935"/>
                  <a:pt x="643" y="935"/>
                </a:cubicBezTo>
                <a:cubicBezTo>
                  <a:pt x="553" y="935"/>
                  <a:pt x="465" y="907"/>
                  <a:pt x="394" y="861"/>
                </a:cubicBezTo>
                <a:lnTo>
                  <a:pt x="479" y="776"/>
                </a:lnTo>
                <a:cubicBezTo>
                  <a:pt x="528" y="803"/>
                  <a:pt x="583" y="817"/>
                  <a:pt x="643" y="817"/>
                </a:cubicBezTo>
                <a:cubicBezTo>
                  <a:pt x="837" y="817"/>
                  <a:pt x="993" y="661"/>
                  <a:pt x="993" y="468"/>
                </a:cubicBezTo>
                <a:lnTo>
                  <a:pt x="818" y="468"/>
                </a:lnTo>
                <a:lnTo>
                  <a:pt x="1050" y="23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40487" y="3240883"/>
            <a:ext cx="419100" cy="377825"/>
          </a:xfrm>
          <a:custGeom>
            <a:avLst/>
            <a:gdLst>
              <a:gd name="T0" fmla="*/ 700 w 1166"/>
              <a:gd name="T1" fmla="*/ 232 h 1050"/>
              <a:gd name="T2" fmla="*/ 700 w 1166"/>
              <a:gd name="T3" fmla="*/ 118 h 1050"/>
              <a:gd name="T4" fmla="*/ 465 w 1166"/>
              <a:gd name="T5" fmla="*/ 118 h 1050"/>
              <a:gd name="T6" fmla="*/ 465 w 1166"/>
              <a:gd name="T7" fmla="*/ 232 h 1050"/>
              <a:gd name="T8" fmla="*/ 700 w 1166"/>
              <a:gd name="T9" fmla="*/ 232 h 1050"/>
              <a:gd name="T10" fmla="*/ 1165 w 1166"/>
              <a:gd name="T11" fmla="*/ 350 h 1050"/>
              <a:gd name="T12" fmla="*/ 1165 w 1166"/>
              <a:gd name="T13" fmla="*/ 525 h 1050"/>
              <a:gd name="T14" fmla="*/ 1050 w 1166"/>
              <a:gd name="T15" fmla="*/ 642 h 1050"/>
              <a:gd name="T16" fmla="*/ 700 w 1166"/>
              <a:gd name="T17" fmla="*/ 642 h 1050"/>
              <a:gd name="T18" fmla="*/ 700 w 1166"/>
              <a:gd name="T19" fmla="*/ 525 h 1050"/>
              <a:gd name="T20" fmla="*/ 465 w 1166"/>
              <a:gd name="T21" fmla="*/ 525 h 1050"/>
              <a:gd name="T22" fmla="*/ 465 w 1166"/>
              <a:gd name="T23" fmla="*/ 642 h 1050"/>
              <a:gd name="T24" fmla="*/ 115 w 1166"/>
              <a:gd name="T25" fmla="*/ 642 h 1050"/>
              <a:gd name="T26" fmla="*/ 0 w 1166"/>
              <a:gd name="T27" fmla="*/ 525 h 1050"/>
              <a:gd name="T28" fmla="*/ 0 w 1166"/>
              <a:gd name="T29" fmla="*/ 350 h 1050"/>
              <a:gd name="T30" fmla="*/ 115 w 1166"/>
              <a:gd name="T31" fmla="*/ 232 h 1050"/>
              <a:gd name="T32" fmla="*/ 347 w 1166"/>
              <a:gd name="T33" fmla="*/ 232 h 1050"/>
              <a:gd name="T34" fmla="*/ 347 w 1166"/>
              <a:gd name="T35" fmla="*/ 118 h 1050"/>
              <a:gd name="T36" fmla="*/ 465 w 1166"/>
              <a:gd name="T37" fmla="*/ 0 h 1050"/>
              <a:gd name="T38" fmla="*/ 697 w 1166"/>
              <a:gd name="T39" fmla="*/ 0 h 1050"/>
              <a:gd name="T40" fmla="*/ 815 w 1166"/>
              <a:gd name="T41" fmla="*/ 118 h 1050"/>
              <a:gd name="T42" fmla="*/ 815 w 1166"/>
              <a:gd name="T43" fmla="*/ 232 h 1050"/>
              <a:gd name="T44" fmla="*/ 1050 w 1166"/>
              <a:gd name="T45" fmla="*/ 232 h 1050"/>
              <a:gd name="T46" fmla="*/ 1165 w 1166"/>
              <a:gd name="T47" fmla="*/ 350 h 1050"/>
              <a:gd name="T48" fmla="*/ 700 w 1166"/>
              <a:gd name="T49" fmla="*/ 756 h 1050"/>
              <a:gd name="T50" fmla="*/ 700 w 1166"/>
              <a:gd name="T51" fmla="*/ 699 h 1050"/>
              <a:gd name="T52" fmla="*/ 1107 w 1166"/>
              <a:gd name="T53" fmla="*/ 699 h 1050"/>
              <a:gd name="T54" fmla="*/ 1107 w 1166"/>
              <a:gd name="T55" fmla="*/ 931 h 1050"/>
              <a:gd name="T56" fmla="*/ 990 w 1166"/>
              <a:gd name="T57" fmla="*/ 1049 h 1050"/>
              <a:gd name="T58" fmla="*/ 175 w 1166"/>
              <a:gd name="T59" fmla="*/ 1049 h 1050"/>
              <a:gd name="T60" fmla="*/ 57 w 1166"/>
              <a:gd name="T61" fmla="*/ 931 h 1050"/>
              <a:gd name="T62" fmla="*/ 57 w 1166"/>
              <a:gd name="T63" fmla="*/ 699 h 1050"/>
              <a:gd name="T64" fmla="*/ 465 w 1166"/>
              <a:gd name="T65" fmla="*/ 699 h 1050"/>
              <a:gd name="T66" fmla="*/ 465 w 1166"/>
              <a:gd name="T67" fmla="*/ 756 h 1050"/>
              <a:gd name="T68" fmla="*/ 700 w 1166"/>
              <a:gd name="T69" fmla="*/ 756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700" y="232"/>
                </a:moveTo>
                <a:lnTo>
                  <a:pt x="700" y="118"/>
                </a:lnTo>
                <a:lnTo>
                  <a:pt x="465" y="118"/>
                </a:lnTo>
                <a:lnTo>
                  <a:pt x="465" y="232"/>
                </a:lnTo>
                <a:lnTo>
                  <a:pt x="700" y="232"/>
                </a:lnTo>
                <a:close/>
                <a:moveTo>
                  <a:pt x="1165" y="350"/>
                </a:moveTo>
                <a:lnTo>
                  <a:pt x="1165" y="525"/>
                </a:lnTo>
                <a:cubicBezTo>
                  <a:pt x="1165" y="587"/>
                  <a:pt x="1113" y="642"/>
                  <a:pt x="1050" y="642"/>
                </a:cubicBezTo>
                <a:lnTo>
                  <a:pt x="700" y="642"/>
                </a:lnTo>
                <a:lnTo>
                  <a:pt x="700" y="525"/>
                </a:lnTo>
                <a:lnTo>
                  <a:pt x="465" y="525"/>
                </a:lnTo>
                <a:lnTo>
                  <a:pt x="465" y="642"/>
                </a:lnTo>
                <a:lnTo>
                  <a:pt x="115" y="642"/>
                </a:lnTo>
                <a:cubicBezTo>
                  <a:pt x="49" y="642"/>
                  <a:pt x="0" y="590"/>
                  <a:pt x="0" y="525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47" y="232"/>
                </a:lnTo>
                <a:lnTo>
                  <a:pt x="347" y="118"/>
                </a:lnTo>
                <a:lnTo>
                  <a:pt x="465" y="0"/>
                </a:lnTo>
                <a:lnTo>
                  <a:pt x="697" y="0"/>
                </a:lnTo>
                <a:lnTo>
                  <a:pt x="815" y="118"/>
                </a:lnTo>
                <a:lnTo>
                  <a:pt x="815" y="232"/>
                </a:lnTo>
                <a:lnTo>
                  <a:pt x="1050" y="232"/>
                </a:lnTo>
                <a:cubicBezTo>
                  <a:pt x="1113" y="232"/>
                  <a:pt x="1165" y="287"/>
                  <a:pt x="1165" y="350"/>
                </a:cubicBezTo>
                <a:close/>
                <a:moveTo>
                  <a:pt x="700" y="756"/>
                </a:moveTo>
                <a:lnTo>
                  <a:pt x="700" y="699"/>
                </a:lnTo>
                <a:lnTo>
                  <a:pt x="1107" y="699"/>
                </a:lnTo>
                <a:lnTo>
                  <a:pt x="1107" y="931"/>
                </a:lnTo>
                <a:cubicBezTo>
                  <a:pt x="1107" y="997"/>
                  <a:pt x="1055" y="1049"/>
                  <a:pt x="990" y="1049"/>
                </a:cubicBezTo>
                <a:lnTo>
                  <a:pt x="175" y="1049"/>
                </a:lnTo>
                <a:cubicBezTo>
                  <a:pt x="109" y="1049"/>
                  <a:pt x="57" y="997"/>
                  <a:pt x="57" y="931"/>
                </a:cubicBezTo>
                <a:lnTo>
                  <a:pt x="57" y="699"/>
                </a:lnTo>
                <a:lnTo>
                  <a:pt x="465" y="699"/>
                </a:lnTo>
                <a:lnTo>
                  <a:pt x="465" y="756"/>
                </a:lnTo>
                <a:lnTo>
                  <a:pt x="700" y="75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497762" y="3283743"/>
            <a:ext cx="463550" cy="293688"/>
          </a:xfrm>
          <a:custGeom>
            <a:avLst/>
            <a:gdLst>
              <a:gd name="T0" fmla="*/ 585 w 1286"/>
              <a:gd name="T1" fmla="*/ 699 h 814"/>
              <a:gd name="T2" fmla="*/ 1168 w 1286"/>
              <a:gd name="T3" fmla="*/ 699 h 814"/>
              <a:gd name="T4" fmla="*/ 982 w 1286"/>
              <a:gd name="T5" fmla="*/ 452 h 814"/>
              <a:gd name="T6" fmla="*/ 834 w 1286"/>
              <a:gd name="T7" fmla="*/ 638 h 814"/>
              <a:gd name="T8" fmla="*/ 730 w 1286"/>
              <a:gd name="T9" fmla="*/ 513 h 814"/>
              <a:gd name="T10" fmla="*/ 585 w 1286"/>
              <a:gd name="T11" fmla="*/ 699 h 814"/>
              <a:gd name="T12" fmla="*/ 1225 w 1286"/>
              <a:gd name="T13" fmla="*/ 0 h 814"/>
              <a:gd name="T14" fmla="*/ 1285 w 1286"/>
              <a:gd name="T15" fmla="*/ 57 h 814"/>
              <a:gd name="T16" fmla="*/ 1285 w 1286"/>
              <a:gd name="T17" fmla="*/ 756 h 814"/>
              <a:gd name="T18" fmla="*/ 1225 w 1286"/>
              <a:gd name="T19" fmla="*/ 813 h 814"/>
              <a:gd name="T20" fmla="*/ 525 w 1286"/>
              <a:gd name="T21" fmla="*/ 813 h 814"/>
              <a:gd name="T22" fmla="*/ 468 w 1286"/>
              <a:gd name="T23" fmla="*/ 756 h 814"/>
              <a:gd name="T24" fmla="*/ 468 w 1286"/>
              <a:gd name="T25" fmla="*/ 57 h 814"/>
              <a:gd name="T26" fmla="*/ 525 w 1286"/>
              <a:gd name="T27" fmla="*/ 0 h 814"/>
              <a:gd name="T28" fmla="*/ 1225 w 1286"/>
              <a:gd name="T29" fmla="*/ 0 h 814"/>
              <a:gd name="T30" fmla="*/ 235 w 1286"/>
              <a:gd name="T31" fmla="*/ 0 h 814"/>
              <a:gd name="T32" fmla="*/ 350 w 1286"/>
              <a:gd name="T33" fmla="*/ 0 h 814"/>
              <a:gd name="T34" fmla="*/ 350 w 1286"/>
              <a:gd name="T35" fmla="*/ 813 h 814"/>
              <a:gd name="T36" fmla="*/ 235 w 1286"/>
              <a:gd name="T37" fmla="*/ 813 h 814"/>
              <a:gd name="T38" fmla="*/ 235 w 1286"/>
              <a:gd name="T39" fmla="*/ 0 h 814"/>
              <a:gd name="T40" fmla="*/ 0 w 1286"/>
              <a:gd name="T41" fmla="*/ 0 h 814"/>
              <a:gd name="T42" fmla="*/ 118 w 1286"/>
              <a:gd name="T43" fmla="*/ 0 h 814"/>
              <a:gd name="T44" fmla="*/ 118 w 1286"/>
              <a:gd name="T45" fmla="*/ 813 h 814"/>
              <a:gd name="T46" fmla="*/ 0 w 1286"/>
              <a:gd name="T47" fmla="*/ 813 h 814"/>
              <a:gd name="T48" fmla="*/ 0 w 1286"/>
              <a:gd name="T49" fmla="*/ 0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6" h="814">
                <a:moveTo>
                  <a:pt x="585" y="699"/>
                </a:moveTo>
                <a:lnTo>
                  <a:pt x="1168" y="699"/>
                </a:lnTo>
                <a:lnTo>
                  <a:pt x="982" y="452"/>
                </a:lnTo>
                <a:lnTo>
                  <a:pt x="834" y="638"/>
                </a:lnTo>
                <a:lnTo>
                  <a:pt x="730" y="513"/>
                </a:lnTo>
                <a:lnTo>
                  <a:pt x="585" y="699"/>
                </a:lnTo>
                <a:close/>
                <a:moveTo>
                  <a:pt x="1225" y="0"/>
                </a:moveTo>
                <a:cubicBezTo>
                  <a:pt x="1258" y="0"/>
                  <a:pt x="1285" y="24"/>
                  <a:pt x="1285" y="57"/>
                </a:cubicBezTo>
                <a:lnTo>
                  <a:pt x="1285" y="756"/>
                </a:lnTo>
                <a:cubicBezTo>
                  <a:pt x="1285" y="789"/>
                  <a:pt x="1258" y="813"/>
                  <a:pt x="1225" y="813"/>
                </a:cubicBezTo>
                <a:lnTo>
                  <a:pt x="525" y="813"/>
                </a:lnTo>
                <a:cubicBezTo>
                  <a:pt x="492" y="813"/>
                  <a:pt x="468" y="789"/>
                  <a:pt x="468" y="756"/>
                </a:cubicBezTo>
                <a:lnTo>
                  <a:pt x="468" y="57"/>
                </a:lnTo>
                <a:cubicBezTo>
                  <a:pt x="468" y="24"/>
                  <a:pt x="492" y="0"/>
                  <a:pt x="525" y="0"/>
                </a:cubicBezTo>
                <a:lnTo>
                  <a:pt x="1225" y="0"/>
                </a:lnTo>
                <a:close/>
                <a:moveTo>
                  <a:pt x="235" y="0"/>
                </a:moveTo>
                <a:lnTo>
                  <a:pt x="350" y="0"/>
                </a:lnTo>
                <a:lnTo>
                  <a:pt x="350" y="813"/>
                </a:lnTo>
                <a:lnTo>
                  <a:pt x="235" y="813"/>
                </a:lnTo>
                <a:lnTo>
                  <a:pt x="235" y="0"/>
                </a:lnTo>
                <a:close/>
                <a:moveTo>
                  <a:pt x="0" y="0"/>
                </a:moveTo>
                <a:lnTo>
                  <a:pt x="118" y="0"/>
                </a:lnTo>
                <a:lnTo>
                  <a:pt x="11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64564" y="3190084"/>
            <a:ext cx="477837" cy="473075"/>
          </a:xfrm>
          <a:custGeom>
            <a:avLst/>
            <a:gdLst>
              <a:gd name="T0" fmla="*/ 1302 w 1327"/>
              <a:gd name="T1" fmla="*/ 1070 h 1312"/>
              <a:gd name="T2" fmla="*/ 1296 w 1327"/>
              <a:gd name="T3" fmla="*/ 1152 h 1312"/>
              <a:gd name="T4" fmla="*/ 1162 w 1327"/>
              <a:gd name="T5" fmla="*/ 1286 h 1312"/>
              <a:gd name="T6" fmla="*/ 1080 w 1327"/>
              <a:gd name="T7" fmla="*/ 1286 h 1312"/>
              <a:gd name="T8" fmla="*/ 550 w 1327"/>
              <a:gd name="T9" fmla="*/ 756 h 1312"/>
              <a:gd name="T10" fmla="*/ 148 w 1327"/>
              <a:gd name="T11" fmla="*/ 669 h 1312"/>
              <a:gd name="T12" fmla="*/ 71 w 1327"/>
              <a:gd name="T13" fmla="*/ 238 h 1312"/>
              <a:gd name="T14" fmla="*/ 328 w 1327"/>
              <a:gd name="T15" fmla="*/ 489 h 1312"/>
              <a:gd name="T16" fmla="*/ 503 w 1327"/>
              <a:gd name="T17" fmla="*/ 314 h 1312"/>
              <a:gd name="T18" fmla="*/ 252 w 1327"/>
              <a:gd name="T19" fmla="*/ 63 h 1312"/>
              <a:gd name="T20" fmla="*/ 684 w 1327"/>
              <a:gd name="T21" fmla="*/ 139 h 1312"/>
              <a:gd name="T22" fmla="*/ 771 w 1327"/>
              <a:gd name="T23" fmla="*/ 541 h 1312"/>
              <a:gd name="T24" fmla="*/ 1302 w 1327"/>
              <a:gd name="T25" fmla="*/ 1070 h 1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27" h="1312">
                <a:moveTo>
                  <a:pt x="1302" y="1070"/>
                </a:moveTo>
                <a:cubicBezTo>
                  <a:pt x="1326" y="1087"/>
                  <a:pt x="1326" y="1128"/>
                  <a:pt x="1296" y="1152"/>
                </a:cubicBezTo>
                <a:lnTo>
                  <a:pt x="1162" y="1286"/>
                </a:lnTo>
                <a:cubicBezTo>
                  <a:pt x="1138" y="1311"/>
                  <a:pt x="1105" y="1311"/>
                  <a:pt x="1080" y="1286"/>
                </a:cubicBezTo>
                <a:lnTo>
                  <a:pt x="550" y="756"/>
                </a:lnTo>
                <a:cubicBezTo>
                  <a:pt x="416" y="808"/>
                  <a:pt x="260" y="781"/>
                  <a:pt x="148" y="669"/>
                </a:cubicBezTo>
                <a:cubicBezTo>
                  <a:pt x="30" y="552"/>
                  <a:pt x="0" y="377"/>
                  <a:pt x="71" y="238"/>
                </a:cubicBezTo>
                <a:lnTo>
                  <a:pt x="328" y="489"/>
                </a:lnTo>
                <a:lnTo>
                  <a:pt x="503" y="314"/>
                </a:lnTo>
                <a:lnTo>
                  <a:pt x="252" y="63"/>
                </a:lnTo>
                <a:cubicBezTo>
                  <a:pt x="391" y="0"/>
                  <a:pt x="566" y="22"/>
                  <a:pt x="684" y="139"/>
                </a:cubicBezTo>
                <a:cubicBezTo>
                  <a:pt x="796" y="251"/>
                  <a:pt x="823" y="407"/>
                  <a:pt x="771" y="541"/>
                </a:cubicBezTo>
                <a:lnTo>
                  <a:pt x="1302" y="107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718674" y="3240883"/>
            <a:ext cx="336550" cy="377825"/>
          </a:xfrm>
          <a:custGeom>
            <a:avLst/>
            <a:gdLst>
              <a:gd name="T0" fmla="*/ 585 w 936"/>
              <a:gd name="T1" fmla="*/ 525 h 1050"/>
              <a:gd name="T2" fmla="*/ 585 w 936"/>
              <a:gd name="T3" fmla="*/ 407 h 1050"/>
              <a:gd name="T4" fmla="*/ 350 w 936"/>
              <a:gd name="T5" fmla="*/ 407 h 1050"/>
              <a:gd name="T6" fmla="*/ 350 w 936"/>
              <a:gd name="T7" fmla="*/ 525 h 1050"/>
              <a:gd name="T8" fmla="*/ 585 w 936"/>
              <a:gd name="T9" fmla="*/ 525 h 1050"/>
              <a:gd name="T10" fmla="*/ 585 w 936"/>
              <a:gd name="T11" fmla="*/ 756 h 1050"/>
              <a:gd name="T12" fmla="*/ 585 w 936"/>
              <a:gd name="T13" fmla="*/ 642 h 1050"/>
              <a:gd name="T14" fmla="*/ 350 w 936"/>
              <a:gd name="T15" fmla="*/ 642 h 1050"/>
              <a:gd name="T16" fmla="*/ 350 w 936"/>
              <a:gd name="T17" fmla="*/ 756 h 1050"/>
              <a:gd name="T18" fmla="*/ 585 w 936"/>
              <a:gd name="T19" fmla="*/ 756 h 1050"/>
              <a:gd name="T20" fmla="*/ 935 w 936"/>
              <a:gd name="T21" fmla="*/ 293 h 1050"/>
              <a:gd name="T22" fmla="*/ 935 w 936"/>
              <a:gd name="T23" fmla="*/ 407 h 1050"/>
              <a:gd name="T24" fmla="*/ 812 w 936"/>
              <a:gd name="T25" fmla="*/ 407 h 1050"/>
              <a:gd name="T26" fmla="*/ 818 w 936"/>
              <a:gd name="T27" fmla="*/ 468 h 1050"/>
              <a:gd name="T28" fmla="*/ 818 w 936"/>
              <a:gd name="T29" fmla="*/ 525 h 1050"/>
              <a:gd name="T30" fmla="*/ 935 w 936"/>
              <a:gd name="T31" fmla="*/ 525 h 1050"/>
              <a:gd name="T32" fmla="*/ 935 w 936"/>
              <a:gd name="T33" fmla="*/ 642 h 1050"/>
              <a:gd name="T34" fmla="*/ 818 w 936"/>
              <a:gd name="T35" fmla="*/ 642 h 1050"/>
              <a:gd name="T36" fmla="*/ 818 w 936"/>
              <a:gd name="T37" fmla="*/ 699 h 1050"/>
              <a:gd name="T38" fmla="*/ 812 w 936"/>
              <a:gd name="T39" fmla="*/ 756 h 1050"/>
              <a:gd name="T40" fmla="*/ 935 w 936"/>
              <a:gd name="T41" fmla="*/ 756 h 1050"/>
              <a:gd name="T42" fmla="*/ 935 w 936"/>
              <a:gd name="T43" fmla="*/ 874 h 1050"/>
              <a:gd name="T44" fmla="*/ 771 w 936"/>
              <a:gd name="T45" fmla="*/ 874 h 1050"/>
              <a:gd name="T46" fmla="*/ 468 w 936"/>
              <a:gd name="T47" fmla="*/ 1049 h 1050"/>
              <a:gd name="T48" fmla="*/ 164 w 936"/>
              <a:gd name="T49" fmla="*/ 874 h 1050"/>
              <a:gd name="T50" fmla="*/ 0 w 936"/>
              <a:gd name="T51" fmla="*/ 874 h 1050"/>
              <a:gd name="T52" fmla="*/ 0 w 936"/>
              <a:gd name="T53" fmla="*/ 756 h 1050"/>
              <a:gd name="T54" fmla="*/ 123 w 936"/>
              <a:gd name="T55" fmla="*/ 756 h 1050"/>
              <a:gd name="T56" fmla="*/ 118 w 936"/>
              <a:gd name="T57" fmla="*/ 699 h 1050"/>
              <a:gd name="T58" fmla="*/ 118 w 936"/>
              <a:gd name="T59" fmla="*/ 642 h 1050"/>
              <a:gd name="T60" fmla="*/ 0 w 936"/>
              <a:gd name="T61" fmla="*/ 642 h 1050"/>
              <a:gd name="T62" fmla="*/ 0 w 936"/>
              <a:gd name="T63" fmla="*/ 525 h 1050"/>
              <a:gd name="T64" fmla="*/ 118 w 936"/>
              <a:gd name="T65" fmla="*/ 525 h 1050"/>
              <a:gd name="T66" fmla="*/ 118 w 936"/>
              <a:gd name="T67" fmla="*/ 468 h 1050"/>
              <a:gd name="T68" fmla="*/ 123 w 936"/>
              <a:gd name="T69" fmla="*/ 407 h 1050"/>
              <a:gd name="T70" fmla="*/ 0 w 936"/>
              <a:gd name="T71" fmla="*/ 407 h 1050"/>
              <a:gd name="T72" fmla="*/ 0 w 936"/>
              <a:gd name="T73" fmla="*/ 293 h 1050"/>
              <a:gd name="T74" fmla="*/ 164 w 936"/>
              <a:gd name="T75" fmla="*/ 293 h 1050"/>
              <a:gd name="T76" fmla="*/ 271 w 936"/>
              <a:gd name="T77" fmla="*/ 178 h 1050"/>
              <a:gd name="T78" fmla="*/ 175 w 936"/>
              <a:gd name="T79" fmla="*/ 82 h 1050"/>
              <a:gd name="T80" fmla="*/ 257 w 936"/>
              <a:gd name="T81" fmla="*/ 0 h 1050"/>
              <a:gd name="T82" fmla="*/ 386 w 936"/>
              <a:gd name="T83" fmla="*/ 126 h 1050"/>
              <a:gd name="T84" fmla="*/ 468 w 936"/>
              <a:gd name="T85" fmla="*/ 118 h 1050"/>
              <a:gd name="T86" fmla="*/ 550 w 936"/>
              <a:gd name="T87" fmla="*/ 126 h 1050"/>
              <a:gd name="T88" fmla="*/ 678 w 936"/>
              <a:gd name="T89" fmla="*/ 0 h 1050"/>
              <a:gd name="T90" fmla="*/ 760 w 936"/>
              <a:gd name="T91" fmla="*/ 82 h 1050"/>
              <a:gd name="T92" fmla="*/ 665 w 936"/>
              <a:gd name="T93" fmla="*/ 178 h 1050"/>
              <a:gd name="T94" fmla="*/ 771 w 936"/>
              <a:gd name="T95" fmla="*/ 293 h 1050"/>
              <a:gd name="T96" fmla="*/ 935 w 936"/>
              <a:gd name="T97" fmla="*/ 293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36" h="1050">
                <a:moveTo>
                  <a:pt x="585" y="525"/>
                </a:moveTo>
                <a:lnTo>
                  <a:pt x="585" y="407"/>
                </a:lnTo>
                <a:lnTo>
                  <a:pt x="350" y="407"/>
                </a:lnTo>
                <a:lnTo>
                  <a:pt x="350" y="525"/>
                </a:lnTo>
                <a:lnTo>
                  <a:pt x="585" y="525"/>
                </a:lnTo>
                <a:close/>
                <a:moveTo>
                  <a:pt x="585" y="756"/>
                </a:moveTo>
                <a:lnTo>
                  <a:pt x="585" y="642"/>
                </a:lnTo>
                <a:lnTo>
                  <a:pt x="350" y="642"/>
                </a:lnTo>
                <a:lnTo>
                  <a:pt x="350" y="756"/>
                </a:lnTo>
                <a:lnTo>
                  <a:pt x="585" y="756"/>
                </a:lnTo>
                <a:close/>
                <a:moveTo>
                  <a:pt x="935" y="293"/>
                </a:moveTo>
                <a:lnTo>
                  <a:pt x="935" y="407"/>
                </a:lnTo>
                <a:lnTo>
                  <a:pt x="812" y="407"/>
                </a:lnTo>
                <a:cubicBezTo>
                  <a:pt x="815" y="427"/>
                  <a:pt x="818" y="448"/>
                  <a:pt x="818" y="468"/>
                </a:cubicBezTo>
                <a:lnTo>
                  <a:pt x="818" y="525"/>
                </a:lnTo>
                <a:lnTo>
                  <a:pt x="935" y="525"/>
                </a:lnTo>
                <a:lnTo>
                  <a:pt x="935" y="642"/>
                </a:lnTo>
                <a:lnTo>
                  <a:pt x="818" y="642"/>
                </a:lnTo>
                <a:lnTo>
                  <a:pt x="818" y="699"/>
                </a:lnTo>
                <a:cubicBezTo>
                  <a:pt x="818" y="718"/>
                  <a:pt x="815" y="737"/>
                  <a:pt x="812" y="756"/>
                </a:cubicBezTo>
                <a:lnTo>
                  <a:pt x="935" y="756"/>
                </a:lnTo>
                <a:lnTo>
                  <a:pt x="935" y="874"/>
                </a:lnTo>
                <a:lnTo>
                  <a:pt x="771" y="874"/>
                </a:lnTo>
                <a:cubicBezTo>
                  <a:pt x="711" y="978"/>
                  <a:pt x="597" y="1049"/>
                  <a:pt x="468" y="1049"/>
                </a:cubicBezTo>
                <a:cubicBezTo>
                  <a:pt x="340" y="1049"/>
                  <a:pt x="225" y="978"/>
                  <a:pt x="164" y="874"/>
                </a:cubicBezTo>
                <a:lnTo>
                  <a:pt x="0" y="874"/>
                </a:lnTo>
                <a:lnTo>
                  <a:pt x="0" y="756"/>
                </a:lnTo>
                <a:lnTo>
                  <a:pt x="123" y="756"/>
                </a:lnTo>
                <a:cubicBezTo>
                  <a:pt x="121" y="737"/>
                  <a:pt x="118" y="718"/>
                  <a:pt x="118" y="699"/>
                </a:cubicBezTo>
                <a:lnTo>
                  <a:pt x="118" y="642"/>
                </a:lnTo>
                <a:lnTo>
                  <a:pt x="0" y="642"/>
                </a:lnTo>
                <a:lnTo>
                  <a:pt x="0" y="525"/>
                </a:lnTo>
                <a:lnTo>
                  <a:pt x="118" y="525"/>
                </a:lnTo>
                <a:lnTo>
                  <a:pt x="118" y="468"/>
                </a:lnTo>
                <a:cubicBezTo>
                  <a:pt x="118" y="448"/>
                  <a:pt x="121" y="427"/>
                  <a:pt x="123" y="407"/>
                </a:cubicBezTo>
                <a:lnTo>
                  <a:pt x="0" y="407"/>
                </a:lnTo>
                <a:lnTo>
                  <a:pt x="0" y="293"/>
                </a:lnTo>
                <a:lnTo>
                  <a:pt x="164" y="293"/>
                </a:lnTo>
                <a:cubicBezTo>
                  <a:pt x="192" y="246"/>
                  <a:pt x="227" y="208"/>
                  <a:pt x="271" y="178"/>
                </a:cubicBezTo>
                <a:lnTo>
                  <a:pt x="175" y="82"/>
                </a:lnTo>
                <a:lnTo>
                  <a:pt x="257" y="0"/>
                </a:lnTo>
                <a:lnTo>
                  <a:pt x="386" y="126"/>
                </a:lnTo>
                <a:cubicBezTo>
                  <a:pt x="413" y="120"/>
                  <a:pt x="441" y="118"/>
                  <a:pt x="468" y="118"/>
                </a:cubicBezTo>
                <a:cubicBezTo>
                  <a:pt x="495" y="118"/>
                  <a:pt x="523" y="120"/>
                  <a:pt x="550" y="126"/>
                </a:cubicBezTo>
                <a:lnTo>
                  <a:pt x="678" y="0"/>
                </a:lnTo>
                <a:lnTo>
                  <a:pt x="760" y="82"/>
                </a:lnTo>
                <a:lnTo>
                  <a:pt x="665" y="178"/>
                </a:lnTo>
                <a:cubicBezTo>
                  <a:pt x="709" y="208"/>
                  <a:pt x="744" y="246"/>
                  <a:pt x="771" y="293"/>
                </a:cubicBezTo>
                <a:lnTo>
                  <a:pt x="935" y="2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98174" y="3261519"/>
            <a:ext cx="336550" cy="336550"/>
          </a:xfrm>
          <a:custGeom>
            <a:avLst/>
            <a:gdLst>
              <a:gd name="T0" fmla="*/ 374 w 936"/>
              <a:gd name="T1" fmla="*/ 282 h 936"/>
              <a:gd name="T2" fmla="*/ 653 w 936"/>
              <a:gd name="T3" fmla="*/ 0 h 936"/>
              <a:gd name="T4" fmla="*/ 935 w 936"/>
              <a:gd name="T5" fmla="*/ 282 h 936"/>
              <a:gd name="T6" fmla="*/ 653 w 936"/>
              <a:gd name="T7" fmla="*/ 560 h 936"/>
              <a:gd name="T8" fmla="*/ 374 w 936"/>
              <a:gd name="T9" fmla="*/ 282 h 936"/>
              <a:gd name="T10" fmla="*/ 514 w 936"/>
              <a:gd name="T11" fmla="*/ 817 h 936"/>
              <a:gd name="T12" fmla="*/ 632 w 936"/>
              <a:gd name="T13" fmla="*/ 699 h 936"/>
              <a:gd name="T14" fmla="*/ 746 w 936"/>
              <a:gd name="T15" fmla="*/ 817 h 936"/>
              <a:gd name="T16" fmla="*/ 632 w 936"/>
              <a:gd name="T17" fmla="*/ 935 h 936"/>
              <a:gd name="T18" fmla="*/ 514 w 936"/>
              <a:gd name="T19" fmla="*/ 817 h 936"/>
              <a:gd name="T20" fmla="*/ 0 w 936"/>
              <a:gd name="T21" fmla="*/ 606 h 936"/>
              <a:gd name="T22" fmla="*/ 189 w 936"/>
              <a:gd name="T23" fmla="*/ 422 h 936"/>
              <a:gd name="T24" fmla="*/ 374 w 936"/>
              <a:gd name="T25" fmla="*/ 606 h 936"/>
              <a:gd name="T26" fmla="*/ 189 w 936"/>
              <a:gd name="T27" fmla="*/ 792 h 936"/>
              <a:gd name="T28" fmla="*/ 0 w 936"/>
              <a:gd name="T29" fmla="*/ 606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6" h="936">
                <a:moveTo>
                  <a:pt x="374" y="282"/>
                </a:moveTo>
                <a:cubicBezTo>
                  <a:pt x="374" y="126"/>
                  <a:pt x="498" y="0"/>
                  <a:pt x="653" y="0"/>
                </a:cubicBezTo>
                <a:cubicBezTo>
                  <a:pt x="809" y="0"/>
                  <a:pt x="935" y="126"/>
                  <a:pt x="935" y="282"/>
                </a:cubicBezTo>
                <a:cubicBezTo>
                  <a:pt x="935" y="438"/>
                  <a:pt x="809" y="560"/>
                  <a:pt x="653" y="560"/>
                </a:cubicBezTo>
                <a:cubicBezTo>
                  <a:pt x="498" y="560"/>
                  <a:pt x="374" y="438"/>
                  <a:pt x="374" y="282"/>
                </a:cubicBezTo>
                <a:close/>
                <a:moveTo>
                  <a:pt x="514" y="817"/>
                </a:moveTo>
                <a:cubicBezTo>
                  <a:pt x="514" y="751"/>
                  <a:pt x="567" y="699"/>
                  <a:pt x="632" y="699"/>
                </a:cubicBezTo>
                <a:cubicBezTo>
                  <a:pt x="698" y="699"/>
                  <a:pt x="746" y="751"/>
                  <a:pt x="746" y="817"/>
                </a:cubicBezTo>
                <a:cubicBezTo>
                  <a:pt x="746" y="883"/>
                  <a:pt x="698" y="935"/>
                  <a:pt x="632" y="935"/>
                </a:cubicBezTo>
                <a:cubicBezTo>
                  <a:pt x="567" y="935"/>
                  <a:pt x="514" y="883"/>
                  <a:pt x="514" y="817"/>
                </a:cubicBezTo>
                <a:close/>
                <a:moveTo>
                  <a:pt x="0" y="606"/>
                </a:moveTo>
                <a:cubicBezTo>
                  <a:pt x="0" y="503"/>
                  <a:pt x="86" y="422"/>
                  <a:pt x="189" y="422"/>
                </a:cubicBezTo>
                <a:cubicBezTo>
                  <a:pt x="293" y="422"/>
                  <a:pt x="374" y="503"/>
                  <a:pt x="374" y="606"/>
                </a:cubicBezTo>
                <a:cubicBezTo>
                  <a:pt x="374" y="710"/>
                  <a:pt x="293" y="792"/>
                  <a:pt x="189" y="792"/>
                </a:cubicBezTo>
                <a:cubicBezTo>
                  <a:pt x="86" y="792"/>
                  <a:pt x="0" y="710"/>
                  <a:pt x="0" y="60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9" y="4194971"/>
            <a:ext cx="377825" cy="219075"/>
          </a:xfrm>
          <a:custGeom>
            <a:avLst/>
            <a:gdLst>
              <a:gd name="T0" fmla="*/ 0 w 1051"/>
              <a:gd name="T1" fmla="*/ 82 h 608"/>
              <a:gd name="T2" fmla="*/ 82 w 1051"/>
              <a:gd name="T3" fmla="*/ 0 h 608"/>
              <a:gd name="T4" fmla="*/ 525 w 1051"/>
              <a:gd name="T5" fmla="*/ 443 h 608"/>
              <a:gd name="T6" fmla="*/ 850 w 1051"/>
              <a:gd name="T7" fmla="*/ 118 h 608"/>
              <a:gd name="T8" fmla="*/ 582 w 1051"/>
              <a:gd name="T9" fmla="*/ 118 h 608"/>
              <a:gd name="T10" fmla="*/ 582 w 1051"/>
              <a:gd name="T11" fmla="*/ 0 h 608"/>
              <a:gd name="T12" fmla="*/ 1050 w 1051"/>
              <a:gd name="T13" fmla="*/ 0 h 608"/>
              <a:gd name="T14" fmla="*/ 1050 w 1051"/>
              <a:gd name="T15" fmla="*/ 468 h 608"/>
              <a:gd name="T16" fmla="*/ 932 w 1051"/>
              <a:gd name="T17" fmla="*/ 468 h 608"/>
              <a:gd name="T18" fmla="*/ 932 w 1051"/>
              <a:gd name="T19" fmla="*/ 200 h 608"/>
              <a:gd name="T20" fmla="*/ 525 w 1051"/>
              <a:gd name="T21" fmla="*/ 607 h 608"/>
              <a:gd name="T22" fmla="*/ 0 w 1051"/>
              <a:gd name="T23" fmla="*/ 82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51" h="608">
                <a:moveTo>
                  <a:pt x="0" y="82"/>
                </a:moveTo>
                <a:lnTo>
                  <a:pt x="82" y="0"/>
                </a:lnTo>
                <a:lnTo>
                  <a:pt x="525" y="443"/>
                </a:lnTo>
                <a:lnTo>
                  <a:pt x="850" y="118"/>
                </a:lnTo>
                <a:lnTo>
                  <a:pt x="582" y="118"/>
                </a:lnTo>
                <a:lnTo>
                  <a:pt x="582" y="0"/>
                </a:lnTo>
                <a:lnTo>
                  <a:pt x="1050" y="0"/>
                </a:lnTo>
                <a:lnTo>
                  <a:pt x="1050" y="468"/>
                </a:lnTo>
                <a:lnTo>
                  <a:pt x="932" y="468"/>
                </a:lnTo>
                <a:lnTo>
                  <a:pt x="932" y="200"/>
                </a:lnTo>
                <a:lnTo>
                  <a:pt x="525" y="607"/>
                </a:lnTo>
                <a:lnTo>
                  <a:pt x="0" y="8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12962" y="4094957"/>
            <a:ext cx="419100" cy="419100"/>
          </a:xfrm>
          <a:custGeom>
            <a:avLst/>
            <a:gdLst>
              <a:gd name="T0" fmla="*/ 457 w 1166"/>
              <a:gd name="T1" fmla="*/ 1151 h 1166"/>
              <a:gd name="T2" fmla="*/ 738 w 1166"/>
              <a:gd name="T3" fmla="*/ 665 h 1166"/>
              <a:gd name="T4" fmla="*/ 951 w 1166"/>
              <a:gd name="T5" fmla="*/ 1034 h 1166"/>
              <a:gd name="T6" fmla="*/ 582 w 1166"/>
              <a:gd name="T7" fmla="*/ 1165 h 1166"/>
              <a:gd name="T8" fmla="*/ 457 w 1166"/>
              <a:gd name="T9" fmla="*/ 1151 h 1166"/>
              <a:gd name="T10" fmla="*/ 25 w 1166"/>
              <a:gd name="T11" fmla="*/ 758 h 1166"/>
              <a:gd name="T12" fmla="*/ 591 w 1166"/>
              <a:gd name="T13" fmla="*/ 758 h 1166"/>
              <a:gd name="T14" fmla="*/ 375 w 1166"/>
              <a:gd name="T15" fmla="*/ 1127 h 1166"/>
              <a:gd name="T16" fmla="*/ 25 w 1166"/>
              <a:gd name="T17" fmla="*/ 758 h 1166"/>
              <a:gd name="T18" fmla="*/ 153 w 1166"/>
              <a:gd name="T19" fmla="*/ 189 h 1166"/>
              <a:gd name="T20" fmla="*/ 448 w 1166"/>
              <a:gd name="T21" fmla="*/ 700 h 1166"/>
              <a:gd name="T22" fmla="*/ 11 w 1166"/>
              <a:gd name="T23" fmla="*/ 700 h 1166"/>
              <a:gd name="T24" fmla="*/ 0 w 1166"/>
              <a:gd name="T25" fmla="*/ 583 h 1166"/>
              <a:gd name="T26" fmla="*/ 153 w 1166"/>
              <a:gd name="T27" fmla="*/ 189 h 1166"/>
              <a:gd name="T28" fmla="*/ 1154 w 1166"/>
              <a:gd name="T29" fmla="*/ 465 h 1166"/>
              <a:gd name="T30" fmla="*/ 1165 w 1166"/>
              <a:gd name="T31" fmla="*/ 583 h 1166"/>
              <a:gd name="T32" fmla="*/ 1012 w 1166"/>
              <a:gd name="T33" fmla="*/ 976 h 1166"/>
              <a:gd name="T34" fmla="*/ 733 w 1166"/>
              <a:gd name="T35" fmla="*/ 495 h 1166"/>
              <a:gd name="T36" fmla="*/ 716 w 1166"/>
              <a:gd name="T37" fmla="*/ 465 h 1166"/>
              <a:gd name="T38" fmla="*/ 1154 w 1166"/>
              <a:gd name="T39" fmla="*/ 465 h 1166"/>
              <a:gd name="T40" fmla="*/ 1140 w 1166"/>
              <a:gd name="T41" fmla="*/ 408 h 1166"/>
              <a:gd name="T42" fmla="*/ 574 w 1166"/>
              <a:gd name="T43" fmla="*/ 408 h 1166"/>
              <a:gd name="T44" fmla="*/ 790 w 1166"/>
              <a:gd name="T45" fmla="*/ 38 h 1166"/>
              <a:gd name="T46" fmla="*/ 1140 w 1166"/>
              <a:gd name="T47" fmla="*/ 408 h 1166"/>
              <a:gd name="T48" fmla="*/ 432 w 1166"/>
              <a:gd name="T49" fmla="*/ 495 h 1166"/>
              <a:gd name="T50" fmla="*/ 426 w 1166"/>
              <a:gd name="T51" fmla="*/ 501 h 1166"/>
              <a:gd name="T52" fmla="*/ 213 w 1166"/>
              <a:gd name="T53" fmla="*/ 131 h 1166"/>
              <a:gd name="T54" fmla="*/ 582 w 1166"/>
              <a:gd name="T55" fmla="*/ 0 h 1166"/>
              <a:gd name="T56" fmla="*/ 708 w 1166"/>
              <a:gd name="T57" fmla="*/ 14 h 1166"/>
              <a:gd name="T58" fmla="*/ 432 w 1166"/>
              <a:gd name="T59" fmla="*/ 49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6" h="1166">
                <a:moveTo>
                  <a:pt x="457" y="1151"/>
                </a:moveTo>
                <a:cubicBezTo>
                  <a:pt x="550" y="989"/>
                  <a:pt x="643" y="826"/>
                  <a:pt x="738" y="665"/>
                </a:cubicBezTo>
                <a:lnTo>
                  <a:pt x="951" y="1034"/>
                </a:lnTo>
                <a:cubicBezTo>
                  <a:pt x="850" y="1116"/>
                  <a:pt x="722" y="1165"/>
                  <a:pt x="582" y="1165"/>
                </a:cubicBezTo>
                <a:cubicBezTo>
                  <a:pt x="539" y="1165"/>
                  <a:pt x="498" y="1159"/>
                  <a:pt x="457" y="1151"/>
                </a:cubicBezTo>
                <a:close/>
                <a:moveTo>
                  <a:pt x="25" y="758"/>
                </a:moveTo>
                <a:lnTo>
                  <a:pt x="591" y="758"/>
                </a:lnTo>
                <a:lnTo>
                  <a:pt x="375" y="1127"/>
                </a:lnTo>
                <a:cubicBezTo>
                  <a:pt x="208" y="1064"/>
                  <a:pt x="79" y="927"/>
                  <a:pt x="25" y="758"/>
                </a:cubicBezTo>
                <a:close/>
                <a:moveTo>
                  <a:pt x="153" y="189"/>
                </a:moveTo>
                <a:cubicBezTo>
                  <a:pt x="251" y="359"/>
                  <a:pt x="349" y="530"/>
                  <a:pt x="448" y="700"/>
                </a:cubicBezTo>
                <a:lnTo>
                  <a:pt x="11" y="700"/>
                </a:lnTo>
                <a:cubicBezTo>
                  <a:pt x="3" y="662"/>
                  <a:pt x="0" y="624"/>
                  <a:pt x="0" y="583"/>
                </a:cubicBezTo>
                <a:cubicBezTo>
                  <a:pt x="0" y="429"/>
                  <a:pt x="57" y="293"/>
                  <a:pt x="153" y="189"/>
                </a:cubicBezTo>
                <a:close/>
                <a:moveTo>
                  <a:pt x="1154" y="465"/>
                </a:moveTo>
                <a:cubicBezTo>
                  <a:pt x="1162" y="503"/>
                  <a:pt x="1165" y="542"/>
                  <a:pt x="1165" y="583"/>
                </a:cubicBezTo>
                <a:cubicBezTo>
                  <a:pt x="1165" y="736"/>
                  <a:pt x="1107" y="872"/>
                  <a:pt x="1012" y="976"/>
                </a:cubicBezTo>
                <a:lnTo>
                  <a:pt x="733" y="495"/>
                </a:lnTo>
                <a:lnTo>
                  <a:pt x="716" y="465"/>
                </a:lnTo>
                <a:lnTo>
                  <a:pt x="1154" y="465"/>
                </a:lnTo>
                <a:close/>
                <a:moveTo>
                  <a:pt x="1140" y="408"/>
                </a:moveTo>
                <a:lnTo>
                  <a:pt x="574" y="408"/>
                </a:lnTo>
                <a:lnTo>
                  <a:pt x="790" y="38"/>
                </a:lnTo>
                <a:cubicBezTo>
                  <a:pt x="957" y="101"/>
                  <a:pt x="1085" y="238"/>
                  <a:pt x="1140" y="408"/>
                </a:cubicBezTo>
                <a:close/>
                <a:moveTo>
                  <a:pt x="432" y="495"/>
                </a:moveTo>
                <a:lnTo>
                  <a:pt x="426" y="501"/>
                </a:lnTo>
                <a:lnTo>
                  <a:pt x="213" y="131"/>
                </a:lnTo>
                <a:cubicBezTo>
                  <a:pt x="314" y="49"/>
                  <a:pt x="443" y="0"/>
                  <a:pt x="582" y="0"/>
                </a:cubicBezTo>
                <a:cubicBezTo>
                  <a:pt x="626" y="0"/>
                  <a:pt x="667" y="6"/>
                  <a:pt x="708" y="14"/>
                </a:cubicBezTo>
                <a:lnTo>
                  <a:pt x="432" y="49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190874" y="4083846"/>
            <a:ext cx="419100" cy="441325"/>
          </a:xfrm>
          <a:custGeom>
            <a:avLst/>
            <a:gdLst>
              <a:gd name="T0" fmla="*/ 1050 w 1166"/>
              <a:gd name="T1" fmla="*/ 468 h 1226"/>
              <a:gd name="T2" fmla="*/ 1050 w 1166"/>
              <a:gd name="T3" fmla="*/ 350 h 1226"/>
              <a:gd name="T4" fmla="*/ 933 w 1166"/>
              <a:gd name="T5" fmla="*/ 350 h 1226"/>
              <a:gd name="T6" fmla="*/ 933 w 1166"/>
              <a:gd name="T7" fmla="*/ 468 h 1226"/>
              <a:gd name="T8" fmla="*/ 1050 w 1166"/>
              <a:gd name="T9" fmla="*/ 468 h 1226"/>
              <a:gd name="T10" fmla="*/ 1050 w 1166"/>
              <a:gd name="T11" fmla="*/ 993 h 1226"/>
              <a:gd name="T12" fmla="*/ 1050 w 1166"/>
              <a:gd name="T13" fmla="*/ 875 h 1226"/>
              <a:gd name="T14" fmla="*/ 933 w 1166"/>
              <a:gd name="T15" fmla="*/ 875 h 1226"/>
              <a:gd name="T16" fmla="*/ 933 w 1166"/>
              <a:gd name="T17" fmla="*/ 993 h 1226"/>
              <a:gd name="T18" fmla="*/ 1050 w 1166"/>
              <a:gd name="T19" fmla="*/ 993 h 1226"/>
              <a:gd name="T20" fmla="*/ 815 w 1166"/>
              <a:gd name="T21" fmla="*/ 468 h 1226"/>
              <a:gd name="T22" fmla="*/ 815 w 1166"/>
              <a:gd name="T23" fmla="*/ 350 h 1226"/>
              <a:gd name="T24" fmla="*/ 700 w 1166"/>
              <a:gd name="T25" fmla="*/ 350 h 1226"/>
              <a:gd name="T26" fmla="*/ 700 w 1166"/>
              <a:gd name="T27" fmla="*/ 468 h 1226"/>
              <a:gd name="T28" fmla="*/ 815 w 1166"/>
              <a:gd name="T29" fmla="*/ 468 h 1226"/>
              <a:gd name="T30" fmla="*/ 815 w 1166"/>
              <a:gd name="T31" fmla="*/ 993 h 1226"/>
              <a:gd name="T32" fmla="*/ 815 w 1166"/>
              <a:gd name="T33" fmla="*/ 875 h 1226"/>
              <a:gd name="T34" fmla="*/ 700 w 1166"/>
              <a:gd name="T35" fmla="*/ 875 h 1226"/>
              <a:gd name="T36" fmla="*/ 700 w 1166"/>
              <a:gd name="T37" fmla="*/ 993 h 1226"/>
              <a:gd name="T38" fmla="*/ 815 w 1166"/>
              <a:gd name="T39" fmla="*/ 993 h 1226"/>
              <a:gd name="T40" fmla="*/ 583 w 1166"/>
              <a:gd name="T41" fmla="*/ 468 h 1226"/>
              <a:gd name="T42" fmla="*/ 583 w 1166"/>
              <a:gd name="T43" fmla="*/ 350 h 1226"/>
              <a:gd name="T44" fmla="*/ 465 w 1166"/>
              <a:gd name="T45" fmla="*/ 350 h 1226"/>
              <a:gd name="T46" fmla="*/ 465 w 1166"/>
              <a:gd name="T47" fmla="*/ 468 h 1226"/>
              <a:gd name="T48" fmla="*/ 583 w 1166"/>
              <a:gd name="T49" fmla="*/ 468 h 1226"/>
              <a:gd name="T50" fmla="*/ 583 w 1166"/>
              <a:gd name="T51" fmla="*/ 993 h 1226"/>
              <a:gd name="T52" fmla="*/ 583 w 1166"/>
              <a:gd name="T53" fmla="*/ 875 h 1226"/>
              <a:gd name="T54" fmla="*/ 465 w 1166"/>
              <a:gd name="T55" fmla="*/ 875 h 1226"/>
              <a:gd name="T56" fmla="*/ 465 w 1166"/>
              <a:gd name="T57" fmla="*/ 993 h 1226"/>
              <a:gd name="T58" fmla="*/ 583 w 1166"/>
              <a:gd name="T59" fmla="*/ 993 h 1226"/>
              <a:gd name="T60" fmla="*/ 1165 w 1166"/>
              <a:gd name="T61" fmla="*/ 235 h 1226"/>
              <a:gd name="T62" fmla="*/ 1165 w 1166"/>
              <a:gd name="T63" fmla="*/ 1110 h 1226"/>
              <a:gd name="T64" fmla="*/ 700 w 1166"/>
              <a:gd name="T65" fmla="*/ 1110 h 1226"/>
              <a:gd name="T66" fmla="*/ 583 w 1166"/>
              <a:gd name="T67" fmla="*/ 1225 h 1226"/>
              <a:gd name="T68" fmla="*/ 115 w 1166"/>
              <a:gd name="T69" fmla="*/ 1225 h 1226"/>
              <a:gd name="T70" fmla="*/ 0 w 1166"/>
              <a:gd name="T71" fmla="*/ 1110 h 1226"/>
              <a:gd name="T72" fmla="*/ 0 w 1166"/>
              <a:gd name="T73" fmla="*/ 235 h 1226"/>
              <a:gd name="T74" fmla="*/ 115 w 1166"/>
              <a:gd name="T75" fmla="*/ 118 h 1226"/>
              <a:gd name="T76" fmla="*/ 175 w 1166"/>
              <a:gd name="T77" fmla="*/ 118 h 1226"/>
              <a:gd name="T78" fmla="*/ 175 w 1166"/>
              <a:gd name="T79" fmla="*/ 60 h 1226"/>
              <a:gd name="T80" fmla="*/ 233 w 1166"/>
              <a:gd name="T81" fmla="*/ 0 h 1226"/>
              <a:gd name="T82" fmla="*/ 465 w 1166"/>
              <a:gd name="T83" fmla="*/ 0 h 1226"/>
              <a:gd name="T84" fmla="*/ 525 w 1166"/>
              <a:gd name="T85" fmla="*/ 60 h 1226"/>
              <a:gd name="T86" fmla="*/ 525 w 1166"/>
              <a:gd name="T87" fmla="*/ 118 h 1226"/>
              <a:gd name="T88" fmla="*/ 583 w 1166"/>
              <a:gd name="T89" fmla="*/ 118 h 1226"/>
              <a:gd name="T90" fmla="*/ 700 w 1166"/>
              <a:gd name="T91" fmla="*/ 235 h 1226"/>
              <a:gd name="T92" fmla="*/ 1165 w 1166"/>
              <a:gd name="T93" fmla="*/ 235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166" h="1226">
                <a:moveTo>
                  <a:pt x="1050" y="468"/>
                </a:moveTo>
                <a:lnTo>
                  <a:pt x="1050" y="350"/>
                </a:lnTo>
                <a:lnTo>
                  <a:pt x="933" y="350"/>
                </a:lnTo>
                <a:lnTo>
                  <a:pt x="933" y="468"/>
                </a:lnTo>
                <a:lnTo>
                  <a:pt x="1050" y="468"/>
                </a:lnTo>
                <a:close/>
                <a:moveTo>
                  <a:pt x="1050" y="993"/>
                </a:moveTo>
                <a:lnTo>
                  <a:pt x="1050" y="875"/>
                </a:lnTo>
                <a:lnTo>
                  <a:pt x="933" y="875"/>
                </a:lnTo>
                <a:lnTo>
                  <a:pt x="933" y="993"/>
                </a:lnTo>
                <a:lnTo>
                  <a:pt x="1050" y="993"/>
                </a:lnTo>
                <a:close/>
                <a:moveTo>
                  <a:pt x="815" y="468"/>
                </a:moveTo>
                <a:lnTo>
                  <a:pt x="815" y="350"/>
                </a:lnTo>
                <a:lnTo>
                  <a:pt x="700" y="350"/>
                </a:lnTo>
                <a:lnTo>
                  <a:pt x="700" y="468"/>
                </a:lnTo>
                <a:lnTo>
                  <a:pt x="815" y="468"/>
                </a:lnTo>
                <a:close/>
                <a:moveTo>
                  <a:pt x="815" y="993"/>
                </a:moveTo>
                <a:lnTo>
                  <a:pt x="815" y="875"/>
                </a:lnTo>
                <a:lnTo>
                  <a:pt x="700" y="875"/>
                </a:lnTo>
                <a:lnTo>
                  <a:pt x="700" y="993"/>
                </a:lnTo>
                <a:lnTo>
                  <a:pt x="815" y="993"/>
                </a:lnTo>
                <a:close/>
                <a:moveTo>
                  <a:pt x="583" y="468"/>
                </a:moveTo>
                <a:lnTo>
                  <a:pt x="583" y="350"/>
                </a:lnTo>
                <a:lnTo>
                  <a:pt x="465" y="350"/>
                </a:lnTo>
                <a:lnTo>
                  <a:pt x="465" y="468"/>
                </a:lnTo>
                <a:lnTo>
                  <a:pt x="583" y="468"/>
                </a:lnTo>
                <a:close/>
                <a:moveTo>
                  <a:pt x="583" y="993"/>
                </a:moveTo>
                <a:lnTo>
                  <a:pt x="583" y="875"/>
                </a:lnTo>
                <a:lnTo>
                  <a:pt x="465" y="875"/>
                </a:lnTo>
                <a:lnTo>
                  <a:pt x="465" y="993"/>
                </a:lnTo>
                <a:lnTo>
                  <a:pt x="583" y="993"/>
                </a:lnTo>
                <a:close/>
                <a:moveTo>
                  <a:pt x="1165" y="235"/>
                </a:moveTo>
                <a:lnTo>
                  <a:pt x="1165" y="1110"/>
                </a:lnTo>
                <a:lnTo>
                  <a:pt x="700" y="1110"/>
                </a:lnTo>
                <a:cubicBezTo>
                  <a:pt x="700" y="1173"/>
                  <a:pt x="646" y="1225"/>
                  <a:pt x="583" y="1225"/>
                </a:cubicBezTo>
                <a:lnTo>
                  <a:pt x="115" y="1225"/>
                </a:lnTo>
                <a:cubicBezTo>
                  <a:pt x="52" y="1225"/>
                  <a:pt x="0" y="1173"/>
                  <a:pt x="0" y="1110"/>
                </a:cubicBezTo>
                <a:lnTo>
                  <a:pt x="0" y="235"/>
                </a:lnTo>
                <a:cubicBezTo>
                  <a:pt x="0" y="172"/>
                  <a:pt x="52" y="118"/>
                  <a:pt x="115" y="118"/>
                </a:cubicBezTo>
                <a:lnTo>
                  <a:pt x="175" y="118"/>
                </a:lnTo>
                <a:lnTo>
                  <a:pt x="175" y="60"/>
                </a:lnTo>
                <a:cubicBezTo>
                  <a:pt x="175" y="27"/>
                  <a:pt x="200" y="0"/>
                  <a:pt x="233" y="0"/>
                </a:cubicBezTo>
                <a:lnTo>
                  <a:pt x="465" y="0"/>
                </a:lnTo>
                <a:cubicBezTo>
                  <a:pt x="498" y="0"/>
                  <a:pt x="525" y="27"/>
                  <a:pt x="525" y="60"/>
                </a:cubicBezTo>
                <a:lnTo>
                  <a:pt x="525" y="118"/>
                </a:lnTo>
                <a:lnTo>
                  <a:pt x="583" y="118"/>
                </a:lnTo>
                <a:cubicBezTo>
                  <a:pt x="646" y="118"/>
                  <a:pt x="700" y="172"/>
                  <a:pt x="700" y="235"/>
                </a:cubicBezTo>
                <a:lnTo>
                  <a:pt x="1165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332289" y="4052094"/>
            <a:ext cx="293687" cy="503238"/>
          </a:xfrm>
          <a:custGeom>
            <a:avLst/>
            <a:gdLst>
              <a:gd name="T0" fmla="*/ 407 w 815"/>
              <a:gd name="T1" fmla="*/ 350 h 1400"/>
              <a:gd name="T2" fmla="*/ 522 w 815"/>
              <a:gd name="T3" fmla="*/ 232 h 1400"/>
              <a:gd name="T4" fmla="*/ 407 w 815"/>
              <a:gd name="T5" fmla="*/ 117 h 1400"/>
              <a:gd name="T6" fmla="*/ 289 w 815"/>
              <a:gd name="T7" fmla="*/ 232 h 1400"/>
              <a:gd name="T8" fmla="*/ 407 w 815"/>
              <a:gd name="T9" fmla="*/ 350 h 1400"/>
              <a:gd name="T10" fmla="*/ 700 w 815"/>
              <a:gd name="T11" fmla="*/ 0 h 1400"/>
              <a:gd name="T12" fmla="*/ 814 w 815"/>
              <a:gd name="T13" fmla="*/ 117 h 1400"/>
              <a:gd name="T14" fmla="*/ 814 w 815"/>
              <a:gd name="T15" fmla="*/ 932 h 1400"/>
              <a:gd name="T16" fmla="*/ 700 w 815"/>
              <a:gd name="T17" fmla="*/ 1050 h 1400"/>
              <a:gd name="T18" fmla="*/ 289 w 815"/>
              <a:gd name="T19" fmla="*/ 1050 h 1400"/>
              <a:gd name="T20" fmla="*/ 464 w 815"/>
              <a:gd name="T21" fmla="*/ 1224 h 1400"/>
              <a:gd name="T22" fmla="*/ 289 w 815"/>
              <a:gd name="T23" fmla="*/ 1399 h 1400"/>
              <a:gd name="T24" fmla="*/ 289 w 815"/>
              <a:gd name="T25" fmla="*/ 1282 h 1400"/>
              <a:gd name="T26" fmla="*/ 0 w 815"/>
              <a:gd name="T27" fmla="*/ 1282 h 1400"/>
              <a:gd name="T28" fmla="*/ 0 w 815"/>
              <a:gd name="T29" fmla="*/ 1167 h 1400"/>
              <a:gd name="T30" fmla="*/ 289 w 815"/>
              <a:gd name="T31" fmla="*/ 1167 h 1400"/>
              <a:gd name="T32" fmla="*/ 289 w 815"/>
              <a:gd name="T33" fmla="*/ 1050 h 1400"/>
              <a:gd name="T34" fmla="*/ 114 w 815"/>
              <a:gd name="T35" fmla="*/ 1050 h 1400"/>
              <a:gd name="T36" fmla="*/ 0 w 815"/>
              <a:gd name="T37" fmla="*/ 932 h 1400"/>
              <a:gd name="T38" fmla="*/ 0 w 815"/>
              <a:gd name="T39" fmla="*/ 117 h 1400"/>
              <a:gd name="T40" fmla="*/ 114 w 815"/>
              <a:gd name="T41" fmla="*/ 0 h 1400"/>
              <a:gd name="T42" fmla="*/ 700 w 815"/>
              <a:gd name="T43" fmla="*/ 0 h 1400"/>
              <a:gd name="T44" fmla="*/ 525 w 815"/>
              <a:gd name="T45" fmla="*/ 1167 h 1400"/>
              <a:gd name="T46" fmla="*/ 814 w 815"/>
              <a:gd name="T47" fmla="*/ 1167 h 1400"/>
              <a:gd name="T48" fmla="*/ 814 w 815"/>
              <a:gd name="T49" fmla="*/ 1282 h 1400"/>
              <a:gd name="T50" fmla="*/ 525 w 815"/>
              <a:gd name="T51" fmla="*/ 1282 h 1400"/>
              <a:gd name="T52" fmla="*/ 525 w 815"/>
              <a:gd name="T53" fmla="*/ 1167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5" h="1400">
                <a:moveTo>
                  <a:pt x="407" y="350"/>
                </a:moveTo>
                <a:cubicBezTo>
                  <a:pt x="470" y="350"/>
                  <a:pt x="522" y="295"/>
                  <a:pt x="522" y="232"/>
                </a:cubicBezTo>
                <a:cubicBezTo>
                  <a:pt x="522" y="169"/>
                  <a:pt x="470" y="117"/>
                  <a:pt x="407" y="117"/>
                </a:cubicBezTo>
                <a:cubicBezTo>
                  <a:pt x="344" y="117"/>
                  <a:pt x="289" y="169"/>
                  <a:pt x="289" y="232"/>
                </a:cubicBezTo>
                <a:cubicBezTo>
                  <a:pt x="289" y="295"/>
                  <a:pt x="341" y="350"/>
                  <a:pt x="407" y="350"/>
                </a:cubicBezTo>
                <a:close/>
                <a:moveTo>
                  <a:pt x="700" y="0"/>
                </a:moveTo>
                <a:cubicBezTo>
                  <a:pt x="762" y="0"/>
                  <a:pt x="814" y="54"/>
                  <a:pt x="814" y="117"/>
                </a:cubicBezTo>
                <a:lnTo>
                  <a:pt x="814" y="932"/>
                </a:lnTo>
                <a:cubicBezTo>
                  <a:pt x="814" y="995"/>
                  <a:pt x="762" y="1050"/>
                  <a:pt x="700" y="1050"/>
                </a:cubicBezTo>
                <a:lnTo>
                  <a:pt x="289" y="1050"/>
                </a:lnTo>
                <a:lnTo>
                  <a:pt x="464" y="1224"/>
                </a:lnTo>
                <a:lnTo>
                  <a:pt x="289" y="1399"/>
                </a:lnTo>
                <a:lnTo>
                  <a:pt x="289" y="1282"/>
                </a:lnTo>
                <a:lnTo>
                  <a:pt x="0" y="1282"/>
                </a:lnTo>
                <a:lnTo>
                  <a:pt x="0" y="1167"/>
                </a:lnTo>
                <a:lnTo>
                  <a:pt x="289" y="1167"/>
                </a:lnTo>
                <a:lnTo>
                  <a:pt x="289" y="1050"/>
                </a:lnTo>
                <a:lnTo>
                  <a:pt x="114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2" y="0"/>
                  <a:pt x="114" y="0"/>
                </a:cubicBezTo>
                <a:lnTo>
                  <a:pt x="700" y="0"/>
                </a:lnTo>
                <a:close/>
                <a:moveTo>
                  <a:pt x="525" y="1167"/>
                </a:moveTo>
                <a:lnTo>
                  <a:pt x="814" y="1167"/>
                </a:lnTo>
                <a:lnTo>
                  <a:pt x="814" y="1282"/>
                </a:lnTo>
                <a:lnTo>
                  <a:pt x="525" y="1282"/>
                </a:lnTo>
                <a:lnTo>
                  <a:pt x="525" y="11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410199" y="4052094"/>
            <a:ext cx="293688" cy="503238"/>
          </a:xfrm>
          <a:custGeom>
            <a:avLst/>
            <a:gdLst>
              <a:gd name="T0" fmla="*/ 115 w 816"/>
              <a:gd name="T1" fmla="*/ 117 h 1400"/>
              <a:gd name="T2" fmla="*/ 115 w 816"/>
              <a:gd name="T3" fmla="*/ 730 h 1400"/>
              <a:gd name="T4" fmla="*/ 407 w 816"/>
              <a:gd name="T5" fmla="*/ 582 h 1400"/>
              <a:gd name="T6" fmla="*/ 700 w 816"/>
              <a:gd name="T7" fmla="*/ 730 h 1400"/>
              <a:gd name="T8" fmla="*/ 700 w 816"/>
              <a:gd name="T9" fmla="*/ 117 h 1400"/>
              <a:gd name="T10" fmla="*/ 115 w 816"/>
              <a:gd name="T11" fmla="*/ 117 h 1400"/>
              <a:gd name="T12" fmla="*/ 700 w 816"/>
              <a:gd name="T13" fmla="*/ 0 h 1400"/>
              <a:gd name="T14" fmla="*/ 815 w 816"/>
              <a:gd name="T15" fmla="*/ 117 h 1400"/>
              <a:gd name="T16" fmla="*/ 815 w 816"/>
              <a:gd name="T17" fmla="*/ 932 h 1400"/>
              <a:gd name="T18" fmla="*/ 700 w 816"/>
              <a:gd name="T19" fmla="*/ 1050 h 1400"/>
              <a:gd name="T20" fmla="*/ 290 w 816"/>
              <a:gd name="T21" fmla="*/ 1050 h 1400"/>
              <a:gd name="T22" fmla="*/ 465 w 816"/>
              <a:gd name="T23" fmla="*/ 1224 h 1400"/>
              <a:gd name="T24" fmla="*/ 290 w 816"/>
              <a:gd name="T25" fmla="*/ 1399 h 1400"/>
              <a:gd name="T26" fmla="*/ 290 w 816"/>
              <a:gd name="T27" fmla="*/ 1282 h 1400"/>
              <a:gd name="T28" fmla="*/ 0 w 816"/>
              <a:gd name="T29" fmla="*/ 1282 h 1400"/>
              <a:gd name="T30" fmla="*/ 0 w 816"/>
              <a:gd name="T31" fmla="*/ 1167 h 1400"/>
              <a:gd name="T32" fmla="*/ 290 w 816"/>
              <a:gd name="T33" fmla="*/ 1167 h 1400"/>
              <a:gd name="T34" fmla="*/ 290 w 816"/>
              <a:gd name="T35" fmla="*/ 1050 h 1400"/>
              <a:gd name="T36" fmla="*/ 115 w 816"/>
              <a:gd name="T37" fmla="*/ 1050 h 1400"/>
              <a:gd name="T38" fmla="*/ 0 w 816"/>
              <a:gd name="T39" fmla="*/ 932 h 1400"/>
              <a:gd name="T40" fmla="*/ 0 w 816"/>
              <a:gd name="T41" fmla="*/ 117 h 1400"/>
              <a:gd name="T42" fmla="*/ 115 w 816"/>
              <a:gd name="T43" fmla="*/ 0 h 1400"/>
              <a:gd name="T44" fmla="*/ 700 w 816"/>
              <a:gd name="T45" fmla="*/ 0 h 1400"/>
              <a:gd name="T46" fmla="*/ 407 w 816"/>
              <a:gd name="T47" fmla="*/ 467 h 1400"/>
              <a:gd name="T48" fmla="*/ 292 w 816"/>
              <a:gd name="T49" fmla="*/ 350 h 1400"/>
              <a:gd name="T50" fmla="*/ 407 w 816"/>
              <a:gd name="T51" fmla="*/ 232 h 1400"/>
              <a:gd name="T52" fmla="*/ 525 w 816"/>
              <a:gd name="T53" fmla="*/ 350 h 1400"/>
              <a:gd name="T54" fmla="*/ 407 w 816"/>
              <a:gd name="T55" fmla="*/ 467 h 1400"/>
              <a:gd name="T56" fmla="*/ 525 w 816"/>
              <a:gd name="T57" fmla="*/ 1167 h 1400"/>
              <a:gd name="T58" fmla="*/ 815 w 816"/>
              <a:gd name="T59" fmla="*/ 1167 h 1400"/>
              <a:gd name="T60" fmla="*/ 815 w 816"/>
              <a:gd name="T61" fmla="*/ 1282 h 1400"/>
              <a:gd name="T62" fmla="*/ 525 w 816"/>
              <a:gd name="T63" fmla="*/ 1282 h 1400"/>
              <a:gd name="T64" fmla="*/ 525 w 816"/>
              <a:gd name="T65" fmla="*/ 1167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816" h="1400">
                <a:moveTo>
                  <a:pt x="115" y="117"/>
                </a:moveTo>
                <a:lnTo>
                  <a:pt x="115" y="730"/>
                </a:lnTo>
                <a:cubicBezTo>
                  <a:pt x="115" y="631"/>
                  <a:pt x="308" y="582"/>
                  <a:pt x="407" y="582"/>
                </a:cubicBezTo>
                <a:cubicBezTo>
                  <a:pt x="505" y="582"/>
                  <a:pt x="700" y="631"/>
                  <a:pt x="700" y="730"/>
                </a:cubicBezTo>
                <a:lnTo>
                  <a:pt x="700" y="117"/>
                </a:lnTo>
                <a:lnTo>
                  <a:pt x="115" y="117"/>
                </a:lnTo>
                <a:close/>
                <a:moveTo>
                  <a:pt x="700" y="0"/>
                </a:moveTo>
                <a:cubicBezTo>
                  <a:pt x="763" y="0"/>
                  <a:pt x="815" y="54"/>
                  <a:pt x="815" y="117"/>
                </a:cubicBezTo>
                <a:lnTo>
                  <a:pt x="815" y="932"/>
                </a:lnTo>
                <a:cubicBezTo>
                  <a:pt x="815" y="995"/>
                  <a:pt x="763" y="1050"/>
                  <a:pt x="700" y="1050"/>
                </a:cubicBezTo>
                <a:lnTo>
                  <a:pt x="290" y="1050"/>
                </a:lnTo>
                <a:lnTo>
                  <a:pt x="465" y="1224"/>
                </a:lnTo>
                <a:lnTo>
                  <a:pt x="290" y="1399"/>
                </a:lnTo>
                <a:lnTo>
                  <a:pt x="290" y="1282"/>
                </a:lnTo>
                <a:lnTo>
                  <a:pt x="0" y="1282"/>
                </a:lnTo>
                <a:lnTo>
                  <a:pt x="0" y="1167"/>
                </a:lnTo>
                <a:lnTo>
                  <a:pt x="290" y="1167"/>
                </a:lnTo>
                <a:lnTo>
                  <a:pt x="290" y="1050"/>
                </a:lnTo>
                <a:lnTo>
                  <a:pt x="115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700" y="0"/>
                </a:lnTo>
                <a:close/>
                <a:moveTo>
                  <a:pt x="407" y="467"/>
                </a:moveTo>
                <a:cubicBezTo>
                  <a:pt x="344" y="467"/>
                  <a:pt x="292" y="413"/>
                  <a:pt x="292" y="350"/>
                </a:cubicBezTo>
                <a:cubicBezTo>
                  <a:pt x="292" y="288"/>
                  <a:pt x="344" y="232"/>
                  <a:pt x="407" y="232"/>
                </a:cubicBezTo>
                <a:cubicBezTo>
                  <a:pt x="470" y="232"/>
                  <a:pt x="525" y="288"/>
                  <a:pt x="525" y="350"/>
                </a:cubicBezTo>
                <a:cubicBezTo>
                  <a:pt x="525" y="413"/>
                  <a:pt x="470" y="467"/>
                  <a:pt x="407" y="467"/>
                </a:cubicBezTo>
                <a:close/>
                <a:moveTo>
                  <a:pt x="525" y="1167"/>
                </a:moveTo>
                <a:lnTo>
                  <a:pt x="815" y="1167"/>
                </a:lnTo>
                <a:lnTo>
                  <a:pt x="815" y="1282"/>
                </a:lnTo>
                <a:lnTo>
                  <a:pt x="525" y="1282"/>
                </a:lnTo>
                <a:lnTo>
                  <a:pt x="525" y="11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24612" y="4115596"/>
            <a:ext cx="419100" cy="377825"/>
          </a:xfrm>
          <a:custGeom>
            <a:avLst/>
            <a:gdLst>
              <a:gd name="T0" fmla="*/ 583 w 1166"/>
              <a:gd name="T1" fmla="*/ 817 h 1050"/>
              <a:gd name="T2" fmla="*/ 509 w 1166"/>
              <a:gd name="T3" fmla="*/ 656 h 1050"/>
              <a:gd name="T4" fmla="*/ 350 w 1166"/>
              <a:gd name="T5" fmla="*/ 582 h 1050"/>
              <a:gd name="T6" fmla="*/ 509 w 1166"/>
              <a:gd name="T7" fmla="*/ 511 h 1050"/>
              <a:gd name="T8" fmla="*/ 583 w 1166"/>
              <a:gd name="T9" fmla="*/ 350 h 1050"/>
              <a:gd name="T10" fmla="*/ 656 w 1166"/>
              <a:gd name="T11" fmla="*/ 511 h 1050"/>
              <a:gd name="T12" fmla="*/ 815 w 1166"/>
              <a:gd name="T13" fmla="*/ 582 h 1050"/>
              <a:gd name="T14" fmla="*/ 656 w 1166"/>
              <a:gd name="T15" fmla="*/ 656 h 1050"/>
              <a:gd name="T16" fmla="*/ 583 w 1166"/>
              <a:gd name="T17" fmla="*/ 817 h 1050"/>
              <a:gd name="T18" fmla="*/ 583 w 1166"/>
              <a:gd name="T19" fmla="*/ 875 h 1050"/>
              <a:gd name="T20" fmla="*/ 875 w 1166"/>
              <a:gd name="T21" fmla="*/ 582 h 1050"/>
              <a:gd name="T22" fmla="*/ 583 w 1166"/>
              <a:gd name="T23" fmla="*/ 292 h 1050"/>
              <a:gd name="T24" fmla="*/ 290 w 1166"/>
              <a:gd name="T25" fmla="*/ 582 h 1050"/>
              <a:gd name="T26" fmla="*/ 583 w 1166"/>
              <a:gd name="T27" fmla="*/ 875 h 1050"/>
              <a:gd name="T28" fmla="*/ 408 w 1166"/>
              <a:gd name="T29" fmla="*/ 0 h 1050"/>
              <a:gd name="T30" fmla="*/ 758 w 1166"/>
              <a:gd name="T31" fmla="*/ 0 h 1050"/>
              <a:gd name="T32" fmla="*/ 864 w 1166"/>
              <a:gd name="T33" fmla="*/ 117 h 1050"/>
              <a:gd name="T34" fmla="*/ 1050 w 1166"/>
              <a:gd name="T35" fmla="*/ 117 h 1050"/>
              <a:gd name="T36" fmla="*/ 1165 w 1166"/>
              <a:gd name="T37" fmla="*/ 232 h 1050"/>
              <a:gd name="T38" fmla="*/ 1165 w 1166"/>
              <a:gd name="T39" fmla="*/ 932 h 1050"/>
              <a:gd name="T40" fmla="*/ 1050 w 1166"/>
              <a:gd name="T41" fmla="*/ 1049 h 1050"/>
              <a:gd name="T42" fmla="*/ 115 w 1166"/>
              <a:gd name="T43" fmla="*/ 1049 h 1050"/>
              <a:gd name="T44" fmla="*/ 0 w 1166"/>
              <a:gd name="T45" fmla="*/ 932 h 1050"/>
              <a:gd name="T46" fmla="*/ 0 w 1166"/>
              <a:gd name="T47" fmla="*/ 232 h 1050"/>
              <a:gd name="T48" fmla="*/ 115 w 1166"/>
              <a:gd name="T49" fmla="*/ 117 h 1050"/>
              <a:gd name="T50" fmla="*/ 301 w 1166"/>
              <a:gd name="T51" fmla="*/ 117 h 1050"/>
              <a:gd name="T52" fmla="*/ 408 w 1166"/>
              <a:gd name="T53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050">
                <a:moveTo>
                  <a:pt x="583" y="817"/>
                </a:moveTo>
                <a:lnTo>
                  <a:pt x="509" y="656"/>
                </a:lnTo>
                <a:lnTo>
                  <a:pt x="350" y="582"/>
                </a:lnTo>
                <a:lnTo>
                  <a:pt x="509" y="511"/>
                </a:lnTo>
                <a:lnTo>
                  <a:pt x="583" y="350"/>
                </a:lnTo>
                <a:lnTo>
                  <a:pt x="656" y="511"/>
                </a:lnTo>
                <a:lnTo>
                  <a:pt x="815" y="582"/>
                </a:lnTo>
                <a:lnTo>
                  <a:pt x="656" y="656"/>
                </a:lnTo>
                <a:lnTo>
                  <a:pt x="583" y="817"/>
                </a:lnTo>
                <a:close/>
                <a:moveTo>
                  <a:pt x="583" y="875"/>
                </a:moveTo>
                <a:cubicBezTo>
                  <a:pt x="744" y="875"/>
                  <a:pt x="875" y="743"/>
                  <a:pt x="875" y="582"/>
                </a:cubicBezTo>
                <a:cubicBezTo>
                  <a:pt x="875" y="421"/>
                  <a:pt x="745" y="292"/>
                  <a:pt x="583" y="292"/>
                </a:cubicBezTo>
                <a:cubicBezTo>
                  <a:pt x="422" y="292"/>
                  <a:pt x="290" y="421"/>
                  <a:pt x="290" y="582"/>
                </a:cubicBezTo>
                <a:cubicBezTo>
                  <a:pt x="290" y="743"/>
                  <a:pt x="421" y="875"/>
                  <a:pt x="583" y="875"/>
                </a:cubicBezTo>
                <a:close/>
                <a:moveTo>
                  <a:pt x="408" y="0"/>
                </a:moveTo>
                <a:lnTo>
                  <a:pt x="758" y="0"/>
                </a:lnTo>
                <a:lnTo>
                  <a:pt x="864" y="117"/>
                </a:lnTo>
                <a:lnTo>
                  <a:pt x="1050" y="117"/>
                </a:lnTo>
                <a:cubicBezTo>
                  <a:pt x="1113" y="117"/>
                  <a:pt x="1165" y="169"/>
                  <a:pt x="1165" y="232"/>
                </a:cubicBezTo>
                <a:lnTo>
                  <a:pt x="1165" y="932"/>
                </a:lnTo>
                <a:cubicBezTo>
                  <a:pt x="1165" y="995"/>
                  <a:pt x="1113" y="1049"/>
                  <a:pt x="1050" y="1049"/>
                </a:cubicBezTo>
                <a:lnTo>
                  <a:pt x="115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232"/>
                </a:lnTo>
                <a:cubicBezTo>
                  <a:pt x="0" y="169"/>
                  <a:pt x="52" y="117"/>
                  <a:pt x="115" y="117"/>
                </a:cubicBezTo>
                <a:lnTo>
                  <a:pt x="301" y="117"/>
                </a:lnTo>
                <a:lnTo>
                  <a:pt x="40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480299" y="4115596"/>
            <a:ext cx="463550" cy="377825"/>
          </a:xfrm>
          <a:custGeom>
            <a:avLst/>
            <a:gdLst>
              <a:gd name="T0" fmla="*/ 1168 w 1287"/>
              <a:gd name="T1" fmla="*/ 932 h 1050"/>
              <a:gd name="T2" fmla="*/ 1168 w 1287"/>
              <a:gd name="T3" fmla="*/ 757 h 1050"/>
              <a:gd name="T4" fmla="*/ 118 w 1287"/>
              <a:gd name="T5" fmla="*/ 757 h 1050"/>
              <a:gd name="T6" fmla="*/ 118 w 1287"/>
              <a:gd name="T7" fmla="*/ 932 h 1050"/>
              <a:gd name="T8" fmla="*/ 1168 w 1287"/>
              <a:gd name="T9" fmla="*/ 932 h 1050"/>
              <a:gd name="T10" fmla="*/ 1168 w 1287"/>
              <a:gd name="T11" fmla="*/ 0 h 1050"/>
              <a:gd name="T12" fmla="*/ 1286 w 1287"/>
              <a:gd name="T13" fmla="*/ 117 h 1050"/>
              <a:gd name="T14" fmla="*/ 1286 w 1287"/>
              <a:gd name="T15" fmla="*/ 932 h 1050"/>
              <a:gd name="T16" fmla="*/ 1168 w 1287"/>
              <a:gd name="T17" fmla="*/ 1049 h 1050"/>
              <a:gd name="T18" fmla="*/ 118 w 1287"/>
              <a:gd name="T19" fmla="*/ 1049 h 1050"/>
              <a:gd name="T20" fmla="*/ 0 w 1287"/>
              <a:gd name="T21" fmla="*/ 932 h 1050"/>
              <a:gd name="T22" fmla="*/ 0 w 1287"/>
              <a:gd name="T23" fmla="*/ 117 h 1050"/>
              <a:gd name="T24" fmla="*/ 118 w 1287"/>
              <a:gd name="T25" fmla="*/ 0 h 1050"/>
              <a:gd name="T26" fmla="*/ 1168 w 1287"/>
              <a:gd name="T2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7" h="1050">
                <a:moveTo>
                  <a:pt x="1168" y="932"/>
                </a:moveTo>
                <a:lnTo>
                  <a:pt x="1168" y="757"/>
                </a:lnTo>
                <a:lnTo>
                  <a:pt x="118" y="757"/>
                </a:lnTo>
                <a:lnTo>
                  <a:pt x="118" y="932"/>
                </a:lnTo>
                <a:lnTo>
                  <a:pt x="1168" y="932"/>
                </a:lnTo>
                <a:close/>
                <a:moveTo>
                  <a:pt x="1168" y="0"/>
                </a:moveTo>
                <a:cubicBezTo>
                  <a:pt x="1231" y="0"/>
                  <a:pt x="1286" y="54"/>
                  <a:pt x="1286" y="117"/>
                </a:cubicBezTo>
                <a:lnTo>
                  <a:pt x="1286" y="932"/>
                </a:lnTo>
                <a:cubicBezTo>
                  <a:pt x="1286" y="995"/>
                  <a:pt x="1231" y="1049"/>
                  <a:pt x="1168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621712" y="4136232"/>
            <a:ext cx="336550" cy="336550"/>
          </a:xfrm>
          <a:custGeom>
            <a:avLst/>
            <a:gdLst>
              <a:gd name="T0" fmla="*/ 350 w 936"/>
              <a:gd name="T1" fmla="*/ 0 h 936"/>
              <a:gd name="T2" fmla="*/ 216 w 936"/>
              <a:gd name="T3" fmla="*/ 134 h 936"/>
              <a:gd name="T4" fmla="*/ 525 w 936"/>
              <a:gd name="T5" fmla="*/ 443 h 936"/>
              <a:gd name="T6" fmla="*/ 525 w 936"/>
              <a:gd name="T7" fmla="*/ 935 h 936"/>
              <a:gd name="T8" fmla="*/ 410 w 936"/>
              <a:gd name="T9" fmla="*/ 935 h 936"/>
              <a:gd name="T10" fmla="*/ 410 w 936"/>
              <a:gd name="T11" fmla="*/ 492 h 936"/>
              <a:gd name="T12" fmla="*/ 134 w 936"/>
              <a:gd name="T13" fmla="*/ 216 h 936"/>
              <a:gd name="T14" fmla="*/ 0 w 936"/>
              <a:gd name="T15" fmla="*/ 350 h 936"/>
              <a:gd name="T16" fmla="*/ 0 w 936"/>
              <a:gd name="T17" fmla="*/ 0 h 936"/>
              <a:gd name="T18" fmla="*/ 350 w 936"/>
              <a:gd name="T19" fmla="*/ 0 h 936"/>
              <a:gd name="T20" fmla="*/ 585 w 936"/>
              <a:gd name="T21" fmla="*/ 0 h 936"/>
              <a:gd name="T22" fmla="*/ 935 w 936"/>
              <a:gd name="T23" fmla="*/ 0 h 936"/>
              <a:gd name="T24" fmla="*/ 935 w 936"/>
              <a:gd name="T25" fmla="*/ 350 h 936"/>
              <a:gd name="T26" fmla="*/ 801 w 936"/>
              <a:gd name="T27" fmla="*/ 216 h 936"/>
              <a:gd name="T28" fmla="*/ 631 w 936"/>
              <a:gd name="T29" fmla="*/ 386 h 936"/>
              <a:gd name="T30" fmla="*/ 549 w 936"/>
              <a:gd name="T31" fmla="*/ 303 h 936"/>
              <a:gd name="T32" fmla="*/ 719 w 936"/>
              <a:gd name="T33" fmla="*/ 134 h 936"/>
              <a:gd name="T34" fmla="*/ 585 w 936"/>
              <a:gd name="T35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36" h="936">
                <a:moveTo>
                  <a:pt x="350" y="0"/>
                </a:moveTo>
                <a:lnTo>
                  <a:pt x="216" y="134"/>
                </a:lnTo>
                <a:lnTo>
                  <a:pt x="525" y="443"/>
                </a:lnTo>
                <a:lnTo>
                  <a:pt x="525" y="935"/>
                </a:lnTo>
                <a:lnTo>
                  <a:pt x="410" y="935"/>
                </a:lnTo>
                <a:lnTo>
                  <a:pt x="410" y="492"/>
                </a:lnTo>
                <a:lnTo>
                  <a:pt x="134" y="216"/>
                </a:lnTo>
                <a:lnTo>
                  <a:pt x="0" y="350"/>
                </a:lnTo>
                <a:lnTo>
                  <a:pt x="0" y="0"/>
                </a:lnTo>
                <a:lnTo>
                  <a:pt x="350" y="0"/>
                </a:lnTo>
                <a:close/>
                <a:moveTo>
                  <a:pt x="585" y="0"/>
                </a:moveTo>
                <a:lnTo>
                  <a:pt x="935" y="0"/>
                </a:lnTo>
                <a:lnTo>
                  <a:pt x="935" y="350"/>
                </a:lnTo>
                <a:lnTo>
                  <a:pt x="801" y="216"/>
                </a:lnTo>
                <a:lnTo>
                  <a:pt x="631" y="386"/>
                </a:lnTo>
                <a:lnTo>
                  <a:pt x="549" y="303"/>
                </a:lnTo>
                <a:lnTo>
                  <a:pt x="719" y="134"/>
                </a:lnTo>
                <a:lnTo>
                  <a:pt x="58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710737" y="4147345"/>
            <a:ext cx="315912" cy="315914"/>
          </a:xfrm>
          <a:custGeom>
            <a:avLst/>
            <a:gdLst>
              <a:gd name="T0" fmla="*/ 875 w 876"/>
              <a:gd name="T1" fmla="*/ 82 h 876"/>
              <a:gd name="T2" fmla="*/ 197 w 876"/>
              <a:gd name="T3" fmla="*/ 760 h 876"/>
              <a:gd name="T4" fmla="*/ 583 w 876"/>
              <a:gd name="T5" fmla="*/ 760 h 876"/>
              <a:gd name="T6" fmla="*/ 583 w 876"/>
              <a:gd name="T7" fmla="*/ 875 h 876"/>
              <a:gd name="T8" fmla="*/ 0 w 876"/>
              <a:gd name="T9" fmla="*/ 875 h 876"/>
              <a:gd name="T10" fmla="*/ 0 w 876"/>
              <a:gd name="T11" fmla="*/ 293 h 876"/>
              <a:gd name="T12" fmla="*/ 115 w 876"/>
              <a:gd name="T13" fmla="*/ 293 h 876"/>
              <a:gd name="T14" fmla="*/ 115 w 876"/>
              <a:gd name="T15" fmla="*/ 678 h 876"/>
              <a:gd name="T16" fmla="*/ 793 w 876"/>
              <a:gd name="T17" fmla="*/ 0 h 876"/>
              <a:gd name="T18" fmla="*/ 875 w 876"/>
              <a:gd name="T19" fmla="*/ 82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76" h="876">
                <a:moveTo>
                  <a:pt x="875" y="82"/>
                </a:moveTo>
                <a:lnTo>
                  <a:pt x="197" y="760"/>
                </a:lnTo>
                <a:lnTo>
                  <a:pt x="583" y="760"/>
                </a:lnTo>
                <a:lnTo>
                  <a:pt x="583" y="875"/>
                </a:lnTo>
                <a:lnTo>
                  <a:pt x="0" y="875"/>
                </a:lnTo>
                <a:lnTo>
                  <a:pt x="0" y="293"/>
                </a:lnTo>
                <a:lnTo>
                  <a:pt x="115" y="293"/>
                </a:lnTo>
                <a:lnTo>
                  <a:pt x="115" y="678"/>
                </a:lnTo>
                <a:lnTo>
                  <a:pt x="793" y="0"/>
                </a:lnTo>
                <a:lnTo>
                  <a:pt x="875" y="8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56901" y="4194971"/>
            <a:ext cx="377825" cy="219075"/>
          </a:xfrm>
          <a:custGeom>
            <a:avLst/>
            <a:gdLst>
              <a:gd name="T0" fmla="*/ 968 w 1051"/>
              <a:gd name="T1" fmla="*/ 0 h 608"/>
              <a:gd name="T2" fmla="*/ 1050 w 1051"/>
              <a:gd name="T3" fmla="*/ 82 h 608"/>
              <a:gd name="T4" fmla="*/ 525 w 1051"/>
              <a:gd name="T5" fmla="*/ 607 h 608"/>
              <a:gd name="T6" fmla="*/ 118 w 1051"/>
              <a:gd name="T7" fmla="*/ 200 h 608"/>
              <a:gd name="T8" fmla="*/ 118 w 1051"/>
              <a:gd name="T9" fmla="*/ 468 h 608"/>
              <a:gd name="T10" fmla="*/ 0 w 1051"/>
              <a:gd name="T11" fmla="*/ 468 h 608"/>
              <a:gd name="T12" fmla="*/ 0 w 1051"/>
              <a:gd name="T13" fmla="*/ 0 h 608"/>
              <a:gd name="T14" fmla="*/ 468 w 1051"/>
              <a:gd name="T15" fmla="*/ 0 h 608"/>
              <a:gd name="T16" fmla="*/ 468 w 1051"/>
              <a:gd name="T17" fmla="*/ 118 h 608"/>
              <a:gd name="T18" fmla="*/ 200 w 1051"/>
              <a:gd name="T19" fmla="*/ 118 h 608"/>
              <a:gd name="T20" fmla="*/ 525 w 1051"/>
              <a:gd name="T21" fmla="*/ 443 h 608"/>
              <a:gd name="T22" fmla="*/ 968 w 1051"/>
              <a:gd name="T23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51" h="608">
                <a:moveTo>
                  <a:pt x="968" y="0"/>
                </a:moveTo>
                <a:lnTo>
                  <a:pt x="1050" y="82"/>
                </a:lnTo>
                <a:lnTo>
                  <a:pt x="525" y="607"/>
                </a:lnTo>
                <a:lnTo>
                  <a:pt x="118" y="200"/>
                </a:lnTo>
                <a:lnTo>
                  <a:pt x="118" y="468"/>
                </a:lnTo>
                <a:lnTo>
                  <a:pt x="0" y="468"/>
                </a:lnTo>
                <a:lnTo>
                  <a:pt x="0" y="0"/>
                </a:lnTo>
                <a:lnTo>
                  <a:pt x="468" y="0"/>
                </a:lnTo>
                <a:lnTo>
                  <a:pt x="468" y="118"/>
                </a:lnTo>
                <a:lnTo>
                  <a:pt x="200" y="118"/>
                </a:lnTo>
                <a:lnTo>
                  <a:pt x="525" y="443"/>
                </a:lnTo>
                <a:lnTo>
                  <a:pt x="968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7" y="4969669"/>
            <a:ext cx="419100" cy="419100"/>
          </a:xfrm>
          <a:custGeom>
            <a:avLst/>
            <a:gdLst>
              <a:gd name="T0" fmla="*/ 875 w 1166"/>
              <a:gd name="T1" fmla="*/ 793 h 1165"/>
              <a:gd name="T2" fmla="*/ 664 w 1166"/>
              <a:gd name="T3" fmla="*/ 582 h 1165"/>
              <a:gd name="T4" fmla="*/ 875 w 1166"/>
              <a:gd name="T5" fmla="*/ 372 h 1165"/>
              <a:gd name="T6" fmla="*/ 793 w 1166"/>
              <a:gd name="T7" fmla="*/ 290 h 1165"/>
              <a:gd name="T8" fmla="*/ 582 w 1166"/>
              <a:gd name="T9" fmla="*/ 500 h 1165"/>
              <a:gd name="T10" fmla="*/ 372 w 1166"/>
              <a:gd name="T11" fmla="*/ 290 h 1165"/>
              <a:gd name="T12" fmla="*/ 290 w 1166"/>
              <a:gd name="T13" fmla="*/ 372 h 1165"/>
              <a:gd name="T14" fmla="*/ 500 w 1166"/>
              <a:gd name="T15" fmla="*/ 582 h 1165"/>
              <a:gd name="T16" fmla="*/ 290 w 1166"/>
              <a:gd name="T17" fmla="*/ 793 h 1165"/>
              <a:gd name="T18" fmla="*/ 372 w 1166"/>
              <a:gd name="T19" fmla="*/ 875 h 1165"/>
              <a:gd name="T20" fmla="*/ 582 w 1166"/>
              <a:gd name="T21" fmla="*/ 664 h 1165"/>
              <a:gd name="T22" fmla="*/ 793 w 1166"/>
              <a:gd name="T23" fmla="*/ 875 h 1165"/>
              <a:gd name="T24" fmla="*/ 875 w 1166"/>
              <a:gd name="T25" fmla="*/ 793 h 1165"/>
              <a:gd name="T26" fmla="*/ 582 w 1166"/>
              <a:gd name="T27" fmla="*/ 0 h 1165"/>
              <a:gd name="T28" fmla="*/ 1165 w 1166"/>
              <a:gd name="T29" fmla="*/ 582 h 1165"/>
              <a:gd name="T30" fmla="*/ 582 w 1166"/>
              <a:gd name="T31" fmla="*/ 1164 h 1165"/>
              <a:gd name="T32" fmla="*/ 0 w 1166"/>
              <a:gd name="T33" fmla="*/ 582 h 1165"/>
              <a:gd name="T34" fmla="*/ 582 w 1166"/>
              <a:gd name="T3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6" h="1165">
                <a:moveTo>
                  <a:pt x="875" y="793"/>
                </a:moveTo>
                <a:lnTo>
                  <a:pt x="664" y="582"/>
                </a:lnTo>
                <a:lnTo>
                  <a:pt x="875" y="372"/>
                </a:lnTo>
                <a:lnTo>
                  <a:pt x="793" y="290"/>
                </a:lnTo>
                <a:lnTo>
                  <a:pt x="582" y="500"/>
                </a:lnTo>
                <a:lnTo>
                  <a:pt x="372" y="290"/>
                </a:lnTo>
                <a:lnTo>
                  <a:pt x="290" y="372"/>
                </a:lnTo>
                <a:lnTo>
                  <a:pt x="500" y="582"/>
                </a:lnTo>
                <a:lnTo>
                  <a:pt x="290" y="793"/>
                </a:lnTo>
                <a:lnTo>
                  <a:pt x="372" y="875"/>
                </a:lnTo>
                <a:lnTo>
                  <a:pt x="582" y="664"/>
                </a:lnTo>
                <a:lnTo>
                  <a:pt x="793" y="875"/>
                </a:lnTo>
                <a:lnTo>
                  <a:pt x="875" y="793"/>
                </a:ln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4" y="1164"/>
                  <a:pt x="582" y="1164"/>
                </a:cubicBezTo>
                <a:cubicBezTo>
                  <a:pt x="259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28837" y="4969669"/>
            <a:ext cx="419100" cy="419100"/>
          </a:xfrm>
          <a:custGeom>
            <a:avLst/>
            <a:gdLst>
              <a:gd name="T0" fmla="*/ 1050 w 1165"/>
              <a:gd name="T1" fmla="*/ 115 h 1165"/>
              <a:gd name="T2" fmla="*/ 114 w 1165"/>
              <a:gd name="T3" fmla="*/ 115 h 1165"/>
              <a:gd name="T4" fmla="*/ 114 w 1165"/>
              <a:gd name="T5" fmla="*/ 932 h 1165"/>
              <a:gd name="T6" fmla="*/ 232 w 1165"/>
              <a:gd name="T7" fmla="*/ 814 h 1165"/>
              <a:gd name="T8" fmla="*/ 1050 w 1165"/>
              <a:gd name="T9" fmla="*/ 814 h 1165"/>
              <a:gd name="T10" fmla="*/ 1050 w 1165"/>
              <a:gd name="T11" fmla="*/ 115 h 1165"/>
              <a:gd name="T12" fmla="*/ 1050 w 1165"/>
              <a:gd name="T13" fmla="*/ 0 h 1165"/>
              <a:gd name="T14" fmla="*/ 1164 w 1165"/>
              <a:gd name="T15" fmla="*/ 115 h 1165"/>
              <a:gd name="T16" fmla="*/ 1164 w 1165"/>
              <a:gd name="T17" fmla="*/ 814 h 1165"/>
              <a:gd name="T18" fmla="*/ 1050 w 1165"/>
              <a:gd name="T19" fmla="*/ 932 h 1165"/>
              <a:gd name="T20" fmla="*/ 232 w 1165"/>
              <a:gd name="T21" fmla="*/ 932 h 1165"/>
              <a:gd name="T22" fmla="*/ 0 w 1165"/>
              <a:gd name="T23" fmla="*/ 1164 h 1165"/>
              <a:gd name="T24" fmla="*/ 0 w 1165"/>
              <a:gd name="T25" fmla="*/ 115 h 1165"/>
              <a:gd name="T26" fmla="*/ 114 w 1165"/>
              <a:gd name="T27" fmla="*/ 0 h 1165"/>
              <a:gd name="T28" fmla="*/ 1050 w 1165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5">
                <a:moveTo>
                  <a:pt x="1050" y="115"/>
                </a:moveTo>
                <a:lnTo>
                  <a:pt x="114" y="115"/>
                </a:lnTo>
                <a:lnTo>
                  <a:pt x="114" y="932"/>
                </a:lnTo>
                <a:lnTo>
                  <a:pt x="232" y="814"/>
                </a:lnTo>
                <a:lnTo>
                  <a:pt x="1050" y="814"/>
                </a:lnTo>
                <a:lnTo>
                  <a:pt x="1050" y="115"/>
                </a:lnTo>
                <a:close/>
                <a:moveTo>
                  <a:pt x="1050" y="0"/>
                </a:moveTo>
                <a:cubicBezTo>
                  <a:pt x="1112" y="0"/>
                  <a:pt x="1164" y="52"/>
                  <a:pt x="1164" y="115"/>
                </a:cubicBezTo>
                <a:lnTo>
                  <a:pt x="1164" y="814"/>
                </a:lnTo>
                <a:cubicBezTo>
                  <a:pt x="1164" y="877"/>
                  <a:pt x="1112" y="932"/>
                  <a:pt x="1050" y="932"/>
                </a:cubicBezTo>
                <a:lnTo>
                  <a:pt x="232" y="932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4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201987" y="5010944"/>
            <a:ext cx="419100" cy="336550"/>
          </a:xfrm>
          <a:custGeom>
            <a:avLst/>
            <a:gdLst>
              <a:gd name="T0" fmla="*/ 583 w 1166"/>
              <a:gd name="T1" fmla="*/ 0 h 936"/>
              <a:gd name="T2" fmla="*/ 1165 w 1166"/>
              <a:gd name="T3" fmla="*/ 935 h 936"/>
              <a:gd name="T4" fmla="*/ 0 w 1166"/>
              <a:gd name="T5" fmla="*/ 935 h 936"/>
              <a:gd name="T6" fmla="*/ 583 w 1166"/>
              <a:gd name="T7" fmla="*/ 0 h 936"/>
              <a:gd name="T8" fmla="*/ 583 w 1166"/>
              <a:gd name="T9" fmla="*/ 221 h 936"/>
              <a:gd name="T10" fmla="*/ 211 w 1166"/>
              <a:gd name="T11" fmla="*/ 817 h 936"/>
              <a:gd name="T12" fmla="*/ 954 w 1166"/>
              <a:gd name="T13" fmla="*/ 817 h 936"/>
              <a:gd name="T14" fmla="*/ 583 w 1166"/>
              <a:gd name="T15" fmla="*/ 221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6" h="936">
                <a:moveTo>
                  <a:pt x="583" y="0"/>
                </a:moveTo>
                <a:lnTo>
                  <a:pt x="1165" y="935"/>
                </a:lnTo>
                <a:lnTo>
                  <a:pt x="0" y="935"/>
                </a:lnTo>
                <a:lnTo>
                  <a:pt x="583" y="0"/>
                </a:lnTo>
                <a:close/>
                <a:moveTo>
                  <a:pt x="583" y="221"/>
                </a:moveTo>
                <a:lnTo>
                  <a:pt x="211" y="817"/>
                </a:lnTo>
                <a:lnTo>
                  <a:pt x="954" y="817"/>
                </a:lnTo>
                <a:lnTo>
                  <a:pt x="583" y="22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97364" y="4990309"/>
            <a:ext cx="377825" cy="377825"/>
          </a:xfrm>
          <a:custGeom>
            <a:avLst/>
            <a:gdLst>
              <a:gd name="T0" fmla="*/ 525 w 1051"/>
              <a:gd name="T1" fmla="*/ 643 h 1051"/>
              <a:gd name="T2" fmla="*/ 643 w 1051"/>
              <a:gd name="T3" fmla="*/ 525 h 1051"/>
              <a:gd name="T4" fmla="*/ 525 w 1051"/>
              <a:gd name="T5" fmla="*/ 408 h 1051"/>
              <a:gd name="T6" fmla="*/ 408 w 1051"/>
              <a:gd name="T7" fmla="*/ 525 h 1051"/>
              <a:gd name="T8" fmla="*/ 525 w 1051"/>
              <a:gd name="T9" fmla="*/ 643 h 1051"/>
              <a:gd name="T10" fmla="*/ 525 w 1051"/>
              <a:gd name="T11" fmla="*/ 293 h 1051"/>
              <a:gd name="T12" fmla="*/ 758 w 1051"/>
              <a:gd name="T13" fmla="*/ 525 h 1051"/>
              <a:gd name="T14" fmla="*/ 525 w 1051"/>
              <a:gd name="T15" fmla="*/ 758 h 1051"/>
              <a:gd name="T16" fmla="*/ 293 w 1051"/>
              <a:gd name="T17" fmla="*/ 525 h 1051"/>
              <a:gd name="T18" fmla="*/ 525 w 1051"/>
              <a:gd name="T19" fmla="*/ 293 h 1051"/>
              <a:gd name="T20" fmla="*/ 933 w 1051"/>
              <a:gd name="T21" fmla="*/ 932 h 1051"/>
              <a:gd name="T22" fmla="*/ 933 w 1051"/>
              <a:gd name="T23" fmla="*/ 700 h 1051"/>
              <a:gd name="T24" fmla="*/ 1050 w 1051"/>
              <a:gd name="T25" fmla="*/ 700 h 1051"/>
              <a:gd name="T26" fmla="*/ 1050 w 1051"/>
              <a:gd name="T27" fmla="*/ 932 h 1051"/>
              <a:gd name="T28" fmla="*/ 933 w 1051"/>
              <a:gd name="T29" fmla="*/ 1050 h 1051"/>
              <a:gd name="T30" fmla="*/ 700 w 1051"/>
              <a:gd name="T31" fmla="*/ 1050 h 1051"/>
              <a:gd name="T32" fmla="*/ 700 w 1051"/>
              <a:gd name="T33" fmla="*/ 932 h 1051"/>
              <a:gd name="T34" fmla="*/ 933 w 1051"/>
              <a:gd name="T35" fmla="*/ 932 h 1051"/>
              <a:gd name="T36" fmla="*/ 933 w 1051"/>
              <a:gd name="T37" fmla="*/ 0 h 1051"/>
              <a:gd name="T38" fmla="*/ 1050 w 1051"/>
              <a:gd name="T39" fmla="*/ 118 h 1051"/>
              <a:gd name="T40" fmla="*/ 1050 w 1051"/>
              <a:gd name="T41" fmla="*/ 350 h 1051"/>
              <a:gd name="T42" fmla="*/ 933 w 1051"/>
              <a:gd name="T43" fmla="*/ 350 h 1051"/>
              <a:gd name="T44" fmla="*/ 933 w 1051"/>
              <a:gd name="T45" fmla="*/ 118 h 1051"/>
              <a:gd name="T46" fmla="*/ 700 w 1051"/>
              <a:gd name="T47" fmla="*/ 118 h 1051"/>
              <a:gd name="T48" fmla="*/ 700 w 1051"/>
              <a:gd name="T49" fmla="*/ 0 h 1051"/>
              <a:gd name="T50" fmla="*/ 933 w 1051"/>
              <a:gd name="T51" fmla="*/ 0 h 1051"/>
              <a:gd name="T52" fmla="*/ 118 w 1051"/>
              <a:gd name="T53" fmla="*/ 118 h 1051"/>
              <a:gd name="T54" fmla="*/ 118 w 1051"/>
              <a:gd name="T55" fmla="*/ 350 h 1051"/>
              <a:gd name="T56" fmla="*/ 0 w 1051"/>
              <a:gd name="T57" fmla="*/ 350 h 1051"/>
              <a:gd name="T58" fmla="*/ 0 w 1051"/>
              <a:gd name="T59" fmla="*/ 118 h 1051"/>
              <a:gd name="T60" fmla="*/ 118 w 1051"/>
              <a:gd name="T61" fmla="*/ 0 h 1051"/>
              <a:gd name="T62" fmla="*/ 350 w 1051"/>
              <a:gd name="T63" fmla="*/ 0 h 1051"/>
              <a:gd name="T64" fmla="*/ 350 w 1051"/>
              <a:gd name="T65" fmla="*/ 118 h 1051"/>
              <a:gd name="T66" fmla="*/ 118 w 1051"/>
              <a:gd name="T67" fmla="*/ 118 h 1051"/>
              <a:gd name="T68" fmla="*/ 118 w 1051"/>
              <a:gd name="T69" fmla="*/ 700 h 1051"/>
              <a:gd name="T70" fmla="*/ 118 w 1051"/>
              <a:gd name="T71" fmla="*/ 932 h 1051"/>
              <a:gd name="T72" fmla="*/ 350 w 1051"/>
              <a:gd name="T73" fmla="*/ 932 h 1051"/>
              <a:gd name="T74" fmla="*/ 350 w 1051"/>
              <a:gd name="T75" fmla="*/ 1050 h 1051"/>
              <a:gd name="T76" fmla="*/ 118 w 1051"/>
              <a:gd name="T77" fmla="*/ 1050 h 1051"/>
              <a:gd name="T78" fmla="*/ 0 w 1051"/>
              <a:gd name="T79" fmla="*/ 932 h 1051"/>
              <a:gd name="T80" fmla="*/ 0 w 1051"/>
              <a:gd name="T81" fmla="*/ 700 h 1051"/>
              <a:gd name="T82" fmla="*/ 118 w 1051"/>
              <a:gd name="T83" fmla="*/ 70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1">
                <a:moveTo>
                  <a:pt x="525" y="643"/>
                </a:moveTo>
                <a:cubicBezTo>
                  <a:pt x="588" y="643"/>
                  <a:pt x="643" y="588"/>
                  <a:pt x="643" y="525"/>
                </a:cubicBezTo>
                <a:cubicBezTo>
                  <a:pt x="643" y="462"/>
                  <a:pt x="588" y="408"/>
                  <a:pt x="525" y="408"/>
                </a:cubicBezTo>
                <a:cubicBezTo>
                  <a:pt x="462" y="408"/>
                  <a:pt x="408" y="462"/>
                  <a:pt x="408" y="525"/>
                </a:cubicBezTo>
                <a:cubicBezTo>
                  <a:pt x="408" y="588"/>
                  <a:pt x="462" y="643"/>
                  <a:pt x="525" y="643"/>
                </a:cubicBezTo>
                <a:close/>
                <a:moveTo>
                  <a:pt x="525" y="293"/>
                </a:moveTo>
                <a:cubicBezTo>
                  <a:pt x="654" y="293"/>
                  <a:pt x="758" y="397"/>
                  <a:pt x="758" y="525"/>
                </a:cubicBezTo>
                <a:cubicBezTo>
                  <a:pt x="758" y="654"/>
                  <a:pt x="653" y="758"/>
                  <a:pt x="525" y="758"/>
                </a:cubicBezTo>
                <a:cubicBezTo>
                  <a:pt x="396" y="758"/>
                  <a:pt x="293" y="654"/>
                  <a:pt x="293" y="525"/>
                </a:cubicBezTo>
                <a:cubicBezTo>
                  <a:pt x="293" y="397"/>
                  <a:pt x="397" y="293"/>
                  <a:pt x="525" y="293"/>
                </a:cubicBezTo>
                <a:close/>
                <a:moveTo>
                  <a:pt x="933" y="932"/>
                </a:moveTo>
                <a:lnTo>
                  <a:pt x="933" y="700"/>
                </a:lnTo>
                <a:lnTo>
                  <a:pt x="1050" y="700"/>
                </a:lnTo>
                <a:lnTo>
                  <a:pt x="1050" y="932"/>
                </a:lnTo>
                <a:cubicBezTo>
                  <a:pt x="1050" y="995"/>
                  <a:pt x="995" y="1050"/>
                  <a:pt x="933" y="1050"/>
                </a:cubicBezTo>
                <a:lnTo>
                  <a:pt x="700" y="1050"/>
                </a:lnTo>
                <a:lnTo>
                  <a:pt x="700" y="932"/>
                </a:lnTo>
                <a:lnTo>
                  <a:pt x="933" y="932"/>
                </a:lnTo>
                <a:close/>
                <a:moveTo>
                  <a:pt x="933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350"/>
                </a:lnTo>
                <a:lnTo>
                  <a:pt x="933" y="350"/>
                </a:lnTo>
                <a:lnTo>
                  <a:pt x="933" y="118"/>
                </a:lnTo>
                <a:lnTo>
                  <a:pt x="700" y="118"/>
                </a:lnTo>
                <a:lnTo>
                  <a:pt x="700" y="0"/>
                </a:lnTo>
                <a:lnTo>
                  <a:pt x="933" y="0"/>
                </a:lnTo>
                <a:close/>
                <a:moveTo>
                  <a:pt x="118" y="118"/>
                </a:moveTo>
                <a:lnTo>
                  <a:pt x="118" y="350"/>
                </a:lnTo>
                <a:lnTo>
                  <a:pt x="0" y="350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350" y="0"/>
                </a:lnTo>
                <a:lnTo>
                  <a:pt x="350" y="118"/>
                </a:lnTo>
                <a:lnTo>
                  <a:pt x="118" y="118"/>
                </a:lnTo>
                <a:close/>
                <a:moveTo>
                  <a:pt x="118" y="700"/>
                </a:moveTo>
                <a:lnTo>
                  <a:pt x="118" y="932"/>
                </a:lnTo>
                <a:lnTo>
                  <a:pt x="350" y="932"/>
                </a:lnTo>
                <a:lnTo>
                  <a:pt x="350" y="1050"/>
                </a:ln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700"/>
                </a:lnTo>
                <a:lnTo>
                  <a:pt x="118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70514" y="4990309"/>
            <a:ext cx="377825" cy="377825"/>
          </a:xfrm>
          <a:custGeom>
            <a:avLst/>
            <a:gdLst>
              <a:gd name="T0" fmla="*/ 932 w 1051"/>
              <a:gd name="T1" fmla="*/ 932 h 1051"/>
              <a:gd name="T2" fmla="*/ 932 w 1051"/>
              <a:gd name="T3" fmla="*/ 700 h 1051"/>
              <a:gd name="T4" fmla="*/ 1050 w 1051"/>
              <a:gd name="T5" fmla="*/ 700 h 1051"/>
              <a:gd name="T6" fmla="*/ 1050 w 1051"/>
              <a:gd name="T7" fmla="*/ 932 h 1051"/>
              <a:gd name="T8" fmla="*/ 932 w 1051"/>
              <a:gd name="T9" fmla="*/ 1050 h 1051"/>
              <a:gd name="T10" fmla="*/ 700 w 1051"/>
              <a:gd name="T11" fmla="*/ 1050 h 1051"/>
              <a:gd name="T12" fmla="*/ 700 w 1051"/>
              <a:gd name="T13" fmla="*/ 932 h 1051"/>
              <a:gd name="T14" fmla="*/ 932 w 1051"/>
              <a:gd name="T15" fmla="*/ 932 h 1051"/>
              <a:gd name="T16" fmla="*/ 932 w 1051"/>
              <a:gd name="T17" fmla="*/ 0 h 1051"/>
              <a:gd name="T18" fmla="*/ 1050 w 1051"/>
              <a:gd name="T19" fmla="*/ 118 h 1051"/>
              <a:gd name="T20" fmla="*/ 1050 w 1051"/>
              <a:gd name="T21" fmla="*/ 350 h 1051"/>
              <a:gd name="T22" fmla="*/ 932 w 1051"/>
              <a:gd name="T23" fmla="*/ 350 h 1051"/>
              <a:gd name="T24" fmla="*/ 932 w 1051"/>
              <a:gd name="T25" fmla="*/ 118 h 1051"/>
              <a:gd name="T26" fmla="*/ 700 w 1051"/>
              <a:gd name="T27" fmla="*/ 118 h 1051"/>
              <a:gd name="T28" fmla="*/ 700 w 1051"/>
              <a:gd name="T29" fmla="*/ 0 h 1051"/>
              <a:gd name="T30" fmla="*/ 932 w 1051"/>
              <a:gd name="T31" fmla="*/ 0 h 1051"/>
              <a:gd name="T32" fmla="*/ 117 w 1051"/>
              <a:gd name="T33" fmla="*/ 118 h 1051"/>
              <a:gd name="T34" fmla="*/ 117 w 1051"/>
              <a:gd name="T35" fmla="*/ 350 h 1051"/>
              <a:gd name="T36" fmla="*/ 0 w 1051"/>
              <a:gd name="T37" fmla="*/ 350 h 1051"/>
              <a:gd name="T38" fmla="*/ 0 w 1051"/>
              <a:gd name="T39" fmla="*/ 118 h 1051"/>
              <a:gd name="T40" fmla="*/ 117 w 1051"/>
              <a:gd name="T41" fmla="*/ 0 h 1051"/>
              <a:gd name="T42" fmla="*/ 350 w 1051"/>
              <a:gd name="T43" fmla="*/ 0 h 1051"/>
              <a:gd name="T44" fmla="*/ 350 w 1051"/>
              <a:gd name="T45" fmla="*/ 118 h 1051"/>
              <a:gd name="T46" fmla="*/ 117 w 1051"/>
              <a:gd name="T47" fmla="*/ 118 h 1051"/>
              <a:gd name="T48" fmla="*/ 117 w 1051"/>
              <a:gd name="T49" fmla="*/ 700 h 1051"/>
              <a:gd name="T50" fmla="*/ 117 w 1051"/>
              <a:gd name="T51" fmla="*/ 932 h 1051"/>
              <a:gd name="T52" fmla="*/ 350 w 1051"/>
              <a:gd name="T53" fmla="*/ 932 h 1051"/>
              <a:gd name="T54" fmla="*/ 350 w 1051"/>
              <a:gd name="T55" fmla="*/ 1050 h 1051"/>
              <a:gd name="T56" fmla="*/ 117 w 1051"/>
              <a:gd name="T57" fmla="*/ 1050 h 1051"/>
              <a:gd name="T58" fmla="*/ 0 w 1051"/>
              <a:gd name="T59" fmla="*/ 932 h 1051"/>
              <a:gd name="T60" fmla="*/ 0 w 1051"/>
              <a:gd name="T61" fmla="*/ 700 h 1051"/>
              <a:gd name="T62" fmla="*/ 117 w 1051"/>
              <a:gd name="T63" fmla="*/ 700 h 1051"/>
              <a:gd name="T64" fmla="*/ 525 w 1051"/>
              <a:gd name="T65" fmla="*/ 293 h 1051"/>
              <a:gd name="T66" fmla="*/ 757 w 1051"/>
              <a:gd name="T67" fmla="*/ 525 h 1051"/>
              <a:gd name="T68" fmla="*/ 525 w 1051"/>
              <a:gd name="T69" fmla="*/ 758 h 1051"/>
              <a:gd name="T70" fmla="*/ 292 w 1051"/>
              <a:gd name="T71" fmla="*/ 525 h 1051"/>
              <a:gd name="T72" fmla="*/ 525 w 1051"/>
              <a:gd name="T73" fmla="*/ 2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51" h="1051">
                <a:moveTo>
                  <a:pt x="932" y="932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700" y="1050"/>
                </a:lnTo>
                <a:lnTo>
                  <a:pt x="700" y="932"/>
                </a:lnTo>
                <a:lnTo>
                  <a:pt x="932" y="932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350"/>
                </a:lnTo>
                <a:lnTo>
                  <a:pt x="932" y="350"/>
                </a:lnTo>
                <a:lnTo>
                  <a:pt x="932" y="118"/>
                </a:lnTo>
                <a:lnTo>
                  <a:pt x="700" y="118"/>
                </a:lnTo>
                <a:lnTo>
                  <a:pt x="700" y="0"/>
                </a:lnTo>
                <a:lnTo>
                  <a:pt x="932" y="0"/>
                </a:lnTo>
                <a:close/>
                <a:moveTo>
                  <a:pt x="117" y="118"/>
                </a:moveTo>
                <a:lnTo>
                  <a:pt x="117" y="350"/>
                </a:lnTo>
                <a:lnTo>
                  <a:pt x="0" y="350"/>
                </a:ln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350" y="0"/>
                </a:lnTo>
                <a:lnTo>
                  <a:pt x="350" y="118"/>
                </a:lnTo>
                <a:lnTo>
                  <a:pt x="117" y="118"/>
                </a:lnTo>
                <a:close/>
                <a:moveTo>
                  <a:pt x="117" y="700"/>
                </a:moveTo>
                <a:lnTo>
                  <a:pt x="117" y="932"/>
                </a:lnTo>
                <a:lnTo>
                  <a:pt x="350" y="932"/>
                </a:lnTo>
                <a:lnTo>
                  <a:pt x="350" y="1050"/>
                </a:ln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700"/>
                </a:lnTo>
                <a:lnTo>
                  <a:pt x="117" y="700"/>
                </a:lnTo>
                <a:close/>
                <a:moveTo>
                  <a:pt x="525" y="293"/>
                </a:moveTo>
                <a:cubicBezTo>
                  <a:pt x="653" y="293"/>
                  <a:pt x="757" y="397"/>
                  <a:pt x="757" y="525"/>
                </a:cubicBezTo>
                <a:cubicBezTo>
                  <a:pt x="757" y="654"/>
                  <a:pt x="653" y="758"/>
                  <a:pt x="525" y="758"/>
                </a:cubicBezTo>
                <a:cubicBezTo>
                  <a:pt x="396" y="758"/>
                  <a:pt x="292" y="654"/>
                  <a:pt x="292" y="525"/>
                </a:cubicBezTo>
                <a:cubicBezTo>
                  <a:pt x="292" y="397"/>
                  <a:pt x="396" y="293"/>
                  <a:pt x="525" y="29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00799" y="4990309"/>
            <a:ext cx="463550" cy="377825"/>
          </a:xfrm>
          <a:custGeom>
            <a:avLst/>
            <a:gdLst>
              <a:gd name="T0" fmla="*/ 642 w 1286"/>
              <a:gd name="T1" fmla="*/ 1050 h 1051"/>
              <a:gd name="T2" fmla="*/ 525 w 1286"/>
              <a:gd name="T3" fmla="*/ 1050 h 1051"/>
              <a:gd name="T4" fmla="*/ 0 w 1286"/>
              <a:gd name="T5" fmla="*/ 525 h 1051"/>
              <a:gd name="T6" fmla="*/ 0 w 1286"/>
              <a:gd name="T7" fmla="*/ 408 h 1051"/>
              <a:gd name="T8" fmla="*/ 642 w 1286"/>
              <a:gd name="T9" fmla="*/ 1050 h 1051"/>
              <a:gd name="T10" fmla="*/ 0 w 1286"/>
              <a:gd name="T11" fmla="*/ 643 h 1051"/>
              <a:gd name="T12" fmla="*/ 410 w 1286"/>
              <a:gd name="T13" fmla="*/ 1050 h 1051"/>
              <a:gd name="T14" fmla="*/ 292 w 1286"/>
              <a:gd name="T15" fmla="*/ 1050 h 1051"/>
              <a:gd name="T16" fmla="*/ 0 w 1286"/>
              <a:gd name="T17" fmla="*/ 758 h 1051"/>
              <a:gd name="T18" fmla="*/ 0 w 1286"/>
              <a:gd name="T19" fmla="*/ 643 h 1051"/>
              <a:gd name="T20" fmla="*/ 175 w 1286"/>
              <a:gd name="T21" fmla="*/ 1050 h 1051"/>
              <a:gd name="T22" fmla="*/ 0 w 1286"/>
              <a:gd name="T23" fmla="*/ 1050 h 1051"/>
              <a:gd name="T24" fmla="*/ 0 w 1286"/>
              <a:gd name="T25" fmla="*/ 875 h 1051"/>
              <a:gd name="T26" fmla="*/ 175 w 1286"/>
              <a:gd name="T27" fmla="*/ 1050 h 1051"/>
              <a:gd name="T28" fmla="*/ 1167 w 1286"/>
              <a:gd name="T29" fmla="*/ 0 h 1051"/>
              <a:gd name="T30" fmla="*/ 1285 w 1286"/>
              <a:gd name="T31" fmla="*/ 118 h 1051"/>
              <a:gd name="T32" fmla="*/ 1285 w 1286"/>
              <a:gd name="T33" fmla="*/ 932 h 1051"/>
              <a:gd name="T34" fmla="*/ 1167 w 1286"/>
              <a:gd name="T35" fmla="*/ 1050 h 1051"/>
              <a:gd name="T36" fmla="*/ 760 w 1286"/>
              <a:gd name="T37" fmla="*/ 1050 h 1051"/>
              <a:gd name="T38" fmla="*/ 760 w 1286"/>
              <a:gd name="T39" fmla="*/ 932 h 1051"/>
              <a:gd name="T40" fmla="*/ 1167 w 1286"/>
              <a:gd name="T41" fmla="*/ 932 h 1051"/>
              <a:gd name="T42" fmla="*/ 1167 w 1286"/>
              <a:gd name="T43" fmla="*/ 118 h 1051"/>
              <a:gd name="T44" fmla="*/ 117 w 1286"/>
              <a:gd name="T45" fmla="*/ 118 h 1051"/>
              <a:gd name="T46" fmla="*/ 117 w 1286"/>
              <a:gd name="T47" fmla="*/ 293 h 1051"/>
              <a:gd name="T48" fmla="*/ 0 w 1286"/>
              <a:gd name="T49" fmla="*/ 293 h 1051"/>
              <a:gd name="T50" fmla="*/ 0 w 1286"/>
              <a:gd name="T51" fmla="*/ 118 h 1051"/>
              <a:gd name="T52" fmla="*/ 117 w 1286"/>
              <a:gd name="T53" fmla="*/ 0 h 1051"/>
              <a:gd name="T54" fmla="*/ 1167 w 1286"/>
              <a:gd name="T55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6" h="1051">
                <a:moveTo>
                  <a:pt x="642" y="1050"/>
                </a:moveTo>
                <a:lnTo>
                  <a:pt x="525" y="1050"/>
                </a:lnTo>
                <a:cubicBezTo>
                  <a:pt x="525" y="760"/>
                  <a:pt x="290" y="525"/>
                  <a:pt x="0" y="525"/>
                </a:cubicBezTo>
                <a:lnTo>
                  <a:pt x="0" y="408"/>
                </a:lnTo>
                <a:cubicBezTo>
                  <a:pt x="352" y="408"/>
                  <a:pt x="642" y="695"/>
                  <a:pt x="642" y="1050"/>
                </a:cubicBezTo>
                <a:close/>
                <a:moveTo>
                  <a:pt x="0" y="643"/>
                </a:moveTo>
                <a:cubicBezTo>
                  <a:pt x="227" y="643"/>
                  <a:pt x="410" y="823"/>
                  <a:pt x="410" y="1050"/>
                </a:cubicBezTo>
                <a:lnTo>
                  <a:pt x="292" y="1050"/>
                </a:lnTo>
                <a:cubicBezTo>
                  <a:pt x="292" y="889"/>
                  <a:pt x="161" y="758"/>
                  <a:pt x="0" y="758"/>
                </a:cubicBezTo>
                <a:lnTo>
                  <a:pt x="0" y="643"/>
                </a:lnTo>
                <a:close/>
                <a:moveTo>
                  <a:pt x="175" y="1050"/>
                </a:moveTo>
                <a:lnTo>
                  <a:pt x="0" y="1050"/>
                </a:lnTo>
                <a:lnTo>
                  <a:pt x="0" y="875"/>
                </a:lnTo>
                <a:cubicBezTo>
                  <a:pt x="95" y="875"/>
                  <a:pt x="175" y="954"/>
                  <a:pt x="175" y="1050"/>
                </a:cubicBez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2"/>
                </a:lnTo>
                <a:cubicBezTo>
                  <a:pt x="1285" y="995"/>
                  <a:pt x="1230" y="1050"/>
                  <a:pt x="1167" y="1050"/>
                </a:cubicBezTo>
                <a:lnTo>
                  <a:pt x="760" y="1050"/>
                </a:lnTo>
                <a:lnTo>
                  <a:pt x="760" y="932"/>
                </a:lnTo>
                <a:lnTo>
                  <a:pt x="1167" y="932"/>
                </a:lnTo>
                <a:lnTo>
                  <a:pt x="1167" y="118"/>
                </a:lnTo>
                <a:lnTo>
                  <a:pt x="117" y="118"/>
                </a:lnTo>
                <a:lnTo>
                  <a:pt x="117" y="293"/>
                </a:lnTo>
                <a:lnTo>
                  <a:pt x="0" y="293"/>
                </a:ln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473949" y="4990309"/>
            <a:ext cx="463550" cy="377825"/>
          </a:xfrm>
          <a:custGeom>
            <a:avLst/>
            <a:gdLst>
              <a:gd name="T0" fmla="*/ 1168 w 1286"/>
              <a:gd name="T1" fmla="*/ 0 h 1051"/>
              <a:gd name="T2" fmla="*/ 1285 w 1286"/>
              <a:gd name="T3" fmla="*/ 118 h 1051"/>
              <a:gd name="T4" fmla="*/ 1285 w 1286"/>
              <a:gd name="T5" fmla="*/ 932 h 1051"/>
              <a:gd name="T6" fmla="*/ 1168 w 1286"/>
              <a:gd name="T7" fmla="*/ 1050 h 1051"/>
              <a:gd name="T8" fmla="*/ 760 w 1286"/>
              <a:gd name="T9" fmla="*/ 1050 h 1051"/>
              <a:gd name="T10" fmla="*/ 760 w 1286"/>
              <a:gd name="T11" fmla="*/ 932 h 1051"/>
              <a:gd name="T12" fmla="*/ 1168 w 1286"/>
              <a:gd name="T13" fmla="*/ 932 h 1051"/>
              <a:gd name="T14" fmla="*/ 1168 w 1286"/>
              <a:gd name="T15" fmla="*/ 118 h 1051"/>
              <a:gd name="T16" fmla="*/ 118 w 1286"/>
              <a:gd name="T17" fmla="*/ 118 h 1051"/>
              <a:gd name="T18" fmla="*/ 118 w 1286"/>
              <a:gd name="T19" fmla="*/ 293 h 1051"/>
              <a:gd name="T20" fmla="*/ 0 w 1286"/>
              <a:gd name="T21" fmla="*/ 293 h 1051"/>
              <a:gd name="T22" fmla="*/ 0 w 1286"/>
              <a:gd name="T23" fmla="*/ 118 h 1051"/>
              <a:gd name="T24" fmla="*/ 118 w 1286"/>
              <a:gd name="T25" fmla="*/ 0 h 1051"/>
              <a:gd name="T26" fmla="*/ 1168 w 1286"/>
              <a:gd name="T27" fmla="*/ 0 h 1051"/>
              <a:gd name="T28" fmla="*/ 0 w 1286"/>
              <a:gd name="T29" fmla="*/ 408 h 1051"/>
              <a:gd name="T30" fmla="*/ 643 w 1286"/>
              <a:gd name="T31" fmla="*/ 1050 h 1051"/>
              <a:gd name="T32" fmla="*/ 525 w 1286"/>
              <a:gd name="T33" fmla="*/ 1050 h 1051"/>
              <a:gd name="T34" fmla="*/ 0 w 1286"/>
              <a:gd name="T35" fmla="*/ 525 h 1051"/>
              <a:gd name="T36" fmla="*/ 0 w 1286"/>
              <a:gd name="T37" fmla="*/ 408 h 1051"/>
              <a:gd name="T38" fmla="*/ 1050 w 1286"/>
              <a:gd name="T39" fmla="*/ 818 h 1051"/>
              <a:gd name="T40" fmla="*/ 722 w 1286"/>
              <a:gd name="T41" fmla="*/ 818 h 1051"/>
              <a:gd name="T42" fmla="*/ 235 w 1286"/>
              <a:gd name="T43" fmla="*/ 328 h 1051"/>
              <a:gd name="T44" fmla="*/ 235 w 1286"/>
              <a:gd name="T45" fmla="*/ 233 h 1051"/>
              <a:gd name="T46" fmla="*/ 1050 w 1286"/>
              <a:gd name="T47" fmla="*/ 233 h 1051"/>
              <a:gd name="T48" fmla="*/ 1050 w 1286"/>
              <a:gd name="T49" fmla="*/ 818 h 1051"/>
              <a:gd name="T50" fmla="*/ 410 w 1286"/>
              <a:gd name="T51" fmla="*/ 1050 h 1051"/>
              <a:gd name="T52" fmla="*/ 293 w 1286"/>
              <a:gd name="T53" fmla="*/ 1050 h 1051"/>
              <a:gd name="T54" fmla="*/ 0 w 1286"/>
              <a:gd name="T55" fmla="*/ 758 h 1051"/>
              <a:gd name="T56" fmla="*/ 0 w 1286"/>
              <a:gd name="T57" fmla="*/ 643 h 1051"/>
              <a:gd name="T58" fmla="*/ 410 w 1286"/>
              <a:gd name="T59" fmla="*/ 1050 h 1051"/>
              <a:gd name="T60" fmla="*/ 0 w 1286"/>
              <a:gd name="T61" fmla="*/ 875 h 1051"/>
              <a:gd name="T62" fmla="*/ 175 w 1286"/>
              <a:gd name="T63" fmla="*/ 1050 h 1051"/>
              <a:gd name="T64" fmla="*/ 0 w 1286"/>
              <a:gd name="T65" fmla="*/ 1050 h 1051"/>
              <a:gd name="T66" fmla="*/ 0 w 1286"/>
              <a:gd name="T67" fmla="*/ 87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6" h="1051">
                <a:moveTo>
                  <a:pt x="1168" y="0"/>
                </a:moveTo>
                <a:cubicBezTo>
                  <a:pt x="1231" y="0"/>
                  <a:pt x="1285" y="55"/>
                  <a:pt x="1285" y="118"/>
                </a:cubicBezTo>
                <a:lnTo>
                  <a:pt x="1285" y="932"/>
                </a:lnTo>
                <a:cubicBezTo>
                  <a:pt x="1285" y="995"/>
                  <a:pt x="1231" y="1050"/>
                  <a:pt x="1168" y="1050"/>
                </a:cubicBezTo>
                <a:lnTo>
                  <a:pt x="760" y="1050"/>
                </a:lnTo>
                <a:lnTo>
                  <a:pt x="760" y="932"/>
                </a:lnTo>
                <a:lnTo>
                  <a:pt x="1168" y="932"/>
                </a:lnTo>
                <a:lnTo>
                  <a:pt x="1168" y="118"/>
                </a:lnTo>
                <a:lnTo>
                  <a:pt x="118" y="118"/>
                </a:lnTo>
                <a:lnTo>
                  <a:pt x="118" y="293"/>
                </a:lnTo>
                <a:lnTo>
                  <a:pt x="0" y="293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lose/>
                <a:moveTo>
                  <a:pt x="0" y="408"/>
                </a:moveTo>
                <a:cubicBezTo>
                  <a:pt x="353" y="408"/>
                  <a:pt x="643" y="695"/>
                  <a:pt x="643" y="1050"/>
                </a:cubicBezTo>
                <a:lnTo>
                  <a:pt x="525" y="1050"/>
                </a:lnTo>
                <a:cubicBezTo>
                  <a:pt x="525" y="760"/>
                  <a:pt x="290" y="525"/>
                  <a:pt x="0" y="525"/>
                </a:cubicBezTo>
                <a:lnTo>
                  <a:pt x="0" y="408"/>
                </a:lnTo>
                <a:close/>
                <a:moveTo>
                  <a:pt x="1050" y="818"/>
                </a:moveTo>
                <a:lnTo>
                  <a:pt x="722" y="818"/>
                </a:lnTo>
                <a:cubicBezTo>
                  <a:pt x="648" y="588"/>
                  <a:pt x="465" y="402"/>
                  <a:pt x="235" y="328"/>
                </a:cubicBezTo>
                <a:lnTo>
                  <a:pt x="235" y="233"/>
                </a:lnTo>
                <a:lnTo>
                  <a:pt x="1050" y="233"/>
                </a:lnTo>
                <a:lnTo>
                  <a:pt x="1050" y="818"/>
                </a:lnTo>
                <a:close/>
                <a:moveTo>
                  <a:pt x="410" y="1050"/>
                </a:moveTo>
                <a:lnTo>
                  <a:pt x="293" y="1050"/>
                </a:lnTo>
                <a:cubicBezTo>
                  <a:pt x="293" y="889"/>
                  <a:pt x="162" y="758"/>
                  <a:pt x="0" y="758"/>
                </a:cubicBezTo>
                <a:lnTo>
                  <a:pt x="0" y="643"/>
                </a:lnTo>
                <a:cubicBezTo>
                  <a:pt x="227" y="643"/>
                  <a:pt x="410" y="823"/>
                  <a:pt x="410" y="1050"/>
                </a:cubicBezTo>
                <a:close/>
                <a:moveTo>
                  <a:pt x="0" y="875"/>
                </a:moveTo>
                <a:cubicBezTo>
                  <a:pt x="96" y="875"/>
                  <a:pt x="175" y="954"/>
                  <a:pt x="175" y="1050"/>
                </a:cubicBezTo>
                <a:lnTo>
                  <a:pt x="0" y="1050"/>
                </a:lnTo>
                <a:lnTo>
                  <a:pt x="0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89964" y="4990309"/>
            <a:ext cx="377825" cy="377825"/>
          </a:xfrm>
          <a:custGeom>
            <a:avLst/>
            <a:gdLst>
              <a:gd name="T0" fmla="*/ 788 w 1051"/>
              <a:gd name="T1" fmla="*/ 350 h 1051"/>
              <a:gd name="T2" fmla="*/ 875 w 1051"/>
              <a:gd name="T3" fmla="*/ 263 h 1051"/>
              <a:gd name="T4" fmla="*/ 788 w 1051"/>
              <a:gd name="T5" fmla="*/ 175 h 1051"/>
              <a:gd name="T6" fmla="*/ 700 w 1051"/>
              <a:gd name="T7" fmla="*/ 263 h 1051"/>
              <a:gd name="T8" fmla="*/ 788 w 1051"/>
              <a:gd name="T9" fmla="*/ 350 h 1051"/>
              <a:gd name="T10" fmla="*/ 788 w 1051"/>
              <a:gd name="T11" fmla="*/ 875 h 1051"/>
              <a:gd name="T12" fmla="*/ 875 w 1051"/>
              <a:gd name="T13" fmla="*/ 788 h 1051"/>
              <a:gd name="T14" fmla="*/ 788 w 1051"/>
              <a:gd name="T15" fmla="*/ 700 h 1051"/>
              <a:gd name="T16" fmla="*/ 700 w 1051"/>
              <a:gd name="T17" fmla="*/ 788 h 1051"/>
              <a:gd name="T18" fmla="*/ 788 w 1051"/>
              <a:gd name="T19" fmla="*/ 875 h 1051"/>
              <a:gd name="T20" fmla="*/ 525 w 1051"/>
              <a:gd name="T21" fmla="*/ 613 h 1051"/>
              <a:gd name="T22" fmla="*/ 613 w 1051"/>
              <a:gd name="T23" fmla="*/ 525 h 1051"/>
              <a:gd name="T24" fmla="*/ 525 w 1051"/>
              <a:gd name="T25" fmla="*/ 438 h 1051"/>
              <a:gd name="T26" fmla="*/ 438 w 1051"/>
              <a:gd name="T27" fmla="*/ 525 h 1051"/>
              <a:gd name="T28" fmla="*/ 525 w 1051"/>
              <a:gd name="T29" fmla="*/ 613 h 1051"/>
              <a:gd name="T30" fmla="*/ 263 w 1051"/>
              <a:gd name="T31" fmla="*/ 350 h 1051"/>
              <a:gd name="T32" fmla="*/ 350 w 1051"/>
              <a:gd name="T33" fmla="*/ 263 h 1051"/>
              <a:gd name="T34" fmla="*/ 263 w 1051"/>
              <a:gd name="T35" fmla="*/ 175 h 1051"/>
              <a:gd name="T36" fmla="*/ 175 w 1051"/>
              <a:gd name="T37" fmla="*/ 263 h 1051"/>
              <a:gd name="T38" fmla="*/ 263 w 1051"/>
              <a:gd name="T39" fmla="*/ 350 h 1051"/>
              <a:gd name="T40" fmla="*/ 263 w 1051"/>
              <a:gd name="T41" fmla="*/ 875 h 1051"/>
              <a:gd name="T42" fmla="*/ 350 w 1051"/>
              <a:gd name="T43" fmla="*/ 788 h 1051"/>
              <a:gd name="T44" fmla="*/ 263 w 1051"/>
              <a:gd name="T45" fmla="*/ 700 h 1051"/>
              <a:gd name="T46" fmla="*/ 175 w 1051"/>
              <a:gd name="T47" fmla="*/ 788 h 1051"/>
              <a:gd name="T48" fmla="*/ 263 w 1051"/>
              <a:gd name="T49" fmla="*/ 875 h 1051"/>
              <a:gd name="T50" fmla="*/ 933 w 1051"/>
              <a:gd name="T51" fmla="*/ 0 h 1051"/>
              <a:gd name="T52" fmla="*/ 1050 w 1051"/>
              <a:gd name="T53" fmla="*/ 118 h 1051"/>
              <a:gd name="T54" fmla="*/ 1050 w 1051"/>
              <a:gd name="T55" fmla="*/ 932 h 1051"/>
              <a:gd name="T56" fmla="*/ 933 w 1051"/>
              <a:gd name="T57" fmla="*/ 1050 h 1051"/>
              <a:gd name="T58" fmla="*/ 118 w 1051"/>
              <a:gd name="T59" fmla="*/ 1050 h 1051"/>
              <a:gd name="T60" fmla="*/ 0 w 1051"/>
              <a:gd name="T61" fmla="*/ 932 h 1051"/>
              <a:gd name="T62" fmla="*/ 0 w 1051"/>
              <a:gd name="T63" fmla="*/ 118 h 1051"/>
              <a:gd name="T64" fmla="*/ 118 w 1051"/>
              <a:gd name="T65" fmla="*/ 0 h 1051"/>
              <a:gd name="T66" fmla="*/ 933 w 1051"/>
              <a:gd name="T6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1" h="1051">
                <a:moveTo>
                  <a:pt x="788" y="350"/>
                </a:moveTo>
                <a:cubicBezTo>
                  <a:pt x="837" y="350"/>
                  <a:pt x="875" y="313"/>
                  <a:pt x="875" y="263"/>
                </a:cubicBezTo>
                <a:cubicBezTo>
                  <a:pt x="875" y="214"/>
                  <a:pt x="837" y="175"/>
                  <a:pt x="788" y="175"/>
                </a:cubicBezTo>
                <a:cubicBezTo>
                  <a:pt x="739" y="175"/>
                  <a:pt x="700" y="214"/>
                  <a:pt x="700" y="263"/>
                </a:cubicBezTo>
                <a:cubicBezTo>
                  <a:pt x="700" y="313"/>
                  <a:pt x="739" y="350"/>
                  <a:pt x="788" y="350"/>
                </a:cubicBezTo>
                <a:close/>
                <a:moveTo>
                  <a:pt x="788" y="875"/>
                </a:moveTo>
                <a:cubicBezTo>
                  <a:pt x="837" y="875"/>
                  <a:pt x="875" y="838"/>
                  <a:pt x="875" y="788"/>
                </a:cubicBezTo>
                <a:cubicBezTo>
                  <a:pt x="875" y="739"/>
                  <a:pt x="837" y="700"/>
                  <a:pt x="788" y="700"/>
                </a:cubicBezTo>
                <a:cubicBezTo>
                  <a:pt x="739" y="700"/>
                  <a:pt x="700" y="739"/>
                  <a:pt x="700" y="788"/>
                </a:cubicBezTo>
                <a:cubicBezTo>
                  <a:pt x="700" y="838"/>
                  <a:pt x="739" y="875"/>
                  <a:pt x="788" y="875"/>
                </a:cubicBezTo>
                <a:close/>
                <a:moveTo>
                  <a:pt x="525" y="613"/>
                </a:moveTo>
                <a:cubicBezTo>
                  <a:pt x="575" y="613"/>
                  <a:pt x="613" y="574"/>
                  <a:pt x="613" y="525"/>
                </a:cubicBezTo>
                <a:cubicBezTo>
                  <a:pt x="613" y="476"/>
                  <a:pt x="575" y="438"/>
                  <a:pt x="525" y="438"/>
                </a:cubicBezTo>
                <a:cubicBezTo>
                  <a:pt x="476" y="438"/>
                  <a:pt x="438" y="476"/>
                  <a:pt x="438" y="525"/>
                </a:cubicBezTo>
                <a:cubicBezTo>
                  <a:pt x="438" y="574"/>
                  <a:pt x="476" y="613"/>
                  <a:pt x="525" y="613"/>
                </a:cubicBezTo>
                <a:close/>
                <a:moveTo>
                  <a:pt x="263" y="350"/>
                </a:moveTo>
                <a:cubicBezTo>
                  <a:pt x="312" y="350"/>
                  <a:pt x="350" y="313"/>
                  <a:pt x="350" y="263"/>
                </a:cubicBezTo>
                <a:cubicBezTo>
                  <a:pt x="350" y="214"/>
                  <a:pt x="312" y="175"/>
                  <a:pt x="263" y="175"/>
                </a:cubicBezTo>
                <a:cubicBezTo>
                  <a:pt x="214" y="175"/>
                  <a:pt x="175" y="214"/>
                  <a:pt x="175" y="263"/>
                </a:cubicBezTo>
                <a:cubicBezTo>
                  <a:pt x="175" y="313"/>
                  <a:pt x="214" y="350"/>
                  <a:pt x="263" y="350"/>
                </a:cubicBezTo>
                <a:close/>
                <a:moveTo>
                  <a:pt x="263" y="875"/>
                </a:moveTo>
                <a:cubicBezTo>
                  <a:pt x="312" y="875"/>
                  <a:pt x="350" y="838"/>
                  <a:pt x="350" y="788"/>
                </a:cubicBezTo>
                <a:cubicBezTo>
                  <a:pt x="350" y="739"/>
                  <a:pt x="312" y="700"/>
                  <a:pt x="263" y="700"/>
                </a:cubicBezTo>
                <a:cubicBezTo>
                  <a:pt x="214" y="700"/>
                  <a:pt x="175" y="739"/>
                  <a:pt x="175" y="788"/>
                </a:cubicBezTo>
                <a:cubicBezTo>
                  <a:pt x="175" y="838"/>
                  <a:pt x="214" y="875"/>
                  <a:pt x="263" y="875"/>
                </a:cubicBezTo>
                <a:close/>
                <a:moveTo>
                  <a:pt x="933" y="0"/>
                </a:moveTo>
                <a:cubicBezTo>
                  <a:pt x="996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6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42474" y="4979195"/>
            <a:ext cx="419100" cy="398463"/>
          </a:xfrm>
          <a:custGeom>
            <a:avLst/>
            <a:gdLst>
              <a:gd name="T0" fmla="*/ 1050 w 1165"/>
              <a:gd name="T1" fmla="*/ 700 h 1109"/>
              <a:gd name="T2" fmla="*/ 1050 w 1165"/>
              <a:gd name="T3" fmla="*/ 350 h 1109"/>
              <a:gd name="T4" fmla="*/ 875 w 1165"/>
              <a:gd name="T5" fmla="*/ 350 h 1109"/>
              <a:gd name="T6" fmla="*/ 875 w 1165"/>
              <a:gd name="T7" fmla="*/ 465 h 1109"/>
              <a:gd name="T8" fmla="*/ 757 w 1165"/>
              <a:gd name="T9" fmla="*/ 465 h 1109"/>
              <a:gd name="T10" fmla="*/ 757 w 1165"/>
              <a:gd name="T11" fmla="*/ 350 h 1109"/>
              <a:gd name="T12" fmla="*/ 407 w 1165"/>
              <a:gd name="T13" fmla="*/ 350 h 1109"/>
              <a:gd name="T14" fmla="*/ 407 w 1165"/>
              <a:gd name="T15" fmla="*/ 465 h 1109"/>
              <a:gd name="T16" fmla="*/ 289 w 1165"/>
              <a:gd name="T17" fmla="*/ 465 h 1109"/>
              <a:gd name="T18" fmla="*/ 289 w 1165"/>
              <a:gd name="T19" fmla="*/ 350 h 1109"/>
              <a:gd name="T20" fmla="*/ 114 w 1165"/>
              <a:gd name="T21" fmla="*/ 350 h 1109"/>
              <a:gd name="T22" fmla="*/ 114 w 1165"/>
              <a:gd name="T23" fmla="*/ 700 h 1109"/>
              <a:gd name="T24" fmla="*/ 1050 w 1165"/>
              <a:gd name="T25" fmla="*/ 700 h 1109"/>
              <a:gd name="T26" fmla="*/ 1050 w 1165"/>
              <a:gd name="T27" fmla="*/ 990 h 1109"/>
              <a:gd name="T28" fmla="*/ 1050 w 1165"/>
              <a:gd name="T29" fmla="*/ 875 h 1109"/>
              <a:gd name="T30" fmla="*/ 114 w 1165"/>
              <a:gd name="T31" fmla="*/ 875 h 1109"/>
              <a:gd name="T32" fmla="*/ 114 w 1165"/>
              <a:gd name="T33" fmla="*/ 990 h 1109"/>
              <a:gd name="T34" fmla="*/ 1050 w 1165"/>
              <a:gd name="T35" fmla="*/ 990 h 1109"/>
              <a:gd name="T36" fmla="*/ 407 w 1165"/>
              <a:gd name="T37" fmla="*/ 115 h 1109"/>
              <a:gd name="T38" fmla="*/ 407 w 1165"/>
              <a:gd name="T39" fmla="*/ 233 h 1109"/>
              <a:gd name="T40" fmla="*/ 757 w 1165"/>
              <a:gd name="T41" fmla="*/ 233 h 1109"/>
              <a:gd name="T42" fmla="*/ 757 w 1165"/>
              <a:gd name="T43" fmla="*/ 115 h 1109"/>
              <a:gd name="T44" fmla="*/ 407 w 1165"/>
              <a:gd name="T45" fmla="*/ 115 h 1109"/>
              <a:gd name="T46" fmla="*/ 1164 w 1165"/>
              <a:gd name="T47" fmla="*/ 350 h 1109"/>
              <a:gd name="T48" fmla="*/ 1164 w 1165"/>
              <a:gd name="T49" fmla="*/ 990 h 1109"/>
              <a:gd name="T50" fmla="*/ 1050 w 1165"/>
              <a:gd name="T51" fmla="*/ 1108 h 1109"/>
              <a:gd name="T52" fmla="*/ 114 w 1165"/>
              <a:gd name="T53" fmla="*/ 1108 h 1109"/>
              <a:gd name="T54" fmla="*/ 0 w 1165"/>
              <a:gd name="T55" fmla="*/ 990 h 1109"/>
              <a:gd name="T56" fmla="*/ 0 w 1165"/>
              <a:gd name="T57" fmla="*/ 350 h 1109"/>
              <a:gd name="T58" fmla="*/ 114 w 1165"/>
              <a:gd name="T59" fmla="*/ 233 h 1109"/>
              <a:gd name="T60" fmla="*/ 289 w 1165"/>
              <a:gd name="T61" fmla="*/ 233 h 1109"/>
              <a:gd name="T62" fmla="*/ 289 w 1165"/>
              <a:gd name="T63" fmla="*/ 115 h 1109"/>
              <a:gd name="T64" fmla="*/ 407 w 1165"/>
              <a:gd name="T65" fmla="*/ 0 h 1109"/>
              <a:gd name="T66" fmla="*/ 757 w 1165"/>
              <a:gd name="T67" fmla="*/ 0 h 1109"/>
              <a:gd name="T68" fmla="*/ 875 w 1165"/>
              <a:gd name="T69" fmla="*/ 115 h 1109"/>
              <a:gd name="T70" fmla="*/ 875 w 1165"/>
              <a:gd name="T71" fmla="*/ 233 h 1109"/>
              <a:gd name="T72" fmla="*/ 1050 w 1165"/>
              <a:gd name="T73" fmla="*/ 233 h 1109"/>
              <a:gd name="T74" fmla="*/ 1164 w 1165"/>
              <a:gd name="T75" fmla="*/ 350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165" h="1109">
                <a:moveTo>
                  <a:pt x="1050" y="700"/>
                </a:moveTo>
                <a:lnTo>
                  <a:pt x="1050" y="350"/>
                </a:lnTo>
                <a:lnTo>
                  <a:pt x="875" y="350"/>
                </a:lnTo>
                <a:lnTo>
                  <a:pt x="875" y="465"/>
                </a:lnTo>
                <a:lnTo>
                  <a:pt x="757" y="465"/>
                </a:lnTo>
                <a:lnTo>
                  <a:pt x="757" y="350"/>
                </a:lnTo>
                <a:lnTo>
                  <a:pt x="407" y="350"/>
                </a:lnTo>
                <a:lnTo>
                  <a:pt x="407" y="465"/>
                </a:lnTo>
                <a:lnTo>
                  <a:pt x="289" y="465"/>
                </a:lnTo>
                <a:lnTo>
                  <a:pt x="289" y="350"/>
                </a:lnTo>
                <a:lnTo>
                  <a:pt x="114" y="350"/>
                </a:lnTo>
                <a:lnTo>
                  <a:pt x="114" y="700"/>
                </a:lnTo>
                <a:lnTo>
                  <a:pt x="1050" y="700"/>
                </a:lnTo>
                <a:close/>
                <a:moveTo>
                  <a:pt x="1050" y="990"/>
                </a:moveTo>
                <a:lnTo>
                  <a:pt x="1050" y="875"/>
                </a:lnTo>
                <a:lnTo>
                  <a:pt x="114" y="875"/>
                </a:lnTo>
                <a:lnTo>
                  <a:pt x="114" y="990"/>
                </a:lnTo>
                <a:lnTo>
                  <a:pt x="1050" y="990"/>
                </a:lnTo>
                <a:close/>
                <a:moveTo>
                  <a:pt x="407" y="115"/>
                </a:moveTo>
                <a:lnTo>
                  <a:pt x="407" y="233"/>
                </a:lnTo>
                <a:lnTo>
                  <a:pt x="757" y="233"/>
                </a:lnTo>
                <a:lnTo>
                  <a:pt x="757" y="115"/>
                </a:lnTo>
                <a:lnTo>
                  <a:pt x="407" y="115"/>
                </a:lnTo>
                <a:close/>
                <a:moveTo>
                  <a:pt x="1164" y="350"/>
                </a:moveTo>
                <a:lnTo>
                  <a:pt x="1164" y="990"/>
                </a:lnTo>
                <a:cubicBezTo>
                  <a:pt x="1164" y="1056"/>
                  <a:pt x="1115" y="1108"/>
                  <a:pt x="1050" y="1108"/>
                </a:cubicBezTo>
                <a:lnTo>
                  <a:pt x="114" y="1108"/>
                </a:lnTo>
                <a:cubicBezTo>
                  <a:pt x="49" y="1108"/>
                  <a:pt x="0" y="1056"/>
                  <a:pt x="0" y="990"/>
                </a:cubicBezTo>
                <a:lnTo>
                  <a:pt x="0" y="350"/>
                </a:lnTo>
                <a:cubicBezTo>
                  <a:pt x="0" y="285"/>
                  <a:pt x="49" y="233"/>
                  <a:pt x="114" y="233"/>
                </a:cubicBezTo>
                <a:lnTo>
                  <a:pt x="289" y="233"/>
                </a:lnTo>
                <a:lnTo>
                  <a:pt x="289" y="115"/>
                </a:lnTo>
                <a:cubicBezTo>
                  <a:pt x="289" y="50"/>
                  <a:pt x="341" y="0"/>
                  <a:pt x="407" y="0"/>
                </a:cubicBezTo>
                <a:lnTo>
                  <a:pt x="757" y="0"/>
                </a:lnTo>
                <a:cubicBezTo>
                  <a:pt x="823" y="0"/>
                  <a:pt x="875" y="50"/>
                  <a:pt x="875" y="115"/>
                </a:cubicBezTo>
                <a:lnTo>
                  <a:pt x="875" y="233"/>
                </a:lnTo>
                <a:lnTo>
                  <a:pt x="1050" y="233"/>
                </a:lnTo>
                <a:cubicBezTo>
                  <a:pt x="1115" y="233"/>
                  <a:pt x="1164" y="285"/>
                  <a:pt x="1164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15624" y="4969669"/>
            <a:ext cx="419100" cy="419100"/>
          </a:xfrm>
          <a:custGeom>
            <a:avLst/>
            <a:gdLst>
              <a:gd name="T0" fmla="*/ 1050 w 1166"/>
              <a:gd name="T1" fmla="*/ 465 h 1165"/>
              <a:gd name="T2" fmla="*/ 1050 w 1166"/>
              <a:gd name="T3" fmla="*/ 115 h 1165"/>
              <a:gd name="T4" fmla="*/ 115 w 1166"/>
              <a:gd name="T5" fmla="*/ 115 h 1165"/>
              <a:gd name="T6" fmla="*/ 115 w 1166"/>
              <a:gd name="T7" fmla="*/ 465 h 1165"/>
              <a:gd name="T8" fmla="*/ 1050 w 1166"/>
              <a:gd name="T9" fmla="*/ 465 h 1165"/>
              <a:gd name="T10" fmla="*/ 1050 w 1166"/>
              <a:gd name="T11" fmla="*/ 757 h 1165"/>
              <a:gd name="T12" fmla="*/ 1050 w 1166"/>
              <a:gd name="T13" fmla="*/ 639 h 1165"/>
              <a:gd name="T14" fmla="*/ 115 w 1166"/>
              <a:gd name="T15" fmla="*/ 639 h 1165"/>
              <a:gd name="T16" fmla="*/ 115 w 1166"/>
              <a:gd name="T17" fmla="*/ 757 h 1165"/>
              <a:gd name="T18" fmla="*/ 1050 w 1166"/>
              <a:gd name="T19" fmla="*/ 757 h 1165"/>
              <a:gd name="T20" fmla="*/ 1050 w 1166"/>
              <a:gd name="T21" fmla="*/ 0 h 1165"/>
              <a:gd name="T22" fmla="*/ 1165 w 1166"/>
              <a:gd name="T23" fmla="*/ 115 h 1165"/>
              <a:gd name="T24" fmla="*/ 1165 w 1166"/>
              <a:gd name="T25" fmla="*/ 757 h 1165"/>
              <a:gd name="T26" fmla="*/ 1050 w 1166"/>
              <a:gd name="T27" fmla="*/ 875 h 1165"/>
              <a:gd name="T28" fmla="*/ 815 w 1166"/>
              <a:gd name="T29" fmla="*/ 875 h 1165"/>
              <a:gd name="T30" fmla="*/ 815 w 1166"/>
              <a:gd name="T31" fmla="*/ 1164 h 1165"/>
              <a:gd name="T32" fmla="*/ 583 w 1166"/>
              <a:gd name="T33" fmla="*/ 1050 h 1165"/>
              <a:gd name="T34" fmla="*/ 350 w 1166"/>
              <a:gd name="T35" fmla="*/ 1164 h 1165"/>
              <a:gd name="T36" fmla="*/ 350 w 1166"/>
              <a:gd name="T37" fmla="*/ 875 h 1165"/>
              <a:gd name="T38" fmla="*/ 115 w 1166"/>
              <a:gd name="T39" fmla="*/ 875 h 1165"/>
              <a:gd name="T40" fmla="*/ 0 w 1166"/>
              <a:gd name="T41" fmla="*/ 757 h 1165"/>
              <a:gd name="T42" fmla="*/ 0 w 1166"/>
              <a:gd name="T43" fmla="*/ 115 h 1165"/>
              <a:gd name="T44" fmla="*/ 115 w 1166"/>
              <a:gd name="T45" fmla="*/ 0 h 1165"/>
              <a:gd name="T46" fmla="*/ 1050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1050" y="465"/>
                </a:moveTo>
                <a:lnTo>
                  <a:pt x="1050" y="115"/>
                </a:lnTo>
                <a:lnTo>
                  <a:pt x="115" y="115"/>
                </a:lnTo>
                <a:lnTo>
                  <a:pt x="115" y="465"/>
                </a:lnTo>
                <a:lnTo>
                  <a:pt x="1050" y="465"/>
                </a:lnTo>
                <a:close/>
                <a:moveTo>
                  <a:pt x="1050" y="757"/>
                </a:moveTo>
                <a:lnTo>
                  <a:pt x="1050" y="639"/>
                </a:lnTo>
                <a:lnTo>
                  <a:pt x="115" y="639"/>
                </a:lnTo>
                <a:lnTo>
                  <a:pt x="115" y="757"/>
                </a:lnTo>
                <a:lnTo>
                  <a:pt x="1050" y="757"/>
                </a:lnTo>
                <a:close/>
                <a:moveTo>
                  <a:pt x="1050" y="0"/>
                </a:moveTo>
                <a:cubicBezTo>
                  <a:pt x="1116" y="0"/>
                  <a:pt x="1165" y="49"/>
                  <a:pt x="1165" y="115"/>
                </a:cubicBezTo>
                <a:lnTo>
                  <a:pt x="1165" y="757"/>
                </a:lnTo>
                <a:cubicBezTo>
                  <a:pt x="1165" y="823"/>
                  <a:pt x="1116" y="875"/>
                  <a:pt x="1050" y="875"/>
                </a:cubicBezTo>
                <a:lnTo>
                  <a:pt x="815" y="875"/>
                </a:lnTo>
                <a:lnTo>
                  <a:pt x="815" y="1164"/>
                </a:lnTo>
                <a:lnTo>
                  <a:pt x="583" y="1050"/>
                </a:lnTo>
                <a:lnTo>
                  <a:pt x="350" y="1164"/>
                </a:lnTo>
                <a:lnTo>
                  <a:pt x="350" y="875"/>
                </a:lnTo>
                <a:lnTo>
                  <a:pt x="115" y="875"/>
                </a:lnTo>
                <a:cubicBezTo>
                  <a:pt x="49" y="875"/>
                  <a:pt x="0" y="823"/>
                  <a:pt x="0" y="757"/>
                </a:cubicBezTo>
                <a:lnTo>
                  <a:pt x="0" y="115"/>
                </a:lnTo>
                <a:cubicBezTo>
                  <a:pt x="0" y="49"/>
                  <a:pt x="49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7" y="5844382"/>
            <a:ext cx="419100" cy="419100"/>
          </a:xfrm>
          <a:custGeom>
            <a:avLst/>
            <a:gdLst>
              <a:gd name="T0" fmla="*/ 1050 w 1166"/>
              <a:gd name="T1" fmla="*/ 0 h 1166"/>
              <a:gd name="T2" fmla="*/ 1165 w 1166"/>
              <a:gd name="T3" fmla="*/ 115 h 1166"/>
              <a:gd name="T4" fmla="*/ 1165 w 1166"/>
              <a:gd name="T5" fmla="*/ 815 h 1166"/>
              <a:gd name="T6" fmla="*/ 1050 w 1166"/>
              <a:gd name="T7" fmla="*/ 933 h 1166"/>
              <a:gd name="T8" fmla="*/ 232 w 1166"/>
              <a:gd name="T9" fmla="*/ 933 h 1166"/>
              <a:gd name="T10" fmla="*/ 0 w 1166"/>
              <a:gd name="T11" fmla="*/ 1165 h 1166"/>
              <a:gd name="T12" fmla="*/ 0 w 1166"/>
              <a:gd name="T13" fmla="*/ 115 h 1166"/>
              <a:gd name="T14" fmla="*/ 115 w 1166"/>
              <a:gd name="T15" fmla="*/ 0 h 1166"/>
              <a:gd name="T16" fmla="*/ 1050 w 1166"/>
              <a:gd name="T17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6" h="1166"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3"/>
                  <a:pt x="1050" y="933"/>
                </a:cubicBezTo>
                <a:lnTo>
                  <a:pt x="232" y="933"/>
                </a:lnTo>
                <a:lnTo>
                  <a:pt x="0" y="1165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70112" y="5844382"/>
            <a:ext cx="336550" cy="419100"/>
          </a:xfrm>
          <a:custGeom>
            <a:avLst/>
            <a:gdLst>
              <a:gd name="T0" fmla="*/ 118 w 937"/>
              <a:gd name="T1" fmla="*/ 1165 h 1166"/>
              <a:gd name="T2" fmla="*/ 0 w 937"/>
              <a:gd name="T3" fmla="*/ 1050 h 1166"/>
              <a:gd name="T4" fmla="*/ 0 w 937"/>
              <a:gd name="T5" fmla="*/ 115 h 1166"/>
              <a:gd name="T6" fmla="*/ 118 w 937"/>
              <a:gd name="T7" fmla="*/ 0 h 1166"/>
              <a:gd name="T8" fmla="*/ 818 w 937"/>
              <a:gd name="T9" fmla="*/ 0 h 1166"/>
              <a:gd name="T10" fmla="*/ 936 w 937"/>
              <a:gd name="T11" fmla="*/ 115 h 1166"/>
              <a:gd name="T12" fmla="*/ 936 w 937"/>
              <a:gd name="T13" fmla="*/ 1050 h 1166"/>
              <a:gd name="T14" fmla="*/ 818 w 937"/>
              <a:gd name="T15" fmla="*/ 1165 h 1166"/>
              <a:gd name="T16" fmla="*/ 118 w 937"/>
              <a:gd name="T17" fmla="*/ 1165 h 1166"/>
              <a:gd name="T18" fmla="*/ 118 w 937"/>
              <a:gd name="T19" fmla="*/ 583 h 1166"/>
              <a:gd name="T20" fmla="*/ 263 w 937"/>
              <a:gd name="T21" fmla="*/ 495 h 1166"/>
              <a:gd name="T22" fmla="*/ 411 w 937"/>
              <a:gd name="T23" fmla="*/ 583 h 1166"/>
              <a:gd name="T24" fmla="*/ 411 w 937"/>
              <a:gd name="T25" fmla="*/ 115 h 1166"/>
              <a:gd name="T26" fmla="*/ 118 w 937"/>
              <a:gd name="T27" fmla="*/ 115 h 1166"/>
              <a:gd name="T28" fmla="*/ 118 w 937"/>
              <a:gd name="T29" fmla="*/ 583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7" h="1166">
                <a:moveTo>
                  <a:pt x="118" y="1165"/>
                </a:moveTo>
                <a:cubicBezTo>
                  <a:pt x="55" y="1165"/>
                  <a:pt x="0" y="1113"/>
                  <a:pt x="0" y="1050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818" y="0"/>
                </a:lnTo>
                <a:cubicBezTo>
                  <a:pt x="881" y="0"/>
                  <a:pt x="936" y="52"/>
                  <a:pt x="936" y="115"/>
                </a:cubicBezTo>
                <a:lnTo>
                  <a:pt x="936" y="1050"/>
                </a:lnTo>
                <a:cubicBezTo>
                  <a:pt x="936" y="1113"/>
                  <a:pt x="881" y="1165"/>
                  <a:pt x="818" y="1165"/>
                </a:cubicBezTo>
                <a:lnTo>
                  <a:pt x="118" y="1165"/>
                </a:lnTo>
                <a:close/>
                <a:moveTo>
                  <a:pt x="118" y="583"/>
                </a:moveTo>
                <a:lnTo>
                  <a:pt x="263" y="495"/>
                </a:lnTo>
                <a:lnTo>
                  <a:pt x="411" y="583"/>
                </a:lnTo>
                <a:lnTo>
                  <a:pt x="411" y="115"/>
                </a:lnTo>
                <a:lnTo>
                  <a:pt x="118" y="115"/>
                </a:lnTo>
                <a:lnTo>
                  <a:pt x="118" y="58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181349" y="5876134"/>
            <a:ext cx="463550" cy="357187"/>
          </a:xfrm>
          <a:custGeom>
            <a:avLst/>
            <a:gdLst>
              <a:gd name="T0" fmla="*/ 1168 w 1286"/>
              <a:gd name="T1" fmla="*/ 875 h 994"/>
              <a:gd name="T2" fmla="*/ 1168 w 1286"/>
              <a:gd name="T3" fmla="*/ 118 h 994"/>
              <a:gd name="T4" fmla="*/ 643 w 1286"/>
              <a:gd name="T5" fmla="*/ 118 h 994"/>
              <a:gd name="T6" fmla="*/ 643 w 1286"/>
              <a:gd name="T7" fmla="*/ 875 h 994"/>
              <a:gd name="T8" fmla="*/ 1168 w 1286"/>
              <a:gd name="T9" fmla="*/ 875 h 994"/>
              <a:gd name="T10" fmla="*/ 1168 w 1286"/>
              <a:gd name="T11" fmla="*/ 0 h 994"/>
              <a:gd name="T12" fmla="*/ 1285 w 1286"/>
              <a:gd name="T13" fmla="*/ 118 h 994"/>
              <a:gd name="T14" fmla="*/ 1285 w 1286"/>
              <a:gd name="T15" fmla="*/ 875 h 994"/>
              <a:gd name="T16" fmla="*/ 1168 w 1286"/>
              <a:gd name="T17" fmla="*/ 993 h 994"/>
              <a:gd name="T18" fmla="*/ 118 w 1286"/>
              <a:gd name="T19" fmla="*/ 993 h 994"/>
              <a:gd name="T20" fmla="*/ 0 w 1286"/>
              <a:gd name="T21" fmla="*/ 875 h 994"/>
              <a:gd name="T22" fmla="*/ 0 w 1286"/>
              <a:gd name="T23" fmla="*/ 118 h 994"/>
              <a:gd name="T24" fmla="*/ 118 w 1286"/>
              <a:gd name="T25" fmla="*/ 0 h 994"/>
              <a:gd name="T26" fmla="*/ 1168 w 1286"/>
              <a:gd name="T27" fmla="*/ 0 h 994"/>
              <a:gd name="T28" fmla="*/ 700 w 1286"/>
              <a:gd name="T29" fmla="*/ 613 h 994"/>
              <a:gd name="T30" fmla="*/ 1110 w 1286"/>
              <a:gd name="T31" fmla="*/ 613 h 994"/>
              <a:gd name="T32" fmla="*/ 1110 w 1286"/>
              <a:gd name="T33" fmla="*/ 700 h 994"/>
              <a:gd name="T34" fmla="*/ 700 w 1286"/>
              <a:gd name="T35" fmla="*/ 700 h 994"/>
              <a:gd name="T36" fmla="*/ 700 w 1286"/>
              <a:gd name="T37" fmla="*/ 613 h 994"/>
              <a:gd name="T38" fmla="*/ 700 w 1286"/>
              <a:gd name="T39" fmla="*/ 323 h 994"/>
              <a:gd name="T40" fmla="*/ 1110 w 1286"/>
              <a:gd name="T41" fmla="*/ 323 h 994"/>
              <a:gd name="T42" fmla="*/ 1110 w 1286"/>
              <a:gd name="T43" fmla="*/ 410 h 994"/>
              <a:gd name="T44" fmla="*/ 700 w 1286"/>
              <a:gd name="T45" fmla="*/ 410 h 994"/>
              <a:gd name="T46" fmla="*/ 700 w 1286"/>
              <a:gd name="T47" fmla="*/ 323 h 994"/>
              <a:gd name="T48" fmla="*/ 700 w 1286"/>
              <a:gd name="T49" fmla="*/ 468 h 994"/>
              <a:gd name="T50" fmla="*/ 1110 w 1286"/>
              <a:gd name="T51" fmla="*/ 468 h 994"/>
              <a:gd name="T52" fmla="*/ 1110 w 1286"/>
              <a:gd name="T53" fmla="*/ 555 h 994"/>
              <a:gd name="T54" fmla="*/ 700 w 1286"/>
              <a:gd name="T55" fmla="*/ 555 h 994"/>
              <a:gd name="T56" fmla="*/ 700 w 1286"/>
              <a:gd name="T57" fmla="*/ 468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6" h="994">
                <a:moveTo>
                  <a:pt x="1168" y="875"/>
                </a:moveTo>
                <a:lnTo>
                  <a:pt x="1168" y="118"/>
                </a:lnTo>
                <a:lnTo>
                  <a:pt x="643" y="118"/>
                </a:lnTo>
                <a:lnTo>
                  <a:pt x="643" y="875"/>
                </a:lnTo>
                <a:lnTo>
                  <a:pt x="1168" y="875"/>
                </a:lnTo>
                <a:close/>
                <a:moveTo>
                  <a:pt x="1168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875"/>
                </a:lnTo>
                <a:cubicBezTo>
                  <a:pt x="1285" y="938"/>
                  <a:pt x="1230" y="993"/>
                  <a:pt x="1168" y="993"/>
                </a:cubicBezTo>
                <a:lnTo>
                  <a:pt x="118" y="993"/>
                </a:lnTo>
                <a:cubicBezTo>
                  <a:pt x="55" y="993"/>
                  <a:pt x="0" y="938"/>
                  <a:pt x="0" y="875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lose/>
                <a:moveTo>
                  <a:pt x="700" y="613"/>
                </a:moveTo>
                <a:lnTo>
                  <a:pt x="1110" y="613"/>
                </a:lnTo>
                <a:lnTo>
                  <a:pt x="1110" y="700"/>
                </a:lnTo>
                <a:lnTo>
                  <a:pt x="700" y="700"/>
                </a:lnTo>
                <a:lnTo>
                  <a:pt x="700" y="613"/>
                </a:lnTo>
                <a:close/>
                <a:moveTo>
                  <a:pt x="700" y="323"/>
                </a:moveTo>
                <a:lnTo>
                  <a:pt x="1110" y="323"/>
                </a:lnTo>
                <a:lnTo>
                  <a:pt x="1110" y="410"/>
                </a:lnTo>
                <a:lnTo>
                  <a:pt x="700" y="410"/>
                </a:lnTo>
                <a:lnTo>
                  <a:pt x="700" y="323"/>
                </a:lnTo>
                <a:close/>
                <a:moveTo>
                  <a:pt x="700" y="468"/>
                </a:moveTo>
                <a:lnTo>
                  <a:pt x="1110" y="468"/>
                </a:lnTo>
                <a:lnTo>
                  <a:pt x="1110" y="555"/>
                </a:lnTo>
                <a:lnTo>
                  <a:pt x="700" y="555"/>
                </a:lnTo>
                <a:lnTo>
                  <a:pt x="700" y="46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86251" y="5844382"/>
            <a:ext cx="398463" cy="419100"/>
          </a:xfrm>
          <a:custGeom>
            <a:avLst/>
            <a:gdLst>
              <a:gd name="T0" fmla="*/ 875 w 1109"/>
              <a:gd name="T1" fmla="*/ 1165 h 1166"/>
              <a:gd name="T2" fmla="*/ 673 w 1109"/>
              <a:gd name="T3" fmla="*/ 990 h 1166"/>
              <a:gd name="T4" fmla="*/ 550 w 1109"/>
              <a:gd name="T5" fmla="*/ 990 h 1166"/>
              <a:gd name="T6" fmla="*/ 350 w 1109"/>
              <a:gd name="T7" fmla="*/ 1165 h 1166"/>
              <a:gd name="T8" fmla="*/ 350 w 1109"/>
              <a:gd name="T9" fmla="*/ 1165 h 1166"/>
              <a:gd name="T10" fmla="*/ 145 w 1109"/>
              <a:gd name="T11" fmla="*/ 963 h 1166"/>
              <a:gd name="T12" fmla="*/ 252 w 1109"/>
              <a:gd name="T13" fmla="*/ 782 h 1166"/>
              <a:gd name="T14" fmla="*/ 129 w 1109"/>
              <a:gd name="T15" fmla="*/ 525 h 1166"/>
              <a:gd name="T16" fmla="*/ 0 w 1109"/>
              <a:gd name="T17" fmla="*/ 525 h 1166"/>
              <a:gd name="T18" fmla="*/ 0 w 1109"/>
              <a:gd name="T19" fmla="*/ 408 h 1166"/>
              <a:gd name="T20" fmla="*/ 203 w 1109"/>
              <a:gd name="T21" fmla="*/ 408 h 1166"/>
              <a:gd name="T22" fmla="*/ 257 w 1109"/>
              <a:gd name="T23" fmla="*/ 525 h 1166"/>
              <a:gd name="T24" fmla="*/ 1108 w 1109"/>
              <a:gd name="T25" fmla="*/ 525 h 1166"/>
              <a:gd name="T26" fmla="*/ 1009 w 1109"/>
              <a:gd name="T27" fmla="*/ 810 h 1166"/>
              <a:gd name="T28" fmla="*/ 1078 w 1109"/>
              <a:gd name="T29" fmla="*/ 963 h 1166"/>
              <a:gd name="T30" fmla="*/ 875 w 1109"/>
              <a:gd name="T31" fmla="*/ 1165 h 1166"/>
              <a:gd name="T32" fmla="*/ 875 w 1109"/>
              <a:gd name="T33" fmla="*/ 1165 h 1166"/>
              <a:gd name="T34" fmla="*/ 875 w 1109"/>
              <a:gd name="T35" fmla="*/ 1050 h 1166"/>
              <a:gd name="T36" fmla="*/ 963 w 1109"/>
              <a:gd name="T37" fmla="*/ 963 h 1166"/>
              <a:gd name="T38" fmla="*/ 875 w 1109"/>
              <a:gd name="T39" fmla="*/ 875 h 1166"/>
              <a:gd name="T40" fmla="*/ 788 w 1109"/>
              <a:gd name="T41" fmla="*/ 963 h 1166"/>
              <a:gd name="T42" fmla="*/ 875 w 1109"/>
              <a:gd name="T43" fmla="*/ 1050 h 1166"/>
              <a:gd name="T44" fmla="*/ 350 w 1109"/>
              <a:gd name="T45" fmla="*/ 1050 h 1166"/>
              <a:gd name="T46" fmla="*/ 438 w 1109"/>
              <a:gd name="T47" fmla="*/ 963 h 1166"/>
              <a:gd name="T48" fmla="*/ 350 w 1109"/>
              <a:gd name="T49" fmla="*/ 875 h 1166"/>
              <a:gd name="T50" fmla="*/ 263 w 1109"/>
              <a:gd name="T51" fmla="*/ 963 h 1166"/>
              <a:gd name="T52" fmla="*/ 350 w 1109"/>
              <a:gd name="T53" fmla="*/ 1050 h 1166"/>
              <a:gd name="T54" fmla="*/ 640 w 1109"/>
              <a:gd name="T55" fmla="*/ 0 h 1166"/>
              <a:gd name="T56" fmla="*/ 1108 w 1109"/>
              <a:gd name="T57" fmla="*/ 465 h 1166"/>
              <a:gd name="T58" fmla="*/ 640 w 1109"/>
              <a:gd name="T59" fmla="*/ 465 h 1166"/>
              <a:gd name="T60" fmla="*/ 640 w 1109"/>
              <a:gd name="T61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09" h="1166">
                <a:moveTo>
                  <a:pt x="875" y="1165"/>
                </a:moveTo>
                <a:cubicBezTo>
                  <a:pt x="772" y="1165"/>
                  <a:pt x="687" y="1088"/>
                  <a:pt x="673" y="990"/>
                </a:cubicBezTo>
                <a:lnTo>
                  <a:pt x="550" y="990"/>
                </a:lnTo>
                <a:cubicBezTo>
                  <a:pt x="536" y="1088"/>
                  <a:pt x="454" y="1165"/>
                  <a:pt x="350" y="1165"/>
                </a:cubicBezTo>
                <a:lnTo>
                  <a:pt x="350" y="1165"/>
                </a:lnTo>
                <a:cubicBezTo>
                  <a:pt x="238" y="1165"/>
                  <a:pt x="145" y="1075"/>
                  <a:pt x="145" y="963"/>
                </a:cubicBezTo>
                <a:cubicBezTo>
                  <a:pt x="145" y="886"/>
                  <a:pt x="189" y="818"/>
                  <a:pt x="252" y="782"/>
                </a:cubicBezTo>
                <a:cubicBezTo>
                  <a:pt x="238" y="763"/>
                  <a:pt x="129" y="525"/>
                  <a:pt x="129" y="525"/>
                </a:cubicBezTo>
                <a:lnTo>
                  <a:pt x="0" y="525"/>
                </a:lnTo>
                <a:lnTo>
                  <a:pt x="0" y="408"/>
                </a:lnTo>
                <a:lnTo>
                  <a:pt x="203" y="408"/>
                </a:lnTo>
                <a:lnTo>
                  <a:pt x="257" y="525"/>
                </a:lnTo>
                <a:lnTo>
                  <a:pt x="1108" y="525"/>
                </a:lnTo>
                <a:cubicBezTo>
                  <a:pt x="1108" y="632"/>
                  <a:pt x="1070" y="730"/>
                  <a:pt x="1009" y="810"/>
                </a:cubicBezTo>
                <a:cubicBezTo>
                  <a:pt x="1050" y="848"/>
                  <a:pt x="1078" y="903"/>
                  <a:pt x="1078" y="963"/>
                </a:cubicBezTo>
                <a:cubicBezTo>
                  <a:pt x="1078" y="1075"/>
                  <a:pt x="988" y="1165"/>
                  <a:pt x="875" y="1165"/>
                </a:cubicBezTo>
                <a:lnTo>
                  <a:pt x="875" y="1165"/>
                </a:lnTo>
                <a:close/>
                <a:moveTo>
                  <a:pt x="875" y="1050"/>
                </a:moveTo>
                <a:cubicBezTo>
                  <a:pt x="925" y="1050"/>
                  <a:pt x="963" y="1013"/>
                  <a:pt x="963" y="963"/>
                </a:cubicBezTo>
                <a:cubicBezTo>
                  <a:pt x="963" y="914"/>
                  <a:pt x="924" y="875"/>
                  <a:pt x="875" y="875"/>
                </a:cubicBezTo>
                <a:cubicBezTo>
                  <a:pt x="825" y="875"/>
                  <a:pt x="788" y="914"/>
                  <a:pt x="788" y="963"/>
                </a:cubicBezTo>
                <a:cubicBezTo>
                  <a:pt x="788" y="1013"/>
                  <a:pt x="826" y="1050"/>
                  <a:pt x="875" y="1050"/>
                </a:cubicBezTo>
                <a:close/>
                <a:moveTo>
                  <a:pt x="350" y="1050"/>
                </a:moveTo>
                <a:cubicBezTo>
                  <a:pt x="400" y="1050"/>
                  <a:pt x="438" y="1013"/>
                  <a:pt x="438" y="963"/>
                </a:cubicBezTo>
                <a:cubicBezTo>
                  <a:pt x="438" y="914"/>
                  <a:pt x="399" y="875"/>
                  <a:pt x="350" y="875"/>
                </a:cubicBezTo>
                <a:cubicBezTo>
                  <a:pt x="300" y="875"/>
                  <a:pt x="263" y="914"/>
                  <a:pt x="263" y="963"/>
                </a:cubicBezTo>
                <a:cubicBezTo>
                  <a:pt x="263" y="1013"/>
                  <a:pt x="301" y="1050"/>
                  <a:pt x="350" y="1050"/>
                </a:cubicBezTo>
                <a:close/>
                <a:moveTo>
                  <a:pt x="640" y="0"/>
                </a:moveTo>
                <a:cubicBezTo>
                  <a:pt x="897" y="0"/>
                  <a:pt x="1108" y="208"/>
                  <a:pt x="1108" y="465"/>
                </a:cubicBezTo>
                <a:lnTo>
                  <a:pt x="640" y="465"/>
                </a:lnTo>
                <a:lnTo>
                  <a:pt x="64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27649" y="5865021"/>
            <a:ext cx="463550" cy="377825"/>
          </a:xfrm>
          <a:custGeom>
            <a:avLst/>
            <a:gdLst>
              <a:gd name="T0" fmla="*/ 380 w 1286"/>
              <a:gd name="T1" fmla="*/ 642 h 1051"/>
              <a:gd name="T2" fmla="*/ 905 w 1286"/>
              <a:gd name="T3" fmla="*/ 642 h 1051"/>
              <a:gd name="T4" fmla="*/ 643 w 1286"/>
              <a:gd name="T5" fmla="*/ 817 h 1051"/>
              <a:gd name="T6" fmla="*/ 380 w 1286"/>
              <a:gd name="T7" fmla="*/ 642 h 1051"/>
              <a:gd name="T8" fmla="*/ 643 w 1286"/>
              <a:gd name="T9" fmla="*/ 932 h 1051"/>
              <a:gd name="T10" fmla="*/ 1034 w 1286"/>
              <a:gd name="T11" fmla="*/ 639 h 1051"/>
              <a:gd name="T12" fmla="*/ 1050 w 1286"/>
              <a:gd name="T13" fmla="*/ 642 h 1051"/>
              <a:gd name="T14" fmla="*/ 1168 w 1286"/>
              <a:gd name="T15" fmla="*/ 525 h 1051"/>
              <a:gd name="T16" fmla="*/ 1050 w 1286"/>
              <a:gd name="T17" fmla="*/ 407 h 1051"/>
              <a:gd name="T18" fmla="*/ 1034 w 1286"/>
              <a:gd name="T19" fmla="*/ 410 h 1051"/>
              <a:gd name="T20" fmla="*/ 643 w 1286"/>
              <a:gd name="T21" fmla="*/ 117 h 1051"/>
              <a:gd name="T22" fmla="*/ 252 w 1286"/>
              <a:gd name="T23" fmla="*/ 410 h 1051"/>
              <a:gd name="T24" fmla="*/ 235 w 1286"/>
              <a:gd name="T25" fmla="*/ 407 h 1051"/>
              <a:gd name="T26" fmla="*/ 118 w 1286"/>
              <a:gd name="T27" fmla="*/ 525 h 1051"/>
              <a:gd name="T28" fmla="*/ 235 w 1286"/>
              <a:gd name="T29" fmla="*/ 642 h 1051"/>
              <a:gd name="T30" fmla="*/ 252 w 1286"/>
              <a:gd name="T31" fmla="*/ 639 h 1051"/>
              <a:gd name="T32" fmla="*/ 643 w 1286"/>
              <a:gd name="T33" fmla="*/ 932 h 1051"/>
              <a:gd name="T34" fmla="*/ 1280 w 1286"/>
              <a:gd name="T35" fmla="*/ 563 h 1051"/>
              <a:gd name="T36" fmla="*/ 1118 w 1286"/>
              <a:gd name="T37" fmla="*/ 749 h 1051"/>
              <a:gd name="T38" fmla="*/ 643 w 1286"/>
              <a:gd name="T39" fmla="*/ 1050 h 1051"/>
              <a:gd name="T40" fmla="*/ 170 w 1286"/>
              <a:gd name="T41" fmla="*/ 749 h 1051"/>
              <a:gd name="T42" fmla="*/ 6 w 1286"/>
              <a:gd name="T43" fmla="*/ 563 h 1051"/>
              <a:gd name="T44" fmla="*/ 0 w 1286"/>
              <a:gd name="T45" fmla="*/ 525 h 1051"/>
              <a:gd name="T46" fmla="*/ 6 w 1286"/>
              <a:gd name="T47" fmla="*/ 486 h 1051"/>
              <a:gd name="T48" fmla="*/ 170 w 1286"/>
              <a:gd name="T49" fmla="*/ 300 h 1051"/>
              <a:gd name="T50" fmla="*/ 295 w 1286"/>
              <a:gd name="T51" fmla="*/ 131 h 1051"/>
              <a:gd name="T52" fmla="*/ 643 w 1286"/>
              <a:gd name="T53" fmla="*/ 0 h 1051"/>
              <a:gd name="T54" fmla="*/ 1116 w 1286"/>
              <a:gd name="T55" fmla="*/ 300 h 1051"/>
              <a:gd name="T56" fmla="*/ 1280 w 1286"/>
              <a:gd name="T57" fmla="*/ 486 h 1051"/>
              <a:gd name="T58" fmla="*/ 1285 w 1286"/>
              <a:gd name="T59" fmla="*/ 525 h 1051"/>
              <a:gd name="T60" fmla="*/ 1280 w 1286"/>
              <a:gd name="T61" fmla="*/ 563 h 1051"/>
              <a:gd name="T62" fmla="*/ 424 w 1286"/>
              <a:gd name="T63" fmla="*/ 437 h 1051"/>
              <a:gd name="T64" fmla="*/ 498 w 1286"/>
              <a:gd name="T65" fmla="*/ 363 h 1051"/>
              <a:gd name="T66" fmla="*/ 569 w 1286"/>
              <a:gd name="T67" fmla="*/ 437 h 1051"/>
              <a:gd name="T68" fmla="*/ 498 w 1286"/>
              <a:gd name="T69" fmla="*/ 511 h 1051"/>
              <a:gd name="T70" fmla="*/ 424 w 1286"/>
              <a:gd name="T71" fmla="*/ 437 h 1051"/>
              <a:gd name="T72" fmla="*/ 717 w 1286"/>
              <a:gd name="T73" fmla="*/ 437 h 1051"/>
              <a:gd name="T74" fmla="*/ 788 w 1286"/>
              <a:gd name="T75" fmla="*/ 363 h 1051"/>
              <a:gd name="T76" fmla="*/ 861 w 1286"/>
              <a:gd name="T77" fmla="*/ 437 h 1051"/>
              <a:gd name="T78" fmla="*/ 788 w 1286"/>
              <a:gd name="T79" fmla="*/ 511 h 1051"/>
              <a:gd name="T80" fmla="*/ 717 w 1286"/>
              <a:gd name="T81" fmla="*/ 437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6" h="1051">
                <a:moveTo>
                  <a:pt x="380" y="642"/>
                </a:moveTo>
                <a:lnTo>
                  <a:pt x="905" y="642"/>
                </a:lnTo>
                <a:cubicBezTo>
                  <a:pt x="861" y="746"/>
                  <a:pt x="760" y="817"/>
                  <a:pt x="643" y="817"/>
                </a:cubicBezTo>
                <a:cubicBezTo>
                  <a:pt x="525" y="817"/>
                  <a:pt x="424" y="746"/>
                  <a:pt x="380" y="642"/>
                </a:cubicBezTo>
                <a:close/>
                <a:moveTo>
                  <a:pt x="643" y="932"/>
                </a:moveTo>
                <a:cubicBezTo>
                  <a:pt x="829" y="932"/>
                  <a:pt x="985" y="810"/>
                  <a:pt x="1034" y="639"/>
                </a:cubicBezTo>
                <a:cubicBezTo>
                  <a:pt x="1039" y="639"/>
                  <a:pt x="1045" y="642"/>
                  <a:pt x="1050" y="642"/>
                </a:cubicBezTo>
                <a:cubicBezTo>
                  <a:pt x="1113" y="642"/>
                  <a:pt x="1168" y="588"/>
                  <a:pt x="1168" y="525"/>
                </a:cubicBezTo>
                <a:cubicBezTo>
                  <a:pt x="1168" y="462"/>
                  <a:pt x="1113" y="407"/>
                  <a:pt x="1050" y="407"/>
                </a:cubicBezTo>
                <a:cubicBezTo>
                  <a:pt x="1045" y="407"/>
                  <a:pt x="1039" y="410"/>
                  <a:pt x="1034" y="410"/>
                </a:cubicBezTo>
                <a:cubicBezTo>
                  <a:pt x="985" y="240"/>
                  <a:pt x="829" y="117"/>
                  <a:pt x="643" y="117"/>
                </a:cubicBezTo>
                <a:cubicBezTo>
                  <a:pt x="457" y="117"/>
                  <a:pt x="300" y="240"/>
                  <a:pt x="252" y="410"/>
                </a:cubicBezTo>
                <a:cubicBezTo>
                  <a:pt x="246" y="410"/>
                  <a:pt x="241" y="407"/>
                  <a:pt x="235" y="407"/>
                </a:cubicBezTo>
                <a:cubicBezTo>
                  <a:pt x="172" y="407"/>
                  <a:pt x="118" y="462"/>
                  <a:pt x="118" y="525"/>
                </a:cubicBezTo>
                <a:cubicBezTo>
                  <a:pt x="118" y="588"/>
                  <a:pt x="172" y="642"/>
                  <a:pt x="235" y="642"/>
                </a:cubicBezTo>
                <a:cubicBezTo>
                  <a:pt x="241" y="642"/>
                  <a:pt x="246" y="639"/>
                  <a:pt x="252" y="639"/>
                </a:cubicBezTo>
                <a:cubicBezTo>
                  <a:pt x="300" y="809"/>
                  <a:pt x="457" y="932"/>
                  <a:pt x="643" y="932"/>
                </a:cubicBezTo>
                <a:close/>
                <a:moveTo>
                  <a:pt x="1280" y="563"/>
                </a:moveTo>
                <a:cubicBezTo>
                  <a:pt x="1266" y="650"/>
                  <a:pt x="1203" y="724"/>
                  <a:pt x="1118" y="749"/>
                </a:cubicBezTo>
                <a:cubicBezTo>
                  <a:pt x="1041" y="910"/>
                  <a:pt x="859" y="1050"/>
                  <a:pt x="643" y="1050"/>
                </a:cubicBezTo>
                <a:cubicBezTo>
                  <a:pt x="427" y="1050"/>
                  <a:pt x="245" y="913"/>
                  <a:pt x="170" y="749"/>
                </a:cubicBezTo>
                <a:cubicBezTo>
                  <a:pt x="85" y="724"/>
                  <a:pt x="19" y="650"/>
                  <a:pt x="6" y="563"/>
                </a:cubicBezTo>
                <a:cubicBezTo>
                  <a:pt x="3" y="552"/>
                  <a:pt x="0" y="539"/>
                  <a:pt x="0" y="525"/>
                </a:cubicBezTo>
                <a:cubicBezTo>
                  <a:pt x="0" y="512"/>
                  <a:pt x="3" y="497"/>
                  <a:pt x="6" y="486"/>
                </a:cubicBezTo>
                <a:cubicBezTo>
                  <a:pt x="19" y="399"/>
                  <a:pt x="85" y="325"/>
                  <a:pt x="170" y="300"/>
                </a:cubicBezTo>
                <a:cubicBezTo>
                  <a:pt x="200" y="235"/>
                  <a:pt x="241" y="177"/>
                  <a:pt x="295" y="131"/>
                </a:cubicBezTo>
                <a:cubicBezTo>
                  <a:pt x="388" y="49"/>
                  <a:pt x="509" y="0"/>
                  <a:pt x="643" y="0"/>
                </a:cubicBezTo>
                <a:cubicBezTo>
                  <a:pt x="862" y="0"/>
                  <a:pt x="1039" y="134"/>
                  <a:pt x="1116" y="300"/>
                </a:cubicBezTo>
                <a:cubicBezTo>
                  <a:pt x="1201" y="325"/>
                  <a:pt x="1266" y="399"/>
                  <a:pt x="1280" y="486"/>
                </a:cubicBezTo>
                <a:cubicBezTo>
                  <a:pt x="1283" y="497"/>
                  <a:pt x="1285" y="512"/>
                  <a:pt x="1285" y="525"/>
                </a:cubicBezTo>
                <a:cubicBezTo>
                  <a:pt x="1285" y="539"/>
                  <a:pt x="1283" y="552"/>
                  <a:pt x="1280" y="563"/>
                </a:cubicBezTo>
                <a:close/>
                <a:moveTo>
                  <a:pt x="424" y="437"/>
                </a:moveTo>
                <a:cubicBezTo>
                  <a:pt x="424" y="396"/>
                  <a:pt x="457" y="363"/>
                  <a:pt x="498" y="363"/>
                </a:cubicBezTo>
                <a:cubicBezTo>
                  <a:pt x="539" y="363"/>
                  <a:pt x="569" y="396"/>
                  <a:pt x="569" y="437"/>
                </a:cubicBezTo>
                <a:cubicBezTo>
                  <a:pt x="569" y="478"/>
                  <a:pt x="539" y="511"/>
                  <a:pt x="498" y="511"/>
                </a:cubicBezTo>
                <a:cubicBezTo>
                  <a:pt x="457" y="511"/>
                  <a:pt x="424" y="478"/>
                  <a:pt x="424" y="437"/>
                </a:cubicBezTo>
                <a:close/>
                <a:moveTo>
                  <a:pt x="717" y="437"/>
                </a:moveTo>
                <a:cubicBezTo>
                  <a:pt x="717" y="396"/>
                  <a:pt x="747" y="363"/>
                  <a:pt x="788" y="363"/>
                </a:cubicBezTo>
                <a:cubicBezTo>
                  <a:pt x="829" y="363"/>
                  <a:pt x="861" y="396"/>
                  <a:pt x="861" y="437"/>
                </a:cubicBezTo>
                <a:cubicBezTo>
                  <a:pt x="861" y="478"/>
                  <a:pt x="829" y="511"/>
                  <a:pt x="788" y="511"/>
                </a:cubicBezTo>
                <a:cubicBezTo>
                  <a:pt x="747" y="511"/>
                  <a:pt x="717" y="478"/>
                  <a:pt x="717" y="43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46839" y="5914234"/>
            <a:ext cx="369887" cy="282575"/>
          </a:xfrm>
          <a:custGeom>
            <a:avLst/>
            <a:gdLst>
              <a:gd name="T0" fmla="*/ 325 w 1026"/>
              <a:gd name="T1" fmla="*/ 618 h 783"/>
              <a:gd name="T2" fmla="*/ 943 w 1026"/>
              <a:gd name="T3" fmla="*/ 0 h 783"/>
              <a:gd name="T4" fmla="*/ 1025 w 1026"/>
              <a:gd name="T5" fmla="*/ 82 h 783"/>
              <a:gd name="T6" fmla="*/ 325 w 1026"/>
              <a:gd name="T7" fmla="*/ 782 h 783"/>
              <a:gd name="T8" fmla="*/ 0 w 1026"/>
              <a:gd name="T9" fmla="*/ 456 h 783"/>
              <a:gd name="T10" fmla="*/ 82 w 1026"/>
              <a:gd name="T11" fmla="*/ 374 h 783"/>
              <a:gd name="T12" fmla="*/ 325 w 1026"/>
              <a:gd name="T13" fmla="*/ 618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26" h="783">
                <a:moveTo>
                  <a:pt x="325" y="618"/>
                </a:moveTo>
                <a:lnTo>
                  <a:pt x="943" y="0"/>
                </a:lnTo>
                <a:lnTo>
                  <a:pt x="1025" y="82"/>
                </a:lnTo>
                <a:lnTo>
                  <a:pt x="325" y="782"/>
                </a:lnTo>
                <a:lnTo>
                  <a:pt x="0" y="456"/>
                </a:lnTo>
                <a:lnTo>
                  <a:pt x="82" y="374"/>
                </a:lnTo>
                <a:lnTo>
                  <a:pt x="325" y="61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496174" y="5844382"/>
            <a:ext cx="419100" cy="419100"/>
          </a:xfrm>
          <a:custGeom>
            <a:avLst/>
            <a:gdLst>
              <a:gd name="T0" fmla="*/ 583 w 1166"/>
              <a:gd name="T1" fmla="*/ 1165 h 1166"/>
              <a:gd name="T2" fmla="*/ 0 w 1166"/>
              <a:gd name="T3" fmla="*/ 583 h 1166"/>
              <a:gd name="T4" fmla="*/ 583 w 1166"/>
              <a:gd name="T5" fmla="*/ 0 h 1166"/>
              <a:gd name="T6" fmla="*/ 1165 w 1166"/>
              <a:gd name="T7" fmla="*/ 583 h 1166"/>
              <a:gd name="T8" fmla="*/ 583 w 1166"/>
              <a:gd name="T9" fmla="*/ 1165 h 1166"/>
              <a:gd name="T10" fmla="*/ 583 w 1166"/>
              <a:gd name="T11" fmla="*/ 1165 h 1166"/>
              <a:gd name="T12" fmla="*/ 465 w 1166"/>
              <a:gd name="T13" fmla="*/ 875 h 1166"/>
              <a:gd name="T14" fmla="*/ 990 w 1166"/>
              <a:gd name="T15" fmla="*/ 350 h 1166"/>
              <a:gd name="T16" fmla="*/ 908 w 1166"/>
              <a:gd name="T17" fmla="*/ 265 h 1166"/>
              <a:gd name="T18" fmla="*/ 465 w 1166"/>
              <a:gd name="T19" fmla="*/ 708 h 1166"/>
              <a:gd name="T20" fmla="*/ 257 w 1166"/>
              <a:gd name="T21" fmla="*/ 501 h 1166"/>
              <a:gd name="T22" fmla="*/ 175 w 1166"/>
              <a:gd name="T23" fmla="*/ 583 h 1166"/>
              <a:gd name="T24" fmla="*/ 465 w 1166"/>
              <a:gd name="T25" fmla="*/ 87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6" h="1166">
                <a:moveTo>
                  <a:pt x="583" y="1165"/>
                </a:moveTo>
                <a:cubicBezTo>
                  <a:pt x="260" y="1165"/>
                  <a:pt x="0" y="906"/>
                  <a:pt x="0" y="583"/>
                </a:cubicBezTo>
                <a:cubicBezTo>
                  <a:pt x="0" y="261"/>
                  <a:pt x="260" y="0"/>
                  <a:pt x="583" y="0"/>
                </a:cubicBezTo>
                <a:cubicBezTo>
                  <a:pt x="906" y="0"/>
                  <a:pt x="1165" y="260"/>
                  <a:pt x="1165" y="583"/>
                </a:cubicBezTo>
                <a:cubicBezTo>
                  <a:pt x="1165" y="905"/>
                  <a:pt x="906" y="1165"/>
                  <a:pt x="583" y="1165"/>
                </a:cubicBezTo>
                <a:lnTo>
                  <a:pt x="583" y="1165"/>
                </a:lnTo>
                <a:close/>
                <a:moveTo>
                  <a:pt x="465" y="875"/>
                </a:moveTo>
                <a:lnTo>
                  <a:pt x="990" y="350"/>
                </a:lnTo>
                <a:lnTo>
                  <a:pt x="908" y="265"/>
                </a:lnTo>
                <a:lnTo>
                  <a:pt x="465" y="708"/>
                </a:lnTo>
                <a:lnTo>
                  <a:pt x="257" y="501"/>
                </a:lnTo>
                <a:lnTo>
                  <a:pt x="175" y="583"/>
                </a:lnTo>
                <a:lnTo>
                  <a:pt x="465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589964" y="5865021"/>
            <a:ext cx="377825" cy="377825"/>
          </a:xfrm>
          <a:custGeom>
            <a:avLst/>
            <a:gdLst>
              <a:gd name="T0" fmla="*/ 408 w 1051"/>
              <a:gd name="T1" fmla="*/ 817 h 1051"/>
              <a:gd name="T2" fmla="*/ 933 w 1051"/>
              <a:gd name="T3" fmla="*/ 292 h 1051"/>
              <a:gd name="T4" fmla="*/ 851 w 1051"/>
              <a:gd name="T5" fmla="*/ 207 h 1051"/>
              <a:gd name="T6" fmla="*/ 408 w 1051"/>
              <a:gd name="T7" fmla="*/ 650 h 1051"/>
              <a:gd name="T8" fmla="*/ 200 w 1051"/>
              <a:gd name="T9" fmla="*/ 443 h 1051"/>
              <a:gd name="T10" fmla="*/ 118 w 1051"/>
              <a:gd name="T11" fmla="*/ 525 h 1051"/>
              <a:gd name="T12" fmla="*/ 408 w 1051"/>
              <a:gd name="T13" fmla="*/ 817 h 1051"/>
              <a:gd name="T14" fmla="*/ 933 w 1051"/>
              <a:gd name="T15" fmla="*/ 0 h 1051"/>
              <a:gd name="T16" fmla="*/ 1050 w 1051"/>
              <a:gd name="T17" fmla="*/ 117 h 1051"/>
              <a:gd name="T18" fmla="*/ 1050 w 1051"/>
              <a:gd name="T19" fmla="*/ 932 h 1051"/>
              <a:gd name="T20" fmla="*/ 933 w 1051"/>
              <a:gd name="T21" fmla="*/ 1050 h 1051"/>
              <a:gd name="T22" fmla="*/ 118 w 1051"/>
              <a:gd name="T23" fmla="*/ 1050 h 1051"/>
              <a:gd name="T24" fmla="*/ 0 w 1051"/>
              <a:gd name="T25" fmla="*/ 932 h 1051"/>
              <a:gd name="T26" fmla="*/ 0 w 1051"/>
              <a:gd name="T27" fmla="*/ 117 h 1051"/>
              <a:gd name="T28" fmla="*/ 118 w 1051"/>
              <a:gd name="T29" fmla="*/ 0 h 1051"/>
              <a:gd name="T30" fmla="*/ 933 w 1051"/>
              <a:gd name="T3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1" h="1051">
                <a:moveTo>
                  <a:pt x="408" y="817"/>
                </a:moveTo>
                <a:lnTo>
                  <a:pt x="933" y="292"/>
                </a:lnTo>
                <a:lnTo>
                  <a:pt x="851" y="207"/>
                </a:lnTo>
                <a:lnTo>
                  <a:pt x="408" y="650"/>
                </a:lnTo>
                <a:lnTo>
                  <a:pt x="200" y="443"/>
                </a:lnTo>
                <a:lnTo>
                  <a:pt x="118" y="525"/>
                </a:lnTo>
                <a:lnTo>
                  <a:pt x="408" y="817"/>
                </a:lnTo>
                <a:close/>
                <a:moveTo>
                  <a:pt x="933" y="0"/>
                </a:moveTo>
                <a:cubicBezTo>
                  <a:pt x="998" y="0"/>
                  <a:pt x="1050" y="54"/>
                  <a:pt x="1050" y="117"/>
                </a:cubicBezTo>
                <a:lnTo>
                  <a:pt x="1050" y="932"/>
                </a:lnTo>
                <a:cubicBezTo>
                  <a:pt x="1050" y="995"/>
                  <a:pt x="998" y="1050"/>
                  <a:pt x="933" y="1050"/>
                </a:cubicBezTo>
                <a:lnTo>
                  <a:pt x="118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2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63114" y="5865021"/>
            <a:ext cx="377825" cy="377825"/>
          </a:xfrm>
          <a:custGeom>
            <a:avLst/>
            <a:gdLst>
              <a:gd name="T0" fmla="*/ 932 w 1051"/>
              <a:gd name="T1" fmla="*/ 0 h 1051"/>
              <a:gd name="T2" fmla="*/ 1050 w 1051"/>
              <a:gd name="T3" fmla="*/ 117 h 1051"/>
              <a:gd name="T4" fmla="*/ 1050 w 1051"/>
              <a:gd name="T5" fmla="*/ 932 h 1051"/>
              <a:gd name="T6" fmla="*/ 932 w 1051"/>
              <a:gd name="T7" fmla="*/ 1050 h 1051"/>
              <a:gd name="T8" fmla="*/ 118 w 1051"/>
              <a:gd name="T9" fmla="*/ 1050 h 1051"/>
              <a:gd name="T10" fmla="*/ 0 w 1051"/>
              <a:gd name="T11" fmla="*/ 932 h 1051"/>
              <a:gd name="T12" fmla="*/ 0 w 1051"/>
              <a:gd name="T13" fmla="*/ 117 h 1051"/>
              <a:gd name="T14" fmla="*/ 118 w 1051"/>
              <a:gd name="T15" fmla="*/ 0 h 1051"/>
              <a:gd name="T16" fmla="*/ 932 w 1051"/>
              <a:gd name="T17" fmla="*/ 0 h 1051"/>
              <a:gd name="T18" fmla="*/ 932 w 1051"/>
              <a:gd name="T19" fmla="*/ 117 h 1051"/>
              <a:gd name="T20" fmla="*/ 118 w 1051"/>
              <a:gd name="T21" fmla="*/ 117 h 1051"/>
              <a:gd name="T22" fmla="*/ 118 w 1051"/>
              <a:gd name="T23" fmla="*/ 932 h 1051"/>
              <a:gd name="T24" fmla="*/ 932 w 1051"/>
              <a:gd name="T25" fmla="*/ 932 h 1051"/>
              <a:gd name="T26" fmla="*/ 932 w 1051"/>
              <a:gd name="T27" fmla="*/ 117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1051">
                <a:moveTo>
                  <a:pt x="932" y="0"/>
                </a:moveTo>
                <a:cubicBezTo>
                  <a:pt x="995" y="0"/>
                  <a:pt x="1050" y="54"/>
                  <a:pt x="1050" y="117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932" y="0"/>
                </a:lnTo>
                <a:close/>
                <a:moveTo>
                  <a:pt x="932" y="117"/>
                </a:moveTo>
                <a:lnTo>
                  <a:pt x="118" y="117"/>
                </a:lnTo>
                <a:lnTo>
                  <a:pt x="118" y="932"/>
                </a:lnTo>
                <a:lnTo>
                  <a:pt x="932" y="932"/>
                </a:lnTo>
                <a:lnTo>
                  <a:pt x="932" y="1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799762" y="5928521"/>
            <a:ext cx="252412" cy="168275"/>
          </a:xfrm>
          <a:custGeom>
            <a:avLst/>
            <a:gdLst>
              <a:gd name="T0" fmla="*/ 700 w 701"/>
              <a:gd name="T1" fmla="*/ 117 h 468"/>
              <a:gd name="T2" fmla="*/ 700 w 701"/>
              <a:gd name="T3" fmla="*/ 0 h 468"/>
              <a:gd name="T4" fmla="*/ 0 w 701"/>
              <a:gd name="T5" fmla="*/ 0 h 468"/>
              <a:gd name="T6" fmla="*/ 0 w 701"/>
              <a:gd name="T7" fmla="*/ 117 h 468"/>
              <a:gd name="T8" fmla="*/ 700 w 701"/>
              <a:gd name="T9" fmla="*/ 117 h 468"/>
              <a:gd name="T10" fmla="*/ 467 w 701"/>
              <a:gd name="T11" fmla="*/ 467 h 468"/>
              <a:gd name="T12" fmla="*/ 467 w 701"/>
              <a:gd name="T13" fmla="*/ 350 h 468"/>
              <a:gd name="T14" fmla="*/ 0 w 701"/>
              <a:gd name="T15" fmla="*/ 350 h 468"/>
              <a:gd name="T16" fmla="*/ 0 w 701"/>
              <a:gd name="T17" fmla="*/ 467 h 468"/>
              <a:gd name="T18" fmla="*/ 467 w 701"/>
              <a:gd name="T19" fmla="*/ 467 h 468"/>
              <a:gd name="T20" fmla="*/ 0 w 701"/>
              <a:gd name="T21" fmla="*/ 175 h 468"/>
              <a:gd name="T22" fmla="*/ 0 w 701"/>
              <a:gd name="T23" fmla="*/ 292 h 468"/>
              <a:gd name="T24" fmla="*/ 700 w 701"/>
              <a:gd name="T25" fmla="*/ 292 h 468"/>
              <a:gd name="T26" fmla="*/ 700 w 701"/>
              <a:gd name="T27" fmla="*/ 175 h 468"/>
              <a:gd name="T28" fmla="*/ 0 w 701"/>
              <a:gd name="T29" fmla="*/ 175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01" h="468">
                <a:moveTo>
                  <a:pt x="700" y="117"/>
                </a:moveTo>
                <a:lnTo>
                  <a:pt x="700" y="0"/>
                </a:lnTo>
                <a:lnTo>
                  <a:pt x="0" y="0"/>
                </a:lnTo>
                <a:lnTo>
                  <a:pt x="0" y="117"/>
                </a:lnTo>
                <a:lnTo>
                  <a:pt x="700" y="117"/>
                </a:lnTo>
                <a:close/>
                <a:moveTo>
                  <a:pt x="467" y="467"/>
                </a:moveTo>
                <a:lnTo>
                  <a:pt x="467" y="350"/>
                </a:lnTo>
                <a:lnTo>
                  <a:pt x="0" y="350"/>
                </a:lnTo>
                <a:lnTo>
                  <a:pt x="0" y="467"/>
                </a:lnTo>
                <a:lnTo>
                  <a:pt x="467" y="467"/>
                </a:lnTo>
                <a:close/>
                <a:moveTo>
                  <a:pt x="0" y="175"/>
                </a:moveTo>
                <a:lnTo>
                  <a:pt x="0" y="292"/>
                </a:lnTo>
                <a:lnTo>
                  <a:pt x="700" y="292"/>
                </a:lnTo>
                <a:lnTo>
                  <a:pt x="700" y="175"/>
                </a:lnTo>
                <a:lnTo>
                  <a:pt x="0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29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4896" y="701676"/>
            <a:ext cx="377825" cy="211138"/>
          </a:xfrm>
          <a:custGeom>
            <a:avLst/>
            <a:gdLst>
              <a:gd name="T0" fmla="*/ 232 w 1051"/>
              <a:gd name="T1" fmla="*/ 0 h 586"/>
              <a:gd name="T2" fmla="*/ 1050 w 1051"/>
              <a:gd name="T3" fmla="*/ 0 h 586"/>
              <a:gd name="T4" fmla="*/ 1050 w 1051"/>
              <a:gd name="T5" fmla="*/ 117 h 586"/>
              <a:gd name="T6" fmla="*/ 232 w 1051"/>
              <a:gd name="T7" fmla="*/ 117 h 586"/>
              <a:gd name="T8" fmla="*/ 232 w 1051"/>
              <a:gd name="T9" fmla="*/ 0 h 586"/>
              <a:gd name="T10" fmla="*/ 0 w 1051"/>
              <a:gd name="T11" fmla="*/ 585 h 586"/>
              <a:gd name="T12" fmla="*/ 0 w 1051"/>
              <a:gd name="T13" fmla="*/ 467 h 586"/>
              <a:gd name="T14" fmla="*/ 818 w 1051"/>
              <a:gd name="T15" fmla="*/ 467 h 586"/>
              <a:gd name="T16" fmla="*/ 818 w 1051"/>
              <a:gd name="T17" fmla="*/ 585 h 586"/>
              <a:gd name="T18" fmla="*/ 0 w 1051"/>
              <a:gd name="T19" fmla="*/ 585 h 586"/>
              <a:gd name="T20" fmla="*/ 118 w 1051"/>
              <a:gd name="T21" fmla="*/ 350 h 586"/>
              <a:gd name="T22" fmla="*/ 118 w 1051"/>
              <a:gd name="T23" fmla="*/ 235 h 586"/>
              <a:gd name="T24" fmla="*/ 932 w 1051"/>
              <a:gd name="T25" fmla="*/ 235 h 586"/>
              <a:gd name="T26" fmla="*/ 932 w 1051"/>
              <a:gd name="T27" fmla="*/ 350 h 586"/>
              <a:gd name="T28" fmla="*/ 118 w 1051"/>
              <a:gd name="T29" fmla="*/ 35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1" h="586">
                <a:moveTo>
                  <a:pt x="232" y="0"/>
                </a:moveTo>
                <a:lnTo>
                  <a:pt x="1050" y="0"/>
                </a:lnTo>
                <a:lnTo>
                  <a:pt x="1050" y="117"/>
                </a:lnTo>
                <a:lnTo>
                  <a:pt x="232" y="117"/>
                </a:lnTo>
                <a:lnTo>
                  <a:pt x="232" y="0"/>
                </a:lnTo>
                <a:close/>
                <a:moveTo>
                  <a:pt x="0" y="585"/>
                </a:moveTo>
                <a:lnTo>
                  <a:pt x="0" y="467"/>
                </a:lnTo>
                <a:lnTo>
                  <a:pt x="818" y="467"/>
                </a:lnTo>
                <a:lnTo>
                  <a:pt x="818" y="585"/>
                </a:lnTo>
                <a:lnTo>
                  <a:pt x="0" y="585"/>
                </a:lnTo>
                <a:close/>
                <a:moveTo>
                  <a:pt x="118" y="350"/>
                </a:moveTo>
                <a:lnTo>
                  <a:pt x="118" y="235"/>
                </a:lnTo>
                <a:lnTo>
                  <a:pt x="932" y="235"/>
                </a:lnTo>
                <a:lnTo>
                  <a:pt x="932" y="350"/>
                </a:lnTo>
                <a:lnTo>
                  <a:pt x="118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16931" y="681038"/>
            <a:ext cx="419100" cy="252412"/>
          </a:xfrm>
          <a:custGeom>
            <a:avLst/>
            <a:gdLst>
              <a:gd name="T0" fmla="*/ 733 w 1166"/>
              <a:gd name="T1" fmla="*/ 618 h 701"/>
              <a:gd name="T2" fmla="*/ 1003 w 1166"/>
              <a:gd name="T3" fmla="*/ 350 h 701"/>
              <a:gd name="T4" fmla="*/ 733 w 1166"/>
              <a:gd name="T5" fmla="*/ 82 h 701"/>
              <a:gd name="T6" fmla="*/ 815 w 1166"/>
              <a:gd name="T7" fmla="*/ 0 h 701"/>
              <a:gd name="T8" fmla="*/ 1165 w 1166"/>
              <a:gd name="T9" fmla="*/ 350 h 701"/>
              <a:gd name="T10" fmla="*/ 815 w 1166"/>
              <a:gd name="T11" fmla="*/ 700 h 701"/>
              <a:gd name="T12" fmla="*/ 733 w 1166"/>
              <a:gd name="T13" fmla="*/ 618 h 701"/>
              <a:gd name="T14" fmla="*/ 432 w 1166"/>
              <a:gd name="T15" fmla="*/ 618 h 701"/>
              <a:gd name="T16" fmla="*/ 350 w 1166"/>
              <a:gd name="T17" fmla="*/ 700 h 701"/>
              <a:gd name="T18" fmla="*/ 0 w 1166"/>
              <a:gd name="T19" fmla="*/ 350 h 701"/>
              <a:gd name="T20" fmla="*/ 350 w 1166"/>
              <a:gd name="T21" fmla="*/ 0 h 701"/>
              <a:gd name="T22" fmla="*/ 432 w 1166"/>
              <a:gd name="T23" fmla="*/ 82 h 701"/>
              <a:gd name="T24" fmla="*/ 161 w 1166"/>
              <a:gd name="T25" fmla="*/ 350 h 701"/>
              <a:gd name="T26" fmla="*/ 432 w 1166"/>
              <a:gd name="T27" fmla="*/ 618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66" h="701">
                <a:moveTo>
                  <a:pt x="733" y="618"/>
                </a:moveTo>
                <a:lnTo>
                  <a:pt x="1003" y="350"/>
                </a:lnTo>
                <a:lnTo>
                  <a:pt x="733" y="82"/>
                </a:lnTo>
                <a:lnTo>
                  <a:pt x="815" y="0"/>
                </a:lnTo>
                <a:lnTo>
                  <a:pt x="1165" y="350"/>
                </a:lnTo>
                <a:lnTo>
                  <a:pt x="815" y="700"/>
                </a:lnTo>
                <a:lnTo>
                  <a:pt x="733" y="618"/>
                </a:lnTo>
                <a:close/>
                <a:moveTo>
                  <a:pt x="432" y="618"/>
                </a:moveTo>
                <a:lnTo>
                  <a:pt x="350" y="700"/>
                </a:lnTo>
                <a:lnTo>
                  <a:pt x="0" y="350"/>
                </a:lnTo>
                <a:lnTo>
                  <a:pt x="350" y="0"/>
                </a:lnTo>
                <a:lnTo>
                  <a:pt x="432" y="82"/>
                </a:lnTo>
                <a:lnTo>
                  <a:pt x="161" y="350"/>
                </a:lnTo>
                <a:lnTo>
                  <a:pt x="432" y="6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156746" y="638175"/>
            <a:ext cx="504825" cy="336550"/>
          </a:xfrm>
          <a:custGeom>
            <a:avLst/>
            <a:gdLst>
              <a:gd name="T0" fmla="*/ 817 w 1401"/>
              <a:gd name="T1" fmla="*/ 525 h 936"/>
              <a:gd name="T2" fmla="*/ 992 w 1401"/>
              <a:gd name="T3" fmla="*/ 525 h 936"/>
              <a:gd name="T4" fmla="*/ 700 w 1401"/>
              <a:gd name="T5" fmla="*/ 235 h 936"/>
              <a:gd name="T6" fmla="*/ 407 w 1401"/>
              <a:gd name="T7" fmla="*/ 525 h 936"/>
              <a:gd name="T8" fmla="*/ 582 w 1401"/>
              <a:gd name="T9" fmla="*/ 525 h 936"/>
              <a:gd name="T10" fmla="*/ 582 w 1401"/>
              <a:gd name="T11" fmla="*/ 760 h 936"/>
              <a:gd name="T12" fmla="*/ 817 w 1401"/>
              <a:gd name="T13" fmla="*/ 760 h 936"/>
              <a:gd name="T14" fmla="*/ 817 w 1401"/>
              <a:gd name="T15" fmla="*/ 525 h 936"/>
              <a:gd name="T16" fmla="*/ 1129 w 1401"/>
              <a:gd name="T17" fmla="*/ 353 h 936"/>
              <a:gd name="T18" fmla="*/ 1400 w 1401"/>
              <a:gd name="T19" fmla="*/ 642 h 936"/>
              <a:gd name="T20" fmla="*/ 1107 w 1401"/>
              <a:gd name="T21" fmla="*/ 935 h 936"/>
              <a:gd name="T22" fmla="*/ 350 w 1401"/>
              <a:gd name="T23" fmla="*/ 935 h 936"/>
              <a:gd name="T24" fmla="*/ 0 w 1401"/>
              <a:gd name="T25" fmla="*/ 585 h 936"/>
              <a:gd name="T26" fmla="*/ 312 w 1401"/>
              <a:gd name="T27" fmla="*/ 238 h 936"/>
              <a:gd name="T28" fmla="*/ 700 w 1401"/>
              <a:gd name="T29" fmla="*/ 0 h 936"/>
              <a:gd name="T30" fmla="*/ 1129 w 1401"/>
              <a:gd name="T31" fmla="*/ 3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01" h="936">
                <a:moveTo>
                  <a:pt x="817" y="525"/>
                </a:moveTo>
                <a:lnTo>
                  <a:pt x="992" y="525"/>
                </a:lnTo>
                <a:lnTo>
                  <a:pt x="700" y="235"/>
                </a:lnTo>
                <a:lnTo>
                  <a:pt x="407" y="525"/>
                </a:lnTo>
                <a:lnTo>
                  <a:pt x="582" y="525"/>
                </a:lnTo>
                <a:lnTo>
                  <a:pt x="582" y="760"/>
                </a:lnTo>
                <a:lnTo>
                  <a:pt x="817" y="760"/>
                </a:lnTo>
                <a:lnTo>
                  <a:pt x="817" y="525"/>
                </a:lnTo>
                <a:close/>
                <a:moveTo>
                  <a:pt x="1129" y="353"/>
                </a:moveTo>
                <a:cubicBezTo>
                  <a:pt x="1279" y="363"/>
                  <a:pt x="1400" y="489"/>
                  <a:pt x="1400" y="642"/>
                </a:cubicBezTo>
                <a:cubicBezTo>
                  <a:pt x="1400" y="804"/>
                  <a:pt x="1269" y="935"/>
                  <a:pt x="1107" y="935"/>
                </a:cubicBezTo>
                <a:lnTo>
                  <a:pt x="350" y="935"/>
                </a:lnTo>
                <a:cubicBezTo>
                  <a:pt x="156" y="935"/>
                  <a:pt x="0" y="779"/>
                  <a:pt x="0" y="585"/>
                </a:cubicBezTo>
                <a:cubicBezTo>
                  <a:pt x="0" y="404"/>
                  <a:pt x="137" y="257"/>
                  <a:pt x="312" y="238"/>
                </a:cubicBezTo>
                <a:cubicBezTo>
                  <a:pt x="385" y="98"/>
                  <a:pt x="530" y="0"/>
                  <a:pt x="700" y="0"/>
                </a:cubicBezTo>
                <a:cubicBezTo>
                  <a:pt x="913" y="0"/>
                  <a:pt x="1088" y="150"/>
                  <a:pt x="1129" y="35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239421" y="638175"/>
            <a:ext cx="504825" cy="336550"/>
          </a:xfrm>
          <a:custGeom>
            <a:avLst/>
            <a:gdLst>
              <a:gd name="T0" fmla="*/ 1108 w 1401"/>
              <a:gd name="T1" fmla="*/ 817 h 936"/>
              <a:gd name="T2" fmla="*/ 1283 w 1401"/>
              <a:gd name="T3" fmla="*/ 642 h 936"/>
              <a:gd name="T4" fmla="*/ 1108 w 1401"/>
              <a:gd name="T5" fmla="*/ 467 h 936"/>
              <a:gd name="T6" fmla="*/ 1020 w 1401"/>
              <a:gd name="T7" fmla="*/ 467 h 936"/>
              <a:gd name="T8" fmla="*/ 1020 w 1401"/>
              <a:gd name="T9" fmla="*/ 437 h 936"/>
              <a:gd name="T10" fmla="*/ 700 w 1401"/>
              <a:gd name="T11" fmla="*/ 117 h 936"/>
              <a:gd name="T12" fmla="*/ 391 w 1401"/>
              <a:gd name="T13" fmla="*/ 350 h 936"/>
              <a:gd name="T14" fmla="*/ 350 w 1401"/>
              <a:gd name="T15" fmla="*/ 350 h 936"/>
              <a:gd name="T16" fmla="*/ 118 w 1401"/>
              <a:gd name="T17" fmla="*/ 585 h 936"/>
              <a:gd name="T18" fmla="*/ 350 w 1401"/>
              <a:gd name="T19" fmla="*/ 817 h 936"/>
              <a:gd name="T20" fmla="*/ 1108 w 1401"/>
              <a:gd name="T21" fmla="*/ 817 h 936"/>
              <a:gd name="T22" fmla="*/ 1129 w 1401"/>
              <a:gd name="T23" fmla="*/ 353 h 936"/>
              <a:gd name="T24" fmla="*/ 1400 w 1401"/>
              <a:gd name="T25" fmla="*/ 642 h 936"/>
              <a:gd name="T26" fmla="*/ 1108 w 1401"/>
              <a:gd name="T27" fmla="*/ 935 h 936"/>
              <a:gd name="T28" fmla="*/ 350 w 1401"/>
              <a:gd name="T29" fmla="*/ 935 h 936"/>
              <a:gd name="T30" fmla="*/ 0 w 1401"/>
              <a:gd name="T31" fmla="*/ 585 h 936"/>
              <a:gd name="T32" fmla="*/ 312 w 1401"/>
              <a:gd name="T33" fmla="*/ 238 h 936"/>
              <a:gd name="T34" fmla="*/ 700 w 1401"/>
              <a:gd name="T35" fmla="*/ 0 h 936"/>
              <a:gd name="T36" fmla="*/ 1129 w 1401"/>
              <a:gd name="T37" fmla="*/ 3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01" h="936">
                <a:moveTo>
                  <a:pt x="1108" y="817"/>
                </a:moveTo>
                <a:cubicBezTo>
                  <a:pt x="1203" y="817"/>
                  <a:pt x="1283" y="737"/>
                  <a:pt x="1283" y="642"/>
                </a:cubicBezTo>
                <a:cubicBezTo>
                  <a:pt x="1283" y="546"/>
                  <a:pt x="1203" y="467"/>
                  <a:pt x="1108" y="467"/>
                </a:cubicBezTo>
                <a:lnTo>
                  <a:pt x="1020" y="467"/>
                </a:lnTo>
                <a:lnTo>
                  <a:pt x="1020" y="437"/>
                </a:lnTo>
                <a:cubicBezTo>
                  <a:pt x="1020" y="260"/>
                  <a:pt x="878" y="117"/>
                  <a:pt x="700" y="117"/>
                </a:cubicBezTo>
                <a:cubicBezTo>
                  <a:pt x="553" y="117"/>
                  <a:pt x="429" y="216"/>
                  <a:pt x="391" y="350"/>
                </a:cubicBezTo>
                <a:lnTo>
                  <a:pt x="350" y="350"/>
                </a:lnTo>
                <a:cubicBezTo>
                  <a:pt x="222" y="350"/>
                  <a:pt x="118" y="456"/>
                  <a:pt x="118" y="585"/>
                </a:cubicBezTo>
                <a:cubicBezTo>
                  <a:pt x="118" y="713"/>
                  <a:pt x="222" y="817"/>
                  <a:pt x="350" y="817"/>
                </a:cubicBezTo>
                <a:lnTo>
                  <a:pt x="1108" y="817"/>
                </a:lnTo>
                <a:close/>
                <a:moveTo>
                  <a:pt x="1129" y="353"/>
                </a:moveTo>
                <a:cubicBezTo>
                  <a:pt x="1280" y="363"/>
                  <a:pt x="1400" y="489"/>
                  <a:pt x="1400" y="642"/>
                </a:cubicBezTo>
                <a:cubicBezTo>
                  <a:pt x="1400" y="804"/>
                  <a:pt x="1269" y="935"/>
                  <a:pt x="1108" y="935"/>
                </a:cubicBezTo>
                <a:lnTo>
                  <a:pt x="350" y="935"/>
                </a:lnTo>
                <a:cubicBezTo>
                  <a:pt x="156" y="935"/>
                  <a:pt x="0" y="779"/>
                  <a:pt x="0" y="585"/>
                </a:cubicBezTo>
                <a:cubicBezTo>
                  <a:pt x="0" y="404"/>
                  <a:pt x="137" y="257"/>
                  <a:pt x="312" y="238"/>
                </a:cubicBezTo>
                <a:cubicBezTo>
                  <a:pt x="386" y="98"/>
                  <a:pt x="531" y="0"/>
                  <a:pt x="700" y="0"/>
                </a:cubicBezTo>
                <a:cubicBezTo>
                  <a:pt x="913" y="0"/>
                  <a:pt x="1088" y="150"/>
                  <a:pt x="1129" y="35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22096" y="617539"/>
            <a:ext cx="504825" cy="377825"/>
          </a:xfrm>
          <a:custGeom>
            <a:avLst/>
            <a:gdLst>
              <a:gd name="T0" fmla="*/ 451 w 1401"/>
              <a:gd name="T1" fmla="*/ 350 h 1051"/>
              <a:gd name="T2" fmla="*/ 350 w 1401"/>
              <a:gd name="T3" fmla="*/ 350 h 1051"/>
              <a:gd name="T4" fmla="*/ 117 w 1401"/>
              <a:gd name="T5" fmla="*/ 586 h 1051"/>
              <a:gd name="T6" fmla="*/ 350 w 1401"/>
              <a:gd name="T7" fmla="*/ 818 h 1051"/>
              <a:gd name="T8" fmla="*/ 918 w 1401"/>
              <a:gd name="T9" fmla="*/ 818 h 1051"/>
              <a:gd name="T10" fmla="*/ 451 w 1401"/>
              <a:gd name="T11" fmla="*/ 350 h 1051"/>
              <a:gd name="T12" fmla="*/ 175 w 1401"/>
              <a:gd name="T13" fmla="*/ 74 h 1051"/>
              <a:gd name="T14" fmla="*/ 248 w 1401"/>
              <a:gd name="T15" fmla="*/ 0 h 1051"/>
              <a:gd name="T16" fmla="*/ 1225 w 1401"/>
              <a:gd name="T17" fmla="*/ 976 h 1051"/>
              <a:gd name="T18" fmla="*/ 1151 w 1401"/>
              <a:gd name="T19" fmla="*/ 1050 h 1051"/>
              <a:gd name="T20" fmla="*/ 1033 w 1401"/>
              <a:gd name="T21" fmla="*/ 935 h 1051"/>
              <a:gd name="T22" fmla="*/ 350 w 1401"/>
              <a:gd name="T23" fmla="*/ 935 h 1051"/>
              <a:gd name="T24" fmla="*/ 0 w 1401"/>
              <a:gd name="T25" fmla="*/ 586 h 1051"/>
              <a:gd name="T26" fmla="*/ 336 w 1401"/>
              <a:gd name="T27" fmla="*/ 236 h 1051"/>
              <a:gd name="T28" fmla="*/ 175 w 1401"/>
              <a:gd name="T29" fmla="*/ 74 h 1051"/>
              <a:gd name="T30" fmla="*/ 1129 w 1401"/>
              <a:gd name="T31" fmla="*/ 353 h 1051"/>
              <a:gd name="T32" fmla="*/ 1400 w 1401"/>
              <a:gd name="T33" fmla="*/ 643 h 1051"/>
              <a:gd name="T34" fmla="*/ 1277 w 1401"/>
              <a:gd name="T35" fmla="*/ 881 h 1051"/>
              <a:gd name="T36" fmla="*/ 1192 w 1401"/>
              <a:gd name="T37" fmla="*/ 796 h 1051"/>
              <a:gd name="T38" fmla="*/ 1282 w 1401"/>
              <a:gd name="T39" fmla="*/ 643 h 1051"/>
              <a:gd name="T40" fmla="*/ 1107 w 1401"/>
              <a:gd name="T41" fmla="*/ 468 h 1051"/>
              <a:gd name="T42" fmla="*/ 1020 w 1401"/>
              <a:gd name="T43" fmla="*/ 468 h 1051"/>
              <a:gd name="T44" fmla="*/ 1020 w 1401"/>
              <a:gd name="T45" fmla="*/ 438 h 1051"/>
              <a:gd name="T46" fmla="*/ 700 w 1401"/>
              <a:gd name="T47" fmla="*/ 118 h 1051"/>
              <a:gd name="T48" fmla="*/ 552 w 1401"/>
              <a:gd name="T49" fmla="*/ 154 h 1051"/>
              <a:gd name="T50" fmla="*/ 464 w 1401"/>
              <a:gd name="T51" fmla="*/ 69 h 1051"/>
              <a:gd name="T52" fmla="*/ 700 w 1401"/>
              <a:gd name="T53" fmla="*/ 0 h 1051"/>
              <a:gd name="T54" fmla="*/ 1129 w 1401"/>
              <a:gd name="T55" fmla="*/ 35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401" h="1051">
                <a:moveTo>
                  <a:pt x="451" y="350"/>
                </a:moveTo>
                <a:lnTo>
                  <a:pt x="350" y="350"/>
                </a:lnTo>
                <a:cubicBezTo>
                  <a:pt x="221" y="350"/>
                  <a:pt x="117" y="457"/>
                  <a:pt x="117" y="586"/>
                </a:cubicBezTo>
                <a:cubicBezTo>
                  <a:pt x="117" y="714"/>
                  <a:pt x="221" y="818"/>
                  <a:pt x="350" y="818"/>
                </a:cubicBezTo>
                <a:lnTo>
                  <a:pt x="918" y="818"/>
                </a:lnTo>
                <a:lnTo>
                  <a:pt x="451" y="350"/>
                </a:lnTo>
                <a:close/>
                <a:moveTo>
                  <a:pt x="175" y="74"/>
                </a:moveTo>
                <a:lnTo>
                  <a:pt x="248" y="0"/>
                </a:lnTo>
                <a:lnTo>
                  <a:pt x="1225" y="976"/>
                </a:lnTo>
                <a:lnTo>
                  <a:pt x="1151" y="1050"/>
                </a:lnTo>
                <a:lnTo>
                  <a:pt x="1033" y="935"/>
                </a:lnTo>
                <a:lnTo>
                  <a:pt x="350" y="935"/>
                </a:lnTo>
                <a:cubicBezTo>
                  <a:pt x="155" y="935"/>
                  <a:pt x="0" y="780"/>
                  <a:pt x="0" y="586"/>
                </a:cubicBezTo>
                <a:cubicBezTo>
                  <a:pt x="0" y="397"/>
                  <a:pt x="150" y="244"/>
                  <a:pt x="336" y="236"/>
                </a:cubicBezTo>
                <a:lnTo>
                  <a:pt x="175" y="74"/>
                </a:lnTo>
                <a:close/>
                <a:moveTo>
                  <a:pt x="1129" y="353"/>
                </a:moveTo>
                <a:cubicBezTo>
                  <a:pt x="1279" y="364"/>
                  <a:pt x="1400" y="490"/>
                  <a:pt x="1400" y="643"/>
                </a:cubicBezTo>
                <a:cubicBezTo>
                  <a:pt x="1400" y="741"/>
                  <a:pt x="1350" y="829"/>
                  <a:pt x="1277" y="881"/>
                </a:cubicBezTo>
                <a:lnTo>
                  <a:pt x="1192" y="796"/>
                </a:lnTo>
                <a:cubicBezTo>
                  <a:pt x="1246" y="766"/>
                  <a:pt x="1282" y="709"/>
                  <a:pt x="1282" y="643"/>
                </a:cubicBezTo>
                <a:cubicBezTo>
                  <a:pt x="1282" y="547"/>
                  <a:pt x="1203" y="468"/>
                  <a:pt x="1107" y="468"/>
                </a:cubicBezTo>
                <a:lnTo>
                  <a:pt x="1020" y="468"/>
                </a:lnTo>
                <a:lnTo>
                  <a:pt x="1020" y="438"/>
                </a:lnTo>
                <a:cubicBezTo>
                  <a:pt x="1020" y="260"/>
                  <a:pt x="877" y="118"/>
                  <a:pt x="700" y="118"/>
                </a:cubicBezTo>
                <a:cubicBezTo>
                  <a:pt x="645" y="118"/>
                  <a:pt x="596" y="129"/>
                  <a:pt x="552" y="154"/>
                </a:cubicBezTo>
                <a:lnTo>
                  <a:pt x="464" y="69"/>
                </a:lnTo>
                <a:cubicBezTo>
                  <a:pt x="533" y="25"/>
                  <a:pt x="612" y="0"/>
                  <a:pt x="700" y="0"/>
                </a:cubicBezTo>
                <a:cubicBezTo>
                  <a:pt x="913" y="0"/>
                  <a:pt x="1088" y="151"/>
                  <a:pt x="1129" y="35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04771" y="638175"/>
            <a:ext cx="504825" cy="336550"/>
          </a:xfrm>
          <a:custGeom>
            <a:avLst/>
            <a:gdLst>
              <a:gd name="T0" fmla="*/ 993 w 1401"/>
              <a:gd name="T1" fmla="*/ 525 h 936"/>
              <a:gd name="T2" fmla="*/ 818 w 1401"/>
              <a:gd name="T3" fmla="*/ 525 h 936"/>
              <a:gd name="T4" fmla="*/ 818 w 1401"/>
              <a:gd name="T5" fmla="*/ 292 h 936"/>
              <a:gd name="T6" fmla="*/ 582 w 1401"/>
              <a:gd name="T7" fmla="*/ 292 h 936"/>
              <a:gd name="T8" fmla="*/ 582 w 1401"/>
              <a:gd name="T9" fmla="*/ 525 h 936"/>
              <a:gd name="T10" fmla="*/ 407 w 1401"/>
              <a:gd name="T11" fmla="*/ 525 h 936"/>
              <a:gd name="T12" fmla="*/ 700 w 1401"/>
              <a:gd name="T13" fmla="*/ 817 h 936"/>
              <a:gd name="T14" fmla="*/ 993 w 1401"/>
              <a:gd name="T15" fmla="*/ 525 h 936"/>
              <a:gd name="T16" fmla="*/ 1129 w 1401"/>
              <a:gd name="T17" fmla="*/ 353 h 936"/>
              <a:gd name="T18" fmla="*/ 1400 w 1401"/>
              <a:gd name="T19" fmla="*/ 642 h 936"/>
              <a:gd name="T20" fmla="*/ 1107 w 1401"/>
              <a:gd name="T21" fmla="*/ 935 h 936"/>
              <a:gd name="T22" fmla="*/ 350 w 1401"/>
              <a:gd name="T23" fmla="*/ 935 h 936"/>
              <a:gd name="T24" fmla="*/ 0 w 1401"/>
              <a:gd name="T25" fmla="*/ 585 h 936"/>
              <a:gd name="T26" fmla="*/ 312 w 1401"/>
              <a:gd name="T27" fmla="*/ 238 h 936"/>
              <a:gd name="T28" fmla="*/ 700 w 1401"/>
              <a:gd name="T29" fmla="*/ 0 h 936"/>
              <a:gd name="T30" fmla="*/ 1129 w 1401"/>
              <a:gd name="T31" fmla="*/ 3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401" h="936">
                <a:moveTo>
                  <a:pt x="993" y="525"/>
                </a:moveTo>
                <a:lnTo>
                  <a:pt x="818" y="525"/>
                </a:lnTo>
                <a:lnTo>
                  <a:pt x="818" y="292"/>
                </a:lnTo>
                <a:lnTo>
                  <a:pt x="582" y="292"/>
                </a:lnTo>
                <a:lnTo>
                  <a:pt x="582" y="525"/>
                </a:lnTo>
                <a:lnTo>
                  <a:pt x="407" y="525"/>
                </a:lnTo>
                <a:lnTo>
                  <a:pt x="700" y="817"/>
                </a:lnTo>
                <a:lnTo>
                  <a:pt x="993" y="525"/>
                </a:lnTo>
                <a:close/>
                <a:moveTo>
                  <a:pt x="1129" y="353"/>
                </a:moveTo>
                <a:cubicBezTo>
                  <a:pt x="1280" y="363"/>
                  <a:pt x="1400" y="489"/>
                  <a:pt x="1400" y="642"/>
                </a:cubicBezTo>
                <a:cubicBezTo>
                  <a:pt x="1400" y="804"/>
                  <a:pt x="1269" y="935"/>
                  <a:pt x="1107" y="935"/>
                </a:cubicBezTo>
                <a:lnTo>
                  <a:pt x="350" y="935"/>
                </a:lnTo>
                <a:cubicBezTo>
                  <a:pt x="156" y="935"/>
                  <a:pt x="0" y="779"/>
                  <a:pt x="0" y="585"/>
                </a:cubicBezTo>
                <a:cubicBezTo>
                  <a:pt x="0" y="404"/>
                  <a:pt x="137" y="257"/>
                  <a:pt x="312" y="238"/>
                </a:cubicBezTo>
                <a:cubicBezTo>
                  <a:pt x="386" y="98"/>
                  <a:pt x="530" y="0"/>
                  <a:pt x="700" y="0"/>
                </a:cubicBezTo>
                <a:cubicBezTo>
                  <a:pt x="913" y="0"/>
                  <a:pt x="1088" y="150"/>
                  <a:pt x="1129" y="35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487446" y="638175"/>
            <a:ext cx="504825" cy="336550"/>
          </a:xfrm>
          <a:custGeom>
            <a:avLst/>
            <a:gdLst>
              <a:gd name="T0" fmla="*/ 583 w 1401"/>
              <a:gd name="T1" fmla="*/ 760 h 936"/>
              <a:gd name="T2" fmla="*/ 968 w 1401"/>
              <a:gd name="T3" fmla="*/ 374 h 936"/>
              <a:gd name="T4" fmla="*/ 886 w 1401"/>
              <a:gd name="T5" fmla="*/ 292 h 936"/>
              <a:gd name="T6" fmla="*/ 583 w 1401"/>
              <a:gd name="T7" fmla="*/ 593 h 936"/>
              <a:gd name="T8" fmla="*/ 462 w 1401"/>
              <a:gd name="T9" fmla="*/ 473 h 936"/>
              <a:gd name="T10" fmla="*/ 380 w 1401"/>
              <a:gd name="T11" fmla="*/ 555 h 936"/>
              <a:gd name="T12" fmla="*/ 583 w 1401"/>
              <a:gd name="T13" fmla="*/ 760 h 936"/>
              <a:gd name="T14" fmla="*/ 1130 w 1401"/>
              <a:gd name="T15" fmla="*/ 353 h 936"/>
              <a:gd name="T16" fmla="*/ 1400 w 1401"/>
              <a:gd name="T17" fmla="*/ 642 h 936"/>
              <a:gd name="T18" fmla="*/ 1108 w 1401"/>
              <a:gd name="T19" fmla="*/ 935 h 936"/>
              <a:gd name="T20" fmla="*/ 350 w 1401"/>
              <a:gd name="T21" fmla="*/ 935 h 936"/>
              <a:gd name="T22" fmla="*/ 0 w 1401"/>
              <a:gd name="T23" fmla="*/ 585 h 936"/>
              <a:gd name="T24" fmla="*/ 312 w 1401"/>
              <a:gd name="T25" fmla="*/ 238 h 936"/>
              <a:gd name="T26" fmla="*/ 700 w 1401"/>
              <a:gd name="T27" fmla="*/ 0 h 936"/>
              <a:gd name="T28" fmla="*/ 1130 w 1401"/>
              <a:gd name="T29" fmla="*/ 3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01" h="936">
                <a:moveTo>
                  <a:pt x="583" y="760"/>
                </a:moveTo>
                <a:lnTo>
                  <a:pt x="968" y="374"/>
                </a:lnTo>
                <a:lnTo>
                  <a:pt x="886" y="292"/>
                </a:lnTo>
                <a:lnTo>
                  <a:pt x="583" y="593"/>
                </a:lnTo>
                <a:lnTo>
                  <a:pt x="462" y="473"/>
                </a:lnTo>
                <a:lnTo>
                  <a:pt x="380" y="555"/>
                </a:lnTo>
                <a:lnTo>
                  <a:pt x="583" y="760"/>
                </a:lnTo>
                <a:close/>
                <a:moveTo>
                  <a:pt x="1130" y="353"/>
                </a:moveTo>
                <a:cubicBezTo>
                  <a:pt x="1280" y="363"/>
                  <a:pt x="1400" y="489"/>
                  <a:pt x="1400" y="642"/>
                </a:cubicBezTo>
                <a:cubicBezTo>
                  <a:pt x="1400" y="804"/>
                  <a:pt x="1269" y="935"/>
                  <a:pt x="1108" y="935"/>
                </a:cubicBezTo>
                <a:lnTo>
                  <a:pt x="350" y="935"/>
                </a:lnTo>
                <a:cubicBezTo>
                  <a:pt x="156" y="935"/>
                  <a:pt x="0" y="779"/>
                  <a:pt x="0" y="585"/>
                </a:cubicBezTo>
                <a:cubicBezTo>
                  <a:pt x="0" y="404"/>
                  <a:pt x="137" y="257"/>
                  <a:pt x="312" y="238"/>
                </a:cubicBezTo>
                <a:cubicBezTo>
                  <a:pt x="386" y="98"/>
                  <a:pt x="531" y="0"/>
                  <a:pt x="700" y="0"/>
                </a:cubicBezTo>
                <a:cubicBezTo>
                  <a:pt x="914" y="0"/>
                  <a:pt x="1089" y="150"/>
                  <a:pt x="1130" y="35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12981" y="596900"/>
            <a:ext cx="419100" cy="419100"/>
          </a:xfrm>
          <a:custGeom>
            <a:avLst/>
            <a:gdLst>
              <a:gd name="T0" fmla="*/ 845 w 1166"/>
              <a:gd name="T1" fmla="*/ 815 h 1166"/>
              <a:gd name="T2" fmla="*/ 990 w 1166"/>
              <a:gd name="T3" fmla="*/ 670 h 1166"/>
              <a:gd name="T4" fmla="*/ 845 w 1166"/>
              <a:gd name="T5" fmla="*/ 525 h 1166"/>
              <a:gd name="T6" fmla="*/ 815 w 1166"/>
              <a:gd name="T7" fmla="*/ 525 h 1166"/>
              <a:gd name="T8" fmla="*/ 583 w 1166"/>
              <a:gd name="T9" fmla="*/ 290 h 1166"/>
              <a:gd name="T10" fmla="*/ 359 w 1166"/>
              <a:gd name="T11" fmla="*/ 468 h 1166"/>
              <a:gd name="T12" fmla="*/ 350 w 1166"/>
              <a:gd name="T13" fmla="*/ 465 h 1166"/>
              <a:gd name="T14" fmla="*/ 175 w 1166"/>
              <a:gd name="T15" fmla="*/ 640 h 1166"/>
              <a:gd name="T16" fmla="*/ 350 w 1166"/>
              <a:gd name="T17" fmla="*/ 815 h 1166"/>
              <a:gd name="T18" fmla="*/ 845 w 1166"/>
              <a:gd name="T19" fmla="*/ 815 h 1166"/>
              <a:gd name="T20" fmla="*/ 583 w 1166"/>
              <a:gd name="T21" fmla="*/ 0 h 1166"/>
              <a:gd name="T22" fmla="*/ 1165 w 1166"/>
              <a:gd name="T23" fmla="*/ 582 h 1166"/>
              <a:gd name="T24" fmla="*/ 583 w 1166"/>
              <a:gd name="T25" fmla="*/ 1165 h 1166"/>
              <a:gd name="T26" fmla="*/ 0 w 1166"/>
              <a:gd name="T27" fmla="*/ 582 h 1166"/>
              <a:gd name="T28" fmla="*/ 583 w 1166"/>
              <a:gd name="T2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6">
                <a:moveTo>
                  <a:pt x="845" y="815"/>
                </a:moveTo>
                <a:cubicBezTo>
                  <a:pt x="925" y="815"/>
                  <a:pt x="990" y="749"/>
                  <a:pt x="990" y="670"/>
                </a:cubicBezTo>
                <a:cubicBezTo>
                  <a:pt x="990" y="591"/>
                  <a:pt x="925" y="525"/>
                  <a:pt x="845" y="525"/>
                </a:cubicBezTo>
                <a:lnTo>
                  <a:pt x="815" y="525"/>
                </a:lnTo>
                <a:cubicBezTo>
                  <a:pt x="815" y="396"/>
                  <a:pt x="711" y="290"/>
                  <a:pt x="583" y="290"/>
                </a:cubicBezTo>
                <a:cubicBezTo>
                  <a:pt x="473" y="290"/>
                  <a:pt x="383" y="366"/>
                  <a:pt x="359" y="468"/>
                </a:cubicBezTo>
                <a:lnTo>
                  <a:pt x="350" y="465"/>
                </a:lnTo>
                <a:cubicBezTo>
                  <a:pt x="255" y="465"/>
                  <a:pt x="175" y="544"/>
                  <a:pt x="175" y="640"/>
                </a:cubicBezTo>
                <a:cubicBezTo>
                  <a:pt x="175" y="735"/>
                  <a:pt x="255" y="815"/>
                  <a:pt x="350" y="815"/>
                </a:cubicBezTo>
                <a:lnTo>
                  <a:pt x="845" y="815"/>
                </a:ln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6" y="1165"/>
                  <a:pt x="583" y="1165"/>
                </a:cubicBezTo>
                <a:cubicBezTo>
                  <a:pt x="261" y="1165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716296" y="638175"/>
            <a:ext cx="377825" cy="336550"/>
          </a:xfrm>
          <a:custGeom>
            <a:avLst/>
            <a:gdLst>
              <a:gd name="T0" fmla="*/ 875 w 1051"/>
              <a:gd name="T1" fmla="*/ 410 h 936"/>
              <a:gd name="T2" fmla="*/ 875 w 1051"/>
              <a:gd name="T3" fmla="*/ 350 h 936"/>
              <a:gd name="T4" fmla="*/ 818 w 1051"/>
              <a:gd name="T5" fmla="*/ 292 h 936"/>
              <a:gd name="T6" fmla="*/ 643 w 1051"/>
              <a:gd name="T7" fmla="*/ 292 h 936"/>
              <a:gd name="T8" fmla="*/ 583 w 1051"/>
              <a:gd name="T9" fmla="*/ 350 h 936"/>
              <a:gd name="T10" fmla="*/ 583 w 1051"/>
              <a:gd name="T11" fmla="*/ 585 h 936"/>
              <a:gd name="T12" fmla="*/ 643 w 1051"/>
              <a:gd name="T13" fmla="*/ 642 h 936"/>
              <a:gd name="T14" fmla="*/ 818 w 1051"/>
              <a:gd name="T15" fmla="*/ 642 h 936"/>
              <a:gd name="T16" fmla="*/ 875 w 1051"/>
              <a:gd name="T17" fmla="*/ 585 h 936"/>
              <a:gd name="T18" fmla="*/ 875 w 1051"/>
              <a:gd name="T19" fmla="*/ 525 h 936"/>
              <a:gd name="T20" fmla="*/ 788 w 1051"/>
              <a:gd name="T21" fmla="*/ 525 h 936"/>
              <a:gd name="T22" fmla="*/ 788 w 1051"/>
              <a:gd name="T23" fmla="*/ 555 h 936"/>
              <a:gd name="T24" fmla="*/ 670 w 1051"/>
              <a:gd name="T25" fmla="*/ 555 h 936"/>
              <a:gd name="T26" fmla="*/ 670 w 1051"/>
              <a:gd name="T27" fmla="*/ 380 h 936"/>
              <a:gd name="T28" fmla="*/ 788 w 1051"/>
              <a:gd name="T29" fmla="*/ 380 h 936"/>
              <a:gd name="T30" fmla="*/ 788 w 1051"/>
              <a:gd name="T31" fmla="*/ 410 h 936"/>
              <a:gd name="T32" fmla="*/ 875 w 1051"/>
              <a:gd name="T33" fmla="*/ 410 h 936"/>
              <a:gd name="T34" fmla="*/ 468 w 1051"/>
              <a:gd name="T35" fmla="*/ 410 h 936"/>
              <a:gd name="T36" fmla="*/ 468 w 1051"/>
              <a:gd name="T37" fmla="*/ 350 h 936"/>
              <a:gd name="T38" fmla="*/ 408 w 1051"/>
              <a:gd name="T39" fmla="*/ 292 h 936"/>
              <a:gd name="T40" fmla="*/ 233 w 1051"/>
              <a:gd name="T41" fmla="*/ 292 h 936"/>
              <a:gd name="T42" fmla="*/ 175 w 1051"/>
              <a:gd name="T43" fmla="*/ 350 h 936"/>
              <a:gd name="T44" fmla="*/ 175 w 1051"/>
              <a:gd name="T45" fmla="*/ 585 h 936"/>
              <a:gd name="T46" fmla="*/ 233 w 1051"/>
              <a:gd name="T47" fmla="*/ 642 h 936"/>
              <a:gd name="T48" fmla="*/ 408 w 1051"/>
              <a:gd name="T49" fmla="*/ 642 h 936"/>
              <a:gd name="T50" fmla="*/ 468 w 1051"/>
              <a:gd name="T51" fmla="*/ 585 h 936"/>
              <a:gd name="T52" fmla="*/ 468 w 1051"/>
              <a:gd name="T53" fmla="*/ 525 h 936"/>
              <a:gd name="T54" fmla="*/ 380 w 1051"/>
              <a:gd name="T55" fmla="*/ 525 h 936"/>
              <a:gd name="T56" fmla="*/ 380 w 1051"/>
              <a:gd name="T57" fmla="*/ 555 h 936"/>
              <a:gd name="T58" fmla="*/ 263 w 1051"/>
              <a:gd name="T59" fmla="*/ 555 h 936"/>
              <a:gd name="T60" fmla="*/ 263 w 1051"/>
              <a:gd name="T61" fmla="*/ 380 h 936"/>
              <a:gd name="T62" fmla="*/ 380 w 1051"/>
              <a:gd name="T63" fmla="*/ 380 h 936"/>
              <a:gd name="T64" fmla="*/ 380 w 1051"/>
              <a:gd name="T65" fmla="*/ 410 h 936"/>
              <a:gd name="T66" fmla="*/ 468 w 1051"/>
              <a:gd name="T67" fmla="*/ 410 h 936"/>
              <a:gd name="T68" fmla="*/ 1050 w 1051"/>
              <a:gd name="T69" fmla="*/ 117 h 936"/>
              <a:gd name="T70" fmla="*/ 1050 w 1051"/>
              <a:gd name="T71" fmla="*/ 817 h 936"/>
              <a:gd name="T72" fmla="*/ 933 w 1051"/>
              <a:gd name="T73" fmla="*/ 935 h 936"/>
              <a:gd name="T74" fmla="*/ 118 w 1051"/>
              <a:gd name="T75" fmla="*/ 935 h 936"/>
              <a:gd name="T76" fmla="*/ 0 w 1051"/>
              <a:gd name="T77" fmla="*/ 817 h 936"/>
              <a:gd name="T78" fmla="*/ 0 w 1051"/>
              <a:gd name="T79" fmla="*/ 117 h 936"/>
              <a:gd name="T80" fmla="*/ 118 w 1051"/>
              <a:gd name="T81" fmla="*/ 0 h 936"/>
              <a:gd name="T82" fmla="*/ 933 w 1051"/>
              <a:gd name="T83" fmla="*/ 0 h 936"/>
              <a:gd name="T84" fmla="*/ 1050 w 1051"/>
              <a:gd name="T85" fmla="*/ 11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51" h="936">
                <a:moveTo>
                  <a:pt x="875" y="410"/>
                </a:moveTo>
                <a:lnTo>
                  <a:pt x="875" y="350"/>
                </a:lnTo>
                <a:cubicBezTo>
                  <a:pt x="875" y="317"/>
                  <a:pt x="851" y="292"/>
                  <a:pt x="818" y="292"/>
                </a:cubicBezTo>
                <a:lnTo>
                  <a:pt x="643" y="292"/>
                </a:lnTo>
                <a:cubicBezTo>
                  <a:pt x="610" y="292"/>
                  <a:pt x="583" y="317"/>
                  <a:pt x="583" y="350"/>
                </a:cubicBezTo>
                <a:lnTo>
                  <a:pt x="583" y="585"/>
                </a:lnTo>
                <a:cubicBezTo>
                  <a:pt x="583" y="618"/>
                  <a:pt x="610" y="642"/>
                  <a:pt x="643" y="642"/>
                </a:cubicBezTo>
                <a:lnTo>
                  <a:pt x="818" y="642"/>
                </a:lnTo>
                <a:cubicBezTo>
                  <a:pt x="851" y="642"/>
                  <a:pt x="875" y="618"/>
                  <a:pt x="875" y="585"/>
                </a:cubicBezTo>
                <a:lnTo>
                  <a:pt x="875" y="525"/>
                </a:lnTo>
                <a:lnTo>
                  <a:pt x="788" y="525"/>
                </a:lnTo>
                <a:lnTo>
                  <a:pt x="788" y="555"/>
                </a:lnTo>
                <a:lnTo>
                  <a:pt x="670" y="555"/>
                </a:lnTo>
                <a:lnTo>
                  <a:pt x="670" y="380"/>
                </a:lnTo>
                <a:lnTo>
                  <a:pt x="788" y="380"/>
                </a:lnTo>
                <a:lnTo>
                  <a:pt x="788" y="410"/>
                </a:lnTo>
                <a:lnTo>
                  <a:pt x="875" y="410"/>
                </a:lnTo>
                <a:close/>
                <a:moveTo>
                  <a:pt x="468" y="410"/>
                </a:moveTo>
                <a:lnTo>
                  <a:pt x="468" y="350"/>
                </a:lnTo>
                <a:cubicBezTo>
                  <a:pt x="468" y="317"/>
                  <a:pt x="440" y="292"/>
                  <a:pt x="408" y="292"/>
                </a:cubicBezTo>
                <a:lnTo>
                  <a:pt x="233" y="292"/>
                </a:lnTo>
                <a:cubicBezTo>
                  <a:pt x="200" y="292"/>
                  <a:pt x="175" y="317"/>
                  <a:pt x="175" y="350"/>
                </a:cubicBezTo>
                <a:lnTo>
                  <a:pt x="175" y="585"/>
                </a:lnTo>
                <a:cubicBezTo>
                  <a:pt x="175" y="618"/>
                  <a:pt x="200" y="642"/>
                  <a:pt x="233" y="642"/>
                </a:cubicBezTo>
                <a:lnTo>
                  <a:pt x="408" y="642"/>
                </a:lnTo>
                <a:cubicBezTo>
                  <a:pt x="440" y="642"/>
                  <a:pt x="468" y="618"/>
                  <a:pt x="468" y="585"/>
                </a:cubicBezTo>
                <a:lnTo>
                  <a:pt x="468" y="525"/>
                </a:lnTo>
                <a:lnTo>
                  <a:pt x="380" y="525"/>
                </a:lnTo>
                <a:lnTo>
                  <a:pt x="380" y="555"/>
                </a:lnTo>
                <a:lnTo>
                  <a:pt x="263" y="555"/>
                </a:lnTo>
                <a:lnTo>
                  <a:pt x="263" y="380"/>
                </a:lnTo>
                <a:lnTo>
                  <a:pt x="380" y="380"/>
                </a:lnTo>
                <a:lnTo>
                  <a:pt x="380" y="410"/>
                </a:lnTo>
                <a:lnTo>
                  <a:pt x="468" y="410"/>
                </a:lnTo>
                <a:close/>
                <a:moveTo>
                  <a:pt x="1050" y="117"/>
                </a:moveTo>
                <a:lnTo>
                  <a:pt x="1050" y="817"/>
                </a:lnTo>
                <a:cubicBezTo>
                  <a:pt x="1050" y="880"/>
                  <a:pt x="995" y="935"/>
                  <a:pt x="933" y="935"/>
                </a:cubicBezTo>
                <a:lnTo>
                  <a:pt x="118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2" y="0"/>
                  <a:pt x="118" y="0"/>
                </a:cubicBezTo>
                <a:lnTo>
                  <a:pt x="933" y="0"/>
                </a:lnTo>
                <a:cubicBezTo>
                  <a:pt x="995" y="0"/>
                  <a:pt x="1050" y="55"/>
                  <a:pt x="1050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840246" y="660400"/>
            <a:ext cx="293687" cy="293688"/>
          </a:xfrm>
          <a:custGeom>
            <a:avLst/>
            <a:gdLst>
              <a:gd name="T0" fmla="*/ 815 w 816"/>
              <a:gd name="T1" fmla="*/ 82 h 816"/>
              <a:gd name="T2" fmla="*/ 490 w 816"/>
              <a:gd name="T3" fmla="*/ 407 h 816"/>
              <a:gd name="T4" fmla="*/ 815 w 816"/>
              <a:gd name="T5" fmla="*/ 733 h 816"/>
              <a:gd name="T6" fmla="*/ 733 w 816"/>
              <a:gd name="T7" fmla="*/ 815 h 816"/>
              <a:gd name="T8" fmla="*/ 408 w 816"/>
              <a:gd name="T9" fmla="*/ 489 h 816"/>
              <a:gd name="T10" fmla="*/ 82 w 816"/>
              <a:gd name="T11" fmla="*/ 815 h 816"/>
              <a:gd name="T12" fmla="*/ 0 w 816"/>
              <a:gd name="T13" fmla="*/ 733 h 816"/>
              <a:gd name="T14" fmla="*/ 326 w 816"/>
              <a:gd name="T15" fmla="*/ 407 h 816"/>
              <a:gd name="T16" fmla="*/ 0 w 816"/>
              <a:gd name="T17" fmla="*/ 82 h 816"/>
              <a:gd name="T18" fmla="*/ 82 w 816"/>
              <a:gd name="T19" fmla="*/ 0 h 816"/>
              <a:gd name="T20" fmla="*/ 408 w 816"/>
              <a:gd name="T21" fmla="*/ 325 h 816"/>
              <a:gd name="T22" fmla="*/ 733 w 816"/>
              <a:gd name="T23" fmla="*/ 0 h 816"/>
              <a:gd name="T24" fmla="*/ 815 w 816"/>
              <a:gd name="T25" fmla="*/ 82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6" h="816">
                <a:moveTo>
                  <a:pt x="815" y="82"/>
                </a:moveTo>
                <a:lnTo>
                  <a:pt x="490" y="407"/>
                </a:lnTo>
                <a:lnTo>
                  <a:pt x="815" y="733"/>
                </a:lnTo>
                <a:lnTo>
                  <a:pt x="733" y="815"/>
                </a:lnTo>
                <a:lnTo>
                  <a:pt x="408" y="489"/>
                </a:lnTo>
                <a:lnTo>
                  <a:pt x="82" y="815"/>
                </a:lnTo>
                <a:lnTo>
                  <a:pt x="0" y="733"/>
                </a:lnTo>
                <a:lnTo>
                  <a:pt x="326" y="407"/>
                </a:lnTo>
                <a:lnTo>
                  <a:pt x="0" y="82"/>
                </a:lnTo>
                <a:lnTo>
                  <a:pt x="82" y="0"/>
                </a:lnTo>
                <a:lnTo>
                  <a:pt x="408" y="325"/>
                </a:lnTo>
                <a:lnTo>
                  <a:pt x="733" y="0"/>
                </a:lnTo>
                <a:lnTo>
                  <a:pt x="815" y="8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4894" y="1468438"/>
            <a:ext cx="419100" cy="419100"/>
          </a:xfrm>
          <a:custGeom>
            <a:avLst/>
            <a:gdLst>
              <a:gd name="T0" fmla="*/ 1050 w 1166"/>
              <a:gd name="T1" fmla="*/ 582 h 1165"/>
              <a:gd name="T2" fmla="*/ 1050 w 1166"/>
              <a:gd name="T3" fmla="*/ 114 h 1165"/>
              <a:gd name="T4" fmla="*/ 757 w 1166"/>
              <a:gd name="T5" fmla="*/ 114 h 1165"/>
              <a:gd name="T6" fmla="*/ 757 w 1166"/>
              <a:gd name="T7" fmla="*/ 582 h 1165"/>
              <a:gd name="T8" fmla="*/ 902 w 1166"/>
              <a:gd name="T9" fmla="*/ 494 h 1165"/>
              <a:gd name="T10" fmla="*/ 1050 w 1166"/>
              <a:gd name="T11" fmla="*/ 582 h 1165"/>
              <a:gd name="T12" fmla="*/ 1050 w 1166"/>
              <a:gd name="T13" fmla="*/ 0 h 1165"/>
              <a:gd name="T14" fmla="*/ 1165 w 1166"/>
              <a:gd name="T15" fmla="*/ 114 h 1165"/>
              <a:gd name="T16" fmla="*/ 1165 w 1166"/>
              <a:gd name="T17" fmla="*/ 814 h 1165"/>
              <a:gd name="T18" fmla="*/ 1050 w 1166"/>
              <a:gd name="T19" fmla="*/ 932 h 1165"/>
              <a:gd name="T20" fmla="*/ 350 w 1166"/>
              <a:gd name="T21" fmla="*/ 932 h 1165"/>
              <a:gd name="T22" fmla="*/ 232 w 1166"/>
              <a:gd name="T23" fmla="*/ 814 h 1165"/>
              <a:gd name="T24" fmla="*/ 232 w 1166"/>
              <a:gd name="T25" fmla="*/ 114 h 1165"/>
              <a:gd name="T26" fmla="*/ 350 w 1166"/>
              <a:gd name="T27" fmla="*/ 0 h 1165"/>
              <a:gd name="T28" fmla="*/ 1050 w 1166"/>
              <a:gd name="T29" fmla="*/ 0 h 1165"/>
              <a:gd name="T30" fmla="*/ 115 w 1166"/>
              <a:gd name="T31" fmla="*/ 232 h 1165"/>
              <a:gd name="T32" fmla="*/ 115 w 1166"/>
              <a:gd name="T33" fmla="*/ 1049 h 1165"/>
              <a:gd name="T34" fmla="*/ 932 w 1166"/>
              <a:gd name="T35" fmla="*/ 1049 h 1165"/>
              <a:gd name="T36" fmla="*/ 932 w 1166"/>
              <a:gd name="T37" fmla="*/ 1164 h 1165"/>
              <a:gd name="T38" fmla="*/ 115 w 1166"/>
              <a:gd name="T39" fmla="*/ 1164 h 1165"/>
              <a:gd name="T40" fmla="*/ 0 w 1166"/>
              <a:gd name="T41" fmla="*/ 1049 h 1165"/>
              <a:gd name="T42" fmla="*/ 0 w 1166"/>
              <a:gd name="T43" fmla="*/ 232 h 1165"/>
              <a:gd name="T44" fmla="*/ 115 w 1166"/>
              <a:gd name="T45" fmla="*/ 232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1050" y="582"/>
                </a:moveTo>
                <a:lnTo>
                  <a:pt x="1050" y="114"/>
                </a:lnTo>
                <a:lnTo>
                  <a:pt x="757" y="114"/>
                </a:lnTo>
                <a:lnTo>
                  <a:pt x="757" y="582"/>
                </a:lnTo>
                <a:lnTo>
                  <a:pt x="902" y="494"/>
                </a:lnTo>
                <a:lnTo>
                  <a:pt x="1050" y="582"/>
                </a:lnTo>
                <a:close/>
                <a:moveTo>
                  <a:pt x="1050" y="0"/>
                </a:moveTo>
                <a:cubicBezTo>
                  <a:pt x="1113" y="0"/>
                  <a:pt x="1165" y="51"/>
                  <a:pt x="1165" y="114"/>
                </a:cubicBezTo>
                <a:lnTo>
                  <a:pt x="1165" y="814"/>
                </a:lnTo>
                <a:cubicBezTo>
                  <a:pt x="1165" y="877"/>
                  <a:pt x="1113" y="932"/>
                  <a:pt x="1050" y="932"/>
                </a:cubicBezTo>
                <a:lnTo>
                  <a:pt x="350" y="932"/>
                </a:lnTo>
                <a:cubicBezTo>
                  <a:pt x="287" y="932"/>
                  <a:pt x="232" y="877"/>
                  <a:pt x="232" y="814"/>
                </a:cubicBezTo>
                <a:lnTo>
                  <a:pt x="232" y="114"/>
                </a:lnTo>
                <a:cubicBezTo>
                  <a:pt x="232" y="51"/>
                  <a:pt x="287" y="0"/>
                  <a:pt x="350" y="0"/>
                </a:cubicBezTo>
                <a:lnTo>
                  <a:pt x="1050" y="0"/>
                </a:lnTo>
                <a:close/>
                <a:moveTo>
                  <a:pt x="115" y="232"/>
                </a:moveTo>
                <a:lnTo>
                  <a:pt x="115" y="1049"/>
                </a:lnTo>
                <a:lnTo>
                  <a:pt x="932" y="1049"/>
                </a:lnTo>
                <a:lnTo>
                  <a:pt x="932" y="1164"/>
                </a:lnTo>
                <a:lnTo>
                  <a:pt x="115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232"/>
                </a:lnTo>
                <a:lnTo>
                  <a:pt x="115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40744" y="1447800"/>
            <a:ext cx="398462" cy="463550"/>
          </a:xfrm>
          <a:custGeom>
            <a:avLst/>
            <a:gdLst>
              <a:gd name="T0" fmla="*/ 989 w 1108"/>
              <a:gd name="T1" fmla="*/ 1168 h 1286"/>
              <a:gd name="T2" fmla="*/ 989 w 1108"/>
              <a:gd name="T3" fmla="*/ 350 h 1286"/>
              <a:gd name="T4" fmla="*/ 350 w 1108"/>
              <a:gd name="T5" fmla="*/ 350 h 1286"/>
              <a:gd name="T6" fmla="*/ 350 w 1108"/>
              <a:gd name="T7" fmla="*/ 1168 h 1286"/>
              <a:gd name="T8" fmla="*/ 989 w 1108"/>
              <a:gd name="T9" fmla="*/ 1168 h 1286"/>
              <a:gd name="T10" fmla="*/ 989 w 1108"/>
              <a:gd name="T11" fmla="*/ 236 h 1286"/>
              <a:gd name="T12" fmla="*/ 1107 w 1108"/>
              <a:gd name="T13" fmla="*/ 350 h 1286"/>
              <a:gd name="T14" fmla="*/ 1107 w 1108"/>
              <a:gd name="T15" fmla="*/ 1168 h 1286"/>
              <a:gd name="T16" fmla="*/ 989 w 1108"/>
              <a:gd name="T17" fmla="*/ 1285 h 1286"/>
              <a:gd name="T18" fmla="*/ 350 w 1108"/>
              <a:gd name="T19" fmla="*/ 1285 h 1286"/>
              <a:gd name="T20" fmla="*/ 232 w 1108"/>
              <a:gd name="T21" fmla="*/ 1168 h 1286"/>
              <a:gd name="T22" fmla="*/ 232 w 1108"/>
              <a:gd name="T23" fmla="*/ 350 h 1286"/>
              <a:gd name="T24" fmla="*/ 350 w 1108"/>
              <a:gd name="T25" fmla="*/ 236 h 1286"/>
              <a:gd name="T26" fmla="*/ 989 w 1108"/>
              <a:gd name="T27" fmla="*/ 236 h 1286"/>
              <a:gd name="T28" fmla="*/ 814 w 1108"/>
              <a:gd name="T29" fmla="*/ 0 h 1286"/>
              <a:gd name="T30" fmla="*/ 814 w 1108"/>
              <a:gd name="T31" fmla="*/ 118 h 1286"/>
              <a:gd name="T32" fmla="*/ 114 w 1108"/>
              <a:gd name="T33" fmla="*/ 118 h 1286"/>
              <a:gd name="T34" fmla="*/ 114 w 1108"/>
              <a:gd name="T35" fmla="*/ 935 h 1286"/>
              <a:gd name="T36" fmla="*/ 0 w 1108"/>
              <a:gd name="T37" fmla="*/ 935 h 1286"/>
              <a:gd name="T38" fmla="*/ 0 w 1108"/>
              <a:gd name="T39" fmla="*/ 118 h 1286"/>
              <a:gd name="T40" fmla="*/ 114 w 1108"/>
              <a:gd name="T41" fmla="*/ 0 h 1286"/>
              <a:gd name="T42" fmla="*/ 814 w 1108"/>
              <a:gd name="T43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08" h="1286">
                <a:moveTo>
                  <a:pt x="989" y="1168"/>
                </a:moveTo>
                <a:lnTo>
                  <a:pt x="989" y="350"/>
                </a:lnTo>
                <a:lnTo>
                  <a:pt x="350" y="350"/>
                </a:lnTo>
                <a:lnTo>
                  <a:pt x="350" y="1168"/>
                </a:lnTo>
                <a:lnTo>
                  <a:pt x="989" y="1168"/>
                </a:lnTo>
                <a:close/>
                <a:moveTo>
                  <a:pt x="989" y="236"/>
                </a:moveTo>
                <a:cubicBezTo>
                  <a:pt x="1052" y="236"/>
                  <a:pt x="1107" y="287"/>
                  <a:pt x="1107" y="350"/>
                </a:cubicBezTo>
                <a:lnTo>
                  <a:pt x="1107" y="1168"/>
                </a:lnTo>
                <a:cubicBezTo>
                  <a:pt x="1107" y="1231"/>
                  <a:pt x="1052" y="1285"/>
                  <a:pt x="989" y="1285"/>
                </a:cubicBezTo>
                <a:lnTo>
                  <a:pt x="350" y="1285"/>
                </a:lnTo>
                <a:cubicBezTo>
                  <a:pt x="287" y="1285"/>
                  <a:pt x="232" y="1231"/>
                  <a:pt x="232" y="1168"/>
                </a:cubicBezTo>
                <a:lnTo>
                  <a:pt x="232" y="350"/>
                </a:lnTo>
                <a:cubicBezTo>
                  <a:pt x="232" y="287"/>
                  <a:pt x="287" y="236"/>
                  <a:pt x="350" y="236"/>
                </a:cubicBezTo>
                <a:lnTo>
                  <a:pt x="989" y="236"/>
                </a:lnTo>
                <a:close/>
                <a:moveTo>
                  <a:pt x="814" y="0"/>
                </a:moveTo>
                <a:lnTo>
                  <a:pt x="814" y="118"/>
                </a:lnTo>
                <a:lnTo>
                  <a:pt x="114" y="118"/>
                </a:lnTo>
                <a:lnTo>
                  <a:pt x="114" y="935"/>
                </a:lnTo>
                <a:lnTo>
                  <a:pt x="0" y="935"/>
                </a:lnTo>
                <a:lnTo>
                  <a:pt x="0" y="118"/>
                </a:lnTo>
                <a:cubicBezTo>
                  <a:pt x="0" y="55"/>
                  <a:pt x="52" y="0"/>
                  <a:pt x="114" y="0"/>
                </a:cubicBezTo>
                <a:lnTo>
                  <a:pt x="814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05956" y="1427164"/>
            <a:ext cx="419100" cy="504825"/>
          </a:xfrm>
          <a:custGeom>
            <a:avLst/>
            <a:gdLst>
              <a:gd name="T0" fmla="*/ 875 w 1166"/>
              <a:gd name="T1" fmla="*/ 992 h 1401"/>
              <a:gd name="T2" fmla="*/ 875 w 1166"/>
              <a:gd name="T3" fmla="*/ 905 h 1401"/>
              <a:gd name="T4" fmla="*/ 582 w 1166"/>
              <a:gd name="T5" fmla="*/ 757 h 1401"/>
              <a:gd name="T6" fmla="*/ 290 w 1166"/>
              <a:gd name="T7" fmla="*/ 905 h 1401"/>
              <a:gd name="T8" fmla="*/ 290 w 1166"/>
              <a:gd name="T9" fmla="*/ 992 h 1401"/>
              <a:gd name="T10" fmla="*/ 875 w 1166"/>
              <a:gd name="T11" fmla="*/ 992 h 1401"/>
              <a:gd name="T12" fmla="*/ 582 w 1166"/>
              <a:gd name="T13" fmla="*/ 394 h 1401"/>
              <a:gd name="T14" fmla="*/ 451 w 1166"/>
              <a:gd name="T15" fmla="*/ 525 h 1401"/>
              <a:gd name="T16" fmla="*/ 582 w 1166"/>
              <a:gd name="T17" fmla="*/ 656 h 1401"/>
              <a:gd name="T18" fmla="*/ 713 w 1166"/>
              <a:gd name="T19" fmla="*/ 525 h 1401"/>
              <a:gd name="T20" fmla="*/ 582 w 1166"/>
              <a:gd name="T21" fmla="*/ 394 h 1401"/>
              <a:gd name="T22" fmla="*/ 1050 w 1166"/>
              <a:gd name="T23" fmla="*/ 232 h 1401"/>
              <a:gd name="T24" fmla="*/ 1165 w 1166"/>
              <a:gd name="T25" fmla="*/ 350 h 1401"/>
              <a:gd name="T26" fmla="*/ 1165 w 1166"/>
              <a:gd name="T27" fmla="*/ 1050 h 1401"/>
              <a:gd name="T28" fmla="*/ 1050 w 1166"/>
              <a:gd name="T29" fmla="*/ 1167 h 1401"/>
              <a:gd name="T30" fmla="*/ 115 w 1166"/>
              <a:gd name="T31" fmla="*/ 1167 h 1401"/>
              <a:gd name="T32" fmla="*/ 0 w 1166"/>
              <a:gd name="T33" fmla="*/ 1050 h 1401"/>
              <a:gd name="T34" fmla="*/ 0 w 1166"/>
              <a:gd name="T35" fmla="*/ 350 h 1401"/>
              <a:gd name="T36" fmla="*/ 115 w 1166"/>
              <a:gd name="T37" fmla="*/ 232 h 1401"/>
              <a:gd name="T38" fmla="*/ 1050 w 1166"/>
              <a:gd name="T39" fmla="*/ 232 h 1401"/>
              <a:gd name="T40" fmla="*/ 115 w 1166"/>
              <a:gd name="T41" fmla="*/ 1400 h 1401"/>
              <a:gd name="T42" fmla="*/ 115 w 1166"/>
              <a:gd name="T43" fmla="*/ 1282 h 1401"/>
              <a:gd name="T44" fmla="*/ 1050 w 1166"/>
              <a:gd name="T45" fmla="*/ 1282 h 1401"/>
              <a:gd name="T46" fmla="*/ 1050 w 1166"/>
              <a:gd name="T47" fmla="*/ 1400 h 1401"/>
              <a:gd name="T48" fmla="*/ 115 w 1166"/>
              <a:gd name="T49" fmla="*/ 1400 h 1401"/>
              <a:gd name="T50" fmla="*/ 1050 w 1166"/>
              <a:gd name="T51" fmla="*/ 0 h 1401"/>
              <a:gd name="T52" fmla="*/ 1050 w 1166"/>
              <a:gd name="T53" fmla="*/ 118 h 1401"/>
              <a:gd name="T54" fmla="*/ 115 w 1166"/>
              <a:gd name="T55" fmla="*/ 118 h 1401"/>
              <a:gd name="T56" fmla="*/ 115 w 1166"/>
              <a:gd name="T57" fmla="*/ 0 h 1401"/>
              <a:gd name="T58" fmla="*/ 1050 w 1166"/>
              <a:gd name="T59" fmla="*/ 0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6" h="1401">
                <a:moveTo>
                  <a:pt x="875" y="992"/>
                </a:moveTo>
                <a:lnTo>
                  <a:pt x="875" y="905"/>
                </a:lnTo>
                <a:cubicBezTo>
                  <a:pt x="875" y="807"/>
                  <a:pt x="680" y="757"/>
                  <a:pt x="582" y="757"/>
                </a:cubicBezTo>
                <a:cubicBezTo>
                  <a:pt x="483" y="757"/>
                  <a:pt x="290" y="807"/>
                  <a:pt x="290" y="905"/>
                </a:cubicBezTo>
                <a:lnTo>
                  <a:pt x="290" y="992"/>
                </a:lnTo>
                <a:lnTo>
                  <a:pt x="875" y="992"/>
                </a:lnTo>
                <a:close/>
                <a:moveTo>
                  <a:pt x="582" y="394"/>
                </a:moveTo>
                <a:cubicBezTo>
                  <a:pt x="511" y="394"/>
                  <a:pt x="451" y="454"/>
                  <a:pt x="451" y="525"/>
                </a:cubicBezTo>
                <a:cubicBezTo>
                  <a:pt x="451" y="596"/>
                  <a:pt x="511" y="656"/>
                  <a:pt x="582" y="656"/>
                </a:cubicBezTo>
                <a:cubicBezTo>
                  <a:pt x="653" y="656"/>
                  <a:pt x="713" y="596"/>
                  <a:pt x="713" y="525"/>
                </a:cubicBezTo>
                <a:cubicBezTo>
                  <a:pt x="713" y="454"/>
                  <a:pt x="653" y="394"/>
                  <a:pt x="582" y="394"/>
                </a:cubicBezTo>
                <a:close/>
                <a:moveTo>
                  <a:pt x="1050" y="232"/>
                </a:moveTo>
                <a:cubicBezTo>
                  <a:pt x="1113" y="232"/>
                  <a:pt x="1165" y="287"/>
                  <a:pt x="1165" y="350"/>
                </a:cubicBezTo>
                <a:lnTo>
                  <a:pt x="1165" y="1050"/>
                </a:lnTo>
                <a:cubicBezTo>
                  <a:pt x="1165" y="1113"/>
                  <a:pt x="1113" y="1167"/>
                  <a:pt x="1050" y="1167"/>
                </a:cubicBezTo>
                <a:lnTo>
                  <a:pt x="115" y="1167"/>
                </a:lnTo>
                <a:cubicBezTo>
                  <a:pt x="52" y="1167"/>
                  <a:pt x="0" y="1113"/>
                  <a:pt x="0" y="1050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1050" y="232"/>
                </a:lnTo>
                <a:close/>
                <a:moveTo>
                  <a:pt x="115" y="1400"/>
                </a:moveTo>
                <a:lnTo>
                  <a:pt x="115" y="1282"/>
                </a:lnTo>
                <a:lnTo>
                  <a:pt x="1050" y="1282"/>
                </a:lnTo>
                <a:lnTo>
                  <a:pt x="1050" y="1400"/>
                </a:lnTo>
                <a:lnTo>
                  <a:pt x="115" y="1400"/>
                </a:lnTo>
                <a:close/>
                <a:moveTo>
                  <a:pt x="1050" y="0"/>
                </a:moveTo>
                <a:lnTo>
                  <a:pt x="1050" y="118"/>
                </a:lnTo>
                <a:lnTo>
                  <a:pt x="115" y="118"/>
                </a:lnTo>
                <a:lnTo>
                  <a:pt x="115" y="0"/>
                </a:ln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239421" y="1489077"/>
            <a:ext cx="504825" cy="377825"/>
          </a:xfrm>
          <a:custGeom>
            <a:avLst/>
            <a:gdLst>
              <a:gd name="T0" fmla="*/ 1042 w 1401"/>
              <a:gd name="T1" fmla="*/ 642 h 1051"/>
              <a:gd name="T2" fmla="*/ 1020 w 1401"/>
              <a:gd name="T3" fmla="*/ 525 h 1051"/>
              <a:gd name="T4" fmla="*/ 1042 w 1401"/>
              <a:gd name="T5" fmla="*/ 407 h 1051"/>
              <a:gd name="T6" fmla="*/ 1138 w 1401"/>
              <a:gd name="T7" fmla="*/ 407 h 1051"/>
              <a:gd name="T8" fmla="*/ 1225 w 1401"/>
              <a:gd name="T9" fmla="*/ 292 h 1051"/>
              <a:gd name="T10" fmla="*/ 1110 w 1401"/>
              <a:gd name="T11" fmla="*/ 175 h 1051"/>
              <a:gd name="T12" fmla="*/ 949 w 1401"/>
              <a:gd name="T13" fmla="*/ 407 h 1051"/>
              <a:gd name="T14" fmla="*/ 933 w 1401"/>
              <a:gd name="T15" fmla="*/ 525 h 1051"/>
              <a:gd name="T16" fmla="*/ 949 w 1401"/>
              <a:gd name="T17" fmla="*/ 642 h 1051"/>
              <a:gd name="T18" fmla="*/ 1110 w 1401"/>
              <a:gd name="T19" fmla="*/ 875 h 1051"/>
              <a:gd name="T20" fmla="*/ 1225 w 1401"/>
              <a:gd name="T21" fmla="*/ 757 h 1051"/>
              <a:gd name="T22" fmla="*/ 1138 w 1401"/>
              <a:gd name="T23" fmla="*/ 642 h 1051"/>
              <a:gd name="T24" fmla="*/ 1042 w 1401"/>
              <a:gd name="T25" fmla="*/ 642 h 1051"/>
              <a:gd name="T26" fmla="*/ 818 w 1401"/>
              <a:gd name="T27" fmla="*/ 875 h 1051"/>
              <a:gd name="T28" fmla="*/ 818 w 1401"/>
              <a:gd name="T29" fmla="*/ 817 h 1051"/>
              <a:gd name="T30" fmla="*/ 468 w 1401"/>
              <a:gd name="T31" fmla="*/ 637 h 1051"/>
              <a:gd name="T32" fmla="*/ 118 w 1401"/>
              <a:gd name="T33" fmla="*/ 817 h 1051"/>
              <a:gd name="T34" fmla="*/ 118 w 1401"/>
              <a:gd name="T35" fmla="*/ 875 h 1051"/>
              <a:gd name="T36" fmla="*/ 818 w 1401"/>
              <a:gd name="T37" fmla="*/ 875 h 1051"/>
              <a:gd name="T38" fmla="*/ 468 w 1401"/>
              <a:gd name="T39" fmla="*/ 175 h 1051"/>
              <a:gd name="T40" fmla="*/ 293 w 1401"/>
              <a:gd name="T41" fmla="*/ 350 h 1051"/>
              <a:gd name="T42" fmla="*/ 468 w 1401"/>
              <a:gd name="T43" fmla="*/ 525 h 1051"/>
              <a:gd name="T44" fmla="*/ 643 w 1401"/>
              <a:gd name="T45" fmla="*/ 350 h 1051"/>
              <a:gd name="T46" fmla="*/ 468 w 1401"/>
              <a:gd name="T47" fmla="*/ 175 h 1051"/>
              <a:gd name="T48" fmla="*/ 1282 w 1401"/>
              <a:gd name="T49" fmla="*/ 0 h 1051"/>
              <a:gd name="T50" fmla="*/ 1400 w 1401"/>
              <a:gd name="T51" fmla="*/ 118 h 1051"/>
              <a:gd name="T52" fmla="*/ 1400 w 1401"/>
              <a:gd name="T53" fmla="*/ 932 h 1051"/>
              <a:gd name="T54" fmla="*/ 1282 w 1401"/>
              <a:gd name="T55" fmla="*/ 1050 h 1051"/>
              <a:gd name="T56" fmla="*/ 118 w 1401"/>
              <a:gd name="T57" fmla="*/ 1050 h 1051"/>
              <a:gd name="T58" fmla="*/ 0 w 1401"/>
              <a:gd name="T59" fmla="*/ 932 h 1051"/>
              <a:gd name="T60" fmla="*/ 0 w 1401"/>
              <a:gd name="T61" fmla="*/ 118 h 1051"/>
              <a:gd name="T62" fmla="*/ 118 w 1401"/>
              <a:gd name="T63" fmla="*/ 0 h 1051"/>
              <a:gd name="T64" fmla="*/ 1282 w 1401"/>
              <a:gd name="T65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01" h="1051">
                <a:moveTo>
                  <a:pt x="1042" y="642"/>
                </a:moveTo>
                <a:cubicBezTo>
                  <a:pt x="1028" y="607"/>
                  <a:pt x="1020" y="566"/>
                  <a:pt x="1020" y="525"/>
                </a:cubicBezTo>
                <a:cubicBezTo>
                  <a:pt x="1020" y="484"/>
                  <a:pt x="1028" y="443"/>
                  <a:pt x="1042" y="407"/>
                </a:cubicBezTo>
                <a:lnTo>
                  <a:pt x="1138" y="407"/>
                </a:lnTo>
                <a:lnTo>
                  <a:pt x="1225" y="292"/>
                </a:lnTo>
                <a:lnTo>
                  <a:pt x="1110" y="175"/>
                </a:lnTo>
                <a:cubicBezTo>
                  <a:pt x="1034" y="232"/>
                  <a:pt x="976" y="312"/>
                  <a:pt x="949" y="407"/>
                </a:cubicBezTo>
                <a:cubicBezTo>
                  <a:pt x="938" y="446"/>
                  <a:pt x="933" y="484"/>
                  <a:pt x="933" y="525"/>
                </a:cubicBezTo>
                <a:cubicBezTo>
                  <a:pt x="933" y="566"/>
                  <a:pt x="938" y="604"/>
                  <a:pt x="949" y="642"/>
                </a:cubicBezTo>
                <a:cubicBezTo>
                  <a:pt x="976" y="735"/>
                  <a:pt x="1034" y="817"/>
                  <a:pt x="1110" y="875"/>
                </a:cubicBezTo>
                <a:lnTo>
                  <a:pt x="1225" y="757"/>
                </a:lnTo>
                <a:lnTo>
                  <a:pt x="1138" y="642"/>
                </a:lnTo>
                <a:lnTo>
                  <a:pt x="1042" y="642"/>
                </a:lnTo>
                <a:close/>
                <a:moveTo>
                  <a:pt x="818" y="875"/>
                </a:moveTo>
                <a:lnTo>
                  <a:pt x="818" y="817"/>
                </a:lnTo>
                <a:cubicBezTo>
                  <a:pt x="818" y="700"/>
                  <a:pt x="585" y="637"/>
                  <a:pt x="468" y="637"/>
                </a:cubicBezTo>
                <a:cubicBezTo>
                  <a:pt x="350" y="637"/>
                  <a:pt x="118" y="700"/>
                  <a:pt x="118" y="817"/>
                </a:cubicBezTo>
                <a:lnTo>
                  <a:pt x="118" y="875"/>
                </a:lnTo>
                <a:lnTo>
                  <a:pt x="818" y="875"/>
                </a:lnTo>
                <a:close/>
                <a:moveTo>
                  <a:pt x="468" y="175"/>
                </a:moveTo>
                <a:cubicBezTo>
                  <a:pt x="372" y="175"/>
                  <a:pt x="293" y="254"/>
                  <a:pt x="293" y="350"/>
                </a:cubicBezTo>
                <a:cubicBezTo>
                  <a:pt x="293" y="446"/>
                  <a:pt x="372" y="525"/>
                  <a:pt x="468" y="525"/>
                </a:cubicBezTo>
                <a:cubicBezTo>
                  <a:pt x="563" y="525"/>
                  <a:pt x="643" y="446"/>
                  <a:pt x="643" y="350"/>
                </a:cubicBezTo>
                <a:cubicBezTo>
                  <a:pt x="643" y="254"/>
                  <a:pt x="563" y="175"/>
                  <a:pt x="468" y="175"/>
                </a:cubicBezTo>
                <a:close/>
                <a:moveTo>
                  <a:pt x="1282" y="0"/>
                </a:moveTo>
                <a:cubicBezTo>
                  <a:pt x="1345" y="0"/>
                  <a:pt x="1400" y="55"/>
                  <a:pt x="1400" y="118"/>
                </a:cubicBezTo>
                <a:lnTo>
                  <a:pt x="1400" y="932"/>
                </a:lnTo>
                <a:cubicBezTo>
                  <a:pt x="1400" y="995"/>
                  <a:pt x="1345" y="1050"/>
                  <a:pt x="128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28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15746" y="1489077"/>
            <a:ext cx="504825" cy="377825"/>
          </a:xfrm>
          <a:custGeom>
            <a:avLst/>
            <a:gdLst>
              <a:gd name="T0" fmla="*/ 1282 w 1401"/>
              <a:gd name="T1" fmla="*/ 525 h 1051"/>
              <a:gd name="T2" fmla="*/ 1282 w 1401"/>
              <a:gd name="T3" fmla="*/ 175 h 1051"/>
              <a:gd name="T4" fmla="*/ 818 w 1401"/>
              <a:gd name="T5" fmla="*/ 175 h 1051"/>
              <a:gd name="T6" fmla="*/ 818 w 1401"/>
              <a:gd name="T7" fmla="*/ 525 h 1051"/>
              <a:gd name="T8" fmla="*/ 1282 w 1401"/>
              <a:gd name="T9" fmla="*/ 525 h 1051"/>
              <a:gd name="T10" fmla="*/ 818 w 1401"/>
              <a:gd name="T11" fmla="*/ 875 h 1051"/>
              <a:gd name="T12" fmla="*/ 818 w 1401"/>
              <a:gd name="T13" fmla="*/ 817 h 1051"/>
              <a:gd name="T14" fmla="*/ 468 w 1401"/>
              <a:gd name="T15" fmla="*/ 637 h 1051"/>
              <a:gd name="T16" fmla="*/ 118 w 1401"/>
              <a:gd name="T17" fmla="*/ 817 h 1051"/>
              <a:gd name="T18" fmla="*/ 118 w 1401"/>
              <a:gd name="T19" fmla="*/ 875 h 1051"/>
              <a:gd name="T20" fmla="*/ 818 w 1401"/>
              <a:gd name="T21" fmla="*/ 875 h 1051"/>
              <a:gd name="T22" fmla="*/ 468 w 1401"/>
              <a:gd name="T23" fmla="*/ 175 h 1051"/>
              <a:gd name="T24" fmla="*/ 293 w 1401"/>
              <a:gd name="T25" fmla="*/ 350 h 1051"/>
              <a:gd name="T26" fmla="*/ 468 w 1401"/>
              <a:gd name="T27" fmla="*/ 525 h 1051"/>
              <a:gd name="T28" fmla="*/ 643 w 1401"/>
              <a:gd name="T29" fmla="*/ 350 h 1051"/>
              <a:gd name="T30" fmla="*/ 468 w 1401"/>
              <a:gd name="T31" fmla="*/ 175 h 1051"/>
              <a:gd name="T32" fmla="*/ 1282 w 1401"/>
              <a:gd name="T33" fmla="*/ 0 h 1051"/>
              <a:gd name="T34" fmla="*/ 1400 w 1401"/>
              <a:gd name="T35" fmla="*/ 118 h 1051"/>
              <a:gd name="T36" fmla="*/ 1400 w 1401"/>
              <a:gd name="T37" fmla="*/ 932 h 1051"/>
              <a:gd name="T38" fmla="*/ 1282 w 1401"/>
              <a:gd name="T39" fmla="*/ 1050 h 1051"/>
              <a:gd name="T40" fmla="*/ 118 w 1401"/>
              <a:gd name="T41" fmla="*/ 1050 h 1051"/>
              <a:gd name="T42" fmla="*/ 0 w 1401"/>
              <a:gd name="T43" fmla="*/ 932 h 1051"/>
              <a:gd name="T44" fmla="*/ 0 w 1401"/>
              <a:gd name="T45" fmla="*/ 118 h 1051"/>
              <a:gd name="T46" fmla="*/ 118 w 1401"/>
              <a:gd name="T47" fmla="*/ 0 h 1051"/>
              <a:gd name="T48" fmla="*/ 1282 w 1401"/>
              <a:gd name="T49" fmla="*/ 0 h 1051"/>
              <a:gd name="T50" fmla="*/ 1225 w 1401"/>
              <a:gd name="T51" fmla="*/ 292 h 1051"/>
              <a:gd name="T52" fmla="*/ 1050 w 1401"/>
              <a:gd name="T53" fmla="*/ 407 h 1051"/>
              <a:gd name="T54" fmla="*/ 875 w 1401"/>
              <a:gd name="T55" fmla="*/ 292 h 1051"/>
              <a:gd name="T56" fmla="*/ 875 w 1401"/>
              <a:gd name="T57" fmla="*/ 232 h 1051"/>
              <a:gd name="T58" fmla="*/ 1050 w 1401"/>
              <a:gd name="T59" fmla="*/ 350 h 1051"/>
              <a:gd name="T60" fmla="*/ 1225 w 1401"/>
              <a:gd name="T61" fmla="*/ 232 h 1051"/>
              <a:gd name="T62" fmla="*/ 1225 w 1401"/>
              <a:gd name="T63" fmla="*/ 29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01" h="1051">
                <a:moveTo>
                  <a:pt x="1282" y="525"/>
                </a:moveTo>
                <a:lnTo>
                  <a:pt x="1282" y="175"/>
                </a:lnTo>
                <a:lnTo>
                  <a:pt x="818" y="175"/>
                </a:lnTo>
                <a:lnTo>
                  <a:pt x="818" y="525"/>
                </a:lnTo>
                <a:lnTo>
                  <a:pt x="1282" y="525"/>
                </a:lnTo>
                <a:close/>
                <a:moveTo>
                  <a:pt x="818" y="875"/>
                </a:moveTo>
                <a:lnTo>
                  <a:pt x="818" y="817"/>
                </a:lnTo>
                <a:cubicBezTo>
                  <a:pt x="818" y="700"/>
                  <a:pt x="585" y="637"/>
                  <a:pt x="468" y="637"/>
                </a:cubicBezTo>
                <a:cubicBezTo>
                  <a:pt x="350" y="637"/>
                  <a:pt x="118" y="700"/>
                  <a:pt x="118" y="817"/>
                </a:cubicBezTo>
                <a:lnTo>
                  <a:pt x="118" y="875"/>
                </a:lnTo>
                <a:lnTo>
                  <a:pt x="818" y="875"/>
                </a:lnTo>
                <a:close/>
                <a:moveTo>
                  <a:pt x="468" y="175"/>
                </a:moveTo>
                <a:cubicBezTo>
                  <a:pt x="372" y="175"/>
                  <a:pt x="293" y="254"/>
                  <a:pt x="293" y="350"/>
                </a:cubicBezTo>
                <a:cubicBezTo>
                  <a:pt x="293" y="446"/>
                  <a:pt x="372" y="525"/>
                  <a:pt x="468" y="525"/>
                </a:cubicBezTo>
                <a:cubicBezTo>
                  <a:pt x="563" y="525"/>
                  <a:pt x="643" y="446"/>
                  <a:pt x="643" y="350"/>
                </a:cubicBezTo>
                <a:cubicBezTo>
                  <a:pt x="643" y="254"/>
                  <a:pt x="563" y="175"/>
                  <a:pt x="468" y="175"/>
                </a:cubicBezTo>
                <a:close/>
                <a:moveTo>
                  <a:pt x="1282" y="0"/>
                </a:moveTo>
                <a:cubicBezTo>
                  <a:pt x="1345" y="0"/>
                  <a:pt x="1400" y="55"/>
                  <a:pt x="1400" y="118"/>
                </a:cubicBezTo>
                <a:lnTo>
                  <a:pt x="1400" y="932"/>
                </a:lnTo>
                <a:cubicBezTo>
                  <a:pt x="1400" y="995"/>
                  <a:pt x="1345" y="1050"/>
                  <a:pt x="128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282" y="0"/>
                </a:lnTo>
                <a:close/>
                <a:moveTo>
                  <a:pt x="1225" y="292"/>
                </a:moveTo>
                <a:lnTo>
                  <a:pt x="1050" y="407"/>
                </a:lnTo>
                <a:lnTo>
                  <a:pt x="875" y="292"/>
                </a:lnTo>
                <a:lnTo>
                  <a:pt x="875" y="232"/>
                </a:lnTo>
                <a:lnTo>
                  <a:pt x="1050" y="350"/>
                </a:lnTo>
                <a:lnTo>
                  <a:pt x="1225" y="232"/>
                </a:lnTo>
                <a:lnTo>
                  <a:pt x="1225" y="29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33344" y="1509713"/>
            <a:ext cx="419100" cy="336550"/>
          </a:xfrm>
          <a:custGeom>
            <a:avLst/>
            <a:gdLst>
              <a:gd name="T0" fmla="*/ 640 w 1166"/>
              <a:gd name="T1" fmla="*/ 263 h 936"/>
              <a:gd name="T2" fmla="*/ 640 w 1166"/>
              <a:gd name="T3" fmla="*/ 148 h 936"/>
              <a:gd name="T4" fmla="*/ 525 w 1166"/>
              <a:gd name="T5" fmla="*/ 148 h 936"/>
              <a:gd name="T6" fmla="*/ 525 w 1166"/>
              <a:gd name="T7" fmla="*/ 263 h 936"/>
              <a:gd name="T8" fmla="*/ 640 w 1166"/>
              <a:gd name="T9" fmla="*/ 263 h 936"/>
              <a:gd name="T10" fmla="*/ 640 w 1166"/>
              <a:gd name="T11" fmla="*/ 525 h 936"/>
              <a:gd name="T12" fmla="*/ 640 w 1166"/>
              <a:gd name="T13" fmla="*/ 410 h 936"/>
              <a:gd name="T14" fmla="*/ 525 w 1166"/>
              <a:gd name="T15" fmla="*/ 410 h 936"/>
              <a:gd name="T16" fmla="*/ 525 w 1166"/>
              <a:gd name="T17" fmla="*/ 525 h 936"/>
              <a:gd name="T18" fmla="*/ 640 w 1166"/>
              <a:gd name="T19" fmla="*/ 525 h 936"/>
              <a:gd name="T20" fmla="*/ 640 w 1166"/>
              <a:gd name="T21" fmla="*/ 788 h 936"/>
              <a:gd name="T22" fmla="*/ 640 w 1166"/>
              <a:gd name="T23" fmla="*/ 673 h 936"/>
              <a:gd name="T24" fmla="*/ 525 w 1166"/>
              <a:gd name="T25" fmla="*/ 673 h 936"/>
              <a:gd name="T26" fmla="*/ 525 w 1166"/>
              <a:gd name="T27" fmla="*/ 788 h 936"/>
              <a:gd name="T28" fmla="*/ 640 w 1166"/>
              <a:gd name="T29" fmla="*/ 788 h 936"/>
              <a:gd name="T30" fmla="*/ 1165 w 1166"/>
              <a:gd name="T31" fmla="*/ 350 h 936"/>
              <a:gd name="T32" fmla="*/ 1050 w 1166"/>
              <a:gd name="T33" fmla="*/ 468 h 936"/>
              <a:gd name="T34" fmla="*/ 1165 w 1166"/>
              <a:gd name="T35" fmla="*/ 585 h 936"/>
              <a:gd name="T36" fmla="*/ 1165 w 1166"/>
              <a:gd name="T37" fmla="*/ 818 h 936"/>
              <a:gd name="T38" fmla="*/ 1050 w 1166"/>
              <a:gd name="T39" fmla="*/ 935 h 936"/>
              <a:gd name="T40" fmla="*/ 115 w 1166"/>
              <a:gd name="T41" fmla="*/ 935 h 936"/>
              <a:gd name="T42" fmla="*/ 0 w 1166"/>
              <a:gd name="T43" fmla="*/ 818 h 936"/>
              <a:gd name="T44" fmla="*/ 0 w 1166"/>
              <a:gd name="T45" fmla="*/ 585 h 936"/>
              <a:gd name="T46" fmla="*/ 115 w 1166"/>
              <a:gd name="T47" fmla="*/ 468 h 936"/>
              <a:gd name="T48" fmla="*/ 0 w 1166"/>
              <a:gd name="T49" fmla="*/ 350 h 936"/>
              <a:gd name="T50" fmla="*/ 0 w 1166"/>
              <a:gd name="T51" fmla="*/ 118 h 936"/>
              <a:gd name="T52" fmla="*/ 115 w 1166"/>
              <a:gd name="T53" fmla="*/ 0 h 936"/>
              <a:gd name="T54" fmla="*/ 1050 w 1166"/>
              <a:gd name="T55" fmla="*/ 0 h 936"/>
              <a:gd name="T56" fmla="*/ 1165 w 1166"/>
              <a:gd name="T57" fmla="*/ 118 h 936"/>
              <a:gd name="T58" fmla="*/ 1165 w 1166"/>
              <a:gd name="T59" fmla="*/ 35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6" h="936">
                <a:moveTo>
                  <a:pt x="640" y="263"/>
                </a:moveTo>
                <a:lnTo>
                  <a:pt x="640" y="148"/>
                </a:lnTo>
                <a:lnTo>
                  <a:pt x="525" y="148"/>
                </a:lnTo>
                <a:lnTo>
                  <a:pt x="525" y="263"/>
                </a:lnTo>
                <a:lnTo>
                  <a:pt x="640" y="263"/>
                </a:lnTo>
                <a:close/>
                <a:moveTo>
                  <a:pt x="640" y="525"/>
                </a:moveTo>
                <a:lnTo>
                  <a:pt x="640" y="410"/>
                </a:lnTo>
                <a:lnTo>
                  <a:pt x="525" y="410"/>
                </a:lnTo>
                <a:lnTo>
                  <a:pt x="525" y="525"/>
                </a:lnTo>
                <a:lnTo>
                  <a:pt x="640" y="525"/>
                </a:lnTo>
                <a:close/>
                <a:moveTo>
                  <a:pt x="640" y="788"/>
                </a:moveTo>
                <a:lnTo>
                  <a:pt x="640" y="673"/>
                </a:lnTo>
                <a:lnTo>
                  <a:pt x="525" y="673"/>
                </a:lnTo>
                <a:lnTo>
                  <a:pt x="525" y="788"/>
                </a:lnTo>
                <a:lnTo>
                  <a:pt x="640" y="788"/>
                </a:lnTo>
                <a:close/>
                <a:moveTo>
                  <a:pt x="1165" y="350"/>
                </a:moveTo>
                <a:cubicBezTo>
                  <a:pt x="1102" y="350"/>
                  <a:pt x="1050" y="405"/>
                  <a:pt x="1050" y="468"/>
                </a:cubicBezTo>
                <a:cubicBezTo>
                  <a:pt x="1050" y="531"/>
                  <a:pt x="1102" y="585"/>
                  <a:pt x="1165" y="585"/>
                </a:cubicBezTo>
                <a:lnTo>
                  <a:pt x="1165" y="818"/>
                </a:lnTo>
                <a:cubicBezTo>
                  <a:pt x="1165" y="881"/>
                  <a:pt x="1113" y="935"/>
                  <a:pt x="1050" y="935"/>
                </a:cubicBezTo>
                <a:lnTo>
                  <a:pt x="115" y="935"/>
                </a:lnTo>
                <a:cubicBezTo>
                  <a:pt x="52" y="935"/>
                  <a:pt x="0" y="881"/>
                  <a:pt x="0" y="818"/>
                </a:cubicBezTo>
                <a:lnTo>
                  <a:pt x="0" y="585"/>
                </a:lnTo>
                <a:cubicBezTo>
                  <a:pt x="66" y="585"/>
                  <a:pt x="115" y="531"/>
                  <a:pt x="115" y="468"/>
                </a:cubicBezTo>
                <a:cubicBezTo>
                  <a:pt x="115" y="405"/>
                  <a:pt x="63" y="350"/>
                  <a:pt x="0" y="350"/>
                </a:cubicBezTo>
                <a:lnTo>
                  <a:pt x="0" y="118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ubicBezTo>
                  <a:pt x="1113" y="0"/>
                  <a:pt x="1165" y="52"/>
                  <a:pt x="1165" y="118"/>
                </a:cubicBezTo>
                <a:lnTo>
                  <a:pt x="1165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28721" y="1447800"/>
            <a:ext cx="377825" cy="463550"/>
          </a:xfrm>
          <a:custGeom>
            <a:avLst/>
            <a:gdLst>
              <a:gd name="T0" fmla="*/ 932 w 1051"/>
              <a:gd name="T1" fmla="*/ 118 h 1286"/>
              <a:gd name="T2" fmla="*/ 1050 w 1051"/>
              <a:gd name="T3" fmla="*/ 236 h 1286"/>
              <a:gd name="T4" fmla="*/ 1050 w 1051"/>
              <a:gd name="T5" fmla="*/ 1050 h 1286"/>
              <a:gd name="T6" fmla="*/ 932 w 1051"/>
              <a:gd name="T7" fmla="*/ 1168 h 1286"/>
              <a:gd name="T8" fmla="*/ 642 w 1051"/>
              <a:gd name="T9" fmla="*/ 1168 h 1286"/>
              <a:gd name="T10" fmla="*/ 642 w 1051"/>
              <a:gd name="T11" fmla="*/ 643 h 1286"/>
              <a:gd name="T12" fmla="*/ 932 w 1051"/>
              <a:gd name="T13" fmla="*/ 993 h 1286"/>
              <a:gd name="T14" fmla="*/ 932 w 1051"/>
              <a:gd name="T15" fmla="*/ 236 h 1286"/>
              <a:gd name="T16" fmla="*/ 642 w 1051"/>
              <a:gd name="T17" fmla="*/ 236 h 1286"/>
              <a:gd name="T18" fmla="*/ 642 w 1051"/>
              <a:gd name="T19" fmla="*/ 118 h 1286"/>
              <a:gd name="T20" fmla="*/ 932 w 1051"/>
              <a:gd name="T21" fmla="*/ 118 h 1286"/>
              <a:gd name="T22" fmla="*/ 407 w 1051"/>
              <a:gd name="T23" fmla="*/ 993 h 1286"/>
              <a:gd name="T24" fmla="*/ 407 w 1051"/>
              <a:gd name="T25" fmla="*/ 643 h 1286"/>
              <a:gd name="T26" fmla="*/ 117 w 1051"/>
              <a:gd name="T27" fmla="*/ 993 h 1286"/>
              <a:gd name="T28" fmla="*/ 407 w 1051"/>
              <a:gd name="T29" fmla="*/ 993 h 1286"/>
              <a:gd name="T30" fmla="*/ 407 w 1051"/>
              <a:gd name="T31" fmla="*/ 0 h 1286"/>
              <a:gd name="T32" fmla="*/ 525 w 1051"/>
              <a:gd name="T33" fmla="*/ 0 h 1286"/>
              <a:gd name="T34" fmla="*/ 525 w 1051"/>
              <a:gd name="T35" fmla="*/ 1285 h 1286"/>
              <a:gd name="T36" fmla="*/ 407 w 1051"/>
              <a:gd name="T37" fmla="*/ 1285 h 1286"/>
              <a:gd name="T38" fmla="*/ 407 w 1051"/>
              <a:gd name="T39" fmla="*/ 1168 h 1286"/>
              <a:gd name="T40" fmla="*/ 117 w 1051"/>
              <a:gd name="T41" fmla="*/ 1168 h 1286"/>
              <a:gd name="T42" fmla="*/ 0 w 1051"/>
              <a:gd name="T43" fmla="*/ 1050 h 1286"/>
              <a:gd name="T44" fmla="*/ 0 w 1051"/>
              <a:gd name="T45" fmla="*/ 236 h 1286"/>
              <a:gd name="T46" fmla="*/ 117 w 1051"/>
              <a:gd name="T47" fmla="*/ 118 h 1286"/>
              <a:gd name="T48" fmla="*/ 407 w 1051"/>
              <a:gd name="T49" fmla="*/ 118 h 1286"/>
              <a:gd name="T50" fmla="*/ 407 w 1051"/>
              <a:gd name="T51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51" h="1286"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642" y="1168"/>
                </a:lnTo>
                <a:lnTo>
                  <a:pt x="642" y="643"/>
                </a:lnTo>
                <a:lnTo>
                  <a:pt x="932" y="993"/>
                </a:lnTo>
                <a:lnTo>
                  <a:pt x="932" y="236"/>
                </a:lnTo>
                <a:lnTo>
                  <a:pt x="642" y="236"/>
                </a:lnTo>
                <a:lnTo>
                  <a:pt x="642" y="118"/>
                </a:lnTo>
                <a:lnTo>
                  <a:pt x="932" y="118"/>
                </a:lnTo>
                <a:close/>
                <a:moveTo>
                  <a:pt x="407" y="993"/>
                </a:moveTo>
                <a:lnTo>
                  <a:pt x="407" y="643"/>
                </a:lnTo>
                <a:lnTo>
                  <a:pt x="117" y="993"/>
                </a:lnTo>
                <a:lnTo>
                  <a:pt x="407" y="993"/>
                </a:lnTo>
                <a:close/>
                <a:moveTo>
                  <a:pt x="407" y="0"/>
                </a:moveTo>
                <a:lnTo>
                  <a:pt x="525" y="0"/>
                </a:lnTo>
                <a:lnTo>
                  <a:pt x="525" y="1285"/>
                </a:lnTo>
                <a:lnTo>
                  <a:pt x="407" y="1285"/>
                </a:lnTo>
                <a:lnTo>
                  <a:pt x="407" y="1168"/>
                </a:lnTo>
                <a:lnTo>
                  <a:pt x="117" y="1168"/>
                </a:lnTo>
                <a:cubicBezTo>
                  <a:pt x="55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5" y="118"/>
                  <a:pt x="117" y="118"/>
                </a:cubicBezTo>
                <a:lnTo>
                  <a:pt x="407" y="118"/>
                </a:lnTo>
                <a:lnTo>
                  <a:pt x="40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84406" y="1531938"/>
            <a:ext cx="419100" cy="293688"/>
          </a:xfrm>
          <a:custGeom>
            <a:avLst/>
            <a:gdLst>
              <a:gd name="T0" fmla="*/ 758 w 1166"/>
              <a:gd name="T1" fmla="*/ 464 h 815"/>
              <a:gd name="T2" fmla="*/ 525 w 1166"/>
              <a:gd name="T3" fmla="*/ 232 h 815"/>
              <a:gd name="T4" fmla="*/ 758 w 1166"/>
              <a:gd name="T5" fmla="*/ 0 h 815"/>
              <a:gd name="T6" fmla="*/ 758 w 1166"/>
              <a:gd name="T7" fmla="*/ 174 h 815"/>
              <a:gd name="T8" fmla="*/ 1165 w 1166"/>
              <a:gd name="T9" fmla="*/ 174 h 815"/>
              <a:gd name="T10" fmla="*/ 1165 w 1166"/>
              <a:gd name="T11" fmla="*/ 289 h 815"/>
              <a:gd name="T12" fmla="*/ 758 w 1166"/>
              <a:gd name="T13" fmla="*/ 289 h 815"/>
              <a:gd name="T14" fmla="*/ 758 w 1166"/>
              <a:gd name="T15" fmla="*/ 464 h 815"/>
              <a:gd name="T16" fmla="*/ 408 w 1166"/>
              <a:gd name="T17" fmla="*/ 524 h 815"/>
              <a:gd name="T18" fmla="*/ 408 w 1166"/>
              <a:gd name="T19" fmla="*/ 349 h 815"/>
              <a:gd name="T20" fmla="*/ 640 w 1166"/>
              <a:gd name="T21" fmla="*/ 582 h 815"/>
              <a:gd name="T22" fmla="*/ 408 w 1166"/>
              <a:gd name="T23" fmla="*/ 814 h 815"/>
              <a:gd name="T24" fmla="*/ 408 w 1166"/>
              <a:gd name="T25" fmla="*/ 639 h 815"/>
              <a:gd name="T26" fmla="*/ 0 w 1166"/>
              <a:gd name="T27" fmla="*/ 639 h 815"/>
              <a:gd name="T28" fmla="*/ 0 w 1166"/>
              <a:gd name="T29" fmla="*/ 524 h 815"/>
              <a:gd name="T30" fmla="*/ 408 w 1166"/>
              <a:gd name="T31" fmla="*/ 524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6" h="815">
                <a:moveTo>
                  <a:pt x="758" y="464"/>
                </a:moveTo>
                <a:lnTo>
                  <a:pt x="525" y="232"/>
                </a:lnTo>
                <a:lnTo>
                  <a:pt x="758" y="0"/>
                </a:lnTo>
                <a:lnTo>
                  <a:pt x="758" y="174"/>
                </a:lnTo>
                <a:lnTo>
                  <a:pt x="1165" y="174"/>
                </a:lnTo>
                <a:lnTo>
                  <a:pt x="1165" y="289"/>
                </a:lnTo>
                <a:lnTo>
                  <a:pt x="758" y="289"/>
                </a:lnTo>
                <a:lnTo>
                  <a:pt x="758" y="464"/>
                </a:lnTo>
                <a:close/>
                <a:moveTo>
                  <a:pt x="408" y="524"/>
                </a:moveTo>
                <a:lnTo>
                  <a:pt x="408" y="349"/>
                </a:lnTo>
                <a:lnTo>
                  <a:pt x="640" y="582"/>
                </a:lnTo>
                <a:lnTo>
                  <a:pt x="408" y="814"/>
                </a:lnTo>
                <a:lnTo>
                  <a:pt x="408" y="639"/>
                </a:lnTo>
                <a:lnTo>
                  <a:pt x="0" y="639"/>
                </a:lnTo>
                <a:lnTo>
                  <a:pt x="0" y="524"/>
                </a:lnTo>
                <a:lnTo>
                  <a:pt x="408" y="5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59144" y="1468438"/>
            <a:ext cx="419100" cy="419100"/>
          </a:xfrm>
          <a:custGeom>
            <a:avLst/>
            <a:gdLst>
              <a:gd name="T0" fmla="*/ 933 w 1166"/>
              <a:gd name="T1" fmla="*/ 350 h 1165"/>
              <a:gd name="T2" fmla="*/ 933 w 1166"/>
              <a:gd name="T3" fmla="*/ 232 h 1165"/>
              <a:gd name="T4" fmla="*/ 233 w 1166"/>
              <a:gd name="T5" fmla="*/ 232 h 1165"/>
              <a:gd name="T6" fmla="*/ 233 w 1166"/>
              <a:gd name="T7" fmla="*/ 350 h 1165"/>
              <a:gd name="T8" fmla="*/ 933 w 1166"/>
              <a:gd name="T9" fmla="*/ 350 h 1165"/>
              <a:gd name="T10" fmla="*/ 933 w 1166"/>
              <a:gd name="T11" fmla="*/ 524 h 1165"/>
              <a:gd name="T12" fmla="*/ 933 w 1166"/>
              <a:gd name="T13" fmla="*/ 407 h 1165"/>
              <a:gd name="T14" fmla="*/ 233 w 1166"/>
              <a:gd name="T15" fmla="*/ 407 h 1165"/>
              <a:gd name="T16" fmla="*/ 233 w 1166"/>
              <a:gd name="T17" fmla="*/ 524 h 1165"/>
              <a:gd name="T18" fmla="*/ 933 w 1166"/>
              <a:gd name="T19" fmla="*/ 524 h 1165"/>
              <a:gd name="T20" fmla="*/ 933 w 1166"/>
              <a:gd name="T21" fmla="*/ 699 h 1165"/>
              <a:gd name="T22" fmla="*/ 933 w 1166"/>
              <a:gd name="T23" fmla="*/ 582 h 1165"/>
              <a:gd name="T24" fmla="*/ 233 w 1166"/>
              <a:gd name="T25" fmla="*/ 582 h 1165"/>
              <a:gd name="T26" fmla="*/ 233 w 1166"/>
              <a:gd name="T27" fmla="*/ 699 h 1165"/>
              <a:gd name="T28" fmla="*/ 933 w 1166"/>
              <a:gd name="T29" fmla="*/ 699 h 1165"/>
              <a:gd name="T30" fmla="*/ 1165 w 1166"/>
              <a:gd name="T31" fmla="*/ 114 h 1165"/>
              <a:gd name="T32" fmla="*/ 1165 w 1166"/>
              <a:gd name="T33" fmla="*/ 1164 h 1165"/>
              <a:gd name="T34" fmla="*/ 933 w 1166"/>
              <a:gd name="T35" fmla="*/ 932 h 1165"/>
              <a:gd name="T36" fmla="*/ 115 w 1166"/>
              <a:gd name="T37" fmla="*/ 932 h 1165"/>
              <a:gd name="T38" fmla="*/ 0 w 1166"/>
              <a:gd name="T39" fmla="*/ 814 h 1165"/>
              <a:gd name="T40" fmla="*/ 0 w 1166"/>
              <a:gd name="T41" fmla="*/ 114 h 1165"/>
              <a:gd name="T42" fmla="*/ 115 w 1166"/>
              <a:gd name="T43" fmla="*/ 0 h 1165"/>
              <a:gd name="T44" fmla="*/ 1050 w 1166"/>
              <a:gd name="T45" fmla="*/ 0 h 1165"/>
              <a:gd name="T46" fmla="*/ 1165 w 1166"/>
              <a:gd name="T47" fmla="*/ 11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933" y="350"/>
                </a:moveTo>
                <a:lnTo>
                  <a:pt x="933" y="232"/>
                </a:lnTo>
                <a:lnTo>
                  <a:pt x="233" y="232"/>
                </a:lnTo>
                <a:lnTo>
                  <a:pt x="233" y="350"/>
                </a:lnTo>
                <a:lnTo>
                  <a:pt x="933" y="350"/>
                </a:lnTo>
                <a:close/>
                <a:moveTo>
                  <a:pt x="933" y="524"/>
                </a:moveTo>
                <a:lnTo>
                  <a:pt x="933" y="407"/>
                </a:lnTo>
                <a:lnTo>
                  <a:pt x="233" y="407"/>
                </a:lnTo>
                <a:lnTo>
                  <a:pt x="233" y="524"/>
                </a:lnTo>
                <a:lnTo>
                  <a:pt x="933" y="524"/>
                </a:lnTo>
                <a:close/>
                <a:moveTo>
                  <a:pt x="933" y="699"/>
                </a:moveTo>
                <a:lnTo>
                  <a:pt x="933" y="582"/>
                </a:lnTo>
                <a:lnTo>
                  <a:pt x="233" y="582"/>
                </a:lnTo>
                <a:lnTo>
                  <a:pt x="233" y="699"/>
                </a:lnTo>
                <a:lnTo>
                  <a:pt x="933" y="699"/>
                </a:lnTo>
                <a:close/>
                <a:moveTo>
                  <a:pt x="1165" y="114"/>
                </a:moveTo>
                <a:lnTo>
                  <a:pt x="1165" y="1164"/>
                </a:lnTo>
                <a:lnTo>
                  <a:pt x="933" y="932"/>
                </a:lnTo>
                <a:lnTo>
                  <a:pt x="115" y="932"/>
                </a:lnTo>
                <a:cubicBezTo>
                  <a:pt x="52" y="932"/>
                  <a:pt x="0" y="877"/>
                  <a:pt x="0" y="814"/>
                </a:cubicBezTo>
                <a:lnTo>
                  <a:pt x="0" y="114"/>
                </a:lnTo>
                <a:cubicBezTo>
                  <a:pt x="0" y="51"/>
                  <a:pt x="52" y="0"/>
                  <a:pt x="115" y="0"/>
                </a:cubicBezTo>
                <a:lnTo>
                  <a:pt x="1050" y="0"/>
                </a:lnTo>
                <a:cubicBezTo>
                  <a:pt x="1113" y="0"/>
                  <a:pt x="1165" y="51"/>
                  <a:pt x="1165" y="11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756106" y="1487488"/>
            <a:ext cx="381000" cy="381000"/>
          </a:xfrm>
          <a:custGeom>
            <a:avLst/>
            <a:gdLst>
              <a:gd name="T0" fmla="*/ 230 w 1059"/>
              <a:gd name="T1" fmla="*/ 938 h 1057"/>
              <a:gd name="T2" fmla="*/ 700 w 1059"/>
              <a:gd name="T3" fmla="*/ 468 h 1057"/>
              <a:gd name="T4" fmla="*/ 588 w 1059"/>
              <a:gd name="T5" fmla="*/ 356 h 1057"/>
              <a:gd name="T6" fmla="*/ 118 w 1059"/>
              <a:gd name="T7" fmla="*/ 826 h 1057"/>
              <a:gd name="T8" fmla="*/ 230 w 1059"/>
              <a:gd name="T9" fmla="*/ 938 h 1057"/>
              <a:gd name="T10" fmla="*/ 1034 w 1059"/>
              <a:gd name="T11" fmla="*/ 159 h 1057"/>
              <a:gd name="T12" fmla="*/ 1034 w 1059"/>
              <a:gd name="T13" fmla="*/ 241 h 1057"/>
              <a:gd name="T14" fmla="*/ 850 w 1059"/>
              <a:gd name="T15" fmla="*/ 424 h 1057"/>
              <a:gd name="T16" fmla="*/ 962 w 1059"/>
              <a:gd name="T17" fmla="*/ 536 h 1057"/>
              <a:gd name="T18" fmla="*/ 880 w 1059"/>
              <a:gd name="T19" fmla="*/ 618 h 1057"/>
              <a:gd name="T20" fmla="*/ 798 w 1059"/>
              <a:gd name="T21" fmla="*/ 536 h 1057"/>
              <a:gd name="T22" fmla="*/ 276 w 1059"/>
              <a:gd name="T23" fmla="*/ 1056 h 1057"/>
              <a:gd name="T24" fmla="*/ 0 w 1059"/>
              <a:gd name="T25" fmla="*/ 1056 h 1057"/>
              <a:gd name="T26" fmla="*/ 0 w 1059"/>
              <a:gd name="T27" fmla="*/ 780 h 1057"/>
              <a:gd name="T28" fmla="*/ 520 w 1059"/>
              <a:gd name="T29" fmla="*/ 257 h 1057"/>
              <a:gd name="T30" fmla="*/ 438 w 1059"/>
              <a:gd name="T31" fmla="*/ 175 h 1057"/>
              <a:gd name="T32" fmla="*/ 520 w 1059"/>
              <a:gd name="T33" fmla="*/ 93 h 1057"/>
              <a:gd name="T34" fmla="*/ 632 w 1059"/>
              <a:gd name="T35" fmla="*/ 206 h 1057"/>
              <a:gd name="T36" fmla="*/ 815 w 1059"/>
              <a:gd name="T37" fmla="*/ 22 h 1057"/>
              <a:gd name="T38" fmla="*/ 897 w 1059"/>
              <a:gd name="T39" fmla="*/ 22 h 1057"/>
              <a:gd name="T40" fmla="*/ 1034 w 1059"/>
              <a:gd name="T41" fmla="*/ 159 h 1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59" h="1057">
                <a:moveTo>
                  <a:pt x="230" y="938"/>
                </a:moveTo>
                <a:lnTo>
                  <a:pt x="700" y="468"/>
                </a:lnTo>
                <a:lnTo>
                  <a:pt x="588" y="356"/>
                </a:lnTo>
                <a:lnTo>
                  <a:pt x="118" y="826"/>
                </a:lnTo>
                <a:lnTo>
                  <a:pt x="230" y="938"/>
                </a:lnTo>
                <a:close/>
                <a:moveTo>
                  <a:pt x="1034" y="159"/>
                </a:moveTo>
                <a:cubicBezTo>
                  <a:pt x="1055" y="181"/>
                  <a:pt x="1058" y="216"/>
                  <a:pt x="1034" y="241"/>
                </a:cubicBezTo>
                <a:lnTo>
                  <a:pt x="850" y="424"/>
                </a:lnTo>
                <a:lnTo>
                  <a:pt x="962" y="536"/>
                </a:lnTo>
                <a:lnTo>
                  <a:pt x="880" y="618"/>
                </a:lnTo>
                <a:lnTo>
                  <a:pt x="798" y="536"/>
                </a:lnTo>
                <a:lnTo>
                  <a:pt x="276" y="1056"/>
                </a:lnTo>
                <a:lnTo>
                  <a:pt x="0" y="1056"/>
                </a:lnTo>
                <a:lnTo>
                  <a:pt x="0" y="780"/>
                </a:lnTo>
                <a:lnTo>
                  <a:pt x="520" y="257"/>
                </a:lnTo>
                <a:lnTo>
                  <a:pt x="438" y="175"/>
                </a:lnTo>
                <a:lnTo>
                  <a:pt x="520" y="93"/>
                </a:lnTo>
                <a:lnTo>
                  <a:pt x="632" y="206"/>
                </a:lnTo>
                <a:lnTo>
                  <a:pt x="815" y="22"/>
                </a:lnTo>
                <a:cubicBezTo>
                  <a:pt x="837" y="0"/>
                  <a:pt x="875" y="0"/>
                  <a:pt x="897" y="22"/>
                </a:cubicBezTo>
                <a:lnTo>
                  <a:pt x="1034" y="15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4894" y="2339975"/>
            <a:ext cx="419100" cy="419100"/>
          </a:xfrm>
          <a:custGeom>
            <a:avLst/>
            <a:gdLst>
              <a:gd name="T0" fmla="*/ 990 w 1166"/>
              <a:gd name="T1" fmla="*/ 57 h 1166"/>
              <a:gd name="T2" fmla="*/ 1165 w 1166"/>
              <a:gd name="T3" fmla="*/ 57 h 1166"/>
              <a:gd name="T4" fmla="*/ 1165 w 1166"/>
              <a:gd name="T5" fmla="*/ 115 h 1166"/>
              <a:gd name="T6" fmla="*/ 757 w 1166"/>
              <a:gd name="T7" fmla="*/ 525 h 1166"/>
              <a:gd name="T8" fmla="*/ 640 w 1166"/>
              <a:gd name="T9" fmla="*/ 407 h 1166"/>
              <a:gd name="T10" fmla="*/ 990 w 1166"/>
              <a:gd name="T11" fmla="*/ 57 h 1166"/>
              <a:gd name="T12" fmla="*/ 582 w 1166"/>
              <a:gd name="T13" fmla="*/ 612 h 1166"/>
              <a:gd name="T14" fmla="*/ 612 w 1166"/>
              <a:gd name="T15" fmla="*/ 582 h 1166"/>
              <a:gd name="T16" fmla="*/ 582 w 1166"/>
              <a:gd name="T17" fmla="*/ 552 h 1166"/>
              <a:gd name="T18" fmla="*/ 552 w 1166"/>
              <a:gd name="T19" fmla="*/ 582 h 1166"/>
              <a:gd name="T20" fmla="*/ 582 w 1166"/>
              <a:gd name="T21" fmla="*/ 612 h 1166"/>
              <a:gd name="T22" fmla="*/ 232 w 1166"/>
              <a:gd name="T23" fmla="*/ 1050 h 1166"/>
              <a:gd name="T24" fmla="*/ 350 w 1166"/>
              <a:gd name="T25" fmla="*/ 932 h 1166"/>
              <a:gd name="T26" fmla="*/ 232 w 1166"/>
              <a:gd name="T27" fmla="*/ 815 h 1166"/>
              <a:gd name="T28" fmla="*/ 115 w 1166"/>
              <a:gd name="T29" fmla="*/ 932 h 1166"/>
              <a:gd name="T30" fmla="*/ 232 w 1166"/>
              <a:gd name="T31" fmla="*/ 1050 h 1166"/>
              <a:gd name="T32" fmla="*/ 232 w 1166"/>
              <a:gd name="T33" fmla="*/ 350 h 1166"/>
              <a:gd name="T34" fmla="*/ 350 w 1166"/>
              <a:gd name="T35" fmla="*/ 232 h 1166"/>
              <a:gd name="T36" fmla="*/ 232 w 1166"/>
              <a:gd name="T37" fmla="*/ 115 h 1166"/>
              <a:gd name="T38" fmla="*/ 115 w 1166"/>
              <a:gd name="T39" fmla="*/ 232 h 1166"/>
              <a:gd name="T40" fmla="*/ 232 w 1166"/>
              <a:gd name="T41" fmla="*/ 350 h 1166"/>
              <a:gd name="T42" fmla="*/ 446 w 1166"/>
              <a:gd name="T43" fmla="*/ 328 h 1166"/>
              <a:gd name="T44" fmla="*/ 1165 w 1166"/>
              <a:gd name="T45" fmla="*/ 1050 h 1166"/>
              <a:gd name="T46" fmla="*/ 1165 w 1166"/>
              <a:gd name="T47" fmla="*/ 1107 h 1166"/>
              <a:gd name="T48" fmla="*/ 990 w 1166"/>
              <a:gd name="T49" fmla="*/ 1107 h 1166"/>
              <a:gd name="T50" fmla="*/ 582 w 1166"/>
              <a:gd name="T51" fmla="*/ 700 h 1166"/>
              <a:gd name="T52" fmla="*/ 446 w 1166"/>
              <a:gd name="T53" fmla="*/ 837 h 1166"/>
              <a:gd name="T54" fmla="*/ 465 w 1166"/>
              <a:gd name="T55" fmla="*/ 932 h 1166"/>
              <a:gd name="T56" fmla="*/ 232 w 1166"/>
              <a:gd name="T57" fmla="*/ 1165 h 1166"/>
              <a:gd name="T58" fmla="*/ 0 w 1166"/>
              <a:gd name="T59" fmla="*/ 932 h 1166"/>
              <a:gd name="T60" fmla="*/ 232 w 1166"/>
              <a:gd name="T61" fmla="*/ 700 h 1166"/>
              <a:gd name="T62" fmla="*/ 328 w 1166"/>
              <a:gd name="T63" fmla="*/ 719 h 1166"/>
              <a:gd name="T64" fmla="*/ 465 w 1166"/>
              <a:gd name="T65" fmla="*/ 582 h 1166"/>
              <a:gd name="T66" fmla="*/ 328 w 1166"/>
              <a:gd name="T67" fmla="*/ 446 h 1166"/>
              <a:gd name="T68" fmla="*/ 232 w 1166"/>
              <a:gd name="T69" fmla="*/ 465 h 1166"/>
              <a:gd name="T70" fmla="*/ 0 w 1166"/>
              <a:gd name="T71" fmla="*/ 232 h 1166"/>
              <a:gd name="T72" fmla="*/ 232 w 1166"/>
              <a:gd name="T73" fmla="*/ 0 h 1166"/>
              <a:gd name="T74" fmla="*/ 465 w 1166"/>
              <a:gd name="T75" fmla="*/ 232 h 1166"/>
              <a:gd name="T76" fmla="*/ 446 w 1166"/>
              <a:gd name="T77" fmla="*/ 32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6" h="1166">
                <a:moveTo>
                  <a:pt x="990" y="57"/>
                </a:moveTo>
                <a:lnTo>
                  <a:pt x="1165" y="57"/>
                </a:lnTo>
                <a:lnTo>
                  <a:pt x="1165" y="115"/>
                </a:lnTo>
                <a:lnTo>
                  <a:pt x="757" y="525"/>
                </a:lnTo>
                <a:lnTo>
                  <a:pt x="640" y="407"/>
                </a:lnTo>
                <a:lnTo>
                  <a:pt x="990" y="57"/>
                </a:lnTo>
                <a:close/>
                <a:moveTo>
                  <a:pt x="582" y="612"/>
                </a:moveTo>
                <a:cubicBezTo>
                  <a:pt x="599" y="612"/>
                  <a:pt x="612" y="598"/>
                  <a:pt x="612" y="582"/>
                </a:cubicBezTo>
                <a:cubicBezTo>
                  <a:pt x="612" y="565"/>
                  <a:pt x="598" y="552"/>
                  <a:pt x="582" y="552"/>
                </a:cubicBezTo>
                <a:cubicBezTo>
                  <a:pt x="565" y="552"/>
                  <a:pt x="552" y="565"/>
                  <a:pt x="552" y="582"/>
                </a:cubicBezTo>
                <a:cubicBezTo>
                  <a:pt x="552" y="598"/>
                  <a:pt x="566" y="612"/>
                  <a:pt x="582" y="612"/>
                </a:cubicBezTo>
                <a:close/>
                <a:moveTo>
                  <a:pt x="232" y="1050"/>
                </a:moveTo>
                <a:cubicBezTo>
                  <a:pt x="295" y="1050"/>
                  <a:pt x="350" y="997"/>
                  <a:pt x="350" y="932"/>
                </a:cubicBezTo>
                <a:cubicBezTo>
                  <a:pt x="350" y="866"/>
                  <a:pt x="294" y="815"/>
                  <a:pt x="232" y="815"/>
                </a:cubicBezTo>
                <a:cubicBezTo>
                  <a:pt x="169" y="815"/>
                  <a:pt x="115" y="866"/>
                  <a:pt x="115" y="932"/>
                </a:cubicBezTo>
                <a:cubicBezTo>
                  <a:pt x="115" y="997"/>
                  <a:pt x="170" y="1050"/>
                  <a:pt x="232" y="1050"/>
                </a:cubicBezTo>
                <a:close/>
                <a:moveTo>
                  <a:pt x="232" y="350"/>
                </a:moveTo>
                <a:cubicBezTo>
                  <a:pt x="295" y="350"/>
                  <a:pt x="350" y="297"/>
                  <a:pt x="350" y="232"/>
                </a:cubicBezTo>
                <a:cubicBezTo>
                  <a:pt x="350" y="166"/>
                  <a:pt x="294" y="115"/>
                  <a:pt x="232" y="115"/>
                </a:cubicBezTo>
                <a:cubicBezTo>
                  <a:pt x="169" y="115"/>
                  <a:pt x="115" y="166"/>
                  <a:pt x="115" y="232"/>
                </a:cubicBezTo>
                <a:cubicBezTo>
                  <a:pt x="115" y="297"/>
                  <a:pt x="170" y="350"/>
                  <a:pt x="232" y="350"/>
                </a:cubicBezTo>
                <a:close/>
                <a:moveTo>
                  <a:pt x="446" y="328"/>
                </a:moveTo>
                <a:lnTo>
                  <a:pt x="1165" y="1050"/>
                </a:lnTo>
                <a:lnTo>
                  <a:pt x="1165" y="1107"/>
                </a:lnTo>
                <a:lnTo>
                  <a:pt x="990" y="1107"/>
                </a:lnTo>
                <a:lnTo>
                  <a:pt x="582" y="700"/>
                </a:lnTo>
                <a:lnTo>
                  <a:pt x="446" y="837"/>
                </a:lnTo>
                <a:cubicBezTo>
                  <a:pt x="459" y="867"/>
                  <a:pt x="465" y="897"/>
                  <a:pt x="465" y="932"/>
                </a:cubicBezTo>
                <a:cubicBezTo>
                  <a:pt x="465" y="1061"/>
                  <a:pt x="360" y="1165"/>
                  <a:pt x="232" y="1165"/>
                </a:cubicBezTo>
                <a:cubicBezTo>
                  <a:pt x="103" y="1165"/>
                  <a:pt x="0" y="1060"/>
                  <a:pt x="0" y="932"/>
                </a:cubicBezTo>
                <a:cubicBezTo>
                  <a:pt x="0" y="803"/>
                  <a:pt x="104" y="700"/>
                  <a:pt x="232" y="700"/>
                </a:cubicBezTo>
                <a:cubicBezTo>
                  <a:pt x="268" y="700"/>
                  <a:pt x="298" y="705"/>
                  <a:pt x="328" y="719"/>
                </a:cubicBezTo>
                <a:lnTo>
                  <a:pt x="465" y="582"/>
                </a:lnTo>
                <a:lnTo>
                  <a:pt x="328" y="446"/>
                </a:lnTo>
                <a:cubicBezTo>
                  <a:pt x="298" y="459"/>
                  <a:pt x="268" y="465"/>
                  <a:pt x="232" y="465"/>
                </a:cubicBezTo>
                <a:cubicBezTo>
                  <a:pt x="104" y="465"/>
                  <a:pt x="0" y="361"/>
                  <a:pt x="0" y="232"/>
                </a:cubicBezTo>
                <a:cubicBezTo>
                  <a:pt x="0" y="104"/>
                  <a:pt x="103" y="0"/>
                  <a:pt x="232" y="0"/>
                </a:cubicBezTo>
                <a:cubicBezTo>
                  <a:pt x="360" y="0"/>
                  <a:pt x="465" y="104"/>
                  <a:pt x="465" y="232"/>
                </a:cubicBezTo>
                <a:cubicBezTo>
                  <a:pt x="465" y="268"/>
                  <a:pt x="459" y="298"/>
                  <a:pt x="446" y="32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51858" y="2360614"/>
            <a:ext cx="377825" cy="377825"/>
          </a:xfrm>
          <a:custGeom>
            <a:avLst/>
            <a:gdLst>
              <a:gd name="T0" fmla="*/ 933 w 1051"/>
              <a:gd name="T1" fmla="*/ 933 h 1051"/>
              <a:gd name="T2" fmla="*/ 933 w 1051"/>
              <a:gd name="T3" fmla="*/ 118 h 1051"/>
              <a:gd name="T4" fmla="*/ 118 w 1051"/>
              <a:gd name="T5" fmla="*/ 118 h 1051"/>
              <a:gd name="T6" fmla="*/ 118 w 1051"/>
              <a:gd name="T7" fmla="*/ 933 h 1051"/>
              <a:gd name="T8" fmla="*/ 933 w 1051"/>
              <a:gd name="T9" fmla="*/ 933 h 1051"/>
              <a:gd name="T10" fmla="*/ 933 w 1051"/>
              <a:gd name="T11" fmla="*/ 0 h 1051"/>
              <a:gd name="T12" fmla="*/ 1050 w 1051"/>
              <a:gd name="T13" fmla="*/ 118 h 1051"/>
              <a:gd name="T14" fmla="*/ 1050 w 1051"/>
              <a:gd name="T15" fmla="*/ 933 h 1051"/>
              <a:gd name="T16" fmla="*/ 933 w 1051"/>
              <a:gd name="T17" fmla="*/ 1050 h 1051"/>
              <a:gd name="T18" fmla="*/ 118 w 1051"/>
              <a:gd name="T19" fmla="*/ 1050 h 1051"/>
              <a:gd name="T20" fmla="*/ 0 w 1051"/>
              <a:gd name="T21" fmla="*/ 933 h 1051"/>
              <a:gd name="T22" fmla="*/ 0 w 1051"/>
              <a:gd name="T23" fmla="*/ 118 h 1051"/>
              <a:gd name="T24" fmla="*/ 118 w 1051"/>
              <a:gd name="T25" fmla="*/ 0 h 1051"/>
              <a:gd name="T26" fmla="*/ 933 w 1051"/>
              <a:gd name="T2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1051">
                <a:moveTo>
                  <a:pt x="933" y="933"/>
                </a:moveTo>
                <a:lnTo>
                  <a:pt x="933" y="118"/>
                </a:lnTo>
                <a:lnTo>
                  <a:pt x="118" y="118"/>
                </a:lnTo>
                <a:lnTo>
                  <a:pt x="118" y="933"/>
                </a:lnTo>
                <a:lnTo>
                  <a:pt x="933" y="933"/>
                </a:lnTo>
                <a:close/>
                <a:moveTo>
                  <a:pt x="933" y="0"/>
                </a:moveTo>
                <a:cubicBezTo>
                  <a:pt x="996" y="0"/>
                  <a:pt x="1050" y="55"/>
                  <a:pt x="1050" y="118"/>
                </a:cubicBezTo>
                <a:lnTo>
                  <a:pt x="1050" y="933"/>
                </a:lnTo>
                <a:cubicBezTo>
                  <a:pt x="1050" y="996"/>
                  <a:pt x="996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6"/>
                  <a:pt x="0" y="933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26596" y="2424113"/>
            <a:ext cx="377825" cy="252412"/>
          </a:xfrm>
          <a:custGeom>
            <a:avLst/>
            <a:gdLst>
              <a:gd name="T0" fmla="*/ 933 w 1051"/>
              <a:gd name="T1" fmla="*/ 583 h 701"/>
              <a:gd name="T2" fmla="*/ 933 w 1051"/>
              <a:gd name="T3" fmla="*/ 118 h 701"/>
              <a:gd name="T4" fmla="*/ 118 w 1051"/>
              <a:gd name="T5" fmla="*/ 118 h 701"/>
              <a:gd name="T6" fmla="*/ 118 w 1051"/>
              <a:gd name="T7" fmla="*/ 583 h 701"/>
              <a:gd name="T8" fmla="*/ 933 w 1051"/>
              <a:gd name="T9" fmla="*/ 583 h 701"/>
              <a:gd name="T10" fmla="*/ 933 w 1051"/>
              <a:gd name="T11" fmla="*/ 0 h 701"/>
              <a:gd name="T12" fmla="*/ 1050 w 1051"/>
              <a:gd name="T13" fmla="*/ 118 h 701"/>
              <a:gd name="T14" fmla="*/ 1050 w 1051"/>
              <a:gd name="T15" fmla="*/ 583 h 701"/>
              <a:gd name="T16" fmla="*/ 933 w 1051"/>
              <a:gd name="T17" fmla="*/ 700 h 701"/>
              <a:gd name="T18" fmla="*/ 118 w 1051"/>
              <a:gd name="T19" fmla="*/ 700 h 701"/>
              <a:gd name="T20" fmla="*/ 0 w 1051"/>
              <a:gd name="T21" fmla="*/ 583 h 701"/>
              <a:gd name="T22" fmla="*/ 0 w 1051"/>
              <a:gd name="T23" fmla="*/ 118 h 701"/>
              <a:gd name="T24" fmla="*/ 118 w 1051"/>
              <a:gd name="T25" fmla="*/ 0 h 701"/>
              <a:gd name="T26" fmla="*/ 933 w 1051"/>
              <a:gd name="T27" fmla="*/ 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701">
                <a:moveTo>
                  <a:pt x="933" y="583"/>
                </a:moveTo>
                <a:lnTo>
                  <a:pt x="933" y="118"/>
                </a:lnTo>
                <a:lnTo>
                  <a:pt x="118" y="118"/>
                </a:lnTo>
                <a:lnTo>
                  <a:pt x="118" y="583"/>
                </a:lnTo>
                <a:lnTo>
                  <a:pt x="933" y="583"/>
                </a:lnTo>
                <a:close/>
                <a:moveTo>
                  <a:pt x="933" y="0"/>
                </a:moveTo>
                <a:cubicBezTo>
                  <a:pt x="996" y="0"/>
                  <a:pt x="1050" y="55"/>
                  <a:pt x="1050" y="118"/>
                </a:cubicBezTo>
                <a:lnTo>
                  <a:pt x="1050" y="583"/>
                </a:lnTo>
                <a:cubicBezTo>
                  <a:pt x="1050" y="646"/>
                  <a:pt x="996" y="700"/>
                  <a:pt x="933" y="700"/>
                </a:cubicBezTo>
                <a:lnTo>
                  <a:pt x="118" y="700"/>
                </a:lnTo>
                <a:cubicBezTo>
                  <a:pt x="55" y="700"/>
                  <a:pt x="0" y="646"/>
                  <a:pt x="0" y="583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302921" y="2444751"/>
            <a:ext cx="377825" cy="211138"/>
          </a:xfrm>
          <a:custGeom>
            <a:avLst/>
            <a:gdLst>
              <a:gd name="T0" fmla="*/ 933 w 1051"/>
              <a:gd name="T1" fmla="*/ 467 h 586"/>
              <a:gd name="T2" fmla="*/ 933 w 1051"/>
              <a:gd name="T3" fmla="*/ 117 h 586"/>
              <a:gd name="T4" fmla="*/ 118 w 1051"/>
              <a:gd name="T5" fmla="*/ 117 h 586"/>
              <a:gd name="T6" fmla="*/ 118 w 1051"/>
              <a:gd name="T7" fmla="*/ 467 h 586"/>
              <a:gd name="T8" fmla="*/ 933 w 1051"/>
              <a:gd name="T9" fmla="*/ 467 h 586"/>
              <a:gd name="T10" fmla="*/ 933 w 1051"/>
              <a:gd name="T11" fmla="*/ 0 h 586"/>
              <a:gd name="T12" fmla="*/ 1050 w 1051"/>
              <a:gd name="T13" fmla="*/ 117 h 586"/>
              <a:gd name="T14" fmla="*/ 1050 w 1051"/>
              <a:gd name="T15" fmla="*/ 467 h 586"/>
              <a:gd name="T16" fmla="*/ 933 w 1051"/>
              <a:gd name="T17" fmla="*/ 585 h 586"/>
              <a:gd name="T18" fmla="*/ 118 w 1051"/>
              <a:gd name="T19" fmla="*/ 585 h 586"/>
              <a:gd name="T20" fmla="*/ 0 w 1051"/>
              <a:gd name="T21" fmla="*/ 467 h 586"/>
              <a:gd name="T22" fmla="*/ 0 w 1051"/>
              <a:gd name="T23" fmla="*/ 117 h 586"/>
              <a:gd name="T24" fmla="*/ 118 w 1051"/>
              <a:gd name="T25" fmla="*/ 0 h 586"/>
              <a:gd name="T26" fmla="*/ 933 w 1051"/>
              <a:gd name="T27" fmla="*/ 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586">
                <a:moveTo>
                  <a:pt x="933" y="467"/>
                </a:moveTo>
                <a:lnTo>
                  <a:pt x="933" y="117"/>
                </a:lnTo>
                <a:lnTo>
                  <a:pt x="118" y="117"/>
                </a:lnTo>
                <a:lnTo>
                  <a:pt x="118" y="467"/>
                </a:lnTo>
                <a:lnTo>
                  <a:pt x="933" y="467"/>
                </a:lnTo>
                <a:close/>
                <a:moveTo>
                  <a:pt x="933" y="0"/>
                </a:moveTo>
                <a:cubicBezTo>
                  <a:pt x="996" y="0"/>
                  <a:pt x="1050" y="55"/>
                  <a:pt x="1050" y="117"/>
                </a:cubicBezTo>
                <a:lnTo>
                  <a:pt x="1050" y="467"/>
                </a:lnTo>
                <a:cubicBezTo>
                  <a:pt x="1050" y="530"/>
                  <a:pt x="996" y="585"/>
                  <a:pt x="933" y="585"/>
                </a:cubicBezTo>
                <a:lnTo>
                  <a:pt x="118" y="585"/>
                </a:lnTo>
                <a:cubicBezTo>
                  <a:pt x="55" y="585"/>
                  <a:pt x="0" y="530"/>
                  <a:pt x="0" y="467"/>
                </a:cubicBezTo>
                <a:lnTo>
                  <a:pt x="0" y="117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77658" y="2381250"/>
            <a:ext cx="377825" cy="336550"/>
          </a:xfrm>
          <a:custGeom>
            <a:avLst/>
            <a:gdLst>
              <a:gd name="T0" fmla="*/ 933 w 1051"/>
              <a:gd name="T1" fmla="*/ 817 h 936"/>
              <a:gd name="T2" fmla="*/ 933 w 1051"/>
              <a:gd name="T3" fmla="*/ 117 h 936"/>
              <a:gd name="T4" fmla="*/ 118 w 1051"/>
              <a:gd name="T5" fmla="*/ 117 h 936"/>
              <a:gd name="T6" fmla="*/ 118 w 1051"/>
              <a:gd name="T7" fmla="*/ 817 h 936"/>
              <a:gd name="T8" fmla="*/ 933 w 1051"/>
              <a:gd name="T9" fmla="*/ 817 h 936"/>
              <a:gd name="T10" fmla="*/ 933 w 1051"/>
              <a:gd name="T11" fmla="*/ 0 h 936"/>
              <a:gd name="T12" fmla="*/ 1050 w 1051"/>
              <a:gd name="T13" fmla="*/ 117 h 936"/>
              <a:gd name="T14" fmla="*/ 1050 w 1051"/>
              <a:gd name="T15" fmla="*/ 817 h 936"/>
              <a:gd name="T16" fmla="*/ 933 w 1051"/>
              <a:gd name="T17" fmla="*/ 935 h 936"/>
              <a:gd name="T18" fmla="*/ 118 w 1051"/>
              <a:gd name="T19" fmla="*/ 935 h 936"/>
              <a:gd name="T20" fmla="*/ 0 w 1051"/>
              <a:gd name="T21" fmla="*/ 817 h 936"/>
              <a:gd name="T22" fmla="*/ 0 w 1051"/>
              <a:gd name="T23" fmla="*/ 117 h 936"/>
              <a:gd name="T24" fmla="*/ 118 w 1051"/>
              <a:gd name="T25" fmla="*/ 0 h 936"/>
              <a:gd name="T26" fmla="*/ 933 w 1051"/>
              <a:gd name="T27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936">
                <a:moveTo>
                  <a:pt x="933" y="817"/>
                </a:moveTo>
                <a:lnTo>
                  <a:pt x="933" y="117"/>
                </a:lnTo>
                <a:lnTo>
                  <a:pt x="118" y="117"/>
                </a:lnTo>
                <a:lnTo>
                  <a:pt x="118" y="817"/>
                </a:lnTo>
                <a:lnTo>
                  <a:pt x="933" y="817"/>
                </a:lnTo>
                <a:close/>
                <a:moveTo>
                  <a:pt x="933" y="0"/>
                </a:moveTo>
                <a:cubicBezTo>
                  <a:pt x="996" y="0"/>
                  <a:pt x="1050" y="55"/>
                  <a:pt x="1050" y="117"/>
                </a:cubicBezTo>
                <a:lnTo>
                  <a:pt x="1050" y="817"/>
                </a:lnTo>
                <a:cubicBezTo>
                  <a:pt x="1050" y="880"/>
                  <a:pt x="996" y="935"/>
                  <a:pt x="933" y="935"/>
                </a:cubicBezTo>
                <a:lnTo>
                  <a:pt x="118" y="935"/>
                </a:lnTo>
                <a:cubicBezTo>
                  <a:pt x="55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33344" y="2381250"/>
            <a:ext cx="419100" cy="336550"/>
          </a:xfrm>
          <a:custGeom>
            <a:avLst/>
            <a:gdLst>
              <a:gd name="T0" fmla="*/ 990 w 1166"/>
              <a:gd name="T1" fmla="*/ 585 h 936"/>
              <a:gd name="T2" fmla="*/ 990 w 1166"/>
              <a:gd name="T3" fmla="*/ 467 h 936"/>
              <a:gd name="T4" fmla="*/ 815 w 1166"/>
              <a:gd name="T5" fmla="*/ 467 h 936"/>
              <a:gd name="T6" fmla="*/ 815 w 1166"/>
              <a:gd name="T7" fmla="*/ 292 h 936"/>
              <a:gd name="T8" fmla="*/ 700 w 1166"/>
              <a:gd name="T9" fmla="*/ 292 h 936"/>
              <a:gd name="T10" fmla="*/ 700 w 1166"/>
              <a:gd name="T11" fmla="*/ 467 h 936"/>
              <a:gd name="T12" fmla="*/ 525 w 1166"/>
              <a:gd name="T13" fmla="*/ 467 h 936"/>
              <a:gd name="T14" fmla="*/ 525 w 1166"/>
              <a:gd name="T15" fmla="*/ 585 h 936"/>
              <a:gd name="T16" fmla="*/ 700 w 1166"/>
              <a:gd name="T17" fmla="*/ 585 h 936"/>
              <a:gd name="T18" fmla="*/ 700 w 1166"/>
              <a:gd name="T19" fmla="*/ 760 h 936"/>
              <a:gd name="T20" fmla="*/ 815 w 1166"/>
              <a:gd name="T21" fmla="*/ 760 h 936"/>
              <a:gd name="T22" fmla="*/ 815 w 1166"/>
              <a:gd name="T23" fmla="*/ 585 h 936"/>
              <a:gd name="T24" fmla="*/ 990 w 1166"/>
              <a:gd name="T25" fmla="*/ 585 h 936"/>
              <a:gd name="T26" fmla="*/ 1165 w 1166"/>
              <a:gd name="T27" fmla="*/ 235 h 936"/>
              <a:gd name="T28" fmla="*/ 1165 w 1166"/>
              <a:gd name="T29" fmla="*/ 817 h 936"/>
              <a:gd name="T30" fmla="*/ 1050 w 1166"/>
              <a:gd name="T31" fmla="*/ 935 h 936"/>
              <a:gd name="T32" fmla="*/ 115 w 1166"/>
              <a:gd name="T33" fmla="*/ 935 h 936"/>
              <a:gd name="T34" fmla="*/ 0 w 1166"/>
              <a:gd name="T35" fmla="*/ 817 h 936"/>
              <a:gd name="T36" fmla="*/ 0 w 1166"/>
              <a:gd name="T37" fmla="*/ 117 h 936"/>
              <a:gd name="T38" fmla="*/ 115 w 1166"/>
              <a:gd name="T39" fmla="*/ 0 h 936"/>
              <a:gd name="T40" fmla="*/ 465 w 1166"/>
              <a:gd name="T41" fmla="*/ 0 h 936"/>
              <a:gd name="T42" fmla="*/ 582 w 1166"/>
              <a:gd name="T43" fmla="*/ 117 h 936"/>
              <a:gd name="T44" fmla="*/ 1050 w 1166"/>
              <a:gd name="T45" fmla="*/ 117 h 936"/>
              <a:gd name="T46" fmla="*/ 1165 w 1166"/>
              <a:gd name="T47" fmla="*/ 235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936">
                <a:moveTo>
                  <a:pt x="990" y="585"/>
                </a:moveTo>
                <a:lnTo>
                  <a:pt x="990" y="467"/>
                </a:lnTo>
                <a:lnTo>
                  <a:pt x="815" y="467"/>
                </a:lnTo>
                <a:lnTo>
                  <a:pt x="815" y="292"/>
                </a:lnTo>
                <a:lnTo>
                  <a:pt x="700" y="292"/>
                </a:lnTo>
                <a:lnTo>
                  <a:pt x="700" y="467"/>
                </a:lnTo>
                <a:lnTo>
                  <a:pt x="525" y="467"/>
                </a:lnTo>
                <a:lnTo>
                  <a:pt x="525" y="585"/>
                </a:lnTo>
                <a:lnTo>
                  <a:pt x="700" y="585"/>
                </a:lnTo>
                <a:lnTo>
                  <a:pt x="700" y="760"/>
                </a:lnTo>
                <a:lnTo>
                  <a:pt x="815" y="760"/>
                </a:lnTo>
                <a:lnTo>
                  <a:pt x="815" y="585"/>
                </a:lnTo>
                <a:lnTo>
                  <a:pt x="990" y="585"/>
                </a:lnTo>
                <a:close/>
                <a:moveTo>
                  <a:pt x="1165" y="235"/>
                </a:moveTo>
                <a:lnTo>
                  <a:pt x="1165" y="817"/>
                </a:lnTo>
                <a:cubicBezTo>
                  <a:pt x="1165" y="883"/>
                  <a:pt x="1115" y="935"/>
                  <a:pt x="1050" y="935"/>
                </a:cubicBezTo>
                <a:lnTo>
                  <a:pt x="115" y="935"/>
                </a:lnTo>
                <a:cubicBezTo>
                  <a:pt x="49" y="935"/>
                  <a:pt x="0" y="883"/>
                  <a:pt x="0" y="817"/>
                </a:cubicBezTo>
                <a:lnTo>
                  <a:pt x="0" y="117"/>
                </a:lnTo>
                <a:cubicBezTo>
                  <a:pt x="0" y="52"/>
                  <a:pt x="49" y="0"/>
                  <a:pt x="115" y="0"/>
                </a:cubicBezTo>
                <a:lnTo>
                  <a:pt x="465" y="0"/>
                </a:lnTo>
                <a:lnTo>
                  <a:pt x="582" y="117"/>
                </a:lnTo>
                <a:lnTo>
                  <a:pt x="1050" y="117"/>
                </a:lnTo>
                <a:cubicBezTo>
                  <a:pt x="1115" y="117"/>
                  <a:pt x="1165" y="169"/>
                  <a:pt x="1165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508081" y="2339975"/>
            <a:ext cx="419100" cy="419100"/>
          </a:xfrm>
          <a:custGeom>
            <a:avLst/>
            <a:gdLst>
              <a:gd name="T0" fmla="*/ 582 w 1166"/>
              <a:gd name="T1" fmla="*/ 1050 h 1166"/>
              <a:gd name="T2" fmla="*/ 1050 w 1166"/>
              <a:gd name="T3" fmla="*/ 582 h 1166"/>
              <a:gd name="T4" fmla="*/ 582 w 1166"/>
              <a:gd name="T5" fmla="*/ 115 h 1166"/>
              <a:gd name="T6" fmla="*/ 115 w 1166"/>
              <a:gd name="T7" fmla="*/ 582 h 1166"/>
              <a:gd name="T8" fmla="*/ 582 w 1166"/>
              <a:gd name="T9" fmla="*/ 1050 h 1166"/>
              <a:gd name="T10" fmla="*/ 582 w 1166"/>
              <a:gd name="T11" fmla="*/ 0 h 1166"/>
              <a:gd name="T12" fmla="*/ 1165 w 1166"/>
              <a:gd name="T13" fmla="*/ 582 h 1166"/>
              <a:gd name="T14" fmla="*/ 582 w 1166"/>
              <a:gd name="T15" fmla="*/ 1165 h 1166"/>
              <a:gd name="T16" fmla="*/ 0 w 1166"/>
              <a:gd name="T17" fmla="*/ 582 h 1166"/>
              <a:gd name="T18" fmla="*/ 582 w 1166"/>
              <a:gd name="T19" fmla="*/ 0 h 1166"/>
              <a:gd name="T20" fmla="*/ 574 w 1166"/>
              <a:gd name="T21" fmla="*/ 416 h 1166"/>
              <a:gd name="T22" fmla="*/ 465 w 1166"/>
              <a:gd name="T23" fmla="*/ 574 h 1166"/>
              <a:gd name="T24" fmla="*/ 465 w 1166"/>
              <a:gd name="T25" fmla="*/ 591 h 1166"/>
              <a:gd name="T26" fmla="*/ 574 w 1166"/>
              <a:gd name="T27" fmla="*/ 749 h 1166"/>
              <a:gd name="T28" fmla="*/ 670 w 1166"/>
              <a:gd name="T29" fmla="*/ 667 h 1166"/>
              <a:gd name="T30" fmla="*/ 774 w 1166"/>
              <a:gd name="T31" fmla="*/ 667 h 1166"/>
              <a:gd name="T32" fmla="*/ 713 w 1166"/>
              <a:gd name="T33" fmla="*/ 787 h 1166"/>
              <a:gd name="T34" fmla="*/ 574 w 1166"/>
              <a:gd name="T35" fmla="*/ 837 h 1166"/>
              <a:gd name="T36" fmla="*/ 350 w 1166"/>
              <a:gd name="T37" fmla="*/ 591 h 1166"/>
              <a:gd name="T38" fmla="*/ 350 w 1166"/>
              <a:gd name="T39" fmla="*/ 574 h 1166"/>
              <a:gd name="T40" fmla="*/ 404 w 1166"/>
              <a:gd name="T41" fmla="*/ 399 h 1166"/>
              <a:gd name="T42" fmla="*/ 574 w 1166"/>
              <a:gd name="T43" fmla="*/ 325 h 1166"/>
              <a:gd name="T44" fmla="*/ 716 w 1166"/>
              <a:gd name="T45" fmla="*/ 377 h 1166"/>
              <a:gd name="T46" fmla="*/ 774 w 1166"/>
              <a:gd name="T47" fmla="*/ 511 h 1166"/>
              <a:gd name="T48" fmla="*/ 670 w 1166"/>
              <a:gd name="T49" fmla="*/ 511 h 1166"/>
              <a:gd name="T50" fmla="*/ 661 w 1166"/>
              <a:gd name="T51" fmla="*/ 476 h 1166"/>
              <a:gd name="T52" fmla="*/ 642 w 1166"/>
              <a:gd name="T53" fmla="*/ 443 h 1166"/>
              <a:gd name="T54" fmla="*/ 574 w 1166"/>
              <a:gd name="T55" fmla="*/ 416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66" h="1166"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574" y="416"/>
                </a:moveTo>
                <a:cubicBezTo>
                  <a:pt x="490" y="416"/>
                  <a:pt x="465" y="490"/>
                  <a:pt x="465" y="574"/>
                </a:cubicBezTo>
                <a:lnTo>
                  <a:pt x="465" y="591"/>
                </a:lnTo>
                <a:cubicBezTo>
                  <a:pt x="465" y="675"/>
                  <a:pt x="490" y="749"/>
                  <a:pt x="574" y="749"/>
                </a:cubicBezTo>
                <a:cubicBezTo>
                  <a:pt x="625" y="749"/>
                  <a:pt x="670" y="718"/>
                  <a:pt x="670" y="667"/>
                </a:cubicBezTo>
                <a:lnTo>
                  <a:pt x="774" y="667"/>
                </a:lnTo>
                <a:cubicBezTo>
                  <a:pt x="774" y="721"/>
                  <a:pt x="745" y="761"/>
                  <a:pt x="713" y="787"/>
                </a:cubicBezTo>
                <a:cubicBezTo>
                  <a:pt x="678" y="818"/>
                  <a:pt x="637" y="837"/>
                  <a:pt x="574" y="837"/>
                </a:cubicBezTo>
                <a:cubicBezTo>
                  <a:pt x="425" y="837"/>
                  <a:pt x="350" y="738"/>
                  <a:pt x="350" y="591"/>
                </a:cubicBezTo>
                <a:lnTo>
                  <a:pt x="350" y="574"/>
                </a:lnTo>
                <a:cubicBezTo>
                  <a:pt x="350" y="504"/>
                  <a:pt x="370" y="439"/>
                  <a:pt x="404" y="399"/>
                </a:cubicBezTo>
                <a:cubicBezTo>
                  <a:pt x="441" y="358"/>
                  <a:pt x="498" y="325"/>
                  <a:pt x="574" y="325"/>
                </a:cubicBezTo>
                <a:cubicBezTo>
                  <a:pt x="634" y="325"/>
                  <a:pt x="685" y="346"/>
                  <a:pt x="716" y="377"/>
                </a:cubicBezTo>
                <a:cubicBezTo>
                  <a:pt x="746" y="407"/>
                  <a:pt x="774" y="454"/>
                  <a:pt x="774" y="511"/>
                </a:cubicBezTo>
                <a:lnTo>
                  <a:pt x="670" y="511"/>
                </a:lnTo>
                <a:cubicBezTo>
                  <a:pt x="670" y="498"/>
                  <a:pt x="667" y="487"/>
                  <a:pt x="661" y="476"/>
                </a:cubicBezTo>
                <a:cubicBezTo>
                  <a:pt x="656" y="465"/>
                  <a:pt x="651" y="451"/>
                  <a:pt x="642" y="443"/>
                </a:cubicBezTo>
                <a:cubicBezTo>
                  <a:pt x="627" y="428"/>
                  <a:pt x="602" y="416"/>
                  <a:pt x="574" y="41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584406" y="2339975"/>
            <a:ext cx="419100" cy="419100"/>
          </a:xfrm>
          <a:custGeom>
            <a:avLst/>
            <a:gdLst>
              <a:gd name="T0" fmla="*/ 582 w 1166"/>
              <a:gd name="T1" fmla="*/ 1050 h 1166"/>
              <a:gd name="T2" fmla="*/ 1050 w 1166"/>
              <a:gd name="T3" fmla="*/ 582 h 1166"/>
              <a:gd name="T4" fmla="*/ 582 w 1166"/>
              <a:gd name="T5" fmla="*/ 115 h 1166"/>
              <a:gd name="T6" fmla="*/ 115 w 1166"/>
              <a:gd name="T7" fmla="*/ 582 h 1166"/>
              <a:gd name="T8" fmla="*/ 582 w 1166"/>
              <a:gd name="T9" fmla="*/ 1050 h 1166"/>
              <a:gd name="T10" fmla="*/ 582 w 1166"/>
              <a:gd name="T11" fmla="*/ 0 h 1166"/>
              <a:gd name="T12" fmla="*/ 1165 w 1166"/>
              <a:gd name="T13" fmla="*/ 582 h 1166"/>
              <a:gd name="T14" fmla="*/ 582 w 1166"/>
              <a:gd name="T15" fmla="*/ 1165 h 1166"/>
              <a:gd name="T16" fmla="*/ 0 w 1166"/>
              <a:gd name="T17" fmla="*/ 582 h 1166"/>
              <a:gd name="T18" fmla="*/ 582 w 1166"/>
              <a:gd name="T19" fmla="*/ 0 h 1166"/>
              <a:gd name="T20" fmla="*/ 640 w 1166"/>
              <a:gd name="T21" fmla="*/ 290 h 1166"/>
              <a:gd name="T22" fmla="*/ 640 w 1166"/>
              <a:gd name="T23" fmla="*/ 525 h 1166"/>
              <a:gd name="T24" fmla="*/ 875 w 1166"/>
              <a:gd name="T25" fmla="*/ 525 h 1166"/>
              <a:gd name="T26" fmla="*/ 875 w 1166"/>
              <a:gd name="T27" fmla="*/ 640 h 1166"/>
              <a:gd name="T28" fmla="*/ 640 w 1166"/>
              <a:gd name="T29" fmla="*/ 640 h 1166"/>
              <a:gd name="T30" fmla="*/ 640 w 1166"/>
              <a:gd name="T31" fmla="*/ 875 h 1166"/>
              <a:gd name="T32" fmla="*/ 525 w 1166"/>
              <a:gd name="T33" fmla="*/ 875 h 1166"/>
              <a:gd name="T34" fmla="*/ 525 w 1166"/>
              <a:gd name="T35" fmla="*/ 640 h 1166"/>
              <a:gd name="T36" fmla="*/ 290 w 1166"/>
              <a:gd name="T37" fmla="*/ 640 h 1166"/>
              <a:gd name="T38" fmla="*/ 290 w 1166"/>
              <a:gd name="T39" fmla="*/ 525 h 1166"/>
              <a:gd name="T40" fmla="*/ 525 w 1166"/>
              <a:gd name="T41" fmla="*/ 525 h 1166"/>
              <a:gd name="T42" fmla="*/ 525 w 1166"/>
              <a:gd name="T43" fmla="*/ 290 h 1166"/>
              <a:gd name="T44" fmla="*/ 640 w 1166"/>
              <a:gd name="T45" fmla="*/ 29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6"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640" y="290"/>
                </a:moveTo>
                <a:lnTo>
                  <a:pt x="640" y="525"/>
                </a:lnTo>
                <a:lnTo>
                  <a:pt x="875" y="525"/>
                </a:lnTo>
                <a:lnTo>
                  <a:pt x="875" y="640"/>
                </a:lnTo>
                <a:lnTo>
                  <a:pt x="640" y="640"/>
                </a:lnTo>
                <a:lnTo>
                  <a:pt x="640" y="875"/>
                </a:lnTo>
                <a:lnTo>
                  <a:pt x="525" y="875"/>
                </a:lnTo>
                <a:lnTo>
                  <a:pt x="525" y="640"/>
                </a:lnTo>
                <a:lnTo>
                  <a:pt x="290" y="640"/>
                </a:lnTo>
                <a:lnTo>
                  <a:pt x="290" y="525"/>
                </a:lnTo>
                <a:lnTo>
                  <a:pt x="525" y="525"/>
                </a:lnTo>
                <a:lnTo>
                  <a:pt x="525" y="290"/>
                </a:lnTo>
                <a:lnTo>
                  <a:pt x="640" y="29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17871" y="2360614"/>
            <a:ext cx="504825" cy="377825"/>
          </a:xfrm>
          <a:custGeom>
            <a:avLst/>
            <a:gdLst>
              <a:gd name="T0" fmla="*/ 875 w 1401"/>
              <a:gd name="T1" fmla="*/ 933 h 1051"/>
              <a:gd name="T2" fmla="*/ 1282 w 1401"/>
              <a:gd name="T3" fmla="*/ 525 h 1051"/>
              <a:gd name="T4" fmla="*/ 875 w 1401"/>
              <a:gd name="T5" fmla="*/ 118 h 1051"/>
              <a:gd name="T6" fmla="*/ 468 w 1401"/>
              <a:gd name="T7" fmla="*/ 525 h 1051"/>
              <a:gd name="T8" fmla="*/ 875 w 1401"/>
              <a:gd name="T9" fmla="*/ 933 h 1051"/>
              <a:gd name="T10" fmla="*/ 875 w 1401"/>
              <a:gd name="T11" fmla="*/ 0 h 1051"/>
              <a:gd name="T12" fmla="*/ 1400 w 1401"/>
              <a:gd name="T13" fmla="*/ 525 h 1051"/>
              <a:gd name="T14" fmla="*/ 875 w 1401"/>
              <a:gd name="T15" fmla="*/ 1050 h 1051"/>
              <a:gd name="T16" fmla="*/ 350 w 1401"/>
              <a:gd name="T17" fmla="*/ 525 h 1051"/>
              <a:gd name="T18" fmla="*/ 875 w 1401"/>
              <a:gd name="T19" fmla="*/ 0 h 1051"/>
              <a:gd name="T20" fmla="*/ 118 w 1401"/>
              <a:gd name="T21" fmla="*/ 525 h 1051"/>
              <a:gd name="T22" fmla="*/ 350 w 1401"/>
              <a:gd name="T23" fmla="*/ 894 h 1051"/>
              <a:gd name="T24" fmla="*/ 350 w 1401"/>
              <a:gd name="T25" fmla="*/ 1020 h 1051"/>
              <a:gd name="T26" fmla="*/ 0 w 1401"/>
              <a:gd name="T27" fmla="*/ 525 h 1051"/>
              <a:gd name="T28" fmla="*/ 350 w 1401"/>
              <a:gd name="T29" fmla="*/ 31 h 1051"/>
              <a:gd name="T30" fmla="*/ 350 w 1401"/>
              <a:gd name="T31" fmla="*/ 156 h 1051"/>
              <a:gd name="T32" fmla="*/ 118 w 1401"/>
              <a:gd name="T33" fmla="*/ 525 h 1051"/>
              <a:gd name="T34" fmla="*/ 932 w 1401"/>
              <a:gd name="T35" fmla="*/ 293 h 1051"/>
              <a:gd name="T36" fmla="*/ 932 w 1401"/>
              <a:gd name="T37" fmla="*/ 468 h 1051"/>
              <a:gd name="T38" fmla="*/ 1107 w 1401"/>
              <a:gd name="T39" fmla="*/ 468 h 1051"/>
              <a:gd name="T40" fmla="*/ 1107 w 1401"/>
              <a:gd name="T41" fmla="*/ 583 h 1051"/>
              <a:gd name="T42" fmla="*/ 932 w 1401"/>
              <a:gd name="T43" fmla="*/ 583 h 1051"/>
              <a:gd name="T44" fmla="*/ 932 w 1401"/>
              <a:gd name="T45" fmla="*/ 758 h 1051"/>
              <a:gd name="T46" fmla="*/ 818 w 1401"/>
              <a:gd name="T47" fmla="*/ 758 h 1051"/>
              <a:gd name="T48" fmla="*/ 818 w 1401"/>
              <a:gd name="T49" fmla="*/ 583 h 1051"/>
              <a:gd name="T50" fmla="*/ 643 w 1401"/>
              <a:gd name="T51" fmla="*/ 583 h 1051"/>
              <a:gd name="T52" fmla="*/ 643 w 1401"/>
              <a:gd name="T53" fmla="*/ 468 h 1051"/>
              <a:gd name="T54" fmla="*/ 818 w 1401"/>
              <a:gd name="T55" fmla="*/ 468 h 1051"/>
              <a:gd name="T56" fmla="*/ 818 w 1401"/>
              <a:gd name="T57" fmla="*/ 293 h 1051"/>
              <a:gd name="T58" fmla="*/ 932 w 1401"/>
              <a:gd name="T59" fmla="*/ 2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01" h="1051">
                <a:moveTo>
                  <a:pt x="875" y="933"/>
                </a:moveTo>
                <a:cubicBezTo>
                  <a:pt x="1099" y="933"/>
                  <a:pt x="1282" y="749"/>
                  <a:pt x="1282" y="525"/>
                </a:cubicBezTo>
                <a:cubicBezTo>
                  <a:pt x="1282" y="300"/>
                  <a:pt x="1099" y="118"/>
                  <a:pt x="875" y="118"/>
                </a:cubicBezTo>
                <a:cubicBezTo>
                  <a:pt x="651" y="118"/>
                  <a:pt x="468" y="300"/>
                  <a:pt x="468" y="525"/>
                </a:cubicBezTo>
                <a:cubicBezTo>
                  <a:pt x="468" y="749"/>
                  <a:pt x="651" y="933"/>
                  <a:pt x="875" y="933"/>
                </a:cubicBezTo>
                <a:close/>
                <a:moveTo>
                  <a:pt x="875" y="0"/>
                </a:moveTo>
                <a:cubicBezTo>
                  <a:pt x="1165" y="0"/>
                  <a:pt x="1400" y="235"/>
                  <a:pt x="1400" y="525"/>
                </a:cubicBezTo>
                <a:cubicBezTo>
                  <a:pt x="1400" y="814"/>
                  <a:pt x="1165" y="1050"/>
                  <a:pt x="875" y="1050"/>
                </a:cubicBezTo>
                <a:cubicBezTo>
                  <a:pt x="585" y="1050"/>
                  <a:pt x="350" y="814"/>
                  <a:pt x="350" y="525"/>
                </a:cubicBezTo>
                <a:cubicBezTo>
                  <a:pt x="350" y="235"/>
                  <a:pt x="585" y="0"/>
                  <a:pt x="875" y="0"/>
                </a:cubicBezTo>
                <a:close/>
                <a:moveTo>
                  <a:pt x="118" y="525"/>
                </a:moveTo>
                <a:cubicBezTo>
                  <a:pt x="118" y="689"/>
                  <a:pt x="211" y="829"/>
                  <a:pt x="350" y="894"/>
                </a:cubicBezTo>
                <a:lnTo>
                  <a:pt x="350" y="1020"/>
                </a:lnTo>
                <a:cubicBezTo>
                  <a:pt x="148" y="949"/>
                  <a:pt x="0" y="752"/>
                  <a:pt x="0" y="525"/>
                </a:cubicBezTo>
                <a:cubicBezTo>
                  <a:pt x="0" y="298"/>
                  <a:pt x="148" y="102"/>
                  <a:pt x="350" y="31"/>
                </a:cubicBezTo>
                <a:lnTo>
                  <a:pt x="350" y="156"/>
                </a:lnTo>
                <a:cubicBezTo>
                  <a:pt x="211" y="222"/>
                  <a:pt x="118" y="361"/>
                  <a:pt x="118" y="525"/>
                </a:cubicBezTo>
                <a:close/>
                <a:moveTo>
                  <a:pt x="932" y="293"/>
                </a:moveTo>
                <a:lnTo>
                  <a:pt x="932" y="468"/>
                </a:lnTo>
                <a:lnTo>
                  <a:pt x="1107" y="468"/>
                </a:lnTo>
                <a:lnTo>
                  <a:pt x="1107" y="583"/>
                </a:lnTo>
                <a:lnTo>
                  <a:pt x="932" y="583"/>
                </a:lnTo>
                <a:lnTo>
                  <a:pt x="932" y="758"/>
                </a:lnTo>
                <a:lnTo>
                  <a:pt x="818" y="758"/>
                </a:lnTo>
                <a:lnTo>
                  <a:pt x="818" y="583"/>
                </a:lnTo>
                <a:lnTo>
                  <a:pt x="643" y="583"/>
                </a:lnTo>
                <a:lnTo>
                  <a:pt x="643" y="468"/>
                </a:lnTo>
                <a:lnTo>
                  <a:pt x="818" y="468"/>
                </a:lnTo>
                <a:lnTo>
                  <a:pt x="818" y="293"/>
                </a:lnTo>
                <a:lnTo>
                  <a:pt x="932" y="2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56108" y="2319338"/>
            <a:ext cx="377825" cy="461963"/>
          </a:xfrm>
          <a:custGeom>
            <a:avLst/>
            <a:gdLst>
              <a:gd name="T0" fmla="*/ 932 w 1051"/>
              <a:gd name="T1" fmla="*/ 1168 h 1284"/>
              <a:gd name="T2" fmla="*/ 932 w 1051"/>
              <a:gd name="T3" fmla="*/ 233 h 1284"/>
              <a:gd name="T4" fmla="*/ 818 w 1051"/>
              <a:gd name="T5" fmla="*/ 233 h 1284"/>
              <a:gd name="T6" fmla="*/ 818 w 1051"/>
              <a:gd name="T7" fmla="*/ 408 h 1284"/>
              <a:gd name="T8" fmla="*/ 232 w 1051"/>
              <a:gd name="T9" fmla="*/ 408 h 1284"/>
              <a:gd name="T10" fmla="*/ 232 w 1051"/>
              <a:gd name="T11" fmla="*/ 233 h 1284"/>
              <a:gd name="T12" fmla="*/ 118 w 1051"/>
              <a:gd name="T13" fmla="*/ 233 h 1284"/>
              <a:gd name="T14" fmla="*/ 118 w 1051"/>
              <a:gd name="T15" fmla="*/ 1168 h 1284"/>
              <a:gd name="T16" fmla="*/ 932 w 1051"/>
              <a:gd name="T17" fmla="*/ 1168 h 1284"/>
              <a:gd name="T18" fmla="*/ 525 w 1051"/>
              <a:gd name="T19" fmla="*/ 118 h 1284"/>
              <a:gd name="T20" fmla="*/ 468 w 1051"/>
              <a:gd name="T21" fmla="*/ 175 h 1284"/>
              <a:gd name="T22" fmla="*/ 525 w 1051"/>
              <a:gd name="T23" fmla="*/ 233 h 1284"/>
              <a:gd name="T24" fmla="*/ 582 w 1051"/>
              <a:gd name="T25" fmla="*/ 175 h 1284"/>
              <a:gd name="T26" fmla="*/ 525 w 1051"/>
              <a:gd name="T27" fmla="*/ 118 h 1284"/>
              <a:gd name="T28" fmla="*/ 1050 w 1051"/>
              <a:gd name="T29" fmla="*/ 233 h 1284"/>
              <a:gd name="T30" fmla="*/ 1050 w 1051"/>
              <a:gd name="T31" fmla="*/ 1168 h 1284"/>
              <a:gd name="T32" fmla="*/ 932 w 1051"/>
              <a:gd name="T33" fmla="*/ 1283 h 1284"/>
              <a:gd name="T34" fmla="*/ 118 w 1051"/>
              <a:gd name="T35" fmla="*/ 1283 h 1284"/>
              <a:gd name="T36" fmla="*/ 0 w 1051"/>
              <a:gd name="T37" fmla="*/ 1168 h 1284"/>
              <a:gd name="T38" fmla="*/ 0 w 1051"/>
              <a:gd name="T39" fmla="*/ 233 h 1284"/>
              <a:gd name="T40" fmla="*/ 118 w 1051"/>
              <a:gd name="T41" fmla="*/ 118 h 1284"/>
              <a:gd name="T42" fmla="*/ 361 w 1051"/>
              <a:gd name="T43" fmla="*/ 118 h 1284"/>
              <a:gd name="T44" fmla="*/ 525 w 1051"/>
              <a:gd name="T45" fmla="*/ 0 h 1284"/>
              <a:gd name="T46" fmla="*/ 689 w 1051"/>
              <a:gd name="T47" fmla="*/ 118 h 1284"/>
              <a:gd name="T48" fmla="*/ 932 w 1051"/>
              <a:gd name="T49" fmla="*/ 118 h 1284"/>
              <a:gd name="T50" fmla="*/ 1050 w 1051"/>
              <a:gd name="T51" fmla="*/ 233 h 1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51" h="1284">
                <a:moveTo>
                  <a:pt x="932" y="1168"/>
                </a:moveTo>
                <a:lnTo>
                  <a:pt x="932" y="233"/>
                </a:lnTo>
                <a:lnTo>
                  <a:pt x="818" y="233"/>
                </a:lnTo>
                <a:lnTo>
                  <a:pt x="818" y="408"/>
                </a:lnTo>
                <a:lnTo>
                  <a:pt x="232" y="408"/>
                </a:lnTo>
                <a:lnTo>
                  <a:pt x="232" y="233"/>
                </a:lnTo>
                <a:lnTo>
                  <a:pt x="118" y="233"/>
                </a:lnTo>
                <a:lnTo>
                  <a:pt x="118" y="1168"/>
                </a:lnTo>
                <a:lnTo>
                  <a:pt x="932" y="1168"/>
                </a:lnTo>
                <a:close/>
                <a:moveTo>
                  <a:pt x="525" y="118"/>
                </a:moveTo>
                <a:cubicBezTo>
                  <a:pt x="492" y="118"/>
                  <a:pt x="468" y="142"/>
                  <a:pt x="468" y="175"/>
                </a:cubicBezTo>
                <a:cubicBezTo>
                  <a:pt x="468" y="208"/>
                  <a:pt x="492" y="233"/>
                  <a:pt x="525" y="233"/>
                </a:cubicBezTo>
                <a:cubicBezTo>
                  <a:pt x="558" y="233"/>
                  <a:pt x="582" y="208"/>
                  <a:pt x="582" y="175"/>
                </a:cubicBezTo>
                <a:cubicBezTo>
                  <a:pt x="582" y="142"/>
                  <a:pt x="558" y="118"/>
                  <a:pt x="525" y="118"/>
                </a:cubicBezTo>
                <a:close/>
                <a:moveTo>
                  <a:pt x="1050" y="233"/>
                </a:moveTo>
                <a:lnTo>
                  <a:pt x="1050" y="1168"/>
                </a:lnTo>
                <a:cubicBezTo>
                  <a:pt x="1050" y="1231"/>
                  <a:pt x="995" y="1283"/>
                  <a:pt x="932" y="1283"/>
                </a:cubicBezTo>
                <a:lnTo>
                  <a:pt x="118" y="1283"/>
                </a:lnTo>
                <a:cubicBezTo>
                  <a:pt x="55" y="1283"/>
                  <a:pt x="0" y="1231"/>
                  <a:pt x="0" y="1168"/>
                </a:cubicBezTo>
                <a:lnTo>
                  <a:pt x="0" y="233"/>
                </a:lnTo>
                <a:cubicBezTo>
                  <a:pt x="0" y="170"/>
                  <a:pt x="55" y="118"/>
                  <a:pt x="118" y="118"/>
                </a:cubicBezTo>
                <a:lnTo>
                  <a:pt x="361" y="118"/>
                </a:lnTo>
                <a:cubicBezTo>
                  <a:pt x="386" y="49"/>
                  <a:pt x="448" y="0"/>
                  <a:pt x="525" y="0"/>
                </a:cubicBezTo>
                <a:cubicBezTo>
                  <a:pt x="602" y="0"/>
                  <a:pt x="664" y="50"/>
                  <a:pt x="689" y="118"/>
                </a:cubicBezTo>
                <a:lnTo>
                  <a:pt x="932" y="118"/>
                </a:lnTo>
                <a:cubicBezTo>
                  <a:pt x="995" y="118"/>
                  <a:pt x="1050" y="170"/>
                  <a:pt x="1050" y="23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4896" y="3232152"/>
            <a:ext cx="377825" cy="377825"/>
          </a:xfrm>
          <a:custGeom>
            <a:avLst/>
            <a:gdLst>
              <a:gd name="T0" fmla="*/ 932 w 1051"/>
              <a:gd name="T1" fmla="*/ 0 h 1050"/>
              <a:gd name="T2" fmla="*/ 1050 w 1051"/>
              <a:gd name="T3" fmla="*/ 118 h 1050"/>
              <a:gd name="T4" fmla="*/ 1050 w 1051"/>
              <a:gd name="T5" fmla="*/ 350 h 1050"/>
              <a:gd name="T6" fmla="*/ 932 w 1051"/>
              <a:gd name="T7" fmla="*/ 350 h 1050"/>
              <a:gd name="T8" fmla="*/ 932 w 1051"/>
              <a:gd name="T9" fmla="*/ 118 h 1050"/>
              <a:gd name="T10" fmla="*/ 700 w 1051"/>
              <a:gd name="T11" fmla="*/ 118 h 1050"/>
              <a:gd name="T12" fmla="*/ 700 w 1051"/>
              <a:gd name="T13" fmla="*/ 0 h 1050"/>
              <a:gd name="T14" fmla="*/ 932 w 1051"/>
              <a:gd name="T15" fmla="*/ 0 h 1050"/>
              <a:gd name="T16" fmla="*/ 932 w 1051"/>
              <a:gd name="T17" fmla="*/ 931 h 1050"/>
              <a:gd name="T18" fmla="*/ 932 w 1051"/>
              <a:gd name="T19" fmla="*/ 699 h 1050"/>
              <a:gd name="T20" fmla="*/ 1050 w 1051"/>
              <a:gd name="T21" fmla="*/ 699 h 1050"/>
              <a:gd name="T22" fmla="*/ 1050 w 1051"/>
              <a:gd name="T23" fmla="*/ 931 h 1050"/>
              <a:gd name="T24" fmla="*/ 932 w 1051"/>
              <a:gd name="T25" fmla="*/ 1049 h 1050"/>
              <a:gd name="T26" fmla="*/ 700 w 1051"/>
              <a:gd name="T27" fmla="*/ 1049 h 1050"/>
              <a:gd name="T28" fmla="*/ 700 w 1051"/>
              <a:gd name="T29" fmla="*/ 931 h 1050"/>
              <a:gd name="T30" fmla="*/ 932 w 1051"/>
              <a:gd name="T31" fmla="*/ 931 h 1050"/>
              <a:gd name="T32" fmla="*/ 118 w 1051"/>
              <a:gd name="T33" fmla="*/ 699 h 1050"/>
              <a:gd name="T34" fmla="*/ 118 w 1051"/>
              <a:gd name="T35" fmla="*/ 931 h 1050"/>
              <a:gd name="T36" fmla="*/ 350 w 1051"/>
              <a:gd name="T37" fmla="*/ 931 h 1050"/>
              <a:gd name="T38" fmla="*/ 350 w 1051"/>
              <a:gd name="T39" fmla="*/ 1049 h 1050"/>
              <a:gd name="T40" fmla="*/ 118 w 1051"/>
              <a:gd name="T41" fmla="*/ 1049 h 1050"/>
              <a:gd name="T42" fmla="*/ 0 w 1051"/>
              <a:gd name="T43" fmla="*/ 931 h 1050"/>
              <a:gd name="T44" fmla="*/ 0 w 1051"/>
              <a:gd name="T45" fmla="*/ 699 h 1050"/>
              <a:gd name="T46" fmla="*/ 118 w 1051"/>
              <a:gd name="T47" fmla="*/ 699 h 1050"/>
              <a:gd name="T48" fmla="*/ 0 w 1051"/>
              <a:gd name="T49" fmla="*/ 118 h 1050"/>
              <a:gd name="T50" fmla="*/ 118 w 1051"/>
              <a:gd name="T51" fmla="*/ 0 h 1050"/>
              <a:gd name="T52" fmla="*/ 350 w 1051"/>
              <a:gd name="T53" fmla="*/ 0 h 1050"/>
              <a:gd name="T54" fmla="*/ 350 w 1051"/>
              <a:gd name="T55" fmla="*/ 118 h 1050"/>
              <a:gd name="T56" fmla="*/ 118 w 1051"/>
              <a:gd name="T57" fmla="*/ 118 h 1050"/>
              <a:gd name="T58" fmla="*/ 118 w 1051"/>
              <a:gd name="T59" fmla="*/ 350 h 1050"/>
              <a:gd name="T60" fmla="*/ 0 w 1051"/>
              <a:gd name="T61" fmla="*/ 350 h 1050"/>
              <a:gd name="T62" fmla="*/ 0 w 1051"/>
              <a:gd name="T63" fmla="*/ 118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050"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350"/>
                </a:lnTo>
                <a:lnTo>
                  <a:pt x="932" y="350"/>
                </a:lnTo>
                <a:lnTo>
                  <a:pt x="932" y="118"/>
                </a:lnTo>
                <a:lnTo>
                  <a:pt x="700" y="118"/>
                </a:lnTo>
                <a:lnTo>
                  <a:pt x="700" y="0"/>
                </a:lnTo>
                <a:lnTo>
                  <a:pt x="932" y="0"/>
                </a:lnTo>
                <a:close/>
                <a:moveTo>
                  <a:pt x="932" y="931"/>
                </a:moveTo>
                <a:lnTo>
                  <a:pt x="932" y="699"/>
                </a:lnTo>
                <a:lnTo>
                  <a:pt x="1050" y="699"/>
                </a:lnTo>
                <a:lnTo>
                  <a:pt x="1050" y="931"/>
                </a:lnTo>
                <a:cubicBezTo>
                  <a:pt x="1050" y="994"/>
                  <a:pt x="995" y="1049"/>
                  <a:pt x="932" y="1049"/>
                </a:cubicBezTo>
                <a:lnTo>
                  <a:pt x="700" y="1049"/>
                </a:lnTo>
                <a:lnTo>
                  <a:pt x="700" y="931"/>
                </a:lnTo>
                <a:lnTo>
                  <a:pt x="932" y="931"/>
                </a:lnTo>
                <a:close/>
                <a:moveTo>
                  <a:pt x="118" y="699"/>
                </a:moveTo>
                <a:lnTo>
                  <a:pt x="118" y="931"/>
                </a:lnTo>
                <a:lnTo>
                  <a:pt x="350" y="931"/>
                </a:lnTo>
                <a:lnTo>
                  <a:pt x="350" y="1049"/>
                </a:lnTo>
                <a:lnTo>
                  <a:pt x="118" y="1049"/>
                </a:lnTo>
                <a:cubicBezTo>
                  <a:pt x="55" y="1049"/>
                  <a:pt x="0" y="994"/>
                  <a:pt x="0" y="931"/>
                </a:cubicBezTo>
                <a:lnTo>
                  <a:pt x="0" y="699"/>
                </a:lnTo>
                <a:lnTo>
                  <a:pt x="118" y="699"/>
                </a:lnTo>
                <a:close/>
                <a:moveTo>
                  <a:pt x="0" y="118"/>
                </a:moveTo>
                <a:cubicBezTo>
                  <a:pt x="0" y="55"/>
                  <a:pt x="55" y="0"/>
                  <a:pt x="118" y="0"/>
                </a:cubicBezTo>
                <a:lnTo>
                  <a:pt x="350" y="0"/>
                </a:lnTo>
                <a:lnTo>
                  <a:pt x="350" y="118"/>
                </a:lnTo>
                <a:lnTo>
                  <a:pt x="118" y="118"/>
                </a:lnTo>
                <a:lnTo>
                  <a:pt x="118" y="350"/>
                </a:lnTo>
                <a:lnTo>
                  <a:pt x="0" y="350"/>
                </a:lnTo>
                <a:lnTo>
                  <a:pt x="0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12169" y="3211513"/>
            <a:ext cx="419100" cy="419100"/>
          </a:xfrm>
          <a:custGeom>
            <a:avLst/>
            <a:gdLst>
              <a:gd name="T0" fmla="*/ 582 w 1166"/>
              <a:gd name="T1" fmla="*/ 986 h 1162"/>
              <a:gd name="T2" fmla="*/ 900 w 1166"/>
              <a:gd name="T3" fmla="*/ 833 h 1162"/>
              <a:gd name="T4" fmla="*/ 1053 w 1166"/>
              <a:gd name="T5" fmla="*/ 923 h 1162"/>
              <a:gd name="T6" fmla="*/ 582 w 1166"/>
              <a:gd name="T7" fmla="*/ 1161 h 1162"/>
              <a:gd name="T8" fmla="*/ 0 w 1166"/>
              <a:gd name="T9" fmla="*/ 580 h 1162"/>
              <a:gd name="T10" fmla="*/ 525 w 1166"/>
              <a:gd name="T11" fmla="*/ 0 h 1162"/>
              <a:gd name="T12" fmla="*/ 525 w 1166"/>
              <a:gd name="T13" fmla="*/ 175 h 1162"/>
              <a:gd name="T14" fmla="*/ 175 w 1166"/>
              <a:gd name="T15" fmla="*/ 580 h 1162"/>
              <a:gd name="T16" fmla="*/ 582 w 1166"/>
              <a:gd name="T17" fmla="*/ 986 h 1162"/>
              <a:gd name="T18" fmla="*/ 1165 w 1166"/>
              <a:gd name="T19" fmla="*/ 580 h 1162"/>
              <a:gd name="T20" fmla="*/ 1116 w 1166"/>
              <a:gd name="T21" fmla="*/ 816 h 1162"/>
              <a:gd name="T22" fmla="*/ 962 w 1166"/>
              <a:gd name="T23" fmla="*/ 726 h 1162"/>
              <a:gd name="T24" fmla="*/ 990 w 1166"/>
              <a:gd name="T25" fmla="*/ 580 h 1162"/>
              <a:gd name="T26" fmla="*/ 640 w 1166"/>
              <a:gd name="T27" fmla="*/ 175 h 1162"/>
              <a:gd name="T28" fmla="*/ 640 w 1166"/>
              <a:gd name="T29" fmla="*/ 0 h 1162"/>
              <a:gd name="T30" fmla="*/ 1165 w 1166"/>
              <a:gd name="T31" fmla="*/ 580 h 1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6" h="1162">
                <a:moveTo>
                  <a:pt x="582" y="986"/>
                </a:moveTo>
                <a:cubicBezTo>
                  <a:pt x="711" y="986"/>
                  <a:pt x="826" y="926"/>
                  <a:pt x="900" y="833"/>
                </a:cubicBezTo>
                <a:lnTo>
                  <a:pt x="1053" y="923"/>
                </a:lnTo>
                <a:cubicBezTo>
                  <a:pt x="946" y="1068"/>
                  <a:pt x="776" y="1161"/>
                  <a:pt x="582" y="1161"/>
                </a:cubicBezTo>
                <a:cubicBezTo>
                  <a:pt x="260" y="1161"/>
                  <a:pt x="0" y="901"/>
                  <a:pt x="0" y="580"/>
                </a:cubicBezTo>
                <a:cubicBezTo>
                  <a:pt x="0" y="276"/>
                  <a:pt x="230" y="30"/>
                  <a:pt x="525" y="0"/>
                </a:cubicBezTo>
                <a:lnTo>
                  <a:pt x="525" y="175"/>
                </a:lnTo>
                <a:cubicBezTo>
                  <a:pt x="328" y="202"/>
                  <a:pt x="175" y="375"/>
                  <a:pt x="175" y="580"/>
                </a:cubicBezTo>
                <a:cubicBezTo>
                  <a:pt x="175" y="806"/>
                  <a:pt x="355" y="986"/>
                  <a:pt x="582" y="986"/>
                </a:cubicBezTo>
                <a:close/>
                <a:moveTo>
                  <a:pt x="1165" y="580"/>
                </a:moveTo>
                <a:cubicBezTo>
                  <a:pt x="1165" y="663"/>
                  <a:pt x="1148" y="745"/>
                  <a:pt x="1116" y="816"/>
                </a:cubicBezTo>
                <a:lnTo>
                  <a:pt x="962" y="726"/>
                </a:lnTo>
                <a:cubicBezTo>
                  <a:pt x="979" y="680"/>
                  <a:pt x="990" y="631"/>
                  <a:pt x="990" y="580"/>
                </a:cubicBezTo>
                <a:cubicBezTo>
                  <a:pt x="990" y="375"/>
                  <a:pt x="837" y="202"/>
                  <a:pt x="640" y="175"/>
                </a:cubicBezTo>
                <a:lnTo>
                  <a:pt x="640" y="0"/>
                </a:lnTo>
                <a:cubicBezTo>
                  <a:pt x="935" y="30"/>
                  <a:pt x="1165" y="276"/>
                  <a:pt x="1165" y="58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10721" y="3232152"/>
            <a:ext cx="377825" cy="377825"/>
          </a:xfrm>
          <a:custGeom>
            <a:avLst/>
            <a:gdLst>
              <a:gd name="T0" fmla="*/ 582 w 1051"/>
              <a:gd name="T1" fmla="*/ 0 h 1050"/>
              <a:gd name="T2" fmla="*/ 1050 w 1051"/>
              <a:gd name="T3" fmla="*/ 0 h 1050"/>
              <a:gd name="T4" fmla="*/ 1050 w 1051"/>
              <a:gd name="T5" fmla="*/ 350 h 1050"/>
              <a:gd name="T6" fmla="*/ 582 w 1051"/>
              <a:gd name="T7" fmla="*/ 350 h 1050"/>
              <a:gd name="T8" fmla="*/ 582 w 1051"/>
              <a:gd name="T9" fmla="*/ 0 h 1050"/>
              <a:gd name="T10" fmla="*/ 582 w 1051"/>
              <a:gd name="T11" fmla="*/ 468 h 1050"/>
              <a:gd name="T12" fmla="*/ 1050 w 1051"/>
              <a:gd name="T13" fmla="*/ 468 h 1050"/>
              <a:gd name="T14" fmla="*/ 1050 w 1051"/>
              <a:gd name="T15" fmla="*/ 1049 h 1050"/>
              <a:gd name="T16" fmla="*/ 582 w 1051"/>
              <a:gd name="T17" fmla="*/ 1049 h 1050"/>
              <a:gd name="T18" fmla="*/ 582 w 1051"/>
              <a:gd name="T19" fmla="*/ 468 h 1050"/>
              <a:gd name="T20" fmla="*/ 0 w 1051"/>
              <a:gd name="T21" fmla="*/ 1049 h 1050"/>
              <a:gd name="T22" fmla="*/ 0 w 1051"/>
              <a:gd name="T23" fmla="*/ 699 h 1050"/>
              <a:gd name="T24" fmla="*/ 467 w 1051"/>
              <a:gd name="T25" fmla="*/ 699 h 1050"/>
              <a:gd name="T26" fmla="*/ 467 w 1051"/>
              <a:gd name="T27" fmla="*/ 1049 h 1050"/>
              <a:gd name="T28" fmla="*/ 0 w 1051"/>
              <a:gd name="T29" fmla="*/ 1049 h 1050"/>
              <a:gd name="T30" fmla="*/ 0 w 1051"/>
              <a:gd name="T31" fmla="*/ 581 h 1050"/>
              <a:gd name="T32" fmla="*/ 0 w 1051"/>
              <a:gd name="T33" fmla="*/ 0 h 1050"/>
              <a:gd name="T34" fmla="*/ 467 w 1051"/>
              <a:gd name="T35" fmla="*/ 0 h 1050"/>
              <a:gd name="T36" fmla="*/ 467 w 1051"/>
              <a:gd name="T37" fmla="*/ 581 h 1050"/>
              <a:gd name="T38" fmla="*/ 0 w 1051"/>
              <a:gd name="T39" fmla="*/ 581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1" h="1050">
                <a:moveTo>
                  <a:pt x="582" y="0"/>
                </a:moveTo>
                <a:lnTo>
                  <a:pt x="1050" y="0"/>
                </a:lnTo>
                <a:lnTo>
                  <a:pt x="1050" y="350"/>
                </a:lnTo>
                <a:lnTo>
                  <a:pt x="582" y="350"/>
                </a:lnTo>
                <a:lnTo>
                  <a:pt x="582" y="0"/>
                </a:lnTo>
                <a:close/>
                <a:moveTo>
                  <a:pt x="582" y="468"/>
                </a:moveTo>
                <a:lnTo>
                  <a:pt x="1050" y="468"/>
                </a:lnTo>
                <a:lnTo>
                  <a:pt x="1050" y="1049"/>
                </a:lnTo>
                <a:lnTo>
                  <a:pt x="582" y="1049"/>
                </a:lnTo>
                <a:lnTo>
                  <a:pt x="582" y="468"/>
                </a:lnTo>
                <a:close/>
                <a:moveTo>
                  <a:pt x="0" y="1049"/>
                </a:moveTo>
                <a:lnTo>
                  <a:pt x="0" y="699"/>
                </a:lnTo>
                <a:lnTo>
                  <a:pt x="467" y="699"/>
                </a:lnTo>
                <a:lnTo>
                  <a:pt x="467" y="1049"/>
                </a:lnTo>
                <a:lnTo>
                  <a:pt x="0" y="1049"/>
                </a:lnTo>
                <a:close/>
                <a:moveTo>
                  <a:pt x="0" y="581"/>
                </a:moveTo>
                <a:lnTo>
                  <a:pt x="0" y="0"/>
                </a:lnTo>
                <a:lnTo>
                  <a:pt x="467" y="0"/>
                </a:lnTo>
                <a:lnTo>
                  <a:pt x="467" y="581"/>
                </a:lnTo>
                <a:lnTo>
                  <a:pt x="0" y="58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26719" y="3168650"/>
            <a:ext cx="501650" cy="503238"/>
          </a:xfrm>
          <a:custGeom>
            <a:avLst/>
            <a:gdLst>
              <a:gd name="T0" fmla="*/ 697 w 1395"/>
              <a:gd name="T1" fmla="*/ 0 h 1400"/>
              <a:gd name="T2" fmla="*/ 1394 w 1395"/>
              <a:gd name="T3" fmla="*/ 640 h 1400"/>
              <a:gd name="T4" fmla="*/ 1307 w 1395"/>
              <a:gd name="T5" fmla="*/ 640 h 1400"/>
              <a:gd name="T6" fmla="*/ 959 w 1395"/>
              <a:gd name="T7" fmla="*/ 148 h 1400"/>
              <a:gd name="T8" fmla="*/ 880 w 1395"/>
              <a:gd name="T9" fmla="*/ 224 h 1400"/>
              <a:gd name="T10" fmla="*/ 659 w 1395"/>
              <a:gd name="T11" fmla="*/ 3 h 1400"/>
              <a:gd name="T12" fmla="*/ 697 w 1395"/>
              <a:gd name="T13" fmla="*/ 0 h 1400"/>
              <a:gd name="T14" fmla="*/ 962 w 1395"/>
              <a:gd name="T15" fmla="*/ 689 h 1400"/>
              <a:gd name="T16" fmla="*/ 834 w 1395"/>
              <a:gd name="T17" fmla="*/ 533 h 1400"/>
              <a:gd name="T18" fmla="*/ 779 w 1395"/>
              <a:gd name="T19" fmla="*/ 533 h 1400"/>
              <a:gd name="T20" fmla="*/ 779 w 1395"/>
              <a:gd name="T21" fmla="*/ 868 h 1400"/>
              <a:gd name="T22" fmla="*/ 831 w 1395"/>
              <a:gd name="T23" fmla="*/ 868 h 1400"/>
              <a:gd name="T24" fmla="*/ 957 w 1395"/>
              <a:gd name="T25" fmla="*/ 775 h 1400"/>
              <a:gd name="T26" fmla="*/ 962 w 1395"/>
              <a:gd name="T27" fmla="*/ 711 h 1400"/>
              <a:gd name="T28" fmla="*/ 962 w 1395"/>
              <a:gd name="T29" fmla="*/ 689 h 1400"/>
              <a:gd name="T30" fmla="*/ 834 w 1395"/>
              <a:gd name="T31" fmla="*/ 468 h 1400"/>
              <a:gd name="T32" fmla="*/ 1031 w 1395"/>
              <a:gd name="T33" fmla="*/ 596 h 1400"/>
              <a:gd name="T34" fmla="*/ 1044 w 1395"/>
              <a:gd name="T35" fmla="*/ 689 h 1400"/>
              <a:gd name="T36" fmla="*/ 1044 w 1395"/>
              <a:gd name="T37" fmla="*/ 711 h 1400"/>
              <a:gd name="T38" fmla="*/ 987 w 1395"/>
              <a:gd name="T39" fmla="*/ 871 h 1400"/>
              <a:gd name="T40" fmla="*/ 831 w 1395"/>
              <a:gd name="T41" fmla="*/ 931 h 1400"/>
              <a:gd name="T42" fmla="*/ 697 w 1395"/>
              <a:gd name="T43" fmla="*/ 931 h 1400"/>
              <a:gd name="T44" fmla="*/ 697 w 1395"/>
              <a:gd name="T45" fmla="*/ 468 h 1400"/>
              <a:gd name="T46" fmla="*/ 834 w 1395"/>
              <a:gd name="T47" fmla="*/ 468 h 1400"/>
              <a:gd name="T48" fmla="*/ 563 w 1395"/>
              <a:gd name="T49" fmla="*/ 694 h 1400"/>
              <a:gd name="T50" fmla="*/ 640 w 1395"/>
              <a:gd name="T51" fmla="*/ 800 h 1400"/>
              <a:gd name="T52" fmla="*/ 626 w 1395"/>
              <a:gd name="T53" fmla="*/ 855 h 1400"/>
              <a:gd name="T54" fmla="*/ 596 w 1395"/>
              <a:gd name="T55" fmla="*/ 898 h 1400"/>
              <a:gd name="T56" fmla="*/ 486 w 1395"/>
              <a:gd name="T57" fmla="*/ 931 h 1400"/>
              <a:gd name="T58" fmla="*/ 339 w 1395"/>
              <a:gd name="T59" fmla="*/ 803 h 1400"/>
              <a:gd name="T60" fmla="*/ 413 w 1395"/>
              <a:gd name="T61" fmla="*/ 803 h 1400"/>
              <a:gd name="T62" fmla="*/ 486 w 1395"/>
              <a:gd name="T63" fmla="*/ 871 h 1400"/>
              <a:gd name="T64" fmla="*/ 563 w 1395"/>
              <a:gd name="T65" fmla="*/ 797 h 1400"/>
              <a:gd name="T66" fmla="*/ 478 w 1395"/>
              <a:gd name="T67" fmla="*/ 725 h 1400"/>
              <a:gd name="T68" fmla="*/ 435 w 1395"/>
              <a:gd name="T69" fmla="*/ 725 h 1400"/>
              <a:gd name="T70" fmla="*/ 435 w 1395"/>
              <a:gd name="T71" fmla="*/ 664 h 1400"/>
              <a:gd name="T72" fmla="*/ 478 w 1395"/>
              <a:gd name="T73" fmla="*/ 664 h 1400"/>
              <a:gd name="T74" fmla="*/ 558 w 1395"/>
              <a:gd name="T75" fmla="*/ 596 h 1400"/>
              <a:gd name="T76" fmla="*/ 486 w 1395"/>
              <a:gd name="T77" fmla="*/ 528 h 1400"/>
              <a:gd name="T78" fmla="*/ 418 w 1395"/>
              <a:gd name="T79" fmla="*/ 591 h 1400"/>
              <a:gd name="T80" fmla="*/ 342 w 1395"/>
              <a:gd name="T81" fmla="*/ 591 h 1400"/>
              <a:gd name="T82" fmla="*/ 383 w 1395"/>
              <a:gd name="T83" fmla="*/ 503 h 1400"/>
              <a:gd name="T84" fmla="*/ 486 w 1395"/>
              <a:gd name="T85" fmla="*/ 468 h 1400"/>
              <a:gd name="T86" fmla="*/ 620 w 1395"/>
              <a:gd name="T87" fmla="*/ 541 h 1400"/>
              <a:gd name="T88" fmla="*/ 631 w 1395"/>
              <a:gd name="T89" fmla="*/ 596 h 1400"/>
              <a:gd name="T90" fmla="*/ 563 w 1395"/>
              <a:gd name="T91" fmla="*/ 694 h 1400"/>
              <a:gd name="T92" fmla="*/ 435 w 1395"/>
              <a:gd name="T93" fmla="*/ 1251 h 1400"/>
              <a:gd name="T94" fmla="*/ 514 w 1395"/>
              <a:gd name="T95" fmla="*/ 1175 h 1400"/>
              <a:gd name="T96" fmla="*/ 735 w 1395"/>
              <a:gd name="T97" fmla="*/ 1396 h 1400"/>
              <a:gd name="T98" fmla="*/ 697 w 1395"/>
              <a:gd name="T99" fmla="*/ 1399 h 1400"/>
              <a:gd name="T100" fmla="*/ 0 w 1395"/>
              <a:gd name="T101" fmla="*/ 756 h 1400"/>
              <a:gd name="T102" fmla="*/ 87 w 1395"/>
              <a:gd name="T103" fmla="*/ 756 h 1400"/>
              <a:gd name="T104" fmla="*/ 435 w 1395"/>
              <a:gd name="T105" fmla="*/ 1251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95" h="1400">
                <a:moveTo>
                  <a:pt x="697" y="0"/>
                </a:moveTo>
                <a:cubicBezTo>
                  <a:pt x="1063" y="0"/>
                  <a:pt x="1364" y="282"/>
                  <a:pt x="1394" y="640"/>
                </a:cubicBezTo>
                <a:lnTo>
                  <a:pt x="1307" y="640"/>
                </a:lnTo>
                <a:cubicBezTo>
                  <a:pt x="1288" y="421"/>
                  <a:pt x="1151" y="238"/>
                  <a:pt x="959" y="148"/>
                </a:cubicBezTo>
                <a:lnTo>
                  <a:pt x="880" y="224"/>
                </a:lnTo>
                <a:lnTo>
                  <a:pt x="659" y="3"/>
                </a:lnTo>
                <a:lnTo>
                  <a:pt x="697" y="0"/>
                </a:lnTo>
                <a:close/>
                <a:moveTo>
                  <a:pt x="962" y="689"/>
                </a:moveTo>
                <a:cubicBezTo>
                  <a:pt x="962" y="593"/>
                  <a:pt x="925" y="533"/>
                  <a:pt x="834" y="533"/>
                </a:cubicBezTo>
                <a:lnTo>
                  <a:pt x="779" y="533"/>
                </a:lnTo>
                <a:lnTo>
                  <a:pt x="779" y="868"/>
                </a:lnTo>
                <a:lnTo>
                  <a:pt x="831" y="868"/>
                </a:lnTo>
                <a:cubicBezTo>
                  <a:pt x="901" y="868"/>
                  <a:pt x="941" y="830"/>
                  <a:pt x="957" y="775"/>
                </a:cubicBezTo>
                <a:cubicBezTo>
                  <a:pt x="962" y="756"/>
                  <a:pt x="962" y="734"/>
                  <a:pt x="962" y="711"/>
                </a:cubicBezTo>
                <a:lnTo>
                  <a:pt x="962" y="689"/>
                </a:lnTo>
                <a:close/>
                <a:moveTo>
                  <a:pt x="834" y="468"/>
                </a:moveTo>
                <a:cubicBezTo>
                  <a:pt x="938" y="468"/>
                  <a:pt x="1000" y="520"/>
                  <a:pt x="1031" y="596"/>
                </a:cubicBezTo>
                <a:cubicBezTo>
                  <a:pt x="1042" y="623"/>
                  <a:pt x="1044" y="656"/>
                  <a:pt x="1044" y="689"/>
                </a:cubicBezTo>
                <a:lnTo>
                  <a:pt x="1044" y="711"/>
                </a:lnTo>
                <a:cubicBezTo>
                  <a:pt x="1044" y="782"/>
                  <a:pt x="1024" y="834"/>
                  <a:pt x="987" y="871"/>
                </a:cubicBezTo>
                <a:cubicBezTo>
                  <a:pt x="950" y="908"/>
                  <a:pt x="903" y="931"/>
                  <a:pt x="831" y="931"/>
                </a:cubicBezTo>
                <a:lnTo>
                  <a:pt x="697" y="931"/>
                </a:lnTo>
                <a:lnTo>
                  <a:pt x="697" y="468"/>
                </a:lnTo>
                <a:lnTo>
                  <a:pt x="834" y="468"/>
                </a:lnTo>
                <a:close/>
                <a:moveTo>
                  <a:pt x="563" y="694"/>
                </a:moveTo>
                <a:cubicBezTo>
                  <a:pt x="605" y="711"/>
                  <a:pt x="640" y="743"/>
                  <a:pt x="640" y="800"/>
                </a:cubicBezTo>
                <a:cubicBezTo>
                  <a:pt x="640" y="822"/>
                  <a:pt x="634" y="839"/>
                  <a:pt x="626" y="855"/>
                </a:cubicBezTo>
                <a:cubicBezTo>
                  <a:pt x="618" y="872"/>
                  <a:pt x="609" y="888"/>
                  <a:pt x="596" y="898"/>
                </a:cubicBezTo>
                <a:cubicBezTo>
                  <a:pt x="570" y="919"/>
                  <a:pt x="531" y="931"/>
                  <a:pt x="486" y="931"/>
                </a:cubicBezTo>
                <a:cubicBezTo>
                  <a:pt x="401" y="931"/>
                  <a:pt x="339" y="888"/>
                  <a:pt x="339" y="803"/>
                </a:cubicBezTo>
                <a:lnTo>
                  <a:pt x="413" y="803"/>
                </a:lnTo>
                <a:cubicBezTo>
                  <a:pt x="413" y="845"/>
                  <a:pt x="444" y="871"/>
                  <a:pt x="486" y="871"/>
                </a:cubicBezTo>
                <a:cubicBezTo>
                  <a:pt x="535" y="871"/>
                  <a:pt x="563" y="848"/>
                  <a:pt x="563" y="797"/>
                </a:cubicBezTo>
                <a:cubicBezTo>
                  <a:pt x="563" y="746"/>
                  <a:pt x="529" y="725"/>
                  <a:pt x="478" y="725"/>
                </a:cubicBezTo>
                <a:lnTo>
                  <a:pt x="435" y="725"/>
                </a:lnTo>
                <a:lnTo>
                  <a:pt x="435" y="664"/>
                </a:lnTo>
                <a:lnTo>
                  <a:pt x="478" y="664"/>
                </a:lnTo>
                <a:cubicBezTo>
                  <a:pt x="526" y="664"/>
                  <a:pt x="558" y="642"/>
                  <a:pt x="558" y="596"/>
                </a:cubicBezTo>
                <a:cubicBezTo>
                  <a:pt x="558" y="551"/>
                  <a:pt x="533" y="528"/>
                  <a:pt x="486" y="528"/>
                </a:cubicBezTo>
                <a:cubicBezTo>
                  <a:pt x="447" y="528"/>
                  <a:pt x="418" y="551"/>
                  <a:pt x="418" y="591"/>
                </a:cubicBezTo>
                <a:lnTo>
                  <a:pt x="342" y="591"/>
                </a:lnTo>
                <a:cubicBezTo>
                  <a:pt x="342" y="550"/>
                  <a:pt x="362" y="523"/>
                  <a:pt x="383" y="503"/>
                </a:cubicBezTo>
                <a:cubicBezTo>
                  <a:pt x="410" y="481"/>
                  <a:pt x="440" y="468"/>
                  <a:pt x="486" y="468"/>
                </a:cubicBezTo>
                <a:cubicBezTo>
                  <a:pt x="557" y="468"/>
                  <a:pt x="597" y="494"/>
                  <a:pt x="620" y="541"/>
                </a:cubicBezTo>
                <a:cubicBezTo>
                  <a:pt x="629" y="558"/>
                  <a:pt x="631" y="574"/>
                  <a:pt x="631" y="596"/>
                </a:cubicBezTo>
                <a:cubicBezTo>
                  <a:pt x="631" y="646"/>
                  <a:pt x="598" y="677"/>
                  <a:pt x="563" y="694"/>
                </a:cubicBezTo>
                <a:close/>
                <a:moveTo>
                  <a:pt x="435" y="1251"/>
                </a:moveTo>
                <a:lnTo>
                  <a:pt x="514" y="1175"/>
                </a:lnTo>
                <a:lnTo>
                  <a:pt x="735" y="1396"/>
                </a:lnTo>
                <a:lnTo>
                  <a:pt x="697" y="1399"/>
                </a:lnTo>
                <a:cubicBezTo>
                  <a:pt x="331" y="1399"/>
                  <a:pt x="30" y="1115"/>
                  <a:pt x="0" y="756"/>
                </a:cubicBezTo>
                <a:lnTo>
                  <a:pt x="87" y="756"/>
                </a:lnTo>
                <a:cubicBezTo>
                  <a:pt x="109" y="975"/>
                  <a:pt x="243" y="1161"/>
                  <a:pt x="435" y="125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25269" y="3189288"/>
            <a:ext cx="463550" cy="461963"/>
          </a:xfrm>
          <a:custGeom>
            <a:avLst/>
            <a:gdLst>
              <a:gd name="T0" fmla="*/ 350 w 1286"/>
              <a:gd name="T1" fmla="*/ 934 h 1285"/>
              <a:gd name="T2" fmla="*/ 1285 w 1286"/>
              <a:gd name="T3" fmla="*/ 934 h 1285"/>
              <a:gd name="T4" fmla="*/ 1285 w 1286"/>
              <a:gd name="T5" fmla="*/ 1049 h 1285"/>
              <a:gd name="T6" fmla="*/ 1050 w 1286"/>
              <a:gd name="T7" fmla="*/ 1049 h 1285"/>
              <a:gd name="T8" fmla="*/ 1050 w 1286"/>
              <a:gd name="T9" fmla="*/ 1284 h 1285"/>
              <a:gd name="T10" fmla="*/ 935 w 1286"/>
              <a:gd name="T11" fmla="*/ 1284 h 1285"/>
              <a:gd name="T12" fmla="*/ 935 w 1286"/>
              <a:gd name="T13" fmla="*/ 1049 h 1285"/>
              <a:gd name="T14" fmla="*/ 350 w 1286"/>
              <a:gd name="T15" fmla="*/ 1049 h 1285"/>
              <a:gd name="T16" fmla="*/ 235 w 1286"/>
              <a:gd name="T17" fmla="*/ 934 h 1285"/>
              <a:gd name="T18" fmla="*/ 235 w 1286"/>
              <a:gd name="T19" fmla="*/ 350 h 1285"/>
              <a:gd name="T20" fmla="*/ 0 w 1286"/>
              <a:gd name="T21" fmla="*/ 350 h 1285"/>
              <a:gd name="T22" fmla="*/ 0 w 1286"/>
              <a:gd name="T23" fmla="*/ 236 h 1285"/>
              <a:gd name="T24" fmla="*/ 235 w 1286"/>
              <a:gd name="T25" fmla="*/ 236 h 1285"/>
              <a:gd name="T26" fmla="*/ 235 w 1286"/>
              <a:gd name="T27" fmla="*/ 0 h 1285"/>
              <a:gd name="T28" fmla="*/ 350 w 1286"/>
              <a:gd name="T29" fmla="*/ 0 h 1285"/>
              <a:gd name="T30" fmla="*/ 350 w 1286"/>
              <a:gd name="T31" fmla="*/ 934 h 1285"/>
              <a:gd name="T32" fmla="*/ 935 w 1286"/>
              <a:gd name="T33" fmla="*/ 817 h 1285"/>
              <a:gd name="T34" fmla="*/ 935 w 1286"/>
              <a:gd name="T35" fmla="*/ 350 h 1285"/>
              <a:gd name="T36" fmla="*/ 467 w 1286"/>
              <a:gd name="T37" fmla="*/ 350 h 1285"/>
              <a:gd name="T38" fmla="*/ 467 w 1286"/>
              <a:gd name="T39" fmla="*/ 236 h 1285"/>
              <a:gd name="T40" fmla="*/ 935 w 1286"/>
              <a:gd name="T41" fmla="*/ 236 h 1285"/>
              <a:gd name="T42" fmla="*/ 1050 w 1286"/>
              <a:gd name="T43" fmla="*/ 350 h 1285"/>
              <a:gd name="T44" fmla="*/ 1050 w 1286"/>
              <a:gd name="T45" fmla="*/ 817 h 1285"/>
              <a:gd name="T46" fmla="*/ 935 w 1286"/>
              <a:gd name="T47" fmla="*/ 817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6" h="1285">
                <a:moveTo>
                  <a:pt x="350" y="934"/>
                </a:moveTo>
                <a:lnTo>
                  <a:pt x="1285" y="934"/>
                </a:lnTo>
                <a:lnTo>
                  <a:pt x="1285" y="1049"/>
                </a:lnTo>
                <a:lnTo>
                  <a:pt x="1050" y="1049"/>
                </a:lnTo>
                <a:lnTo>
                  <a:pt x="1050" y="1284"/>
                </a:lnTo>
                <a:lnTo>
                  <a:pt x="935" y="1284"/>
                </a:lnTo>
                <a:lnTo>
                  <a:pt x="935" y="1049"/>
                </a:lnTo>
                <a:lnTo>
                  <a:pt x="350" y="1049"/>
                </a:lnTo>
                <a:cubicBezTo>
                  <a:pt x="287" y="1049"/>
                  <a:pt x="235" y="997"/>
                  <a:pt x="235" y="934"/>
                </a:cubicBezTo>
                <a:lnTo>
                  <a:pt x="235" y="350"/>
                </a:lnTo>
                <a:lnTo>
                  <a:pt x="0" y="350"/>
                </a:lnTo>
                <a:lnTo>
                  <a:pt x="0" y="236"/>
                </a:lnTo>
                <a:lnTo>
                  <a:pt x="235" y="236"/>
                </a:lnTo>
                <a:lnTo>
                  <a:pt x="235" y="0"/>
                </a:lnTo>
                <a:lnTo>
                  <a:pt x="350" y="0"/>
                </a:lnTo>
                <a:lnTo>
                  <a:pt x="350" y="934"/>
                </a:lnTo>
                <a:close/>
                <a:moveTo>
                  <a:pt x="935" y="817"/>
                </a:moveTo>
                <a:lnTo>
                  <a:pt x="935" y="350"/>
                </a:lnTo>
                <a:lnTo>
                  <a:pt x="467" y="350"/>
                </a:lnTo>
                <a:lnTo>
                  <a:pt x="467" y="236"/>
                </a:lnTo>
                <a:lnTo>
                  <a:pt x="935" y="236"/>
                </a:lnTo>
                <a:cubicBezTo>
                  <a:pt x="998" y="236"/>
                  <a:pt x="1050" y="288"/>
                  <a:pt x="1050" y="350"/>
                </a:cubicBezTo>
                <a:lnTo>
                  <a:pt x="1050" y="817"/>
                </a:lnTo>
                <a:lnTo>
                  <a:pt x="935" y="8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65094" y="3252788"/>
            <a:ext cx="336550" cy="336550"/>
          </a:xfrm>
          <a:custGeom>
            <a:avLst/>
            <a:gdLst>
              <a:gd name="T0" fmla="*/ 818 w 936"/>
              <a:gd name="T1" fmla="*/ 817 h 935"/>
              <a:gd name="T2" fmla="*/ 818 w 936"/>
              <a:gd name="T3" fmla="*/ 118 h 935"/>
              <a:gd name="T4" fmla="*/ 118 w 936"/>
              <a:gd name="T5" fmla="*/ 118 h 935"/>
              <a:gd name="T6" fmla="*/ 118 w 936"/>
              <a:gd name="T7" fmla="*/ 817 h 935"/>
              <a:gd name="T8" fmla="*/ 818 w 936"/>
              <a:gd name="T9" fmla="*/ 817 h 935"/>
              <a:gd name="T10" fmla="*/ 818 w 936"/>
              <a:gd name="T11" fmla="*/ 0 h 935"/>
              <a:gd name="T12" fmla="*/ 935 w 936"/>
              <a:gd name="T13" fmla="*/ 118 h 935"/>
              <a:gd name="T14" fmla="*/ 935 w 936"/>
              <a:gd name="T15" fmla="*/ 817 h 935"/>
              <a:gd name="T16" fmla="*/ 818 w 936"/>
              <a:gd name="T17" fmla="*/ 934 h 935"/>
              <a:gd name="T18" fmla="*/ 118 w 936"/>
              <a:gd name="T19" fmla="*/ 934 h 935"/>
              <a:gd name="T20" fmla="*/ 0 w 936"/>
              <a:gd name="T21" fmla="*/ 817 h 935"/>
              <a:gd name="T22" fmla="*/ 0 w 936"/>
              <a:gd name="T23" fmla="*/ 118 h 935"/>
              <a:gd name="T24" fmla="*/ 118 w 936"/>
              <a:gd name="T25" fmla="*/ 0 h 935"/>
              <a:gd name="T26" fmla="*/ 818 w 936"/>
              <a:gd name="T27" fmla="*/ 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36" h="935">
                <a:moveTo>
                  <a:pt x="818" y="817"/>
                </a:moveTo>
                <a:lnTo>
                  <a:pt x="818" y="118"/>
                </a:lnTo>
                <a:lnTo>
                  <a:pt x="118" y="118"/>
                </a:lnTo>
                <a:lnTo>
                  <a:pt x="118" y="817"/>
                </a:lnTo>
                <a:lnTo>
                  <a:pt x="818" y="817"/>
                </a:lnTo>
                <a:close/>
                <a:moveTo>
                  <a:pt x="818" y="0"/>
                </a:moveTo>
                <a:cubicBezTo>
                  <a:pt x="881" y="0"/>
                  <a:pt x="935" y="55"/>
                  <a:pt x="935" y="118"/>
                </a:cubicBezTo>
                <a:lnTo>
                  <a:pt x="935" y="817"/>
                </a:lnTo>
                <a:cubicBezTo>
                  <a:pt x="935" y="880"/>
                  <a:pt x="881" y="934"/>
                  <a:pt x="818" y="934"/>
                </a:cubicBezTo>
                <a:lnTo>
                  <a:pt x="118" y="934"/>
                </a:lnTo>
                <a:cubicBezTo>
                  <a:pt x="55" y="934"/>
                  <a:pt x="0" y="880"/>
                  <a:pt x="0" y="817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81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458871" y="3168650"/>
            <a:ext cx="504825" cy="503238"/>
          </a:xfrm>
          <a:custGeom>
            <a:avLst/>
            <a:gdLst>
              <a:gd name="T0" fmla="*/ 1168 w 1401"/>
              <a:gd name="T1" fmla="*/ 931 h 1400"/>
              <a:gd name="T2" fmla="*/ 1168 w 1401"/>
              <a:gd name="T3" fmla="*/ 1049 h 1400"/>
              <a:gd name="T4" fmla="*/ 1050 w 1401"/>
              <a:gd name="T5" fmla="*/ 1049 h 1400"/>
              <a:gd name="T6" fmla="*/ 1050 w 1401"/>
              <a:gd name="T7" fmla="*/ 1166 h 1400"/>
              <a:gd name="T8" fmla="*/ 932 w 1401"/>
              <a:gd name="T9" fmla="*/ 1166 h 1400"/>
              <a:gd name="T10" fmla="*/ 932 w 1401"/>
              <a:gd name="T11" fmla="*/ 1049 h 1400"/>
              <a:gd name="T12" fmla="*/ 468 w 1401"/>
              <a:gd name="T13" fmla="*/ 1049 h 1400"/>
              <a:gd name="T14" fmla="*/ 350 w 1401"/>
              <a:gd name="T15" fmla="*/ 931 h 1400"/>
              <a:gd name="T16" fmla="*/ 350 w 1401"/>
              <a:gd name="T17" fmla="*/ 468 h 1400"/>
              <a:gd name="T18" fmla="*/ 232 w 1401"/>
              <a:gd name="T19" fmla="*/ 468 h 1400"/>
              <a:gd name="T20" fmla="*/ 232 w 1401"/>
              <a:gd name="T21" fmla="*/ 350 h 1400"/>
              <a:gd name="T22" fmla="*/ 350 w 1401"/>
              <a:gd name="T23" fmla="*/ 350 h 1400"/>
              <a:gd name="T24" fmla="*/ 350 w 1401"/>
              <a:gd name="T25" fmla="*/ 232 h 1400"/>
              <a:gd name="T26" fmla="*/ 468 w 1401"/>
              <a:gd name="T27" fmla="*/ 232 h 1400"/>
              <a:gd name="T28" fmla="*/ 468 w 1401"/>
              <a:gd name="T29" fmla="*/ 931 h 1400"/>
              <a:gd name="T30" fmla="*/ 1168 w 1401"/>
              <a:gd name="T31" fmla="*/ 931 h 1400"/>
              <a:gd name="T32" fmla="*/ 932 w 1401"/>
              <a:gd name="T33" fmla="*/ 816 h 1400"/>
              <a:gd name="T34" fmla="*/ 932 w 1401"/>
              <a:gd name="T35" fmla="*/ 468 h 1400"/>
              <a:gd name="T36" fmla="*/ 582 w 1401"/>
              <a:gd name="T37" fmla="*/ 468 h 1400"/>
              <a:gd name="T38" fmla="*/ 582 w 1401"/>
              <a:gd name="T39" fmla="*/ 350 h 1400"/>
              <a:gd name="T40" fmla="*/ 932 w 1401"/>
              <a:gd name="T41" fmla="*/ 350 h 1400"/>
              <a:gd name="T42" fmla="*/ 1050 w 1401"/>
              <a:gd name="T43" fmla="*/ 468 h 1400"/>
              <a:gd name="T44" fmla="*/ 1050 w 1401"/>
              <a:gd name="T45" fmla="*/ 816 h 1400"/>
              <a:gd name="T46" fmla="*/ 932 w 1401"/>
              <a:gd name="T47" fmla="*/ 816 h 1400"/>
              <a:gd name="T48" fmla="*/ 703 w 1401"/>
              <a:gd name="T49" fmla="*/ 0 h 1400"/>
              <a:gd name="T50" fmla="*/ 1400 w 1401"/>
              <a:gd name="T51" fmla="*/ 643 h 1400"/>
              <a:gd name="T52" fmla="*/ 1312 w 1401"/>
              <a:gd name="T53" fmla="*/ 643 h 1400"/>
              <a:gd name="T54" fmla="*/ 965 w 1401"/>
              <a:gd name="T55" fmla="*/ 148 h 1400"/>
              <a:gd name="T56" fmla="*/ 886 w 1401"/>
              <a:gd name="T57" fmla="*/ 224 h 1400"/>
              <a:gd name="T58" fmla="*/ 664 w 1401"/>
              <a:gd name="T59" fmla="*/ 3 h 1400"/>
              <a:gd name="T60" fmla="*/ 703 w 1401"/>
              <a:gd name="T61" fmla="*/ 0 h 1400"/>
              <a:gd name="T62" fmla="*/ 435 w 1401"/>
              <a:gd name="T63" fmla="*/ 1251 h 1400"/>
              <a:gd name="T64" fmla="*/ 514 w 1401"/>
              <a:gd name="T65" fmla="*/ 1175 h 1400"/>
              <a:gd name="T66" fmla="*/ 736 w 1401"/>
              <a:gd name="T67" fmla="*/ 1396 h 1400"/>
              <a:gd name="T68" fmla="*/ 697 w 1401"/>
              <a:gd name="T69" fmla="*/ 1399 h 1400"/>
              <a:gd name="T70" fmla="*/ 0 w 1401"/>
              <a:gd name="T71" fmla="*/ 756 h 1400"/>
              <a:gd name="T72" fmla="*/ 88 w 1401"/>
              <a:gd name="T73" fmla="*/ 756 h 1400"/>
              <a:gd name="T74" fmla="*/ 435 w 1401"/>
              <a:gd name="T75" fmla="*/ 1251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01" h="1400">
                <a:moveTo>
                  <a:pt x="1168" y="931"/>
                </a:moveTo>
                <a:lnTo>
                  <a:pt x="1168" y="1049"/>
                </a:lnTo>
                <a:lnTo>
                  <a:pt x="1050" y="1049"/>
                </a:lnTo>
                <a:lnTo>
                  <a:pt x="1050" y="1166"/>
                </a:lnTo>
                <a:lnTo>
                  <a:pt x="932" y="1166"/>
                </a:lnTo>
                <a:lnTo>
                  <a:pt x="932" y="1049"/>
                </a:lnTo>
                <a:lnTo>
                  <a:pt x="468" y="1049"/>
                </a:lnTo>
                <a:cubicBezTo>
                  <a:pt x="402" y="1049"/>
                  <a:pt x="350" y="994"/>
                  <a:pt x="350" y="931"/>
                </a:cubicBezTo>
                <a:lnTo>
                  <a:pt x="350" y="468"/>
                </a:lnTo>
                <a:lnTo>
                  <a:pt x="232" y="468"/>
                </a:lnTo>
                <a:lnTo>
                  <a:pt x="232" y="350"/>
                </a:lnTo>
                <a:lnTo>
                  <a:pt x="350" y="350"/>
                </a:lnTo>
                <a:lnTo>
                  <a:pt x="350" y="232"/>
                </a:lnTo>
                <a:lnTo>
                  <a:pt x="468" y="232"/>
                </a:lnTo>
                <a:lnTo>
                  <a:pt x="468" y="931"/>
                </a:lnTo>
                <a:lnTo>
                  <a:pt x="1168" y="931"/>
                </a:lnTo>
                <a:close/>
                <a:moveTo>
                  <a:pt x="932" y="816"/>
                </a:moveTo>
                <a:lnTo>
                  <a:pt x="932" y="468"/>
                </a:lnTo>
                <a:lnTo>
                  <a:pt x="582" y="468"/>
                </a:lnTo>
                <a:lnTo>
                  <a:pt x="582" y="350"/>
                </a:lnTo>
                <a:lnTo>
                  <a:pt x="932" y="350"/>
                </a:lnTo>
                <a:cubicBezTo>
                  <a:pt x="995" y="350"/>
                  <a:pt x="1050" y="402"/>
                  <a:pt x="1050" y="468"/>
                </a:cubicBezTo>
                <a:lnTo>
                  <a:pt x="1050" y="816"/>
                </a:lnTo>
                <a:lnTo>
                  <a:pt x="932" y="816"/>
                </a:lnTo>
                <a:close/>
                <a:moveTo>
                  <a:pt x="703" y="0"/>
                </a:moveTo>
                <a:cubicBezTo>
                  <a:pt x="1069" y="0"/>
                  <a:pt x="1370" y="284"/>
                  <a:pt x="1400" y="643"/>
                </a:cubicBezTo>
                <a:lnTo>
                  <a:pt x="1312" y="643"/>
                </a:lnTo>
                <a:cubicBezTo>
                  <a:pt x="1291" y="424"/>
                  <a:pt x="1157" y="238"/>
                  <a:pt x="965" y="148"/>
                </a:cubicBezTo>
                <a:lnTo>
                  <a:pt x="886" y="224"/>
                </a:lnTo>
                <a:lnTo>
                  <a:pt x="664" y="3"/>
                </a:lnTo>
                <a:cubicBezTo>
                  <a:pt x="678" y="3"/>
                  <a:pt x="689" y="0"/>
                  <a:pt x="703" y="0"/>
                </a:cubicBezTo>
                <a:close/>
                <a:moveTo>
                  <a:pt x="435" y="1251"/>
                </a:moveTo>
                <a:lnTo>
                  <a:pt x="514" y="1175"/>
                </a:lnTo>
                <a:lnTo>
                  <a:pt x="736" y="1396"/>
                </a:lnTo>
                <a:cubicBezTo>
                  <a:pt x="722" y="1396"/>
                  <a:pt x="711" y="1399"/>
                  <a:pt x="697" y="1399"/>
                </a:cubicBezTo>
                <a:cubicBezTo>
                  <a:pt x="331" y="1399"/>
                  <a:pt x="30" y="1115"/>
                  <a:pt x="0" y="756"/>
                </a:cubicBezTo>
                <a:lnTo>
                  <a:pt x="88" y="756"/>
                </a:lnTo>
                <a:cubicBezTo>
                  <a:pt x="109" y="975"/>
                  <a:pt x="243" y="1161"/>
                  <a:pt x="435" y="125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643146" y="3232152"/>
            <a:ext cx="293687" cy="377825"/>
          </a:xfrm>
          <a:custGeom>
            <a:avLst/>
            <a:gdLst>
              <a:gd name="T0" fmla="*/ 700 w 816"/>
              <a:gd name="T1" fmla="*/ 931 h 1050"/>
              <a:gd name="T2" fmla="*/ 700 w 816"/>
              <a:gd name="T3" fmla="*/ 118 h 1050"/>
              <a:gd name="T4" fmla="*/ 115 w 816"/>
              <a:gd name="T5" fmla="*/ 118 h 1050"/>
              <a:gd name="T6" fmla="*/ 115 w 816"/>
              <a:gd name="T7" fmla="*/ 931 h 1050"/>
              <a:gd name="T8" fmla="*/ 700 w 816"/>
              <a:gd name="T9" fmla="*/ 931 h 1050"/>
              <a:gd name="T10" fmla="*/ 700 w 816"/>
              <a:gd name="T11" fmla="*/ 0 h 1050"/>
              <a:gd name="T12" fmla="*/ 815 w 816"/>
              <a:gd name="T13" fmla="*/ 118 h 1050"/>
              <a:gd name="T14" fmla="*/ 815 w 816"/>
              <a:gd name="T15" fmla="*/ 931 h 1050"/>
              <a:gd name="T16" fmla="*/ 700 w 816"/>
              <a:gd name="T17" fmla="*/ 1049 h 1050"/>
              <a:gd name="T18" fmla="*/ 115 w 816"/>
              <a:gd name="T19" fmla="*/ 1049 h 1050"/>
              <a:gd name="T20" fmla="*/ 0 w 816"/>
              <a:gd name="T21" fmla="*/ 931 h 1050"/>
              <a:gd name="T22" fmla="*/ 0 w 816"/>
              <a:gd name="T23" fmla="*/ 118 h 1050"/>
              <a:gd name="T24" fmla="*/ 115 w 816"/>
              <a:gd name="T25" fmla="*/ 0 h 1050"/>
              <a:gd name="T26" fmla="*/ 700 w 816"/>
              <a:gd name="T2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16" h="1050">
                <a:moveTo>
                  <a:pt x="700" y="931"/>
                </a:moveTo>
                <a:lnTo>
                  <a:pt x="700" y="118"/>
                </a:lnTo>
                <a:lnTo>
                  <a:pt x="115" y="118"/>
                </a:lnTo>
                <a:lnTo>
                  <a:pt x="115" y="931"/>
                </a:lnTo>
                <a:lnTo>
                  <a:pt x="700" y="931"/>
                </a:lnTo>
                <a:close/>
                <a:moveTo>
                  <a:pt x="700" y="0"/>
                </a:moveTo>
                <a:cubicBezTo>
                  <a:pt x="763" y="0"/>
                  <a:pt x="815" y="55"/>
                  <a:pt x="815" y="118"/>
                </a:cubicBezTo>
                <a:lnTo>
                  <a:pt x="815" y="931"/>
                </a:lnTo>
                <a:cubicBezTo>
                  <a:pt x="815" y="994"/>
                  <a:pt x="763" y="1049"/>
                  <a:pt x="700" y="1049"/>
                </a:cubicBezTo>
                <a:lnTo>
                  <a:pt x="115" y="1049"/>
                </a:lnTo>
                <a:cubicBezTo>
                  <a:pt x="52" y="1049"/>
                  <a:pt x="0" y="994"/>
                  <a:pt x="0" y="931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78196" y="3232152"/>
            <a:ext cx="377825" cy="377825"/>
          </a:xfrm>
          <a:custGeom>
            <a:avLst/>
            <a:gdLst>
              <a:gd name="T0" fmla="*/ 640 w 1051"/>
              <a:gd name="T1" fmla="*/ 541 h 1050"/>
              <a:gd name="T2" fmla="*/ 845 w 1051"/>
              <a:gd name="T3" fmla="*/ 816 h 1050"/>
              <a:gd name="T4" fmla="*/ 205 w 1051"/>
              <a:gd name="T5" fmla="*/ 816 h 1050"/>
              <a:gd name="T6" fmla="*/ 363 w 1051"/>
              <a:gd name="T7" fmla="*/ 609 h 1050"/>
              <a:gd name="T8" fmla="*/ 478 w 1051"/>
              <a:gd name="T9" fmla="*/ 748 h 1050"/>
              <a:gd name="T10" fmla="*/ 640 w 1051"/>
              <a:gd name="T11" fmla="*/ 541 h 1050"/>
              <a:gd name="T12" fmla="*/ 932 w 1051"/>
              <a:gd name="T13" fmla="*/ 931 h 1050"/>
              <a:gd name="T14" fmla="*/ 932 w 1051"/>
              <a:gd name="T15" fmla="*/ 118 h 1050"/>
              <a:gd name="T16" fmla="*/ 117 w 1051"/>
              <a:gd name="T17" fmla="*/ 118 h 1050"/>
              <a:gd name="T18" fmla="*/ 117 w 1051"/>
              <a:gd name="T19" fmla="*/ 931 h 1050"/>
              <a:gd name="T20" fmla="*/ 932 w 1051"/>
              <a:gd name="T21" fmla="*/ 931 h 1050"/>
              <a:gd name="T22" fmla="*/ 932 w 1051"/>
              <a:gd name="T23" fmla="*/ 0 h 1050"/>
              <a:gd name="T24" fmla="*/ 1050 w 1051"/>
              <a:gd name="T25" fmla="*/ 118 h 1050"/>
              <a:gd name="T26" fmla="*/ 1050 w 1051"/>
              <a:gd name="T27" fmla="*/ 931 h 1050"/>
              <a:gd name="T28" fmla="*/ 932 w 1051"/>
              <a:gd name="T29" fmla="*/ 1049 h 1050"/>
              <a:gd name="T30" fmla="*/ 117 w 1051"/>
              <a:gd name="T31" fmla="*/ 1049 h 1050"/>
              <a:gd name="T32" fmla="*/ 0 w 1051"/>
              <a:gd name="T33" fmla="*/ 931 h 1050"/>
              <a:gd name="T34" fmla="*/ 0 w 1051"/>
              <a:gd name="T35" fmla="*/ 118 h 1050"/>
              <a:gd name="T36" fmla="*/ 117 w 1051"/>
              <a:gd name="T37" fmla="*/ 0 h 1050"/>
              <a:gd name="T38" fmla="*/ 932 w 1051"/>
              <a:gd name="T3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1" h="1050">
                <a:moveTo>
                  <a:pt x="640" y="541"/>
                </a:moveTo>
                <a:lnTo>
                  <a:pt x="845" y="816"/>
                </a:lnTo>
                <a:lnTo>
                  <a:pt x="205" y="816"/>
                </a:lnTo>
                <a:lnTo>
                  <a:pt x="363" y="609"/>
                </a:lnTo>
                <a:lnTo>
                  <a:pt x="478" y="748"/>
                </a:lnTo>
                <a:lnTo>
                  <a:pt x="640" y="541"/>
                </a:lnTo>
                <a:close/>
                <a:moveTo>
                  <a:pt x="932" y="931"/>
                </a:moveTo>
                <a:lnTo>
                  <a:pt x="932" y="118"/>
                </a:lnTo>
                <a:lnTo>
                  <a:pt x="117" y="118"/>
                </a:lnTo>
                <a:lnTo>
                  <a:pt x="117" y="931"/>
                </a:lnTo>
                <a:lnTo>
                  <a:pt x="932" y="931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1"/>
                </a:lnTo>
                <a:cubicBezTo>
                  <a:pt x="1050" y="994"/>
                  <a:pt x="995" y="1049"/>
                  <a:pt x="932" y="1049"/>
                </a:cubicBezTo>
                <a:lnTo>
                  <a:pt x="117" y="1049"/>
                </a:lnTo>
                <a:cubicBezTo>
                  <a:pt x="54" y="1049"/>
                  <a:pt x="0" y="994"/>
                  <a:pt x="0" y="931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56108" y="3275013"/>
            <a:ext cx="377825" cy="293688"/>
          </a:xfrm>
          <a:custGeom>
            <a:avLst/>
            <a:gdLst>
              <a:gd name="T0" fmla="*/ 932 w 1051"/>
              <a:gd name="T1" fmla="*/ 698 h 814"/>
              <a:gd name="T2" fmla="*/ 932 w 1051"/>
              <a:gd name="T3" fmla="*/ 114 h 814"/>
              <a:gd name="T4" fmla="*/ 118 w 1051"/>
              <a:gd name="T5" fmla="*/ 114 h 814"/>
              <a:gd name="T6" fmla="*/ 118 w 1051"/>
              <a:gd name="T7" fmla="*/ 698 h 814"/>
              <a:gd name="T8" fmla="*/ 932 w 1051"/>
              <a:gd name="T9" fmla="*/ 698 h 814"/>
              <a:gd name="T10" fmla="*/ 932 w 1051"/>
              <a:gd name="T11" fmla="*/ 0 h 814"/>
              <a:gd name="T12" fmla="*/ 1050 w 1051"/>
              <a:gd name="T13" fmla="*/ 114 h 814"/>
              <a:gd name="T14" fmla="*/ 1050 w 1051"/>
              <a:gd name="T15" fmla="*/ 698 h 814"/>
              <a:gd name="T16" fmla="*/ 932 w 1051"/>
              <a:gd name="T17" fmla="*/ 813 h 814"/>
              <a:gd name="T18" fmla="*/ 118 w 1051"/>
              <a:gd name="T19" fmla="*/ 813 h 814"/>
              <a:gd name="T20" fmla="*/ 0 w 1051"/>
              <a:gd name="T21" fmla="*/ 698 h 814"/>
              <a:gd name="T22" fmla="*/ 0 w 1051"/>
              <a:gd name="T23" fmla="*/ 114 h 814"/>
              <a:gd name="T24" fmla="*/ 118 w 1051"/>
              <a:gd name="T25" fmla="*/ 0 h 814"/>
              <a:gd name="T26" fmla="*/ 932 w 1051"/>
              <a:gd name="T27" fmla="*/ 0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814">
                <a:moveTo>
                  <a:pt x="932" y="698"/>
                </a:moveTo>
                <a:lnTo>
                  <a:pt x="932" y="114"/>
                </a:lnTo>
                <a:lnTo>
                  <a:pt x="118" y="114"/>
                </a:lnTo>
                <a:lnTo>
                  <a:pt x="118" y="698"/>
                </a:lnTo>
                <a:lnTo>
                  <a:pt x="932" y="698"/>
                </a:lnTo>
                <a:close/>
                <a:moveTo>
                  <a:pt x="932" y="0"/>
                </a:moveTo>
                <a:cubicBezTo>
                  <a:pt x="995" y="0"/>
                  <a:pt x="1050" y="52"/>
                  <a:pt x="1050" y="114"/>
                </a:cubicBezTo>
                <a:lnTo>
                  <a:pt x="1050" y="698"/>
                </a:lnTo>
                <a:cubicBezTo>
                  <a:pt x="1050" y="761"/>
                  <a:pt x="995" y="813"/>
                  <a:pt x="932" y="813"/>
                </a:cubicBezTo>
                <a:lnTo>
                  <a:pt x="118" y="813"/>
                </a:lnTo>
                <a:cubicBezTo>
                  <a:pt x="55" y="813"/>
                  <a:pt x="0" y="761"/>
                  <a:pt x="0" y="698"/>
                </a:cubicBezTo>
                <a:lnTo>
                  <a:pt x="0" y="114"/>
                </a:lnTo>
                <a:cubicBezTo>
                  <a:pt x="0" y="52"/>
                  <a:pt x="55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4896" y="4083050"/>
            <a:ext cx="377825" cy="419100"/>
          </a:xfrm>
          <a:custGeom>
            <a:avLst/>
            <a:gdLst>
              <a:gd name="T0" fmla="*/ 932 w 1051"/>
              <a:gd name="T1" fmla="*/ 1050 h 1166"/>
              <a:gd name="T2" fmla="*/ 932 w 1051"/>
              <a:gd name="T3" fmla="*/ 407 h 1166"/>
              <a:gd name="T4" fmla="*/ 118 w 1051"/>
              <a:gd name="T5" fmla="*/ 407 h 1166"/>
              <a:gd name="T6" fmla="*/ 118 w 1051"/>
              <a:gd name="T7" fmla="*/ 1050 h 1166"/>
              <a:gd name="T8" fmla="*/ 932 w 1051"/>
              <a:gd name="T9" fmla="*/ 1050 h 1166"/>
              <a:gd name="T10" fmla="*/ 1050 w 1051"/>
              <a:gd name="T11" fmla="*/ 232 h 1166"/>
              <a:gd name="T12" fmla="*/ 1050 w 1051"/>
              <a:gd name="T13" fmla="*/ 1050 h 1166"/>
              <a:gd name="T14" fmla="*/ 932 w 1051"/>
              <a:gd name="T15" fmla="*/ 1165 h 1166"/>
              <a:gd name="T16" fmla="*/ 118 w 1051"/>
              <a:gd name="T17" fmla="*/ 1165 h 1166"/>
              <a:gd name="T18" fmla="*/ 0 w 1051"/>
              <a:gd name="T19" fmla="*/ 1050 h 1166"/>
              <a:gd name="T20" fmla="*/ 0 w 1051"/>
              <a:gd name="T21" fmla="*/ 232 h 1166"/>
              <a:gd name="T22" fmla="*/ 118 w 1051"/>
              <a:gd name="T23" fmla="*/ 115 h 1166"/>
              <a:gd name="T24" fmla="*/ 175 w 1051"/>
              <a:gd name="T25" fmla="*/ 115 h 1166"/>
              <a:gd name="T26" fmla="*/ 175 w 1051"/>
              <a:gd name="T27" fmla="*/ 0 h 1166"/>
              <a:gd name="T28" fmla="*/ 293 w 1051"/>
              <a:gd name="T29" fmla="*/ 0 h 1166"/>
              <a:gd name="T30" fmla="*/ 293 w 1051"/>
              <a:gd name="T31" fmla="*/ 115 h 1166"/>
              <a:gd name="T32" fmla="*/ 757 w 1051"/>
              <a:gd name="T33" fmla="*/ 115 h 1166"/>
              <a:gd name="T34" fmla="*/ 757 w 1051"/>
              <a:gd name="T35" fmla="*/ 0 h 1166"/>
              <a:gd name="T36" fmla="*/ 875 w 1051"/>
              <a:gd name="T37" fmla="*/ 0 h 1166"/>
              <a:gd name="T38" fmla="*/ 875 w 1051"/>
              <a:gd name="T39" fmla="*/ 115 h 1166"/>
              <a:gd name="T40" fmla="*/ 932 w 1051"/>
              <a:gd name="T41" fmla="*/ 115 h 1166"/>
              <a:gd name="T42" fmla="*/ 1050 w 1051"/>
              <a:gd name="T43" fmla="*/ 232 h 1166"/>
              <a:gd name="T44" fmla="*/ 818 w 1051"/>
              <a:gd name="T45" fmla="*/ 525 h 1166"/>
              <a:gd name="T46" fmla="*/ 818 w 1051"/>
              <a:gd name="T47" fmla="*/ 640 h 1166"/>
              <a:gd name="T48" fmla="*/ 700 w 1051"/>
              <a:gd name="T49" fmla="*/ 640 h 1166"/>
              <a:gd name="T50" fmla="*/ 700 w 1051"/>
              <a:gd name="T51" fmla="*/ 525 h 1166"/>
              <a:gd name="T52" fmla="*/ 818 w 1051"/>
              <a:gd name="T53" fmla="*/ 525 h 1166"/>
              <a:gd name="T54" fmla="*/ 582 w 1051"/>
              <a:gd name="T55" fmla="*/ 525 h 1166"/>
              <a:gd name="T56" fmla="*/ 582 w 1051"/>
              <a:gd name="T57" fmla="*/ 640 h 1166"/>
              <a:gd name="T58" fmla="*/ 468 w 1051"/>
              <a:gd name="T59" fmla="*/ 640 h 1166"/>
              <a:gd name="T60" fmla="*/ 468 w 1051"/>
              <a:gd name="T61" fmla="*/ 525 h 1166"/>
              <a:gd name="T62" fmla="*/ 582 w 1051"/>
              <a:gd name="T63" fmla="*/ 525 h 1166"/>
              <a:gd name="T64" fmla="*/ 350 w 1051"/>
              <a:gd name="T65" fmla="*/ 525 h 1166"/>
              <a:gd name="T66" fmla="*/ 350 w 1051"/>
              <a:gd name="T67" fmla="*/ 640 h 1166"/>
              <a:gd name="T68" fmla="*/ 232 w 1051"/>
              <a:gd name="T69" fmla="*/ 640 h 1166"/>
              <a:gd name="T70" fmla="*/ 232 w 1051"/>
              <a:gd name="T71" fmla="*/ 525 h 1166"/>
              <a:gd name="T72" fmla="*/ 350 w 1051"/>
              <a:gd name="T73" fmla="*/ 52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51" h="1166">
                <a:moveTo>
                  <a:pt x="932" y="1050"/>
                </a:moveTo>
                <a:lnTo>
                  <a:pt x="932" y="407"/>
                </a:lnTo>
                <a:lnTo>
                  <a:pt x="118" y="407"/>
                </a:lnTo>
                <a:lnTo>
                  <a:pt x="118" y="1050"/>
                </a:lnTo>
                <a:lnTo>
                  <a:pt x="932" y="1050"/>
                </a:lnTo>
                <a:close/>
                <a:moveTo>
                  <a:pt x="1050" y="232"/>
                </a:moveTo>
                <a:lnTo>
                  <a:pt x="1050" y="1050"/>
                </a:lnTo>
                <a:cubicBezTo>
                  <a:pt x="1050" y="1113"/>
                  <a:pt x="995" y="1165"/>
                  <a:pt x="932" y="1165"/>
                </a:cubicBezTo>
                <a:lnTo>
                  <a:pt x="118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2"/>
                </a:lnTo>
                <a:cubicBezTo>
                  <a:pt x="0" y="170"/>
                  <a:pt x="52" y="115"/>
                  <a:pt x="118" y="115"/>
                </a:cubicBezTo>
                <a:lnTo>
                  <a:pt x="175" y="115"/>
                </a:lnTo>
                <a:lnTo>
                  <a:pt x="175" y="0"/>
                </a:lnTo>
                <a:lnTo>
                  <a:pt x="293" y="0"/>
                </a:lnTo>
                <a:lnTo>
                  <a:pt x="293" y="115"/>
                </a:lnTo>
                <a:lnTo>
                  <a:pt x="757" y="115"/>
                </a:lnTo>
                <a:lnTo>
                  <a:pt x="757" y="0"/>
                </a:lnTo>
                <a:lnTo>
                  <a:pt x="875" y="0"/>
                </a:lnTo>
                <a:lnTo>
                  <a:pt x="875" y="115"/>
                </a:lnTo>
                <a:lnTo>
                  <a:pt x="932" y="115"/>
                </a:lnTo>
                <a:cubicBezTo>
                  <a:pt x="995" y="115"/>
                  <a:pt x="1050" y="170"/>
                  <a:pt x="1050" y="232"/>
                </a:cubicBezTo>
                <a:close/>
                <a:moveTo>
                  <a:pt x="818" y="525"/>
                </a:moveTo>
                <a:lnTo>
                  <a:pt x="818" y="640"/>
                </a:lnTo>
                <a:lnTo>
                  <a:pt x="700" y="640"/>
                </a:lnTo>
                <a:lnTo>
                  <a:pt x="700" y="525"/>
                </a:lnTo>
                <a:lnTo>
                  <a:pt x="818" y="525"/>
                </a:lnTo>
                <a:close/>
                <a:moveTo>
                  <a:pt x="582" y="525"/>
                </a:moveTo>
                <a:lnTo>
                  <a:pt x="582" y="640"/>
                </a:lnTo>
                <a:lnTo>
                  <a:pt x="468" y="640"/>
                </a:lnTo>
                <a:lnTo>
                  <a:pt x="468" y="525"/>
                </a:lnTo>
                <a:lnTo>
                  <a:pt x="582" y="525"/>
                </a:lnTo>
                <a:close/>
                <a:moveTo>
                  <a:pt x="350" y="525"/>
                </a:moveTo>
                <a:lnTo>
                  <a:pt x="350" y="640"/>
                </a:lnTo>
                <a:lnTo>
                  <a:pt x="232" y="640"/>
                </a:lnTo>
                <a:lnTo>
                  <a:pt x="232" y="525"/>
                </a:lnTo>
                <a:lnTo>
                  <a:pt x="350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10581" y="4103689"/>
            <a:ext cx="419100" cy="377825"/>
          </a:xfrm>
          <a:custGeom>
            <a:avLst/>
            <a:gdLst>
              <a:gd name="T0" fmla="*/ 814 w 1165"/>
              <a:gd name="T1" fmla="*/ 467 h 1050"/>
              <a:gd name="T2" fmla="*/ 814 w 1165"/>
              <a:gd name="T3" fmla="*/ 817 h 1050"/>
              <a:gd name="T4" fmla="*/ 582 w 1165"/>
              <a:gd name="T5" fmla="*/ 817 h 1050"/>
              <a:gd name="T6" fmla="*/ 582 w 1165"/>
              <a:gd name="T7" fmla="*/ 467 h 1050"/>
              <a:gd name="T8" fmla="*/ 814 w 1165"/>
              <a:gd name="T9" fmla="*/ 467 h 1050"/>
              <a:gd name="T10" fmla="*/ 232 w 1165"/>
              <a:gd name="T11" fmla="*/ 232 h 1050"/>
              <a:gd name="T12" fmla="*/ 525 w 1165"/>
              <a:gd name="T13" fmla="*/ 232 h 1050"/>
              <a:gd name="T14" fmla="*/ 525 w 1165"/>
              <a:gd name="T15" fmla="*/ 524 h 1050"/>
              <a:gd name="T16" fmla="*/ 232 w 1165"/>
              <a:gd name="T17" fmla="*/ 524 h 1050"/>
              <a:gd name="T18" fmla="*/ 232 w 1165"/>
              <a:gd name="T19" fmla="*/ 232 h 1050"/>
              <a:gd name="T20" fmla="*/ 814 w 1165"/>
              <a:gd name="T21" fmla="*/ 232 h 1050"/>
              <a:gd name="T22" fmla="*/ 814 w 1165"/>
              <a:gd name="T23" fmla="*/ 407 h 1050"/>
              <a:gd name="T24" fmla="*/ 582 w 1165"/>
              <a:gd name="T25" fmla="*/ 407 h 1050"/>
              <a:gd name="T26" fmla="*/ 582 w 1165"/>
              <a:gd name="T27" fmla="*/ 232 h 1050"/>
              <a:gd name="T28" fmla="*/ 814 w 1165"/>
              <a:gd name="T29" fmla="*/ 232 h 1050"/>
              <a:gd name="T30" fmla="*/ 232 w 1165"/>
              <a:gd name="T31" fmla="*/ 582 h 1050"/>
              <a:gd name="T32" fmla="*/ 525 w 1165"/>
              <a:gd name="T33" fmla="*/ 582 h 1050"/>
              <a:gd name="T34" fmla="*/ 525 w 1165"/>
              <a:gd name="T35" fmla="*/ 817 h 1050"/>
              <a:gd name="T36" fmla="*/ 232 w 1165"/>
              <a:gd name="T37" fmla="*/ 817 h 1050"/>
              <a:gd name="T38" fmla="*/ 232 w 1165"/>
              <a:gd name="T39" fmla="*/ 582 h 1050"/>
              <a:gd name="T40" fmla="*/ 932 w 1165"/>
              <a:gd name="T41" fmla="*/ 932 h 1050"/>
              <a:gd name="T42" fmla="*/ 932 w 1165"/>
              <a:gd name="T43" fmla="*/ 117 h 1050"/>
              <a:gd name="T44" fmla="*/ 114 w 1165"/>
              <a:gd name="T45" fmla="*/ 117 h 1050"/>
              <a:gd name="T46" fmla="*/ 114 w 1165"/>
              <a:gd name="T47" fmla="*/ 932 h 1050"/>
              <a:gd name="T48" fmla="*/ 932 w 1165"/>
              <a:gd name="T49" fmla="*/ 932 h 1050"/>
              <a:gd name="T50" fmla="*/ 1050 w 1165"/>
              <a:gd name="T51" fmla="*/ 349 h 1050"/>
              <a:gd name="T52" fmla="*/ 1050 w 1165"/>
              <a:gd name="T53" fmla="*/ 467 h 1050"/>
              <a:gd name="T54" fmla="*/ 1164 w 1165"/>
              <a:gd name="T55" fmla="*/ 467 h 1050"/>
              <a:gd name="T56" fmla="*/ 1164 w 1165"/>
              <a:gd name="T57" fmla="*/ 582 h 1050"/>
              <a:gd name="T58" fmla="*/ 1050 w 1165"/>
              <a:gd name="T59" fmla="*/ 582 h 1050"/>
              <a:gd name="T60" fmla="*/ 1050 w 1165"/>
              <a:gd name="T61" fmla="*/ 699 h 1050"/>
              <a:gd name="T62" fmla="*/ 1164 w 1165"/>
              <a:gd name="T63" fmla="*/ 699 h 1050"/>
              <a:gd name="T64" fmla="*/ 1164 w 1165"/>
              <a:gd name="T65" fmla="*/ 817 h 1050"/>
              <a:gd name="T66" fmla="*/ 1050 w 1165"/>
              <a:gd name="T67" fmla="*/ 817 h 1050"/>
              <a:gd name="T68" fmla="*/ 1050 w 1165"/>
              <a:gd name="T69" fmla="*/ 932 h 1050"/>
              <a:gd name="T70" fmla="*/ 932 w 1165"/>
              <a:gd name="T71" fmla="*/ 1049 h 1050"/>
              <a:gd name="T72" fmla="*/ 114 w 1165"/>
              <a:gd name="T73" fmla="*/ 1049 h 1050"/>
              <a:gd name="T74" fmla="*/ 0 w 1165"/>
              <a:gd name="T75" fmla="*/ 932 h 1050"/>
              <a:gd name="T76" fmla="*/ 0 w 1165"/>
              <a:gd name="T77" fmla="*/ 117 h 1050"/>
              <a:gd name="T78" fmla="*/ 114 w 1165"/>
              <a:gd name="T79" fmla="*/ 0 h 1050"/>
              <a:gd name="T80" fmla="*/ 932 w 1165"/>
              <a:gd name="T81" fmla="*/ 0 h 1050"/>
              <a:gd name="T82" fmla="*/ 1050 w 1165"/>
              <a:gd name="T83" fmla="*/ 117 h 1050"/>
              <a:gd name="T84" fmla="*/ 1050 w 1165"/>
              <a:gd name="T85" fmla="*/ 232 h 1050"/>
              <a:gd name="T86" fmla="*/ 1164 w 1165"/>
              <a:gd name="T87" fmla="*/ 232 h 1050"/>
              <a:gd name="T88" fmla="*/ 1164 w 1165"/>
              <a:gd name="T89" fmla="*/ 349 h 1050"/>
              <a:gd name="T90" fmla="*/ 1050 w 1165"/>
              <a:gd name="T91" fmla="*/ 3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65" h="1050">
                <a:moveTo>
                  <a:pt x="814" y="467"/>
                </a:moveTo>
                <a:lnTo>
                  <a:pt x="814" y="817"/>
                </a:lnTo>
                <a:lnTo>
                  <a:pt x="582" y="817"/>
                </a:lnTo>
                <a:lnTo>
                  <a:pt x="582" y="467"/>
                </a:lnTo>
                <a:lnTo>
                  <a:pt x="814" y="467"/>
                </a:lnTo>
                <a:close/>
                <a:moveTo>
                  <a:pt x="232" y="232"/>
                </a:moveTo>
                <a:lnTo>
                  <a:pt x="525" y="232"/>
                </a:lnTo>
                <a:lnTo>
                  <a:pt x="525" y="524"/>
                </a:lnTo>
                <a:lnTo>
                  <a:pt x="232" y="524"/>
                </a:lnTo>
                <a:lnTo>
                  <a:pt x="232" y="232"/>
                </a:lnTo>
                <a:close/>
                <a:moveTo>
                  <a:pt x="814" y="232"/>
                </a:moveTo>
                <a:lnTo>
                  <a:pt x="814" y="407"/>
                </a:lnTo>
                <a:lnTo>
                  <a:pt x="582" y="407"/>
                </a:lnTo>
                <a:lnTo>
                  <a:pt x="582" y="232"/>
                </a:lnTo>
                <a:lnTo>
                  <a:pt x="814" y="232"/>
                </a:lnTo>
                <a:close/>
                <a:moveTo>
                  <a:pt x="232" y="582"/>
                </a:moveTo>
                <a:lnTo>
                  <a:pt x="525" y="582"/>
                </a:lnTo>
                <a:lnTo>
                  <a:pt x="525" y="817"/>
                </a:lnTo>
                <a:lnTo>
                  <a:pt x="232" y="817"/>
                </a:lnTo>
                <a:lnTo>
                  <a:pt x="232" y="582"/>
                </a:lnTo>
                <a:close/>
                <a:moveTo>
                  <a:pt x="932" y="932"/>
                </a:moveTo>
                <a:lnTo>
                  <a:pt x="932" y="117"/>
                </a:lnTo>
                <a:lnTo>
                  <a:pt x="114" y="117"/>
                </a:lnTo>
                <a:lnTo>
                  <a:pt x="114" y="932"/>
                </a:lnTo>
                <a:lnTo>
                  <a:pt x="932" y="932"/>
                </a:lnTo>
                <a:close/>
                <a:moveTo>
                  <a:pt x="1050" y="349"/>
                </a:moveTo>
                <a:lnTo>
                  <a:pt x="1050" y="467"/>
                </a:lnTo>
                <a:lnTo>
                  <a:pt x="1164" y="467"/>
                </a:lnTo>
                <a:lnTo>
                  <a:pt x="1164" y="582"/>
                </a:lnTo>
                <a:lnTo>
                  <a:pt x="1050" y="582"/>
                </a:lnTo>
                <a:lnTo>
                  <a:pt x="1050" y="699"/>
                </a:lnTo>
                <a:lnTo>
                  <a:pt x="1164" y="699"/>
                </a:lnTo>
                <a:lnTo>
                  <a:pt x="1164" y="817"/>
                </a:lnTo>
                <a:lnTo>
                  <a:pt x="1050" y="817"/>
                </a:lnTo>
                <a:lnTo>
                  <a:pt x="1050" y="932"/>
                </a:lnTo>
                <a:cubicBezTo>
                  <a:pt x="1050" y="995"/>
                  <a:pt x="995" y="1049"/>
                  <a:pt x="932" y="1049"/>
                </a:cubicBezTo>
                <a:lnTo>
                  <a:pt x="114" y="1049"/>
                </a:lnTo>
                <a:cubicBezTo>
                  <a:pt x="51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2" y="0"/>
                  <a:pt x="114" y="0"/>
                </a:cubicBezTo>
                <a:lnTo>
                  <a:pt x="932" y="0"/>
                </a:lnTo>
                <a:cubicBezTo>
                  <a:pt x="995" y="0"/>
                  <a:pt x="1050" y="54"/>
                  <a:pt x="1050" y="117"/>
                </a:cubicBezTo>
                <a:lnTo>
                  <a:pt x="1050" y="232"/>
                </a:lnTo>
                <a:lnTo>
                  <a:pt x="1164" y="232"/>
                </a:lnTo>
                <a:lnTo>
                  <a:pt x="1164" y="349"/>
                </a:lnTo>
                <a:lnTo>
                  <a:pt x="1050" y="34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05958" y="4124325"/>
            <a:ext cx="377825" cy="336550"/>
          </a:xfrm>
          <a:custGeom>
            <a:avLst/>
            <a:gdLst>
              <a:gd name="T0" fmla="*/ 197 w 1051"/>
              <a:gd name="T1" fmla="*/ 118 h 936"/>
              <a:gd name="T2" fmla="*/ 525 w 1051"/>
              <a:gd name="T3" fmla="*/ 700 h 936"/>
              <a:gd name="T4" fmla="*/ 853 w 1051"/>
              <a:gd name="T5" fmla="*/ 118 h 936"/>
              <a:gd name="T6" fmla="*/ 197 w 1051"/>
              <a:gd name="T7" fmla="*/ 118 h 936"/>
              <a:gd name="T8" fmla="*/ 0 w 1051"/>
              <a:gd name="T9" fmla="*/ 0 h 936"/>
              <a:gd name="T10" fmla="*/ 1050 w 1051"/>
              <a:gd name="T11" fmla="*/ 0 h 936"/>
              <a:gd name="T12" fmla="*/ 525 w 1051"/>
              <a:gd name="T13" fmla="*/ 935 h 936"/>
              <a:gd name="T14" fmla="*/ 0 w 1051"/>
              <a:gd name="T15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51" h="936">
                <a:moveTo>
                  <a:pt x="197" y="118"/>
                </a:moveTo>
                <a:lnTo>
                  <a:pt x="525" y="700"/>
                </a:lnTo>
                <a:lnTo>
                  <a:pt x="853" y="118"/>
                </a:lnTo>
                <a:lnTo>
                  <a:pt x="197" y="118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525" y="93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39419" y="4083050"/>
            <a:ext cx="463550" cy="419100"/>
          </a:xfrm>
          <a:custGeom>
            <a:avLst/>
            <a:gdLst>
              <a:gd name="T0" fmla="*/ 1168 w 1286"/>
              <a:gd name="T1" fmla="*/ 815 h 1166"/>
              <a:gd name="T2" fmla="*/ 1168 w 1286"/>
              <a:gd name="T3" fmla="*/ 115 h 1166"/>
              <a:gd name="T4" fmla="*/ 118 w 1286"/>
              <a:gd name="T5" fmla="*/ 115 h 1166"/>
              <a:gd name="T6" fmla="*/ 118 w 1286"/>
              <a:gd name="T7" fmla="*/ 815 h 1166"/>
              <a:gd name="T8" fmla="*/ 1168 w 1286"/>
              <a:gd name="T9" fmla="*/ 815 h 1166"/>
              <a:gd name="T10" fmla="*/ 1168 w 1286"/>
              <a:gd name="T11" fmla="*/ 0 h 1166"/>
              <a:gd name="T12" fmla="*/ 1285 w 1286"/>
              <a:gd name="T13" fmla="*/ 115 h 1166"/>
              <a:gd name="T14" fmla="*/ 1285 w 1286"/>
              <a:gd name="T15" fmla="*/ 815 h 1166"/>
              <a:gd name="T16" fmla="*/ 1168 w 1286"/>
              <a:gd name="T17" fmla="*/ 932 h 1166"/>
              <a:gd name="T18" fmla="*/ 760 w 1286"/>
              <a:gd name="T19" fmla="*/ 932 h 1166"/>
              <a:gd name="T20" fmla="*/ 760 w 1286"/>
              <a:gd name="T21" fmla="*/ 1050 h 1166"/>
              <a:gd name="T22" fmla="*/ 875 w 1286"/>
              <a:gd name="T23" fmla="*/ 1050 h 1166"/>
              <a:gd name="T24" fmla="*/ 875 w 1286"/>
              <a:gd name="T25" fmla="*/ 1165 h 1166"/>
              <a:gd name="T26" fmla="*/ 410 w 1286"/>
              <a:gd name="T27" fmla="*/ 1165 h 1166"/>
              <a:gd name="T28" fmla="*/ 410 w 1286"/>
              <a:gd name="T29" fmla="*/ 1050 h 1166"/>
              <a:gd name="T30" fmla="*/ 525 w 1286"/>
              <a:gd name="T31" fmla="*/ 1050 h 1166"/>
              <a:gd name="T32" fmla="*/ 525 w 1286"/>
              <a:gd name="T33" fmla="*/ 932 h 1166"/>
              <a:gd name="T34" fmla="*/ 118 w 1286"/>
              <a:gd name="T35" fmla="*/ 932 h 1166"/>
              <a:gd name="T36" fmla="*/ 0 w 1286"/>
              <a:gd name="T37" fmla="*/ 815 h 1166"/>
              <a:gd name="T38" fmla="*/ 0 w 1286"/>
              <a:gd name="T39" fmla="*/ 115 h 1166"/>
              <a:gd name="T40" fmla="*/ 118 w 1286"/>
              <a:gd name="T41" fmla="*/ 0 h 1166"/>
              <a:gd name="T42" fmla="*/ 1168 w 1286"/>
              <a:gd name="T4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1166">
                <a:moveTo>
                  <a:pt x="1168" y="815"/>
                </a:moveTo>
                <a:lnTo>
                  <a:pt x="1168" y="115"/>
                </a:lnTo>
                <a:lnTo>
                  <a:pt x="118" y="115"/>
                </a:lnTo>
                <a:lnTo>
                  <a:pt x="118" y="815"/>
                </a:lnTo>
                <a:lnTo>
                  <a:pt x="1168" y="815"/>
                </a:lnTo>
                <a:close/>
                <a:moveTo>
                  <a:pt x="1168" y="0"/>
                </a:moveTo>
                <a:cubicBezTo>
                  <a:pt x="1231" y="0"/>
                  <a:pt x="1285" y="52"/>
                  <a:pt x="1285" y="115"/>
                </a:cubicBezTo>
                <a:lnTo>
                  <a:pt x="1285" y="815"/>
                </a:lnTo>
                <a:cubicBezTo>
                  <a:pt x="1285" y="878"/>
                  <a:pt x="1231" y="932"/>
                  <a:pt x="1168" y="932"/>
                </a:cubicBezTo>
                <a:lnTo>
                  <a:pt x="760" y="932"/>
                </a:lnTo>
                <a:lnTo>
                  <a:pt x="760" y="1050"/>
                </a:lnTo>
                <a:lnTo>
                  <a:pt x="875" y="1050"/>
                </a:lnTo>
                <a:lnTo>
                  <a:pt x="875" y="1165"/>
                </a:lnTo>
                <a:lnTo>
                  <a:pt x="410" y="1165"/>
                </a:lnTo>
                <a:lnTo>
                  <a:pt x="410" y="1050"/>
                </a:lnTo>
                <a:lnTo>
                  <a:pt x="525" y="1050"/>
                </a:lnTo>
                <a:lnTo>
                  <a:pt x="525" y="932"/>
                </a:lnTo>
                <a:lnTo>
                  <a:pt x="118" y="932"/>
                </a:lnTo>
                <a:cubicBezTo>
                  <a:pt x="55" y="932"/>
                  <a:pt x="0" y="878"/>
                  <a:pt x="0" y="815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15744" y="4083050"/>
            <a:ext cx="463550" cy="419100"/>
          </a:xfrm>
          <a:custGeom>
            <a:avLst/>
            <a:gdLst>
              <a:gd name="T0" fmla="*/ 1168 w 1286"/>
              <a:gd name="T1" fmla="*/ 700 h 1166"/>
              <a:gd name="T2" fmla="*/ 1168 w 1286"/>
              <a:gd name="T3" fmla="*/ 115 h 1166"/>
              <a:gd name="T4" fmla="*/ 118 w 1286"/>
              <a:gd name="T5" fmla="*/ 115 h 1166"/>
              <a:gd name="T6" fmla="*/ 118 w 1286"/>
              <a:gd name="T7" fmla="*/ 700 h 1166"/>
              <a:gd name="T8" fmla="*/ 1168 w 1286"/>
              <a:gd name="T9" fmla="*/ 700 h 1166"/>
              <a:gd name="T10" fmla="*/ 1168 w 1286"/>
              <a:gd name="T11" fmla="*/ 0 h 1166"/>
              <a:gd name="T12" fmla="*/ 1285 w 1286"/>
              <a:gd name="T13" fmla="*/ 115 h 1166"/>
              <a:gd name="T14" fmla="*/ 1285 w 1286"/>
              <a:gd name="T15" fmla="*/ 815 h 1166"/>
              <a:gd name="T16" fmla="*/ 1168 w 1286"/>
              <a:gd name="T17" fmla="*/ 932 h 1166"/>
              <a:gd name="T18" fmla="*/ 760 w 1286"/>
              <a:gd name="T19" fmla="*/ 932 h 1166"/>
              <a:gd name="T20" fmla="*/ 875 w 1286"/>
              <a:gd name="T21" fmla="*/ 1107 h 1166"/>
              <a:gd name="T22" fmla="*/ 875 w 1286"/>
              <a:gd name="T23" fmla="*/ 1165 h 1166"/>
              <a:gd name="T24" fmla="*/ 410 w 1286"/>
              <a:gd name="T25" fmla="*/ 1165 h 1166"/>
              <a:gd name="T26" fmla="*/ 410 w 1286"/>
              <a:gd name="T27" fmla="*/ 1107 h 1166"/>
              <a:gd name="T28" fmla="*/ 525 w 1286"/>
              <a:gd name="T29" fmla="*/ 932 h 1166"/>
              <a:gd name="T30" fmla="*/ 118 w 1286"/>
              <a:gd name="T31" fmla="*/ 932 h 1166"/>
              <a:gd name="T32" fmla="*/ 0 w 1286"/>
              <a:gd name="T33" fmla="*/ 815 h 1166"/>
              <a:gd name="T34" fmla="*/ 0 w 1286"/>
              <a:gd name="T35" fmla="*/ 115 h 1166"/>
              <a:gd name="T36" fmla="*/ 118 w 1286"/>
              <a:gd name="T37" fmla="*/ 0 h 1166"/>
              <a:gd name="T38" fmla="*/ 1168 w 1286"/>
              <a:gd name="T3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86" h="1166">
                <a:moveTo>
                  <a:pt x="1168" y="700"/>
                </a:moveTo>
                <a:lnTo>
                  <a:pt x="1168" y="115"/>
                </a:lnTo>
                <a:lnTo>
                  <a:pt x="118" y="115"/>
                </a:lnTo>
                <a:lnTo>
                  <a:pt x="118" y="700"/>
                </a:lnTo>
                <a:lnTo>
                  <a:pt x="1168" y="700"/>
                </a:lnTo>
                <a:close/>
                <a:moveTo>
                  <a:pt x="1168" y="0"/>
                </a:moveTo>
                <a:cubicBezTo>
                  <a:pt x="1231" y="0"/>
                  <a:pt x="1285" y="52"/>
                  <a:pt x="1285" y="115"/>
                </a:cubicBezTo>
                <a:lnTo>
                  <a:pt x="1285" y="815"/>
                </a:lnTo>
                <a:cubicBezTo>
                  <a:pt x="1285" y="878"/>
                  <a:pt x="1231" y="932"/>
                  <a:pt x="1168" y="932"/>
                </a:cubicBezTo>
                <a:lnTo>
                  <a:pt x="760" y="932"/>
                </a:lnTo>
                <a:lnTo>
                  <a:pt x="875" y="1107"/>
                </a:lnTo>
                <a:lnTo>
                  <a:pt x="875" y="1165"/>
                </a:lnTo>
                <a:lnTo>
                  <a:pt x="410" y="1165"/>
                </a:lnTo>
                <a:lnTo>
                  <a:pt x="410" y="1107"/>
                </a:lnTo>
                <a:lnTo>
                  <a:pt x="525" y="932"/>
                </a:lnTo>
                <a:lnTo>
                  <a:pt x="118" y="932"/>
                </a:lnTo>
                <a:cubicBezTo>
                  <a:pt x="55" y="932"/>
                  <a:pt x="0" y="878"/>
                  <a:pt x="0" y="815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53981" y="4083050"/>
            <a:ext cx="336550" cy="419100"/>
          </a:xfrm>
          <a:custGeom>
            <a:avLst/>
            <a:gdLst>
              <a:gd name="T0" fmla="*/ 525 w 936"/>
              <a:gd name="T1" fmla="*/ 407 h 1166"/>
              <a:gd name="T2" fmla="*/ 848 w 936"/>
              <a:gd name="T3" fmla="*/ 407 h 1166"/>
              <a:gd name="T4" fmla="*/ 525 w 936"/>
              <a:gd name="T5" fmla="*/ 88 h 1166"/>
              <a:gd name="T6" fmla="*/ 525 w 936"/>
              <a:gd name="T7" fmla="*/ 407 h 1166"/>
              <a:gd name="T8" fmla="*/ 700 w 936"/>
              <a:gd name="T9" fmla="*/ 700 h 1166"/>
              <a:gd name="T10" fmla="*/ 700 w 936"/>
              <a:gd name="T11" fmla="*/ 582 h 1166"/>
              <a:gd name="T12" fmla="*/ 235 w 936"/>
              <a:gd name="T13" fmla="*/ 582 h 1166"/>
              <a:gd name="T14" fmla="*/ 235 w 936"/>
              <a:gd name="T15" fmla="*/ 700 h 1166"/>
              <a:gd name="T16" fmla="*/ 700 w 936"/>
              <a:gd name="T17" fmla="*/ 700 h 1166"/>
              <a:gd name="T18" fmla="*/ 700 w 936"/>
              <a:gd name="T19" fmla="*/ 932 h 1166"/>
              <a:gd name="T20" fmla="*/ 700 w 936"/>
              <a:gd name="T21" fmla="*/ 815 h 1166"/>
              <a:gd name="T22" fmla="*/ 235 w 936"/>
              <a:gd name="T23" fmla="*/ 815 h 1166"/>
              <a:gd name="T24" fmla="*/ 235 w 936"/>
              <a:gd name="T25" fmla="*/ 932 h 1166"/>
              <a:gd name="T26" fmla="*/ 700 w 936"/>
              <a:gd name="T27" fmla="*/ 932 h 1166"/>
              <a:gd name="T28" fmla="*/ 585 w 936"/>
              <a:gd name="T29" fmla="*/ 0 h 1166"/>
              <a:gd name="T30" fmla="*/ 935 w 936"/>
              <a:gd name="T31" fmla="*/ 350 h 1166"/>
              <a:gd name="T32" fmla="*/ 935 w 936"/>
              <a:gd name="T33" fmla="*/ 1050 h 1166"/>
              <a:gd name="T34" fmla="*/ 818 w 936"/>
              <a:gd name="T35" fmla="*/ 1165 h 1166"/>
              <a:gd name="T36" fmla="*/ 118 w 936"/>
              <a:gd name="T37" fmla="*/ 1165 h 1166"/>
              <a:gd name="T38" fmla="*/ 0 w 936"/>
              <a:gd name="T39" fmla="*/ 1050 h 1166"/>
              <a:gd name="T40" fmla="*/ 3 w 936"/>
              <a:gd name="T41" fmla="*/ 115 h 1166"/>
              <a:gd name="T42" fmla="*/ 118 w 936"/>
              <a:gd name="T43" fmla="*/ 0 h 1166"/>
              <a:gd name="T44" fmla="*/ 585 w 936"/>
              <a:gd name="T4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36" h="1166">
                <a:moveTo>
                  <a:pt x="525" y="407"/>
                </a:moveTo>
                <a:lnTo>
                  <a:pt x="848" y="407"/>
                </a:lnTo>
                <a:lnTo>
                  <a:pt x="525" y="88"/>
                </a:lnTo>
                <a:lnTo>
                  <a:pt x="525" y="407"/>
                </a:lnTo>
                <a:close/>
                <a:moveTo>
                  <a:pt x="700" y="700"/>
                </a:moveTo>
                <a:lnTo>
                  <a:pt x="700" y="582"/>
                </a:lnTo>
                <a:lnTo>
                  <a:pt x="235" y="582"/>
                </a:lnTo>
                <a:lnTo>
                  <a:pt x="235" y="700"/>
                </a:lnTo>
                <a:lnTo>
                  <a:pt x="700" y="700"/>
                </a:lnTo>
                <a:close/>
                <a:moveTo>
                  <a:pt x="700" y="932"/>
                </a:moveTo>
                <a:lnTo>
                  <a:pt x="700" y="815"/>
                </a:lnTo>
                <a:lnTo>
                  <a:pt x="235" y="815"/>
                </a:lnTo>
                <a:lnTo>
                  <a:pt x="235" y="932"/>
                </a:lnTo>
                <a:lnTo>
                  <a:pt x="700" y="932"/>
                </a:lnTo>
                <a:close/>
                <a:moveTo>
                  <a:pt x="585" y="0"/>
                </a:moveTo>
                <a:lnTo>
                  <a:pt x="935" y="350"/>
                </a:lnTo>
                <a:lnTo>
                  <a:pt x="935" y="1050"/>
                </a:lnTo>
                <a:cubicBezTo>
                  <a:pt x="935" y="1113"/>
                  <a:pt x="881" y="1165"/>
                  <a:pt x="818" y="1165"/>
                </a:cubicBezTo>
                <a:lnTo>
                  <a:pt x="118" y="1165"/>
                </a:lnTo>
                <a:cubicBezTo>
                  <a:pt x="55" y="1165"/>
                  <a:pt x="0" y="1113"/>
                  <a:pt x="0" y="1050"/>
                </a:cubicBezTo>
                <a:lnTo>
                  <a:pt x="3" y="115"/>
                </a:lnTo>
                <a:cubicBezTo>
                  <a:pt x="3" y="52"/>
                  <a:pt x="55" y="0"/>
                  <a:pt x="118" y="0"/>
                </a:cubicBezTo>
                <a:lnTo>
                  <a:pt x="58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550946" y="4103689"/>
            <a:ext cx="293687" cy="377825"/>
          </a:xfrm>
          <a:custGeom>
            <a:avLst/>
            <a:gdLst>
              <a:gd name="T0" fmla="*/ 815 w 816"/>
              <a:gd name="T1" fmla="*/ 57 h 1050"/>
              <a:gd name="T2" fmla="*/ 815 w 816"/>
              <a:gd name="T3" fmla="*/ 175 h 1050"/>
              <a:gd name="T4" fmla="*/ 0 w 816"/>
              <a:gd name="T5" fmla="*/ 175 h 1050"/>
              <a:gd name="T6" fmla="*/ 0 w 816"/>
              <a:gd name="T7" fmla="*/ 57 h 1050"/>
              <a:gd name="T8" fmla="*/ 203 w 816"/>
              <a:gd name="T9" fmla="*/ 57 h 1050"/>
              <a:gd name="T10" fmla="*/ 263 w 816"/>
              <a:gd name="T11" fmla="*/ 0 h 1050"/>
              <a:gd name="T12" fmla="*/ 553 w 816"/>
              <a:gd name="T13" fmla="*/ 0 h 1050"/>
              <a:gd name="T14" fmla="*/ 613 w 816"/>
              <a:gd name="T15" fmla="*/ 57 h 1050"/>
              <a:gd name="T16" fmla="*/ 815 w 816"/>
              <a:gd name="T17" fmla="*/ 57 h 1050"/>
              <a:gd name="T18" fmla="*/ 58 w 816"/>
              <a:gd name="T19" fmla="*/ 932 h 1050"/>
              <a:gd name="T20" fmla="*/ 58 w 816"/>
              <a:gd name="T21" fmla="*/ 232 h 1050"/>
              <a:gd name="T22" fmla="*/ 758 w 816"/>
              <a:gd name="T23" fmla="*/ 232 h 1050"/>
              <a:gd name="T24" fmla="*/ 758 w 816"/>
              <a:gd name="T25" fmla="*/ 932 h 1050"/>
              <a:gd name="T26" fmla="*/ 640 w 816"/>
              <a:gd name="T27" fmla="*/ 1049 h 1050"/>
              <a:gd name="T28" fmla="*/ 175 w 816"/>
              <a:gd name="T29" fmla="*/ 1049 h 1050"/>
              <a:gd name="T30" fmla="*/ 58 w 816"/>
              <a:gd name="T31" fmla="*/ 9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16" h="1050">
                <a:moveTo>
                  <a:pt x="815" y="57"/>
                </a:moveTo>
                <a:lnTo>
                  <a:pt x="815" y="175"/>
                </a:lnTo>
                <a:lnTo>
                  <a:pt x="0" y="175"/>
                </a:lnTo>
                <a:lnTo>
                  <a:pt x="0" y="57"/>
                </a:lnTo>
                <a:lnTo>
                  <a:pt x="203" y="57"/>
                </a:lnTo>
                <a:lnTo>
                  <a:pt x="263" y="0"/>
                </a:lnTo>
                <a:lnTo>
                  <a:pt x="553" y="0"/>
                </a:lnTo>
                <a:lnTo>
                  <a:pt x="613" y="57"/>
                </a:lnTo>
                <a:lnTo>
                  <a:pt x="815" y="57"/>
                </a:lnTo>
                <a:close/>
                <a:moveTo>
                  <a:pt x="58" y="932"/>
                </a:moveTo>
                <a:lnTo>
                  <a:pt x="58" y="232"/>
                </a:lnTo>
                <a:lnTo>
                  <a:pt x="758" y="232"/>
                </a:lnTo>
                <a:lnTo>
                  <a:pt x="758" y="932"/>
                </a:lnTo>
                <a:cubicBezTo>
                  <a:pt x="758" y="995"/>
                  <a:pt x="703" y="1049"/>
                  <a:pt x="640" y="1049"/>
                </a:cubicBezTo>
                <a:lnTo>
                  <a:pt x="175" y="1049"/>
                </a:lnTo>
                <a:cubicBezTo>
                  <a:pt x="112" y="1049"/>
                  <a:pt x="58" y="995"/>
                  <a:pt x="58" y="9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63769" y="4124325"/>
            <a:ext cx="419100" cy="336550"/>
          </a:xfrm>
          <a:custGeom>
            <a:avLst/>
            <a:gdLst>
              <a:gd name="T0" fmla="*/ 700 w 1166"/>
              <a:gd name="T1" fmla="*/ 175 h 936"/>
              <a:gd name="T2" fmla="*/ 0 w 1166"/>
              <a:gd name="T3" fmla="*/ 175 h 936"/>
              <a:gd name="T4" fmla="*/ 0 w 1166"/>
              <a:gd name="T5" fmla="*/ 60 h 936"/>
              <a:gd name="T6" fmla="*/ 175 w 1166"/>
              <a:gd name="T7" fmla="*/ 60 h 936"/>
              <a:gd name="T8" fmla="*/ 233 w 1166"/>
              <a:gd name="T9" fmla="*/ 0 h 936"/>
              <a:gd name="T10" fmla="*/ 465 w 1166"/>
              <a:gd name="T11" fmla="*/ 0 h 936"/>
              <a:gd name="T12" fmla="*/ 525 w 1166"/>
              <a:gd name="T13" fmla="*/ 60 h 936"/>
              <a:gd name="T14" fmla="*/ 700 w 1166"/>
              <a:gd name="T15" fmla="*/ 60 h 936"/>
              <a:gd name="T16" fmla="*/ 700 w 1166"/>
              <a:gd name="T17" fmla="*/ 175 h 936"/>
              <a:gd name="T18" fmla="*/ 58 w 1166"/>
              <a:gd name="T19" fmla="*/ 817 h 936"/>
              <a:gd name="T20" fmla="*/ 58 w 1166"/>
              <a:gd name="T21" fmla="*/ 235 h 936"/>
              <a:gd name="T22" fmla="*/ 640 w 1166"/>
              <a:gd name="T23" fmla="*/ 235 h 936"/>
              <a:gd name="T24" fmla="*/ 640 w 1166"/>
              <a:gd name="T25" fmla="*/ 817 h 936"/>
              <a:gd name="T26" fmla="*/ 525 w 1166"/>
              <a:gd name="T27" fmla="*/ 935 h 936"/>
              <a:gd name="T28" fmla="*/ 175 w 1166"/>
              <a:gd name="T29" fmla="*/ 935 h 936"/>
              <a:gd name="T30" fmla="*/ 58 w 1166"/>
              <a:gd name="T31" fmla="*/ 817 h 936"/>
              <a:gd name="T32" fmla="*/ 758 w 1166"/>
              <a:gd name="T33" fmla="*/ 467 h 936"/>
              <a:gd name="T34" fmla="*/ 1108 w 1166"/>
              <a:gd name="T35" fmla="*/ 467 h 936"/>
              <a:gd name="T36" fmla="*/ 1108 w 1166"/>
              <a:gd name="T37" fmla="*/ 585 h 936"/>
              <a:gd name="T38" fmla="*/ 758 w 1166"/>
              <a:gd name="T39" fmla="*/ 585 h 936"/>
              <a:gd name="T40" fmla="*/ 758 w 1166"/>
              <a:gd name="T41" fmla="*/ 467 h 936"/>
              <a:gd name="T42" fmla="*/ 758 w 1166"/>
              <a:gd name="T43" fmla="*/ 235 h 936"/>
              <a:gd name="T44" fmla="*/ 1165 w 1166"/>
              <a:gd name="T45" fmla="*/ 235 h 936"/>
              <a:gd name="T46" fmla="*/ 1165 w 1166"/>
              <a:gd name="T47" fmla="*/ 350 h 936"/>
              <a:gd name="T48" fmla="*/ 758 w 1166"/>
              <a:gd name="T49" fmla="*/ 350 h 936"/>
              <a:gd name="T50" fmla="*/ 758 w 1166"/>
              <a:gd name="T51" fmla="*/ 235 h 936"/>
              <a:gd name="T52" fmla="*/ 758 w 1166"/>
              <a:gd name="T53" fmla="*/ 700 h 936"/>
              <a:gd name="T54" fmla="*/ 990 w 1166"/>
              <a:gd name="T55" fmla="*/ 700 h 936"/>
              <a:gd name="T56" fmla="*/ 990 w 1166"/>
              <a:gd name="T57" fmla="*/ 817 h 936"/>
              <a:gd name="T58" fmla="*/ 758 w 1166"/>
              <a:gd name="T59" fmla="*/ 817 h 936"/>
              <a:gd name="T60" fmla="*/ 758 w 1166"/>
              <a:gd name="T61" fmla="*/ 70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66" h="936">
                <a:moveTo>
                  <a:pt x="700" y="175"/>
                </a:moveTo>
                <a:lnTo>
                  <a:pt x="0" y="175"/>
                </a:lnTo>
                <a:lnTo>
                  <a:pt x="0" y="60"/>
                </a:lnTo>
                <a:lnTo>
                  <a:pt x="175" y="60"/>
                </a:lnTo>
                <a:lnTo>
                  <a:pt x="233" y="0"/>
                </a:lnTo>
                <a:lnTo>
                  <a:pt x="465" y="0"/>
                </a:lnTo>
                <a:lnTo>
                  <a:pt x="525" y="60"/>
                </a:lnTo>
                <a:lnTo>
                  <a:pt x="700" y="60"/>
                </a:lnTo>
                <a:lnTo>
                  <a:pt x="700" y="175"/>
                </a:lnTo>
                <a:close/>
                <a:moveTo>
                  <a:pt x="58" y="817"/>
                </a:moveTo>
                <a:lnTo>
                  <a:pt x="58" y="235"/>
                </a:lnTo>
                <a:lnTo>
                  <a:pt x="640" y="235"/>
                </a:lnTo>
                <a:lnTo>
                  <a:pt x="640" y="817"/>
                </a:lnTo>
                <a:cubicBezTo>
                  <a:pt x="640" y="880"/>
                  <a:pt x="588" y="935"/>
                  <a:pt x="525" y="935"/>
                </a:cubicBezTo>
                <a:lnTo>
                  <a:pt x="175" y="935"/>
                </a:lnTo>
                <a:cubicBezTo>
                  <a:pt x="112" y="935"/>
                  <a:pt x="58" y="880"/>
                  <a:pt x="58" y="817"/>
                </a:cubicBezTo>
                <a:close/>
                <a:moveTo>
                  <a:pt x="758" y="467"/>
                </a:moveTo>
                <a:lnTo>
                  <a:pt x="1108" y="467"/>
                </a:lnTo>
                <a:lnTo>
                  <a:pt x="1108" y="585"/>
                </a:lnTo>
                <a:lnTo>
                  <a:pt x="758" y="585"/>
                </a:lnTo>
                <a:lnTo>
                  <a:pt x="758" y="467"/>
                </a:lnTo>
                <a:close/>
                <a:moveTo>
                  <a:pt x="758" y="235"/>
                </a:moveTo>
                <a:lnTo>
                  <a:pt x="1165" y="235"/>
                </a:lnTo>
                <a:lnTo>
                  <a:pt x="1165" y="350"/>
                </a:lnTo>
                <a:lnTo>
                  <a:pt x="758" y="350"/>
                </a:lnTo>
                <a:lnTo>
                  <a:pt x="758" y="235"/>
                </a:lnTo>
                <a:close/>
                <a:moveTo>
                  <a:pt x="758" y="700"/>
                </a:moveTo>
                <a:lnTo>
                  <a:pt x="990" y="700"/>
                </a:lnTo>
                <a:lnTo>
                  <a:pt x="990" y="817"/>
                </a:lnTo>
                <a:lnTo>
                  <a:pt x="758" y="817"/>
                </a:lnTo>
                <a:lnTo>
                  <a:pt x="758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702006" y="4103689"/>
            <a:ext cx="293688" cy="377825"/>
          </a:xfrm>
          <a:custGeom>
            <a:avLst/>
            <a:gdLst>
              <a:gd name="T0" fmla="*/ 613 w 816"/>
              <a:gd name="T1" fmla="*/ 57 h 1050"/>
              <a:gd name="T2" fmla="*/ 815 w 816"/>
              <a:gd name="T3" fmla="*/ 57 h 1050"/>
              <a:gd name="T4" fmla="*/ 815 w 816"/>
              <a:gd name="T5" fmla="*/ 175 h 1050"/>
              <a:gd name="T6" fmla="*/ 0 w 816"/>
              <a:gd name="T7" fmla="*/ 175 h 1050"/>
              <a:gd name="T8" fmla="*/ 0 w 816"/>
              <a:gd name="T9" fmla="*/ 57 h 1050"/>
              <a:gd name="T10" fmla="*/ 203 w 816"/>
              <a:gd name="T11" fmla="*/ 57 h 1050"/>
              <a:gd name="T12" fmla="*/ 263 w 816"/>
              <a:gd name="T13" fmla="*/ 0 h 1050"/>
              <a:gd name="T14" fmla="*/ 553 w 816"/>
              <a:gd name="T15" fmla="*/ 0 h 1050"/>
              <a:gd name="T16" fmla="*/ 613 w 816"/>
              <a:gd name="T17" fmla="*/ 57 h 1050"/>
              <a:gd name="T18" fmla="*/ 200 w 816"/>
              <a:gd name="T19" fmla="*/ 516 h 1050"/>
              <a:gd name="T20" fmla="*/ 326 w 816"/>
              <a:gd name="T21" fmla="*/ 642 h 1050"/>
              <a:gd name="T22" fmla="*/ 203 w 816"/>
              <a:gd name="T23" fmla="*/ 765 h 1050"/>
              <a:gd name="T24" fmla="*/ 285 w 816"/>
              <a:gd name="T25" fmla="*/ 847 h 1050"/>
              <a:gd name="T26" fmla="*/ 408 w 816"/>
              <a:gd name="T27" fmla="*/ 724 h 1050"/>
              <a:gd name="T28" fmla="*/ 531 w 816"/>
              <a:gd name="T29" fmla="*/ 847 h 1050"/>
              <a:gd name="T30" fmla="*/ 613 w 816"/>
              <a:gd name="T31" fmla="*/ 765 h 1050"/>
              <a:gd name="T32" fmla="*/ 490 w 816"/>
              <a:gd name="T33" fmla="*/ 642 h 1050"/>
              <a:gd name="T34" fmla="*/ 613 w 816"/>
              <a:gd name="T35" fmla="*/ 516 h 1050"/>
              <a:gd name="T36" fmla="*/ 531 w 816"/>
              <a:gd name="T37" fmla="*/ 434 h 1050"/>
              <a:gd name="T38" fmla="*/ 408 w 816"/>
              <a:gd name="T39" fmla="*/ 560 h 1050"/>
              <a:gd name="T40" fmla="*/ 285 w 816"/>
              <a:gd name="T41" fmla="*/ 434 h 1050"/>
              <a:gd name="T42" fmla="*/ 200 w 816"/>
              <a:gd name="T43" fmla="*/ 516 h 1050"/>
              <a:gd name="T44" fmla="*/ 58 w 816"/>
              <a:gd name="T45" fmla="*/ 932 h 1050"/>
              <a:gd name="T46" fmla="*/ 58 w 816"/>
              <a:gd name="T47" fmla="*/ 232 h 1050"/>
              <a:gd name="T48" fmla="*/ 758 w 816"/>
              <a:gd name="T49" fmla="*/ 232 h 1050"/>
              <a:gd name="T50" fmla="*/ 758 w 816"/>
              <a:gd name="T51" fmla="*/ 932 h 1050"/>
              <a:gd name="T52" fmla="*/ 640 w 816"/>
              <a:gd name="T53" fmla="*/ 1049 h 1050"/>
              <a:gd name="T54" fmla="*/ 175 w 816"/>
              <a:gd name="T55" fmla="*/ 1049 h 1050"/>
              <a:gd name="T56" fmla="*/ 58 w 816"/>
              <a:gd name="T57" fmla="*/ 9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16" h="1050">
                <a:moveTo>
                  <a:pt x="613" y="57"/>
                </a:moveTo>
                <a:lnTo>
                  <a:pt x="815" y="57"/>
                </a:lnTo>
                <a:lnTo>
                  <a:pt x="815" y="175"/>
                </a:lnTo>
                <a:lnTo>
                  <a:pt x="0" y="175"/>
                </a:lnTo>
                <a:lnTo>
                  <a:pt x="0" y="57"/>
                </a:lnTo>
                <a:lnTo>
                  <a:pt x="203" y="57"/>
                </a:lnTo>
                <a:lnTo>
                  <a:pt x="263" y="0"/>
                </a:lnTo>
                <a:lnTo>
                  <a:pt x="553" y="0"/>
                </a:lnTo>
                <a:lnTo>
                  <a:pt x="613" y="57"/>
                </a:lnTo>
                <a:close/>
                <a:moveTo>
                  <a:pt x="200" y="516"/>
                </a:moveTo>
                <a:lnTo>
                  <a:pt x="326" y="642"/>
                </a:lnTo>
                <a:lnTo>
                  <a:pt x="203" y="765"/>
                </a:lnTo>
                <a:lnTo>
                  <a:pt x="285" y="847"/>
                </a:lnTo>
                <a:lnTo>
                  <a:pt x="408" y="724"/>
                </a:lnTo>
                <a:lnTo>
                  <a:pt x="531" y="847"/>
                </a:lnTo>
                <a:lnTo>
                  <a:pt x="613" y="765"/>
                </a:lnTo>
                <a:lnTo>
                  <a:pt x="490" y="642"/>
                </a:lnTo>
                <a:lnTo>
                  <a:pt x="613" y="516"/>
                </a:lnTo>
                <a:lnTo>
                  <a:pt x="531" y="434"/>
                </a:lnTo>
                <a:lnTo>
                  <a:pt x="408" y="560"/>
                </a:lnTo>
                <a:lnTo>
                  <a:pt x="285" y="434"/>
                </a:lnTo>
                <a:lnTo>
                  <a:pt x="200" y="516"/>
                </a:lnTo>
                <a:close/>
                <a:moveTo>
                  <a:pt x="58" y="932"/>
                </a:moveTo>
                <a:lnTo>
                  <a:pt x="58" y="232"/>
                </a:lnTo>
                <a:lnTo>
                  <a:pt x="758" y="232"/>
                </a:lnTo>
                <a:lnTo>
                  <a:pt x="758" y="932"/>
                </a:lnTo>
                <a:cubicBezTo>
                  <a:pt x="758" y="995"/>
                  <a:pt x="703" y="1049"/>
                  <a:pt x="640" y="1049"/>
                </a:cubicBezTo>
                <a:lnTo>
                  <a:pt x="175" y="1049"/>
                </a:lnTo>
                <a:cubicBezTo>
                  <a:pt x="112" y="1049"/>
                  <a:pt x="58" y="995"/>
                  <a:pt x="58" y="9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14831" y="4167188"/>
            <a:ext cx="419100" cy="252412"/>
          </a:xfrm>
          <a:custGeom>
            <a:avLst/>
            <a:gdLst>
              <a:gd name="T0" fmla="*/ 0 w 1166"/>
              <a:gd name="T1" fmla="*/ 0 h 700"/>
              <a:gd name="T2" fmla="*/ 1165 w 1166"/>
              <a:gd name="T3" fmla="*/ 0 h 700"/>
              <a:gd name="T4" fmla="*/ 1165 w 1166"/>
              <a:gd name="T5" fmla="*/ 117 h 700"/>
              <a:gd name="T6" fmla="*/ 0 w 1166"/>
              <a:gd name="T7" fmla="*/ 117 h 700"/>
              <a:gd name="T8" fmla="*/ 0 w 1166"/>
              <a:gd name="T9" fmla="*/ 0 h 700"/>
              <a:gd name="T10" fmla="*/ 0 w 1166"/>
              <a:gd name="T11" fmla="*/ 292 h 700"/>
              <a:gd name="T12" fmla="*/ 1165 w 1166"/>
              <a:gd name="T13" fmla="*/ 292 h 700"/>
              <a:gd name="T14" fmla="*/ 1165 w 1166"/>
              <a:gd name="T15" fmla="*/ 410 h 700"/>
              <a:gd name="T16" fmla="*/ 0 w 1166"/>
              <a:gd name="T17" fmla="*/ 410 h 700"/>
              <a:gd name="T18" fmla="*/ 0 w 1166"/>
              <a:gd name="T19" fmla="*/ 292 h 700"/>
              <a:gd name="T20" fmla="*/ 0 w 1166"/>
              <a:gd name="T21" fmla="*/ 585 h 700"/>
              <a:gd name="T22" fmla="*/ 1165 w 1166"/>
              <a:gd name="T23" fmla="*/ 585 h 700"/>
              <a:gd name="T24" fmla="*/ 1165 w 1166"/>
              <a:gd name="T25" fmla="*/ 699 h 700"/>
              <a:gd name="T26" fmla="*/ 0 w 1166"/>
              <a:gd name="T27" fmla="*/ 699 h 700"/>
              <a:gd name="T28" fmla="*/ 0 w 1166"/>
              <a:gd name="T29" fmla="*/ 585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700">
                <a:moveTo>
                  <a:pt x="0" y="0"/>
                </a:moveTo>
                <a:lnTo>
                  <a:pt x="1165" y="0"/>
                </a:lnTo>
                <a:lnTo>
                  <a:pt x="1165" y="117"/>
                </a:lnTo>
                <a:lnTo>
                  <a:pt x="0" y="117"/>
                </a:lnTo>
                <a:lnTo>
                  <a:pt x="0" y="0"/>
                </a:lnTo>
                <a:close/>
                <a:moveTo>
                  <a:pt x="0" y="292"/>
                </a:moveTo>
                <a:lnTo>
                  <a:pt x="1165" y="292"/>
                </a:lnTo>
                <a:lnTo>
                  <a:pt x="1165" y="410"/>
                </a:lnTo>
                <a:lnTo>
                  <a:pt x="0" y="410"/>
                </a:lnTo>
                <a:lnTo>
                  <a:pt x="0" y="292"/>
                </a:lnTo>
                <a:close/>
                <a:moveTo>
                  <a:pt x="0" y="585"/>
                </a:moveTo>
                <a:lnTo>
                  <a:pt x="1165" y="585"/>
                </a:lnTo>
                <a:lnTo>
                  <a:pt x="1165" y="699"/>
                </a:lnTo>
                <a:lnTo>
                  <a:pt x="0" y="699"/>
                </a:lnTo>
                <a:lnTo>
                  <a:pt x="0" y="58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4894" y="4932363"/>
            <a:ext cx="336550" cy="463550"/>
          </a:xfrm>
          <a:custGeom>
            <a:avLst/>
            <a:gdLst>
              <a:gd name="T0" fmla="*/ 760 w 936"/>
              <a:gd name="T1" fmla="*/ 1050 h 1286"/>
              <a:gd name="T2" fmla="*/ 760 w 936"/>
              <a:gd name="T3" fmla="*/ 936 h 1286"/>
              <a:gd name="T4" fmla="*/ 875 w 936"/>
              <a:gd name="T5" fmla="*/ 936 h 1286"/>
              <a:gd name="T6" fmla="*/ 875 w 936"/>
              <a:gd name="T7" fmla="*/ 1168 h 1286"/>
              <a:gd name="T8" fmla="*/ 760 w 936"/>
              <a:gd name="T9" fmla="*/ 1285 h 1286"/>
              <a:gd name="T10" fmla="*/ 175 w 936"/>
              <a:gd name="T11" fmla="*/ 1285 h 1286"/>
              <a:gd name="T12" fmla="*/ 60 w 936"/>
              <a:gd name="T13" fmla="*/ 1168 h 1286"/>
              <a:gd name="T14" fmla="*/ 60 w 936"/>
              <a:gd name="T15" fmla="*/ 936 h 1286"/>
              <a:gd name="T16" fmla="*/ 175 w 936"/>
              <a:gd name="T17" fmla="*/ 936 h 1286"/>
              <a:gd name="T18" fmla="*/ 175 w 936"/>
              <a:gd name="T19" fmla="*/ 1050 h 1286"/>
              <a:gd name="T20" fmla="*/ 760 w 936"/>
              <a:gd name="T21" fmla="*/ 1050 h 1286"/>
              <a:gd name="T22" fmla="*/ 350 w 936"/>
              <a:gd name="T23" fmla="*/ 829 h 1286"/>
              <a:gd name="T24" fmla="*/ 268 w 936"/>
              <a:gd name="T25" fmla="*/ 911 h 1286"/>
              <a:gd name="T26" fmla="*/ 0 w 936"/>
              <a:gd name="T27" fmla="*/ 643 h 1286"/>
              <a:gd name="T28" fmla="*/ 268 w 936"/>
              <a:gd name="T29" fmla="*/ 375 h 1286"/>
              <a:gd name="T30" fmla="*/ 350 w 936"/>
              <a:gd name="T31" fmla="*/ 457 h 1286"/>
              <a:gd name="T32" fmla="*/ 167 w 936"/>
              <a:gd name="T33" fmla="*/ 643 h 1286"/>
              <a:gd name="T34" fmla="*/ 350 w 936"/>
              <a:gd name="T35" fmla="*/ 829 h 1286"/>
              <a:gd name="T36" fmla="*/ 667 w 936"/>
              <a:gd name="T37" fmla="*/ 911 h 1286"/>
              <a:gd name="T38" fmla="*/ 585 w 936"/>
              <a:gd name="T39" fmla="*/ 829 h 1286"/>
              <a:gd name="T40" fmla="*/ 768 w 936"/>
              <a:gd name="T41" fmla="*/ 643 h 1286"/>
              <a:gd name="T42" fmla="*/ 585 w 936"/>
              <a:gd name="T43" fmla="*/ 457 h 1286"/>
              <a:gd name="T44" fmla="*/ 667 w 936"/>
              <a:gd name="T45" fmla="*/ 375 h 1286"/>
              <a:gd name="T46" fmla="*/ 935 w 936"/>
              <a:gd name="T47" fmla="*/ 643 h 1286"/>
              <a:gd name="T48" fmla="*/ 667 w 936"/>
              <a:gd name="T49" fmla="*/ 911 h 1286"/>
              <a:gd name="T50" fmla="*/ 175 w 936"/>
              <a:gd name="T51" fmla="*/ 350 h 1286"/>
              <a:gd name="T52" fmla="*/ 60 w 936"/>
              <a:gd name="T53" fmla="*/ 350 h 1286"/>
              <a:gd name="T54" fmla="*/ 60 w 936"/>
              <a:gd name="T55" fmla="*/ 118 h 1286"/>
              <a:gd name="T56" fmla="*/ 175 w 936"/>
              <a:gd name="T57" fmla="*/ 0 h 1286"/>
              <a:gd name="T58" fmla="*/ 760 w 936"/>
              <a:gd name="T59" fmla="*/ 3 h 1286"/>
              <a:gd name="T60" fmla="*/ 875 w 936"/>
              <a:gd name="T61" fmla="*/ 118 h 1286"/>
              <a:gd name="T62" fmla="*/ 875 w 936"/>
              <a:gd name="T63" fmla="*/ 350 h 1286"/>
              <a:gd name="T64" fmla="*/ 760 w 936"/>
              <a:gd name="T65" fmla="*/ 350 h 1286"/>
              <a:gd name="T66" fmla="*/ 760 w 936"/>
              <a:gd name="T67" fmla="*/ 236 h 1286"/>
              <a:gd name="T68" fmla="*/ 175 w 936"/>
              <a:gd name="T69" fmla="*/ 236 h 1286"/>
              <a:gd name="T70" fmla="*/ 175 w 936"/>
              <a:gd name="T71" fmla="*/ 35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36" h="1286">
                <a:moveTo>
                  <a:pt x="760" y="1050"/>
                </a:moveTo>
                <a:lnTo>
                  <a:pt x="760" y="936"/>
                </a:lnTo>
                <a:lnTo>
                  <a:pt x="875" y="936"/>
                </a:lnTo>
                <a:lnTo>
                  <a:pt x="875" y="1168"/>
                </a:lnTo>
                <a:cubicBezTo>
                  <a:pt x="875" y="1231"/>
                  <a:pt x="823" y="1285"/>
                  <a:pt x="760" y="1285"/>
                </a:cubicBezTo>
                <a:lnTo>
                  <a:pt x="175" y="1285"/>
                </a:lnTo>
                <a:cubicBezTo>
                  <a:pt x="112" y="1285"/>
                  <a:pt x="60" y="1231"/>
                  <a:pt x="60" y="1168"/>
                </a:cubicBezTo>
                <a:lnTo>
                  <a:pt x="60" y="936"/>
                </a:lnTo>
                <a:lnTo>
                  <a:pt x="175" y="936"/>
                </a:lnTo>
                <a:lnTo>
                  <a:pt x="175" y="1050"/>
                </a:lnTo>
                <a:lnTo>
                  <a:pt x="760" y="1050"/>
                </a:lnTo>
                <a:close/>
                <a:moveTo>
                  <a:pt x="350" y="829"/>
                </a:moveTo>
                <a:lnTo>
                  <a:pt x="268" y="911"/>
                </a:lnTo>
                <a:lnTo>
                  <a:pt x="0" y="643"/>
                </a:lnTo>
                <a:lnTo>
                  <a:pt x="268" y="375"/>
                </a:lnTo>
                <a:lnTo>
                  <a:pt x="350" y="457"/>
                </a:lnTo>
                <a:lnTo>
                  <a:pt x="167" y="643"/>
                </a:lnTo>
                <a:lnTo>
                  <a:pt x="350" y="829"/>
                </a:lnTo>
                <a:close/>
                <a:moveTo>
                  <a:pt x="667" y="911"/>
                </a:moveTo>
                <a:lnTo>
                  <a:pt x="585" y="829"/>
                </a:lnTo>
                <a:lnTo>
                  <a:pt x="768" y="643"/>
                </a:lnTo>
                <a:lnTo>
                  <a:pt x="585" y="457"/>
                </a:lnTo>
                <a:lnTo>
                  <a:pt x="667" y="375"/>
                </a:lnTo>
                <a:lnTo>
                  <a:pt x="935" y="643"/>
                </a:lnTo>
                <a:lnTo>
                  <a:pt x="667" y="911"/>
                </a:lnTo>
                <a:close/>
                <a:moveTo>
                  <a:pt x="175" y="350"/>
                </a:moveTo>
                <a:lnTo>
                  <a:pt x="60" y="350"/>
                </a:lnTo>
                <a:lnTo>
                  <a:pt x="60" y="118"/>
                </a:lnTo>
                <a:cubicBezTo>
                  <a:pt x="60" y="55"/>
                  <a:pt x="112" y="0"/>
                  <a:pt x="175" y="0"/>
                </a:cubicBezTo>
                <a:lnTo>
                  <a:pt x="760" y="3"/>
                </a:lnTo>
                <a:cubicBezTo>
                  <a:pt x="823" y="3"/>
                  <a:pt x="875" y="55"/>
                  <a:pt x="875" y="118"/>
                </a:cubicBezTo>
                <a:lnTo>
                  <a:pt x="875" y="350"/>
                </a:lnTo>
                <a:lnTo>
                  <a:pt x="760" y="350"/>
                </a:lnTo>
                <a:lnTo>
                  <a:pt x="760" y="236"/>
                </a:lnTo>
                <a:lnTo>
                  <a:pt x="175" y="236"/>
                </a:lnTo>
                <a:lnTo>
                  <a:pt x="175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35981" y="4953001"/>
            <a:ext cx="336550" cy="420689"/>
          </a:xfrm>
          <a:custGeom>
            <a:avLst/>
            <a:gdLst>
              <a:gd name="T0" fmla="*/ 817 w 936"/>
              <a:gd name="T1" fmla="*/ 525 h 1169"/>
              <a:gd name="T2" fmla="*/ 817 w 936"/>
              <a:gd name="T3" fmla="*/ 235 h 1169"/>
              <a:gd name="T4" fmla="*/ 117 w 936"/>
              <a:gd name="T5" fmla="*/ 235 h 1169"/>
              <a:gd name="T6" fmla="*/ 117 w 936"/>
              <a:gd name="T7" fmla="*/ 525 h 1169"/>
              <a:gd name="T8" fmla="*/ 817 w 936"/>
              <a:gd name="T9" fmla="*/ 525 h 1169"/>
              <a:gd name="T10" fmla="*/ 467 w 936"/>
              <a:gd name="T11" fmla="*/ 935 h 1169"/>
              <a:gd name="T12" fmla="*/ 585 w 936"/>
              <a:gd name="T13" fmla="*/ 818 h 1169"/>
              <a:gd name="T14" fmla="*/ 467 w 936"/>
              <a:gd name="T15" fmla="*/ 700 h 1169"/>
              <a:gd name="T16" fmla="*/ 350 w 936"/>
              <a:gd name="T17" fmla="*/ 818 h 1169"/>
              <a:gd name="T18" fmla="*/ 467 w 936"/>
              <a:gd name="T19" fmla="*/ 935 h 1169"/>
              <a:gd name="T20" fmla="*/ 0 w 936"/>
              <a:gd name="T21" fmla="*/ 848 h 1169"/>
              <a:gd name="T22" fmla="*/ 0 w 936"/>
              <a:gd name="T23" fmla="*/ 235 h 1169"/>
              <a:gd name="T24" fmla="*/ 467 w 936"/>
              <a:gd name="T25" fmla="*/ 0 h 1169"/>
              <a:gd name="T26" fmla="*/ 935 w 936"/>
              <a:gd name="T27" fmla="*/ 235 h 1169"/>
              <a:gd name="T28" fmla="*/ 935 w 936"/>
              <a:gd name="T29" fmla="*/ 848 h 1169"/>
              <a:gd name="T30" fmla="*/ 730 w 936"/>
              <a:gd name="T31" fmla="*/ 1050 h 1169"/>
              <a:gd name="T32" fmla="*/ 817 w 936"/>
              <a:gd name="T33" fmla="*/ 1138 h 1169"/>
              <a:gd name="T34" fmla="*/ 817 w 936"/>
              <a:gd name="T35" fmla="*/ 1168 h 1169"/>
              <a:gd name="T36" fmla="*/ 117 w 936"/>
              <a:gd name="T37" fmla="*/ 1168 h 1169"/>
              <a:gd name="T38" fmla="*/ 117 w 936"/>
              <a:gd name="T39" fmla="*/ 1138 h 1169"/>
              <a:gd name="T40" fmla="*/ 205 w 936"/>
              <a:gd name="T41" fmla="*/ 1050 h 1169"/>
              <a:gd name="T42" fmla="*/ 0 w 936"/>
              <a:gd name="T43" fmla="*/ 84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36" h="1169">
                <a:moveTo>
                  <a:pt x="817" y="525"/>
                </a:moveTo>
                <a:lnTo>
                  <a:pt x="817" y="235"/>
                </a:lnTo>
                <a:lnTo>
                  <a:pt x="117" y="235"/>
                </a:lnTo>
                <a:lnTo>
                  <a:pt x="117" y="525"/>
                </a:lnTo>
                <a:lnTo>
                  <a:pt x="817" y="525"/>
                </a:lnTo>
                <a:close/>
                <a:moveTo>
                  <a:pt x="467" y="935"/>
                </a:moveTo>
                <a:cubicBezTo>
                  <a:pt x="530" y="935"/>
                  <a:pt x="585" y="881"/>
                  <a:pt x="585" y="818"/>
                </a:cubicBezTo>
                <a:cubicBezTo>
                  <a:pt x="585" y="755"/>
                  <a:pt x="530" y="700"/>
                  <a:pt x="467" y="700"/>
                </a:cubicBezTo>
                <a:cubicBezTo>
                  <a:pt x="404" y="700"/>
                  <a:pt x="350" y="755"/>
                  <a:pt x="350" y="818"/>
                </a:cubicBezTo>
                <a:cubicBezTo>
                  <a:pt x="350" y="881"/>
                  <a:pt x="404" y="935"/>
                  <a:pt x="467" y="935"/>
                </a:cubicBezTo>
                <a:close/>
                <a:moveTo>
                  <a:pt x="0" y="848"/>
                </a:moveTo>
                <a:lnTo>
                  <a:pt x="0" y="235"/>
                </a:lnTo>
                <a:cubicBezTo>
                  <a:pt x="0" y="30"/>
                  <a:pt x="210" y="0"/>
                  <a:pt x="467" y="0"/>
                </a:cubicBezTo>
                <a:cubicBezTo>
                  <a:pt x="724" y="0"/>
                  <a:pt x="935" y="30"/>
                  <a:pt x="935" y="235"/>
                </a:cubicBezTo>
                <a:lnTo>
                  <a:pt x="935" y="848"/>
                </a:lnTo>
                <a:cubicBezTo>
                  <a:pt x="935" y="960"/>
                  <a:pt x="842" y="1050"/>
                  <a:pt x="730" y="1050"/>
                </a:cubicBezTo>
                <a:lnTo>
                  <a:pt x="817" y="1138"/>
                </a:lnTo>
                <a:lnTo>
                  <a:pt x="817" y="1168"/>
                </a:lnTo>
                <a:lnTo>
                  <a:pt x="117" y="1168"/>
                </a:lnTo>
                <a:lnTo>
                  <a:pt x="117" y="1138"/>
                </a:lnTo>
                <a:lnTo>
                  <a:pt x="205" y="1050"/>
                </a:lnTo>
                <a:cubicBezTo>
                  <a:pt x="93" y="1050"/>
                  <a:pt x="0" y="960"/>
                  <a:pt x="0" y="84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94846" y="4995863"/>
            <a:ext cx="377825" cy="336550"/>
          </a:xfrm>
          <a:custGeom>
            <a:avLst/>
            <a:gdLst>
              <a:gd name="T0" fmla="*/ 118 w 1051"/>
              <a:gd name="T1" fmla="*/ 350 h 933"/>
              <a:gd name="T2" fmla="*/ 932 w 1051"/>
              <a:gd name="T3" fmla="*/ 350 h 933"/>
              <a:gd name="T4" fmla="*/ 845 w 1051"/>
              <a:gd name="T5" fmla="*/ 87 h 933"/>
              <a:gd name="T6" fmla="*/ 205 w 1051"/>
              <a:gd name="T7" fmla="*/ 87 h 933"/>
              <a:gd name="T8" fmla="*/ 118 w 1051"/>
              <a:gd name="T9" fmla="*/ 350 h 933"/>
              <a:gd name="T10" fmla="*/ 845 w 1051"/>
              <a:gd name="T11" fmla="*/ 640 h 933"/>
              <a:gd name="T12" fmla="*/ 932 w 1051"/>
              <a:gd name="T13" fmla="*/ 552 h 933"/>
              <a:gd name="T14" fmla="*/ 845 w 1051"/>
              <a:gd name="T15" fmla="*/ 465 h 933"/>
              <a:gd name="T16" fmla="*/ 757 w 1051"/>
              <a:gd name="T17" fmla="*/ 552 h 933"/>
              <a:gd name="T18" fmla="*/ 845 w 1051"/>
              <a:gd name="T19" fmla="*/ 640 h 933"/>
              <a:gd name="T20" fmla="*/ 205 w 1051"/>
              <a:gd name="T21" fmla="*/ 640 h 933"/>
              <a:gd name="T22" fmla="*/ 293 w 1051"/>
              <a:gd name="T23" fmla="*/ 552 h 933"/>
              <a:gd name="T24" fmla="*/ 205 w 1051"/>
              <a:gd name="T25" fmla="*/ 465 h 933"/>
              <a:gd name="T26" fmla="*/ 118 w 1051"/>
              <a:gd name="T27" fmla="*/ 552 h 933"/>
              <a:gd name="T28" fmla="*/ 205 w 1051"/>
              <a:gd name="T29" fmla="*/ 640 h 933"/>
              <a:gd name="T30" fmla="*/ 930 w 1051"/>
              <a:gd name="T31" fmla="*/ 57 h 933"/>
              <a:gd name="T32" fmla="*/ 1050 w 1051"/>
              <a:gd name="T33" fmla="*/ 407 h 933"/>
              <a:gd name="T34" fmla="*/ 1050 w 1051"/>
              <a:gd name="T35" fmla="*/ 875 h 933"/>
              <a:gd name="T36" fmla="*/ 993 w 1051"/>
              <a:gd name="T37" fmla="*/ 932 h 933"/>
              <a:gd name="T38" fmla="*/ 932 w 1051"/>
              <a:gd name="T39" fmla="*/ 932 h 933"/>
              <a:gd name="T40" fmla="*/ 875 w 1051"/>
              <a:gd name="T41" fmla="*/ 875 h 933"/>
              <a:gd name="T42" fmla="*/ 875 w 1051"/>
              <a:gd name="T43" fmla="*/ 815 h 933"/>
              <a:gd name="T44" fmla="*/ 175 w 1051"/>
              <a:gd name="T45" fmla="*/ 815 h 933"/>
              <a:gd name="T46" fmla="*/ 175 w 1051"/>
              <a:gd name="T47" fmla="*/ 875 h 933"/>
              <a:gd name="T48" fmla="*/ 118 w 1051"/>
              <a:gd name="T49" fmla="*/ 932 h 933"/>
              <a:gd name="T50" fmla="*/ 57 w 1051"/>
              <a:gd name="T51" fmla="*/ 932 h 933"/>
              <a:gd name="T52" fmla="*/ 0 w 1051"/>
              <a:gd name="T53" fmla="*/ 875 h 933"/>
              <a:gd name="T54" fmla="*/ 0 w 1051"/>
              <a:gd name="T55" fmla="*/ 407 h 933"/>
              <a:gd name="T56" fmla="*/ 120 w 1051"/>
              <a:gd name="T57" fmla="*/ 57 h 933"/>
              <a:gd name="T58" fmla="*/ 205 w 1051"/>
              <a:gd name="T59" fmla="*/ 0 h 933"/>
              <a:gd name="T60" fmla="*/ 845 w 1051"/>
              <a:gd name="T61" fmla="*/ 0 h 933"/>
              <a:gd name="T62" fmla="*/ 930 w 1051"/>
              <a:gd name="T63" fmla="*/ 57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933">
                <a:moveTo>
                  <a:pt x="118" y="350"/>
                </a:moveTo>
                <a:lnTo>
                  <a:pt x="932" y="350"/>
                </a:lnTo>
                <a:lnTo>
                  <a:pt x="845" y="87"/>
                </a:lnTo>
                <a:lnTo>
                  <a:pt x="205" y="87"/>
                </a:lnTo>
                <a:lnTo>
                  <a:pt x="118" y="350"/>
                </a:lnTo>
                <a:close/>
                <a:moveTo>
                  <a:pt x="845" y="640"/>
                </a:moveTo>
                <a:cubicBezTo>
                  <a:pt x="894" y="640"/>
                  <a:pt x="932" y="601"/>
                  <a:pt x="932" y="552"/>
                </a:cubicBezTo>
                <a:cubicBezTo>
                  <a:pt x="932" y="503"/>
                  <a:pt x="894" y="465"/>
                  <a:pt x="845" y="465"/>
                </a:cubicBezTo>
                <a:cubicBezTo>
                  <a:pt x="796" y="465"/>
                  <a:pt x="757" y="503"/>
                  <a:pt x="757" y="552"/>
                </a:cubicBezTo>
                <a:cubicBezTo>
                  <a:pt x="757" y="601"/>
                  <a:pt x="796" y="640"/>
                  <a:pt x="845" y="640"/>
                </a:cubicBezTo>
                <a:close/>
                <a:moveTo>
                  <a:pt x="205" y="640"/>
                </a:moveTo>
                <a:cubicBezTo>
                  <a:pt x="254" y="640"/>
                  <a:pt x="293" y="601"/>
                  <a:pt x="293" y="552"/>
                </a:cubicBezTo>
                <a:cubicBezTo>
                  <a:pt x="293" y="503"/>
                  <a:pt x="254" y="465"/>
                  <a:pt x="205" y="465"/>
                </a:cubicBezTo>
                <a:cubicBezTo>
                  <a:pt x="156" y="465"/>
                  <a:pt x="118" y="503"/>
                  <a:pt x="118" y="552"/>
                </a:cubicBezTo>
                <a:cubicBezTo>
                  <a:pt x="118" y="601"/>
                  <a:pt x="156" y="640"/>
                  <a:pt x="205" y="640"/>
                </a:cubicBezTo>
                <a:close/>
                <a:moveTo>
                  <a:pt x="930" y="57"/>
                </a:moveTo>
                <a:lnTo>
                  <a:pt x="1050" y="407"/>
                </a:lnTo>
                <a:lnTo>
                  <a:pt x="1050" y="875"/>
                </a:lnTo>
                <a:cubicBezTo>
                  <a:pt x="1050" y="908"/>
                  <a:pt x="1025" y="932"/>
                  <a:pt x="993" y="932"/>
                </a:cubicBezTo>
                <a:lnTo>
                  <a:pt x="932" y="932"/>
                </a:lnTo>
                <a:cubicBezTo>
                  <a:pt x="900" y="932"/>
                  <a:pt x="875" y="908"/>
                  <a:pt x="875" y="875"/>
                </a:cubicBezTo>
                <a:lnTo>
                  <a:pt x="875" y="815"/>
                </a:lnTo>
                <a:lnTo>
                  <a:pt x="175" y="815"/>
                </a:lnTo>
                <a:lnTo>
                  <a:pt x="175" y="875"/>
                </a:lnTo>
                <a:cubicBezTo>
                  <a:pt x="175" y="908"/>
                  <a:pt x="150" y="932"/>
                  <a:pt x="118" y="932"/>
                </a:cubicBezTo>
                <a:lnTo>
                  <a:pt x="57" y="932"/>
                </a:lnTo>
                <a:cubicBezTo>
                  <a:pt x="25" y="932"/>
                  <a:pt x="0" y="908"/>
                  <a:pt x="0" y="875"/>
                </a:cubicBezTo>
                <a:lnTo>
                  <a:pt x="0" y="407"/>
                </a:lnTo>
                <a:lnTo>
                  <a:pt x="120" y="57"/>
                </a:lnTo>
                <a:cubicBezTo>
                  <a:pt x="131" y="22"/>
                  <a:pt x="167" y="0"/>
                  <a:pt x="205" y="0"/>
                </a:cubicBezTo>
                <a:lnTo>
                  <a:pt x="845" y="0"/>
                </a:lnTo>
                <a:cubicBezTo>
                  <a:pt x="883" y="0"/>
                  <a:pt x="919" y="22"/>
                  <a:pt x="930" y="5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96569" y="4964115"/>
            <a:ext cx="336550" cy="398461"/>
          </a:xfrm>
          <a:custGeom>
            <a:avLst/>
            <a:gdLst>
              <a:gd name="T0" fmla="*/ 818 w 936"/>
              <a:gd name="T1" fmla="*/ 525 h 1109"/>
              <a:gd name="T2" fmla="*/ 818 w 936"/>
              <a:gd name="T3" fmla="*/ 233 h 1109"/>
              <a:gd name="T4" fmla="*/ 118 w 936"/>
              <a:gd name="T5" fmla="*/ 233 h 1109"/>
              <a:gd name="T6" fmla="*/ 118 w 936"/>
              <a:gd name="T7" fmla="*/ 525 h 1109"/>
              <a:gd name="T8" fmla="*/ 818 w 936"/>
              <a:gd name="T9" fmla="*/ 525 h 1109"/>
              <a:gd name="T10" fmla="*/ 730 w 936"/>
              <a:gd name="T11" fmla="*/ 875 h 1109"/>
              <a:gd name="T12" fmla="*/ 818 w 936"/>
              <a:gd name="T13" fmla="*/ 788 h 1109"/>
              <a:gd name="T14" fmla="*/ 730 w 936"/>
              <a:gd name="T15" fmla="*/ 700 h 1109"/>
              <a:gd name="T16" fmla="*/ 643 w 936"/>
              <a:gd name="T17" fmla="*/ 788 h 1109"/>
              <a:gd name="T18" fmla="*/ 730 w 936"/>
              <a:gd name="T19" fmla="*/ 875 h 1109"/>
              <a:gd name="T20" fmla="*/ 205 w 936"/>
              <a:gd name="T21" fmla="*/ 875 h 1109"/>
              <a:gd name="T22" fmla="*/ 293 w 936"/>
              <a:gd name="T23" fmla="*/ 788 h 1109"/>
              <a:gd name="T24" fmla="*/ 205 w 936"/>
              <a:gd name="T25" fmla="*/ 700 h 1109"/>
              <a:gd name="T26" fmla="*/ 118 w 936"/>
              <a:gd name="T27" fmla="*/ 788 h 1109"/>
              <a:gd name="T28" fmla="*/ 205 w 936"/>
              <a:gd name="T29" fmla="*/ 875 h 1109"/>
              <a:gd name="T30" fmla="*/ 0 w 936"/>
              <a:gd name="T31" fmla="*/ 815 h 1109"/>
              <a:gd name="T32" fmla="*/ 0 w 936"/>
              <a:gd name="T33" fmla="*/ 233 h 1109"/>
              <a:gd name="T34" fmla="*/ 468 w 936"/>
              <a:gd name="T35" fmla="*/ 0 h 1109"/>
              <a:gd name="T36" fmla="*/ 935 w 936"/>
              <a:gd name="T37" fmla="*/ 233 h 1109"/>
              <a:gd name="T38" fmla="*/ 935 w 936"/>
              <a:gd name="T39" fmla="*/ 815 h 1109"/>
              <a:gd name="T40" fmla="*/ 875 w 936"/>
              <a:gd name="T41" fmla="*/ 946 h 1109"/>
              <a:gd name="T42" fmla="*/ 875 w 936"/>
              <a:gd name="T43" fmla="*/ 1050 h 1109"/>
              <a:gd name="T44" fmla="*/ 818 w 936"/>
              <a:gd name="T45" fmla="*/ 1108 h 1109"/>
              <a:gd name="T46" fmla="*/ 760 w 936"/>
              <a:gd name="T47" fmla="*/ 1108 h 1109"/>
              <a:gd name="T48" fmla="*/ 700 w 936"/>
              <a:gd name="T49" fmla="*/ 1050 h 1109"/>
              <a:gd name="T50" fmla="*/ 700 w 936"/>
              <a:gd name="T51" fmla="*/ 990 h 1109"/>
              <a:gd name="T52" fmla="*/ 235 w 936"/>
              <a:gd name="T53" fmla="*/ 990 h 1109"/>
              <a:gd name="T54" fmla="*/ 235 w 936"/>
              <a:gd name="T55" fmla="*/ 1050 h 1109"/>
              <a:gd name="T56" fmla="*/ 175 w 936"/>
              <a:gd name="T57" fmla="*/ 1108 h 1109"/>
              <a:gd name="T58" fmla="*/ 118 w 936"/>
              <a:gd name="T59" fmla="*/ 1108 h 1109"/>
              <a:gd name="T60" fmla="*/ 60 w 936"/>
              <a:gd name="T61" fmla="*/ 1050 h 1109"/>
              <a:gd name="T62" fmla="*/ 60 w 936"/>
              <a:gd name="T63" fmla="*/ 946 h 1109"/>
              <a:gd name="T64" fmla="*/ 0 w 936"/>
              <a:gd name="T65" fmla="*/ 815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36" h="1109">
                <a:moveTo>
                  <a:pt x="818" y="525"/>
                </a:moveTo>
                <a:lnTo>
                  <a:pt x="818" y="233"/>
                </a:lnTo>
                <a:lnTo>
                  <a:pt x="118" y="233"/>
                </a:lnTo>
                <a:lnTo>
                  <a:pt x="118" y="525"/>
                </a:lnTo>
                <a:lnTo>
                  <a:pt x="818" y="525"/>
                </a:lnTo>
                <a:close/>
                <a:moveTo>
                  <a:pt x="730" y="875"/>
                </a:moveTo>
                <a:cubicBezTo>
                  <a:pt x="779" y="875"/>
                  <a:pt x="818" y="837"/>
                  <a:pt x="818" y="788"/>
                </a:cubicBezTo>
                <a:cubicBezTo>
                  <a:pt x="818" y="739"/>
                  <a:pt x="779" y="700"/>
                  <a:pt x="730" y="700"/>
                </a:cubicBezTo>
                <a:cubicBezTo>
                  <a:pt x="681" y="700"/>
                  <a:pt x="643" y="739"/>
                  <a:pt x="643" y="788"/>
                </a:cubicBezTo>
                <a:cubicBezTo>
                  <a:pt x="643" y="837"/>
                  <a:pt x="681" y="875"/>
                  <a:pt x="730" y="875"/>
                </a:cubicBezTo>
                <a:close/>
                <a:moveTo>
                  <a:pt x="205" y="875"/>
                </a:moveTo>
                <a:cubicBezTo>
                  <a:pt x="254" y="875"/>
                  <a:pt x="293" y="837"/>
                  <a:pt x="293" y="788"/>
                </a:cubicBezTo>
                <a:cubicBezTo>
                  <a:pt x="293" y="739"/>
                  <a:pt x="254" y="700"/>
                  <a:pt x="205" y="700"/>
                </a:cubicBezTo>
                <a:cubicBezTo>
                  <a:pt x="156" y="700"/>
                  <a:pt x="118" y="739"/>
                  <a:pt x="118" y="788"/>
                </a:cubicBezTo>
                <a:cubicBezTo>
                  <a:pt x="118" y="837"/>
                  <a:pt x="156" y="875"/>
                  <a:pt x="205" y="875"/>
                </a:cubicBezTo>
                <a:close/>
                <a:moveTo>
                  <a:pt x="0" y="815"/>
                </a:moveTo>
                <a:lnTo>
                  <a:pt x="0" y="233"/>
                </a:lnTo>
                <a:cubicBezTo>
                  <a:pt x="0" y="28"/>
                  <a:pt x="211" y="0"/>
                  <a:pt x="468" y="0"/>
                </a:cubicBezTo>
                <a:cubicBezTo>
                  <a:pt x="725" y="0"/>
                  <a:pt x="935" y="28"/>
                  <a:pt x="935" y="233"/>
                </a:cubicBezTo>
                <a:lnTo>
                  <a:pt x="935" y="815"/>
                </a:lnTo>
                <a:cubicBezTo>
                  <a:pt x="935" y="867"/>
                  <a:pt x="911" y="914"/>
                  <a:pt x="875" y="946"/>
                </a:cubicBezTo>
                <a:lnTo>
                  <a:pt x="875" y="1050"/>
                </a:lnTo>
                <a:cubicBezTo>
                  <a:pt x="875" y="1083"/>
                  <a:pt x="851" y="1108"/>
                  <a:pt x="818" y="1108"/>
                </a:cubicBezTo>
                <a:lnTo>
                  <a:pt x="760" y="1108"/>
                </a:lnTo>
                <a:cubicBezTo>
                  <a:pt x="727" y="1108"/>
                  <a:pt x="700" y="1083"/>
                  <a:pt x="700" y="1050"/>
                </a:cubicBezTo>
                <a:lnTo>
                  <a:pt x="700" y="990"/>
                </a:lnTo>
                <a:lnTo>
                  <a:pt x="235" y="990"/>
                </a:lnTo>
                <a:lnTo>
                  <a:pt x="235" y="1050"/>
                </a:lnTo>
                <a:cubicBezTo>
                  <a:pt x="235" y="1083"/>
                  <a:pt x="208" y="1108"/>
                  <a:pt x="175" y="1108"/>
                </a:cubicBezTo>
                <a:lnTo>
                  <a:pt x="118" y="1108"/>
                </a:lnTo>
                <a:cubicBezTo>
                  <a:pt x="85" y="1108"/>
                  <a:pt x="60" y="1083"/>
                  <a:pt x="60" y="1050"/>
                </a:cubicBezTo>
                <a:lnTo>
                  <a:pt x="60" y="946"/>
                </a:lnTo>
                <a:cubicBezTo>
                  <a:pt x="25" y="914"/>
                  <a:pt x="0" y="867"/>
                  <a:pt x="0" y="8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31621" y="4932363"/>
            <a:ext cx="427037" cy="469900"/>
          </a:xfrm>
          <a:custGeom>
            <a:avLst/>
            <a:gdLst>
              <a:gd name="T0" fmla="*/ 242 w 1186"/>
              <a:gd name="T1" fmla="*/ 293 h 1306"/>
              <a:gd name="T2" fmla="*/ 242 w 1186"/>
              <a:gd name="T3" fmla="*/ 525 h 1306"/>
              <a:gd name="T4" fmla="*/ 592 w 1186"/>
              <a:gd name="T5" fmla="*/ 411 h 1306"/>
              <a:gd name="T6" fmla="*/ 942 w 1186"/>
              <a:gd name="T7" fmla="*/ 525 h 1306"/>
              <a:gd name="T8" fmla="*/ 942 w 1186"/>
              <a:gd name="T9" fmla="*/ 293 h 1306"/>
              <a:gd name="T10" fmla="*/ 242 w 1186"/>
              <a:gd name="T11" fmla="*/ 293 h 1306"/>
              <a:gd name="T12" fmla="*/ 122 w 1186"/>
              <a:gd name="T13" fmla="*/ 1050 h 1306"/>
              <a:gd name="T14" fmla="*/ 13 w 1186"/>
              <a:gd name="T15" fmla="*/ 662 h 1306"/>
              <a:gd name="T16" fmla="*/ 51 w 1186"/>
              <a:gd name="T17" fmla="*/ 588 h 1306"/>
              <a:gd name="T18" fmla="*/ 125 w 1186"/>
              <a:gd name="T19" fmla="*/ 564 h 1306"/>
              <a:gd name="T20" fmla="*/ 125 w 1186"/>
              <a:gd name="T21" fmla="*/ 293 h 1306"/>
              <a:gd name="T22" fmla="*/ 242 w 1186"/>
              <a:gd name="T23" fmla="*/ 175 h 1306"/>
              <a:gd name="T24" fmla="*/ 417 w 1186"/>
              <a:gd name="T25" fmla="*/ 175 h 1306"/>
              <a:gd name="T26" fmla="*/ 417 w 1186"/>
              <a:gd name="T27" fmla="*/ 0 h 1306"/>
              <a:gd name="T28" fmla="*/ 767 w 1186"/>
              <a:gd name="T29" fmla="*/ 0 h 1306"/>
              <a:gd name="T30" fmla="*/ 767 w 1186"/>
              <a:gd name="T31" fmla="*/ 175 h 1306"/>
              <a:gd name="T32" fmla="*/ 942 w 1186"/>
              <a:gd name="T33" fmla="*/ 175 h 1306"/>
              <a:gd name="T34" fmla="*/ 1060 w 1186"/>
              <a:gd name="T35" fmla="*/ 293 h 1306"/>
              <a:gd name="T36" fmla="*/ 1060 w 1186"/>
              <a:gd name="T37" fmla="*/ 564 h 1306"/>
              <a:gd name="T38" fmla="*/ 1134 w 1186"/>
              <a:gd name="T39" fmla="*/ 588 h 1306"/>
              <a:gd name="T40" fmla="*/ 1172 w 1186"/>
              <a:gd name="T41" fmla="*/ 662 h 1306"/>
              <a:gd name="T42" fmla="*/ 1063 w 1186"/>
              <a:gd name="T43" fmla="*/ 1050 h 1306"/>
              <a:gd name="T44" fmla="*/ 1060 w 1186"/>
              <a:gd name="T45" fmla="*/ 1050 h 1306"/>
              <a:gd name="T46" fmla="*/ 825 w 1186"/>
              <a:gd name="T47" fmla="*/ 936 h 1306"/>
              <a:gd name="T48" fmla="*/ 592 w 1186"/>
              <a:gd name="T49" fmla="*/ 1050 h 1306"/>
              <a:gd name="T50" fmla="*/ 360 w 1186"/>
              <a:gd name="T51" fmla="*/ 936 h 1306"/>
              <a:gd name="T52" fmla="*/ 125 w 1186"/>
              <a:gd name="T53" fmla="*/ 1050 h 1306"/>
              <a:gd name="T54" fmla="*/ 122 w 1186"/>
              <a:gd name="T55" fmla="*/ 1050 h 1306"/>
              <a:gd name="T56" fmla="*/ 1060 w 1186"/>
              <a:gd name="T57" fmla="*/ 1168 h 1306"/>
              <a:gd name="T58" fmla="*/ 1175 w 1186"/>
              <a:gd name="T59" fmla="*/ 1168 h 1306"/>
              <a:gd name="T60" fmla="*/ 1175 w 1186"/>
              <a:gd name="T61" fmla="*/ 1285 h 1306"/>
              <a:gd name="T62" fmla="*/ 1060 w 1186"/>
              <a:gd name="T63" fmla="*/ 1285 h 1306"/>
              <a:gd name="T64" fmla="*/ 825 w 1186"/>
              <a:gd name="T65" fmla="*/ 1228 h 1306"/>
              <a:gd name="T66" fmla="*/ 360 w 1186"/>
              <a:gd name="T67" fmla="*/ 1228 h 1306"/>
              <a:gd name="T68" fmla="*/ 125 w 1186"/>
              <a:gd name="T69" fmla="*/ 1285 h 1306"/>
              <a:gd name="T70" fmla="*/ 10 w 1186"/>
              <a:gd name="T71" fmla="*/ 1285 h 1306"/>
              <a:gd name="T72" fmla="*/ 10 w 1186"/>
              <a:gd name="T73" fmla="*/ 1168 h 1306"/>
              <a:gd name="T74" fmla="*/ 125 w 1186"/>
              <a:gd name="T75" fmla="*/ 1168 h 1306"/>
              <a:gd name="T76" fmla="*/ 360 w 1186"/>
              <a:gd name="T77" fmla="*/ 1091 h 1306"/>
              <a:gd name="T78" fmla="*/ 825 w 1186"/>
              <a:gd name="T79" fmla="*/ 1091 h 1306"/>
              <a:gd name="T80" fmla="*/ 1060 w 1186"/>
              <a:gd name="T81" fmla="*/ 1168 h 1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186" h="1306">
                <a:moveTo>
                  <a:pt x="242" y="293"/>
                </a:moveTo>
                <a:lnTo>
                  <a:pt x="242" y="525"/>
                </a:lnTo>
                <a:lnTo>
                  <a:pt x="592" y="411"/>
                </a:lnTo>
                <a:lnTo>
                  <a:pt x="942" y="525"/>
                </a:lnTo>
                <a:lnTo>
                  <a:pt x="942" y="293"/>
                </a:lnTo>
                <a:lnTo>
                  <a:pt x="242" y="293"/>
                </a:lnTo>
                <a:close/>
                <a:moveTo>
                  <a:pt x="122" y="1050"/>
                </a:moveTo>
                <a:lnTo>
                  <a:pt x="13" y="662"/>
                </a:lnTo>
                <a:cubicBezTo>
                  <a:pt x="0" y="623"/>
                  <a:pt x="24" y="597"/>
                  <a:pt x="51" y="588"/>
                </a:cubicBezTo>
                <a:lnTo>
                  <a:pt x="125" y="564"/>
                </a:lnTo>
                <a:lnTo>
                  <a:pt x="125" y="293"/>
                </a:lnTo>
                <a:cubicBezTo>
                  <a:pt x="125" y="230"/>
                  <a:pt x="180" y="175"/>
                  <a:pt x="242" y="175"/>
                </a:cubicBezTo>
                <a:lnTo>
                  <a:pt x="417" y="175"/>
                </a:lnTo>
                <a:lnTo>
                  <a:pt x="417" y="0"/>
                </a:lnTo>
                <a:lnTo>
                  <a:pt x="767" y="0"/>
                </a:lnTo>
                <a:lnTo>
                  <a:pt x="767" y="175"/>
                </a:lnTo>
                <a:lnTo>
                  <a:pt x="942" y="175"/>
                </a:lnTo>
                <a:cubicBezTo>
                  <a:pt x="1005" y="175"/>
                  <a:pt x="1060" y="230"/>
                  <a:pt x="1060" y="293"/>
                </a:cubicBezTo>
                <a:lnTo>
                  <a:pt x="1060" y="564"/>
                </a:lnTo>
                <a:lnTo>
                  <a:pt x="1134" y="588"/>
                </a:lnTo>
                <a:cubicBezTo>
                  <a:pt x="1161" y="597"/>
                  <a:pt x="1185" y="623"/>
                  <a:pt x="1172" y="662"/>
                </a:cubicBezTo>
                <a:lnTo>
                  <a:pt x="1063" y="1050"/>
                </a:lnTo>
                <a:lnTo>
                  <a:pt x="1060" y="1050"/>
                </a:lnTo>
                <a:cubicBezTo>
                  <a:pt x="967" y="1050"/>
                  <a:pt x="882" y="1001"/>
                  <a:pt x="825" y="936"/>
                </a:cubicBezTo>
                <a:cubicBezTo>
                  <a:pt x="767" y="1001"/>
                  <a:pt x="685" y="1050"/>
                  <a:pt x="592" y="1050"/>
                </a:cubicBezTo>
                <a:cubicBezTo>
                  <a:pt x="499" y="1050"/>
                  <a:pt x="417" y="1001"/>
                  <a:pt x="360" y="936"/>
                </a:cubicBezTo>
                <a:cubicBezTo>
                  <a:pt x="303" y="1001"/>
                  <a:pt x="218" y="1050"/>
                  <a:pt x="125" y="1050"/>
                </a:cubicBezTo>
                <a:lnTo>
                  <a:pt x="122" y="1050"/>
                </a:lnTo>
                <a:close/>
                <a:moveTo>
                  <a:pt x="1060" y="1168"/>
                </a:moveTo>
                <a:lnTo>
                  <a:pt x="1175" y="1168"/>
                </a:lnTo>
                <a:lnTo>
                  <a:pt x="1175" y="1285"/>
                </a:lnTo>
                <a:lnTo>
                  <a:pt x="1060" y="1285"/>
                </a:lnTo>
                <a:cubicBezTo>
                  <a:pt x="981" y="1285"/>
                  <a:pt x="899" y="1266"/>
                  <a:pt x="825" y="1228"/>
                </a:cubicBezTo>
                <a:cubicBezTo>
                  <a:pt x="677" y="1305"/>
                  <a:pt x="508" y="1305"/>
                  <a:pt x="360" y="1228"/>
                </a:cubicBezTo>
                <a:cubicBezTo>
                  <a:pt x="286" y="1266"/>
                  <a:pt x="204" y="1285"/>
                  <a:pt x="125" y="1285"/>
                </a:cubicBezTo>
                <a:lnTo>
                  <a:pt x="10" y="1285"/>
                </a:lnTo>
                <a:lnTo>
                  <a:pt x="10" y="1168"/>
                </a:lnTo>
                <a:lnTo>
                  <a:pt x="125" y="1168"/>
                </a:lnTo>
                <a:cubicBezTo>
                  <a:pt x="207" y="1168"/>
                  <a:pt x="289" y="1141"/>
                  <a:pt x="360" y="1091"/>
                </a:cubicBezTo>
                <a:cubicBezTo>
                  <a:pt x="502" y="1190"/>
                  <a:pt x="683" y="1190"/>
                  <a:pt x="825" y="1091"/>
                </a:cubicBezTo>
                <a:cubicBezTo>
                  <a:pt x="896" y="1141"/>
                  <a:pt x="978" y="1168"/>
                  <a:pt x="1060" y="116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373021" y="4948239"/>
            <a:ext cx="504825" cy="430213"/>
          </a:xfrm>
          <a:custGeom>
            <a:avLst/>
            <a:gdLst>
              <a:gd name="T0" fmla="*/ 1108 w 1401"/>
              <a:gd name="T1" fmla="*/ 1107 h 1195"/>
              <a:gd name="T2" fmla="*/ 1313 w 1401"/>
              <a:gd name="T3" fmla="*/ 905 h 1195"/>
              <a:gd name="T4" fmla="*/ 1108 w 1401"/>
              <a:gd name="T5" fmla="*/ 700 h 1195"/>
              <a:gd name="T6" fmla="*/ 905 w 1401"/>
              <a:gd name="T7" fmla="*/ 905 h 1195"/>
              <a:gd name="T8" fmla="*/ 1108 w 1401"/>
              <a:gd name="T9" fmla="*/ 1107 h 1195"/>
              <a:gd name="T10" fmla="*/ 1108 w 1401"/>
              <a:gd name="T11" fmla="*/ 612 h 1195"/>
              <a:gd name="T12" fmla="*/ 1400 w 1401"/>
              <a:gd name="T13" fmla="*/ 905 h 1195"/>
              <a:gd name="T14" fmla="*/ 1108 w 1401"/>
              <a:gd name="T15" fmla="*/ 1194 h 1195"/>
              <a:gd name="T16" fmla="*/ 818 w 1401"/>
              <a:gd name="T17" fmla="*/ 905 h 1195"/>
              <a:gd name="T18" fmla="*/ 1108 w 1401"/>
              <a:gd name="T19" fmla="*/ 612 h 1195"/>
              <a:gd name="T20" fmla="*/ 629 w 1401"/>
              <a:gd name="T21" fmla="*/ 525 h 1195"/>
              <a:gd name="T22" fmla="*/ 758 w 1401"/>
              <a:gd name="T23" fmla="*/ 659 h 1195"/>
              <a:gd name="T24" fmla="*/ 758 w 1401"/>
              <a:gd name="T25" fmla="*/ 1019 h 1195"/>
              <a:gd name="T26" fmla="*/ 643 w 1401"/>
              <a:gd name="T27" fmla="*/ 1019 h 1195"/>
              <a:gd name="T28" fmla="*/ 643 w 1401"/>
              <a:gd name="T29" fmla="*/ 730 h 1195"/>
              <a:gd name="T30" fmla="*/ 454 w 1401"/>
              <a:gd name="T31" fmla="*/ 566 h 1195"/>
              <a:gd name="T32" fmla="*/ 421 w 1401"/>
              <a:gd name="T33" fmla="*/ 484 h 1195"/>
              <a:gd name="T34" fmla="*/ 454 w 1401"/>
              <a:gd name="T35" fmla="*/ 402 h 1195"/>
              <a:gd name="T36" fmla="*/ 618 w 1401"/>
              <a:gd name="T37" fmla="*/ 237 h 1195"/>
              <a:gd name="T38" fmla="*/ 700 w 1401"/>
              <a:gd name="T39" fmla="*/ 205 h 1195"/>
              <a:gd name="T40" fmla="*/ 793 w 1401"/>
              <a:gd name="T41" fmla="*/ 237 h 1195"/>
              <a:gd name="T42" fmla="*/ 905 w 1401"/>
              <a:gd name="T43" fmla="*/ 350 h 1195"/>
              <a:gd name="T44" fmla="*/ 1113 w 1401"/>
              <a:gd name="T45" fmla="*/ 437 h 1195"/>
              <a:gd name="T46" fmla="*/ 1113 w 1401"/>
              <a:gd name="T47" fmla="*/ 555 h 1195"/>
              <a:gd name="T48" fmla="*/ 818 w 1401"/>
              <a:gd name="T49" fmla="*/ 432 h 1195"/>
              <a:gd name="T50" fmla="*/ 771 w 1401"/>
              <a:gd name="T51" fmla="*/ 385 h 1195"/>
              <a:gd name="T52" fmla="*/ 629 w 1401"/>
              <a:gd name="T53" fmla="*/ 525 h 1195"/>
              <a:gd name="T54" fmla="*/ 293 w 1401"/>
              <a:gd name="T55" fmla="*/ 1107 h 1195"/>
              <a:gd name="T56" fmla="*/ 495 w 1401"/>
              <a:gd name="T57" fmla="*/ 905 h 1195"/>
              <a:gd name="T58" fmla="*/ 293 w 1401"/>
              <a:gd name="T59" fmla="*/ 700 h 1195"/>
              <a:gd name="T60" fmla="*/ 88 w 1401"/>
              <a:gd name="T61" fmla="*/ 905 h 1195"/>
              <a:gd name="T62" fmla="*/ 293 w 1401"/>
              <a:gd name="T63" fmla="*/ 1107 h 1195"/>
              <a:gd name="T64" fmla="*/ 293 w 1401"/>
              <a:gd name="T65" fmla="*/ 612 h 1195"/>
              <a:gd name="T66" fmla="*/ 583 w 1401"/>
              <a:gd name="T67" fmla="*/ 905 h 1195"/>
              <a:gd name="T68" fmla="*/ 293 w 1401"/>
              <a:gd name="T69" fmla="*/ 1194 h 1195"/>
              <a:gd name="T70" fmla="*/ 0 w 1401"/>
              <a:gd name="T71" fmla="*/ 905 h 1195"/>
              <a:gd name="T72" fmla="*/ 293 w 1401"/>
              <a:gd name="T73" fmla="*/ 612 h 1195"/>
              <a:gd name="T74" fmla="*/ 905 w 1401"/>
              <a:gd name="T75" fmla="*/ 232 h 1195"/>
              <a:gd name="T76" fmla="*/ 788 w 1401"/>
              <a:gd name="T77" fmla="*/ 117 h 1195"/>
              <a:gd name="T78" fmla="*/ 905 w 1401"/>
              <a:gd name="T79" fmla="*/ 0 h 1195"/>
              <a:gd name="T80" fmla="*/ 1020 w 1401"/>
              <a:gd name="T81" fmla="*/ 117 h 1195"/>
              <a:gd name="T82" fmla="*/ 905 w 1401"/>
              <a:gd name="T83" fmla="*/ 232 h 1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01" h="1195">
                <a:moveTo>
                  <a:pt x="1108" y="1107"/>
                </a:moveTo>
                <a:cubicBezTo>
                  <a:pt x="1220" y="1107"/>
                  <a:pt x="1313" y="1018"/>
                  <a:pt x="1313" y="905"/>
                </a:cubicBezTo>
                <a:cubicBezTo>
                  <a:pt x="1313" y="793"/>
                  <a:pt x="1221" y="700"/>
                  <a:pt x="1108" y="700"/>
                </a:cubicBezTo>
                <a:cubicBezTo>
                  <a:pt x="996" y="700"/>
                  <a:pt x="905" y="792"/>
                  <a:pt x="905" y="905"/>
                </a:cubicBezTo>
                <a:cubicBezTo>
                  <a:pt x="905" y="1017"/>
                  <a:pt x="995" y="1107"/>
                  <a:pt x="1108" y="1107"/>
                </a:cubicBezTo>
                <a:close/>
                <a:moveTo>
                  <a:pt x="1108" y="612"/>
                </a:moveTo>
                <a:cubicBezTo>
                  <a:pt x="1272" y="612"/>
                  <a:pt x="1400" y="741"/>
                  <a:pt x="1400" y="905"/>
                </a:cubicBezTo>
                <a:cubicBezTo>
                  <a:pt x="1400" y="1069"/>
                  <a:pt x="1273" y="1194"/>
                  <a:pt x="1108" y="1194"/>
                </a:cubicBezTo>
                <a:cubicBezTo>
                  <a:pt x="944" y="1194"/>
                  <a:pt x="818" y="1069"/>
                  <a:pt x="818" y="905"/>
                </a:cubicBezTo>
                <a:cubicBezTo>
                  <a:pt x="818" y="741"/>
                  <a:pt x="943" y="612"/>
                  <a:pt x="1108" y="612"/>
                </a:cubicBezTo>
                <a:close/>
                <a:moveTo>
                  <a:pt x="629" y="525"/>
                </a:moveTo>
                <a:lnTo>
                  <a:pt x="758" y="659"/>
                </a:lnTo>
                <a:lnTo>
                  <a:pt x="758" y="1019"/>
                </a:lnTo>
                <a:lnTo>
                  <a:pt x="643" y="1019"/>
                </a:lnTo>
                <a:lnTo>
                  <a:pt x="643" y="730"/>
                </a:lnTo>
                <a:lnTo>
                  <a:pt x="454" y="566"/>
                </a:lnTo>
                <a:cubicBezTo>
                  <a:pt x="429" y="549"/>
                  <a:pt x="421" y="519"/>
                  <a:pt x="421" y="484"/>
                </a:cubicBezTo>
                <a:cubicBezTo>
                  <a:pt x="421" y="453"/>
                  <a:pt x="429" y="426"/>
                  <a:pt x="454" y="402"/>
                </a:cubicBezTo>
                <a:lnTo>
                  <a:pt x="618" y="237"/>
                </a:lnTo>
                <a:cubicBezTo>
                  <a:pt x="635" y="213"/>
                  <a:pt x="665" y="205"/>
                  <a:pt x="700" y="205"/>
                </a:cubicBezTo>
                <a:cubicBezTo>
                  <a:pt x="736" y="205"/>
                  <a:pt x="763" y="213"/>
                  <a:pt x="793" y="237"/>
                </a:cubicBezTo>
                <a:lnTo>
                  <a:pt x="905" y="350"/>
                </a:lnTo>
                <a:cubicBezTo>
                  <a:pt x="957" y="402"/>
                  <a:pt x="1026" y="437"/>
                  <a:pt x="1113" y="437"/>
                </a:cubicBezTo>
                <a:lnTo>
                  <a:pt x="1113" y="555"/>
                </a:lnTo>
                <a:cubicBezTo>
                  <a:pt x="990" y="555"/>
                  <a:pt x="894" y="508"/>
                  <a:pt x="818" y="432"/>
                </a:cubicBezTo>
                <a:lnTo>
                  <a:pt x="771" y="385"/>
                </a:lnTo>
                <a:lnTo>
                  <a:pt x="629" y="525"/>
                </a:lnTo>
                <a:close/>
                <a:moveTo>
                  <a:pt x="293" y="1107"/>
                </a:moveTo>
                <a:cubicBezTo>
                  <a:pt x="405" y="1107"/>
                  <a:pt x="495" y="1018"/>
                  <a:pt x="495" y="905"/>
                </a:cubicBezTo>
                <a:cubicBezTo>
                  <a:pt x="495" y="793"/>
                  <a:pt x="405" y="700"/>
                  <a:pt x="293" y="700"/>
                </a:cubicBezTo>
                <a:cubicBezTo>
                  <a:pt x="181" y="700"/>
                  <a:pt x="88" y="792"/>
                  <a:pt x="88" y="905"/>
                </a:cubicBezTo>
                <a:cubicBezTo>
                  <a:pt x="88" y="1017"/>
                  <a:pt x="181" y="1107"/>
                  <a:pt x="293" y="1107"/>
                </a:cubicBezTo>
                <a:close/>
                <a:moveTo>
                  <a:pt x="293" y="612"/>
                </a:moveTo>
                <a:cubicBezTo>
                  <a:pt x="457" y="612"/>
                  <a:pt x="583" y="741"/>
                  <a:pt x="583" y="905"/>
                </a:cubicBezTo>
                <a:cubicBezTo>
                  <a:pt x="583" y="1069"/>
                  <a:pt x="457" y="1194"/>
                  <a:pt x="293" y="1194"/>
                </a:cubicBezTo>
                <a:cubicBezTo>
                  <a:pt x="129" y="1194"/>
                  <a:pt x="0" y="1069"/>
                  <a:pt x="0" y="905"/>
                </a:cubicBezTo>
                <a:cubicBezTo>
                  <a:pt x="0" y="741"/>
                  <a:pt x="129" y="612"/>
                  <a:pt x="293" y="612"/>
                </a:cubicBezTo>
                <a:close/>
                <a:moveTo>
                  <a:pt x="905" y="232"/>
                </a:moveTo>
                <a:cubicBezTo>
                  <a:pt x="842" y="232"/>
                  <a:pt x="788" y="180"/>
                  <a:pt x="788" y="117"/>
                </a:cubicBezTo>
                <a:cubicBezTo>
                  <a:pt x="788" y="54"/>
                  <a:pt x="842" y="0"/>
                  <a:pt x="905" y="0"/>
                </a:cubicBezTo>
                <a:cubicBezTo>
                  <a:pt x="968" y="0"/>
                  <a:pt x="1020" y="54"/>
                  <a:pt x="1020" y="117"/>
                </a:cubicBezTo>
                <a:cubicBezTo>
                  <a:pt x="1020" y="180"/>
                  <a:pt x="968" y="232"/>
                  <a:pt x="905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36656" y="4932363"/>
            <a:ext cx="336550" cy="463550"/>
          </a:xfrm>
          <a:custGeom>
            <a:avLst/>
            <a:gdLst>
              <a:gd name="T0" fmla="*/ 468 w 936"/>
              <a:gd name="T1" fmla="*/ 0 h 1286"/>
              <a:gd name="T2" fmla="*/ 585 w 936"/>
              <a:gd name="T3" fmla="*/ 118 h 1286"/>
              <a:gd name="T4" fmla="*/ 468 w 936"/>
              <a:gd name="T5" fmla="*/ 236 h 1286"/>
              <a:gd name="T6" fmla="*/ 350 w 936"/>
              <a:gd name="T7" fmla="*/ 118 h 1286"/>
              <a:gd name="T8" fmla="*/ 468 w 936"/>
              <a:gd name="T9" fmla="*/ 0 h 1286"/>
              <a:gd name="T10" fmla="*/ 468 w 936"/>
              <a:gd name="T11" fmla="*/ 350 h 1286"/>
              <a:gd name="T12" fmla="*/ 585 w 936"/>
              <a:gd name="T13" fmla="*/ 468 h 1286"/>
              <a:gd name="T14" fmla="*/ 468 w 936"/>
              <a:gd name="T15" fmla="*/ 586 h 1286"/>
              <a:gd name="T16" fmla="*/ 350 w 936"/>
              <a:gd name="T17" fmla="*/ 468 h 1286"/>
              <a:gd name="T18" fmla="*/ 468 w 936"/>
              <a:gd name="T19" fmla="*/ 350 h 1286"/>
              <a:gd name="T20" fmla="*/ 818 w 936"/>
              <a:gd name="T21" fmla="*/ 350 h 1286"/>
              <a:gd name="T22" fmla="*/ 935 w 936"/>
              <a:gd name="T23" fmla="*/ 468 h 1286"/>
              <a:gd name="T24" fmla="*/ 818 w 936"/>
              <a:gd name="T25" fmla="*/ 586 h 1286"/>
              <a:gd name="T26" fmla="*/ 700 w 936"/>
              <a:gd name="T27" fmla="*/ 468 h 1286"/>
              <a:gd name="T28" fmla="*/ 818 w 936"/>
              <a:gd name="T29" fmla="*/ 350 h 1286"/>
              <a:gd name="T30" fmla="*/ 818 w 936"/>
              <a:gd name="T31" fmla="*/ 700 h 1286"/>
              <a:gd name="T32" fmla="*/ 935 w 936"/>
              <a:gd name="T33" fmla="*/ 818 h 1286"/>
              <a:gd name="T34" fmla="*/ 818 w 936"/>
              <a:gd name="T35" fmla="*/ 936 h 1286"/>
              <a:gd name="T36" fmla="*/ 700 w 936"/>
              <a:gd name="T37" fmla="*/ 818 h 1286"/>
              <a:gd name="T38" fmla="*/ 818 w 936"/>
              <a:gd name="T39" fmla="*/ 700 h 1286"/>
              <a:gd name="T40" fmla="*/ 468 w 936"/>
              <a:gd name="T41" fmla="*/ 700 h 1286"/>
              <a:gd name="T42" fmla="*/ 585 w 936"/>
              <a:gd name="T43" fmla="*/ 818 h 1286"/>
              <a:gd name="T44" fmla="*/ 468 w 936"/>
              <a:gd name="T45" fmla="*/ 936 h 1286"/>
              <a:gd name="T46" fmla="*/ 350 w 936"/>
              <a:gd name="T47" fmla="*/ 818 h 1286"/>
              <a:gd name="T48" fmla="*/ 468 w 936"/>
              <a:gd name="T49" fmla="*/ 700 h 1286"/>
              <a:gd name="T50" fmla="*/ 818 w 936"/>
              <a:gd name="T51" fmla="*/ 236 h 1286"/>
              <a:gd name="T52" fmla="*/ 700 w 936"/>
              <a:gd name="T53" fmla="*/ 118 h 1286"/>
              <a:gd name="T54" fmla="*/ 818 w 936"/>
              <a:gd name="T55" fmla="*/ 0 h 1286"/>
              <a:gd name="T56" fmla="*/ 935 w 936"/>
              <a:gd name="T57" fmla="*/ 118 h 1286"/>
              <a:gd name="T58" fmla="*/ 818 w 936"/>
              <a:gd name="T59" fmla="*/ 236 h 1286"/>
              <a:gd name="T60" fmla="*/ 118 w 936"/>
              <a:gd name="T61" fmla="*/ 700 h 1286"/>
              <a:gd name="T62" fmla="*/ 235 w 936"/>
              <a:gd name="T63" fmla="*/ 818 h 1286"/>
              <a:gd name="T64" fmla="*/ 118 w 936"/>
              <a:gd name="T65" fmla="*/ 936 h 1286"/>
              <a:gd name="T66" fmla="*/ 0 w 936"/>
              <a:gd name="T67" fmla="*/ 818 h 1286"/>
              <a:gd name="T68" fmla="*/ 118 w 936"/>
              <a:gd name="T69" fmla="*/ 700 h 1286"/>
              <a:gd name="T70" fmla="*/ 118 w 936"/>
              <a:gd name="T71" fmla="*/ 350 h 1286"/>
              <a:gd name="T72" fmla="*/ 235 w 936"/>
              <a:gd name="T73" fmla="*/ 468 h 1286"/>
              <a:gd name="T74" fmla="*/ 118 w 936"/>
              <a:gd name="T75" fmla="*/ 586 h 1286"/>
              <a:gd name="T76" fmla="*/ 0 w 936"/>
              <a:gd name="T77" fmla="*/ 468 h 1286"/>
              <a:gd name="T78" fmla="*/ 118 w 936"/>
              <a:gd name="T79" fmla="*/ 350 h 1286"/>
              <a:gd name="T80" fmla="*/ 118 w 936"/>
              <a:gd name="T81" fmla="*/ 0 h 1286"/>
              <a:gd name="T82" fmla="*/ 235 w 936"/>
              <a:gd name="T83" fmla="*/ 118 h 1286"/>
              <a:gd name="T84" fmla="*/ 118 w 936"/>
              <a:gd name="T85" fmla="*/ 236 h 1286"/>
              <a:gd name="T86" fmla="*/ 0 w 936"/>
              <a:gd name="T87" fmla="*/ 118 h 1286"/>
              <a:gd name="T88" fmla="*/ 118 w 936"/>
              <a:gd name="T89" fmla="*/ 0 h 1286"/>
              <a:gd name="T90" fmla="*/ 468 w 936"/>
              <a:gd name="T91" fmla="*/ 1050 h 1286"/>
              <a:gd name="T92" fmla="*/ 585 w 936"/>
              <a:gd name="T93" fmla="*/ 1168 h 1286"/>
              <a:gd name="T94" fmla="*/ 468 w 936"/>
              <a:gd name="T95" fmla="*/ 1285 h 1286"/>
              <a:gd name="T96" fmla="*/ 350 w 936"/>
              <a:gd name="T97" fmla="*/ 1168 h 1286"/>
              <a:gd name="T98" fmla="*/ 468 w 936"/>
              <a:gd name="T99" fmla="*/ 105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36" h="1286">
                <a:moveTo>
                  <a:pt x="468" y="0"/>
                </a:moveTo>
                <a:cubicBezTo>
                  <a:pt x="531" y="0"/>
                  <a:pt x="585" y="55"/>
                  <a:pt x="585" y="118"/>
                </a:cubicBezTo>
                <a:cubicBezTo>
                  <a:pt x="585" y="181"/>
                  <a:pt x="531" y="236"/>
                  <a:pt x="468" y="236"/>
                </a:cubicBezTo>
                <a:cubicBezTo>
                  <a:pt x="405" y="236"/>
                  <a:pt x="350" y="181"/>
                  <a:pt x="350" y="118"/>
                </a:cubicBezTo>
                <a:cubicBezTo>
                  <a:pt x="350" y="55"/>
                  <a:pt x="405" y="0"/>
                  <a:pt x="468" y="0"/>
                </a:cubicBezTo>
                <a:close/>
                <a:moveTo>
                  <a:pt x="468" y="350"/>
                </a:moveTo>
                <a:cubicBezTo>
                  <a:pt x="531" y="350"/>
                  <a:pt x="585" y="405"/>
                  <a:pt x="585" y="468"/>
                </a:cubicBezTo>
                <a:cubicBezTo>
                  <a:pt x="585" y="531"/>
                  <a:pt x="531" y="586"/>
                  <a:pt x="468" y="586"/>
                </a:cubicBezTo>
                <a:cubicBezTo>
                  <a:pt x="405" y="586"/>
                  <a:pt x="350" y="531"/>
                  <a:pt x="350" y="468"/>
                </a:cubicBezTo>
                <a:cubicBezTo>
                  <a:pt x="350" y="405"/>
                  <a:pt x="405" y="350"/>
                  <a:pt x="468" y="350"/>
                </a:cubicBezTo>
                <a:close/>
                <a:moveTo>
                  <a:pt x="818" y="350"/>
                </a:moveTo>
                <a:cubicBezTo>
                  <a:pt x="881" y="350"/>
                  <a:pt x="935" y="405"/>
                  <a:pt x="935" y="468"/>
                </a:cubicBezTo>
                <a:cubicBezTo>
                  <a:pt x="935" y="531"/>
                  <a:pt x="881" y="586"/>
                  <a:pt x="818" y="586"/>
                </a:cubicBezTo>
                <a:cubicBezTo>
                  <a:pt x="755" y="586"/>
                  <a:pt x="700" y="531"/>
                  <a:pt x="700" y="468"/>
                </a:cubicBezTo>
                <a:cubicBezTo>
                  <a:pt x="700" y="405"/>
                  <a:pt x="755" y="350"/>
                  <a:pt x="818" y="350"/>
                </a:cubicBezTo>
                <a:close/>
                <a:moveTo>
                  <a:pt x="818" y="700"/>
                </a:moveTo>
                <a:cubicBezTo>
                  <a:pt x="881" y="700"/>
                  <a:pt x="935" y="755"/>
                  <a:pt x="935" y="818"/>
                </a:cubicBezTo>
                <a:cubicBezTo>
                  <a:pt x="935" y="881"/>
                  <a:pt x="881" y="936"/>
                  <a:pt x="818" y="936"/>
                </a:cubicBezTo>
                <a:cubicBezTo>
                  <a:pt x="755" y="936"/>
                  <a:pt x="700" y="881"/>
                  <a:pt x="700" y="818"/>
                </a:cubicBezTo>
                <a:cubicBezTo>
                  <a:pt x="700" y="755"/>
                  <a:pt x="755" y="700"/>
                  <a:pt x="818" y="700"/>
                </a:cubicBezTo>
                <a:close/>
                <a:moveTo>
                  <a:pt x="468" y="700"/>
                </a:moveTo>
                <a:cubicBezTo>
                  <a:pt x="531" y="700"/>
                  <a:pt x="585" y="755"/>
                  <a:pt x="585" y="818"/>
                </a:cubicBezTo>
                <a:cubicBezTo>
                  <a:pt x="585" y="881"/>
                  <a:pt x="531" y="936"/>
                  <a:pt x="468" y="936"/>
                </a:cubicBezTo>
                <a:cubicBezTo>
                  <a:pt x="405" y="936"/>
                  <a:pt x="350" y="881"/>
                  <a:pt x="350" y="818"/>
                </a:cubicBezTo>
                <a:cubicBezTo>
                  <a:pt x="350" y="755"/>
                  <a:pt x="405" y="700"/>
                  <a:pt x="468" y="700"/>
                </a:cubicBezTo>
                <a:close/>
                <a:moveTo>
                  <a:pt x="818" y="236"/>
                </a:moveTo>
                <a:cubicBezTo>
                  <a:pt x="755" y="236"/>
                  <a:pt x="700" y="181"/>
                  <a:pt x="700" y="118"/>
                </a:cubicBezTo>
                <a:cubicBezTo>
                  <a:pt x="700" y="55"/>
                  <a:pt x="755" y="0"/>
                  <a:pt x="818" y="0"/>
                </a:cubicBezTo>
                <a:cubicBezTo>
                  <a:pt x="881" y="0"/>
                  <a:pt x="935" y="55"/>
                  <a:pt x="935" y="118"/>
                </a:cubicBezTo>
                <a:cubicBezTo>
                  <a:pt x="935" y="181"/>
                  <a:pt x="881" y="236"/>
                  <a:pt x="818" y="236"/>
                </a:cubicBezTo>
                <a:close/>
                <a:moveTo>
                  <a:pt x="118" y="700"/>
                </a:moveTo>
                <a:cubicBezTo>
                  <a:pt x="181" y="700"/>
                  <a:pt x="235" y="755"/>
                  <a:pt x="235" y="818"/>
                </a:cubicBezTo>
                <a:cubicBezTo>
                  <a:pt x="235" y="881"/>
                  <a:pt x="181" y="936"/>
                  <a:pt x="118" y="936"/>
                </a:cubicBezTo>
                <a:cubicBezTo>
                  <a:pt x="55" y="936"/>
                  <a:pt x="0" y="881"/>
                  <a:pt x="0" y="818"/>
                </a:cubicBezTo>
                <a:cubicBezTo>
                  <a:pt x="0" y="755"/>
                  <a:pt x="55" y="700"/>
                  <a:pt x="118" y="700"/>
                </a:cubicBezTo>
                <a:close/>
                <a:moveTo>
                  <a:pt x="118" y="350"/>
                </a:moveTo>
                <a:cubicBezTo>
                  <a:pt x="181" y="350"/>
                  <a:pt x="235" y="405"/>
                  <a:pt x="235" y="468"/>
                </a:cubicBezTo>
                <a:cubicBezTo>
                  <a:pt x="235" y="531"/>
                  <a:pt x="181" y="586"/>
                  <a:pt x="118" y="586"/>
                </a:cubicBezTo>
                <a:cubicBezTo>
                  <a:pt x="55" y="586"/>
                  <a:pt x="0" y="531"/>
                  <a:pt x="0" y="468"/>
                </a:cubicBezTo>
                <a:cubicBezTo>
                  <a:pt x="0" y="405"/>
                  <a:pt x="55" y="350"/>
                  <a:pt x="118" y="350"/>
                </a:cubicBezTo>
                <a:close/>
                <a:moveTo>
                  <a:pt x="118" y="0"/>
                </a:moveTo>
                <a:cubicBezTo>
                  <a:pt x="181" y="0"/>
                  <a:pt x="235" y="55"/>
                  <a:pt x="235" y="118"/>
                </a:cubicBezTo>
                <a:cubicBezTo>
                  <a:pt x="235" y="181"/>
                  <a:pt x="181" y="236"/>
                  <a:pt x="118" y="236"/>
                </a:cubicBezTo>
                <a:cubicBezTo>
                  <a:pt x="55" y="236"/>
                  <a:pt x="0" y="181"/>
                  <a:pt x="0" y="118"/>
                </a:cubicBezTo>
                <a:cubicBezTo>
                  <a:pt x="0" y="55"/>
                  <a:pt x="55" y="0"/>
                  <a:pt x="118" y="0"/>
                </a:cubicBezTo>
                <a:close/>
                <a:moveTo>
                  <a:pt x="468" y="1050"/>
                </a:moveTo>
                <a:cubicBezTo>
                  <a:pt x="531" y="1050"/>
                  <a:pt x="585" y="1105"/>
                  <a:pt x="585" y="1168"/>
                </a:cubicBezTo>
                <a:cubicBezTo>
                  <a:pt x="585" y="1231"/>
                  <a:pt x="531" y="1285"/>
                  <a:pt x="468" y="1285"/>
                </a:cubicBezTo>
                <a:cubicBezTo>
                  <a:pt x="405" y="1285"/>
                  <a:pt x="350" y="1231"/>
                  <a:pt x="350" y="1168"/>
                </a:cubicBezTo>
                <a:cubicBezTo>
                  <a:pt x="350" y="1105"/>
                  <a:pt x="405" y="1050"/>
                  <a:pt x="468" y="10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95521" y="4975227"/>
            <a:ext cx="377825" cy="377825"/>
          </a:xfrm>
          <a:custGeom>
            <a:avLst/>
            <a:gdLst>
              <a:gd name="T0" fmla="*/ 992 w 1051"/>
              <a:gd name="T1" fmla="*/ 730 h 1051"/>
              <a:gd name="T2" fmla="*/ 1050 w 1051"/>
              <a:gd name="T3" fmla="*/ 787 h 1051"/>
              <a:gd name="T4" fmla="*/ 1050 w 1051"/>
              <a:gd name="T5" fmla="*/ 992 h 1051"/>
              <a:gd name="T6" fmla="*/ 992 w 1051"/>
              <a:gd name="T7" fmla="*/ 1050 h 1051"/>
              <a:gd name="T8" fmla="*/ 0 w 1051"/>
              <a:gd name="T9" fmla="*/ 57 h 1051"/>
              <a:gd name="T10" fmla="*/ 57 w 1051"/>
              <a:gd name="T11" fmla="*/ 0 h 1051"/>
              <a:gd name="T12" fmla="*/ 262 w 1051"/>
              <a:gd name="T13" fmla="*/ 0 h 1051"/>
              <a:gd name="T14" fmla="*/ 320 w 1051"/>
              <a:gd name="T15" fmla="*/ 57 h 1051"/>
              <a:gd name="T16" fmla="*/ 352 w 1051"/>
              <a:gd name="T17" fmla="*/ 265 h 1051"/>
              <a:gd name="T18" fmla="*/ 339 w 1051"/>
              <a:gd name="T19" fmla="*/ 325 h 1051"/>
              <a:gd name="T20" fmla="*/ 210 w 1051"/>
              <a:gd name="T21" fmla="*/ 454 h 1051"/>
              <a:gd name="T22" fmla="*/ 596 w 1051"/>
              <a:gd name="T23" fmla="*/ 839 h 1051"/>
              <a:gd name="T24" fmla="*/ 724 w 1051"/>
              <a:gd name="T25" fmla="*/ 711 h 1051"/>
              <a:gd name="T26" fmla="*/ 784 w 1051"/>
              <a:gd name="T27" fmla="*/ 697 h 1051"/>
              <a:gd name="T28" fmla="*/ 992 w 1051"/>
              <a:gd name="T29" fmla="*/ 730 h 1051"/>
              <a:gd name="T30" fmla="*/ 992 w 1051"/>
              <a:gd name="T31" fmla="*/ 118 h 1051"/>
              <a:gd name="T32" fmla="*/ 992 w 1051"/>
              <a:gd name="T33" fmla="*/ 57 h 1051"/>
              <a:gd name="T34" fmla="*/ 932 w 1051"/>
              <a:gd name="T35" fmla="*/ 57 h 1051"/>
              <a:gd name="T36" fmla="*/ 932 w 1051"/>
              <a:gd name="T37" fmla="*/ 118 h 1051"/>
              <a:gd name="T38" fmla="*/ 992 w 1051"/>
              <a:gd name="T39" fmla="*/ 118 h 1051"/>
              <a:gd name="T40" fmla="*/ 875 w 1051"/>
              <a:gd name="T41" fmla="*/ 0 h 1051"/>
              <a:gd name="T42" fmla="*/ 1050 w 1051"/>
              <a:gd name="T43" fmla="*/ 0 h 1051"/>
              <a:gd name="T44" fmla="*/ 1050 w 1051"/>
              <a:gd name="T45" fmla="*/ 175 h 1051"/>
              <a:gd name="T46" fmla="*/ 932 w 1051"/>
              <a:gd name="T47" fmla="*/ 175 h 1051"/>
              <a:gd name="T48" fmla="*/ 932 w 1051"/>
              <a:gd name="T49" fmla="*/ 293 h 1051"/>
              <a:gd name="T50" fmla="*/ 875 w 1051"/>
              <a:gd name="T51" fmla="*/ 293 h 1051"/>
              <a:gd name="T52" fmla="*/ 875 w 1051"/>
              <a:gd name="T53" fmla="*/ 0 h 1051"/>
              <a:gd name="T54" fmla="*/ 700 w 1051"/>
              <a:gd name="T55" fmla="*/ 118 h 1051"/>
              <a:gd name="T56" fmla="*/ 700 w 1051"/>
              <a:gd name="T57" fmla="*/ 293 h 1051"/>
              <a:gd name="T58" fmla="*/ 525 w 1051"/>
              <a:gd name="T59" fmla="*/ 293 h 1051"/>
              <a:gd name="T60" fmla="*/ 525 w 1051"/>
              <a:gd name="T61" fmla="*/ 232 h 1051"/>
              <a:gd name="T62" fmla="*/ 642 w 1051"/>
              <a:gd name="T63" fmla="*/ 232 h 1051"/>
              <a:gd name="T64" fmla="*/ 642 w 1051"/>
              <a:gd name="T65" fmla="*/ 175 h 1051"/>
              <a:gd name="T66" fmla="*/ 525 w 1051"/>
              <a:gd name="T67" fmla="*/ 175 h 1051"/>
              <a:gd name="T68" fmla="*/ 525 w 1051"/>
              <a:gd name="T69" fmla="*/ 0 h 1051"/>
              <a:gd name="T70" fmla="*/ 700 w 1051"/>
              <a:gd name="T71" fmla="*/ 0 h 1051"/>
              <a:gd name="T72" fmla="*/ 700 w 1051"/>
              <a:gd name="T73" fmla="*/ 57 h 1051"/>
              <a:gd name="T74" fmla="*/ 582 w 1051"/>
              <a:gd name="T75" fmla="*/ 57 h 1051"/>
              <a:gd name="T76" fmla="*/ 582 w 1051"/>
              <a:gd name="T77" fmla="*/ 118 h 1051"/>
              <a:gd name="T78" fmla="*/ 700 w 1051"/>
              <a:gd name="T79" fmla="*/ 118 h 1051"/>
              <a:gd name="T80" fmla="*/ 817 w 1051"/>
              <a:gd name="T81" fmla="*/ 0 h 1051"/>
              <a:gd name="T82" fmla="*/ 817 w 1051"/>
              <a:gd name="T83" fmla="*/ 293 h 1051"/>
              <a:gd name="T84" fmla="*/ 757 w 1051"/>
              <a:gd name="T85" fmla="*/ 293 h 1051"/>
              <a:gd name="T86" fmla="*/ 757 w 1051"/>
              <a:gd name="T87" fmla="*/ 0 h 1051"/>
              <a:gd name="T88" fmla="*/ 817 w 1051"/>
              <a:gd name="T8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051" h="1051">
                <a:moveTo>
                  <a:pt x="992" y="730"/>
                </a:moveTo>
                <a:cubicBezTo>
                  <a:pt x="1025" y="730"/>
                  <a:pt x="1050" y="755"/>
                  <a:pt x="1050" y="787"/>
                </a:cubicBezTo>
                <a:lnTo>
                  <a:pt x="1050" y="992"/>
                </a:lnTo>
                <a:cubicBezTo>
                  <a:pt x="1050" y="1025"/>
                  <a:pt x="1025" y="1050"/>
                  <a:pt x="992" y="1050"/>
                </a:cubicBezTo>
                <a:cubicBezTo>
                  <a:pt x="445" y="1050"/>
                  <a:pt x="0" y="604"/>
                  <a:pt x="0" y="57"/>
                </a:cubicBezTo>
                <a:cubicBezTo>
                  <a:pt x="0" y="25"/>
                  <a:pt x="24" y="0"/>
                  <a:pt x="57" y="0"/>
                </a:cubicBezTo>
                <a:lnTo>
                  <a:pt x="262" y="0"/>
                </a:lnTo>
                <a:cubicBezTo>
                  <a:pt x="295" y="0"/>
                  <a:pt x="320" y="25"/>
                  <a:pt x="320" y="57"/>
                </a:cubicBezTo>
                <a:cubicBezTo>
                  <a:pt x="320" y="131"/>
                  <a:pt x="330" y="200"/>
                  <a:pt x="352" y="265"/>
                </a:cubicBezTo>
                <a:cubicBezTo>
                  <a:pt x="358" y="284"/>
                  <a:pt x="355" y="309"/>
                  <a:pt x="339" y="325"/>
                </a:cubicBezTo>
                <a:lnTo>
                  <a:pt x="210" y="454"/>
                </a:lnTo>
                <a:cubicBezTo>
                  <a:pt x="295" y="621"/>
                  <a:pt x="432" y="755"/>
                  <a:pt x="596" y="839"/>
                </a:cubicBezTo>
                <a:lnTo>
                  <a:pt x="724" y="711"/>
                </a:lnTo>
                <a:cubicBezTo>
                  <a:pt x="741" y="695"/>
                  <a:pt x="765" y="692"/>
                  <a:pt x="784" y="697"/>
                </a:cubicBezTo>
                <a:cubicBezTo>
                  <a:pt x="850" y="719"/>
                  <a:pt x="918" y="730"/>
                  <a:pt x="992" y="730"/>
                </a:cubicBezTo>
                <a:close/>
                <a:moveTo>
                  <a:pt x="992" y="118"/>
                </a:moveTo>
                <a:lnTo>
                  <a:pt x="992" y="57"/>
                </a:lnTo>
                <a:lnTo>
                  <a:pt x="932" y="57"/>
                </a:lnTo>
                <a:lnTo>
                  <a:pt x="932" y="118"/>
                </a:lnTo>
                <a:lnTo>
                  <a:pt x="992" y="118"/>
                </a:lnTo>
                <a:close/>
                <a:moveTo>
                  <a:pt x="875" y="0"/>
                </a:moveTo>
                <a:lnTo>
                  <a:pt x="1050" y="0"/>
                </a:lnTo>
                <a:lnTo>
                  <a:pt x="1050" y="175"/>
                </a:lnTo>
                <a:lnTo>
                  <a:pt x="932" y="175"/>
                </a:lnTo>
                <a:lnTo>
                  <a:pt x="932" y="293"/>
                </a:lnTo>
                <a:lnTo>
                  <a:pt x="875" y="293"/>
                </a:lnTo>
                <a:lnTo>
                  <a:pt x="875" y="0"/>
                </a:lnTo>
                <a:close/>
                <a:moveTo>
                  <a:pt x="700" y="118"/>
                </a:moveTo>
                <a:lnTo>
                  <a:pt x="700" y="293"/>
                </a:lnTo>
                <a:lnTo>
                  <a:pt x="525" y="293"/>
                </a:lnTo>
                <a:lnTo>
                  <a:pt x="525" y="232"/>
                </a:lnTo>
                <a:lnTo>
                  <a:pt x="642" y="232"/>
                </a:lnTo>
                <a:lnTo>
                  <a:pt x="642" y="175"/>
                </a:lnTo>
                <a:lnTo>
                  <a:pt x="525" y="175"/>
                </a:lnTo>
                <a:lnTo>
                  <a:pt x="525" y="0"/>
                </a:lnTo>
                <a:lnTo>
                  <a:pt x="700" y="0"/>
                </a:lnTo>
                <a:lnTo>
                  <a:pt x="700" y="57"/>
                </a:lnTo>
                <a:lnTo>
                  <a:pt x="582" y="57"/>
                </a:lnTo>
                <a:lnTo>
                  <a:pt x="582" y="118"/>
                </a:lnTo>
                <a:lnTo>
                  <a:pt x="700" y="118"/>
                </a:lnTo>
                <a:close/>
                <a:moveTo>
                  <a:pt x="817" y="0"/>
                </a:moveTo>
                <a:lnTo>
                  <a:pt x="817" y="293"/>
                </a:lnTo>
                <a:lnTo>
                  <a:pt x="757" y="293"/>
                </a:lnTo>
                <a:lnTo>
                  <a:pt x="757" y="0"/>
                </a:ln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33744" y="4995863"/>
            <a:ext cx="463550" cy="336550"/>
          </a:xfrm>
          <a:custGeom>
            <a:avLst/>
            <a:gdLst>
              <a:gd name="T0" fmla="*/ 1167 w 1286"/>
              <a:gd name="T1" fmla="*/ 818 h 936"/>
              <a:gd name="T2" fmla="*/ 1167 w 1286"/>
              <a:gd name="T3" fmla="*/ 350 h 936"/>
              <a:gd name="T4" fmla="*/ 935 w 1286"/>
              <a:gd name="T5" fmla="*/ 350 h 936"/>
              <a:gd name="T6" fmla="*/ 935 w 1286"/>
              <a:gd name="T7" fmla="*/ 818 h 936"/>
              <a:gd name="T8" fmla="*/ 1167 w 1286"/>
              <a:gd name="T9" fmla="*/ 818 h 936"/>
              <a:gd name="T10" fmla="*/ 1225 w 1286"/>
              <a:gd name="T11" fmla="*/ 236 h 936"/>
              <a:gd name="T12" fmla="*/ 1285 w 1286"/>
              <a:gd name="T13" fmla="*/ 293 h 936"/>
              <a:gd name="T14" fmla="*/ 1285 w 1286"/>
              <a:gd name="T15" fmla="*/ 875 h 936"/>
              <a:gd name="T16" fmla="*/ 1225 w 1286"/>
              <a:gd name="T17" fmla="*/ 935 h 936"/>
              <a:gd name="T18" fmla="*/ 875 w 1286"/>
              <a:gd name="T19" fmla="*/ 935 h 936"/>
              <a:gd name="T20" fmla="*/ 817 w 1286"/>
              <a:gd name="T21" fmla="*/ 875 h 936"/>
              <a:gd name="T22" fmla="*/ 817 w 1286"/>
              <a:gd name="T23" fmla="*/ 293 h 936"/>
              <a:gd name="T24" fmla="*/ 875 w 1286"/>
              <a:gd name="T25" fmla="*/ 236 h 936"/>
              <a:gd name="T26" fmla="*/ 1225 w 1286"/>
              <a:gd name="T27" fmla="*/ 236 h 936"/>
              <a:gd name="T28" fmla="*/ 585 w 1286"/>
              <a:gd name="T29" fmla="*/ 788 h 936"/>
              <a:gd name="T30" fmla="*/ 672 w 1286"/>
              <a:gd name="T31" fmla="*/ 700 h 936"/>
              <a:gd name="T32" fmla="*/ 585 w 1286"/>
              <a:gd name="T33" fmla="*/ 613 h 936"/>
              <a:gd name="T34" fmla="*/ 497 w 1286"/>
              <a:gd name="T35" fmla="*/ 700 h 936"/>
              <a:gd name="T36" fmla="*/ 585 w 1286"/>
              <a:gd name="T37" fmla="*/ 788 h 936"/>
              <a:gd name="T38" fmla="*/ 700 w 1286"/>
              <a:gd name="T39" fmla="*/ 468 h 936"/>
              <a:gd name="T40" fmla="*/ 700 w 1286"/>
              <a:gd name="T41" fmla="*/ 572 h 936"/>
              <a:gd name="T42" fmla="*/ 760 w 1286"/>
              <a:gd name="T43" fmla="*/ 700 h 936"/>
              <a:gd name="T44" fmla="*/ 700 w 1286"/>
              <a:gd name="T45" fmla="*/ 832 h 936"/>
              <a:gd name="T46" fmla="*/ 700 w 1286"/>
              <a:gd name="T47" fmla="*/ 935 h 936"/>
              <a:gd name="T48" fmla="*/ 467 w 1286"/>
              <a:gd name="T49" fmla="*/ 935 h 936"/>
              <a:gd name="T50" fmla="*/ 467 w 1286"/>
              <a:gd name="T51" fmla="*/ 832 h 936"/>
              <a:gd name="T52" fmla="*/ 410 w 1286"/>
              <a:gd name="T53" fmla="*/ 700 h 936"/>
              <a:gd name="T54" fmla="*/ 467 w 1286"/>
              <a:gd name="T55" fmla="*/ 572 h 936"/>
              <a:gd name="T56" fmla="*/ 467 w 1286"/>
              <a:gd name="T57" fmla="*/ 468 h 936"/>
              <a:gd name="T58" fmla="*/ 700 w 1286"/>
              <a:gd name="T59" fmla="*/ 468 h 936"/>
              <a:gd name="T60" fmla="*/ 117 w 1286"/>
              <a:gd name="T61" fmla="*/ 118 h 936"/>
              <a:gd name="T62" fmla="*/ 117 w 1286"/>
              <a:gd name="T63" fmla="*/ 818 h 936"/>
              <a:gd name="T64" fmla="*/ 350 w 1286"/>
              <a:gd name="T65" fmla="*/ 818 h 936"/>
              <a:gd name="T66" fmla="*/ 350 w 1286"/>
              <a:gd name="T67" fmla="*/ 935 h 936"/>
              <a:gd name="T68" fmla="*/ 117 w 1286"/>
              <a:gd name="T69" fmla="*/ 935 h 936"/>
              <a:gd name="T70" fmla="*/ 0 w 1286"/>
              <a:gd name="T71" fmla="*/ 818 h 936"/>
              <a:gd name="T72" fmla="*/ 0 w 1286"/>
              <a:gd name="T73" fmla="*/ 118 h 936"/>
              <a:gd name="T74" fmla="*/ 117 w 1286"/>
              <a:gd name="T75" fmla="*/ 0 h 936"/>
              <a:gd name="T76" fmla="*/ 1167 w 1286"/>
              <a:gd name="T77" fmla="*/ 0 h 936"/>
              <a:gd name="T78" fmla="*/ 1167 w 1286"/>
              <a:gd name="T79" fmla="*/ 118 h 936"/>
              <a:gd name="T80" fmla="*/ 117 w 1286"/>
              <a:gd name="T81" fmla="*/ 118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6" h="936">
                <a:moveTo>
                  <a:pt x="1167" y="818"/>
                </a:moveTo>
                <a:lnTo>
                  <a:pt x="1167" y="350"/>
                </a:lnTo>
                <a:lnTo>
                  <a:pt x="935" y="350"/>
                </a:lnTo>
                <a:lnTo>
                  <a:pt x="935" y="818"/>
                </a:lnTo>
                <a:lnTo>
                  <a:pt x="1167" y="818"/>
                </a:lnTo>
                <a:close/>
                <a:moveTo>
                  <a:pt x="1225" y="236"/>
                </a:moveTo>
                <a:cubicBezTo>
                  <a:pt x="1255" y="236"/>
                  <a:pt x="1285" y="263"/>
                  <a:pt x="1285" y="293"/>
                </a:cubicBezTo>
                <a:lnTo>
                  <a:pt x="1285" y="875"/>
                </a:lnTo>
                <a:cubicBezTo>
                  <a:pt x="1285" y="905"/>
                  <a:pt x="1255" y="935"/>
                  <a:pt x="1225" y="935"/>
                </a:cubicBezTo>
                <a:lnTo>
                  <a:pt x="875" y="935"/>
                </a:lnTo>
                <a:cubicBezTo>
                  <a:pt x="845" y="935"/>
                  <a:pt x="817" y="905"/>
                  <a:pt x="817" y="875"/>
                </a:cubicBezTo>
                <a:lnTo>
                  <a:pt x="817" y="293"/>
                </a:lnTo>
                <a:cubicBezTo>
                  <a:pt x="817" y="263"/>
                  <a:pt x="845" y="236"/>
                  <a:pt x="875" y="236"/>
                </a:cubicBezTo>
                <a:lnTo>
                  <a:pt x="1225" y="236"/>
                </a:lnTo>
                <a:close/>
                <a:moveTo>
                  <a:pt x="585" y="788"/>
                </a:moveTo>
                <a:cubicBezTo>
                  <a:pt x="634" y="788"/>
                  <a:pt x="672" y="750"/>
                  <a:pt x="672" y="700"/>
                </a:cubicBezTo>
                <a:cubicBezTo>
                  <a:pt x="672" y="651"/>
                  <a:pt x="634" y="613"/>
                  <a:pt x="585" y="613"/>
                </a:cubicBezTo>
                <a:cubicBezTo>
                  <a:pt x="536" y="613"/>
                  <a:pt x="497" y="651"/>
                  <a:pt x="497" y="700"/>
                </a:cubicBezTo>
                <a:cubicBezTo>
                  <a:pt x="497" y="750"/>
                  <a:pt x="536" y="788"/>
                  <a:pt x="585" y="788"/>
                </a:cubicBezTo>
                <a:close/>
                <a:moveTo>
                  <a:pt x="700" y="468"/>
                </a:moveTo>
                <a:lnTo>
                  <a:pt x="700" y="572"/>
                </a:lnTo>
                <a:cubicBezTo>
                  <a:pt x="735" y="605"/>
                  <a:pt x="760" y="648"/>
                  <a:pt x="760" y="700"/>
                </a:cubicBezTo>
                <a:cubicBezTo>
                  <a:pt x="760" y="752"/>
                  <a:pt x="735" y="799"/>
                  <a:pt x="700" y="832"/>
                </a:cubicBezTo>
                <a:lnTo>
                  <a:pt x="700" y="935"/>
                </a:lnTo>
                <a:lnTo>
                  <a:pt x="467" y="935"/>
                </a:lnTo>
                <a:lnTo>
                  <a:pt x="467" y="832"/>
                </a:lnTo>
                <a:cubicBezTo>
                  <a:pt x="432" y="799"/>
                  <a:pt x="410" y="752"/>
                  <a:pt x="410" y="700"/>
                </a:cubicBezTo>
                <a:cubicBezTo>
                  <a:pt x="410" y="648"/>
                  <a:pt x="432" y="605"/>
                  <a:pt x="467" y="572"/>
                </a:cubicBezTo>
                <a:lnTo>
                  <a:pt x="467" y="468"/>
                </a:lnTo>
                <a:lnTo>
                  <a:pt x="700" y="468"/>
                </a:lnTo>
                <a:close/>
                <a:moveTo>
                  <a:pt x="117" y="118"/>
                </a:moveTo>
                <a:lnTo>
                  <a:pt x="117" y="818"/>
                </a:lnTo>
                <a:lnTo>
                  <a:pt x="350" y="818"/>
                </a:lnTo>
                <a:lnTo>
                  <a:pt x="350" y="935"/>
                </a:lnTo>
                <a:lnTo>
                  <a:pt x="117" y="935"/>
                </a:lnTo>
                <a:cubicBezTo>
                  <a:pt x="54" y="935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1167" y="0"/>
                </a:lnTo>
                <a:lnTo>
                  <a:pt x="1167" y="118"/>
                </a:lnTo>
                <a:lnTo>
                  <a:pt x="117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56108" y="4975227"/>
            <a:ext cx="377825" cy="377825"/>
          </a:xfrm>
          <a:custGeom>
            <a:avLst/>
            <a:gdLst>
              <a:gd name="T0" fmla="*/ 818 w 1051"/>
              <a:gd name="T1" fmla="*/ 757 h 1051"/>
              <a:gd name="T2" fmla="*/ 1050 w 1051"/>
              <a:gd name="T3" fmla="*/ 757 h 1051"/>
              <a:gd name="T4" fmla="*/ 1050 w 1051"/>
              <a:gd name="T5" fmla="*/ 1050 h 1051"/>
              <a:gd name="T6" fmla="*/ 757 w 1051"/>
              <a:gd name="T7" fmla="*/ 1050 h 1051"/>
              <a:gd name="T8" fmla="*/ 757 w 1051"/>
              <a:gd name="T9" fmla="*/ 872 h 1051"/>
              <a:gd name="T10" fmla="*/ 525 w 1051"/>
              <a:gd name="T11" fmla="*/ 626 h 1051"/>
              <a:gd name="T12" fmla="*/ 293 w 1051"/>
              <a:gd name="T13" fmla="*/ 872 h 1051"/>
              <a:gd name="T14" fmla="*/ 293 w 1051"/>
              <a:gd name="T15" fmla="*/ 1050 h 1051"/>
              <a:gd name="T16" fmla="*/ 0 w 1051"/>
              <a:gd name="T17" fmla="*/ 1050 h 1051"/>
              <a:gd name="T18" fmla="*/ 0 w 1051"/>
              <a:gd name="T19" fmla="*/ 757 h 1051"/>
              <a:gd name="T20" fmla="*/ 232 w 1051"/>
              <a:gd name="T21" fmla="*/ 757 h 1051"/>
              <a:gd name="T22" fmla="*/ 468 w 1051"/>
              <a:gd name="T23" fmla="*/ 525 h 1051"/>
              <a:gd name="T24" fmla="*/ 468 w 1051"/>
              <a:gd name="T25" fmla="*/ 339 h 1051"/>
              <a:gd name="T26" fmla="*/ 350 w 1051"/>
              <a:gd name="T27" fmla="*/ 175 h 1051"/>
              <a:gd name="T28" fmla="*/ 525 w 1051"/>
              <a:gd name="T29" fmla="*/ 0 h 1051"/>
              <a:gd name="T30" fmla="*/ 700 w 1051"/>
              <a:gd name="T31" fmla="*/ 175 h 1051"/>
              <a:gd name="T32" fmla="*/ 582 w 1051"/>
              <a:gd name="T33" fmla="*/ 339 h 1051"/>
              <a:gd name="T34" fmla="*/ 582 w 1051"/>
              <a:gd name="T35" fmla="*/ 525 h 1051"/>
              <a:gd name="T36" fmla="*/ 818 w 1051"/>
              <a:gd name="T37" fmla="*/ 757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51" h="1051">
                <a:moveTo>
                  <a:pt x="818" y="757"/>
                </a:moveTo>
                <a:lnTo>
                  <a:pt x="1050" y="757"/>
                </a:lnTo>
                <a:lnTo>
                  <a:pt x="1050" y="1050"/>
                </a:lnTo>
                <a:lnTo>
                  <a:pt x="757" y="1050"/>
                </a:lnTo>
                <a:lnTo>
                  <a:pt x="757" y="872"/>
                </a:lnTo>
                <a:lnTo>
                  <a:pt x="525" y="626"/>
                </a:lnTo>
                <a:lnTo>
                  <a:pt x="293" y="872"/>
                </a:lnTo>
                <a:lnTo>
                  <a:pt x="293" y="1050"/>
                </a:lnTo>
                <a:lnTo>
                  <a:pt x="0" y="1050"/>
                </a:lnTo>
                <a:lnTo>
                  <a:pt x="0" y="757"/>
                </a:lnTo>
                <a:lnTo>
                  <a:pt x="232" y="757"/>
                </a:lnTo>
                <a:lnTo>
                  <a:pt x="468" y="525"/>
                </a:lnTo>
                <a:lnTo>
                  <a:pt x="468" y="339"/>
                </a:lnTo>
                <a:cubicBezTo>
                  <a:pt x="399" y="314"/>
                  <a:pt x="350" y="252"/>
                  <a:pt x="350" y="175"/>
                </a:cubicBezTo>
                <a:cubicBezTo>
                  <a:pt x="350" y="79"/>
                  <a:pt x="429" y="0"/>
                  <a:pt x="525" y="0"/>
                </a:cubicBezTo>
                <a:cubicBezTo>
                  <a:pt x="621" y="0"/>
                  <a:pt x="700" y="79"/>
                  <a:pt x="700" y="175"/>
                </a:cubicBezTo>
                <a:cubicBezTo>
                  <a:pt x="700" y="252"/>
                  <a:pt x="651" y="314"/>
                  <a:pt x="582" y="339"/>
                </a:cubicBezTo>
                <a:lnTo>
                  <a:pt x="582" y="525"/>
                </a:lnTo>
                <a:lnTo>
                  <a:pt x="818" y="75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4896" y="5810251"/>
            <a:ext cx="338137" cy="450850"/>
          </a:xfrm>
          <a:custGeom>
            <a:avLst/>
            <a:gdLst>
              <a:gd name="T0" fmla="*/ 407 w 939"/>
              <a:gd name="T1" fmla="*/ 1042 h 1254"/>
              <a:gd name="T2" fmla="*/ 0 w 939"/>
              <a:gd name="T3" fmla="*/ 963 h 1254"/>
              <a:gd name="T4" fmla="*/ 22 w 939"/>
              <a:gd name="T5" fmla="*/ 845 h 1254"/>
              <a:gd name="T6" fmla="*/ 309 w 939"/>
              <a:gd name="T7" fmla="*/ 903 h 1254"/>
              <a:gd name="T8" fmla="*/ 402 w 939"/>
              <a:gd name="T9" fmla="*/ 430 h 1254"/>
              <a:gd name="T10" fmla="*/ 295 w 939"/>
              <a:gd name="T11" fmla="*/ 471 h 1254"/>
              <a:gd name="T12" fmla="*/ 295 w 939"/>
              <a:gd name="T13" fmla="*/ 670 h 1254"/>
              <a:gd name="T14" fmla="*/ 180 w 939"/>
              <a:gd name="T15" fmla="*/ 670 h 1254"/>
              <a:gd name="T16" fmla="*/ 180 w 939"/>
              <a:gd name="T17" fmla="*/ 397 h 1254"/>
              <a:gd name="T18" fmla="*/ 484 w 939"/>
              <a:gd name="T19" fmla="*/ 268 h 1254"/>
              <a:gd name="T20" fmla="*/ 530 w 939"/>
              <a:gd name="T21" fmla="*/ 263 h 1254"/>
              <a:gd name="T22" fmla="*/ 629 w 939"/>
              <a:gd name="T23" fmla="*/ 320 h 1254"/>
              <a:gd name="T24" fmla="*/ 686 w 939"/>
              <a:gd name="T25" fmla="*/ 413 h 1254"/>
              <a:gd name="T26" fmla="*/ 938 w 939"/>
              <a:gd name="T27" fmla="*/ 553 h 1254"/>
              <a:gd name="T28" fmla="*/ 938 w 939"/>
              <a:gd name="T29" fmla="*/ 670 h 1254"/>
              <a:gd name="T30" fmla="*/ 618 w 939"/>
              <a:gd name="T31" fmla="*/ 525 h 1254"/>
              <a:gd name="T32" fmla="*/ 582 w 939"/>
              <a:gd name="T33" fmla="*/ 700 h 1254"/>
              <a:gd name="T34" fmla="*/ 705 w 939"/>
              <a:gd name="T35" fmla="*/ 815 h 1254"/>
              <a:gd name="T36" fmla="*/ 705 w 939"/>
              <a:gd name="T37" fmla="*/ 1253 h 1254"/>
              <a:gd name="T38" fmla="*/ 588 w 939"/>
              <a:gd name="T39" fmla="*/ 1253 h 1254"/>
              <a:gd name="T40" fmla="*/ 588 w 939"/>
              <a:gd name="T41" fmla="*/ 903 h 1254"/>
              <a:gd name="T42" fmla="*/ 465 w 939"/>
              <a:gd name="T43" fmla="*/ 788 h 1254"/>
              <a:gd name="T44" fmla="*/ 407 w 939"/>
              <a:gd name="T45" fmla="*/ 1042 h 1254"/>
              <a:gd name="T46" fmla="*/ 618 w 939"/>
              <a:gd name="T47" fmla="*/ 233 h 1254"/>
              <a:gd name="T48" fmla="*/ 500 w 939"/>
              <a:gd name="T49" fmla="*/ 115 h 1254"/>
              <a:gd name="T50" fmla="*/ 618 w 939"/>
              <a:gd name="T51" fmla="*/ 0 h 1254"/>
              <a:gd name="T52" fmla="*/ 733 w 939"/>
              <a:gd name="T53" fmla="*/ 115 h 1254"/>
              <a:gd name="T54" fmla="*/ 618 w 939"/>
              <a:gd name="T55" fmla="*/ 233 h 1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39" h="1254">
                <a:moveTo>
                  <a:pt x="407" y="1042"/>
                </a:moveTo>
                <a:lnTo>
                  <a:pt x="0" y="963"/>
                </a:lnTo>
                <a:lnTo>
                  <a:pt x="22" y="845"/>
                </a:lnTo>
                <a:lnTo>
                  <a:pt x="309" y="903"/>
                </a:lnTo>
                <a:lnTo>
                  <a:pt x="402" y="430"/>
                </a:lnTo>
                <a:lnTo>
                  <a:pt x="295" y="471"/>
                </a:lnTo>
                <a:lnTo>
                  <a:pt x="295" y="670"/>
                </a:lnTo>
                <a:lnTo>
                  <a:pt x="180" y="670"/>
                </a:lnTo>
                <a:lnTo>
                  <a:pt x="180" y="397"/>
                </a:lnTo>
                <a:lnTo>
                  <a:pt x="484" y="268"/>
                </a:lnTo>
                <a:cubicBezTo>
                  <a:pt x="500" y="268"/>
                  <a:pt x="514" y="263"/>
                  <a:pt x="530" y="263"/>
                </a:cubicBezTo>
                <a:cubicBezTo>
                  <a:pt x="571" y="263"/>
                  <a:pt x="604" y="285"/>
                  <a:pt x="629" y="320"/>
                </a:cubicBezTo>
                <a:lnTo>
                  <a:pt x="686" y="413"/>
                </a:lnTo>
                <a:cubicBezTo>
                  <a:pt x="733" y="495"/>
                  <a:pt x="826" y="553"/>
                  <a:pt x="938" y="553"/>
                </a:cubicBezTo>
                <a:lnTo>
                  <a:pt x="938" y="670"/>
                </a:lnTo>
                <a:cubicBezTo>
                  <a:pt x="809" y="670"/>
                  <a:pt x="695" y="613"/>
                  <a:pt x="618" y="525"/>
                </a:cubicBezTo>
                <a:lnTo>
                  <a:pt x="582" y="700"/>
                </a:lnTo>
                <a:lnTo>
                  <a:pt x="705" y="815"/>
                </a:lnTo>
                <a:lnTo>
                  <a:pt x="705" y="1253"/>
                </a:lnTo>
                <a:lnTo>
                  <a:pt x="588" y="1253"/>
                </a:lnTo>
                <a:lnTo>
                  <a:pt x="588" y="903"/>
                </a:lnTo>
                <a:lnTo>
                  <a:pt x="465" y="788"/>
                </a:lnTo>
                <a:lnTo>
                  <a:pt x="407" y="1042"/>
                </a:lnTo>
                <a:close/>
                <a:moveTo>
                  <a:pt x="618" y="233"/>
                </a:moveTo>
                <a:cubicBezTo>
                  <a:pt x="555" y="233"/>
                  <a:pt x="500" y="178"/>
                  <a:pt x="500" y="115"/>
                </a:cubicBezTo>
                <a:cubicBezTo>
                  <a:pt x="500" y="52"/>
                  <a:pt x="555" y="0"/>
                  <a:pt x="618" y="0"/>
                </a:cubicBezTo>
                <a:cubicBezTo>
                  <a:pt x="681" y="0"/>
                  <a:pt x="733" y="52"/>
                  <a:pt x="733" y="115"/>
                </a:cubicBezTo>
                <a:cubicBezTo>
                  <a:pt x="733" y="178"/>
                  <a:pt x="681" y="233"/>
                  <a:pt x="618" y="23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096294" y="5846764"/>
            <a:ext cx="419100" cy="377825"/>
          </a:xfrm>
          <a:custGeom>
            <a:avLst/>
            <a:gdLst>
              <a:gd name="T0" fmla="*/ 933 w 1166"/>
              <a:gd name="T1" fmla="*/ 817 h 1050"/>
              <a:gd name="T2" fmla="*/ 815 w 1166"/>
              <a:gd name="T3" fmla="*/ 699 h 1050"/>
              <a:gd name="T4" fmla="*/ 933 w 1166"/>
              <a:gd name="T5" fmla="*/ 467 h 1050"/>
              <a:gd name="T6" fmla="*/ 815 w 1166"/>
              <a:gd name="T7" fmla="*/ 582 h 1050"/>
              <a:gd name="T8" fmla="*/ 933 w 1166"/>
              <a:gd name="T9" fmla="*/ 467 h 1050"/>
              <a:gd name="T10" fmla="*/ 583 w 1166"/>
              <a:gd name="T11" fmla="*/ 350 h 1050"/>
              <a:gd name="T12" fmla="*/ 700 w 1166"/>
              <a:gd name="T13" fmla="*/ 467 h 1050"/>
              <a:gd name="T14" fmla="*/ 583 w 1166"/>
              <a:gd name="T15" fmla="*/ 582 h 1050"/>
              <a:gd name="T16" fmla="*/ 700 w 1166"/>
              <a:gd name="T17" fmla="*/ 699 h 1050"/>
              <a:gd name="T18" fmla="*/ 583 w 1166"/>
              <a:gd name="T19" fmla="*/ 817 h 1050"/>
              <a:gd name="T20" fmla="*/ 1050 w 1166"/>
              <a:gd name="T21" fmla="*/ 932 h 1050"/>
              <a:gd name="T22" fmla="*/ 465 w 1166"/>
              <a:gd name="T23" fmla="*/ 232 h 1050"/>
              <a:gd name="T24" fmla="*/ 350 w 1166"/>
              <a:gd name="T25" fmla="*/ 117 h 1050"/>
              <a:gd name="T26" fmla="*/ 465 w 1166"/>
              <a:gd name="T27" fmla="*/ 232 h 1050"/>
              <a:gd name="T28" fmla="*/ 465 w 1166"/>
              <a:gd name="T29" fmla="*/ 350 h 1050"/>
              <a:gd name="T30" fmla="*/ 350 w 1166"/>
              <a:gd name="T31" fmla="*/ 467 h 1050"/>
              <a:gd name="T32" fmla="*/ 465 w 1166"/>
              <a:gd name="T33" fmla="*/ 699 h 1050"/>
              <a:gd name="T34" fmla="*/ 350 w 1166"/>
              <a:gd name="T35" fmla="*/ 582 h 1050"/>
              <a:gd name="T36" fmla="*/ 465 w 1166"/>
              <a:gd name="T37" fmla="*/ 699 h 1050"/>
              <a:gd name="T38" fmla="*/ 465 w 1166"/>
              <a:gd name="T39" fmla="*/ 817 h 1050"/>
              <a:gd name="T40" fmla="*/ 350 w 1166"/>
              <a:gd name="T41" fmla="*/ 932 h 1050"/>
              <a:gd name="T42" fmla="*/ 233 w 1166"/>
              <a:gd name="T43" fmla="*/ 232 h 1050"/>
              <a:gd name="T44" fmla="*/ 115 w 1166"/>
              <a:gd name="T45" fmla="*/ 117 h 1050"/>
              <a:gd name="T46" fmla="*/ 233 w 1166"/>
              <a:gd name="T47" fmla="*/ 232 h 1050"/>
              <a:gd name="T48" fmla="*/ 233 w 1166"/>
              <a:gd name="T49" fmla="*/ 350 h 1050"/>
              <a:gd name="T50" fmla="*/ 115 w 1166"/>
              <a:gd name="T51" fmla="*/ 467 h 1050"/>
              <a:gd name="T52" fmla="*/ 233 w 1166"/>
              <a:gd name="T53" fmla="*/ 699 h 1050"/>
              <a:gd name="T54" fmla="*/ 115 w 1166"/>
              <a:gd name="T55" fmla="*/ 582 h 1050"/>
              <a:gd name="T56" fmla="*/ 233 w 1166"/>
              <a:gd name="T57" fmla="*/ 699 h 1050"/>
              <a:gd name="T58" fmla="*/ 233 w 1166"/>
              <a:gd name="T59" fmla="*/ 817 h 1050"/>
              <a:gd name="T60" fmla="*/ 115 w 1166"/>
              <a:gd name="T61" fmla="*/ 932 h 1050"/>
              <a:gd name="T62" fmla="*/ 1165 w 1166"/>
              <a:gd name="T63" fmla="*/ 232 h 1050"/>
              <a:gd name="T64" fmla="*/ 0 w 1166"/>
              <a:gd name="T65" fmla="*/ 1049 h 1050"/>
              <a:gd name="T66" fmla="*/ 583 w 1166"/>
              <a:gd name="T67" fmla="*/ 0 h 1050"/>
              <a:gd name="T68" fmla="*/ 1165 w 1166"/>
              <a:gd name="T69" fmla="*/ 2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66" h="1050">
                <a:moveTo>
                  <a:pt x="933" y="699"/>
                </a:moveTo>
                <a:lnTo>
                  <a:pt x="933" y="817"/>
                </a:lnTo>
                <a:lnTo>
                  <a:pt x="815" y="817"/>
                </a:lnTo>
                <a:lnTo>
                  <a:pt x="815" y="699"/>
                </a:lnTo>
                <a:lnTo>
                  <a:pt x="933" y="699"/>
                </a:lnTo>
                <a:close/>
                <a:moveTo>
                  <a:pt x="933" y="467"/>
                </a:moveTo>
                <a:lnTo>
                  <a:pt x="933" y="582"/>
                </a:lnTo>
                <a:lnTo>
                  <a:pt x="815" y="582"/>
                </a:lnTo>
                <a:lnTo>
                  <a:pt x="815" y="467"/>
                </a:lnTo>
                <a:lnTo>
                  <a:pt x="933" y="467"/>
                </a:lnTo>
                <a:close/>
                <a:moveTo>
                  <a:pt x="1050" y="350"/>
                </a:moveTo>
                <a:lnTo>
                  <a:pt x="583" y="350"/>
                </a:lnTo>
                <a:lnTo>
                  <a:pt x="583" y="467"/>
                </a:lnTo>
                <a:lnTo>
                  <a:pt x="700" y="467"/>
                </a:lnTo>
                <a:lnTo>
                  <a:pt x="700" y="582"/>
                </a:lnTo>
                <a:lnTo>
                  <a:pt x="583" y="582"/>
                </a:lnTo>
                <a:lnTo>
                  <a:pt x="583" y="699"/>
                </a:lnTo>
                <a:lnTo>
                  <a:pt x="700" y="699"/>
                </a:lnTo>
                <a:lnTo>
                  <a:pt x="700" y="817"/>
                </a:lnTo>
                <a:lnTo>
                  <a:pt x="583" y="817"/>
                </a:lnTo>
                <a:lnTo>
                  <a:pt x="583" y="932"/>
                </a:lnTo>
                <a:lnTo>
                  <a:pt x="1050" y="932"/>
                </a:lnTo>
                <a:lnTo>
                  <a:pt x="1050" y="350"/>
                </a:lnTo>
                <a:close/>
                <a:moveTo>
                  <a:pt x="465" y="232"/>
                </a:moveTo>
                <a:lnTo>
                  <a:pt x="465" y="117"/>
                </a:lnTo>
                <a:lnTo>
                  <a:pt x="350" y="117"/>
                </a:lnTo>
                <a:lnTo>
                  <a:pt x="350" y="232"/>
                </a:lnTo>
                <a:lnTo>
                  <a:pt x="465" y="232"/>
                </a:lnTo>
                <a:close/>
                <a:moveTo>
                  <a:pt x="465" y="467"/>
                </a:moveTo>
                <a:lnTo>
                  <a:pt x="465" y="350"/>
                </a:lnTo>
                <a:lnTo>
                  <a:pt x="350" y="350"/>
                </a:lnTo>
                <a:lnTo>
                  <a:pt x="350" y="467"/>
                </a:lnTo>
                <a:lnTo>
                  <a:pt x="465" y="467"/>
                </a:lnTo>
                <a:close/>
                <a:moveTo>
                  <a:pt x="465" y="699"/>
                </a:moveTo>
                <a:lnTo>
                  <a:pt x="465" y="582"/>
                </a:lnTo>
                <a:lnTo>
                  <a:pt x="350" y="582"/>
                </a:lnTo>
                <a:lnTo>
                  <a:pt x="350" y="699"/>
                </a:lnTo>
                <a:lnTo>
                  <a:pt x="465" y="699"/>
                </a:lnTo>
                <a:close/>
                <a:moveTo>
                  <a:pt x="465" y="932"/>
                </a:moveTo>
                <a:lnTo>
                  <a:pt x="465" y="817"/>
                </a:lnTo>
                <a:lnTo>
                  <a:pt x="350" y="817"/>
                </a:lnTo>
                <a:lnTo>
                  <a:pt x="350" y="932"/>
                </a:lnTo>
                <a:lnTo>
                  <a:pt x="465" y="932"/>
                </a:lnTo>
                <a:close/>
                <a:moveTo>
                  <a:pt x="233" y="232"/>
                </a:moveTo>
                <a:lnTo>
                  <a:pt x="233" y="117"/>
                </a:lnTo>
                <a:lnTo>
                  <a:pt x="115" y="117"/>
                </a:lnTo>
                <a:lnTo>
                  <a:pt x="115" y="232"/>
                </a:lnTo>
                <a:lnTo>
                  <a:pt x="233" y="232"/>
                </a:lnTo>
                <a:close/>
                <a:moveTo>
                  <a:pt x="233" y="467"/>
                </a:moveTo>
                <a:lnTo>
                  <a:pt x="233" y="350"/>
                </a:lnTo>
                <a:lnTo>
                  <a:pt x="115" y="350"/>
                </a:lnTo>
                <a:lnTo>
                  <a:pt x="115" y="467"/>
                </a:lnTo>
                <a:lnTo>
                  <a:pt x="233" y="467"/>
                </a:lnTo>
                <a:close/>
                <a:moveTo>
                  <a:pt x="233" y="699"/>
                </a:moveTo>
                <a:lnTo>
                  <a:pt x="233" y="582"/>
                </a:lnTo>
                <a:lnTo>
                  <a:pt x="115" y="582"/>
                </a:lnTo>
                <a:lnTo>
                  <a:pt x="115" y="699"/>
                </a:lnTo>
                <a:lnTo>
                  <a:pt x="233" y="699"/>
                </a:lnTo>
                <a:close/>
                <a:moveTo>
                  <a:pt x="233" y="932"/>
                </a:moveTo>
                <a:lnTo>
                  <a:pt x="233" y="817"/>
                </a:lnTo>
                <a:lnTo>
                  <a:pt x="115" y="817"/>
                </a:lnTo>
                <a:lnTo>
                  <a:pt x="115" y="932"/>
                </a:lnTo>
                <a:lnTo>
                  <a:pt x="233" y="932"/>
                </a:lnTo>
                <a:close/>
                <a:moveTo>
                  <a:pt x="1165" y="232"/>
                </a:moveTo>
                <a:lnTo>
                  <a:pt x="1165" y="1049"/>
                </a:lnTo>
                <a:lnTo>
                  <a:pt x="0" y="1049"/>
                </a:lnTo>
                <a:lnTo>
                  <a:pt x="0" y="0"/>
                </a:lnTo>
                <a:lnTo>
                  <a:pt x="583" y="0"/>
                </a:lnTo>
                <a:lnTo>
                  <a:pt x="583" y="232"/>
                </a:lnTo>
                <a:lnTo>
                  <a:pt x="1165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63108" y="5803902"/>
            <a:ext cx="252413" cy="377825"/>
          </a:xfrm>
          <a:custGeom>
            <a:avLst/>
            <a:gdLst>
              <a:gd name="T0" fmla="*/ 582 w 701"/>
              <a:gd name="T1" fmla="*/ 817 h 1051"/>
              <a:gd name="T2" fmla="*/ 582 w 701"/>
              <a:gd name="T3" fmla="*/ 235 h 1051"/>
              <a:gd name="T4" fmla="*/ 117 w 701"/>
              <a:gd name="T5" fmla="*/ 235 h 1051"/>
              <a:gd name="T6" fmla="*/ 117 w 701"/>
              <a:gd name="T7" fmla="*/ 817 h 1051"/>
              <a:gd name="T8" fmla="*/ 582 w 701"/>
              <a:gd name="T9" fmla="*/ 817 h 1051"/>
              <a:gd name="T10" fmla="*/ 582 w 701"/>
              <a:gd name="T11" fmla="*/ 3 h 1051"/>
              <a:gd name="T12" fmla="*/ 700 w 701"/>
              <a:gd name="T13" fmla="*/ 118 h 1051"/>
              <a:gd name="T14" fmla="*/ 700 w 701"/>
              <a:gd name="T15" fmla="*/ 935 h 1051"/>
              <a:gd name="T16" fmla="*/ 582 w 701"/>
              <a:gd name="T17" fmla="*/ 1050 h 1051"/>
              <a:gd name="T18" fmla="*/ 117 w 701"/>
              <a:gd name="T19" fmla="*/ 1050 h 1051"/>
              <a:gd name="T20" fmla="*/ 0 w 701"/>
              <a:gd name="T21" fmla="*/ 935 h 1051"/>
              <a:gd name="T22" fmla="*/ 0 w 701"/>
              <a:gd name="T23" fmla="*/ 118 h 1051"/>
              <a:gd name="T24" fmla="*/ 117 w 701"/>
              <a:gd name="T25" fmla="*/ 0 h 1051"/>
              <a:gd name="T26" fmla="*/ 582 w 701"/>
              <a:gd name="T27" fmla="*/ 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01" h="1051">
                <a:moveTo>
                  <a:pt x="582" y="817"/>
                </a:moveTo>
                <a:lnTo>
                  <a:pt x="582" y="235"/>
                </a:lnTo>
                <a:lnTo>
                  <a:pt x="117" y="235"/>
                </a:lnTo>
                <a:lnTo>
                  <a:pt x="117" y="817"/>
                </a:lnTo>
                <a:lnTo>
                  <a:pt x="582" y="817"/>
                </a:lnTo>
                <a:close/>
                <a:moveTo>
                  <a:pt x="582" y="3"/>
                </a:moveTo>
                <a:cubicBezTo>
                  <a:pt x="645" y="3"/>
                  <a:pt x="700" y="55"/>
                  <a:pt x="700" y="118"/>
                </a:cubicBezTo>
                <a:lnTo>
                  <a:pt x="700" y="935"/>
                </a:lnTo>
                <a:cubicBezTo>
                  <a:pt x="700" y="998"/>
                  <a:pt x="645" y="1050"/>
                  <a:pt x="582" y="1050"/>
                </a:cubicBezTo>
                <a:lnTo>
                  <a:pt x="117" y="1050"/>
                </a:lnTo>
                <a:cubicBezTo>
                  <a:pt x="55" y="1050"/>
                  <a:pt x="0" y="998"/>
                  <a:pt x="0" y="935"/>
                </a:cubicBezTo>
                <a:lnTo>
                  <a:pt x="0" y="118"/>
                </a:lnTo>
                <a:cubicBezTo>
                  <a:pt x="0" y="55"/>
                  <a:pt x="55" y="0"/>
                  <a:pt x="117" y="0"/>
                </a:cubicBezTo>
                <a:lnTo>
                  <a:pt x="582" y="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50533" y="5815014"/>
            <a:ext cx="441325" cy="441325"/>
          </a:xfrm>
          <a:custGeom>
            <a:avLst/>
            <a:gdLst>
              <a:gd name="T0" fmla="*/ 350 w 1226"/>
              <a:gd name="T1" fmla="*/ 640 h 1226"/>
              <a:gd name="T2" fmla="*/ 553 w 1226"/>
              <a:gd name="T3" fmla="*/ 640 h 1226"/>
              <a:gd name="T4" fmla="*/ 435 w 1226"/>
              <a:gd name="T5" fmla="*/ 525 h 1226"/>
              <a:gd name="T6" fmla="*/ 350 w 1226"/>
              <a:gd name="T7" fmla="*/ 525 h 1226"/>
              <a:gd name="T8" fmla="*/ 350 w 1226"/>
              <a:gd name="T9" fmla="*/ 640 h 1226"/>
              <a:gd name="T10" fmla="*/ 74 w 1226"/>
              <a:gd name="T11" fmla="*/ 14 h 1226"/>
              <a:gd name="T12" fmla="*/ 1212 w 1226"/>
              <a:gd name="T13" fmla="*/ 1151 h 1226"/>
              <a:gd name="T14" fmla="*/ 1135 w 1226"/>
              <a:gd name="T15" fmla="*/ 1225 h 1226"/>
              <a:gd name="T16" fmla="*/ 974 w 1226"/>
              <a:gd name="T17" fmla="*/ 1061 h 1226"/>
              <a:gd name="T18" fmla="*/ 643 w 1226"/>
              <a:gd name="T19" fmla="*/ 1165 h 1226"/>
              <a:gd name="T20" fmla="*/ 60 w 1226"/>
              <a:gd name="T21" fmla="*/ 582 h 1226"/>
              <a:gd name="T22" fmla="*/ 164 w 1226"/>
              <a:gd name="T23" fmla="*/ 252 h 1226"/>
              <a:gd name="T24" fmla="*/ 0 w 1226"/>
              <a:gd name="T25" fmla="*/ 90 h 1226"/>
              <a:gd name="T26" fmla="*/ 74 w 1226"/>
              <a:gd name="T27" fmla="*/ 14 h 1226"/>
              <a:gd name="T28" fmla="*/ 935 w 1226"/>
              <a:gd name="T29" fmla="*/ 525 h 1226"/>
              <a:gd name="T30" fmla="*/ 733 w 1226"/>
              <a:gd name="T31" fmla="*/ 525 h 1226"/>
              <a:gd name="T32" fmla="*/ 312 w 1226"/>
              <a:gd name="T33" fmla="*/ 104 h 1226"/>
              <a:gd name="T34" fmla="*/ 643 w 1226"/>
              <a:gd name="T35" fmla="*/ 0 h 1226"/>
              <a:gd name="T36" fmla="*/ 1225 w 1226"/>
              <a:gd name="T37" fmla="*/ 582 h 1226"/>
              <a:gd name="T38" fmla="*/ 1121 w 1226"/>
              <a:gd name="T39" fmla="*/ 913 h 1226"/>
              <a:gd name="T40" fmla="*/ 851 w 1226"/>
              <a:gd name="T41" fmla="*/ 640 h 1226"/>
              <a:gd name="T42" fmla="*/ 935 w 1226"/>
              <a:gd name="T43" fmla="*/ 640 h 1226"/>
              <a:gd name="T44" fmla="*/ 935 w 1226"/>
              <a:gd name="T45" fmla="*/ 525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26" h="1226">
                <a:moveTo>
                  <a:pt x="350" y="640"/>
                </a:moveTo>
                <a:lnTo>
                  <a:pt x="553" y="640"/>
                </a:lnTo>
                <a:lnTo>
                  <a:pt x="435" y="525"/>
                </a:lnTo>
                <a:lnTo>
                  <a:pt x="350" y="525"/>
                </a:lnTo>
                <a:lnTo>
                  <a:pt x="350" y="640"/>
                </a:lnTo>
                <a:close/>
                <a:moveTo>
                  <a:pt x="74" y="14"/>
                </a:moveTo>
                <a:lnTo>
                  <a:pt x="1212" y="1151"/>
                </a:lnTo>
                <a:lnTo>
                  <a:pt x="1135" y="1225"/>
                </a:lnTo>
                <a:lnTo>
                  <a:pt x="974" y="1061"/>
                </a:lnTo>
                <a:cubicBezTo>
                  <a:pt x="881" y="1126"/>
                  <a:pt x="766" y="1165"/>
                  <a:pt x="643" y="1165"/>
                </a:cubicBezTo>
                <a:cubicBezTo>
                  <a:pt x="320" y="1165"/>
                  <a:pt x="60" y="905"/>
                  <a:pt x="60" y="582"/>
                </a:cubicBezTo>
                <a:cubicBezTo>
                  <a:pt x="60" y="459"/>
                  <a:pt x="99" y="345"/>
                  <a:pt x="164" y="252"/>
                </a:cubicBezTo>
                <a:lnTo>
                  <a:pt x="0" y="90"/>
                </a:lnTo>
                <a:lnTo>
                  <a:pt x="74" y="14"/>
                </a:lnTo>
                <a:close/>
                <a:moveTo>
                  <a:pt x="935" y="525"/>
                </a:moveTo>
                <a:lnTo>
                  <a:pt x="733" y="525"/>
                </a:lnTo>
                <a:lnTo>
                  <a:pt x="312" y="104"/>
                </a:lnTo>
                <a:cubicBezTo>
                  <a:pt x="405" y="38"/>
                  <a:pt x="520" y="0"/>
                  <a:pt x="643" y="0"/>
                </a:cubicBezTo>
                <a:cubicBezTo>
                  <a:pt x="965" y="0"/>
                  <a:pt x="1225" y="260"/>
                  <a:pt x="1225" y="582"/>
                </a:cubicBezTo>
                <a:cubicBezTo>
                  <a:pt x="1225" y="705"/>
                  <a:pt x="1187" y="820"/>
                  <a:pt x="1121" y="913"/>
                </a:cubicBezTo>
                <a:lnTo>
                  <a:pt x="851" y="640"/>
                </a:lnTo>
                <a:lnTo>
                  <a:pt x="935" y="640"/>
                </a:lnTo>
                <a:lnTo>
                  <a:pt x="935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44319" y="5826125"/>
            <a:ext cx="419100" cy="419100"/>
          </a:xfrm>
          <a:custGeom>
            <a:avLst/>
            <a:gdLst>
              <a:gd name="T0" fmla="*/ 583 w 1166"/>
              <a:gd name="T1" fmla="*/ 1050 h 1166"/>
              <a:gd name="T2" fmla="*/ 1050 w 1166"/>
              <a:gd name="T3" fmla="*/ 582 h 1166"/>
              <a:gd name="T4" fmla="*/ 949 w 1166"/>
              <a:gd name="T5" fmla="*/ 295 h 1166"/>
              <a:gd name="T6" fmla="*/ 296 w 1166"/>
              <a:gd name="T7" fmla="*/ 949 h 1166"/>
              <a:gd name="T8" fmla="*/ 583 w 1166"/>
              <a:gd name="T9" fmla="*/ 1050 h 1166"/>
              <a:gd name="T10" fmla="*/ 115 w 1166"/>
              <a:gd name="T11" fmla="*/ 582 h 1166"/>
              <a:gd name="T12" fmla="*/ 216 w 1166"/>
              <a:gd name="T13" fmla="*/ 870 h 1166"/>
              <a:gd name="T14" fmla="*/ 870 w 1166"/>
              <a:gd name="T15" fmla="*/ 216 h 1166"/>
              <a:gd name="T16" fmla="*/ 583 w 1166"/>
              <a:gd name="T17" fmla="*/ 115 h 1166"/>
              <a:gd name="T18" fmla="*/ 115 w 1166"/>
              <a:gd name="T19" fmla="*/ 582 h 1166"/>
              <a:gd name="T20" fmla="*/ 583 w 1166"/>
              <a:gd name="T21" fmla="*/ 0 h 1166"/>
              <a:gd name="T22" fmla="*/ 1165 w 1166"/>
              <a:gd name="T23" fmla="*/ 582 h 1166"/>
              <a:gd name="T24" fmla="*/ 583 w 1166"/>
              <a:gd name="T25" fmla="*/ 1165 h 1166"/>
              <a:gd name="T26" fmla="*/ 0 w 1166"/>
              <a:gd name="T27" fmla="*/ 582 h 1166"/>
              <a:gd name="T28" fmla="*/ 583 w 1166"/>
              <a:gd name="T2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6">
                <a:moveTo>
                  <a:pt x="583" y="1050"/>
                </a:moveTo>
                <a:cubicBezTo>
                  <a:pt x="840" y="1050"/>
                  <a:pt x="1050" y="839"/>
                  <a:pt x="1050" y="582"/>
                </a:cubicBezTo>
                <a:cubicBezTo>
                  <a:pt x="1050" y="479"/>
                  <a:pt x="1012" y="377"/>
                  <a:pt x="949" y="295"/>
                </a:cubicBezTo>
                <a:lnTo>
                  <a:pt x="296" y="949"/>
                </a:lnTo>
                <a:cubicBezTo>
                  <a:pt x="378" y="1012"/>
                  <a:pt x="479" y="1050"/>
                  <a:pt x="583" y="1050"/>
                </a:cubicBezTo>
                <a:close/>
                <a:moveTo>
                  <a:pt x="115" y="582"/>
                </a:moveTo>
                <a:cubicBezTo>
                  <a:pt x="115" y="686"/>
                  <a:pt x="153" y="788"/>
                  <a:pt x="216" y="870"/>
                </a:cubicBezTo>
                <a:lnTo>
                  <a:pt x="870" y="216"/>
                </a:lnTo>
                <a:cubicBezTo>
                  <a:pt x="788" y="153"/>
                  <a:pt x="687" y="115"/>
                  <a:pt x="583" y="115"/>
                </a:cubicBezTo>
                <a:cubicBezTo>
                  <a:pt x="326" y="115"/>
                  <a:pt x="115" y="325"/>
                  <a:pt x="115" y="582"/>
                </a:cubicBezTo>
                <a:close/>
                <a:moveTo>
                  <a:pt x="583" y="0"/>
                </a:moveTo>
                <a:cubicBezTo>
                  <a:pt x="903" y="0"/>
                  <a:pt x="1165" y="263"/>
                  <a:pt x="1165" y="582"/>
                </a:cubicBezTo>
                <a:cubicBezTo>
                  <a:pt x="1165" y="902"/>
                  <a:pt x="903" y="1165"/>
                  <a:pt x="583" y="1165"/>
                </a:cubicBezTo>
                <a:cubicBezTo>
                  <a:pt x="263" y="1165"/>
                  <a:pt x="0" y="902"/>
                  <a:pt x="0" y="582"/>
                </a:cubicBezTo>
                <a:cubicBezTo>
                  <a:pt x="0" y="263"/>
                  <a:pt x="263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47633" y="5846764"/>
            <a:ext cx="377825" cy="377825"/>
          </a:xfrm>
          <a:custGeom>
            <a:avLst/>
            <a:gdLst>
              <a:gd name="T0" fmla="*/ 232 w 1051"/>
              <a:gd name="T1" fmla="*/ 350 h 1050"/>
              <a:gd name="T2" fmla="*/ 350 w 1051"/>
              <a:gd name="T3" fmla="*/ 232 h 1050"/>
              <a:gd name="T4" fmla="*/ 232 w 1051"/>
              <a:gd name="T5" fmla="*/ 117 h 1050"/>
              <a:gd name="T6" fmla="*/ 117 w 1051"/>
              <a:gd name="T7" fmla="*/ 232 h 1050"/>
              <a:gd name="T8" fmla="*/ 232 w 1051"/>
              <a:gd name="T9" fmla="*/ 350 h 1050"/>
              <a:gd name="T10" fmla="*/ 992 w 1051"/>
              <a:gd name="T11" fmla="*/ 0 h 1050"/>
              <a:gd name="T12" fmla="*/ 1050 w 1051"/>
              <a:gd name="T13" fmla="*/ 57 h 1050"/>
              <a:gd name="T14" fmla="*/ 1050 w 1051"/>
              <a:gd name="T15" fmla="*/ 407 h 1050"/>
              <a:gd name="T16" fmla="*/ 992 w 1051"/>
              <a:gd name="T17" fmla="*/ 467 h 1050"/>
              <a:gd name="T18" fmla="*/ 57 w 1051"/>
              <a:gd name="T19" fmla="*/ 467 h 1050"/>
              <a:gd name="T20" fmla="*/ 0 w 1051"/>
              <a:gd name="T21" fmla="*/ 407 h 1050"/>
              <a:gd name="T22" fmla="*/ 0 w 1051"/>
              <a:gd name="T23" fmla="*/ 57 h 1050"/>
              <a:gd name="T24" fmla="*/ 57 w 1051"/>
              <a:gd name="T25" fmla="*/ 0 h 1050"/>
              <a:gd name="T26" fmla="*/ 992 w 1051"/>
              <a:gd name="T27" fmla="*/ 0 h 1050"/>
              <a:gd name="T28" fmla="*/ 232 w 1051"/>
              <a:gd name="T29" fmla="*/ 932 h 1050"/>
              <a:gd name="T30" fmla="*/ 350 w 1051"/>
              <a:gd name="T31" fmla="*/ 817 h 1050"/>
              <a:gd name="T32" fmla="*/ 232 w 1051"/>
              <a:gd name="T33" fmla="*/ 699 h 1050"/>
              <a:gd name="T34" fmla="*/ 117 w 1051"/>
              <a:gd name="T35" fmla="*/ 817 h 1050"/>
              <a:gd name="T36" fmla="*/ 232 w 1051"/>
              <a:gd name="T37" fmla="*/ 932 h 1050"/>
              <a:gd name="T38" fmla="*/ 992 w 1051"/>
              <a:gd name="T39" fmla="*/ 582 h 1050"/>
              <a:gd name="T40" fmla="*/ 1050 w 1051"/>
              <a:gd name="T41" fmla="*/ 642 h 1050"/>
              <a:gd name="T42" fmla="*/ 1050 w 1051"/>
              <a:gd name="T43" fmla="*/ 992 h 1050"/>
              <a:gd name="T44" fmla="*/ 992 w 1051"/>
              <a:gd name="T45" fmla="*/ 1049 h 1050"/>
              <a:gd name="T46" fmla="*/ 57 w 1051"/>
              <a:gd name="T47" fmla="*/ 1049 h 1050"/>
              <a:gd name="T48" fmla="*/ 0 w 1051"/>
              <a:gd name="T49" fmla="*/ 992 h 1050"/>
              <a:gd name="T50" fmla="*/ 0 w 1051"/>
              <a:gd name="T51" fmla="*/ 642 h 1050"/>
              <a:gd name="T52" fmla="*/ 57 w 1051"/>
              <a:gd name="T53" fmla="*/ 582 h 1050"/>
              <a:gd name="T54" fmla="*/ 992 w 1051"/>
              <a:gd name="T55" fmla="*/ 58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51" h="1050">
                <a:moveTo>
                  <a:pt x="232" y="350"/>
                </a:moveTo>
                <a:cubicBezTo>
                  <a:pt x="295" y="350"/>
                  <a:pt x="350" y="295"/>
                  <a:pt x="350" y="232"/>
                </a:cubicBezTo>
                <a:cubicBezTo>
                  <a:pt x="350" y="169"/>
                  <a:pt x="295" y="117"/>
                  <a:pt x="232" y="117"/>
                </a:cubicBezTo>
                <a:cubicBezTo>
                  <a:pt x="169" y="117"/>
                  <a:pt x="117" y="169"/>
                  <a:pt x="117" y="232"/>
                </a:cubicBezTo>
                <a:cubicBezTo>
                  <a:pt x="117" y="295"/>
                  <a:pt x="169" y="350"/>
                  <a:pt x="232" y="350"/>
                </a:cubicBezTo>
                <a:close/>
                <a:moveTo>
                  <a:pt x="992" y="0"/>
                </a:moveTo>
                <a:cubicBezTo>
                  <a:pt x="1025" y="0"/>
                  <a:pt x="1050" y="24"/>
                  <a:pt x="1050" y="57"/>
                </a:cubicBezTo>
                <a:lnTo>
                  <a:pt x="1050" y="407"/>
                </a:lnTo>
                <a:cubicBezTo>
                  <a:pt x="1050" y="440"/>
                  <a:pt x="1025" y="467"/>
                  <a:pt x="992" y="467"/>
                </a:cubicBezTo>
                <a:lnTo>
                  <a:pt x="57" y="467"/>
                </a:lnTo>
                <a:cubicBezTo>
                  <a:pt x="24" y="467"/>
                  <a:pt x="0" y="440"/>
                  <a:pt x="0" y="407"/>
                </a:cubicBezTo>
                <a:lnTo>
                  <a:pt x="0" y="57"/>
                </a:lnTo>
                <a:cubicBezTo>
                  <a:pt x="0" y="24"/>
                  <a:pt x="24" y="0"/>
                  <a:pt x="57" y="0"/>
                </a:cubicBezTo>
                <a:lnTo>
                  <a:pt x="992" y="0"/>
                </a:lnTo>
                <a:close/>
                <a:moveTo>
                  <a:pt x="232" y="932"/>
                </a:moveTo>
                <a:cubicBezTo>
                  <a:pt x="295" y="932"/>
                  <a:pt x="350" y="880"/>
                  <a:pt x="350" y="817"/>
                </a:cubicBezTo>
                <a:cubicBezTo>
                  <a:pt x="350" y="754"/>
                  <a:pt x="295" y="699"/>
                  <a:pt x="232" y="699"/>
                </a:cubicBezTo>
                <a:cubicBezTo>
                  <a:pt x="169" y="699"/>
                  <a:pt x="117" y="754"/>
                  <a:pt x="117" y="817"/>
                </a:cubicBezTo>
                <a:cubicBezTo>
                  <a:pt x="117" y="880"/>
                  <a:pt x="169" y="932"/>
                  <a:pt x="232" y="932"/>
                </a:cubicBezTo>
                <a:close/>
                <a:moveTo>
                  <a:pt x="992" y="582"/>
                </a:moveTo>
                <a:cubicBezTo>
                  <a:pt x="1025" y="582"/>
                  <a:pt x="1050" y="609"/>
                  <a:pt x="1050" y="642"/>
                </a:cubicBezTo>
                <a:lnTo>
                  <a:pt x="1050" y="992"/>
                </a:lnTo>
                <a:cubicBezTo>
                  <a:pt x="1050" y="1025"/>
                  <a:pt x="1025" y="1049"/>
                  <a:pt x="992" y="1049"/>
                </a:cubicBezTo>
                <a:lnTo>
                  <a:pt x="57" y="1049"/>
                </a:lnTo>
                <a:cubicBezTo>
                  <a:pt x="24" y="1049"/>
                  <a:pt x="0" y="1025"/>
                  <a:pt x="0" y="992"/>
                </a:cubicBezTo>
                <a:lnTo>
                  <a:pt x="0" y="642"/>
                </a:lnTo>
                <a:cubicBezTo>
                  <a:pt x="0" y="609"/>
                  <a:pt x="24" y="582"/>
                  <a:pt x="57" y="582"/>
                </a:cubicBezTo>
                <a:lnTo>
                  <a:pt x="992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08081" y="5867400"/>
            <a:ext cx="419100" cy="336550"/>
          </a:xfrm>
          <a:custGeom>
            <a:avLst/>
            <a:gdLst>
              <a:gd name="T0" fmla="*/ 465 w 1166"/>
              <a:gd name="T1" fmla="*/ 585 h 936"/>
              <a:gd name="T2" fmla="*/ 583 w 1166"/>
              <a:gd name="T3" fmla="*/ 467 h 936"/>
              <a:gd name="T4" fmla="*/ 465 w 1166"/>
              <a:gd name="T5" fmla="*/ 350 h 936"/>
              <a:gd name="T6" fmla="*/ 350 w 1166"/>
              <a:gd name="T7" fmla="*/ 467 h 936"/>
              <a:gd name="T8" fmla="*/ 465 w 1166"/>
              <a:gd name="T9" fmla="*/ 585 h 936"/>
              <a:gd name="T10" fmla="*/ 465 w 1166"/>
              <a:gd name="T11" fmla="*/ 0 h 936"/>
              <a:gd name="T12" fmla="*/ 933 w 1166"/>
              <a:gd name="T13" fmla="*/ 467 h 936"/>
              <a:gd name="T14" fmla="*/ 465 w 1166"/>
              <a:gd name="T15" fmla="*/ 935 h 936"/>
              <a:gd name="T16" fmla="*/ 0 w 1166"/>
              <a:gd name="T17" fmla="*/ 467 h 936"/>
              <a:gd name="T18" fmla="*/ 465 w 1166"/>
              <a:gd name="T19" fmla="*/ 0 h 936"/>
              <a:gd name="T20" fmla="*/ 1050 w 1166"/>
              <a:gd name="T21" fmla="*/ 175 h 936"/>
              <a:gd name="T22" fmla="*/ 1165 w 1166"/>
              <a:gd name="T23" fmla="*/ 175 h 936"/>
              <a:gd name="T24" fmla="*/ 1165 w 1166"/>
              <a:gd name="T25" fmla="*/ 467 h 936"/>
              <a:gd name="T26" fmla="*/ 1050 w 1166"/>
              <a:gd name="T27" fmla="*/ 467 h 936"/>
              <a:gd name="T28" fmla="*/ 1050 w 1166"/>
              <a:gd name="T29" fmla="*/ 175 h 936"/>
              <a:gd name="T30" fmla="*/ 1050 w 1166"/>
              <a:gd name="T31" fmla="*/ 700 h 936"/>
              <a:gd name="T32" fmla="*/ 1050 w 1166"/>
              <a:gd name="T33" fmla="*/ 585 h 936"/>
              <a:gd name="T34" fmla="*/ 1165 w 1166"/>
              <a:gd name="T35" fmla="*/ 585 h 936"/>
              <a:gd name="T36" fmla="*/ 1165 w 1166"/>
              <a:gd name="T37" fmla="*/ 700 h 936"/>
              <a:gd name="T38" fmla="*/ 1050 w 1166"/>
              <a:gd name="T39" fmla="*/ 70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936">
                <a:moveTo>
                  <a:pt x="465" y="585"/>
                </a:moveTo>
                <a:cubicBezTo>
                  <a:pt x="528" y="585"/>
                  <a:pt x="583" y="530"/>
                  <a:pt x="583" y="467"/>
                </a:cubicBezTo>
                <a:cubicBezTo>
                  <a:pt x="583" y="405"/>
                  <a:pt x="528" y="350"/>
                  <a:pt x="465" y="350"/>
                </a:cubicBezTo>
                <a:cubicBezTo>
                  <a:pt x="402" y="350"/>
                  <a:pt x="350" y="405"/>
                  <a:pt x="350" y="467"/>
                </a:cubicBezTo>
                <a:cubicBezTo>
                  <a:pt x="350" y="530"/>
                  <a:pt x="402" y="585"/>
                  <a:pt x="465" y="585"/>
                </a:cubicBezTo>
                <a:close/>
                <a:moveTo>
                  <a:pt x="465" y="0"/>
                </a:moveTo>
                <a:cubicBezTo>
                  <a:pt x="722" y="0"/>
                  <a:pt x="933" y="210"/>
                  <a:pt x="933" y="467"/>
                </a:cubicBezTo>
                <a:cubicBezTo>
                  <a:pt x="933" y="724"/>
                  <a:pt x="722" y="935"/>
                  <a:pt x="465" y="935"/>
                </a:cubicBezTo>
                <a:cubicBezTo>
                  <a:pt x="208" y="935"/>
                  <a:pt x="0" y="724"/>
                  <a:pt x="0" y="467"/>
                </a:cubicBezTo>
                <a:cubicBezTo>
                  <a:pt x="0" y="210"/>
                  <a:pt x="208" y="0"/>
                  <a:pt x="465" y="0"/>
                </a:cubicBezTo>
                <a:close/>
                <a:moveTo>
                  <a:pt x="1050" y="175"/>
                </a:moveTo>
                <a:lnTo>
                  <a:pt x="1165" y="175"/>
                </a:lnTo>
                <a:lnTo>
                  <a:pt x="1165" y="467"/>
                </a:lnTo>
                <a:lnTo>
                  <a:pt x="1050" y="467"/>
                </a:lnTo>
                <a:lnTo>
                  <a:pt x="1050" y="175"/>
                </a:lnTo>
                <a:close/>
                <a:moveTo>
                  <a:pt x="1050" y="700"/>
                </a:moveTo>
                <a:lnTo>
                  <a:pt x="1050" y="585"/>
                </a:lnTo>
                <a:lnTo>
                  <a:pt x="1165" y="585"/>
                </a:lnTo>
                <a:lnTo>
                  <a:pt x="1165" y="700"/>
                </a:lnTo>
                <a:lnTo>
                  <a:pt x="105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589169" y="5822952"/>
            <a:ext cx="423862" cy="423863"/>
          </a:xfrm>
          <a:custGeom>
            <a:avLst/>
            <a:gdLst>
              <a:gd name="T0" fmla="*/ 907 w 1176"/>
              <a:gd name="T1" fmla="*/ 530 h 1176"/>
              <a:gd name="T2" fmla="*/ 705 w 1176"/>
              <a:gd name="T3" fmla="*/ 325 h 1176"/>
              <a:gd name="T4" fmla="*/ 705 w 1176"/>
              <a:gd name="T5" fmla="*/ 470 h 1176"/>
              <a:gd name="T6" fmla="*/ 413 w 1176"/>
              <a:gd name="T7" fmla="*/ 470 h 1176"/>
              <a:gd name="T8" fmla="*/ 355 w 1176"/>
              <a:gd name="T9" fmla="*/ 530 h 1176"/>
              <a:gd name="T10" fmla="*/ 355 w 1176"/>
              <a:gd name="T11" fmla="*/ 763 h 1176"/>
              <a:gd name="T12" fmla="*/ 470 w 1176"/>
              <a:gd name="T13" fmla="*/ 763 h 1176"/>
              <a:gd name="T14" fmla="*/ 470 w 1176"/>
              <a:gd name="T15" fmla="*/ 588 h 1176"/>
              <a:gd name="T16" fmla="*/ 705 w 1176"/>
              <a:gd name="T17" fmla="*/ 588 h 1176"/>
              <a:gd name="T18" fmla="*/ 705 w 1176"/>
              <a:gd name="T19" fmla="*/ 732 h 1176"/>
              <a:gd name="T20" fmla="*/ 907 w 1176"/>
              <a:gd name="T21" fmla="*/ 530 h 1176"/>
              <a:gd name="T22" fmla="*/ 1154 w 1176"/>
              <a:gd name="T23" fmla="*/ 546 h 1176"/>
              <a:gd name="T24" fmla="*/ 1154 w 1176"/>
              <a:gd name="T25" fmla="*/ 629 h 1176"/>
              <a:gd name="T26" fmla="*/ 629 w 1176"/>
              <a:gd name="T27" fmla="*/ 1153 h 1176"/>
              <a:gd name="T28" fmla="*/ 547 w 1176"/>
              <a:gd name="T29" fmla="*/ 1153 h 1176"/>
              <a:gd name="T30" fmla="*/ 22 w 1176"/>
              <a:gd name="T31" fmla="*/ 629 h 1176"/>
              <a:gd name="T32" fmla="*/ 22 w 1176"/>
              <a:gd name="T33" fmla="*/ 546 h 1176"/>
              <a:gd name="T34" fmla="*/ 547 w 1176"/>
              <a:gd name="T35" fmla="*/ 22 h 1176"/>
              <a:gd name="T36" fmla="*/ 629 w 1176"/>
              <a:gd name="T37" fmla="*/ 22 h 1176"/>
              <a:gd name="T38" fmla="*/ 1154 w 1176"/>
              <a:gd name="T39" fmla="*/ 546 h 1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76" h="1176">
                <a:moveTo>
                  <a:pt x="907" y="530"/>
                </a:moveTo>
                <a:lnTo>
                  <a:pt x="705" y="325"/>
                </a:lnTo>
                <a:lnTo>
                  <a:pt x="705" y="470"/>
                </a:lnTo>
                <a:lnTo>
                  <a:pt x="413" y="470"/>
                </a:lnTo>
                <a:cubicBezTo>
                  <a:pt x="380" y="470"/>
                  <a:pt x="355" y="497"/>
                  <a:pt x="355" y="530"/>
                </a:cubicBezTo>
                <a:lnTo>
                  <a:pt x="355" y="763"/>
                </a:lnTo>
                <a:lnTo>
                  <a:pt x="470" y="763"/>
                </a:lnTo>
                <a:lnTo>
                  <a:pt x="470" y="588"/>
                </a:lnTo>
                <a:lnTo>
                  <a:pt x="705" y="588"/>
                </a:lnTo>
                <a:lnTo>
                  <a:pt x="705" y="732"/>
                </a:lnTo>
                <a:lnTo>
                  <a:pt x="907" y="530"/>
                </a:lnTo>
                <a:close/>
                <a:moveTo>
                  <a:pt x="1154" y="546"/>
                </a:moveTo>
                <a:cubicBezTo>
                  <a:pt x="1175" y="571"/>
                  <a:pt x="1175" y="607"/>
                  <a:pt x="1154" y="629"/>
                </a:cubicBezTo>
                <a:lnTo>
                  <a:pt x="629" y="1153"/>
                </a:lnTo>
                <a:cubicBezTo>
                  <a:pt x="607" y="1175"/>
                  <a:pt x="568" y="1175"/>
                  <a:pt x="547" y="1153"/>
                </a:cubicBezTo>
                <a:lnTo>
                  <a:pt x="22" y="629"/>
                </a:lnTo>
                <a:cubicBezTo>
                  <a:pt x="0" y="607"/>
                  <a:pt x="0" y="568"/>
                  <a:pt x="22" y="546"/>
                </a:cubicBezTo>
                <a:lnTo>
                  <a:pt x="547" y="22"/>
                </a:lnTo>
                <a:cubicBezTo>
                  <a:pt x="568" y="0"/>
                  <a:pt x="607" y="0"/>
                  <a:pt x="629" y="22"/>
                </a:cubicBezTo>
                <a:lnTo>
                  <a:pt x="1154" y="54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748044" y="5808665"/>
            <a:ext cx="273050" cy="452437"/>
          </a:xfrm>
          <a:custGeom>
            <a:avLst/>
            <a:gdLst>
              <a:gd name="T0" fmla="*/ 57 w 758"/>
              <a:gd name="T1" fmla="*/ 1255 h 1256"/>
              <a:gd name="T2" fmla="*/ 221 w 758"/>
              <a:gd name="T3" fmla="*/ 432 h 1256"/>
              <a:gd name="T4" fmla="*/ 117 w 758"/>
              <a:gd name="T5" fmla="*/ 473 h 1256"/>
              <a:gd name="T6" fmla="*/ 117 w 758"/>
              <a:gd name="T7" fmla="*/ 670 h 1256"/>
              <a:gd name="T8" fmla="*/ 0 w 758"/>
              <a:gd name="T9" fmla="*/ 670 h 1256"/>
              <a:gd name="T10" fmla="*/ 0 w 758"/>
              <a:gd name="T11" fmla="*/ 396 h 1256"/>
              <a:gd name="T12" fmla="*/ 303 w 758"/>
              <a:gd name="T13" fmla="*/ 268 h 1256"/>
              <a:gd name="T14" fmla="*/ 350 w 758"/>
              <a:gd name="T15" fmla="*/ 263 h 1256"/>
              <a:gd name="T16" fmla="*/ 448 w 758"/>
              <a:gd name="T17" fmla="*/ 320 h 1256"/>
              <a:gd name="T18" fmla="*/ 508 w 758"/>
              <a:gd name="T19" fmla="*/ 413 h 1256"/>
              <a:gd name="T20" fmla="*/ 757 w 758"/>
              <a:gd name="T21" fmla="*/ 555 h 1256"/>
              <a:gd name="T22" fmla="*/ 757 w 758"/>
              <a:gd name="T23" fmla="*/ 670 h 1256"/>
              <a:gd name="T24" fmla="*/ 437 w 758"/>
              <a:gd name="T25" fmla="*/ 525 h 1256"/>
              <a:gd name="T26" fmla="*/ 402 w 758"/>
              <a:gd name="T27" fmla="*/ 700 h 1256"/>
              <a:gd name="T28" fmla="*/ 525 w 758"/>
              <a:gd name="T29" fmla="*/ 818 h 1256"/>
              <a:gd name="T30" fmla="*/ 525 w 758"/>
              <a:gd name="T31" fmla="*/ 1255 h 1256"/>
              <a:gd name="T32" fmla="*/ 407 w 758"/>
              <a:gd name="T33" fmla="*/ 1255 h 1256"/>
              <a:gd name="T34" fmla="*/ 407 w 758"/>
              <a:gd name="T35" fmla="*/ 905 h 1256"/>
              <a:gd name="T36" fmla="*/ 287 w 758"/>
              <a:gd name="T37" fmla="*/ 787 h 1256"/>
              <a:gd name="T38" fmla="*/ 180 w 758"/>
              <a:gd name="T39" fmla="*/ 1255 h 1256"/>
              <a:gd name="T40" fmla="*/ 57 w 758"/>
              <a:gd name="T41" fmla="*/ 1255 h 1256"/>
              <a:gd name="T42" fmla="*/ 437 w 758"/>
              <a:gd name="T43" fmla="*/ 232 h 1256"/>
              <a:gd name="T44" fmla="*/ 320 w 758"/>
              <a:gd name="T45" fmla="*/ 118 h 1256"/>
              <a:gd name="T46" fmla="*/ 437 w 758"/>
              <a:gd name="T47" fmla="*/ 0 h 1256"/>
              <a:gd name="T48" fmla="*/ 555 w 758"/>
              <a:gd name="T49" fmla="*/ 118 h 1256"/>
              <a:gd name="T50" fmla="*/ 437 w 758"/>
              <a:gd name="T51" fmla="*/ 232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8" h="1256">
                <a:moveTo>
                  <a:pt x="57" y="1255"/>
                </a:moveTo>
                <a:lnTo>
                  <a:pt x="221" y="432"/>
                </a:lnTo>
                <a:lnTo>
                  <a:pt x="117" y="473"/>
                </a:lnTo>
                <a:lnTo>
                  <a:pt x="117" y="670"/>
                </a:lnTo>
                <a:lnTo>
                  <a:pt x="0" y="670"/>
                </a:lnTo>
                <a:lnTo>
                  <a:pt x="0" y="396"/>
                </a:lnTo>
                <a:lnTo>
                  <a:pt x="303" y="268"/>
                </a:lnTo>
                <a:cubicBezTo>
                  <a:pt x="320" y="268"/>
                  <a:pt x="333" y="263"/>
                  <a:pt x="350" y="263"/>
                </a:cubicBezTo>
                <a:cubicBezTo>
                  <a:pt x="391" y="263"/>
                  <a:pt x="424" y="284"/>
                  <a:pt x="448" y="320"/>
                </a:cubicBezTo>
                <a:lnTo>
                  <a:pt x="508" y="413"/>
                </a:lnTo>
                <a:cubicBezTo>
                  <a:pt x="555" y="495"/>
                  <a:pt x="645" y="555"/>
                  <a:pt x="757" y="555"/>
                </a:cubicBezTo>
                <a:lnTo>
                  <a:pt x="757" y="670"/>
                </a:lnTo>
                <a:cubicBezTo>
                  <a:pt x="629" y="670"/>
                  <a:pt x="514" y="612"/>
                  <a:pt x="437" y="525"/>
                </a:cubicBezTo>
                <a:lnTo>
                  <a:pt x="402" y="700"/>
                </a:lnTo>
                <a:lnTo>
                  <a:pt x="525" y="818"/>
                </a:lnTo>
                <a:lnTo>
                  <a:pt x="525" y="1255"/>
                </a:lnTo>
                <a:lnTo>
                  <a:pt x="407" y="1255"/>
                </a:lnTo>
                <a:lnTo>
                  <a:pt x="407" y="905"/>
                </a:lnTo>
                <a:lnTo>
                  <a:pt x="287" y="787"/>
                </a:lnTo>
                <a:lnTo>
                  <a:pt x="180" y="1255"/>
                </a:lnTo>
                <a:lnTo>
                  <a:pt x="57" y="1255"/>
                </a:lnTo>
                <a:close/>
                <a:moveTo>
                  <a:pt x="437" y="232"/>
                </a:moveTo>
                <a:cubicBezTo>
                  <a:pt x="374" y="232"/>
                  <a:pt x="320" y="181"/>
                  <a:pt x="320" y="118"/>
                </a:cubicBezTo>
                <a:cubicBezTo>
                  <a:pt x="320" y="55"/>
                  <a:pt x="374" y="0"/>
                  <a:pt x="437" y="0"/>
                </a:cubicBezTo>
                <a:cubicBezTo>
                  <a:pt x="500" y="0"/>
                  <a:pt x="555" y="55"/>
                  <a:pt x="555" y="118"/>
                </a:cubicBezTo>
                <a:cubicBezTo>
                  <a:pt x="555" y="181"/>
                  <a:pt x="500" y="232"/>
                  <a:pt x="437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797381" y="5835652"/>
            <a:ext cx="336550" cy="398463"/>
          </a:xfrm>
          <a:custGeom>
            <a:avLst/>
            <a:gdLst>
              <a:gd name="T0" fmla="*/ 817 w 936"/>
              <a:gd name="T1" fmla="*/ 525 h 1108"/>
              <a:gd name="T2" fmla="*/ 817 w 936"/>
              <a:gd name="T3" fmla="*/ 232 h 1108"/>
              <a:gd name="T4" fmla="*/ 525 w 936"/>
              <a:gd name="T5" fmla="*/ 232 h 1108"/>
              <a:gd name="T6" fmla="*/ 525 w 936"/>
              <a:gd name="T7" fmla="*/ 525 h 1108"/>
              <a:gd name="T8" fmla="*/ 817 w 936"/>
              <a:gd name="T9" fmla="*/ 525 h 1108"/>
              <a:gd name="T10" fmla="*/ 730 w 936"/>
              <a:gd name="T11" fmla="*/ 875 h 1108"/>
              <a:gd name="T12" fmla="*/ 817 w 936"/>
              <a:gd name="T13" fmla="*/ 787 h 1108"/>
              <a:gd name="T14" fmla="*/ 730 w 936"/>
              <a:gd name="T15" fmla="*/ 700 h 1108"/>
              <a:gd name="T16" fmla="*/ 642 w 936"/>
              <a:gd name="T17" fmla="*/ 787 h 1108"/>
              <a:gd name="T18" fmla="*/ 730 w 936"/>
              <a:gd name="T19" fmla="*/ 875 h 1108"/>
              <a:gd name="T20" fmla="*/ 410 w 936"/>
              <a:gd name="T21" fmla="*/ 525 h 1108"/>
              <a:gd name="T22" fmla="*/ 410 w 936"/>
              <a:gd name="T23" fmla="*/ 232 h 1108"/>
              <a:gd name="T24" fmla="*/ 117 w 936"/>
              <a:gd name="T25" fmla="*/ 232 h 1108"/>
              <a:gd name="T26" fmla="*/ 117 w 936"/>
              <a:gd name="T27" fmla="*/ 525 h 1108"/>
              <a:gd name="T28" fmla="*/ 410 w 936"/>
              <a:gd name="T29" fmla="*/ 525 h 1108"/>
              <a:gd name="T30" fmla="*/ 205 w 936"/>
              <a:gd name="T31" fmla="*/ 875 h 1108"/>
              <a:gd name="T32" fmla="*/ 292 w 936"/>
              <a:gd name="T33" fmla="*/ 787 h 1108"/>
              <a:gd name="T34" fmla="*/ 205 w 936"/>
              <a:gd name="T35" fmla="*/ 700 h 1108"/>
              <a:gd name="T36" fmla="*/ 117 w 936"/>
              <a:gd name="T37" fmla="*/ 787 h 1108"/>
              <a:gd name="T38" fmla="*/ 205 w 936"/>
              <a:gd name="T39" fmla="*/ 875 h 1108"/>
              <a:gd name="T40" fmla="*/ 467 w 936"/>
              <a:gd name="T41" fmla="*/ 0 h 1108"/>
              <a:gd name="T42" fmla="*/ 935 w 936"/>
              <a:gd name="T43" fmla="*/ 232 h 1108"/>
              <a:gd name="T44" fmla="*/ 935 w 936"/>
              <a:gd name="T45" fmla="*/ 787 h 1108"/>
              <a:gd name="T46" fmla="*/ 730 w 936"/>
              <a:gd name="T47" fmla="*/ 990 h 1108"/>
              <a:gd name="T48" fmla="*/ 817 w 936"/>
              <a:gd name="T49" fmla="*/ 1077 h 1108"/>
              <a:gd name="T50" fmla="*/ 817 w 936"/>
              <a:gd name="T51" fmla="*/ 1107 h 1108"/>
              <a:gd name="T52" fmla="*/ 117 w 936"/>
              <a:gd name="T53" fmla="*/ 1107 h 1108"/>
              <a:gd name="T54" fmla="*/ 117 w 936"/>
              <a:gd name="T55" fmla="*/ 1077 h 1108"/>
              <a:gd name="T56" fmla="*/ 205 w 936"/>
              <a:gd name="T57" fmla="*/ 990 h 1108"/>
              <a:gd name="T58" fmla="*/ 0 w 936"/>
              <a:gd name="T59" fmla="*/ 787 h 1108"/>
              <a:gd name="T60" fmla="*/ 0 w 936"/>
              <a:gd name="T61" fmla="*/ 232 h 1108"/>
              <a:gd name="T62" fmla="*/ 467 w 936"/>
              <a:gd name="T63" fmla="*/ 0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36" h="1108">
                <a:moveTo>
                  <a:pt x="817" y="525"/>
                </a:moveTo>
                <a:lnTo>
                  <a:pt x="817" y="232"/>
                </a:lnTo>
                <a:lnTo>
                  <a:pt x="525" y="232"/>
                </a:lnTo>
                <a:lnTo>
                  <a:pt x="525" y="525"/>
                </a:lnTo>
                <a:lnTo>
                  <a:pt x="817" y="525"/>
                </a:lnTo>
                <a:close/>
                <a:moveTo>
                  <a:pt x="730" y="875"/>
                </a:moveTo>
                <a:cubicBezTo>
                  <a:pt x="779" y="875"/>
                  <a:pt x="817" y="836"/>
                  <a:pt x="817" y="787"/>
                </a:cubicBezTo>
                <a:cubicBezTo>
                  <a:pt x="817" y="738"/>
                  <a:pt x="779" y="700"/>
                  <a:pt x="730" y="700"/>
                </a:cubicBezTo>
                <a:cubicBezTo>
                  <a:pt x="681" y="700"/>
                  <a:pt x="642" y="738"/>
                  <a:pt x="642" y="787"/>
                </a:cubicBezTo>
                <a:cubicBezTo>
                  <a:pt x="642" y="836"/>
                  <a:pt x="681" y="875"/>
                  <a:pt x="730" y="875"/>
                </a:cubicBezTo>
                <a:close/>
                <a:moveTo>
                  <a:pt x="410" y="525"/>
                </a:moveTo>
                <a:lnTo>
                  <a:pt x="410" y="232"/>
                </a:lnTo>
                <a:lnTo>
                  <a:pt x="117" y="232"/>
                </a:lnTo>
                <a:lnTo>
                  <a:pt x="117" y="525"/>
                </a:lnTo>
                <a:lnTo>
                  <a:pt x="410" y="525"/>
                </a:lnTo>
                <a:close/>
                <a:moveTo>
                  <a:pt x="205" y="875"/>
                </a:moveTo>
                <a:cubicBezTo>
                  <a:pt x="254" y="875"/>
                  <a:pt x="292" y="836"/>
                  <a:pt x="292" y="787"/>
                </a:cubicBezTo>
                <a:cubicBezTo>
                  <a:pt x="292" y="738"/>
                  <a:pt x="254" y="700"/>
                  <a:pt x="205" y="700"/>
                </a:cubicBezTo>
                <a:cubicBezTo>
                  <a:pt x="156" y="700"/>
                  <a:pt x="117" y="738"/>
                  <a:pt x="117" y="787"/>
                </a:cubicBezTo>
                <a:cubicBezTo>
                  <a:pt x="117" y="836"/>
                  <a:pt x="156" y="875"/>
                  <a:pt x="205" y="875"/>
                </a:cubicBezTo>
                <a:close/>
                <a:moveTo>
                  <a:pt x="467" y="0"/>
                </a:moveTo>
                <a:cubicBezTo>
                  <a:pt x="724" y="0"/>
                  <a:pt x="935" y="27"/>
                  <a:pt x="935" y="232"/>
                </a:cubicBezTo>
                <a:lnTo>
                  <a:pt x="935" y="787"/>
                </a:lnTo>
                <a:cubicBezTo>
                  <a:pt x="935" y="899"/>
                  <a:pt x="842" y="990"/>
                  <a:pt x="730" y="990"/>
                </a:cubicBezTo>
                <a:lnTo>
                  <a:pt x="817" y="1077"/>
                </a:lnTo>
                <a:lnTo>
                  <a:pt x="817" y="1107"/>
                </a:lnTo>
                <a:lnTo>
                  <a:pt x="117" y="1107"/>
                </a:lnTo>
                <a:lnTo>
                  <a:pt x="117" y="1077"/>
                </a:lnTo>
                <a:lnTo>
                  <a:pt x="205" y="990"/>
                </a:lnTo>
                <a:cubicBezTo>
                  <a:pt x="93" y="990"/>
                  <a:pt x="0" y="899"/>
                  <a:pt x="0" y="787"/>
                </a:cubicBezTo>
                <a:lnTo>
                  <a:pt x="0" y="232"/>
                </a:lnTo>
                <a:cubicBezTo>
                  <a:pt x="0" y="27"/>
                  <a:pt x="210" y="0"/>
                  <a:pt x="467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97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7" y="675483"/>
            <a:ext cx="488950" cy="282575"/>
          </a:xfrm>
          <a:custGeom>
            <a:avLst/>
            <a:gdLst>
              <a:gd name="T0" fmla="*/ 0 w 1357"/>
              <a:gd name="T1" fmla="*/ 457 h 783"/>
              <a:gd name="T2" fmla="*/ 82 w 1357"/>
              <a:gd name="T3" fmla="*/ 375 h 783"/>
              <a:gd name="T4" fmla="*/ 407 w 1357"/>
              <a:gd name="T5" fmla="*/ 700 h 783"/>
              <a:gd name="T6" fmla="*/ 325 w 1357"/>
              <a:gd name="T7" fmla="*/ 782 h 783"/>
              <a:gd name="T8" fmla="*/ 0 w 1357"/>
              <a:gd name="T9" fmla="*/ 457 h 783"/>
              <a:gd name="T10" fmla="*/ 1271 w 1357"/>
              <a:gd name="T11" fmla="*/ 0 h 783"/>
              <a:gd name="T12" fmla="*/ 1356 w 1357"/>
              <a:gd name="T13" fmla="*/ 82 h 783"/>
              <a:gd name="T14" fmla="*/ 656 w 1357"/>
              <a:gd name="T15" fmla="*/ 782 h 783"/>
              <a:gd name="T16" fmla="*/ 328 w 1357"/>
              <a:gd name="T17" fmla="*/ 457 h 783"/>
              <a:gd name="T18" fmla="*/ 413 w 1357"/>
              <a:gd name="T19" fmla="*/ 375 h 783"/>
              <a:gd name="T20" fmla="*/ 656 w 1357"/>
              <a:gd name="T21" fmla="*/ 618 h 783"/>
              <a:gd name="T22" fmla="*/ 1271 w 1357"/>
              <a:gd name="T23" fmla="*/ 0 h 783"/>
              <a:gd name="T24" fmla="*/ 1025 w 1357"/>
              <a:gd name="T25" fmla="*/ 82 h 783"/>
              <a:gd name="T26" fmla="*/ 656 w 1357"/>
              <a:gd name="T27" fmla="*/ 454 h 783"/>
              <a:gd name="T28" fmla="*/ 574 w 1357"/>
              <a:gd name="T29" fmla="*/ 372 h 783"/>
              <a:gd name="T30" fmla="*/ 943 w 1357"/>
              <a:gd name="T31" fmla="*/ 0 h 783"/>
              <a:gd name="T32" fmla="*/ 1025 w 1357"/>
              <a:gd name="T33" fmla="*/ 82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57" h="783">
                <a:moveTo>
                  <a:pt x="0" y="457"/>
                </a:moveTo>
                <a:lnTo>
                  <a:pt x="82" y="375"/>
                </a:lnTo>
                <a:lnTo>
                  <a:pt x="407" y="700"/>
                </a:lnTo>
                <a:lnTo>
                  <a:pt x="325" y="782"/>
                </a:lnTo>
                <a:lnTo>
                  <a:pt x="0" y="457"/>
                </a:lnTo>
                <a:close/>
                <a:moveTo>
                  <a:pt x="1271" y="0"/>
                </a:moveTo>
                <a:lnTo>
                  <a:pt x="1356" y="82"/>
                </a:lnTo>
                <a:lnTo>
                  <a:pt x="656" y="782"/>
                </a:lnTo>
                <a:lnTo>
                  <a:pt x="328" y="457"/>
                </a:lnTo>
                <a:lnTo>
                  <a:pt x="413" y="375"/>
                </a:lnTo>
                <a:lnTo>
                  <a:pt x="656" y="618"/>
                </a:lnTo>
                <a:lnTo>
                  <a:pt x="1271" y="0"/>
                </a:lnTo>
                <a:close/>
                <a:moveTo>
                  <a:pt x="1025" y="82"/>
                </a:moveTo>
                <a:lnTo>
                  <a:pt x="656" y="454"/>
                </a:lnTo>
                <a:lnTo>
                  <a:pt x="574" y="372"/>
                </a:lnTo>
                <a:lnTo>
                  <a:pt x="943" y="0"/>
                </a:lnTo>
                <a:lnTo>
                  <a:pt x="1025" y="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203449" y="596108"/>
            <a:ext cx="336550" cy="441325"/>
          </a:xfrm>
          <a:custGeom>
            <a:avLst/>
            <a:gdLst>
              <a:gd name="T0" fmla="*/ 700 w 936"/>
              <a:gd name="T1" fmla="*/ 875 h 1226"/>
              <a:gd name="T2" fmla="*/ 700 w 936"/>
              <a:gd name="T3" fmla="*/ 760 h 1226"/>
              <a:gd name="T4" fmla="*/ 525 w 936"/>
              <a:gd name="T5" fmla="*/ 760 h 1226"/>
              <a:gd name="T6" fmla="*/ 525 w 936"/>
              <a:gd name="T7" fmla="*/ 585 h 1226"/>
              <a:gd name="T8" fmla="*/ 410 w 936"/>
              <a:gd name="T9" fmla="*/ 585 h 1226"/>
              <a:gd name="T10" fmla="*/ 410 w 936"/>
              <a:gd name="T11" fmla="*/ 760 h 1226"/>
              <a:gd name="T12" fmla="*/ 235 w 936"/>
              <a:gd name="T13" fmla="*/ 760 h 1226"/>
              <a:gd name="T14" fmla="*/ 235 w 936"/>
              <a:gd name="T15" fmla="*/ 875 h 1226"/>
              <a:gd name="T16" fmla="*/ 410 w 936"/>
              <a:gd name="T17" fmla="*/ 875 h 1226"/>
              <a:gd name="T18" fmla="*/ 410 w 936"/>
              <a:gd name="T19" fmla="*/ 1050 h 1226"/>
              <a:gd name="T20" fmla="*/ 525 w 936"/>
              <a:gd name="T21" fmla="*/ 1050 h 1226"/>
              <a:gd name="T22" fmla="*/ 525 w 936"/>
              <a:gd name="T23" fmla="*/ 875 h 1226"/>
              <a:gd name="T24" fmla="*/ 700 w 936"/>
              <a:gd name="T25" fmla="*/ 875 h 1226"/>
              <a:gd name="T26" fmla="*/ 287 w 936"/>
              <a:gd name="T27" fmla="*/ 293 h 1226"/>
              <a:gd name="T28" fmla="*/ 287 w 936"/>
              <a:gd name="T29" fmla="*/ 410 h 1226"/>
              <a:gd name="T30" fmla="*/ 648 w 936"/>
              <a:gd name="T31" fmla="*/ 410 h 1226"/>
              <a:gd name="T32" fmla="*/ 648 w 936"/>
              <a:gd name="T33" fmla="*/ 293 h 1226"/>
              <a:gd name="T34" fmla="*/ 468 w 936"/>
              <a:gd name="T35" fmla="*/ 112 h 1226"/>
              <a:gd name="T36" fmla="*/ 287 w 936"/>
              <a:gd name="T37" fmla="*/ 293 h 1226"/>
              <a:gd name="T38" fmla="*/ 818 w 936"/>
              <a:gd name="T39" fmla="*/ 410 h 1226"/>
              <a:gd name="T40" fmla="*/ 935 w 936"/>
              <a:gd name="T41" fmla="*/ 525 h 1226"/>
              <a:gd name="T42" fmla="*/ 935 w 936"/>
              <a:gd name="T43" fmla="*/ 1110 h 1226"/>
              <a:gd name="T44" fmla="*/ 818 w 936"/>
              <a:gd name="T45" fmla="*/ 1225 h 1226"/>
              <a:gd name="T46" fmla="*/ 118 w 936"/>
              <a:gd name="T47" fmla="*/ 1225 h 1226"/>
              <a:gd name="T48" fmla="*/ 0 w 936"/>
              <a:gd name="T49" fmla="*/ 1110 h 1226"/>
              <a:gd name="T50" fmla="*/ 0 w 936"/>
              <a:gd name="T51" fmla="*/ 525 h 1226"/>
              <a:gd name="T52" fmla="*/ 118 w 936"/>
              <a:gd name="T53" fmla="*/ 410 h 1226"/>
              <a:gd name="T54" fmla="*/ 175 w 936"/>
              <a:gd name="T55" fmla="*/ 410 h 1226"/>
              <a:gd name="T56" fmla="*/ 175 w 936"/>
              <a:gd name="T57" fmla="*/ 293 h 1226"/>
              <a:gd name="T58" fmla="*/ 468 w 936"/>
              <a:gd name="T59" fmla="*/ 0 h 1226"/>
              <a:gd name="T60" fmla="*/ 760 w 936"/>
              <a:gd name="T61" fmla="*/ 293 h 1226"/>
              <a:gd name="T62" fmla="*/ 760 w 936"/>
              <a:gd name="T63" fmla="*/ 410 h 1226"/>
              <a:gd name="T64" fmla="*/ 818 w 936"/>
              <a:gd name="T65" fmla="*/ 410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36" h="1226">
                <a:moveTo>
                  <a:pt x="700" y="875"/>
                </a:moveTo>
                <a:lnTo>
                  <a:pt x="700" y="760"/>
                </a:lnTo>
                <a:lnTo>
                  <a:pt x="525" y="760"/>
                </a:lnTo>
                <a:lnTo>
                  <a:pt x="525" y="585"/>
                </a:lnTo>
                <a:lnTo>
                  <a:pt x="410" y="585"/>
                </a:lnTo>
                <a:lnTo>
                  <a:pt x="410" y="760"/>
                </a:lnTo>
                <a:lnTo>
                  <a:pt x="235" y="760"/>
                </a:lnTo>
                <a:lnTo>
                  <a:pt x="235" y="875"/>
                </a:lnTo>
                <a:lnTo>
                  <a:pt x="410" y="875"/>
                </a:lnTo>
                <a:lnTo>
                  <a:pt x="410" y="1050"/>
                </a:lnTo>
                <a:lnTo>
                  <a:pt x="525" y="1050"/>
                </a:lnTo>
                <a:lnTo>
                  <a:pt x="525" y="875"/>
                </a:lnTo>
                <a:lnTo>
                  <a:pt x="700" y="875"/>
                </a:lnTo>
                <a:close/>
                <a:moveTo>
                  <a:pt x="287" y="293"/>
                </a:moveTo>
                <a:lnTo>
                  <a:pt x="287" y="410"/>
                </a:lnTo>
                <a:lnTo>
                  <a:pt x="648" y="410"/>
                </a:lnTo>
                <a:lnTo>
                  <a:pt x="648" y="293"/>
                </a:lnTo>
                <a:cubicBezTo>
                  <a:pt x="648" y="194"/>
                  <a:pt x="566" y="112"/>
                  <a:pt x="468" y="112"/>
                </a:cubicBezTo>
                <a:cubicBezTo>
                  <a:pt x="369" y="112"/>
                  <a:pt x="287" y="194"/>
                  <a:pt x="287" y="293"/>
                </a:cubicBezTo>
                <a:close/>
                <a:moveTo>
                  <a:pt x="818" y="410"/>
                </a:moveTo>
                <a:cubicBezTo>
                  <a:pt x="881" y="410"/>
                  <a:pt x="935" y="462"/>
                  <a:pt x="935" y="525"/>
                </a:cubicBezTo>
                <a:lnTo>
                  <a:pt x="935" y="1110"/>
                </a:lnTo>
                <a:cubicBezTo>
                  <a:pt x="935" y="1173"/>
                  <a:pt x="881" y="1225"/>
                  <a:pt x="818" y="1225"/>
                </a:cubicBezTo>
                <a:lnTo>
                  <a:pt x="118" y="1225"/>
                </a:lnTo>
                <a:cubicBezTo>
                  <a:pt x="55" y="1225"/>
                  <a:pt x="0" y="1173"/>
                  <a:pt x="0" y="1110"/>
                </a:cubicBezTo>
                <a:lnTo>
                  <a:pt x="0" y="525"/>
                </a:lnTo>
                <a:cubicBezTo>
                  <a:pt x="0" y="462"/>
                  <a:pt x="55" y="410"/>
                  <a:pt x="118" y="410"/>
                </a:cubicBezTo>
                <a:lnTo>
                  <a:pt x="175" y="410"/>
                </a:lnTo>
                <a:lnTo>
                  <a:pt x="175" y="293"/>
                </a:lnTo>
                <a:cubicBezTo>
                  <a:pt x="175" y="131"/>
                  <a:pt x="306" y="0"/>
                  <a:pt x="468" y="0"/>
                </a:cubicBezTo>
                <a:cubicBezTo>
                  <a:pt x="629" y="0"/>
                  <a:pt x="760" y="131"/>
                  <a:pt x="760" y="293"/>
                </a:cubicBezTo>
                <a:lnTo>
                  <a:pt x="760" y="410"/>
                </a:lnTo>
                <a:lnTo>
                  <a:pt x="818" y="41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97239" y="670719"/>
            <a:ext cx="293687" cy="293688"/>
          </a:xfrm>
          <a:custGeom>
            <a:avLst/>
            <a:gdLst>
              <a:gd name="T0" fmla="*/ 407 w 816"/>
              <a:gd name="T1" fmla="*/ 0 h 816"/>
              <a:gd name="T2" fmla="*/ 796 w 816"/>
              <a:gd name="T3" fmla="*/ 582 h 816"/>
              <a:gd name="T4" fmla="*/ 19 w 816"/>
              <a:gd name="T5" fmla="*/ 582 h 816"/>
              <a:gd name="T6" fmla="*/ 407 w 816"/>
              <a:gd name="T7" fmla="*/ 0 h 816"/>
              <a:gd name="T8" fmla="*/ 0 w 816"/>
              <a:gd name="T9" fmla="*/ 700 h 816"/>
              <a:gd name="T10" fmla="*/ 815 w 816"/>
              <a:gd name="T11" fmla="*/ 700 h 816"/>
              <a:gd name="T12" fmla="*/ 815 w 816"/>
              <a:gd name="T13" fmla="*/ 815 h 816"/>
              <a:gd name="T14" fmla="*/ 0 w 816"/>
              <a:gd name="T15" fmla="*/ 815 h 816"/>
              <a:gd name="T16" fmla="*/ 0 w 816"/>
              <a:gd name="T17" fmla="*/ 70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6" h="816">
                <a:moveTo>
                  <a:pt x="407" y="0"/>
                </a:moveTo>
                <a:lnTo>
                  <a:pt x="796" y="582"/>
                </a:lnTo>
                <a:lnTo>
                  <a:pt x="19" y="582"/>
                </a:lnTo>
                <a:lnTo>
                  <a:pt x="407" y="0"/>
                </a:lnTo>
                <a:close/>
                <a:moveTo>
                  <a:pt x="0" y="700"/>
                </a:moveTo>
                <a:lnTo>
                  <a:pt x="815" y="700"/>
                </a:lnTo>
                <a:lnTo>
                  <a:pt x="815" y="815"/>
                </a:lnTo>
                <a:lnTo>
                  <a:pt x="0" y="815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70389" y="607219"/>
            <a:ext cx="293687" cy="419100"/>
          </a:xfrm>
          <a:custGeom>
            <a:avLst/>
            <a:gdLst>
              <a:gd name="T0" fmla="*/ 577 w 816"/>
              <a:gd name="T1" fmla="*/ 323 h 1166"/>
              <a:gd name="T2" fmla="*/ 577 w 816"/>
              <a:gd name="T3" fmla="*/ 293 h 1166"/>
              <a:gd name="T4" fmla="*/ 522 w 816"/>
              <a:gd name="T5" fmla="*/ 238 h 1166"/>
              <a:gd name="T6" fmla="*/ 492 w 816"/>
              <a:gd name="T7" fmla="*/ 238 h 1166"/>
              <a:gd name="T8" fmla="*/ 451 w 816"/>
              <a:gd name="T9" fmla="*/ 279 h 1166"/>
              <a:gd name="T10" fmla="*/ 536 w 816"/>
              <a:gd name="T11" fmla="*/ 364 h 1166"/>
              <a:gd name="T12" fmla="*/ 577 w 816"/>
              <a:gd name="T13" fmla="*/ 323 h 1166"/>
              <a:gd name="T14" fmla="*/ 317 w 816"/>
              <a:gd name="T15" fmla="*/ 582 h 1166"/>
              <a:gd name="T16" fmla="*/ 511 w 816"/>
              <a:gd name="T17" fmla="*/ 388 h 1166"/>
              <a:gd name="T18" fmla="*/ 426 w 816"/>
              <a:gd name="T19" fmla="*/ 304 h 1166"/>
              <a:gd name="T20" fmla="*/ 232 w 816"/>
              <a:gd name="T21" fmla="*/ 498 h 1166"/>
              <a:gd name="T22" fmla="*/ 232 w 816"/>
              <a:gd name="T23" fmla="*/ 582 h 1166"/>
              <a:gd name="T24" fmla="*/ 317 w 816"/>
              <a:gd name="T25" fmla="*/ 582 h 1166"/>
              <a:gd name="T26" fmla="*/ 407 w 816"/>
              <a:gd name="T27" fmla="*/ 0 h 1166"/>
              <a:gd name="T28" fmla="*/ 815 w 816"/>
              <a:gd name="T29" fmla="*/ 407 h 1166"/>
              <a:gd name="T30" fmla="*/ 407 w 816"/>
              <a:gd name="T31" fmla="*/ 1165 h 1166"/>
              <a:gd name="T32" fmla="*/ 0 w 816"/>
              <a:gd name="T33" fmla="*/ 407 h 1166"/>
              <a:gd name="T34" fmla="*/ 407 w 816"/>
              <a:gd name="T3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16" h="1166">
                <a:moveTo>
                  <a:pt x="577" y="323"/>
                </a:moveTo>
                <a:cubicBezTo>
                  <a:pt x="585" y="314"/>
                  <a:pt x="585" y="301"/>
                  <a:pt x="577" y="293"/>
                </a:cubicBezTo>
                <a:lnTo>
                  <a:pt x="522" y="238"/>
                </a:lnTo>
                <a:cubicBezTo>
                  <a:pt x="514" y="230"/>
                  <a:pt x="500" y="230"/>
                  <a:pt x="492" y="238"/>
                </a:cubicBezTo>
                <a:lnTo>
                  <a:pt x="451" y="279"/>
                </a:lnTo>
                <a:lnTo>
                  <a:pt x="536" y="364"/>
                </a:lnTo>
                <a:lnTo>
                  <a:pt x="577" y="323"/>
                </a:lnTo>
                <a:close/>
                <a:moveTo>
                  <a:pt x="317" y="582"/>
                </a:moveTo>
                <a:lnTo>
                  <a:pt x="511" y="388"/>
                </a:lnTo>
                <a:lnTo>
                  <a:pt x="426" y="304"/>
                </a:lnTo>
                <a:lnTo>
                  <a:pt x="232" y="498"/>
                </a:lnTo>
                <a:lnTo>
                  <a:pt x="232" y="582"/>
                </a:lnTo>
                <a:lnTo>
                  <a:pt x="317" y="582"/>
                </a:lnTo>
                <a:close/>
                <a:moveTo>
                  <a:pt x="407" y="0"/>
                </a:moveTo>
                <a:cubicBezTo>
                  <a:pt x="631" y="0"/>
                  <a:pt x="815" y="183"/>
                  <a:pt x="815" y="407"/>
                </a:cubicBezTo>
                <a:cubicBezTo>
                  <a:pt x="815" y="714"/>
                  <a:pt x="407" y="1165"/>
                  <a:pt x="407" y="1165"/>
                </a:cubicBezTo>
                <a:cubicBezTo>
                  <a:pt x="407" y="1165"/>
                  <a:pt x="0" y="714"/>
                  <a:pt x="0" y="407"/>
                </a:cubicBezTo>
                <a:cubicBezTo>
                  <a:pt x="0" y="183"/>
                  <a:pt x="183" y="0"/>
                  <a:pt x="407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57812" y="627858"/>
            <a:ext cx="463550" cy="377825"/>
          </a:xfrm>
          <a:custGeom>
            <a:avLst/>
            <a:gdLst>
              <a:gd name="T0" fmla="*/ 350 w 1286"/>
              <a:gd name="T1" fmla="*/ 525 h 1051"/>
              <a:gd name="T2" fmla="*/ 350 w 1286"/>
              <a:gd name="T3" fmla="*/ 643 h 1051"/>
              <a:gd name="T4" fmla="*/ 235 w 1286"/>
              <a:gd name="T5" fmla="*/ 643 h 1051"/>
              <a:gd name="T6" fmla="*/ 235 w 1286"/>
              <a:gd name="T7" fmla="*/ 525 h 1051"/>
              <a:gd name="T8" fmla="*/ 350 w 1286"/>
              <a:gd name="T9" fmla="*/ 525 h 1051"/>
              <a:gd name="T10" fmla="*/ 350 w 1286"/>
              <a:gd name="T11" fmla="*/ 408 h 1051"/>
              <a:gd name="T12" fmla="*/ 235 w 1286"/>
              <a:gd name="T13" fmla="*/ 408 h 1051"/>
              <a:gd name="T14" fmla="*/ 235 w 1286"/>
              <a:gd name="T15" fmla="*/ 293 h 1051"/>
              <a:gd name="T16" fmla="*/ 350 w 1286"/>
              <a:gd name="T17" fmla="*/ 293 h 1051"/>
              <a:gd name="T18" fmla="*/ 350 w 1286"/>
              <a:gd name="T19" fmla="*/ 408 h 1051"/>
              <a:gd name="T20" fmla="*/ 1050 w 1286"/>
              <a:gd name="T21" fmla="*/ 525 h 1051"/>
              <a:gd name="T22" fmla="*/ 1050 w 1286"/>
              <a:gd name="T23" fmla="*/ 643 h 1051"/>
              <a:gd name="T24" fmla="*/ 410 w 1286"/>
              <a:gd name="T25" fmla="*/ 643 h 1051"/>
              <a:gd name="T26" fmla="*/ 410 w 1286"/>
              <a:gd name="T27" fmla="*/ 525 h 1051"/>
              <a:gd name="T28" fmla="*/ 1050 w 1286"/>
              <a:gd name="T29" fmla="*/ 525 h 1051"/>
              <a:gd name="T30" fmla="*/ 1050 w 1286"/>
              <a:gd name="T31" fmla="*/ 408 h 1051"/>
              <a:gd name="T32" fmla="*/ 410 w 1286"/>
              <a:gd name="T33" fmla="*/ 408 h 1051"/>
              <a:gd name="T34" fmla="*/ 410 w 1286"/>
              <a:gd name="T35" fmla="*/ 293 h 1051"/>
              <a:gd name="T36" fmla="*/ 1050 w 1286"/>
              <a:gd name="T37" fmla="*/ 293 h 1051"/>
              <a:gd name="T38" fmla="*/ 1050 w 1286"/>
              <a:gd name="T39" fmla="*/ 408 h 1051"/>
              <a:gd name="T40" fmla="*/ 1168 w 1286"/>
              <a:gd name="T41" fmla="*/ 818 h 1051"/>
              <a:gd name="T42" fmla="*/ 1168 w 1286"/>
              <a:gd name="T43" fmla="*/ 118 h 1051"/>
              <a:gd name="T44" fmla="*/ 118 w 1286"/>
              <a:gd name="T45" fmla="*/ 118 h 1051"/>
              <a:gd name="T46" fmla="*/ 118 w 1286"/>
              <a:gd name="T47" fmla="*/ 818 h 1051"/>
              <a:gd name="T48" fmla="*/ 1168 w 1286"/>
              <a:gd name="T49" fmla="*/ 818 h 1051"/>
              <a:gd name="T50" fmla="*/ 1285 w 1286"/>
              <a:gd name="T51" fmla="*/ 118 h 1051"/>
              <a:gd name="T52" fmla="*/ 1283 w 1286"/>
              <a:gd name="T53" fmla="*/ 818 h 1051"/>
              <a:gd name="T54" fmla="*/ 1168 w 1286"/>
              <a:gd name="T55" fmla="*/ 933 h 1051"/>
              <a:gd name="T56" fmla="*/ 875 w 1286"/>
              <a:gd name="T57" fmla="*/ 933 h 1051"/>
              <a:gd name="T58" fmla="*/ 875 w 1286"/>
              <a:gd name="T59" fmla="*/ 1050 h 1051"/>
              <a:gd name="T60" fmla="*/ 410 w 1286"/>
              <a:gd name="T61" fmla="*/ 1050 h 1051"/>
              <a:gd name="T62" fmla="*/ 410 w 1286"/>
              <a:gd name="T63" fmla="*/ 933 h 1051"/>
              <a:gd name="T64" fmla="*/ 118 w 1286"/>
              <a:gd name="T65" fmla="*/ 933 h 1051"/>
              <a:gd name="T66" fmla="*/ 0 w 1286"/>
              <a:gd name="T67" fmla="*/ 818 h 1051"/>
              <a:gd name="T68" fmla="*/ 0 w 1286"/>
              <a:gd name="T69" fmla="*/ 118 h 1051"/>
              <a:gd name="T70" fmla="*/ 118 w 1286"/>
              <a:gd name="T71" fmla="*/ 0 h 1051"/>
              <a:gd name="T72" fmla="*/ 1168 w 1286"/>
              <a:gd name="T73" fmla="*/ 0 h 1051"/>
              <a:gd name="T74" fmla="*/ 1285 w 1286"/>
              <a:gd name="T75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6" h="1051">
                <a:moveTo>
                  <a:pt x="350" y="525"/>
                </a:moveTo>
                <a:lnTo>
                  <a:pt x="350" y="643"/>
                </a:lnTo>
                <a:lnTo>
                  <a:pt x="235" y="643"/>
                </a:lnTo>
                <a:lnTo>
                  <a:pt x="235" y="525"/>
                </a:lnTo>
                <a:lnTo>
                  <a:pt x="350" y="525"/>
                </a:lnTo>
                <a:close/>
                <a:moveTo>
                  <a:pt x="350" y="408"/>
                </a:moveTo>
                <a:lnTo>
                  <a:pt x="235" y="408"/>
                </a:lnTo>
                <a:lnTo>
                  <a:pt x="235" y="293"/>
                </a:lnTo>
                <a:lnTo>
                  <a:pt x="350" y="293"/>
                </a:lnTo>
                <a:lnTo>
                  <a:pt x="350" y="408"/>
                </a:lnTo>
                <a:close/>
                <a:moveTo>
                  <a:pt x="1050" y="525"/>
                </a:moveTo>
                <a:lnTo>
                  <a:pt x="1050" y="643"/>
                </a:lnTo>
                <a:lnTo>
                  <a:pt x="410" y="643"/>
                </a:lnTo>
                <a:lnTo>
                  <a:pt x="410" y="525"/>
                </a:lnTo>
                <a:lnTo>
                  <a:pt x="1050" y="525"/>
                </a:lnTo>
                <a:close/>
                <a:moveTo>
                  <a:pt x="1050" y="408"/>
                </a:moveTo>
                <a:lnTo>
                  <a:pt x="410" y="408"/>
                </a:lnTo>
                <a:lnTo>
                  <a:pt x="410" y="293"/>
                </a:lnTo>
                <a:lnTo>
                  <a:pt x="1050" y="293"/>
                </a:lnTo>
                <a:lnTo>
                  <a:pt x="1050" y="408"/>
                </a:lnTo>
                <a:close/>
                <a:moveTo>
                  <a:pt x="1168" y="818"/>
                </a:moveTo>
                <a:lnTo>
                  <a:pt x="1168" y="118"/>
                </a:lnTo>
                <a:lnTo>
                  <a:pt x="118" y="118"/>
                </a:lnTo>
                <a:lnTo>
                  <a:pt x="118" y="818"/>
                </a:lnTo>
                <a:lnTo>
                  <a:pt x="1168" y="818"/>
                </a:lnTo>
                <a:close/>
                <a:moveTo>
                  <a:pt x="1285" y="118"/>
                </a:moveTo>
                <a:lnTo>
                  <a:pt x="1283" y="818"/>
                </a:lnTo>
                <a:cubicBezTo>
                  <a:pt x="1283" y="881"/>
                  <a:pt x="1231" y="933"/>
                  <a:pt x="1168" y="933"/>
                </a:cubicBezTo>
                <a:lnTo>
                  <a:pt x="875" y="933"/>
                </a:lnTo>
                <a:lnTo>
                  <a:pt x="875" y="1050"/>
                </a:lnTo>
                <a:lnTo>
                  <a:pt x="410" y="1050"/>
                </a:lnTo>
                <a:lnTo>
                  <a:pt x="410" y="933"/>
                </a:lnTo>
                <a:lnTo>
                  <a:pt x="118" y="933"/>
                </a:lnTo>
                <a:cubicBezTo>
                  <a:pt x="55" y="933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ubicBezTo>
                  <a:pt x="1231" y="0"/>
                  <a:pt x="1285" y="55"/>
                  <a:pt x="1285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92874" y="753269"/>
            <a:ext cx="336550" cy="127000"/>
          </a:xfrm>
          <a:custGeom>
            <a:avLst/>
            <a:gdLst>
              <a:gd name="T0" fmla="*/ 0 w 936"/>
              <a:gd name="T1" fmla="*/ 350 h 351"/>
              <a:gd name="T2" fmla="*/ 0 w 936"/>
              <a:gd name="T3" fmla="*/ 233 h 351"/>
              <a:gd name="T4" fmla="*/ 935 w 936"/>
              <a:gd name="T5" fmla="*/ 233 h 351"/>
              <a:gd name="T6" fmla="*/ 935 w 936"/>
              <a:gd name="T7" fmla="*/ 350 h 351"/>
              <a:gd name="T8" fmla="*/ 0 w 936"/>
              <a:gd name="T9" fmla="*/ 350 h 351"/>
              <a:gd name="T10" fmla="*/ 935 w 936"/>
              <a:gd name="T11" fmla="*/ 0 h 351"/>
              <a:gd name="T12" fmla="*/ 935 w 936"/>
              <a:gd name="T13" fmla="*/ 118 h 351"/>
              <a:gd name="T14" fmla="*/ 0 w 936"/>
              <a:gd name="T15" fmla="*/ 118 h 351"/>
              <a:gd name="T16" fmla="*/ 0 w 936"/>
              <a:gd name="T17" fmla="*/ 0 h 351"/>
              <a:gd name="T18" fmla="*/ 935 w 936"/>
              <a:gd name="T19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6" h="351">
                <a:moveTo>
                  <a:pt x="0" y="350"/>
                </a:moveTo>
                <a:lnTo>
                  <a:pt x="0" y="233"/>
                </a:lnTo>
                <a:lnTo>
                  <a:pt x="935" y="233"/>
                </a:lnTo>
                <a:lnTo>
                  <a:pt x="935" y="350"/>
                </a:lnTo>
                <a:lnTo>
                  <a:pt x="0" y="350"/>
                </a:lnTo>
                <a:close/>
                <a:moveTo>
                  <a:pt x="935" y="0"/>
                </a:moveTo>
                <a:lnTo>
                  <a:pt x="935" y="118"/>
                </a:lnTo>
                <a:lnTo>
                  <a:pt x="0" y="118"/>
                </a:lnTo>
                <a:lnTo>
                  <a:pt x="0" y="0"/>
                </a:lnTo>
                <a:lnTo>
                  <a:pt x="93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24749" y="616744"/>
            <a:ext cx="419100" cy="400050"/>
          </a:xfrm>
          <a:custGeom>
            <a:avLst/>
            <a:gdLst>
              <a:gd name="T0" fmla="*/ 582 w 1166"/>
              <a:gd name="T1" fmla="*/ 700 h 1111"/>
              <a:gd name="T2" fmla="*/ 1063 w 1166"/>
              <a:gd name="T3" fmla="*/ 400 h 1111"/>
              <a:gd name="T4" fmla="*/ 582 w 1166"/>
              <a:gd name="T5" fmla="*/ 118 h 1111"/>
              <a:gd name="T6" fmla="*/ 101 w 1166"/>
              <a:gd name="T7" fmla="*/ 400 h 1111"/>
              <a:gd name="T8" fmla="*/ 582 w 1166"/>
              <a:gd name="T9" fmla="*/ 700 h 1111"/>
              <a:gd name="T10" fmla="*/ 1165 w 1166"/>
              <a:gd name="T11" fmla="*/ 411 h 1111"/>
              <a:gd name="T12" fmla="*/ 1165 w 1166"/>
              <a:gd name="T13" fmla="*/ 993 h 1111"/>
              <a:gd name="T14" fmla="*/ 1050 w 1166"/>
              <a:gd name="T15" fmla="*/ 1110 h 1111"/>
              <a:gd name="T16" fmla="*/ 115 w 1166"/>
              <a:gd name="T17" fmla="*/ 1110 h 1111"/>
              <a:gd name="T18" fmla="*/ 0 w 1166"/>
              <a:gd name="T19" fmla="*/ 993 h 1111"/>
              <a:gd name="T20" fmla="*/ 0 w 1166"/>
              <a:gd name="T21" fmla="*/ 411 h 1111"/>
              <a:gd name="T22" fmla="*/ 55 w 1166"/>
              <a:gd name="T23" fmla="*/ 309 h 1111"/>
              <a:gd name="T24" fmla="*/ 582 w 1166"/>
              <a:gd name="T25" fmla="*/ 0 h 1111"/>
              <a:gd name="T26" fmla="*/ 1110 w 1166"/>
              <a:gd name="T27" fmla="*/ 309 h 1111"/>
              <a:gd name="T28" fmla="*/ 1165 w 1166"/>
              <a:gd name="T29" fmla="*/ 411 h 1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11">
                <a:moveTo>
                  <a:pt x="582" y="700"/>
                </a:moveTo>
                <a:lnTo>
                  <a:pt x="1063" y="400"/>
                </a:lnTo>
                <a:lnTo>
                  <a:pt x="582" y="118"/>
                </a:lnTo>
                <a:lnTo>
                  <a:pt x="101" y="400"/>
                </a:lnTo>
                <a:lnTo>
                  <a:pt x="582" y="700"/>
                </a:lnTo>
                <a:close/>
                <a:moveTo>
                  <a:pt x="1165" y="411"/>
                </a:moveTo>
                <a:lnTo>
                  <a:pt x="1165" y="993"/>
                </a:lnTo>
                <a:cubicBezTo>
                  <a:pt x="1165" y="1056"/>
                  <a:pt x="1113" y="1110"/>
                  <a:pt x="1050" y="1110"/>
                </a:cubicBezTo>
                <a:lnTo>
                  <a:pt x="115" y="1110"/>
                </a:lnTo>
                <a:cubicBezTo>
                  <a:pt x="52" y="1110"/>
                  <a:pt x="0" y="1056"/>
                  <a:pt x="0" y="993"/>
                </a:cubicBezTo>
                <a:lnTo>
                  <a:pt x="0" y="411"/>
                </a:lnTo>
                <a:cubicBezTo>
                  <a:pt x="0" y="369"/>
                  <a:pt x="22" y="328"/>
                  <a:pt x="55" y="309"/>
                </a:cubicBezTo>
                <a:lnTo>
                  <a:pt x="582" y="0"/>
                </a:lnTo>
                <a:lnTo>
                  <a:pt x="1110" y="309"/>
                </a:lnTo>
                <a:cubicBezTo>
                  <a:pt x="1143" y="328"/>
                  <a:pt x="1165" y="369"/>
                  <a:pt x="1165" y="41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596312" y="607219"/>
            <a:ext cx="419100" cy="419100"/>
          </a:xfrm>
          <a:custGeom>
            <a:avLst/>
            <a:gdLst>
              <a:gd name="T0" fmla="*/ 639 w 1165"/>
              <a:gd name="T1" fmla="*/ 749 h 1166"/>
              <a:gd name="T2" fmla="*/ 749 w 1165"/>
              <a:gd name="T3" fmla="*/ 640 h 1166"/>
              <a:gd name="T4" fmla="*/ 1164 w 1165"/>
              <a:gd name="T5" fmla="*/ 640 h 1166"/>
              <a:gd name="T6" fmla="*/ 639 w 1165"/>
              <a:gd name="T7" fmla="*/ 1165 h 1166"/>
              <a:gd name="T8" fmla="*/ 639 w 1165"/>
              <a:gd name="T9" fmla="*/ 749 h 1166"/>
              <a:gd name="T10" fmla="*/ 749 w 1165"/>
              <a:gd name="T11" fmla="*/ 525 h 1166"/>
              <a:gd name="T12" fmla="*/ 639 w 1165"/>
              <a:gd name="T13" fmla="*/ 416 h 1166"/>
              <a:gd name="T14" fmla="*/ 639 w 1165"/>
              <a:gd name="T15" fmla="*/ 0 h 1166"/>
              <a:gd name="T16" fmla="*/ 1164 w 1165"/>
              <a:gd name="T17" fmla="*/ 525 h 1166"/>
              <a:gd name="T18" fmla="*/ 749 w 1165"/>
              <a:gd name="T19" fmla="*/ 525 h 1166"/>
              <a:gd name="T20" fmla="*/ 525 w 1165"/>
              <a:gd name="T21" fmla="*/ 416 h 1166"/>
              <a:gd name="T22" fmla="*/ 407 w 1165"/>
              <a:gd name="T23" fmla="*/ 582 h 1166"/>
              <a:gd name="T24" fmla="*/ 525 w 1165"/>
              <a:gd name="T25" fmla="*/ 749 h 1166"/>
              <a:gd name="T26" fmla="*/ 525 w 1165"/>
              <a:gd name="T27" fmla="*/ 1165 h 1166"/>
              <a:gd name="T28" fmla="*/ 0 w 1165"/>
              <a:gd name="T29" fmla="*/ 582 h 1166"/>
              <a:gd name="T30" fmla="*/ 525 w 1165"/>
              <a:gd name="T31" fmla="*/ 0 h 1166"/>
              <a:gd name="T32" fmla="*/ 525 w 1165"/>
              <a:gd name="T33" fmla="*/ 416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5" h="1166">
                <a:moveTo>
                  <a:pt x="639" y="749"/>
                </a:moveTo>
                <a:cubicBezTo>
                  <a:pt x="697" y="733"/>
                  <a:pt x="730" y="689"/>
                  <a:pt x="749" y="640"/>
                </a:cubicBezTo>
                <a:lnTo>
                  <a:pt x="1164" y="640"/>
                </a:lnTo>
                <a:cubicBezTo>
                  <a:pt x="1137" y="916"/>
                  <a:pt x="932" y="1137"/>
                  <a:pt x="639" y="1165"/>
                </a:cubicBezTo>
                <a:lnTo>
                  <a:pt x="639" y="749"/>
                </a:lnTo>
                <a:close/>
                <a:moveTo>
                  <a:pt x="749" y="525"/>
                </a:moveTo>
                <a:cubicBezTo>
                  <a:pt x="730" y="476"/>
                  <a:pt x="697" y="432"/>
                  <a:pt x="639" y="416"/>
                </a:cubicBezTo>
                <a:lnTo>
                  <a:pt x="639" y="0"/>
                </a:lnTo>
                <a:cubicBezTo>
                  <a:pt x="932" y="27"/>
                  <a:pt x="1137" y="249"/>
                  <a:pt x="1164" y="525"/>
                </a:cubicBezTo>
                <a:lnTo>
                  <a:pt x="749" y="525"/>
                </a:lnTo>
                <a:close/>
                <a:moveTo>
                  <a:pt x="525" y="416"/>
                </a:moveTo>
                <a:cubicBezTo>
                  <a:pt x="467" y="440"/>
                  <a:pt x="407" y="505"/>
                  <a:pt x="407" y="582"/>
                </a:cubicBezTo>
                <a:cubicBezTo>
                  <a:pt x="407" y="658"/>
                  <a:pt x="467" y="725"/>
                  <a:pt x="525" y="749"/>
                </a:cubicBezTo>
                <a:lnTo>
                  <a:pt x="525" y="1165"/>
                </a:lnTo>
                <a:cubicBezTo>
                  <a:pt x="232" y="1135"/>
                  <a:pt x="0" y="885"/>
                  <a:pt x="0" y="582"/>
                </a:cubicBezTo>
                <a:cubicBezTo>
                  <a:pt x="0" y="278"/>
                  <a:pt x="232" y="30"/>
                  <a:pt x="525" y="0"/>
                </a:cubicBezTo>
                <a:lnTo>
                  <a:pt x="525" y="41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67874" y="607219"/>
            <a:ext cx="419100" cy="419100"/>
          </a:xfrm>
          <a:custGeom>
            <a:avLst/>
            <a:gdLst>
              <a:gd name="T0" fmla="*/ 640 w 1166"/>
              <a:gd name="T1" fmla="*/ 987 h 1166"/>
              <a:gd name="T2" fmla="*/ 990 w 1166"/>
              <a:gd name="T3" fmla="*/ 640 h 1166"/>
              <a:gd name="T4" fmla="*/ 1165 w 1166"/>
              <a:gd name="T5" fmla="*/ 640 h 1166"/>
              <a:gd name="T6" fmla="*/ 640 w 1166"/>
              <a:gd name="T7" fmla="*/ 1165 h 1166"/>
              <a:gd name="T8" fmla="*/ 640 w 1166"/>
              <a:gd name="T9" fmla="*/ 987 h 1166"/>
              <a:gd name="T10" fmla="*/ 990 w 1166"/>
              <a:gd name="T11" fmla="*/ 525 h 1166"/>
              <a:gd name="T12" fmla="*/ 640 w 1166"/>
              <a:gd name="T13" fmla="*/ 178 h 1166"/>
              <a:gd name="T14" fmla="*/ 640 w 1166"/>
              <a:gd name="T15" fmla="*/ 0 h 1166"/>
              <a:gd name="T16" fmla="*/ 1165 w 1166"/>
              <a:gd name="T17" fmla="*/ 525 h 1166"/>
              <a:gd name="T18" fmla="*/ 990 w 1166"/>
              <a:gd name="T19" fmla="*/ 525 h 1166"/>
              <a:gd name="T20" fmla="*/ 525 w 1166"/>
              <a:gd name="T21" fmla="*/ 178 h 1166"/>
              <a:gd name="T22" fmla="*/ 175 w 1166"/>
              <a:gd name="T23" fmla="*/ 582 h 1166"/>
              <a:gd name="T24" fmla="*/ 525 w 1166"/>
              <a:gd name="T25" fmla="*/ 987 h 1166"/>
              <a:gd name="T26" fmla="*/ 525 w 1166"/>
              <a:gd name="T27" fmla="*/ 1165 h 1166"/>
              <a:gd name="T28" fmla="*/ 0 w 1166"/>
              <a:gd name="T29" fmla="*/ 582 h 1166"/>
              <a:gd name="T30" fmla="*/ 525 w 1166"/>
              <a:gd name="T31" fmla="*/ 0 h 1166"/>
              <a:gd name="T32" fmla="*/ 525 w 1166"/>
              <a:gd name="T33" fmla="*/ 17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6" h="1166">
                <a:moveTo>
                  <a:pt x="640" y="987"/>
                </a:moveTo>
                <a:cubicBezTo>
                  <a:pt x="815" y="962"/>
                  <a:pt x="965" y="815"/>
                  <a:pt x="990" y="640"/>
                </a:cubicBezTo>
                <a:lnTo>
                  <a:pt x="1165" y="640"/>
                </a:lnTo>
                <a:cubicBezTo>
                  <a:pt x="1138" y="932"/>
                  <a:pt x="933" y="1137"/>
                  <a:pt x="640" y="1165"/>
                </a:cubicBezTo>
                <a:lnTo>
                  <a:pt x="640" y="987"/>
                </a:lnTo>
                <a:close/>
                <a:moveTo>
                  <a:pt x="990" y="525"/>
                </a:moveTo>
                <a:cubicBezTo>
                  <a:pt x="965" y="350"/>
                  <a:pt x="815" y="202"/>
                  <a:pt x="640" y="178"/>
                </a:cubicBezTo>
                <a:lnTo>
                  <a:pt x="640" y="0"/>
                </a:lnTo>
                <a:cubicBezTo>
                  <a:pt x="933" y="27"/>
                  <a:pt x="1138" y="232"/>
                  <a:pt x="1165" y="525"/>
                </a:cubicBezTo>
                <a:lnTo>
                  <a:pt x="990" y="525"/>
                </a:lnTo>
                <a:close/>
                <a:moveTo>
                  <a:pt x="525" y="178"/>
                </a:moveTo>
                <a:cubicBezTo>
                  <a:pt x="350" y="205"/>
                  <a:pt x="175" y="377"/>
                  <a:pt x="175" y="582"/>
                </a:cubicBezTo>
                <a:cubicBezTo>
                  <a:pt x="175" y="787"/>
                  <a:pt x="350" y="960"/>
                  <a:pt x="525" y="987"/>
                </a:cubicBezTo>
                <a:lnTo>
                  <a:pt x="525" y="1165"/>
                </a:lnTo>
                <a:cubicBezTo>
                  <a:pt x="233" y="1135"/>
                  <a:pt x="0" y="885"/>
                  <a:pt x="0" y="582"/>
                </a:cubicBezTo>
                <a:cubicBezTo>
                  <a:pt x="0" y="278"/>
                  <a:pt x="233" y="30"/>
                  <a:pt x="525" y="0"/>
                </a:cubicBezTo>
                <a:lnTo>
                  <a:pt x="525" y="17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66424" y="675483"/>
            <a:ext cx="369888" cy="282575"/>
          </a:xfrm>
          <a:custGeom>
            <a:avLst/>
            <a:gdLst>
              <a:gd name="T0" fmla="*/ 325 w 1026"/>
              <a:gd name="T1" fmla="*/ 621 h 783"/>
              <a:gd name="T2" fmla="*/ 943 w 1026"/>
              <a:gd name="T3" fmla="*/ 0 h 783"/>
              <a:gd name="T4" fmla="*/ 1025 w 1026"/>
              <a:gd name="T5" fmla="*/ 82 h 783"/>
              <a:gd name="T6" fmla="*/ 325 w 1026"/>
              <a:gd name="T7" fmla="*/ 782 h 783"/>
              <a:gd name="T8" fmla="*/ 0 w 1026"/>
              <a:gd name="T9" fmla="*/ 457 h 783"/>
              <a:gd name="T10" fmla="*/ 79 w 1026"/>
              <a:gd name="T11" fmla="*/ 375 h 783"/>
              <a:gd name="T12" fmla="*/ 325 w 1026"/>
              <a:gd name="T13" fmla="*/ 621 h 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26" h="783">
                <a:moveTo>
                  <a:pt x="325" y="621"/>
                </a:moveTo>
                <a:lnTo>
                  <a:pt x="943" y="0"/>
                </a:lnTo>
                <a:lnTo>
                  <a:pt x="1025" y="82"/>
                </a:lnTo>
                <a:lnTo>
                  <a:pt x="325" y="782"/>
                </a:lnTo>
                <a:lnTo>
                  <a:pt x="0" y="457"/>
                </a:lnTo>
                <a:lnTo>
                  <a:pt x="79" y="375"/>
                </a:lnTo>
                <a:lnTo>
                  <a:pt x="325" y="621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7" y="1518443"/>
            <a:ext cx="336550" cy="336550"/>
          </a:xfrm>
          <a:custGeom>
            <a:avLst/>
            <a:gdLst>
              <a:gd name="T0" fmla="*/ 700 w 936"/>
              <a:gd name="T1" fmla="*/ 292 h 936"/>
              <a:gd name="T2" fmla="*/ 935 w 936"/>
              <a:gd name="T3" fmla="*/ 292 h 936"/>
              <a:gd name="T4" fmla="*/ 935 w 936"/>
              <a:gd name="T5" fmla="*/ 935 h 936"/>
              <a:gd name="T6" fmla="*/ 700 w 936"/>
              <a:gd name="T7" fmla="*/ 935 h 936"/>
              <a:gd name="T8" fmla="*/ 700 w 936"/>
              <a:gd name="T9" fmla="*/ 292 h 936"/>
              <a:gd name="T10" fmla="*/ 0 w 936"/>
              <a:gd name="T11" fmla="*/ 935 h 936"/>
              <a:gd name="T12" fmla="*/ 0 w 936"/>
              <a:gd name="T13" fmla="*/ 467 h 936"/>
              <a:gd name="T14" fmla="*/ 235 w 936"/>
              <a:gd name="T15" fmla="*/ 467 h 936"/>
              <a:gd name="T16" fmla="*/ 235 w 936"/>
              <a:gd name="T17" fmla="*/ 935 h 936"/>
              <a:gd name="T18" fmla="*/ 0 w 936"/>
              <a:gd name="T19" fmla="*/ 935 h 936"/>
              <a:gd name="T20" fmla="*/ 350 w 936"/>
              <a:gd name="T21" fmla="*/ 935 h 936"/>
              <a:gd name="T22" fmla="*/ 350 w 936"/>
              <a:gd name="T23" fmla="*/ 0 h 936"/>
              <a:gd name="T24" fmla="*/ 585 w 936"/>
              <a:gd name="T25" fmla="*/ 0 h 936"/>
              <a:gd name="T26" fmla="*/ 585 w 936"/>
              <a:gd name="T27" fmla="*/ 935 h 936"/>
              <a:gd name="T28" fmla="*/ 350 w 936"/>
              <a:gd name="T29" fmla="*/ 935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6" h="936">
                <a:moveTo>
                  <a:pt x="700" y="292"/>
                </a:moveTo>
                <a:lnTo>
                  <a:pt x="935" y="292"/>
                </a:lnTo>
                <a:lnTo>
                  <a:pt x="935" y="935"/>
                </a:lnTo>
                <a:lnTo>
                  <a:pt x="700" y="935"/>
                </a:lnTo>
                <a:lnTo>
                  <a:pt x="700" y="292"/>
                </a:lnTo>
                <a:close/>
                <a:moveTo>
                  <a:pt x="0" y="935"/>
                </a:moveTo>
                <a:lnTo>
                  <a:pt x="0" y="467"/>
                </a:lnTo>
                <a:lnTo>
                  <a:pt x="235" y="467"/>
                </a:lnTo>
                <a:lnTo>
                  <a:pt x="235" y="935"/>
                </a:lnTo>
                <a:lnTo>
                  <a:pt x="0" y="935"/>
                </a:lnTo>
                <a:close/>
                <a:moveTo>
                  <a:pt x="350" y="935"/>
                </a:moveTo>
                <a:lnTo>
                  <a:pt x="350" y="0"/>
                </a:lnTo>
                <a:lnTo>
                  <a:pt x="585" y="0"/>
                </a:lnTo>
                <a:lnTo>
                  <a:pt x="585" y="935"/>
                </a:lnTo>
                <a:lnTo>
                  <a:pt x="350" y="9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12964" y="1497807"/>
            <a:ext cx="377825" cy="377825"/>
          </a:xfrm>
          <a:custGeom>
            <a:avLst/>
            <a:gdLst>
              <a:gd name="T0" fmla="*/ 932 w 1051"/>
              <a:gd name="T1" fmla="*/ 0 h 1051"/>
              <a:gd name="T2" fmla="*/ 1050 w 1051"/>
              <a:gd name="T3" fmla="*/ 118 h 1051"/>
              <a:gd name="T4" fmla="*/ 1050 w 1051"/>
              <a:gd name="T5" fmla="*/ 932 h 1051"/>
              <a:gd name="T6" fmla="*/ 932 w 1051"/>
              <a:gd name="T7" fmla="*/ 1050 h 1051"/>
              <a:gd name="T8" fmla="*/ 117 w 1051"/>
              <a:gd name="T9" fmla="*/ 1050 h 1051"/>
              <a:gd name="T10" fmla="*/ 0 w 1051"/>
              <a:gd name="T11" fmla="*/ 932 h 1051"/>
              <a:gd name="T12" fmla="*/ 0 w 1051"/>
              <a:gd name="T13" fmla="*/ 700 h 1051"/>
              <a:gd name="T14" fmla="*/ 117 w 1051"/>
              <a:gd name="T15" fmla="*/ 700 h 1051"/>
              <a:gd name="T16" fmla="*/ 117 w 1051"/>
              <a:gd name="T17" fmla="*/ 932 h 1051"/>
              <a:gd name="T18" fmla="*/ 932 w 1051"/>
              <a:gd name="T19" fmla="*/ 932 h 1051"/>
              <a:gd name="T20" fmla="*/ 932 w 1051"/>
              <a:gd name="T21" fmla="*/ 118 h 1051"/>
              <a:gd name="T22" fmla="*/ 117 w 1051"/>
              <a:gd name="T23" fmla="*/ 118 h 1051"/>
              <a:gd name="T24" fmla="*/ 117 w 1051"/>
              <a:gd name="T25" fmla="*/ 350 h 1051"/>
              <a:gd name="T26" fmla="*/ 0 w 1051"/>
              <a:gd name="T27" fmla="*/ 350 h 1051"/>
              <a:gd name="T28" fmla="*/ 0 w 1051"/>
              <a:gd name="T29" fmla="*/ 118 h 1051"/>
              <a:gd name="T30" fmla="*/ 117 w 1051"/>
              <a:gd name="T31" fmla="*/ 0 h 1051"/>
              <a:gd name="T32" fmla="*/ 932 w 1051"/>
              <a:gd name="T33" fmla="*/ 0 h 1051"/>
              <a:gd name="T34" fmla="*/ 413 w 1051"/>
              <a:gd name="T35" fmla="*/ 736 h 1051"/>
              <a:gd name="T36" fmla="*/ 563 w 1051"/>
              <a:gd name="T37" fmla="*/ 583 h 1051"/>
              <a:gd name="T38" fmla="*/ 0 w 1051"/>
              <a:gd name="T39" fmla="*/ 583 h 1051"/>
              <a:gd name="T40" fmla="*/ 0 w 1051"/>
              <a:gd name="T41" fmla="*/ 468 h 1051"/>
              <a:gd name="T42" fmla="*/ 563 w 1051"/>
              <a:gd name="T43" fmla="*/ 468 h 1051"/>
              <a:gd name="T44" fmla="*/ 413 w 1051"/>
              <a:gd name="T45" fmla="*/ 315 h 1051"/>
              <a:gd name="T46" fmla="*/ 495 w 1051"/>
              <a:gd name="T47" fmla="*/ 233 h 1051"/>
              <a:gd name="T48" fmla="*/ 787 w 1051"/>
              <a:gd name="T49" fmla="*/ 525 h 1051"/>
              <a:gd name="T50" fmla="*/ 495 w 1051"/>
              <a:gd name="T51" fmla="*/ 818 h 1051"/>
              <a:gd name="T52" fmla="*/ 413 w 1051"/>
              <a:gd name="T53" fmla="*/ 736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051"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700"/>
                </a:lnTo>
                <a:lnTo>
                  <a:pt x="117" y="700"/>
                </a:lnTo>
                <a:lnTo>
                  <a:pt x="117" y="932"/>
                </a:lnTo>
                <a:lnTo>
                  <a:pt x="932" y="932"/>
                </a:lnTo>
                <a:lnTo>
                  <a:pt x="932" y="118"/>
                </a:lnTo>
                <a:lnTo>
                  <a:pt x="117" y="118"/>
                </a:lnTo>
                <a:lnTo>
                  <a:pt x="117" y="350"/>
                </a:lnTo>
                <a:lnTo>
                  <a:pt x="0" y="350"/>
                </a:lnTo>
                <a:lnTo>
                  <a:pt x="0" y="118"/>
                </a:lnTo>
                <a:cubicBezTo>
                  <a:pt x="0" y="55"/>
                  <a:pt x="52" y="0"/>
                  <a:pt x="117" y="0"/>
                </a:cubicBezTo>
                <a:lnTo>
                  <a:pt x="932" y="0"/>
                </a:lnTo>
                <a:close/>
                <a:moveTo>
                  <a:pt x="413" y="736"/>
                </a:moveTo>
                <a:lnTo>
                  <a:pt x="563" y="583"/>
                </a:lnTo>
                <a:lnTo>
                  <a:pt x="0" y="583"/>
                </a:lnTo>
                <a:lnTo>
                  <a:pt x="0" y="468"/>
                </a:lnTo>
                <a:lnTo>
                  <a:pt x="563" y="468"/>
                </a:lnTo>
                <a:lnTo>
                  <a:pt x="413" y="315"/>
                </a:lnTo>
                <a:lnTo>
                  <a:pt x="495" y="233"/>
                </a:lnTo>
                <a:lnTo>
                  <a:pt x="787" y="525"/>
                </a:lnTo>
                <a:lnTo>
                  <a:pt x="495" y="818"/>
                </a:lnTo>
                <a:lnTo>
                  <a:pt x="413" y="73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170237" y="1497807"/>
            <a:ext cx="419100" cy="377825"/>
          </a:xfrm>
          <a:custGeom>
            <a:avLst/>
            <a:gdLst>
              <a:gd name="T0" fmla="*/ 875 w 1166"/>
              <a:gd name="T1" fmla="*/ 583 h 1051"/>
              <a:gd name="T2" fmla="*/ 290 w 1166"/>
              <a:gd name="T3" fmla="*/ 583 h 1051"/>
              <a:gd name="T4" fmla="*/ 290 w 1166"/>
              <a:gd name="T5" fmla="*/ 118 h 1051"/>
              <a:gd name="T6" fmla="*/ 407 w 1166"/>
              <a:gd name="T7" fmla="*/ 0 h 1051"/>
              <a:gd name="T8" fmla="*/ 757 w 1166"/>
              <a:gd name="T9" fmla="*/ 0 h 1051"/>
              <a:gd name="T10" fmla="*/ 875 w 1166"/>
              <a:gd name="T11" fmla="*/ 118 h 1051"/>
              <a:gd name="T12" fmla="*/ 875 w 1166"/>
              <a:gd name="T13" fmla="*/ 583 h 1051"/>
              <a:gd name="T14" fmla="*/ 0 w 1166"/>
              <a:gd name="T15" fmla="*/ 408 h 1051"/>
              <a:gd name="T16" fmla="*/ 175 w 1166"/>
              <a:gd name="T17" fmla="*/ 408 h 1051"/>
              <a:gd name="T18" fmla="*/ 175 w 1166"/>
              <a:gd name="T19" fmla="*/ 583 h 1051"/>
              <a:gd name="T20" fmla="*/ 0 w 1166"/>
              <a:gd name="T21" fmla="*/ 583 h 1051"/>
              <a:gd name="T22" fmla="*/ 0 w 1166"/>
              <a:gd name="T23" fmla="*/ 408 h 1051"/>
              <a:gd name="T24" fmla="*/ 990 w 1166"/>
              <a:gd name="T25" fmla="*/ 408 h 1051"/>
              <a:gd name="T26" fmla="*/ 1165 w 1166"/>
              <a:gd name="T27" fmla="*/ 408 h 1051"/>
              <a:gd name="T28" fmla="*/ 1165 w 1166"/>
              <a:gd name="T29" fmla="*/ 583 h 1051"/>
              <a:gd name="T30" fmla="*/ 990 w 1166"/>
              <a:gd name="T31" fmla="*/ 583 h 1051"/>
              <a:gd name="T32" fmla="*/ 990 w 1166"/>
              <a:gd name="T33" fmla="*/ 408 h 1051"/>
              <a:gd name="T34" fmla="*/ 115 w 1166"/>
              <a:gd name="T35" fmla="*/ 1050 h 1051"/>
              <a:gd name="T36" fmla="*/ 115 w 1166"/>
              <a:gd name="T37" fmla="*/ 700 h 1051"/>
              <a:gd name="T38" fmla="*/ 1050 w 1166"/>
              <a:gd name="T39" fmla="*/ 700 h 1051"/>
              <a:gd name="T40" fmla="*/ 1050 w 1166"/>
              <a:gd name="T41" fmla="*/ 1050 h 1051"/>
              <a:gd name="T42" fmla="*/ 875 w 1166"/>
              <a:gd name="T43" fmla="*/ 1050 h 1051"/>
              <a:gd name="T44" fmla="*/ 875 w 1166"/>
              <a:gd name="T45" fmla="*/ 875 h 1051"/>
              <a:gd name="T46" fmla="*/ 290 w 1166"/>
              <a:gd name="T47" fmla="*/ 875 h 1051"/>
              <a:gd name="T48" fmla="*/ 290 w 1166"/>
              <a:gd name="T49" fmla="*/ 1050 h 1051"/>
              <a:gd name="T50" fmla="*/ 115 w 1166"/>
              <a:gd name="T51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6" h="1051">
                <a:moveTo>
                  <a:pt x="875" y="583"/>
                </a:moveTo>
                <a:lnTo>
                  <a:pt x="290" y="583"/>
                </a:lnTo>
                <a:lnTo>
                  <a:pt x="290" y="118"/>
                </a:lnTo>
                <a:cubicBezTo>
                  <a:pt x="290" y="55"/>
                  <a:pt x="344" y="0"/>
                  <a:pt x="407" y="0"/>
                </a:cubicBezTo>
                <a:lnTo>
                  <a:pt x="757" y="0"/>
                </a:lnTo>
                <a:cubicBezTo>
                  <a:pt x="820" y="0"/>
                  <a:pt x="875" y="55"/>
                  <a:pt x="875" y="118"/>
                </a:cubicBezTo>
                <a:lnTo>
                  <a:pt x="875" y="583"/>
                </a:lnTo>
                <a:close/>
                <a:moveTo>
                  <a:pt x="0" y="408"/>
                </a:moveTo>
                <a:lnTo>
                  <a:pt x="175" y="408"/>
                </a:lnTo>
                <a:lnTo>
                  <a:pt x="175" y="583"/>
                </a:lnTo>
                <a:lnTo>
                  <a:pt x="0" y="583"/>
                </a:lnTo>
                <a:lnTo>
                  <a:pt x="0" y="408"/>
                </a:lnTo>
                <a:close/>
                <a:moveTo>
                  <a:pt x="990" y="408"/>
                </a:moveTo>
                <a:lnTo>
                  <a:pt x="1165" y="408"/>
                </a:lnTo>
                <a:lnTo>
                  <a:pt x="1165" y="583"/>
                </a:lnTo>
                <a:lnTo>
                  <a:pt x="990" y="583"/>
                </a:lnTo>
                <a:lnTo>
                  <a:pt x="990" y="408"/>
                </a:lnTo>
                <a:close/>
                <a:moveTo>
                  <a:pt x="115" y="1050"/>
                </a:moveTo>
                <a:lnTo>
                  <a:pt x="115" y="700"/>
                </a:lnTo>
                <a:lnTo>
                  <a:pt x="1050" y="700"/>
                </a:lnTo>
                <a:lnTo>
                  <a:pt x="1050" y="1050"/>
                </a:lnTo>
                <a:lnTo>
                  <a:pt x="875" y="1050"/>
                </a:lnTo>
                <a:lnTo>
                  <a:pt x="875" y="875"/>
                </a:lnTo>
                <a:lnTo>
                  <a:pt x="290" y="875"/>
                </a:lnTo>
                <a:lnTo>
                  <a:pt x="290" y="1050"/>
                </a:lnTo>
                <a:lnTo>
                  <a:pt x="115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268789" y="1475582"/>
            <a:ext cx="377825" cy="420689"/>
          </a:xfrm>
          <a:custGeom>
            <a:avLst/>
            <a:gdLst>
              <a:gd name="T0" fmla="*/ 642 w 1051"/>
              <a:gd name="T1" fmla="*/ 760 h 1169"/>
              <a:gd name="T2" fmla="*/ 642 w 1051"/>
              <a:gd name="T3" fmla="*/ 875 h 1169"/>
              <a:gd name="T4" fmla="*/ 232 w 1051"/>
              <a:gd name="T5" fmla="*/ 875 h 1169"/>
              <a:gd name="T6" fmla="*/ 232 w 1051"/>
              <a:gd name="T7" fmla="*/ 760 h 1169"/>
              <a:gd name="T8" fmla="*/ 642 w 1051"/>
              <a:gd name="T9" fmla="*/ 760 h 1169"/>
              <a:gd name="T10" fmla="*/ 932 w 1051"/>
              <a:gd name="T11" fmla="*/ 1050 h 1169"/>
              <a:gd name="T12" fmla="*/ 932 w 1051"/>
              <a:gd name="T13" fmla="*/ 411 h 1169"/>
              <a:gd name="T14" fmla="*/ 117 w 1051"/>
              <a:gd name="T15" fmla="*/ 411 h 1169"/>
              <a:gd name="T16" fmla="*/ 117 w 1051"/>
              <a:gd name="T17" fmla="*/ 1050 h 1169"/>
              <a:gd name="T18" fmla="*/ 932 w 1051"/>
              <a:gd name="T19" fmla="*/ 1050 h 1169"/>
              <a:gd name="T20" fmla="*/ 932 w 1051"/>
              <a:gd name="T21" fmla="*/ 118 h 1169"/>
              <a:gd name="T22" fmla="*/ 1050 w 1051"/>
              <a:gd name="T23" fmla="*/ 236 h 1169"/>
              <a:gd name="T24" fmla="*/ 1050 w 1051"/>
              <a:gd name="T25" fmla="*/ 1050 h 1169"/>
              <a:gd name="T26" fmla="*/ 932 w 1051"/>
              <a:gd name="T27" fmla="*/ 1168 h 1169"/>
              <a:gd name="T28" fmla="*/ 117 w 1051"/>
              <a:gd name="T29" fmla="*/ 1168 h 1169"/>
              <a:gd name="T30" fmla="*/ 0 w 1051"/>
              <a:gd name="T31" fmla="*/ 1050 h 1169"/>
              <a:gd name="T32" fmla="*/ 0 w 1051"/>
              <a:gd name="T33" fmla="*/ 236 h 1169"/>
              <a:gd name="T34" fmla="*/ 117 w 1051"/>
              <a:gd name="T35" fmla="*/ 118 h 1169"/>
              <a:gd name="T36" fmla="*/ 175 w 1051"/>
              <a:gd name="T37" fmla="*/ 118 h 1169"/>
              <a:gd name="T38" fmla="*/ 175 w 1051"/>
              <a:gd name="T39" fmla="*/ 0 h 1169"/>
              <a:gd name="T40" fmla="*/ 292 w 1051"/>
              <a:gd name="T41" fmla="*/ 0 h 1169"/>
              <a:gd name="T42" fmla="*/ 292 w 1051"/>
              <a:gd name="T43" fmla="*/ 118 h 1169"/>
              <a:gd name="T44" fmla="*/ 757 w 1051"/>
              <a:gd name="T45" fmla="*/ 118 h 1169"/>
              <a:gd name="T46" fmla="*/ 757 w 1051"/>
              <a:gd name="T47" fmla="*/ 0 h 1169"/>
              <a:gd name="T48" fmla="*/ 875 w 1051"/>
              <a:gd name="T49" fmla="*/ 0 h 1169"/>
              <a:gd name="T50" fmla="*/ 875 w 1051"/>
              <a:gd name="T51" fmla="*/ 118 h 1169"/>
              <a:gd name="T52" fmla="*/ 932 w 1051"/>
              <a:gd name="T53" fmla="*/ 118 h 1169"/>
              <a:gd name="T54" fmla="*/ 817 w 1051"/>
              <a:gd name="T55" fmla="*/ 525 h 1169"/>
              <a:gd name="T56" fmla="*/ 817 w 1051"/>
              <a:gd name="T57" fmla="*/ 643 h 1169"/>
              <a:gd name="T58" fmla="*/ 232 w 1051"/>
              <a:gd name="T59" fmla="*/ 643 h 1169"/>
              <a:gd name="T60" fmla="*/ 232 w 1051"/>
              <a:gd name="T61" fmla="*/ 525 h 1169"/>
              <a:gd name="T62" fmla="*/ 817 w 1051"/>
              <a:gd name="T63" fmla="*/ 52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169">
                <a:moveTo>
                  <a:pt x="642" y="760"/>
                </a:moveTo>
                <a:lnTo>
                  <a:pt x="642" y="875"/>
                </a:lnTo>
                <a:lnTo>
                  <a:pt x="232" y="875"/>
                </a:lnTo>
                <a:lnTo>
                  <a:pt x="232" y="760"/>
                </a:lnTo>
                <a:lnTo>
                  <a:pt x="642" y="760"/>
                </a:lnTo>
                <a:close/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2" y="0"/>
                </a:lnTo>
                <a:lnTo>
                  <a:pt x="292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817" y="525"/>
                </a:moveTo>
                <a:lnTo>
                  <a:pt x="817" y="643"/>
                </a:lnTo>
                <a:lnTo>
                  <a:pt x="232" y="643"/>
                </a:lnTo>
                <a:lnTo>
                  <a:pt x="232" y="525"/>
                </a:lnTo>
                <a:lnTo>
                  <a:pt x="817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46701" y="1475582"/>
            <a:ext cx="377825" cy="420689"/>
          </a:xfrm>
          <a:custGeom>
            <a:avLst/>
            <a:gdLst>
              <a:gd name="T0" fmla="*/ 932 w 1051"/>
              <a:gd name="T1" fmla="*/ 1050 h 1169"/>
              <a:gd name="T2" fmla="*/ 932 w 1051"/>
              <a:gd name="T3" fmla="*/ 411 h 1169"/>
              <a:gd name="T4" fmla="*/ 117 w 1051"/>
              <a:gd name="T5" fmla="*/ 411 h 1169"/>
              <a:gd name="T6" fmla="*/ 117 w 1051"/>
              <a:gd name="T7" fmla="*/ 1050 h 1169"/>
              <a:gd name="T8" fmla="*/ 932 w 1051"/>
              <a:gd name="T9" fmla="*/ 1050 h 1169"/>
              <a:gd name="T10" fmla="*/ 932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2 w 1051"/>
              <a:gd name="T17" fmla="*/ 1168 h 1169"/>
              <a:gd name="T18" fmla="*/ 117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7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7 w 1051"/>
              <a:gd name="T35" fmla="*/ 118 h 1169"/>
              <a:gd name="T36" fmla="*/ 757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2 w 1051"/>
              <a:gd name="T43" fmla="*/ 118 h 1169"/>
              <a:gd name="T44" fmla="*/ 369 w 1051"/>
              <a:gd name="T45" fmla="*/ 935 h 1169"/>
              <a:gd name="T46" fmla="*/ 306 w 1051"/>
              <a:gd name="T47" fmla="*/ 873 h 1169"/>
              <a:gd name="T48" fmla="*/ 448 w 1051"/>
              <a:gd name="T49" fmla="*/ 730 h 1169"/>
              <a:gd name="T50" fmla="*/ 306 w 1051"/>
              <a:gd name="T51" fmla="*/ 588 h 1169"/>
              <a:gd name="T52" fmla="*/ 369 w 1051"/>
              <a:gd name="T53" fmla="*/ 525 h 1169"/>
              <a:gd name="T54" fmla="*/ 511 w 1051"/>
              <a:gd name="T55" fmla="*/ 668 h 1169"/>
              <a:gd name="T56" fmla="*/ 653 w 1051"/>
              <a:gd name="T57" fmla="*/ 525 h 1169"/>
              <a:gd name="T58" fmla="*/ 714 w 1051"/>
              <a:gd name="T59" fmla="*/ 588 h 1169"/>
              <a:gd name="T60" fmla="*/ 571 w 1051"/>
              <a:gd name="T61" fmla="*/ 730 h 1169"/>
              <a:gd name="T62" fmla="*/ 714 w 1051"/>
              <a:gd name="T63" fmla="*/ 873 h 1169"/>
              <a:gd name="T64" fmla="*/ 653 w 1051"/>
              <a:gd name="T65" fmla="*/ 935 h 1169"/>
              <a:gd name="T66" fmla="*/ 511 w 1051"/>
              <a:gd name="T67" fmla="*/ 793 h 1169"/>
              <a:gd name="T68" fmla="*/ 369 w 1051"/>
              <a:gd name="T69" fmla="*/ 9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1" h="1169">
                <a:moveTo>
                  <a:pt x="932" y="1050"/>
                </a:moveTo>
                <a:lnTo>
                  <a:pt x="932" y="411"/>
                </a:lnTo>
                <a:lnTo>
                  <a:pt x="117" y="411"/>
                </a:lnTo>
                <a:lnTo>
                  <a:pt x="117" y="1050"/>
                </a:lnTo>
                <a:lnTo>
                  <a:pt x="932" y="1050"/>
                </a:lnTo>
                <a:close/>
                <a:moveTo>
                  <a:pt x="932" y="118"/>
                </a:moveTo>
                <a:cubicBezTo>
                  <a:pt x="995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7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7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  <a:moveTo>
                  <a:pt x="369" y="935"/>
                </a:moveTo>
                <a:lnTo>
                  <a:pt x="306" y="873"/>
                </a:lnTo>
                <a:lnTo>
                  <a:pt x="448" y="730"/>
                </a:lnTo>
                <a:lnTo>
                  <a:pt x="306" y="588"/>
                </a:lnTo>
                <a:lnTo>
                  <a:pt x="369" y="525"/>
                </a:lnTo>
                <a:lnTo>
                  <a:pt x="511" y="668"/>
                </a:lnTo>
                <a:lnTo>
                  <a:pt x="653" y="525"/>
                </a:lnTo>
                <a:lnTo>
                  <a:pt x="714" y="588"/>
                </a:lnTo>
                <a:lnTo>
                  <a:pt x="571" y="730"/>
                </a:lnTo>
                <a:lnTo>
                  <a:pt x="714" y="873"/>
                </a:lnTo>
                <a:lnTo>
                  <a:pt x="653" y="935"/>
                </a:lnTo>
                <a:lnTo>
                  <a:pt x="511" y="793"/>
                </a:lnTo>
                <a:lnTo>
                  <a:pt x="369" y="9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24614" y="1475582"/>
            <a:ext cx="377825" cy="420689"/>
          </a:xfrm>
          <a:custGeom>
            <a:avLst/>
            <a:gdLst>
              <a:gd name="T0" fmla="*/ 933 w 1051"/>
              <a:gd name="T1" fmla="*/ 1050 h 1169"/>
              <a:gd name="T2" fmla="*/ 933 w 1051"/>
              <a:gd name="T3" fmla="*/ 411 h 1169"/>
              <a:gd name="T4" fmla="*/ 118 w 1051"/>
              <a:gd name="T5" fmla="*/ 411 h 1169"/>
              <a:gd name="T6" fmla="*/ 118 w 1051"/>
              <a:gd name="T7" fmla="*/ 1050 h 1169"/>
              <a:gd name="T8" fmla="*/ 933 w 1051"/>
              <a:gd name="T9" fmla="*/ 1050 h 1169"/>
              <a:gd name="T10" fmla="*/ 933 w 1051"/>
              <a:gd name="T11" fmla="*/ 118 h 1169"/>
              <a:gd name="T12" fmla="*/ 1050 w 1051"/>
              <a:gd name="T13" fmla="*/ 236 h 1169"/>
              <a:gd name="T14" fmla="*/ 1050 w 1051"/>
              <a:gd name="T15" fmla="*/ 1050 h 1169"/>
              <a:gd name="T16" fmla="*/ 933 w 1051"/>
              <a:gd name="T17" fmla="*/ 1168 h 1169"/>
              <a:gd name="T18" fmla="*/ 118 w 1051"/>
              <a:gd name="T19" fmla="*/ 1168 h 1169"/>
              <a:gd name="T20" fmla="*/ 0 w 1051"/>
              <a:gd name="T21" fmla="*/ 1050 h 1169"/>
              <a:gd name="T22" fmla="*/ 0 w 1051"/>
              <a:gd name="T23" fmla="*/ 236 h 1169"/>
              <a:gd name="T24" fmla="*/ 118 w 1051"/>
              <a:gd name="T25" fmla="*/ 118 h 1169"/>
              <a:gd name="T26" fmla="*/ 175 w 1051"/>
              <a:gd name="T27" fmla="*/ 118 h 1169"/>
              <a:gd name="T28" fmla="*/ 175 w 1051"/>
              <a:gd name="T29" fmla="*/ 0 h 1169"/>
              <a:gd name="T30" fmla="*/ 293 w 1051"/>
              <a:gd name="T31" fmla="*/ 0 h 1169"/>
              <a:gd name="T32" fmla="*/ 293 w 1051"/>
              <a:gd name="T33" fmla="*/ 118 h 1169"/>
              <a:gd name="T34" fmla="*/ 758 w 1051"/>
              <a:gd name="T35" fmla="*/ 118 h 1169"/>
              <a:gd name="T36" fmla="*/ 758 w 1051"/>
              <a:gd name="T37" fmla="*/ 0 h 1169"/>
              <a:gd name="T38" fmla="*/ 875 w 1051"/>
              <a:gd name="T39" fmla="*/ 0 h 1169"/>
              <a:gd name="T40" fmla="*/ 875 w 1051"/>
              <a:gd name="T41" fmla="*/ 118 h 1169"/>
              <a:gd name="T42" fmla="*/ 933 w 1051"/>
              <a:gd name="T43" fmla="*/ 118 h 1169"/>
              <a:gd name="T44" fmla="*/ 790 w 1051"/>
              <a:gd name="T45" fmla="*/ 588 h 1169"/>
              <a:gd name="T46" fmla="*/ 443 w 1051"/>
              <a:gd name="T47" fmla="*/ 935 h 1169"/>
              <a:gd name="T48" fmla="*/ 257 w 1051"/>
              <a:gd name="T49" fmla="*/ 750 h 1169"/>
              <a:gd name="T50" fmla="*/ 320 w 1051"/>
              <a:gd name="T51" fmla="*/ 687 h 1169"/>
              <a:gd name="T52" fmla="*/ 443 w 1051"/>
              <a:gd name="T53" fmla="*/ 810 h 1169"/>
              <a:gd name="T54" fmla="*/ 728 w 1051"/>
              <a:gd name="T55" fmla="*/ 525 h 1169"/>
              <a:gd name="T56" fmla="*/ 790 w 1051"/>
              <a:gd name="T57" fmla="*/ 58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169">
                <a:moveTo>
                  <a:pt x="933" y="1050"/>
                </a:moveTo>
                <a:lnTo>
                  <a:pt x="933" y="411"/>
                </a:lnTo>
                <a:lnTo>
                  <a:pt x="118" y="411"/>
                </a:lnTo>
                <a:lnTo>
                  <a:pt x="118" y="1050"/>
                </a:lnTo>
                <a:lnTo>
                  <a:pt x="933" y="1050"/>
                </a:lnTo>
                <a:close/>
                <a:moveTo>
                  <a:pt x="933" y="118"/>
                </a:moveTo>
                <a:cubicBezTo>
                  <a:pt x="996" y="118"/>
                  <a:pt x="1050" y="173"/>
                  <a:pt x="1050" y="236"/>
                </a:cubicBezTo>
                <a:lnTo>
                  <a:pt x="1050" y="1050"/>
                </a:lnTo>
                <a:cubicBezTo>
                  <a:pt x="1050" y="1113"/>
                  <a:pt x="996" y="1168"/>
                  <a:pt x="933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8" y="118"/>
                </a:lnTo>
                <a:lnTo>
                  <a:pt x="758" y="0"/>
                </a:lnTo>
                <a:lnTo>
                  <a:pt x="875" y="0"/>
                </a:lnTo>
                <a:lnTo>
                  <a:pt x="875" y="118"/>
                </a:lnTo>
                <a:lnTo>
                  <a:pt x="933" y="118"/>
                </a:lnTo>
                <a:close/>
                <a:moveTo>
                  <a:pt x="790" y="588"/>
                </a:moveTo>
                <a:lnTo>
                  <a:pt x="443" y="935"/>
                </a:lnTo>
                <a:lnTo>
                  <a:pt x="257" y="750"/>
                </a:lnTo>
                <a:lnTo>
                  <a:pt x="320" y="687"/>
                </a:lnTo>
                <a:lnTo>
                  <a:pt x="443" y="810"/>
                </a:lnTo>
                <a:lnTo>
                  <a:pt x="728" y="525"/>
                </a:lnTo>
                <a:lnTo>
                  <a:pt x="790" y="58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18401" y="1497807"/>
            <a:ext cx="347663" cy="377825"/>
          </a:xfrm>
          <a:custGeom>
            <a:avLst/>
            <a:gdLst>
              <a:gd name="T0" fmla="*/ 236 w 964"/>
              <a:gd name="T1" fmla="*/ 875 h 1051"/>
              <a:gd name="T2" fmla="*/ 468 w 964"/>
              <a:gd name="T3" fmla="*/ 468 h 1051"/>
              <a:gd name="T4" fmla="*/ 350 w 964"/>
              <a:gd name="T5" fmla="*/ 468 h 1051"/>
              <a:gd name="T6" fmla="*/ 350 w 964"/>
              <a:gd name="T7" fmla="*/ 175 h 1051"/>
              <a:gd name="T8" fmla="*/ 118 w 964"/>
              <a:gd name="T9" fmla="*/ 613 h 1051"/>
              <a:gd name="T10" fmla="*/ 235 w 964"/>
              <a:gd name="T11" fmla="*/ 613 h 1051"/>
              <a:gd name="T12" fmla="*/ 235 w 964"/>
              <a:gd name="T13" fmla="*/ 875 h 1051"/>
              <a:gd name="T14" fmla="*/ 236 w 964"/>
              <a:gd name="T15" fmla="*/ 875 h 1051"/>
              <a:gd name="T16" fmla="*/ 818 w 964"/>
              <a:gd name="T17" fmla="*/ 408 h 1051"/>
              <a:gd name="T18" fmla="*/ 875 w 964"/>
              <a:gd name="T19" fmla="*/ 350 h 1051"/>
              <a:gd name="T20" fmla="*/ 818 w 964"/>
              <a:gd name="T21" fmla="*/ 293 h 1051"/>
              <a:gd name="T22" fmla="*/ 760 w 964"/>
              <a:gd name="T23" fmla="*/ 350 h 1051"/>
              <a:gd name="T24" fmla="*/ 818 w 964"/>
              <a:gd name="T25" fmla="*/ 408 h 1051"/>
              <a:gd name="T26" fmla="*/ 922 w 964"/>
              <a:gd name="T27" fmla="*/ 246 h 1051"/>
              <a:gd name="T28" fmla="*/ 963 w 964"/>
              <a:gd name="T29" fmla="*/ 350 h 1051"/>
              <a:gd name="T30" fmla="*/ 963 w 964"/>
              <a:gd name="T31" fmla="*/ 905 h 1051"/>
              <a:gd name="T32" fmla="*/ 818 w 964"/>
              <a:gd name="T33" fmla="*/ 1050 h 1051"/>
              <a:gd name="T34" fmla="*/ 673 w 964"/>
              <a:gd name="T35" fmla="*/ 905 h 1051"/>
              <a:gd name="T36" fmla="*/ 673 w 964"/>
              <a:gd name="T37" fmla="*/ 613 h 1051"/>
              <a:gd name="T38" fmla="*/ 585 w 964"/>
              <a:gd name="T39" fmla="*/ 613 h 1051"/>
              <a:gd name="T40" fmla="*/ 585 w 964"/>
              <a:gd name="T41" fmla="*/ 1050 h 1051"/>
              <a:gd name="T42" fmla="*/ 0 w 964"/>
              <a:gd name="T43" fmla="*/ 1050 h 1051"/>
              <a:gd name="T44" fmla="*/ 0 w 964"/>
              <a:gd name="T45" fmla="*/ 118 h 1051"/>
              <a:gd name="T46" fmla="*/ 118 w 964"/>
              <a:gd name="T47" fmla="*/ 0 h 1051"/>
              <a:gd name="T48" fmla="*/ 468 w 964"/>
              <a:gd name="T49" fmla="*/ 0 h 1051"/>
              <a:gd name="T50" fmla="*/ 585 w 964"/>
              <a:gd name="T51" fmla="*/ 118 h 1051"/>
              <a:gd name="T52" fmla="*/ 585 w 964"/>
              <a:gd name="T53" fmla="*/ 525 h 1051"/>
              <a:gd name="T54" fmla="*/ 643 w 964"/>
              <a:gd name="T55" fmla="*/ 525 h 1051"/>
              <a:gd name="T56" fmla="*/ 760 w 964"/>
              <a:gd name="T57" fmla="*/ 643 h 1051"/>
              <a:gd name="T58" fmla="*/ 760 w 964"/>
              <a:gd name="T59" fmla="*/ 905 h 1051"/>
              <a:gd name="T60" fmla="*/ 818 w 964"/>
              <a:gd name="T61" fmla="*/ 963 h 1051"/>
              <a:gd name="T62" fmla="*/ 875 w 964"/>
              <a:gd name="T63" fmla="*/ 905 h 1051"/>
              <a:gd name="T64" fmla="*/ 875 w 964"/>
              <a:gd name="T65" fmla="*/ 484 h 1051"/>
              <a:gd name="T66" fmla="*/ 818 w 964"/>
              <a:gd name="T67" fmla="*/ 495 h 1051"/>
              <a:gd name="T68" fmla="*/ 673 w 964"/>
              <a:gd name="T69" fmla="*/ 350 h 1051"/>
              <a:gd name="T70" fmla="*/ 766 w 964"/>
              <a:gd name="T71" fmla="*/ 213 h 1051"/>
              <a:gd name="T72" fmla="*/ 643 w 964"/>
              <a:gd name="T73" fmla="*/ 90 h 1051"/>
              <a:gd name="T74" fmla="*/ 706 w 964"/>
              <a:gd name="T75" fmla="*/ 30 h 1051"/>
              <a:gd name="T76" fmla="*/ 922 w 964"/>
              <a:gd name="T77" fmla="*/ 246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964" h="1051">
                <a:moveTo>
                  <a:pt x="236" y="875"/>
                </a:moveTo>
                <a:lnTo>
                  <a:pt x="468" y="468"/>
                </a:lnTo>
                <a:lnTo>
                  <a:pt x="350" y="468"/>
                </a:lnTo>
                <a:lnTo>
                  <a:pt x="350" y="175"/>
                </a:lnTo>
                <a:lnTo>
                  <a:pt x="118" y="613"/>
                </a:lnTo>
                <a:lnTo>
                  <a:pt x="235" y="613"/>
                </a:lnTo>
                <a:lnTo>
                  <a:pt x="235" y="875"/>
                </a:lnTo>
                <a:lnTo>
                  <a:pt x="236" y="875"/>
                </a:lnTo>
                <a:close/>
                <a:moveTo>
                  <a:pt x="818" y="408"/>
                </a:moveTo>
                <a:cubicBezTo>
                  <a:pt x="851" y="408"/>
                  <a:pt x="875" y="383"/>
                  <a:pt x="875" y="350"/>
                </a:cubicBezTo>
                <a:cubicBezTo>
                  <a:pt x="875" y="317"/>
                  <a:pt x="851" y="293"/>
                  <a:pt x="818" y="293"/>
                </a:cubicBezTo>
                <a:cubicBezTo>
                  <a:pt x="785" y="293"/>
                  <a:pt x="760" y="317"/>
                  <a:pt x="760" y="350"/>
                </a:cubicBezTo>
                <a:cubicBezTo>
                  <a:pt x="760" y="383"/>
                  <a:pt x="785" y="408"/>
                  <a:pt x="818" y="408"/>
                </a:cubicBezTo>
                <a:close/>
                <a:moveTo>
                  <a:pt x="922" y="246"/>
                </a:moveTo>
                <a:cubicBezTo>
                  <a:pt x="949" y="274"/>
                  <a:pt x="963" y="309"/>
                  <a:pt x="963" y="350"/>
                </a:cubicBezTo>
                <a:lnTo>
                  <a:pt x="963" y="905"/>
                </a:lnTo>
                <a:cubicBezTo>
                  <a:pt x="963" y="984"/>
                  <a:pt x="897" y="1050"/>
                  <a:pt x="818" y="1050"/>
                </a:cubicBezTo>
                <a:cubicBezTo>
                  <a:pt x="739" y="1050"/>
                  <a:pt x="673" y="984"/>
                  <a:pt x="673" y="905"/>
                </a:cubicBezTo>
                <a:lnTo>
                  <a:pt x="673" y="613"/>
                </a:lnTo>
                <a:lnTo>
                  <a:pt x="585" y="613"/>
                </a:lnTo>
                <a:lnTo>
                  <a:pt x="585" y="1050"/>
                </a:lnTo>
                <a:lnTo>
                  <a:pt x="0" y="1050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468" y="0"/>
                </a:lnTo>
                <a:cubicBezTo>
                  <a:pt x="531" y="0"/>
                  <a:pt x="585" y="55"/>
                  <a:pt x="585" y="118"/>
                </a:cubicBezTo>
                <a:lnTo>
                  <a:pt x="585" y="525"/>
                </a:lnTo>
                <a:lnTo>
                  <a:pt x="643" y="525"/>
                </a:lnTo>
                <a:cubicBezTo>
                  <a:pt x="706" y="525"/>
                  <a:pt x="760" y="580"/>
                  <a:pt x="760" y="643"/>
                </a:cubicBezTo>
                <a:lnTo>
                  <a:pt x="760" y="905"/>
                </a:lnTo>
                <a:cubicBezTo>
                  <a:pt x="760" y="938"/>
                  <a:pt x="785" y="963"/>
                  <a:pt x="818" y="963"/>
                </a:cubicBezTo>
                <a:cubicBezTo>
                  <a:pt x="851" y="963"/>
                  <a:pt x="875" y="938"/>
                  <a:pt x="875" y="905"/>
                </a:cubicBezTo>
                <a:lnTo>
                  <a:pt x="875" y="484"/>
                </a:lnTo>
                <a:cubicBezTo>
                  <a:pt x="856" y="492"/>
                  <a:pt x="840" y="495"/>
                  <a:pt x="818" y="495"/>
                </a:cubicBezTo>
                <a:cubicBezTo>
                  <a:pt x="739" y="495"/>
                  <a:pt x="673" y="429"/>
                  <a:pt x="673" y="350"/>
                </a:cubicBezTo>
                <a:cubicBezTo>
                  <a:pt x="673" y="287"/>
                  <a:pt x="711" y="235"/>
                  <a:pt x="766" y="213"/>
                </a:cubicBezTo>
                <a:lnTo>
                  <a:pt x="643" y="90"/>
                </a:lnTo>
                <a:lnTo>
                  <a:pt x="706" y="30"/>
                </a:lnTo>
                <a:lnTo>
                  <a:pt x="922" y="24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80439" y="1497807"/>
            <a:ext cx="377825" cy="377825"/>
          </a:xfrm>
          <a:custGeom>
            <a:avLst/>
            <a:gdLst>
              <a:gd name="T0" fmla="*/ 700 w 1051"/>
              <a:gd name="T1" fmla="*/ 905 h 1051"/>
              <a:gd name="T2" fmla="*/ 946 w 1051"/>
              <a:gd name="T3" fmla="*/ 812 h 1051"/>
              <a:gd name="T4" fmla="*/ 1050 w 1051"/>
              <a:gd name="T5" fmla="*/ 916 h 1051"/>
              <a:gd name="T6" fmla="*/ 700 w 1051"/>
              <a:gd name="T7" fmla="*/ 1050 h 1051"/>
              <a:gd name="T8" fmla="*/ 205 w 1051"/>
              <a:gd name="T9" fmla="*/ 700 h 1051"/>
              <a:gd name="T10" fmla="*/ 0 w 1051"/>
              <a:gd name="T11" fmla="*/ 700 h 1051"/>
              <a:gd name="T12" fmla="*/ 0 w 1051"/>
              <a:gd name="T13" fmla="*/ 583 h 1051"/>
              <a:gd name="T14" fmla="*/ 178 w 1051"/>
              <a:gd name="T15" fmla="*/ 583 h 1051"/>
              <a:gd name="T16" fmla="*/ 175 w 1051"/>
              <a:gd name="T17" fmla="*/ 525 h 1051"/>
              <a:gd name="T18" fmla="*/ 178 w 1051"/>
              <a:gd name="T19" fmla="*/ 468 h 1051"/>
              <a:gd name="T20" fmla="*/ 0 w 1051"/>
              <a:gd name="T21" fmla="*/ 468 h 1051"/>
              <a:gd name="T22" fmla="*/ 0 w 1051"/>
              <a:gd name="T23" fmla="*/ 350 h 1051"/>
              <a:gd name="T24" fmla="*/ 205 w 1051"/>
              <a:gd name="T25" fmla="*/ 350 h 1051"/>
              <a:gd name="T26" fmla="*/ 700 w 1051"/>
              <a:gd name="T27" fmla="*/ 0 h 1051"/>
              <a:gd name="T28" fmla="*/ 1050 w 1051"/>
              <a:gd name="T29" fmla="*/ 134 h 1051"/>
              <a:gd name="T30" fmla="*/ 946 w 1051"/>
              <a:gd name="T31" fmla="*/ 238 h 1051"/>
              <a:gd name="T32" fmla="*/ 700 w 1051"/>
              <a:gd name="T33" fmla="*/ 145 h 1051"/>
              <a:gd name="T34" fmla="*/ 364 w 1051"/>
              <a:gd name="T35" fmla="*/ 350 h 1051"/>
              <a:gd name="T36" fmla="*/ 700 w 1051"/>
              <a:gd name="T37" fmla="*/ 350 h 1051"/>
              <a:gd name="T38" fmla="*/ 700 w 1051"/>
              <a:gd name="T39" fmla="*/ 468 h 1051"/>
              <a:gd name="T40" fmla="*/ 325 w 1051"/>
              <a:gd name="T41" fmla="*/ 468 h 1051"/>
              <a:gd name="T42" fmla="*/ 320 w 1051"/>
              <a:gd name="T43" fmla="*/ 525 h 1051"/>
              <a:gd name="T44" fmla="*/ 325 w 1051"/>
              <a:gd name="T45" fmla="*/ 583 h 1051"/>
              <a:gd name="T46" fmla="*/ 700 w 1051"/>
              <a:gd name="T47" fmla="*/ 583 h 1051"/>
              <a:gd name="T48" fmla="*/ 700 w 1051"/>
              <a:gd name="T49" fmla="*/ 700 h 1051"/>
              <a:gd name="T50" fmla="*/ 364 w 1051"/>
              <a:gd name="T51" fmla="*/ 700 h 1051"/>
              <a:gd name="T52" fmla="*/ 700 w 1051"/>
              <a:gd name="T53" fmla="*/ 90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051">
                <a:moveTo>
                  <a:pt x="700" y="905"/>
                </a:moveTo>
                <a:cubicBezTo>
                  <a:pt x="796" y="905"/>
                  <a:pt x="880" y="870"/>
                  <a:pt x="946" y="812"/>
                </a:cubicBezTo>
                <a:lnTo>
                  <a:pt x="1050" y="916"/>
                </a:lnTo>
                <a:cubicBezTo>
                  <a:pt x="957" y="1001"/>
                  <a:pt x="834" y="1050"/>
                  <a:pt x="700" y="1050"/>
                </a:cubicBezTo>
                <a:cubicBezTo>
                  <a:pt x="470" y="1050"/>
                  <a:pt x="276" y="902"/>
                  <a:pt x="205" y="700"/>
                </a:cubicBezTo>
                <a:lnTo>
                  <a:pt x="0" y="700"/>
                </a:lnTo>
                <a:lnTo>
                  <a:pt x="0" y="583"/>
                </a:lnTo>
                <a:lnTo>
                  <a:pt x="178" y="583"/>
                </a:lnTo>
                <a:cubicBezTo>
                  <a:pt x="175" y="563"/>
                  <a:pt x="175" y="544"/>
                  <a:pt x="175" y="525"/>
                </a:cubicBezTo>
                <a:cubicBezTo>
                  <a:pt x="175" y="506"/>
                  <a:pt x="175" y="487"/>
                  <a:pt x="178" y="468"/>
                </a:cubicBezTo>
                <a:lnTo>
                  <a:pt x="0" y="468"/>
                </a:lnTo>
                <a:lnTo>
                  <a:pt x="0" y="350"/>
                </a:lnTo>
                <a:lnTo>
                  <a:pt x="205" y="350"/>
                </a:lnTo>
                <a:cubicBezTo>
                  <a:pt x="276" y="148"/>
                  <a:pt x="470" y="0"/>
                  <a:pt x="700" y="0"/>
                </a:cubicBezTo>
                <a:cubicBezTo>
                  <a:pt x="834" y="0"/>
                  <a:pt x="957" y="49"/>
                  <a:pt x="1050" y="134"/>
                </a:cubicBezTo>
                <a:lnTo>
                  <a:pt x="946" y="238"/>
                </a:lnTo>
                <a:cubicBezTo>
                  <a:pt x="880" y="181"/>
                  <a:pt x="793" y="145"/>
                  <a:pt x="700" y="145"/>
                </a:cubicBezTo>
                <a:cubicBezTo>
                  <a:pt x="555" y="145"/>
                  <a:pt x="426" y="230"/>
                  <a:pt x="364" y="350"/>
                </a:cubicBezTo>
                <a:lnTo>
                  <a:pt x="700" y="350"/>
                </a:lnTo>
                <a:lnTo>
                  <a:pt x="700" y="468"/>
                </a:lnTo>
                <a:lnTo>
                  <a:pt x="325" y="468"/>
                </a:lnTo>
                <a:cubicBezTo>
                  <a:pt x="323" y="487"/>
                  <a:pt x="320" y="506"/>
                  <a:pt x="320" y="525"/>
                </a:cubicBezTo>
                <a:cubicBezTo>
                  <a:pt x="320" y="544"/>
                  <a:pt x="323" y="563"/>
                  <a:pt x="325" y="583"/>
                </a:cubicBezTo>
                <a:lnTo>
                  <a:pt x="700" y="583"/>
                </a:lnTo>
                <a:lnTo>
                  <a:pt x="700" y="700"/>
                </a:lnTo>
                <a:lnTo>
                  <a:pt x="364" y="700"/>
                </a:lnTo>
                <a:cubicBezTo>
                  <a:pt x="426" y="820"/>
                  <a:pt x="552" y="905"/>
                  <a:pt x="700" y="905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37712" y="1477168"/>
            <a:ext cx="419100" cy="419100"/>
          </a:xfrm>
          <a:custGeom>
            <a:avLst/>
            <a:gdLst>
              <a:gd name="T0" fmla="*/ 640 w 1166"/>
              <a:gd name="T1" fmla="*/ 640 h 1165"/>
              <a:gd name="T2" fmla="*/ 640 w 1166"/>
              <a:gd name="T3" fmla="*/ 290 h 1165"/>
              <a:gd name="T4" fmla="*/ 525 w 1166"/>
              <a:gd name="T5" fmla="*/ 290 h 1165"/>
              <a:gd name="T6" fmla="*/ 525 w 1166"/>
              <a:gd name="T7" fmla="*/ 640 h 1165"/>
              <a:gd name="T8" fmla="*/ 640 w 1166"/>
              <a:gd name="T9" fmla="*/ 640 h 1165"/>
              <a:gd name="T10" fmla="*/ 640 w 1166"/>
              <a:gd name="T11" fmla="*/ 875 h 1165"/>
              <a:gd name="T12" fmla="*/ 640 w 1166"/>
              <a:gd name="T13" fmla="*/ 757 h 1165"/>
              <a:gd name="T14" fmla="*/ 525 w 1166"/>
              <a:gd name="T15" fmla="*/ 757 h 1165"/>
              <a:gd name="T16" fmla="*/ 525 w 1166"/>
              <a:gd name="T17" fmla="*/ 875 h 1165"/>
              <a:gd name="T18" fmla="*/ 640 w 1166"/>
              <a:gd name="T19" fmla="*/ 875 h 1165"/>
              <a:gd name="T20" fmla="*/ 582 w 1166"/>
              <a:gd name="T21" fmla="*/ 0 h 1165"/>
              <a:gd name="T22" fmla="*/ 1165 w 1166"/>
              <a:gd name="T23" fmla="*/ 582 h 1165"/>
              <a:gd name="T24" fmla="*/ 582 w 1166"/>
              <a:gd name="T25" fmla="*/ 1164 h 1165"/>
              <a:gd name="T26" fmla="*/ 0 w 1166"/>
              <a:gd name="T27" fmla="*/ 582 h 1165"/>
              <a:gd name="T28" fmla="*/ 582 w 1166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5">
                <a:moveTo>
                  <a:pt x="640" y="640"/>
                </a:moveTo>
                <a:lnTo>
                  <a:pt x="640" y="290"/>
                </a:lnTo>
                <a:lnTo>
                  <a:pt x="525" y="290"/>
                </a:lnTo>
                <a:lnTo>
                  <a:pt x="525" y="640"/>
                </a:lnTo>
                <a:lnTo>
                  <a:pt x="640" y="640"/>
                </a:lnTo>
                <a:close/>
                <a:moveTo>
                  <a:pt x="640" y="875"/>
                </a:moveTo>
                <a:lnTo>
                  <a:pt x="640" y="757"/>
                </a:lnTo>
                <a:lnTo>
                  <a:pt x="525" y="757"/>
                </a:lnTo>
                <a:lnTo>
                  <a:pt x="525" y="875"/>
                </a:lnTo>
                <a:lnTo>
                  <a:pt x="640" y="875"/>
                </a:ln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715624" y="1477168"/>
            <a:ext cx="419100" cy="419100"/>
          </a:xfrm>
          <a:custGeom>
            <a:avLst/>
            <a:gdLst>
              <a:gd name="T0" fmla="*/ 583 w 1166"/>
              <a:gd name="T1" fmla="*/ 1050 h 1165"/>
              <a:gd name="T2" fmla="*/ 1050 w 1166"/>
              <a:gd name="T3" fmla="*/ 582 h 1165"/>
              <a:gd name="T4" fmla="*/ 583 w 1166"/>
              <a:gd name="T5" fmla="*/ 115 h 1165"/>
              <a:gd name="T6" fmla="*/ 115 w 1166"/>
              <a:gd name="T7" fmla="*/ 582 h 1165"/>
              <a:gd name="T8" fmla="*/ 583 w 1166"/>
              <a:gd name="T9" fmla="*/ 1050 h 1165"/>
              <a:gd name="T10" fmla="*/ 583 w 1166"/>
              <a:gd name="T11" fmla="*/ 0 h 1165"/>
              <a:gd name="T12" fmla="*/ 1165 w 1166"/>
              <a:gd name="T13" fmla="*/ 582 h 1165"/>
              <a:gd name="T14" fmla="*/ 583 w 1166"/>
              <a:gd name="T15" fmla="*/ 1164 h 1165"/>
              <a:gd name="T16" fmla="*/ 0 w 1166"/>
              <a:gd name="T17" fmla="*/ 582 h 1165"/>
              <a:gd name="T18" fmla="*/ 583 w 1166"/>
              <a:gd name="T19" fmla="*/ 0 h 1165"/>
              <a:gd name="T20" fmla="*/ 525 w 1166"/>
              <a:gd name="T21" fmla="*/ 290 h 1165"/>
              <a:gd name="T22" fmla="*/ 640 w 1166"/>
              <a:gd name="T23" fmla="*/ 290 h 1165"/>
              <a:gd name="T24" fmla="*/ 640 w 1166"/>
              <a:gd name="T25" fmla="*/ 640 h 1165"/>
              <a:gd name="T26" fmla="*/ 525 w 1166"/>
              <a:gd name="T27" fmla="*/ 640 h 1165"/>
              <a:gd name="T28" fmla="*/ 525 w 1166"/>
              <a:gd name="T29" fmla="*/ 290 h 1165"/>
              <a:gd name="T30" fmla="*/ 525 w 1166"/>
              <a:gd name="T31" fmla="*/ 757 h 1165"/>
              <a:gd name="T32" fmla="*/ 640 w 1166"/>
              <a:gd name="T33" fmla="*/ 757 h 1165"/>
              <a:gd name="T34" fmla="*/ 640 w 1166"/>
              <a:gd name="T35" fmla="*/ 875 h 1165"/>
              <a:gd name="T36" fmla="*/ 525 w 1166"/>
              <a:gd name="T37" fmla="*/ 875 h 1165"/>
              <a:gd name="T38" fmla="*/ 525 w 1166"/>
              <a:gd name="T39" fmla="*/ 757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1165">
                <a:moveTo>
                  <a:pt x="583" y="1050"/>
                </a:moveTo>
                <a:cubicBezTo>
                  <a:pt x="840" y="1050"/>
                  <a:pt x="1050" y="839"/>
                  <a:pt x="1050" y="582"/>
                </a:cubicBezTo>
                <a:cubicBezTo>
                  <a:pt x="1050" y="325"/>
                  <a:pt x="840" y="115"/>
                  <a:pt x="583" y="115"/>
                </a:cubicBezTo>
                <a:cubicBezTo>
                  <a:pt x="326" y="115"/>
                  <a:pt x="115" y="325"/>
                  <a:pt x="115" y="582"/>
                </a:cubicBezTo>
                <a:cubicBezTo>
                  <a:pt x="115" y="839"/>
                  <a:pt x="326" y="1050"/>
                  <a:pt x="583" y="1050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6" y="1164"/>
                  <a:pt x="583" y="1164"/>
                </a:cubicBezTo>
                <a:cubicBezTo>
                  <a:pt x="261" y="1164"/>
                  <a:pt x="0" y="905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  <a:moveTo>
                  <a:pt x="525" y="290"/>
                </a:moveTo>
                <a:lnTo>
                  <a:pt x="640" y="290"/>
                </a:lnTo>
                <a:lnTo>
                  <a:pt x="640" y="640"/>
                </a:lnTo>
                <a:lnTo>
                  <a:pt x="525" y="640"/>
                </a:lnTo>
                <a:lnTo>
                  <a:pt x="525" y="290"/>
                </a:lnTo>
                <a:close/>
                <a:moveTo>
                  <a:pt x="525" y="757"/>
                </a:moveTo>
                <a:lnTo>
                  <a:pt x="640" y="757"/>
                </a:lnTo>
                <a:lnTo>
                  <a:pt x="640" y="875"/>
                </a:lnTo>
                <a:lnTo>
                  <a:pt x="525" y="875"/>
                </a:lnTo>
                <a:lnTo>
                  <a:pt x="525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7" y="2477296"/>
            <a:ext cx="252412" cy="155575"/>
          </a:xfrm>
          <a:custGeom>
            <a:avLst/>
            <a:gdLst>
              <a:gd name="T0" fmla="*/ 350 w 701"/>
              <a:gd name="T1" fmla="*/ 0 h 433"/>
              <a:gd name="T2" fmla="*/ 700 w 701"/>
              <a:gd name="T3" fmla="*/ 350 h 433"/>
              <a:gd name="T4" fmla="*/ 618 w 701"/>
              <a:gd name="T5" fmla="*/ 432 h 433"/>
              <a:gd name="T6" fmla="*/ 350 w 701"/>
              <a:gd name="T7" fmla="*/ 164 h 433"/>
              <a:gd name="T8" fmla="*/ 82 w 701"/>
              <a:gd name="T9" fmla="*/ 432 h 433"/>
              <a:gd name="T10" fmla="*/ 0 w 701"/>
              <a:gd name="T11" fmla="*/ 350 h 433"/>
              <a:gd name="T12" fmla="*/ 350 w 701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1" h="433">
                <a:moveTo>
                  <a:pt x="350" y="0"/>
                </a:moveTo>
                <a:lnTo>
                  <a:pt x="700" y="350"/>
                </a:lnTo>
                <a:lnTo>
                  <a:pt x="618" y="432"/>
                </a:lnTo>
                <a:lnTo>
                  <a:pt x="350" y="164"/>
                </a:lnTo>
                <a:lnTo>
                  <a:pt x="82" y="432"/>
                </a:lnTo>
                <a:lnTo>
                  <a:pt x="0" y="350"/>
                </a:lnTo>
                <a:lnTo>
                  <a:pt x="35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063749" y="2345531"/>
            <a:ext cx="419100" cy="419100"/>
          </a:xfrm>
          <a:custGeom>
            <a:avLst/>
            <a:gdLst>
              <a:gd name="T0" fmla="*/ 1050 w 1166"/>
              <a:gd name="T1" fmla="*/ 1050 h 1166"/>
              <a:gd name="T2" fmla="*/ 1050 w 1166"/>
              <a:gd name="T3" fmla="*/ 115 h 1166"/>
              <a:gd name="T4" fmla="*/ 115 w 1166"/>
              <a:gd name="T5" fmla="*/ 1050 h 1166"/>
              <a:gd name="T6" fmla="*/ 1050 w 1166"/>
              <a:gd name="T7" fmla="*/ 1050 h 1166"/>
              <a:gd name="T8" fmla="*/ 175 w 1166"/>
              <a:gd name="T9" fmla="*/ 175 h 1166"/>
              <a:gd name="T10" fmla="*/ 175 w 1166"/>
              <a:gd name="T11" fmla="*/ 290 h 1166"/>
              <a:gd name="T12" fmla="*/ 525 w 1166"/>
              <a:gd name="T13" fmla="*/ 290 h 1166"/>
              <a:gd name="T14" fmla="*/ 525 w 1166"/>
              <a:gd name="T15" fmla="*/ 175 h 1166"/>
              <a:gd name="T16" fmla="*/ 175 w 1166"/>
              <a:gd name="T17" fmla="*/ 175 h 1166"/>
              <a:gd name="T18" fmla="*/ 1050 w 1166"/>
              <a:gd name="T19" fmla="*/ 0 h 1166"/>
              <a:gd name="T20" fmla="*/ 1165 w 1166"/>
              <a:gd name="T21" fmla="*/ 115 h 1166"/>
              <a:gd name="T22" fmla="*/ 1165 w 1166"/>
              <a:gd name="T23" fmla="*/ 1050 h 1166"/>
              <a:gd name="T24" fmla="*/ 1050 w 1166"/>
              <a:gd name="T25" fmla="*/ 1165 h 1166"/>
              <a:gd name="T26" fmla="*/ 115 w 1166"/>
              <a:gd name="T27" fmla="*/ 1165 h 1166"/>
              <a:gd name="T28" fmla="*/ 0 w 1166"/>
              <a:gd name="T29" fmla="*/ 1050 h 1166"/>
              <a:gd name="T30" fmla="*/ 0 w 1166"/>
              <a:gd name="T31" fmla="*/ 115 h 1166"/>
              <a:gd name="T32" fmla="*/ 115 w 1166"/>
              <a:gd name="T33" fmla="*/ 0 h 1166"/>
              <a:gd name="T34" fmla="*/ 1050 w 1166"/>
              <a:gd name="T35" fmla="*/ 0 h 1166"/>
              <a:gd name="T36" fmla="*/ 757 w 1166"/>
              <a:gd name="T37" fmla="*/ 875 h 1166"/>
              <a:gd name="T38" fmla="*/ 640 w 1166"/>
              <a:gd name="T39" fmla="*/ 875 h 1166"/>
              <a:gd name="T40" fmla="*/ 640 w 1166"/>
              <a:gd name="T41" fmla="*/ 758 h 1166"/>
              <a:gd name="T42" fmla="*/ 757 w 1166"/>
              <a:gd name="T43" fmla="*/ 758 h 1166"/>
              <a:gd name="T44" fmla="*/ 757 w 1166"/>
              <a:gd name="T45" fmla="*/ 640 h 1166"/>
              <a:gd name="T46" fmla="*/ 875 w 1166"/>
              <a:gd name="T47" fmla="*/ 640 h 1166"/>
              <a:gd name="T48" fmla="*/ 875 w 1166"/>
              <a:gd name="T49" fmla="*/ 758 h 1166"/>
              <a:gd name="T50" fmla="*/ 990 w 1166"/>
              <a:gd name="T51" fmla="*/ 758 h 1166"/>
              <a:gd name="T52" fmla="*/ 990 w 1166"/>
              <a:gd name="T53" fmla="*/ 875 h 1166"/>
              <a:gd name="T54" fmla="*/ 875 w 1166"/>
              <a:gd name="T55" fmla="*/ 875 h 1166"/>
              <a:gd name="T56" fmla="*/ 875 w 1166"/>
              <a:gd name="T57" fmla="*/ 990 h 1166"/>
              <a:gd name="T58" fmla="*/ 757 w 1166"/>
              <a:gd name="T59" fmla="*/ 990 h 1166"/>
              <a:gd name="T60" fmla="*/ 757 w 1166"/>
              <a:gd name="T61" fmla="*/ 87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66" h="1166">
                <a:moveTo>
                  <a:pt x="1050" y="1050"/>
                </a:moveTo>
                <a:lnTo>
                  <a:pt x="1050" y="115"/>
                </a:lnTo>
                <a:lnTo>
                  <a:pt x="115" y="1050"/>
                </a:lnTo>
                <a:lnTo>
                  <a:pt x="1050" y="1050"/>
                </a:lnTo>
                <a:close/>
                <a:moveTo>
                  <a:pt x="175" y="175"/>
                </a:moveTo>
                <a:lnTo>
                  <a:pt x="175" y="290"/>
                </a:lnTo>
                <a:lnTo>
                  <a:pt x="525" y="290"/>
                </a:lnTo>
                <a:lnTo>
                  <a:pt x="525" y="175"/>
                </a:lnTo>
                <a:lnTo>
                  <a:pt x="175" y="175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1050"/>
                </a:lnTo>
                <a:cubicBezTo>
                  <a:pt x="1165" y="1113"/>
                  <a:pt x="1113" y="1165"/>
                  <a:pt x="1050" y="1165"/>
                </a:cubicBez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757" y="875"/>
                </a:moveTo>
                <a:lnTo>
                  <a:pt x="640" y="875"/>
                </a:lnTo>
                <a:lnTo>
                  <a:pt x="640" y="758"/>
                </a:lnTo>
                <a:lnTo>
                  <a:pt x="757" y="758"/>
                </a:lnTo>
                <a:lnTo>
                  <a:pt x="757" y="640"/>
                </a:lnTo>
                <a:lnTo>
                  <a:pt x="875" y="640"/>
                </a:lnTo>
                <a:lnTo>
                  <a:pt x="875" y="758"/>
                </a:lnTo>
                <a:lnTo>
                  <a:pt x="990" y="758"/>
                </a:lnTo>
                <a:lnTo>
                  <a:pt x="990" y="875"/>
                </a:lnTo>
                <a:lnTo>
                  <a:pt x="875" y="875"/>
                </a:lnTo>
                <a:lnTo>
                  <a:pt x="875" y="990"/>
                </a:lnTo>
                <a:lnTo>
                  <a:pt x="757" y="990"/>
                </a:lnTo>
                <a:lnTo>
                  <a:pt x="757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78189" y="2418556"/>
            <a:ext cx="174625" cy="273050"/>
          </a:xfrm>
          <a:custGeom>
            <a:avLst/>
            <a:gdLst>
              <a:gd name="T0" fmla="*/ 359 w 485"/>
              <a:gd name="T1" fmla="*/ 298 h 758"/>
              <a:gd name="T2" fmla="*/ 329 w 485"/>
              <a:gd name="T3" fmla="*/ 142 h 758"/>
              <a:gd name="T4" fmla="*/ 290 w 485"/>
              <a:gd name="T5" fmla="*/ 109 h 758"/>
              <a:gd name="T6" fmla="*/ 241 w 485"/>
              <a:gd name="T7" fmla="*/ 99 h 758"/>
              <a:gd name="T8" fmla="*/ 192 w 485"/>
              <a:gd name="T9" fmla="*/ 109 h 758"/>
              <a:gd name="T10" fmla="*/ 154 w 485"/>
              <a:gd name="T11" fmla="*/ 142 h 758"/>
              <a:gd name="T12" fmla="*/ 124 w 485"/>
              <a:gd name="T13" fmla="*/ 298 h 758"/>
              <a:gd name="T14" fmla="*/ 124 w 485"/>
              <a:gd name="T15" fmla="*/ 454 h 758"/>
              <a:gd name="T16" fmla="*/ 192 w 485"/>
              <a:gd name="T17" fmla="*/ 648 h 758"/>
              <a:gd name="T18" fmla="*/ 241 w 485"/>
              <a:gd name="T19" fmla="*/ 659 h 758"/>
              <a:gd name="T20" fmla="*/ 329 w 485"/>
              <a:gd name="T21" fmla="*/ 613 h 758"/>
              <a:gd name="T22" fmla="*/ 361 w 485"/>
              <a:gd name="T23" fmla="*/ 454 h 758"/>
              <a:gd name="T24" fmla="*/ 361 w 485"/>
              <a:gd name="T25" fmla="*/ 298 h 758"/>
              <a:gd name="T26" fmla="*/ 359 w 485"/>
              <a:gd name="T27" fmla="*/ 298 h 758"/>
              <a:gd name="T28" fmla="*/ 0 w 485"/>
              <a:gd name="T29" fmla="*/ 317 h 758"/>
              <a:gd name="T30" fmla="*/ 241 w 485"/>
              <a:gd name="T31" fmla="*/ 0 h 758"/>
              <a:gd name="T32" fmla="*/ 465 w 485"/>
              <a:gd name="T33" fmla="*/ 170 h 758"/>
              <a:gd name="T34" fmla="*/ 484 w 485"/>
              <a:gd name="T35" fmla="*/ 317 h 758"/>
              <a:gd name="T36" fmla="*/ 484 w 485"/>
              <a:gd name="T37" fmla="*/ 438 h 758"/>
              <a:gd name="T38" fmla="*/ 482 w 485"/>
              <a:gd name="T39" fmla="*/ 438 h 758"/>
              <a:gd name="T40" fmla="*/ 416 w 485"/>
              <a:gd name="T41" fmla="*/ 684 h 758"/>
              <a:gd name="T42" fmla="*/ 339 w 485"/>
              <a:gd name="T43" fmla="*/ 741 h 758"/>
              <a:gd name="T44" fmla="*/ 241 w 485"/>
              <a:gd name="T45" fmla="*/ 757 h 758"/>
              <a:gd name="T46" fmla="*/ 143 w 485"/>
              <a:gd name="T47" fmla="*/ 741 h 758"/>
              <a:gd name="T48" fmla="*/ 66 w 485"/>
              <a:gd name="T49" fmla="*/ 684 h 758"/>
              <a:gd name="T50" fmla="*/ 0 w 485"/>
              <a:gd name="T51" fmla="*/ 438 h 758"/>
              <a:gd name="T52" fmla="*/ 0 w 485"/>
              <a:gd name="T53" fmla="*/ 31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85" h="758">
                <a:moveTo>
                  <a:pt x="359" y="298"/>
                </a:moveTo>
                <a:cubicBezTo>
                  <a:pt x="359" y="228"/>
                  <a:pt x="355" y="181"/>
                  <a:pt x="329" y="142"/>
                </a:cubicBezTo>
                <a:cubicBezTo>
                  <a:pt x="318" y="126"/>
                  <a:pt x="304" y="118"/>
                  <a:pt x="290" y="109"/>
                </a:cubicBezTo>
                <a:cubicBezTo>
                  <a:pt x="277" y="101"/>
                  <a:pt x="260" y="99"/>
                  <a:pt x="241" y="99"/>
                </a:cubicBezTo>
                <a:cubicBezTo>
                  <a:pt x="222" y="99"/>
                  <a:pt x="206" y="100"/>
                  <a:pt x="192" y="109"/>
                </a:cubicBezTo>
                <a:cubicBezTo>
                  <a:pt x="178" y="117"/>
                  <a:pt x="165" y="126"/>
                  <a:pt x="154" y="142"/>
                </a:cubicBezTo>
                <a:cubicBezTo>
                  <a:pt x="128" y="181"/>
                  <a:pt x="124" y="228"/>
                  <a:pt x="124" y="298"/>
                </a:cubicBezTo>
                <a:lnTo>
                  <a:pt x="124" y="454"/>
                </a:lnTo>
                <a:cubicBezTo>
                  <a:pt x="124" y="548"/>
                  <a:pt x="136" y="615"/>
                  <a:pt x="192" y="648"/>
                </a:cubicBezTo>
                <a:cubicBezTo>
                  <a:pt x="206" y="656"/>
                  <a:pt x="222" y="659"/>
                  <a:pt x="241" y="659"/>
                </a:cubicBezTo>
                <a:cubicBezTo>
                  <a:pt x="287" y="659"/>
                  <a:pt x="309" y="642"/>
                  <a:pt x="329" y="613"/>
                </a:cubicBezTo>
                <a:cubicBezTo>
                  <a:pt x="353" y="576"/>
                  <a:pt x="361" y="518"/>
                  <a:pt x="361" y="454"/>
                </a:cubicBezTo>
                <a:lnTo>
                  <a:pt x="361" y="298"/>
                </a:lnTo>
                <a:lnTo>
                  <a:pt x="359" y="298"/>
                </a:lnTo>
                <a:close/>
                <a:moveTo>
                  <a:pt x="0" y="317"/>
                </a:moveTo>
                <a:cubicBezTo>
                  <a:pt x="0" y="130"/>
                  <a:pt x="59" y="0"/>
                  <a:pt x="241" y="0"/>
                </a:cubicBezTo>
                <a:cubicBezTo>
                  <a:pt x="368" y="0"/>
                  <a:pt x="438" y="66"/>
                  <a:pt x="465" y="170"/>
                </a:cubicBezTo>
                <a:cubicBezTo>
                  <a:pt x="476" y="211"/>
                  <a:pt x="484" y="257"/>
                  <a:pt x="484" y="317"/>
                </a:cubicBezTo>
                <a:lnTo>
                  <a:pt x="484" y="438"/>
                </a:lnTo>
                <a:lnTo>
                  <a:pt x="482" y="438"/>
                </a:lnTo>
                <a:cubicBezTo>
                  <a:pt x="482" y="546"/>
                  <a:pt x="461" y="626"/>
                  <a:pt x="416" y="684"/>
                </a:cubicBezTo>
                <a:cubicBezTo>
                  <a:pt x="394" y="708"/>
                  <a:pt x="369" y="730"/>
                  <a:pt x="339" y="741"/>
                </a:cubicBezTo>
                <a:cubicBezTo>
                  <a:pt x="308" y="752"/>
                  <a:pt x="277" y="757"/>
                  <a:pt x="241" y="757"/>
                </a:cubicBezTo>
                <a:cubicBezTo>
                  <a:pt x="206" y="757"/>
                  <a:pt x="173" y="752"/>
                  <a:pt x="143" y="741"/>
                </a:cubicBezTo>
                <a:cubicBezTo>
                  <a:pt x="113" y="730"/>
                  <a:pt x="88" y="708"/>
                  <a:pt x="66" y="684"/>
                </a:cubicBezTo>
                <a:cubicBezTo>
                  <a:pt x="18" y="630"/>
                  <a:pt x="0" y="544"/>
                  <a:pt x="0" y="438"/>
                </a:cubicBezTo>
                <a:lnTo>
                  <a:pt x="0" y="3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248149" y="2418556"/>
            <a:ext cx="419100" cy="273050"/>
          </a:xfrm>
          <a:custGeom>
            <a:avLst/>
            <a:gdLst>
              <a:gd name="T0" fmla="*/ 350 w 1166"/>
              <a:gd name="T1" fmla="*/ 115 h 758"/>
              <a:gd name="T2" fmla="*/ 350 w 1166"/>
              <a:gd name="T3" fmla="*/ 350 h 758"/>
              <a:gd name="T4" fmla="*/ 583 w 1166"/>
              <a:gd name="T5" fmla="*/ 350 h 758"/>
              <a:gd name="T6" fmla="*/ 583 w 1166"/>
              <a:gd name="T7" fmla="*/ 465 h 758"/>
              <a:gd name="T8" fmla="*/ 350 w 1166"/>
              <a:gd name="T9" fmla="*/ 465 h 758"/>
              <a:gd name="T10" fmla="*/ 350 w 1166"/>
              <a:gd name="T11" fmla="*/ 700 h 758"/>
              <a:gd name="T12" fmla="*/ 233 w 1166"/>
              <a:gd name="T13" fmla="*/ 700 h 758"/>
              <a:gd name="T14" fmla="*/ 233 w 1166"/>
              <a:gd name="T15" fmla="*/ 465 h 758"/>
              <a:gd name="T16" fmla="*/ 0 w 1166"/>
              <a:gd name="T17" fmla="*/ 465 h 758"/>
              <a:gd name="T18" fmla="*/ 0 w 1166"/>
              <a:gd name="T19" fmla="*/ 350 h 758"/>
              <a:gd name="T20" fmla="*/ 233 w 1166"/>
              <a:gd name="T21" fmla="*/ 350 h 758"/>
              <a:gd name="T22" fmla="*/ 233 w 1166"/>
              <a:gd name="T23" fmla="*/ 115 h 758"/>
              <a:gd name="T24" fmla="*/ 350 w 1166"/>
              <a:gd name="T25" fmla="*/ 115 h 758"/>
              <a:gd name="T26" fmla="*/ 818 w 1166"/>
              <a:gd name="T27" fmla="*/ 659 h 758"/>
              <a:gd name="T28" fmla="*/ 1165 w 1166"/>
              <a:gd name="T29" fmla="*/ 659 h 758"/>
              <a:gd name="T30" fmla="*/ 1165 w 1166"/>
              <a:gd name="T31" fmla="*/ 757 h 758"/>
              <a:gd name="T32" fmla="*/ 662 w 1166"/>
              <a:gd name="T33" fmla="*/ 757 h 758"/>
              <a:gd name="T34" fmla="*/ 662 w 1166"/>
              <a:gd name="T35" fmla="*/ 670 h 758"/>
              <a:gd name="T36" fmla="*/ 905 w 1166"/>
              <a:gd name="T37" fmla="*/ 405 h 758"/>
              <a:gd name="T38" fmla="*/ 990 w 1166"/>
              <a:gd name="T39" fmla="*/ 295 h 758"/>
              <a:gd name="T40" fmla="*/ 1012 w 1166"/>
              <a:gd name="T41" fmla="*/ 219 h 758"/>
              <a:gd name="T42" fmla="*/ 982 w 1166"/>
              <a:gd name="T43" fmla="*/ 134 h 758"/>
              <a:gd name="T44" fmla="*/ 900 w 1166"/>
              <a:gd name="T45" fmla="*/ 99 h 758"/>
              <a:gd name="T46" fmla="*/ 804 w 1166"/>
              <a:gd name="T47" fmla="*/ 137 h 758"/>
              <a:gd name="T48" fmla="*/ 774 w 1166"/>
              <a:gd name="T49" fmla="*/ 233 h 758"/>
              <a:gd name="T50" fmla="*/ 648 w 1166"/>
              <a:gd name="T51" fmla="*/ 233 h 758"/>
              <a:gd name="T52" fmla="*/ 714 w 1166"/>
              <a:gd name="T53" fmla="*/ 69 h 758"/>
              <a:gd name="T54" fmla="*/ 793 w 1166"/>
              <a:gd name="T55" fmla="*/ 17 h 758"/>
              <a:gd name="T56" fmla="*/ 903 w 1166"/>
              <a:gd name="T57" fmla="*/ 0 h 758"/>
              <a:gd name="T58" fmla="*/ 1001 w 1166"/>
              <a:gd name="T59" fmla="*/ 14 h 758"/>
              <a:gd name="T60" fmla="*/ 1075 w 1166"/>
              <a:gd name="T61" fmla="*/ 55 h 758"/>
              <a:gd name="T62" fmla="*/ 1138 w 1166"/>
              <a:gd name="T63" fmla="*/ 205 h 758"/>
              <a:gd name="T64" fmla="*/ 1094 w 1166"/>
              <a:gd name="T65" fmla="*/ 342 h 758"/>
              <a:gd name="T66" fmla="*/ 1048 w 1166"/>
              <a:gd name="T67" fmla="*/ 410 h 758"/>
              <a:gd name="T68" fmla="*/ 985 w 1166"/>
              <a:gd name="T69" fmla="*/ 479 h 758"/>
              <a:gd name="T70" fmla="*/ 818 w 1166"/>
              <a:gd name="T71" fmla="*/ 65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66" h="758">
                <a:moveTo>
                  <a:pt x="350" y="115"/>
                </a:moveTo>
                <a:lnTo>
                  <a:pt x="350" y="350"/>
                </a:lnTo>
                <a:lnTo>
                  <a:pt x="583" y="350"/>
                </a:lnTo>
                <a:lnTo>
                  <a:pt x="583" y="465"/>
                </a:lnTo>
                <a:lnTo>
                  <a:pt x="350" y="465"/>
                </a:lnTo>
                <a:lnTo>
                  <a:pt x="350" y="700"/>
                </a:lnTo>
                <a:lnTo>
                  <a:pt x="233" y="700"/>
                </a:lnTo>
                <a:lnTo>
                  <a:pt x="233" y="465"/>
                </a:lnTo>
                <a:lnTo>
                  <a:pt x="0" y="465"/>
                </a:lnTo>
                <a:lnTo>
                  <a:pt x="0" y="350"/>
                </a:lnTo>
                <a:lnTo>
                  <a:pt x="233" y="350"/>
                </a:lnTo>
                <a:lnTo>
                  <a:pt x="233" y="115"/>
                </a:lnTo>
                <a:lnTo>
                  <a:pt x="350" y="115"/>
                </a:lnTo>
                <a:close/>
                <a:moveTo>
                  <a:pt x="818" y="659"/>
                </a:moveTo>
                <a:lnTo>
                  <a:pt x="1165" y="659"/>
                </a:lnTo>
                <a:lnTo>
                  <a:pt x="1165" y="757"/>
                </a:lnTo>
                <a:lnTo>
                  <a:pt x="662" y="757"/>
                </a:lnTo>
                <a:lnTo>
                  <a:pt x="662" y="670"/>
                </a:lnTo>
                <a:lnTo>
                  <a:pt x="905" y="405"/>
                </a:lnTo>
                <a:cubicBezTo>
                  <a:pt x="942" y="368"/>
                  <a:pt x="966" y="335"/>
                  <a:pt x="990" y="295"/>
                </a:cubicBezTo>
                <a:cubicBezTo>
                  <a:pt x="1003" y="273"/>
                  <a:pt x="1012" y="250"/>
                  <a:pt x="1012" y="219"/>
                </a:cubicBezTo>
                <a:cubicBezTo>
                  <a:pt x="1012" y="181"/>
                  <a:pt x="998" y="156"/>
                  <a:pt x="982" y="134"/>
                </a:cubicBezTo>
                <a:cubicBezTo>
                  <a:pt x="964" y="111"/>
                  <a:pt x="941" y="99"/>
                  <a:pt x="900" y="99"/>
                </a:cubicBezTo>
                <a:cubicBezTo>
                  <a:pt x="858" y="99"/>
                  <a:pt x="825" y="116"/>
                  <a:pt x="804" y="137"/>
                </a:cubicBezTo>
                <a:cubicBezTo>
                  <a:pt x="785" y="156"/>
                  <a:pt x="774" y="196"/>
                  <a:pt x="774" y="233"/>
                </a:cubicBezTo>
                <a:lnTo>
                  <a:pt x="648" y="233"/>
                </a:lnTo>
                <a:cubicBezTo>
                  <a:pt x="648" y="162"/>
                  <a:pt x="677" y="106"/>
                  <a:pt x="714" y="69"/>
                </a:cubicBezTo>
                <a:cubicBezTo>
                  <a:pt x="736" y="47"/>
                  <a:pt x="760" y="27"/>
                  <a:pt x="793" y="17"/>
                </a:cubicBezTo>
                <a:cubicBezTo>
                  <a:pt x="826" y="6"/>
                  <a:pt x="862" y="0"/>
                  <a:pt x="903" y="0"/>
                </a:cubicBezTo>
                <a:cubicBezTo>
                  <a:pt x="941" y="0"/>
                  <a:pt x="971" y="6"/>
                  <a:pt x="1001" y="14"/>
                </a:cubicBezTo>
                <a:cubicBezTo>
                  <a:pt x="1028" y="25"/>
                  <a:pt x="1056" y="36"/>
                  <a:pt x="1075" y="55"/>
                </a:cubicBezTo>
                <a:cubicBezTo>
                  <a:pt x="1111" y="86"/>
                  <a:pt x="1138" y="140"/>
                  <a:pt x="1138" y="205"/>
                </a:cubicBezTo>
                <a:cubicBezTo>
                  <a:pt x="1138" y="260"/>
                  <a:pt x="1118" y="304"/>
                  <a:pt x="1094" y="342"/>
                </a:cubicBezTo>
                <a:cubicBezTo>
                  <a:pt x="1080" y="364"/>
                  <a:pt x="1067" y="388"/>
                  <a:pt x="1048" y="410"/>
                </a:cubicBezTo>
                <a:cubicBezTo>
                  <a:pt x="1028" y="432"/>
                  <a:pt x="1006" y="457"/>
                  <a:pt x="985" y="479"/>
                </a:cubicBezTo>
                <a:lnTo>
                  <a:pt x="818" y="65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81624" y="2418556"/>
            <a:ext cx="336550" cy="273050"/>
          </a:xfrm>
          <a:custGeom>
            <a:avLst/>
            <a:gdLst>
              <a:gd name="T0" fmla="*/ 935 w 936"/>
              <a:gd name="T1" fmla="*/ 757 h 758"/>
              <a:gd name="T2" fmla="*/ 818 w 936"/>
              <a:gd name="T3" fmla="*/ 757 h 758"/>
              <a:gd name="T4" fmla="*/ 818 w 936"/>
              <a:gd name="T5" fmla="*/ 137 h 758"/>
              <a:gd name="T6" fmla="*/ 643 w 936"/>
              <a:gd name="T7" fmla="*/ 197 h 758"/>
              <a:gd name="T8" fmla="*/ 643 w 936"/>
              <a:gd name="T9" fmla="*/ 99 h 758"/>
              <a:gd name="T10" fmla="*/ 916 w 936"/>
              <a:gd name="T11" fmla="*/ 0 h 758"/>
              <a:gd name="T12" fmla="*/ 935 w 936"/>
              <a:gd name="T13" fmla="*/ 0 h 758"/>
              <a:gd name="T14" fmla="*/ 935 w 936"/>
              <a:gd name="T15" fmla="*/ 757 h 758"/>
              <a:gd name="T16" fmla="*/ 350 w 936"/>
              <a:gd name="T17" fmla="*/ 115 h 758"/>
              <a:gd name="T18" fmla="*/ 350 w 936"/>
              <a:gd name="T19" fmla="*/ 350 h 758"/>
              <a:gd name="T20" fmla="*/ 585 w 936"/>
              <a:gd name="T21" fmla="*/ 350 h 758"/>
              <a:gd name="T22" fmla="*/ 585 w 936"/>
              <a:gd name="T23" fmla="*/ 465 h 758"/>
              <a:gd name="T24" fmla="*/ 350 w 936"/>
              <a:gd name="T25" fmla="*/ 465 h 758"/>
              <a:gd name="T26" fmla="*/ 350 w 936"/>
              <a:gd name="T27" fmla="*/ 700 h 758"/>
              <a:gd name="T28" fmla="*/ 235 w 936"/>
              <a:gd name="T29" fmla="*/ 700 h 758"/>
              <a:gd name="T30" fmla="*/ 235 w 936"/>
              <a:gd name="T31" fmla="*/ 465 h 758"/>
              <a:gd name="T32" fmla="*/ 0 w 936"/>
              <a:gd name="T33" fmla="*/ 465 h 758"/>
              <a:gd name="T34" fmla="*/ 0 w 936"/>
              <a:gd name="T35" fmla="*/ 350 h 758"/>
              <a:gd name="T36" fmla="*/ 235 w 936"/>
              <a:gd name="T37" fmla="*/ 350 h 758"/>
              <a:gd name="T38" fmla="*/ 235 w 936"/>
              <a:gd name="T39" fmla="*/ 115 h 758"/>
              <a:gd name="T40" fmla="*/ 350 w 936"/>
              <a:gd name="T41" fmla="*/ 115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758">
                <a:moveTo>
                  <a:pt x="935" y="757"/>
                </a:moveTo>
                <a:lnTo>
                  <a:pt x="818" y="757"/>
                </a:lnTo>
                <a:lnTo>
                  <a:pt x="818" y="137"/>
                </a:lnTo>
                <a:lnTo>
                  <a:pt x="643" y="197"/>
                </a:lnTo>
                <a:lnTo>
                  <a:pt x="643" y="99"/>
                </a:lnTo>
                <a:lnTo>
                  <a:pt x="916" y="0"/>
                </a:lnTo>
                <a:lnTo>
                  <a:pt x="935" y="0"/>
                </a:lnTo>
                <a:lnTo>
                  <a:pt x="935" y="757"/>
                </a:lnTo>
                <a:close/>
                <a:moveTo>
                  <a:pt x="350" y="115"/>
                </a:moveTo>
                <a:lnTo>
                  <a:pt x="350" y="350"/>
                </a:lnTo>
                <a:lnTo>
                  <a:pt x="585" y="350"/>
                </a:lnTo>
                <a:lnTo>
                  <a:pt x="585" y="465"/>
                </a:lnTo>
                <a:lnTo>
                  <a:pt x="350" y="465"/>
                </a:lnTo>
                <a:lnTo>
                  <a:pt x="350" y="700"/>
                </a:lnTo>
                <a:lnTo>
                  <a:pt x="235" y="700"/>
                </a:lnTo>
                <a:lnTo>
                  <a:pt x="235" y="465"/>
                </a:lnTo>
                <a:lnTo>
                  <a:pt x="0" y="465"/>
                </a:lnTo>
                <a:lnTo>
                  <a:pt x="0" y="350"/>
                </a:lnTo>
                <a:lnTo>
                  <a:pt x="235" y="350"/>
                </a:lnTo>
                <a:lnTo>
                  <a:pt x="235" y="115"/>
                </a:lnTo>
                <a:lnTo>
                  <a:pt x="350" y="1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42076" y="2418556"/>
            <a:ext cx="398463" cy="273050"/>
          </a:xfrm>
          <a:custGeom>
            <a:avLst/>
            <a:gdLst>
              <a:gd name="T0" fmla="*/ 0 w 1109"/>
              <a:gd name="T1" fmla="*/ 350 h 758"/>
              <a:gd name="T2" fmla="*/ 465 w 1109"/>
              <a:gd name="T3" fmla="*/ 350 h 758"/>
              <a:gd name="T4" fmla="*/ 465 w 1109"/>
              <a:gd name="T5" fmla="*/ 465 h 758"/>
              <a:gd name="T6" fmla="*/ 0 w 1109"/>
              <a:gd name="T7" fmla="*/ 465 h 758"/>
              <a:gd name="T8" fmla="*/ 0 w 1109"/>
              <a:gd name="T9" fmla="*/ 350 h 758"/>
              <a:gd name="T10" fmla="*/ 843 w 1109"/>
              <a:gd name="T11" fmla="*/ 0 h 758"/>
              <a:gd name="T12" fmla="*/ 1078 w 1109"/>
              <a:gd name="T13" fmla="*/ 205 h 758"/>
              <a:gd name="T14" fmla="*/ 1067 w 1109"/>
              <a:gd name="T15" fmla="*/ 274 h 758"/>
              <a:gd name="T16" fmla="*/ 1037 w 1109"/>
              <a:gd name="T17" fmla="*/ 342 h 758"/>
              <a:gd name="T18" fmla="*/ 927 w 1109"/>
              <a:gd name="T19" fmla="*/ 479 h 758"/>
              <a:gd name="T20" fmla="*/ 761 w 1109"/>
              <a:gd name="T21" fmla="*/ 659 h 758"/>
              <a:gd name="T22" fmla="*/ 1108 w 1109"/>
              <a:gd name="T23" fmla="*/ 659 h 758"/>
              <a:gd name="T24" fmla="*/ 1108 w 1109"/>
              <a:gd name="T25" fmla="*/ 757 h 758"/>
              <a:gd name="T26" fmla="*/ 605 w 1109"/>
              <a:gd name="T27" fmla="*/ 757 h 758"/>
              <a:gd name="T28" fmla="*/ 605 w 1109"/>
              <a:gd name="T29" fmla="*/ 670 h 758"/>
              <a:gd name="T30" fmla="*/ 848 w 1109"/>
              <a:gd name="T31" fmla="*/ 405 h 758"/>
              <a:gd name="T32" fmla="*/ 933 w 1109"/>
              <a:gd name="T33" fmla="*/ 295 h 758"/>
              <a:gd name="T34" fmla="*/ 952 w 1109"/>
              <a:gd name="T35" fmla="*/ 219 h 758"/>
              <a:gd name="T36" fmla="*/ 946 w 1109"/>
              <a:gd name="T37" fmla="*/ 170 h 758"/>
              <a:gd name="T38" fmla="*/ 843 w 1109"/>
              <a:gd name="T39" fmla="*/ 99 h 758"/>
              <a:gd name="T40" fmla="*/ 717 w 1109"/>
              <a:gd name="T41" fmla="*/ 233 h 758"/>
              <a:gd name="T42" fmla="*/ 591 w 1109"/>
              <a:gd name="T43" fmla="*/ 233 h 758"/>
              <a:gd name="T44" fmla="*/ 657 w 1109"/>
              <a:gd name="T45" fmla="*/ 69 h 758"/>
              <a:gd name="T46" fmla="*/ 843 w 1109"/>
              <a:gd name="T47" fmla="*/ 0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09" h="758">
                <a:moveTo>
                  <a:pt x="0" y="350"/>
                </a:moveTo>
                <a:lnTo>
                  <a:pt x="465" y="350"/>
                </a:lnTo>
                <a:lnTo>
                  <a:pt x="465" y="465"/>
                </a:lnTo>
                <a:lnTo>
                  <a:pt x="0" y="465"/>
                </a:lnTo>
                <a:lnTo>
                  <a:pt x="0" y="350"/>
                </a:lnTo>
                <a:close/>
                <a:moveTo>
                  <a:pt x="843" y="0"/>
                </a:moveTo>
                <a:cubicBezTo>
                  <a:pt x="984" y="0"/>
                  <a:pt x="1078" y="64"/>
                  <a:pt x="1078" y="205"/>
                </a:cubicBezTo>
                <a:cubicBezTo>
                  <a:pt x="1078" y="227"/>
                  <a:pt x="1075" y="252"/>
                  <a:pt x="1067" y="274"/>
                </a:cubicBezTo>
                <a:cubicBezTo>
                  <a:pt x="1059" y="295"/>
                  <a:pt x="1050" y="320"/>
                  <a:pt x="1037" y="342"/>
                </a:cubicBezTo>
                <a:cubicBezTo>
                  <a:pt x="1007" y="390"/>
                  <a:pt x="968" y="438"/>
                  <a:pt x="927" y="479"/>
                </a:cubicBezTo>
                <a:lnTo>
                  <a:pt x="761" y="659"/>
                </a:lnTo>
                <a:lnTo>
                  <a:pt x="1108" y="659"/>
                </a:lnTo>
                <a:lnTo>
                  <a:pt x="1108" y="757"/>
                </a:lnTo>
                <a:lnTo>
                  <a:pt x="605" y="757"/>
                </a:lnTo>
                <a:lnTo>
                  <a:pt x="605" y="670"/>
                </a:lnTo>
                <a:lnTo>
                  <a:pt x="848" y="405"/>
                </a:lnTo>
                <a:cubicBezTo>
                  <a:pt x="885" y="368"/>
                  <a:pt x="909" y="335"/>
                  <a:pt x="933" y="295"/>
                </a:cubicBezTo>
                <a:cubicBezTo>
                  <a:pt x="947" y="272"/>
                  <a:pt x="952" y="253"/>
                  <a:pt x="952" y="219"/>
                </a:cubicBezTo>
                <a:cubicBezTo>
                  <a:pt x="952" y="202"/>
                  <a:pt x="952" y="183"/>
                  <a:pt x="946" y="170"/>
                </a:cubicBezTo>
                <a:cubicBezTo>
                  <a:pt x="930" y="129"/>
                  <a:pt x="900" y="99"/>
                  <a:pt x="843" y="99"/>
                </a:cubicBezTo>
                <a:cubicBezTo>
                  <a:pt x="759" y="99"/>
                  <a:pt x="717" y="149"/>
                  <a:pt x="717" y="233"/>
                </a:cubicBezTo>
                <a:lnTo>
                  <a:pt x="591" y="233"/>
                </a:lnTo>
                <a:cubicBezTo>
                  <a:pt x="591" y="162"/>
                  <a:pt x="619" y="106"/>
                  <a:pt x="657" y="69"/>
                </a:cubicBezTo>
                <a:cubicBezTo>
                  <a:pt x="700" y="26"/>
                  <a:pt x="757" y="0"/>
                  <a:pt x="84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575551" y="2418556"/>
            <a:ext cx="315913" cy="273050"/>
          </a:xfrm>
          <a:custGeom>
            <a:avLst/>
            <a:gdLst>
              <a:gd name="T0" fmla="*/ 875 w 876"/>
              <a:gd name="T1" fmla="*/ 757 h 758"/>
              <a:gd name="T2" fmla="*/ 760 w 876"/>
              <a:gd name="T3" fmla="*/ 757 h 758"/>
              <a:gd name="T4" fmla="*/ 760 w 876"/>
              <a:gd name="T5" fmla="*/ 137 h 758"/>
              <a:gd name="T6" fmla="*/ 585 w 876"/>
              <a:gd name="T7" fmla="*/ 197 h 758"/>
              <a:gd name="T8" fmla="*/ 585 w 876"/>
              <a:gd name="T9" fmla="*/ 99 h 758"/>
              <a:gd name="T10" fmla="*/ 858 w 876"/>
              <a:gd name="T11" fmla="*/ 0 h 758"/>
              <a:gd name="T12" fmla="*/ 875 w 876"/>
              <a:gd name="T13" fmla="*/ 0 h 758"/>
              <a:gd name="T14" fmla="*/ 875 w 876"/>
              <a:gd name="T15" fmla="*/ 757 h 758"/>
              <a:gd name="T16" fmla="*/ 0 w 876"/>
              <a:gd name="T17" fmla="*/ 350 h 758"/>
              <a:gd name="T18" fmla="*/ 467 w 876"/>
              <a:gd name="T19" fmla="*/ 350 h 758"/>
              <a:gd name="T20" fmla="*/ 467 w 876"/>
              <a:gd name="T21" fmla="*/ 465 h 758"/>
              <a:gd name="T22" fmla="*/ 0 w 876"/>
              <a:gd name="T23" fmla="*/ 465 h 758"/>
              <a:gd name="T24" fmla="*/ 0 w 876"/>
              <a:gd name="T25" fmla="*/ 350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76" h="758">
                <a:moveTo>
                  <a:pt x="875" y="757"/>
                </a:moveTo>
                <a:lnTo>
                  <a:pt x="760" y="757"/>
                </a:lnTo>
                <a:lnTo>
                  <a:pt x="760" y="137"/>
                </a:lnTo>
                <a:lnTo>
                  <a:pt x="585" y="197"/>
                </a:lnTo>
                <a:lnTo>
                  <a:pt x="585" y="99"/>
                </a:lnTo>
                <a:lnTo>
                  <a:pt x="858" y="0"/>
                </a:lnTo>
                <a:lnTo>
                  <a:pt x="875" y="0"/>
                </a:lnTo>
                <a:lnTo>
                  <a:pt x="875" y="757"/>
                </a:lnTo>
                <a:close/>
                <a:moveTo>
                  <a:pt x="0" y="350"/>
                </a:moveTo>
                <a:lnTo>
                  <a:pt x="467" y="350"/>
                </a:lnTo>
                <a:lnTo>
                  <a:pt x="467" y="465"/>
                </a:lnTo>
                <a:lnTo>
                  <a:pt x="0" y="465"/>
                </a:lnTo>
                <a:lnTo>
                  <a:pt x="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15362" y="2345531"/>
            <a:ext cx="419100" cy="419100"/>
          </a:xfrm>
          <a:custGeom>
            <a:avLst/>
            <a:gdLst>
              <a:gd name="T0" fmla="*/ 711 w 1166"/>
              <a:gd name="T1" fmla="*/ 711 h 1166"/>
              <a:gd name="T2" fmla="*/ 933 w 1166"/>
              <a:gd name="T3" fmla="*/ 233 h 1166"/>
              <a:gd name="T4" fmla="*/ 454 w 1166"/>
              <a:gd name="T5" fmla="*/ 454 h 1166"/>
              <a:gd name="T6" fmla="*/ 233 w 1166"/>
              <a:gd name="T7" fmla="*/ 933 h 1166"/>
              <a:gd name="T8" fmla="*/ 711 w 1166"/>
              <a:gd name="T9" fmla="*/ 711 h 1166"/>
              <a:gd name="T10" fmla="*/ 583 w 1166"/>
              <a:gd name="T11" fmla="*/ 0 h 1166"/>
              <a:gd name="T12" fmla="*/ 1165 w 1166"/>
              <a:gd name="T13" fmla="*/ 583 h 1166"/>
              <a:gd name="T14" fmla="*/ 583 w 1166"/>
              <a:gd name="T15" fmla="*/ 1165 h 1166"/>
              <a:gd name="T16" fmla="*/ 0 w 1166"/>
              <a:gd name="T17" fmla="*/ 583 h 1166"/>
              <a:gd name="T18" fmla="*/ 583 w 1166"/>
              <a:gd name="T19" fmla="*/ 0 h 1166"/>
              <a:gd name="T20" fmla="*/ 583 w 1166"/>
              <a:gd name="T21" fmla="*/ 520 h 1166"/>
              <a:gd name="T22" fmla="*/ 645 w 1166"/>
              <a:gd name="T23" fmla="*/ 583 h 1166"/>
              <a:gd name="T24" fmla="*/ 583 w 1166"/>
              <a:gd name="T25" fmla="*/ 646 h 1166"/>
              <a:gd name="T26" fmla="*/ 520 w 1166"/>
              <a:gd name="T27" fmla="*/ 583 h 1166"/>
              <a:gd name="T28" fmla="*/ 583 w 1166"/>
              <a:gd name="T29" fmla="*/ 52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6">
                <a:moveTo>
                  <a:pt x="711" y="711"/>
                </a:moveTo>
                <a:lnTo>
                  <a:pt x="933" y="233"/>
                </a:lnTo>
                <a:lnTo>
                  <a:pt x="454" y="454"/>
                </a:lnTo>
                <a:lnTo>
                  <a:pt x="233" y="933"/>
                </a:lnTo>
                <a:lnTo>
                  <a:pt x="711" y="711"/>
                </a:lnTo>
                <a:close/>
                <a:moveTo>
                  <a:pt x="583" y="0"/>
                </a:moveTo>
                <a:cubicBezTo>
                  <a:pt x="905" y="0"/>
                  <a:pt x="1165" y="260"/>
                  <a:pt x="1165" y="583"/>
                </a:cubicBezTo>
                <a:cubicBezTo>
                  <a:pt x="1165" y="905"/>
                  <a:pt x="906" y="1165"/>
                  <a:pt x="583" y="1165"/>
                </a:cubicBezTo>
                <a:cubicBezTo>
                  <a:pt x="261" y="1165"/>
                  <a:pt x="0" y="905"/>
                  <a:pt x="0" y="583"/>
                </a:cubicBezTo>
                <a:cubicBezTo>
                  <a:pt x="0" y="260"/>
                  <a:pt x="260" y="0"/>
                  <a:pt x="583" y="0"/>
                </a:cubicBezTo>
                <a:close/>
                <a:moveTo>
                  <a:pt x="583" y="520"/>
                </a:moveTo>
                <a:cubicBezTo>
                  <a:pt x="618" y="520"/>
                  <a:pt x="645" y="547"/>
                  <a:pt x="645" y="583"/>
                </a:cubicBezTo>
                <a:cubicBezTo>
                  <a:pt x="645" y="618"/>
                  <a:pt x="619" y="646"/>
                  <a:pt x="583" y="646"/>
                </a:cubicBezTo>
                <a:cubicBezTo>
                  <a:pt x="548" y="646"/>
                  <a:pt x="520" y="618"/>
                  <a:pt x="520" y="583"/>
                </a:cubicBezTo>
                <a:cubicBezTo>
                  <a:pt x="520" y="547"/>
                  <a:pt x="547" y="520"/>
                  <a:pt x="583" y="52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728201" y="2366171"/>
            <a:ext cx="377825" cy="377825"/>
          </a:xfrm>
          <a:custGeom>
            <a:avLst/>
            <a:gdLst>
              <a:gd name="T0" fmla="*/ 700 w 1051"/>
              <a:gd name="T1" fmla="*/ 232 h 1051"/>
              <a:gd name="T2" fmla="*/ 350 w 1051"/>
              <a:gd name="T3" fmla="*/ 232 h 1051"/>
              <a:gd name="T4" fmla="*/ 350 w 1051"/>
              <a:gd name="T5" fmla="*/ 817 h 1051"/>
              <a:gd name="T6" fmla="*/ 700 w 1051"/>
              <a:gd name="T7" fmla="*/ 817 h 1051"/>
              <a:gd name="T8" fmla="*/ 700 w 1051"/>
              <a:gd name="T9" fmla="*/ 700 h 1051"/>
              <a:gd name="T10" fmla="*/ 467 w 1051"/>
              <a:gd name="T11" fmla="*/ 700 h 1051"/>
              <a:gd name="T12" fmla="*/ 467 w 1051"/>
              <a:gd name="T13" fmla="*/ 582 h 1051"/>
              <a:gd name="T14" fmla="*/ 700 w 1051"/>
              <a:gd name="T15" fmla="*/ 582 h 1051"/>
              <a:gd name="T16" fmla="*/ 700 w 1051"/>
              <a:gd name="T17" fmla="*/ 467 h 1051"/>
              <a:gd name="T18" fmla="*/ 467 w 1051"/>
              <a:gd name="T19" fmla="*/ 467 h 1051"/>
              <a:gd name="T20" fmla="*/ 467 w 1051"/>
              <a:gd name="T21" fmla="*/ 350 h 1051"/>
              <a:gd name="T22" fmla="*/ 700 w 1051"/>
              <a:gd name="T23" fmla="*/ 350 h 1051"/>
              <a:gd name="T24" fmla="*/ 700 w 1051"/>
              <a:gd name="T25" fmla="*/ 232 h 1051"/>
              <a:gd name="T26" fmla="*/ 932 w 1051"/>
              <a:gd name="T27" fmla="*/ 0 h 1051"/>
              <a:gd name="T28" fmla="*/ 1050 w 1051"/>
              <a:gd name="T29" fmla="*/ 117 h 1051"/>
              <a:gd name="T30" fmla="*/ 1050 w 1051"/>
              <a:gd name="T31" fmla="*/ 932 h 1051"/>
              <a:gd name="T32" fmla="*/ 932 w 1051"/>
              <a:gd name="T33" fmla="*/ 1050 h 1051"/>
              <a:gd name="T34" fmla="*/ 117 w 1051"/>
              <a:gd name="T35" fmla="*/ 1050 h 1051"/>
              <a:gd name="T36" fmla="*/ 0 w 1051"/>
              <a:gd name="T37" fmla="*/ 932 h 1051"/>
              <a:gd name="T38" fmla="*/ 0 w 1051"/>
              <a:gd name="T39" fmla="*/ 117 h 1051"/>
              <a:gd name="T40" fmla="*/ 117 w 1051"/>
              <a:gd name="T41" fmla="*/ 0 h 1051"/>
              <a:gd name="T42" fmla="*/ 932 w 1051"/>
              <a:gd name="T43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1051">
                <a:moveTo>
                  <a:pt x="700" y="232"/>
                </a:moveTo>
                <a:lnTo>
                  <a:pt x="350" y="232"/>
                </a:lnTo>
                <a:lnTo>
                  <a:pt x="350" y="817"/>
                </a:lnTo>
                <a:lnTo>
                  <a:pt x="700" y="817"/>
                </a:lnTo>
                <a:lnTo>
                  <a:pt x="700" y="700"/>
                </a:lnTo>
                <a:lnTo>
                  <a:pt x="467" y="700"/>
                </a:lnTo>
                <a:lnTo>
                  <a:pt x="467" y="582"/>
                </a:lnTo>
                <a:lnTo>
                  <a:pt x="700" y="582"/>
                </a:lnTo>
                <a:lnTo>
                  <a:pt x="700" y="467"/>
                </a:lnTo>
                <a:lnTo>
                  <a:pt x="467" y="467"/>
                </a:lnTo>
                <a:lnTo>
                  <a:pt x="467" y="350"/>
                </a:lnTo>
                <a:lnTo>
                  <a:pt x="700" y="350"/>
                </a:lnTo>
                <a:lnTo>
                  <a:pt x="700" y="232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7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5"/>
                  <a:pt x="55" y="0"/>
                  <a:pt x="117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883901" y="2477296"/>
            <a:ext cx="252413" cy="155575"/>
          </a:xfrm>
          <a:custGeom>
            <a:avLst/>
            <a:gdLst>
              <a:gd name="T0" fmla="*/ 618 w 701"/>
              <a:gd name="T1" fmla="*/ 0 h 433"/>
              <a:gd name="T2" fmla="*/ 700 w 701"/>
              <a:gd name="T3" fmla="*/ 82 h 433"/>
              <a:gd name="T4" fmla="*/ 350 w 701"/>
              <a:gd name="T5" fmla="*/ 432 h 433"/>
              <a:gd name="T6" fmla="*/ 0 w 701"/>
              <a:gd name="T7" fmla="*/ 82 h 433"/>
              <a:gd name="T8" fmla="*/ 82 w 701"/>
              <a:gd name="T9" fmla="*/ 0 h 433"/>
              <a:gd name="T10" fmla="*/ 350 w 701"/>
              <a:gd name="T11" fmla="*/ 268 h 433"/>
              <a:gd name="T12" fmla="*/ 618 w 701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1" h="433">
                <a:moveTo>
                  <a:pt x="618" y="0"/>
                </a:moveTo>
                <a:lnTo>
                  <a:pt x="700" y="82"/>
                </a:lnTo>
                <a:lnTo>
                  <a:pt x="350" y="432"/>
                </a:lnTo>
                <a:lnTo>
                  <a:pt x="0" y="82"/>
                </a:lnTo>
                <a:lnTo>
                  <a:pt x="82" y="0"/>
                </a:lnTo>
                <a:lnTo>
                  <a:pt x="350" y="268"/>
                </a:lnTo>
                <a:lnTo>
                  <a:pt x="618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9" y="3202783"/>
            <a:ext cx="441325" cy="441325"/>
          </a:xfrm>
          <a:custGeom>
            <a:avLst/>
            <a:gdLst>
              <a:gd name="T0" fmla="*/ 1077 w 1226"/>
              <a:gd name="T1" fmla="*/ 585 h 1225"/>
              <a:gd name="T2" fmla="*/ 1225 w 1226"/>
              <a:gd name="T3" fmla="*/ 729 h 1225"/>
              <a:gd name="T4" fmla="*/ 1077 w 1226"/>
              <a:gd name="T5" fmla="*/ 874 h 1225"/>
              <a:gd name="T6" fmla="*/ 990 w 1226"/>
              <a:gd name="T7" fmla="*/ 874 h 1225"/>
              <a:gd name="T8" fmla="*/ 990 w 1226"/>
              <a:gd name="T9" fmla="*/ 1109 h 1225"/>
              <a:gd name="T10" fmla="*/ 875 w 1226"/>
              <a:gd name="T11" fmla="*/ 1224 h 1225"/>
              <a:gd name="T12" fmla="*/ 653 w 1226"/>
              <a:gd name="T13" fmla="*/ 1224 h 1225"/>
              <a:gd name="T14" fmla="*/ 653 w 1226"/>
              <a:gd name="T15" fmla="*/ 1136 h 1225"/>
              <a:gd name="T16" fmla="*/ 495 w 1226"/>
              <a:gd name="T17" fmla="*/ 981 h 1225"/>
              <a:gd name="T18" fmla="*/ 336 w 1226"/>
              <a:gd name="T19" fmla="*/ 1136 h 1225"/>
              <a:gd name="T20" fmla="*/ 336 w 1226"/>
              <a:gd name="T21" fmla="*/ 1224 h 1225"/>
              <a:gd name="T22" fmla="*/ 115 w 1226"/>
              <a:gd name="T23" fmla="*/ 1224 h 1225"/>
              <a:gd name="T24" fmla="*/ 0 w 1226"/>
              <a:gd name="T25" fmla="*/ 1109 h 1225"/>
              <a:gd name="T26" fmla="*/ 0 w 1226"/>
              <a:gd name="T27" fmla="*/ 888 h 1225"/>
              <a:gd name="T28" fmla="*/ 87 w 1226"/>
              <a:gd name="T29" fmla="*/ 888 h 1225"/>
              <a:gd name="T30" fmla="*/ 243 w 1226"/>
              <a:gd name="T31" fmla="*/ 729 h 1225"/>
              <a:gd name="T32" fmla="*/ 87 w 1226"/>
              <a:gd name="T33" fmla="*/ 571 h 1225"/>
              <a:gd name="T34" fmla="*/ 0 w 1226"/>
              <a:gd name="T35" fmla="*/ 571 h 1225"/>
              <a:gd name="T36" fmla="*/ 0 w 1226"/>
              <a:gd name="T37" fmla="*/ 350 h 1225"/>
              <a:gd name="T38" fmla="*/ 115 w 1226"/>
              <a:gd name="T39" fmla="*/ 235 h 1225"/>
              <a:gd name="T40" fmla="*/ 350 w 1226"/>
              <a:gd name="T41" fmla="*/ 235 h 1225"/>
              <a:gd name="T42" fmla="*/ 350 w 1226"/>
              <a:gd name="T43" fmla="*/ 148 h 1225"/>
              <a:gd name="T44" fmla="*/ 495 w 1226"/>
              <a:gd name="T45" fmla="*/ 0 h 1225"/>
              <a:gd name="T46" fmla="*/ 640 w 1226"/>
              <a:gd name="T47" fmla="*/ 148 h 1225"/>
              <a:gd name="T48" fmla="*/ 640 w 1226"/>
              <a:gd name="T49" fmla="*/ 235 h 1225"/>
              <a:gd name="T50" fmla="*/ 875 w 1226"/>
              <a:gd name="T51" fmla="*/ 235 h 1225"/>
              <a:gd name="T52" fmla="*/ 990 w 1226"/>
              <a:gd name="T53" fmla="*/ 350 h 1225"/>
              <a:gd name="T54" fmla="*/ 990 w 1226"/>
              <a:gd name="T55" fmla="*/ 585 h 1225"/>
              <a:gd name="T56" fmla="*/ 1077 w 1226"/>
              <a:gd name="T57" fmla="*/ 585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26" h="1225">
                <a:moveTo>
                  <a:pt x="1077" y="585"/>
                </a:moveTo>
                <a:cubicBezTo>
                  <a:pt x="1157" y="585"/>
                  <a:pt x="1225" y="650"/>
                  <a:pt x="1225" y="729"/>
                </a:cubicBezTo>
                <a:cubicBezTo>
                  <a:pt x="1225" y="808"/>
                  <a:pt x="1157" y="874"/>
                  <a:pt x="1077" y="874"/>
                </a:cubicBezTo>
                <a:lnTo>
                  <a:pt x="990" y="874"/>
                </a:lnTo>
                <a:lnTo>
                  <a:pt x="990" y="1109"/>
                </a:lnTo>
                <a:cubicBezTo>
                  <a:pt x="990" y="1172"/>
                  <a:pt x="938" y="1224"/>
                  <a:pt x="875" y="1224"/>
                </a:cubicBezTo>
                <a:lnTo>
                  <a:pt x="653" y="1224"/>
                </a:lnTo>
                <a:lnTo>
                  <a:pt x="653" y="1136"/>
                </a:lnTo>
                <a:cubicBezTo>
                  <a:pt x="653" y="1049"/>
                  <a:pt x="582" y="981"/>
                  <a:pt x="495" y="981"/>
                </a:cubicBezTo>
                <a:cubicBezTo>
                  <a:pt x="407" y="981"/>
                  <a:pt x="336" y="1049"/>
                  <a:pt x="336" y="1136"/>
                </a:cubicBezTo>
                <a:lnTo>
                  <a:pt x="336" y="1224"/>
                </a:lnTo>
                <a:lnTo>
                  <a:pt x="115" y="1224"/>
                </a:lnTo>
                <a:cubicBezTo>
                  <a:pt x="52" y="1224"/>
                  <a:pt x="0" y="1172"/>
                  <a:pt x="0" y="1109"/>
                </a:cubicBezTo>
                <a:lnTo>
                  <a:pt x="0" y="888"/>
                </a:lnTo>
                <a:lnTo>
                  <a:pt x="87" y="888"/>
                </a:lnTo>
                <a:cubicBezTo>
                  <a:pt x="175" y="888"/>
                  <a:pt x="243" y="817"/>
                  <a:pt x="243" y="729"/>
                </a:cubicBezTo>
                <a:cubicBezTo>
                  <a:pt x="243" y="642"/>
                  <a:pt x="175" y="571"/>
                  <a:pt x="87" y="571"/>
                </a:cubicBezTo>
                <a:lnTo>
                  <a:pt x="0" y="571"/>
                </a:lnTo>
                <a:lnTo>
                  <a:pt x="0" y="350"/>
                </a:lnTo>
                <a:cubicBezTo>
                  <a:pt x="0" y="287"/>
                  <a:pt x="52" y="235"/>
                  <a:pt x="115" y="235"/>
                </a:cubicBezTo>
                <a:lnTo>
                  <a:pt x="350" y="235"/>
                </a:lnTo>
                <a:lnTo>
                  <a:pt x="350" y="148"/>
                </a:lnTo>
                <a:cubicBezTo>
                  <a:pt x="350" y="68"/>
                  <a:pt x="416" y="0"/>
                  <a:pt x="495" y="0"/>
                </a:cubicBezTo>
                <a:cubicBezTo>
                  <a:pt x="574" y="0"/>
                  <a:pt x="640" y="68"/>
                  <a:pt x="640" y="148"/>
                </a:cubicBezTo>
                <a:lnTo>
                  <a:pt x="640" y="235"/>
                </a:lnTo>
                <a:lnTo>
                  <a:pt x="875" y="235"/>
                </a:lnTo>
                <a:cubicBezTo>
                  <a:pt x="938" y="235"/>
                  <a:pt x="990" y="287"/>
                  <a:pt x="990" y="350"/>
                </a:cubicBezTo>
                <a:lnTo>
                  <a:pt x="990" y="585"/>
                </a:lnTo>
                <a:lnTo>
                  <a:pt x="1077" y="58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79637" y="3255169"/>
            <a:ext cx="336550" cy="336550"/>
          </a:xfrm>
          <a:custGeom>
            <a:avLst/>
            <a:gdLst>
              <a:gd name="T0" fmla="*/ 0 w 936"/>
              <a:gd name="T1" fmla="*/ 467 h 935"/>
              <a:gd name="T2" fmla="*/ 468 w 936"/>
              <a:gd name="T3" fmla="*/ 0 h 935"/>
              <a:gd name="T4" fmla="*/ 935 w 936"/>
              <a:gd name="T5" fmla="*/ 467 h 935"/>
              <a:gd name="T6" fmla="*/ 468 w 936"/>
              <a:gd name="T7" fmla="*/ 934 h 935"/>
              <a:gd name="T8" fmla="*/ 0 w 936"/>
              <a:gd name="T9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6" h="935">
                <a:moveTo>
                  <a:pt x="0" y="467"/>
                </a:moveTo>
                <a:cubicBezTo>
                  <a:pt x="0" y="210"/>
                  <a:pt x="211" y="0"/>
                  <a:pt x="468" y="0"/>
                </a:cubicBezTo>
                <a:cubicBezTo>
                  <a:pt x="725" y="0"/>
                  <a:pt x="935" y="210"/>
                  <a:pt x="935" y="467"/>
                </a:cubicBezTo>
                <a:cubicBezTo>
                  <a:pt x="935" y="723"/>
                  <a:pt x="725" y="934"/>
                  <a:pt x="468" y="934"/>
                </a:cubicBezTo>
                <a:cubicBezTo>
                  <a:pt x="211" y="934"/>
                  <a:pt x="0" y="723"/>
                  <a:pt x="0" y="467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189287" y="3234533"/>
            <a:ext cx="463550" cy="377825"/>
          </a:xfrm>
          <a:custGeom>
            <a:avLst/>
            <a:gdLst>
              <a:gd name="T0" fmla="*/ 1168 w 1287"/>
              <a:gd name="T1" fmla="*/ 494 h 1049"/>
              <a:gd name="T2" fmla="*/ 1168 w 1287"/>
              <a:gd name="T3" fmla="*/ 437 h 1049"/>
              <a:gd name="T4" fmla="*/ 1080 w 1287"/>
              <a:gd name="T5" fmla="*/ 350 h 1049"/>
              <a:gd name="T6" fmla="*/ 875 w 1287"/>
              <a:gd name="T7" fmla="*/ 350 h 1049"/>
              <a:gd name="T8" fmla="*/ 875 w 1287"/>
              <a:gd name="T9" fmla="*/ 698 h 1049"/>
              <a:gd name="T10" fmla="*/ 963 w 1287"/>
              <a:gd name="T11" fmla="*/ 698 h 1049"/>
              <a:gd name="T12" fmla="*/ 963 w 1287"/>
              <a:gd name="T13" fmla="*/ 581 h 1049"/>
              <a:gd name="T14" fmla="*/ 1031 w 1287"/>
              <a:gd name="T15" fmla="*/ 581 h 1049"/>
              <a:gd name="T16" fmla="*/ 1080 w 1287"/>
              <a:gd name="T17" fmla="*/ 698 h 1049"/>
              <a:gd name="T18" fmla="*/ 1168 w 1287"/>
              <a:gd name="T19" fmla="*/ 698 h 1049"/>
              <a:gd name="T20" fmla="*/ 1116 w 1287"/>
              <a:gd name="T21" fmla="*/ 575 h 1049"/>
              <a:gd name="T22" fmla="*/ 1168 w 1287"/>
              <a:gd name="T23" fmla="*/ 494 h 1049"/>
              <a:gd name="T24" fmla="*/ 678 w 1287"/>
              <a:gd name="T25" fmla="*/ 698 h 1049"/>
              <a:gd name="T26" fmla="*/ 782 w 1287"/>
              <a:gd name="T27" fmla="*/ 350 h 1049"/>
              <a:gd name="T28" fmla="*/ 695 w 1287"/>
              <a:gd name="T29" fmla="*/ 350 h 1049"/>
              <a:gd name="T30" fmla="*/ 635 w 1287"/>
              <a:gd name="T31" fmla="*/ 548 h 1049"/>
              <a:gd name="T32" fmla="*/ 577 w 1287"/>
              <a:gd name="T33" fmla="*/ 350 h 1049"/>
              <a:gd name="T34" fmla="*/ 490 w 1287"/>
              <a:gd name="T35" fmla="*/ 350 h 1049"/>
              <a:gd name="T36" fmla="*/ 591 w 1287"/>
              <a:gd name="T37" fmla="*/ 698 h 1049"/>
              <a:gd name="T38" fmla="*/ 678 w 1287"/>
              <a:gd name="T39" fmla="*/ 698 h 1049"/>
              <a:gd name="T40" fmla="*/ 411 w 1287"/>
              <a:gd name="T41" fmla="*/ 611 h 1049"/>
              <a:gd name="T42" fmla="*/ 411 w 1287"/>
              <a:gd name="T43" fmla="*/ 437 h 1049"/>
              <a:gd name="T44" fmla="*/ 323 w 1287"/>
              <a:gd name="T45" fmla="*/ 350 h 1049"/>
              <a:gd name="T46" fmla="*/ 118 w 1287"/>
              <a:gd name="T47" fmla="*/ 350 h 1049"/>
              <a:gd name="T48" fmla="*/ 118 w 1287"/>
              <a:gd name="T49" fmla="*/ 698 h 1049"/>
              <a:gd name="T50" fmla="*/ 323 w 1287"/>
              <a:gd name="T51" fmla="*/ 698 h 1049"/>
              <a:gd name="T52" fmla="*/ 411 w 1287"/>
              <a:gd name="T53" fmla="*/ 611 h 1049"/>
              <a:gd name="T54" fmla="*/ 1286 w 1287"/>
              <a:gd name="T55" fmla="*/ 117 h 1049"/>
              <a:gd name="T56" fmla="*/ 1286 w 1287"/>
              <a:gd name="T57" fmla="*/ 931 h 1049"/>
              <a:gd name="T58" fmla="*/ 1168 w 1287"/>
              <a:gd name="T59" fmla="*/ 1048 h 1049"/>
              <a:gd name="T60" fmla="*/ 118 w 1287"/>
              <a:gd name="T61" fmla="*/ 1048 h 1049"/>
              <a:gd name="T62" fmla="*/ 0 w 1287"/>
              <a:gd name="T63" fmla="*/ 931 h 1049"/>
              <a:gd name="T64" fmla="*/ 0 w 1287"/>
              <a:gd name="T65" fmla="*/ 117 h 1049"/>
              <a:gd name="T66" fmla="*/ 118 w 1287"/>
              <a:gd name="T67" fmla="*/ 0 h 1049"/>
              <a:gd name="T68" fmla="*/ 1168 w 1287"/>
              <a:gd name="T69" fmla="*/ 0 h 1049"/>
              <a:gd name="T70" fmla="*/ 1286 w 1287"/>
              <a:gd name="T71" fmla="*/ 117 h 1049"/>
              <a:gd name="T72" fmla="*/ 205 w 1287"/>
              <a:gd name="T73" fmla="*/ 437 h 1049"/>
              <a:gd name="T74" fmla="*/ 323 w 1287"/>
              <a:gd name="T75" fmla="*/ 437 h 1049"/>
              <a:gd name="T76" fmla="*/ 323 w 1287"/>
              <a:gd name="T77" fmla="*/ 611 h 1049"/>
              <a:gd name="T78" fmla="*/ 205 w 1287"/>
              <a:gd name="T79" fmla="*/ 611 h 1049"/>
              <a:gd name="T80" fmla="*/ 205 w 1287"/>
              <a:gd name="T81" fmla="*/ 437 h 1049"/>
              <a:gd name="T82" fmla="*/ 963 w 1287"/>
              <a:gd name="T83" fmla="*/ 437 h 1049"/>
              <a:gd name="T84" fmla="*/ 1080 w 1287"/>
              <a:gd name="T85" fmla="*/ 437 h 1049"/>
              <a:gd name="T86" fmla="*/ 1080 w 1287"/>
              <a:gd name="T87" fmla="*/ 494 h 1049"/>
              <a:gd name="T88" fmla="*/ 963 w 1287"/>
              <a:gd name="T89" fmla="*/ 494 h 1049"/>
              <a:gd name="T90" fmla="*/ 963 w 1287"/>
              <a:gd name="T91" fmla="*/ 437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87" h="1049">
                <a:moveTo>
                  <a:pt x="1168" y="494"/>
                </a:moveTo>
                <a:lnTo>
                  <a:pt x="1168" y="437"/>
                </a:lnTo>
                <a:cubicBezTo>
                  <a:pt x="1168" y="388"/>
                  <a:pt x="1130" y="350"/>
                  <a:pt x="1080" y="350"/>
                </a:cubicBezTo>
                <a:lnTo>
                  <a:pt x="875" y="350"/>
                </a:lnTo>
                <a:lnTo>
                  <a:pt x="875" y="698"/>
                </a:lnTo>
                <a:lnTo>
                  <a:pt x="963" y="698"/>
                </a:lnTo>
                <a:lnTo>
                  <a:pt x="963" y="581"/>
                </a:lnTo>
                <a:lnTo>
                  <a:pt x="1031" y="581"/>
                </a:lnTo>
                <a:lnTo>
                  <a:pt x="1080" y="698"/>
                </a:lnTo>
                <a:lnTo>
                  <a:pt x="1168" y="698"/>
                </a:lnTo>
                <a:lnTo>
                  <a:pt x="1116" y="575"/>
                </a:lnTo>
                <a:cubicBezTo>
                  <a:pt x="1146" y="562"/>
                  <a:pt x="1168" y="530"/>
                  <a:pt x="1168" y="494"/>
                </a:cubicBezTo>
                <a:close/>
                <a:moveTo>
                  <a:pt x="678" y="698"/>
                </a:moveTo>
                <a:lnTo>
                  <a:pt x="782" y="350"/>
                </a:lnTo>
                <a:lnTo>
                  <a:pt x="695" y="350"/>
                </a:lnTo>
                <a:lnTo>
                  <a:pt x="635" y="548"/>
                </a:lnTo>
                <a:lnTo>
                  <a:pt x="577" y="350"/>
                </a:lnTo>
                <a:lnTo>
                  <a:pt x="490" y="350"/>
                </a:lnTo>
                <a:lnTo>
                  <a:pt x="591" y="698"/>
                </a:lnTo>
                <a:lnTo>
                  <a:pt x="678" y="698"/>
                </a:lnTo>
                <a:close/>
                <a:moveTo>
                  <a:pt x="411" y="611"/>
                </a:moveTo>
                <a:lnTo>
                  <a:pt x="411" y="437"/>
                </a:lnTo>
                <a:cubicBezTo>
                  <a:pt x="411" y="388"/>
                  <a:pt x="372" y="350"/>
                  <a:pt x="323" y="350"/>
                </a:cubicBezTo>
                <a:lnTo>
                  <a:pt x="118" y="350"/>
                </a:lnTo>
                <a:lnTo>
                  <a:pt x="118" y="698"/>
                </a:lnTo>
                <a:lnTo>
                  <a:pt x="323" y="698"/>
                </a:lnTo>
                <a:cubicBezTo>
                  <a:pt x="372" y="698"/>
                  <a:pt x="411" y="660"/>
                  <a:pt x="411" y="611"/>
                </a:cubicBezTo>
                <a:close/>
                <a:moveTo>
                  <a:pt x="1286" y="117"/>
                </a:moveTo>
                <a:lnTo>
                  <a:pt x="1286" y="931"/>
                </a:lnTo>
                <a:cubicBezTo>
                  <a:pt x="1286" y="994"/>
                  <a:pt x="1234" y="1048"/>
                  <a:pt x="1168" y="1048"/>
                </a:cubicBezTo>
                <a:lnTo>
                  <a:pt x="118" y="1048"/>
                </a:lnTo>
                <a:cubicBezTo>
                  <a:pt x="52" y="1048"/>
                  <a:pt x="0" y="994"/>
                  <a:pt x="0" y="931"/>
                </a:cubicBezTo>
                <a:lnTo>
                  <a:pt x="0" y="117"/>
                </a:lnTo>
                <a:cubicBezTo>
                  <a:pt x="0" y="52"/>
                  <a:pt x="52" y="0"/>
                  <a:pt x="118" y="0"/>
                </a:cubicBezTo>
                <a:lnTo>
                  <a:pt x="1168" y="0"/>
                </a:lnTo>
                <a:cubicBezTo>
                  <a:pt x="1234" y="0"/>
                  <a:pt x="1286" y="52"/>
                  <a:pt x="1286" y="117"/>
                </a:cubicBezTo>
                <a:close/>
                <a:moveTo>
                  <a:pt x="205" y="437"/>
                </a:moveTo>
                <a:lnTo>
                  <a:pt x="323" y="437"/>
                </a:lnTo>
                <a:lnTo>
                  <a:pt x="323" y="611"/>
                </a:lnTo>
                <a:lnTo>
                  <a:pt x="205" y="611"/>
                </a:lnTo>
                <a:lnTo>
                  <a:pt x="205" y="437"/>
                </a:lnTo>
                <a:close/>
                <a:moveTo>
                  <a:pt x="963" y="437"/>
                </a:moveTo>
                <a:lnTo>
                  <a:pt x="1080" y="437"/>
                </a:lnTo>
                <a:lnTo>
                  <a:pt x="1080" y="494"/>
                </a:lnTo>
                <a:lnTo>
                  <a:pt x="963" y="494"/>
                </a:lnTo>
                <a:lnTo>
                  <a:pt x="963" y="43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62437" y="3234533"/>
            <a:ext cx="463550" cy="377825"/>
          </a:xfrm>
          <a:custGeom>
            <a:avLst/>
            <a:gdLst>
              <a:gd name="T0" fmla="*/ 642 w 1286"/>
              <a:gd name="T1" fmla="*/ 524 h 1049"/>
              <a:gd name="T2" fmla="*/ 642 w 1286"/>
              <a:gd name="T3" fmla="*/ 117 h 1049"/>
              <a:gd name="T4" fmla="*/ 117 w 1286"/>
              <a:gd name="T5" fmla="*/ 117 h 1049"/>
              <a:gd name="T6" fmla="*/ 117 w 1286"/>
              <a:gd name="T7" fmla="*/ 524 h 1049"/>
              <a:gd name="T8" fmla="*/ 642 w 1286"/>
              <a:gd name="T9" fmla="*/ 524 h 1049"/>
              <a:gd name="T10" fmla="*/ 1285 w 1286"/>
              <a:gd name="T11" fmla="*/ 117 h 1049"/>
              <a:gd name="T12" fmla="*/ 1285 w 1286"/>
              <a:gd name="T13" fmla="*/ 931 h 1049"/>
              <a:gd name="T14" fmla="*/ 1167 w 1286"/>
              <a:gd name="T15" fmla="*/ 1048 h 1049"/>
              <a:gd name="T16" fmla="*/ 117 w 1286"/>
              <a:gd name="T17" fmla="*/ 1048 h 1049"/>
              <a:gd name="T18" fmla="*/ 0 w 1286"/>
              <a:gd name="T19" fmla="*/ 931 h 1049"/>
              <a:gd name="T20" fmla="*/ 0 w 1286"/>
              <a:gd name="T21" fmla="*/ 117 h 1049"/>
              <a:gd name="T22" fmla="*/ 117 w 1286"/>
              <a:gd name="T23" fmla="*/ 0 h 1049"/>
              <a:gd name="T24" fmla="*/ 1167 w 1286"/>
              <a:gd name="T25" fmla="*/ 0 h 1049"/>
              <a:gd name="T26" fmla="*/ 1285 w 1286"/>
              <a:gd name="T27" fmla="*/ 117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1049">
                <a:moveTo>
                  <a:pt x="642" y="524"/>
                </a:moveTo>
                <a:lnTo>
                  <a:pt x="642" y="117"/>
                </a:lnTo>
                <a:lnTo>
                  <a:pt x="117" y="117"/>
                </a:lnTo>
                <a:lnTo>
                  <a:pt x="117" y="524"/>
                </a:lnTo>
                <a:lnTo>
                  <a:pt x="642" y="524"/>
                </a:lnTo>
                <a:close/>
                <a:moveTo>
                  <a:pt x="1285" y="117"/>
                </a:moveTo>
                <a:lnTo>
                  <a:pt x="1285" y="931"/>
                </a:lnTo>
                <a:cubicBezTo>
                  <a:pt x="1285" y="994"/>
                  <a:pt x="1230" y="1048"/>
                  <a:pt x="1167" y="1048"/>
                </a:cubicBezTo>
                <a:lnTo>
                  <a:pt x="117" y="1048"/>
                </a:lnTo>
                <a:cubicBezTo>
                  <a:pt x="54" y="1048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54" y="0"/>
                  <a:pt x="117" y="0"/>
                </a:cubicBezTo>
                <a:lnTo>
                  <a:pt x="1167" y="0"/>
                </a:lnTo>
                <a:cubicBezTo>
                  <a:pt x="1230" y="0"/>
                  <a:pt x="1285" y="54"/>
                  <a:pt x="128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33999" y="3234533"/>
            <a:ext cx="463550" cy="377825"/>
          </a:xfrm>
          <a:custGeom>
            <a:avLst/>
            <a:gdLst>
              <a:gd name="T0" fmla="*/ 642 w 1286"/>
              <a:gd name="T1" fmla="*/ 232 h 1049"/>
              <a:gd name="T2" fmla="*/ 642 w 1286"/>
              <a:gd name="T3" fmla="*/ 117 h 1049"/>
              <a:gd name="T4" fmla="*/ 117 w 1286"/>
              <a:gd name="T5" fmla="*/ 117 h 1049"/>
              <a:gd name="T6" fmla="*/ 117 w 1286"/>
              <a:gd name="T7" fmla="*/ 232 h 1049"/>
              <a:gd name="T8" fmla="*/ 642 w 1286"/>
              <a:gd name="T9" fmla="*/ 232 h 1049"/>
              <a:gd name="T10" fmla="*/ 642 w 1286"/>
              <a:gd name="T11" fmla="*/ 467 h 1049"/>
              <a:gd name="T12" fmla="*/ 642 w 1286"/>
              <a:gd name="T13" fmla="*/ 350 h 1049"/>
              <a:gd name="T14" fmla="*/ 117 w 1286"/>
              <a:gd name="T15" fmla="*/ 350 h 1049"/>
              <a:gd name="T16" fmla="*/ 117 w 1286"/>
              <a:gd name="T17" fmla="*/ 467 h 1049"/>
              <a:gd name="T18" fmla="*/ 642 w 1286"/>
              <a:gd name="T19" fmla="*/ 467 h 1049"/>
              <a:gd name="T20" fmla="*/ 1285 w 1286"/>
              <a:gd name="T21" fmla="*/ 117 h 1049"/>
              <a:gd name="T22" fmla="*/ 1285 w 1286"/>
              <a:gd name="T23" fmla="*/ 931 h 1049"/>
              <a:gd name="T24" fmla="*/ 1167 w 1286"/>
              <a:gd name="T25" fmla="*/ 1048 h 1049"/>
              <a:gd name="T26" fmla="*/ 117 w 1286"/>
              <a:gd name="T27" fmla="*/ 1048 h 1049"/>
              <a:gd name="T28" fmla="*/ 0 w 1286"/>
              <a:gd name="T29" fmla="*/ 931 h 1049"/>
              <a:gd name="T30" fmla="*/ 0 w 1286"/>
              <a:gd name="T31" fmla="*/ 117 h 1049"/>
              <a:gd name="T32" fmla="*/ 117 w 1286"/>
              <a:gd name="T33" fmla="*/ 0 h 1049"/>
              <a:gd name="T34" fmla="*/ 1167 w 1286"/>
              <a:gd name="T35" fmla="*/ 0 h 1049"/>
              <a:gd name="T36" fmla="*/ 1285 w 1286"/>
              <a:gd name="T37" fmla="*/ 117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6" h="1049">
                <a:moveTo>
                  <a:pt x="642" y="232"/>
                </a:moveTo>
                <a:lnTo>
                  <a:pt x="642" y="117"/>
                </a:lnTo>
                <a:lnTo>
                  <a:pt x="117" y="117"/>
                </a:lnTo>
                <a:lnTo>
                  <a:pt x="117" y="232"/>
                </a:lnTo>
                <a:lnTo>
                  <a:pt x="642" y="232"/>
                </a:lnTo>
                <a:close/>
                <a:moveTo>
                  <a:pt x="642" y="467"/>
                </a:moveTo>
                <a:lnTo>
                  <a:pt x="642" y="350"/>
                </a:lnTo>
                <a:lnTo>
                  <a:pt x="117" y="350"/>
                </a:lnTo>
                <a:lnTo>
                  <a:pt x="117" y="467"/>
                </a:lnTo>
                <a:lnTo>
                  <a:pt x="642" y="467"/>
                </a:lnTo>
                <a:close/>
                <a:moveTo>
                  <a:pt x="1285" y="117"/>
                </a:moveTo>
                <a:lnTo>
                  <a:pt x="1285" y="931"/>
                </a:lnTo>
                <a:cubicBezTo>
                  <a:pt x="1285" y="994"/>
                  <a:pt x="1230" y="1048"/>
                  <a:pt x="1167" y="1048"/>
                </a:cubicBezTo>
                <a:lnTo>
                  <a:pt x="117" y="1048"/>
                </a:lnTo>
                <a:cubicBezTo>
                  <a:pt x="55" y="1048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55" y="0"/>
                  <a:pt x="117" y="0"/>
                </a:cubicBezTo>
                <a:lnTo>
                  <a:pt x="1167" y="0"/>
                </a:lnTo>
                <a:cubicBezTo>
                  <a:pt x="1230" y="0"/>
                  <a:pt x="1285" y="54"/>
                  <a:pt x="128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27787" y="3231358"/>
            <a:ext cx="419100" cy="384175"/>
          </a:xfrm>
          <a:custGeom>
            <a:avLst/>
            <a:gdLst>
              <a:gd name="T0" fmla="*/ 583 w 1166"/>
              <a:gd name="T1" fmla="*/ 1068 h 1069"/>
              <a:gd name="T2" fmla="*/ 498 w 1166"/>
              <a:gd name="T3" fmla="*/ 991 h 1069"/>
              <a:gd name="T4" fmla="*/ 0 w 1166"/>
              <a:gd name="T5" fmla="*/ 320 h 1069"/>
              <a:gd name="T6" fmla="*/ 320 w 1166"/>
              <a:gd name="T7" fmla="*/ 0 h 1069"/>
              <a:gd name="T8" fmla="*/ 583 w 1166"/>
              <a:gd name="T9" fmla="*/ 123 h 1069"/>
              <a:gd name="T10" fmla="*/ 845 w 1166"/>
              <a:gd name="T11" fmla="*/ 0 h 1069"/>
              <a:gd name="T12" fmla="*/ 1165 w 1166"/>
              <a:gd name="T13" fmla="*/ 320 h 1069"/>
              <a:gd name="T14" fmla="*/ 667 w 1166"/>
              <a:gd name="T15" fmla="*/ 994 h 1069"/>
              <a:gd name="T16" fmla="*/ 583 w 1166"/>
              <a:gd name="T17" fmla="*/ 1068 h 1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6" h="1069">
                <a:moveTo>
                  <a:pt x="583" y="1068"/>
                </a:moveTo>
                <a:lnTo>
                  <a:pt x="498" y="991"/>
                </a:lnTo>
                <a:cubicBezTo>
                  <a:pt x="197" y="718"/>
                  <a:pt x="0" y="541"/>
                  <a:pt x="0" y="320"/>
                </a:cubicBezTo>
                <a:cubicBezTo>
                  <a:pt x="0" y="139"/>
                  <a:pt x="140" y="0"/>
                  <a:pt x="320" y="0"/>
                </a:cubicBezTo>
                <a:cubicBezTo>
                  <a:pt x="421" y="0"/>
                  <a:pt x="520" y="49"/>
                  <a:pt x="583" y="123"/>
                </a:cubicBezTo>
                <a:cubicBezTo>
                  <a:pt x="646" y="49"/>
                  <a:pt x="744" y="0"/>
                  <a:pt x="845" y="0"/>
                </a:cubicBezTo>
                <a:cubicBezTo>
                  <a:pt x="1026" y="0"/>
                  <a:pt x="1165" y="139"/>
                  <a:pt x="1165" y="320"/>
                </a:cubicBezTo>
                <a:cubicBezTo>
                  <a:pt x="1165" y="541"/>
                  <a:pt x="968" y="721"/>
                  <a:pt x="667" y="994"/>
                </a:cubicBezTo>
                <a:lnTo>
                  <a:pt x="583" y="106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499349" y="3231358"/>
            <a:ext cx="419100" cy="384175"/>
          </a:xfrm>
          <a:custGeom>
            <a:avLst/>
            <a:gdLst>
              <a:gd name="T0" fmla="*/ 587 w 1165"/>
              <a:gd name="T1" fmla="*/ 907 h 1069"/>
              <a:gd name="T2" fmla="*/ 1049 w 1165"/>
              <a:gd name="T3" fmla="*/ 320 h 1069"/>
              <a:gd name="T4" fmla="*/ 844 w 1165"/>
              <a:gd name="T5" fmla="*/ 118 h 1069"/>
              <a:gd name="T6" fmla="*/ 637 w 1165"/>
              <a:gd name="T7" fmla="*/ 254 h 1069"/>
              <a:gd name="T8" fmla="*/ 527 w 1165"/>
              <a:gd name="T9" fmla="*/ 254 h 1069"/>
              <a:gd name="T10" fmla="*/ 319 w 1165"/>
              <a:gd name="T11" fmla="*/ 118 h 1069"/>
              <a:gd name="T12" fmla="*/ 114 w 1165"/>
              <a:gd name="T13" fmla="*/ 320 h 1069"/>
              <a:gd name="T14" fmla="*/ 576 w 1165"/>
              <a:gd name="T15" fmla="*/ 907 h 1069"/>
              <a:gd name="T16" fmla="*/ 582 w 1165"/>
              <a:gd name="T17" fmla="*/ 912 h 1069"/>
              <a:gd name="T18" fmla="*/ 587 w 1165"/>
              <a:gd name="T19" fmla="*/ 907 h 1069"/>
              <a:gd name="T20" fmla="*/ 844 w 1165"/>
              <a:gd name="T21" fmla="*/ 0 h 1069"/>
              <a:gd name="T22" fmla="*/ 1164 w 1165"/>
              <a:gd name="T23" fmla="*/ 320 h 1069"/>
              <a:gd name="T24" fmla="*/ 667 w 1165"/>
              <a:gd name="T25" fmla="*/ 991 h 1069"/>
              <a:gd name="T26" fmla="*/ 582 w 1165"/>
              <a:gd name="T27" fmla="*/ 1068 h 1069"/>
              <a:gd name="T28" fmla="*/ 497 w 1165"/>
              <a:gd name="T29" fmla="*/ 994 h 1069"/>
              <a:gd name="T30" fmla="*/ 0 w 1165"/>
              <a:gd name="T31" fmla="*/ 320 h 1069"/>
              <a:gd name="T32" fmla="*/ 319 w 1165"/>
              <a:gd name="T33" fmla="*/ 0 h 1069"/>
              <a:gd name="T34" fmla="*/ 582 w 1165"/>
              <a:gd name="T35" fmla="*/ 123 h 1069"/>
              <a:gd name="T36" fmla="*/ 844 w 1165"/>
              <a:gd name="T37" fmla="*/ 0 h 1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5" h="1069">
                <a:moveTo>
                  <a:pt x="587" y="907"/>
                </a:moveTo>
                <a:cubicBezTo>
                  <a:pt x="866" y="655"/>
                  <a:pt x="1049" y="489"/>
                  <a:pt x="1049" y="320"/>
                </a:cubicBezTo>
                <a:cubicBezTo>
                  <a:pt x="1049" y="202"/>
                  <a:pt x="962" y="118"/>
                  <a:pt x="844" y="118"/>
                </a:cubicBezTo>
                <a:cubicBezTo>
                  <a:pt x="754" y="118"/>
                  <a:pt x="667" y="175"/>
                  <a:pt x="637" y="254"/>
                </a:cubicBezTo>
                <a:lnTo>
                  <a:pt x="527" y="254"/>
                </a:lnTo>
                <a:cubicBezTo>
                  <a:pt x="497" y="175"/>
                  <a:pt x="410" y="118"/>
                  <a:pt x="319" y="118"/>
                </a:cubicBezTo>
                <a:cubicBezTo>
                  <a:pt x="202" y="118"/>
                  <a:pt x="114" y="202"/>
                  <a:pt x="114" y="320"/>
                </a:cubicBezTo>
                <a:cubicBezTo>
                  <a:pt x="114" y="489"/>
                  <a:pt x="298" y="655"/>
                  <a:pt x="576" y="907"/>
                </a:cubicBezTo>
                <a:lnTo>
                  <a:pt x="582" y="912"/>
                </a:lnTo>
                <a:lnTo>
                  <a:pt x="587" y="907"/>
                </a:lnTo>
                <a:close/>
                <a:moveTo>
                  <a:pt x="844" y="0"/>
                </a:moveTo>
                <a:cubicBezTo>
                  <a:pt x="1025" y="0"/>
                  <a:pt x="1164" y="139"/>
                  <a:pt x="1164" y="320"/>
                </a:cubicBezTo>
                <a:cubicBezTo>
                  <a:pt x="1164" y="541"/>
                  <a:pt x="967" y="718"/>
                  <a:pt x="667" y="991"/>
                </a:cubicBezTo>
                <a:lnTo>
                  <a:pt x="582" y="1068"/>
                </a:lnTo>
                <a:lnTo>
                  <a:pt x="497" y="994"/>
                </a:lnTo>
                <a:cubicBezTo>
                  <a:pt x="196" y="721"/>
                  <a:pt x="0" y="541"/>
                  <a:pt x="0" y="320"/>
                </a:cubicBezTo>
                <a:cubicBezTo>
                  <a:pt x="0" y="139"/>
                  <a:pt x="139" y="0"/>
                  <a:pt x="319" y="0"/>
                </a:cubicBezTo>
                <a:cubicBezTo>
                  <a:pt x="421" y="0"/>
                  <a:pt x="519" y="49"/>
                  <a:pt x="582" y="123"/>
                </a:cubicBezTo>
                <a:cubicBezTo>
                  <a:pt x="645" y="49"/>
                  <a:pt x="743" y="0"/>
                  <a:pt x="844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97899" y="3298032"/>
            <a:ext cx="368300" cy="252412"/>
          </a:xfrm>
          <a:custGeom>
            <a:avLst/>
            <a:gdLst>
              <a:gd name="T0" fmla="*/ 525 w 1023"/>
              <a:gd name="T1" fmla="*/ 349 h 699"/>
              <a:gd name="T2" fmla="*/ 1022 w 1023"/>
              <a:gd name="T3" fmla="*/ 0 h 699"/>
              <a:gd name="T4" fmla="*/ 1022 w 1023"/>
              <a:gd name="T5" fmla="*/ 698 h 699"/>
              <a:gd name="T6" fmla="*/ 525 w 1023"/>
              <a:gd name="T7" fmla="*/ 349 h 699"/>
              <a:gd name="T8" fmla="*/ 497 w 1023"/>
              <a:gd name="T9" fmla="*/ 698 h 699"/>
              <a:gd name="T10" fmla="*/ 0 w 1023"/>
              <a:gd name="T11" fmla="*/ 349 h 699"/>
              <a:gd name="T12" fmla="*/ 497 w 1023"/>
              <a:gd name="T13" fmla="*/ 0 h 699"/>
              <a:gd name="T14" fmla="*/ 497 w 1023"/>
              <a:gd name="T15" fmla="*/ 698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3" h="699">
                <a:moveTo>
                  <a:pt x="525" y="349"/>
                </a:moveTo>
                <a:lnTo>
                  <a:pt x="1022" y="0"/>
                </a:lnTo>
                <a:lnTo>
                  <a:pt x="1022" y="698"/>
                </a:lnTo>
                <a:lnTo>
                  <a:pt x="525" y="349"/>
                </a:lnTo>
                <a:close/>
                <a:moveTo>
                  <a:pt x="497" y="698"/>
                </a:moveTo>
                <a:lnTo>
                  <a:pt x="0" y="349"/>
                </a:lnTo>
                <a:lnTo>
                  <a:pt x="497" y="0"/>
                </a:lnTo>
                <a:lnTo>
                  <a:pt x="497" y="69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69462" y="3298032"/>
            <a:ext cx="368300" cy="252412"/>
          </a:xfrm>
          <a:custGeom>
            <a:avLst/>
            <a:gdLst>
              <a:gd name="T0" fmla="*/ 525 w 1024"/>
              <a:gd name="T1" fmla="*/ 0 h 699"/>
              <a:gd name="T2" fmla="*/ 1023 w 1024"/>
              <a:gd name="T3" fmla="*/ 349 h 699"/>
              <a:gd name="T4" fmla="*/ 525 w 1024"/>
              <a:gd name="T5" fmla="*/ 698 h 699"/>
              <a:gd name="T6" fmla="*/ 525 w 1024"/>
              <a:gd name="T7" fmla="*/ 0 h 699"/>
              <a:gd name="T8" fmla="*/ 0 w 1024"/>
              <a:gd name="T9" fmla="*/ 698 h 699"/>
              <a:gd name="T10" fmla="*/ 0 w 1024"/>
              <a:gd name="T11" fmla="*/ 0 h 699"/>
              <a:gd name="T12" fmla="*/ 498 w 1024"/>
              <a:gd name="T13" fmla="*/ 349 h 699"/>
              <a:gd name="T14" fmla="*/ 0 w 1024"/>
              <a:gd name="T15" fmla="*/ 698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4" h="699">
                <a:moveTo>
                  <a:pt x="525" y="0"/>
                </a:moveTo>
                <a:lnTo>
                  <a:pt x="1023" y="349"/>
                </a:lnTo>
                <a:lnTo>
                  <a:pt x="525" y="698"/>
                </a:lnTo>
                <a:lnTo>
                  <a:pt x="525" y="0"/>
                </a:lnTo>
                <a:close/>
                <a:moveTo>
                  <a:pt x="0" y="698"/>
                </a:moveTo>
                <a:lnTo>
                  <a:pt x="0" y="0"/>
                </a:lnTo>
                <a:lnTo>
                  <a:pt x="498" y="349"/>
                </a:lnTo>
                <a:lnTo>
                  <a:pt x="0" y="69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15624" y="3213894"/>
            <a:ext cx="419100" cy="419100"/>
          </a:xfrm>
          <a:custGeom>
            <a:avLst/>
            <a:gdLst>
              <a:gd name="T0" fmla="*/ 583 w 1166"/>
              <a:gd name="T1" fmla="*/ 1049 h 1165"/>
              <a:gd name="T2" fmla="*/ 1050 w 1166"/>
              <a:gd name="T3" fmla="*/ 582 h 1165"/>
              <a:gd name="T4" fmla="*/ 1031 w 1166"/>
              <a:gd name="T5" fmla="*/ 451 h 1165"/>
              <a:gd name="T6" fmla="*/ 900 w 1166"/>
              <a:gd name="T7" fmla="*/ 465 h 1165"/>
              <a:gd name="T8" fmla="*/ 424 w 1166"/>
              <a:gd name="T9" fmla="*/ 219 h 1165"/>
              <a:gd name="T10" fmla="*/ 118 w 1166"/>
              <a:gd name="T11" fmla="*/ 533 h 1165"/>
              <a:gd name="T12" fmla="*/ 115 w 1166"/>
              <a:gd name="T13" fmla="*/ 582 h 1165"/>
              <a:gd name="T14" fmla="*/ 583 w 1166"/>
              <a:gd name="T15" fmla="*/ 1049 h 1165"/>
              <a:gd name="T16" fmla="*/ 583 w 1166"/>
              <a:gd name="T17" fmla="*/ 0 h 1165"/>
              <a:gd name="T18" fmla="*/ 1165 w 1166"/>
              <a:gd name="T19" fmla="*/ 582 h 1165"/>
              <a:gd name="T20" fmla="*/ 583 w 1166"/>
              <a:gd name="T21" fmla="*/ 1164 h 1165"/>
              <a:gd name="T22" fmla="*/ 0 w 1166"/>
              <a:gd name="T23" fmla="*/ 582 h 1165"/>
              <a:gd name="T24" fmla="*/ 583 w 1166"/>
              <a:gd name="T25" fmla="*/ 0 h 1165"/>
              <a:gd name="T26" fmla="*/ 758 w 1166"/>
              <a:gd name="T27" fmla="*/ 569 h 1165"/>
              <a:gd name="T28" fmla="*/ 831 w 1166"/>
              <a:gd name="T29" fmla="*/ 639 h 1165"/>
              <a:gd name="T30" fmla="*/ 758 w 1166"/>
              <a:gd name="T31" fmla="*/ 713 h 1165"/>
              <a:gd name="T32" fmla="*/ 684 w 1166"/>
              <a:gd name="T33" fmla="*/ 639 h 1165"/>
              <a:gd name="T34" fmla="*/ 758 w 1166"/>
              <a:gd name="T35" fmla="*/ 569 h 1165"/>
              <a:gd name="T36" fmla="*/ 408 w 1166"/>
              <a:gd name="T37" fmla="*/ 569 h 1165"/>
              <a:gd name="T38" fmla="*/ 481 w 1166"/>
              <a:gd name="T39" fmla="*/ 639 h 1165"/>
              <a:gd name="T40" fmla="*/ 408 w 1166"/>
              <a:gd name="T41" fmla="*/ 713 h 1165"/>
              <a:gd name="T42" fmla="*/ 334 w 1166"/>
              <a:gd name="T43" fmla="*/ 639 h 1165"/>
              <a:gd name="T44" fmla="*/ 408 w 1166"/>
              <a:gd name="T45" fmla="*/ 56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583" y="1049"/>
                </a:moveTo>
                <a:cubicBezTo>
                  <a:pt x="840" y="1049"/>
                  <a:pt x="1050" y="838"/>
                  <a:pt x="1050" y="582"/>
                </a:cubicBezTo>
                <a:cubicBezTo>
                  <a:pt x="1050" y="536"/>
                  <a:pt x="1042" y="492"/>
                  <a:pt x="1031" y="451"/>
                </a:cubicBezTo>
                <a:cubicBezTo>
                  <a:pt x="990" y="462"/>
                  <a:pt x="946" y="465"/>
                  <a:pt x="900" y="465"/>
                </a:cubicBezTo>
                <a:cubicBezTo>
                  <a:pt x="703" y="465"/>
                  <a:pt x="531" y="369"/>
                  <a:pt x="424" y="219"/>
                </a:cubicBezTo>
                <a:cubicBezTo>
                  <a:pt x="367" y="358"/>
                  <a:pt x="254" y="473"/>
                  <a:pt x="118" y="533"/>
                </a:cubicBezTo>
                <a:cubicBezTo>
                  <a:pt x="115" y="550"/>
                  <a:pt x="115" y="566"/>
                  <a:pt x="115" y="582"/>
                </a:cubicBezTo>
                <a:cubicBezTo>
                  <a:pt x="115" y="838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6" y="1164"/>
                  <a:pt x="583" y="1164"/>
                </a:cubicBezTo>
                <a:cubicBezTo>
                  <a:pt x="261" y="1164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  <a:moveTo>
                  <a:pt x="758" y="569"/>
                </a:moveTo>
                <a:cubicBezTo>
                  <a:pt x="799" y="569"/>
                  <a:pt x="831" y="599"/>
                  <a:pt x="831" y="639"/>
                </a:cubicBezTo>
                <a:cubicBezTo>
                  <a:pt x="831" y="680"/>
                  <a:pt x="799" y="713"/>
                  <a:pt x="758" y="713"/>
                </a:cubicBezTo>
                <a:cubicBezTo>
                  <a:pt x="717" y="713"/>
                  <a:pt x="684" y="680"/>
                  <a:pt x="684" y="639"/>
                </a:cubicBezTo>
                <a:cubicBezTo>
                  <a:pt x="684" y="599"/>
                  <a:pt x="717" y="569"/>
                  <a:pt x="758" y="569"/>
                </a:cubicBezTo>
                <a:close/>
                <a:moveTo>
                  <a:pt x="408" y="569"/>
                </a:moveTo>
                <a:cubicBezTo>
                  <a:pt x="449" y="569"/>
                  <a:pt x="481" y="599"/>
                  <a:pt x="481" y="639"/>
                </a:cubicBezTo>
                <a:cubicBezTo>
                  <a:pt x="481" y="680"/>
                  <a:pt x="449" y="713"/>
                  <a:pt x="408" y="713"/>
                </a:cubicBezTo>
                <a:cubicBezTo>
                  <a:pt x="367" y="713"/>
                  <a:pt x="334" y="680"/>
                  <a:pt x="334" y="639"/>
                </a:cubicBezTo>
                <a:cubicBezTo>
                  <a:pt x="334" y="599"/>
                  <a:pt x="367" y="569"/>
                  <a:pt x="408" y="56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7" y="4993481"/>
            <a:ext cx="419100" cy="336550"/>
          </a:xfrm>
          <a:custGeom>
            <a:avLst/>
            <a:gdLst>
              <a:gd name="T0" fmla="*/ 1077 w 1166"/>
              <a:gd name="T1" fmla="*/ 585 h 936"/>
              <a:gd name="T2" fmla="*/ 1077 w 1166"/>
              <a:gd name="T3" fmla="*/ 293 h 936"/>
              <a:gd name="T4" fmla="*/ 1006 w 1166"/>
              <a:gd name="T5" fmla="*/ 293 h 936"/>
              <a:gd name="T6" fmla="*/ 1006 w 1166"/>
              <a:gd name="T7" fmla="*/ 555 h 936"/>
              <a:gd name="T8" fmla="*/ 941 w 1166"/>
              <a:gd name="T9" fmla="*/ 555 h 936"/>
              <a:gd name="T10" fmla="*/ 941 w 1166"/>
              <a:gd name="T11" fmla="*/ 350 h 936"/>
              <a:gd name="T12" fmla="*/ 867 w 1166"/>
              <a:gd name="T13" fmla="*/ 350 h 936"/>
              <a:gd name="T14" fmla="*/ 867 w 1166"/>
              <a:gd name="T15" fmla="*/ 555 h 936"/>
              <a:gd name="T16" fmla="*/ 801 w 1166"/>
              <a:gd name="T17" fmla="*/ 555 h 936"/>
              <a:gd name="T18" fmla="*/ 801 w 1166"/>
              <a:gd name="T19" fmla="*/ 293 h 936"/>
              <a:gd name="T20" fmla="*/ 727 w 1166"/>
              <a:gd name="T21" fmla="*/ 293 h 936"/>
              <a:gd name="T22" fmla="*/ 727 w 1166"/>
              <a:gd name="T23" fmla="*/ 585 h 936"/>
              <a:gd name="T24" fmla="*/ 787 w 1166"/>
              <a:gd name="T25" fmla="*/ 643 h 936"/>
              <a:gd name="T26" fmla="*/ 1020 w 1166"/>
              <a:gd name="T27" fmla="*/ 643 h 936"/>
              <a:gd name="T28" fmla="*/ 1077 w 1166"/>
              <a:gd name="T29" fmla="*/ 585 h 936"/>
              <a:gd name="T30" fmla="*/ 670 w 1166"/>
              <a:gd name="T31" fmla="*/ 367 h 936"/>
              <a:gd name="T32" fmla="*/ 670 w 1166"/>
              <a:gd name="T33" fmla="*/ 293 h 936"/>
              <a:gd name="T34" fmla="*/ 437 w 1166"/>
              <a:gd name="T35" fmla="*/ 293 h 936"/>
              <a:gd name="T36" fmla="*/ 437 w 1166"/>
              <a:gd name="T37" fmla="*/ 643 h 936"/>
              <a:gd name="T38" fmla="*/ 670 w 1166"/>
              <a:gd name="T39" fmla="*/ 643 h 936"/>
              <a:gd name="T40" fmla="*/ 670 w 1166"/>
              <a:gd name="T41" fmla="*/ 569 h 936"/>
              <a:gd name="T42" fmla="*/ 525 w 1166"/>
              <a:gd name="T43" fmla="*/ 569 h 936"/>
              <a:gd name="T44" fmla="*/ 525 w 1166"/>
              <a:gd name="T45" fmla="*/ 506 h 936"/>
              <a:gd name="T46" fmla="*/ 670 w 1166"/>
              <a:gd name="T47" fmla="*/ 506 h 936"/>
              <a:gd name="T48" fmla="*/ 670 w 1166"/>
              <a:gd name="T49" fmla="*/ 432 h 936"/>
              <a:gd name="T50" fmla="*/ 525 w 1166"/>
              <a:gd name="T51" fmla="*/ 432 h 936"/>
              <a:gd name="T52" fmla="*/ 525 w 1166"/>
              <a:gd name="T53" fmla="*/ 367 h 936"/>
              <a:gd name="T54" fmla="*/ 670 w 1166"/>
              <a:gd name="T55" fmla="*/ 367 h 936"/>
              <a:gd name="T56" fmla="*/ 377 w 1166"/>
              <a:gd name="T57" fmla="*/ 643 h 936"/>
              <a:gd name="T58" fmla="*/ 377 w 1166"/>
              <a:gd name="T59" fmla="*/ 293 h 936"/>
              <a:gd name="T60" fmla="*/ 306 w 1166"/>
              <a:gd name="T61" fmla="*/ 293 h 936"/>
              <a:gd name="T62" fmla="*/ 306 w 1166"/>
              <a:gd name="T63" fmla="*/ 498 h 936"/>
              <a:gd name="T64" fmla="*/ 159 w 1166"/>
              <a:gd name="T65" fmla="*/ 293 h 936"/>
              <a:gd name="T66" fmla="*/ 87 w 1166"/>
              <a:gd name="T67" fmla="*/ 293 h 936"/>
              <a:gd name="T68" fmla="*/ 87 w 1166"/>
              <a:gd name="T69" fmla="*/ 643 h 936"/>
              <a:gd name="T70" fmla="*/ 159 w 1166"/>
              <a:gd name="T71" fmla="*/ 643 h 936"/>
              <a:gd name="T72" fmla="*/ 159 w 1166"/>
              <a:gd name="T73" fmla="*/ 438 h 936"/>
              <a:gd name="T74" fmla="*/ 309 w 1166"/>
              <a:gd name="T75" fmla="*/ 643 h 936"/>
              <a:gd name="T76" fmla="*/ 377 w 1166"/>
              <a:gd name="T77" fmla="*/ 643 h 936"/>
              <a:gd name="T78" fmla="*/ 1050 w 1166"/>
              <a:gd name="T79" fmla="*/ 0 h 936"/>
              <a:gd name="T80" fmla="*/ 1165 w 1166"/>
              <a:gd name="T81" fmla="*/ 118 h 936"/>
              <a:gd name="T82" fmla="*/ 1165 w 1166"/>
              <a:gd name="T83" fmla="*/ 818 h 936"/>
              <a:gd name="T84" fmla="*/ 1050 w 1166"/>
              <a:gd name="T85" fmla="*/ 935 h 936"/>
              <a:gd name="T86" fmla="*/ 115 w 1166"/>
              <a:gd name="T87" fmla="*/ 935 h 936"/>
              <a:gd name="T88" fmla="*/ 0 w 1166"/>
              <a:gd name="T89" fmla="*/ 818 h 936"/>
              <a:gd name="T90" fmla="*/ 0 w 1166"/>
              <a:gd name="T91" fmla="*/ 118 h 936"/>
              <a:gd name="T92" fmla="*/ 115 w 1166"/>
              <a:gd name="T93" fmla="*/ 0 h 936"/>
              <a:gd name="T94" fmla="*/ 1050 w 1166"/>
              <a:gd name="T95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66" h="936">
                <a:moveTo>
                  <a:pt x="1077" y="585"/>
                </a:moveTo>
                <a:lnTo>
                  <a:pt x="1077" y="293"/>
                </a:lnTo>
                <a:lnTo>
                  <a:pt x="1006" y="293"/>
                </a:lnTo>
                <a:lnTo>
                  <a:pt x="1006" y="555"/>
                </a:lnTo>
                <a:lnTo>
                  <a:pt x="941" y="555"/>
                </a:lnTo>
                <a:lnTo>
                  <a:pt x="941" y="350"/>
                </a:lnTo>
                <a:lnTo>
                  <a:pt x="867" y="350"/>
                </a:lnTo>
                <a:lnTo>
                  <a:pt x="867" y="555"/>
                </a:lnTo>
                <a:lnTo>
                  <a:pt x="801" y="555"/>
                </a:lnTo>
                <a:lnTo>
                  <a:pt x="801" y="293"/>
                </a:lnTo>
                <a:lnTo>
                  <a:pt x="727" y="293"/>
                </a:lnTo>
                <a:lnTo>
                  <a:pt x="727" y="585"/>
                </a:lnTo>
                <a:cubicBezTo>
                  <a:pt x="727" y="618"/>
                  <a:pt x="755" y="643"/>
                  <a:pt x="787" y="643"/>
                </a:cubicBezTo>
                <a:lnTo>
                  <a:pt x="1020" y="643"/>
                </a:lnTo>
                <a:cubicBezTo>
                  <a:pt x="1053" y="643"/>
                  <a:pt x="1077" y="618"/>
                  <a:pt x="1077" y="585"/>
                </a:cubicBezTo>
                <a:close/>
                <a:moveTo>
                  <a:pt x="670" y="367"/>
                </a:moveTo>
                <a:lnTo>
                  <a:pt x="670" y="293"/>
                </a:lnTo>
                <a:lnTo>
                  <a:pt x="437" y="293"/>
                </a:lnTo>
                <a:lnTo>
                  <a:pt x="437" y="643"/>
                </a:lnTo>
                <a:lnTo>
                  <a:pt x="670" y="643"/>
                </a:lnTo>
                <a:lnTo>
                  <a:pt x="670" y="569"/>
                </a:lnTo>
                <a:lnTo>
                  <a:pt x="525" y="569"/>
                </a:lnTo>
                <a:lnTo>
                  <a:pt x="525" y="506"/>
                </a:lnTo>
                <a:lnTo>
                  <a:pt x="670" y="506"/>
                </a:lnTo>
                <a:lnTo>
                  <a:pt x="670" y="432"/>
                </a:lnTo>
                <a:lnTo>
                  <a:pt x="525" y="432"/>
                </a:lnTo>
                <a:lnTo>
                  <a:pt x="525" y="367"/>
                </a:lnTo>
                <a:lnTo>
                  <a:pt x="670" y="367"/>
                </a:lnTo>
                <a:close/>
                <a:moveTo>
                  <a:pt x="377" y="643"/>
                </a:moveTo>
                <a:lnTo>
                  <a:pt x="377" y="293"/>
                </a:lnTo>
                <a:lnTo>
                  <a:pt x="306" y="293"/>
                </a:lnTo>
                <a:lnTo>
                  <a:pt x="306" y="498"/>
                </a:lnTo>
                <a:lnTo>
                  <a:pt x="159" y="293"/>
                </a:lnTo>
                <a:lnTo>
                  <a:pt x="87" y="293"/>
                </a:lnTo>
                <a:lnTo>
                  <a:pt x="87" y="643"/>
                </a:lnTo>
                <a:lnTo>
                  <a:pt x="159" y="643"/>
                </a:lnTo>
                <a:lnTo>
                  <a:pt x="159" y="438"/>
                </a:lnTo>
                <a:lnTo>
                  <a:pt x="309" y="643"/>
                </a:lnTo>
                <a:lnTo>
                  <a:pt x="377" y="643"/>
                </a:lnTo>
                <a:close/>
                <a:moveTo>
                  <a:pt x="1050" y="0"/>
                </a:moveTo>
                <a:cubicBezTo>
                  <a:pt x="1116" y="0"/>
                  <a:pt x="1165" y="52"/>
                  <a:pt x="1165" y="118"/>
                </a:cubicBezTo>
                <a:lnTo>
                  <a:pt x="1165" y="818"/>
                </a:lnTo>
                <a:cubicBezTo>
                  <a:pt x="1165" y="883"/>
                  <a:pt x="1116" y="935"/>
                  <a:pt x="1050" y="935"/>
                </a:cubicBezTo>
                <a:lnTo>
                  <a:pt x="115" y="935"/>
                </a:lnTo>
                <a:cubicBezTo>
                  <a:pt x="49" y="935"/>
                  <a:pt x="0" y="883"/>
                  <a:pt x="0" y="818"/>
                </a:cubicBezTo>
                <a:lnTo>
                  <a:pt x="0" y="118"/>
                </a:lnTo>
                <a:cubicBezTo>
                  <a:pt x="0" y="52"/>
                  <a:pt x="49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08199" y="4929981"/>
            <a:ext cx="463550" cy="463550"/>
          </a:xfrm>
          <a:custGeom>
            <a:avLst/>
            <a:gdLst>
              <a:gd name="T0" fmla="*/ 700 w 1287"/>
              <a:gd name="T1" fmla="*/ 585 h 1286"/>
              <a:gd name="T2" fmla="*/ 700 w 1287"/>
              <a:gd name="T3" fmla="*/ 700 h 1286"/>
              <a:gd name="T4" fmla="*/ 818 w 1287"/>
              <a:gd name="T5" fmla="*/ 700 h 1286"/>
              <a:gd name="T6" fmla="*/ 818 w 1287"/>
              <a:gd name="T7" fmla="*/ 585 h 1286"/>
              <a:gd name="T8" fmla="*/ 700 w 1287"/>
              <a:gd name="T9" fmla="*/ 585 h 1286"/>
              <a:gd name="T10" fmla="*/ 700 w 1287"/>
              <a:gd name="T11" fmla="*/ 818 h 1286"/>
              <a:gd name="T12" fmla="*/ 586 w 1287"/>
              <a:gd name="T13" fmla="*/ 700 h 1286"/>
              <a:gd name="T14" fmla="*/ 586 w 1287"/>
              <a:gd name="T15" fmla="*/ 350 h 1286"/>
              <a:gd name="T16" fmla="*/ 700 w 1287"/>
              <a:gd name="T17" fmla="*/ 235 h 1286"/>
              <a:gd name="T18" fmla="*/ 936 w 1287"/>
              <a:gd name="T19" fmla="*/ 235 h 1286"/>
              <a:gd name="T20" fmla="*/ 936 w 1287"/>
              <a:gd name="T21" fmla="*/ 350 h 1286"/>
              <a:gd name="T22" fmla="*/ 700 w 1287"/>
              <a:gd name="T23" fmla="*/ 350 h 1286"/>
              <a:gd name="T24" fmla="*/ 700 w 1287"/>
              <a:gd name="T25" fmla="*/ 468 h 1286"/>
              <a:gd name="T26" fmla="*/ 818 w 1287"/>
              <a:gd name="T27" fmla="*/ 468 h 1286"/>
              <a:gd name="T28" fmla="*/ 936 w 1287"/>
              <a:gd name="T29" fmla="*/ 585 h 1286"/>
              <a:gd name="T30" fmla="*/ 936 w 1287"/>
              <a:gd name="T31" fmla="*/ 700 h 1286"/>
              <a:gd name="T32" fmla="*/ 818 w 1287"/>
              <a:gd name="T33" fmla="*/ 818 h 1286"/>
              <a:gd name="T34" fmla="*/ 700 w 1287"/>
              <a:gd name="T35" fmla="*/ 818 h 1286"/>
              <a:gd name="T36" fmla="*/ 1168 w 1287"/>
              <a:gd name="T37" fmla="*/ 935 h 1286"/>
              <a:gd name="T38" fmla="*/ 1168 w 1287"/>
              <a:gd name="T39" fmla="*/ 118 h 1286"/>
              <a:gd name="T40" fmla="*/ 350 w 1287"/>
              <a:gd name="T41" fmla="*/ 118 h 1286"/>
              <a:gd name="T42" fmla="*/ 350 w 1287"/>
              <a:gd name="T43" fmla="*/ 935 h 1286"/>
              <a:gd name="T44" fmla="*/ 1168 w 1287"/>
              <a:gd name="T45" fmla="*/ 935 h 1286"/>
              <a:gd name="T46" fmla="*/ 1168 w 1287"/>
              <a:gd name="T47" fmla="*/ 0 h 1286"/>
              <a:gd name="T48" fmla="*/ 1286 w 1287"/>
              <a:gd name="T49" fmla="*/ 118 h 1286"/>
              <a:gd name="T50" fmla="*/ 1286 w 1287"/>
              <a:gd name="T51" fmla="*/ 935 h 1286"/>
              <a:gd name="T52" fmla="*/ 1168 w 1287"/>
              <a:gd name="T53" fmla="*/ 1050 h 1286"/>
              <a:gd name="T54" fmla="*/ 350 w 1287"/>
              <a:gd name="T55" fmla="*/ 1050 h 1286"/>
              <a:gd name="T56" fmla="*/ 236 w 1287"/>
              <a:gd name="T57" fmla="*/ 935 h 1286"/>
              <a:gd name="T58" fmla="*/ 236 w 1287"/>
              <a:gd name="T59" fmla="*/ 118 h 1286"/>
              <a:gd name="T60" fmla="*/ 350 w 1287"/>
              <a:gd name="T61" fmla="*/ 0 h 1286"/>
              <a:gd name="T62" fmla="*/ 1168 w 1287"/>
              <a:gd name="T63" fmla="*/ 0 h 1286"/>
              <a:gd name="T64" fmla="*/ 118 w 1287"/>
              <a:gd name="T65" fmla="*/ 235 h 1286"/>
              <a:gd name="T66" fmla="*/ 118 w 1287"/>
              <a:gd name="T67" fmla="*/ 1168 h 1286"/>
              <a:gd name="T68" fmla="*/ 1050 w 1287"/>
              <a:gd name="T69" fmla="*/ 1168 h 1286"/>
              <a:gd name="T70" fmla="*/ 1050 w 1287"/>
              <a:gd name="T71" fmla="*/ 1285 h 1286"/>
              <a:gd name="T72" fmla="*/ 118 w 1287"/>
              <a:gd name="T73" fmla="*/ 1285 h 1286"/>
              <a:gd name="T74" fmla="*/ 0 w 1287"/>
              <a:gd name="T75" fmla="*/ 1168 h 1286"/>
              <a:gd name="T76" fmla="*/ 0 w 1287"/>
              <a:gd name="T77" fmla="*/ 235 h 1286"/>
              <a:gd name="T78" fmla="*/ 118 w 1287"/>
              <a:gd name="T79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7" h="1286">
                <a:moveTo>
                  <a:pt x="700" y="585"/>
                </a:moveTo>
                <a:lnTo>
                  <a:pt x="700" y="700"/>
                </a:lnTo>
                <a:lnTo>
                  <a:pt x="818" y="700"/>
                </a:lnTo>
                <a:lnTo>
                  <a:pt x="818" y="585"/>
                </a:lnTo>
                <a:lnTo>
                  <a:pt x="700" y="585"/>
                </a:lnTo>
                <a:close/>
                <a:moveTo>
                  <a:pt x="700" y="818"/>
                </a:moveTo>
                <a:cubicBezTo>
                  <a:pt x="638" y="818"/>
                  <a:pt x="586" y="766"/>
                  <a:pt x="586" y="700"/>
                </a:cubicBezTo>
                <a:lnTo>
                  <a:pt x="586" y="350"/>
                </a:lnTo>
                <a:cubicBezTo>
                  <a:pt x="586" y="285"/>
                  <a:pt x="638" y="235"/>
                  <a:pt x="700" y="235"/>
                </a:cubicBezTo>
                <a:lnTo>
                  <a:pt x="936" y="235"/>
                </a:lnTo>
                <a:lnTo>
                  <a:pt x="936" y="350"/>
                </a:lnTo>
                <a:lnTo>
                  <a:pt x="700" y="350"/>
                </a:lnTo>
                <a:lnTo>
                  <a:pt x="700" y="468"/>
                </a:lnTo>
                <a:lnTo>
                  <a:pt x="818" y="468"/>
                </a:lnTo>
                <a:cubicBezTo>
                  <a:pt x="881" y="468"/>
                  <a:pt x="936" y="520"/>
                  <a:pt x="936" y="585"/>
                </a:cubicBezTo>
                <a:lnTo>
                  <a:pt x="936" y="700"/>
                </a:lnTo>
                <a:cubicBezTo>
                  <a:pt x="936" y="766"/>
                  <a:pt x="881" y="818"/>
                  <a:pt x="818" y="818"/>
                </a:cubicBezTo>
                <a:lnTo>
                  <a:pt x="700" y="818"/>
                </a:lnTo>
                <a:close/>
                <a:moveTo>
                  <a:pt x="1168" y="935"/>
                </a:moveTo>
                <a:lnTo>
                  <a:pt x="1168" y="118"/>
                </a:lnTo>
                <a:lnTo>
                  <a:pt x="350" y="118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1" y="0"/>
                  <a:pt x="1286" y="55"/>
                  <a:pt x="1286" y="118"/>
                </a:cubicBezTo>
                <a:lnTo>
                  <a:pt x="1286" y="935"/>
                </a:lnTo>
                <a:cubicBezTo>
                  <a:pt x="1286" y="998"/>
                  <a:pt x="1231" y="1050"/>
                  <a:pt x="1168" y="1050"/>
                </a:cubicBezTo>
                <a:lnTo>
                  <a:pt x="350" y="1050"/>
                </a:lnTo>
                <a:cubicBezTo>
                  <a:pt x="288" y="1050"/>
                  <a:pt x="236" y="998"/>
                  <a:pt x="236" y="935"/>
                </a:cubicBezTo>
                <a:lnTo>
                  <a:pt x="236" y="118"/>
                </a:lnTo>
                <a:cubicBezTo>
                  <a:pt x="236" y="55"/>
                  <a:pt x="288" y="0"/>
                  <a:pt x="350" y="0"/>
                </a:cubicBezTo>
                <a:lnTo>
                  <a:pt x="1168" y="0"/>
                </a:lnTo>
                <a:close/>
                <a:moveTo>
                  <a:pt x="118" y="235"/>
                </a:moveTo>
                <a:lnTo>
                  <a:pt x="118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1"/>
                  <a:pt x="0" y="1168"/>
                </a:cubicBezTo>
                <a:lnTo>
                  <a:pt x="0" y="235"/>
                </a:lnTo>
                <a:lnTo>
                  <a:pt x="11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181349" y="4929981"/>
            <a:ext cx="463550" cy="463550"/>
          </a:xfrm>
          <a:custGeom>
            <a:avLst/>
            <a:gdLst>
              <a:gd name="T0" fmla="*/ 935 w 1286"/>
              <a:gd name="T1" fmla="*/ 700 h 1286"/>
              <a:gd name="T2" fmla="*/ 818 w 1286"/>
              <a:gd name="T3" fmla="*/ 818 h 1286"/>
              <a:gd name="T4" fmla="*/ 585 w 1286"/>
              <a:gd name="T5" fmla="*/ 818 h 1286"/>
              <a:gd name="T6" fmla="*/ 585 w 1286"/>
              <a:gd name="T7" fmla="*/ 700 h 1286"/>
              <a:gd name="T8" fmla="*/ 818 w 1286"/>
              <a:gd name="T9" fmla="*/ 700 h 1286"/>
              <a:gd name="T10" fmla="*/ 818 w 1286"/>
              <a:gd name="T11" fmla="*/ 585 h 1286"/>
              <a:gd name="T12" fmla="*/ 585 w 1286"/>
              <a:gd name="T13" fmla="*/ 585 h 1286"/>
              <a:gd name="T14" fmla="*/ 585 w 1286"/>
              <a:gd name="T15" fmla="*/ 235 h 1286"/>
              <a:gd name="T16" fmla="*/ 935 w 1286"/>
              <a:gd name="T17" fmla="*/ 235 h 1286"/>
              <a:gd name="T18" fmla="*/ 935 w 1286"/>
              <a:gd name="T19" fmla="*/ 350 h 1286"/>
              <a:gd name="T20" fmla="*/ 700 w 1286"/>
              <a:gd name="T21" fmla="*/ 350 h 1286"/>
              <a:gd name="T22" fmla="*/ 700 w 1286"/>
              <a:gd name="T23" fmla="*/ 468 h 1286"/>
              <a:gd name="T24" fmla="*/ 818 w 1286"/>
              <a:gd name="T25" fmla="*/ 468 h 1286"/>
              <a:gd name="T26" fmla="*/ 935 w 1286"/>
              <a:gd name="T27" fmla="*/ 585 h 1286"/>
              <a:gd name="T28" fmla="*/ 935 w 1286"/>
              <a:gd name="T29" fmla="*/ 700 h 1286"/>
              <a:gd name="T30" fmla="*/ 118 w 1286"/>
              <a:gd name="T31" fmla="*/ 235 h 1286"/>
              <a:gd name="T32" fmla="*/ 118 w 1286"/>
              <a:gd name="T33" fmla="*/ 1168 h 1286"/>
              <a:gd name="T34" fmla="*/ 1050 w 1286"/>
              <a:gd name="T35" fmla="*/ 1168 h 1286"/>
              <a:gd name="T36" fmla="*/ 1050 w 1286"/>
              <a:gd name="T37" fmla="*/ 1285 h 1286"/>
              <a:gd name="T38" fmla="*/ 118 w 1286"/>
              <a:gd name="T39" fmla="*/ 1285 h 1286"/>
              <a:gd name="T40" fmla="*/ 0 w 1286"/>
              <a:gd name="T41" fmla="*/ 1168 h 1286"/>
              <a:gd name="T42" fmla="*/ 0 w 1286"/>
              <a:gd name="T43" fmla="*/ 235 h 1286"/>
              <a:gd name="T44" fmla="*/ 118 w 1286"/>
              <a:gd name="T45" fmla="*/ 235 h 1286"/>
              <a:gd name="T46" fmla="*/ 1168 w 1286"/>
              <a:gd name="T47" fmla="*/ 935 h 1286"/>
              <a:gd name="T48" fmla="*/ 1168 w 1286"/>
              <a:gd name="T49" fmla="*/ 118 h 1286"/>
              <a:gd name="T50" fmla="*/ 350 w 1286"/>
              <a:gd name="T51" fmla="*/ 118 h 1286"/>
              <a:gd name="T52" fmla="*/ 350 w 1286"/>
              <a:gd name="T53" fmla="*/ 935 h 1286"/>
              <a:gd name="T54" fmla="*/ 1168 w 1286"/>
              <a:gd name="T55" fmla="*/ 935 h 1286"/>
              <a:gd name="T56" fmla="*/ 1168 w 1286"/>
              <a:gd name="T57" fmla="*/ 0 h 1286"/>
              <a:gd name="T58" fmla="*/ 1285 w 1286"/>
              <a:gd name="T59" fmla="*/ 118 h 1286"/>
              <a:gd name="T60" fmla="*/ 1285 w 1286"/>
              <a:gd name="T61" fmla="*/ 935 h 1286"/>
              <a:gd name="T62" fmla="*/ 1168 w 1286"/>
              <a:gd name="T63" fmla="*/ 1050 h 1286"/>
              <a:gd name="T64" fmla="*/ 350 w 1286"/>
              <a:gd name="T65" fmla="*/ 1050 h 1286"/>
              <a:gd name="T66" fmla="*/ 235 w 1286"/>
              <a:gd name="T67" fmla="*/ 935 h 1286"/>
              <a:gd name="T68" fmla="*/ 235 w 1286"/>
              <a:gd name="T69" fmla="*/ 118 h 1286"/>
              <a:gd name="T70" fmla="*/ 350 w 1286"/>
              <a:gd name="T71" fmla="*/ 0 h 1286"/>
              <a:gd name="T72" fmla="*/ 1168 w 1286"/>
              <a:gd name="T73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6" h="1286">
                <a:moveTo>
                  <a:pt x="935" y="700"/>
                </a:moveTo>
                <a:cubicBezTo>
                  <a:pt x="935" y="766"/>
                  <a:pt x="880" y="818"/>
                  <a:pt x="818" y="818"/>
                </a:cubicBezTo>
                <a:lnTo>
                  <a:pt x="585" y="818"/>
                </a:lnTo>
                <a:lnTo>
                  <a:pt x="585" y="700"/>
                </a:lnTo>
                <a:lnTo>
                  <a:pt x="818" y="700"/>
                </a:lnTo>
                <a:lnTo>
                  <a:pt x="818" y="585"/>
                </a:lnTo>
                <a:lnTo>
                  <a:pt x="585" y="585"/>
                </a:lnTo>
                <a:lnTo>
                  <a:pt x="585" y="235"/>
                </a:lnTo>
                <a:lnTo>
                  <a:pt x="935" y="235"/>
                </a:lnTo>
                <a:lnTo>
                  <a:pt x="935" y="350"/>
                </a:lnTo>
                <a:lnTo>
                  <a:pt x="700" y="350"/>
                </a:lnTo>
                <a:lnTo>
                  <a:pt x="700" y="468"/>
                </a:lnTo>
                <a:lnTo>
                  <a:pt x="818" y="468"/>
                </a:lnTo>
                <a:cubicBezTo>
                  <a:pt x="880" y="468"/>
                  <a:pt x="935" y="520"/>
                  <a:pt x="935" y="585"/>
                </a:cubicBezTo>
                <a:lnTo>
                  <a:pt x="935" y="700"/>
                </a:lnTo>
                <a:close/>
                <a:moveTo>
                  <a:pt x="118" y="235"/>
                </a:moveTo>
                <a:lnTo>
                  <a:pt x="118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1"/>
                  <a:pt x="0" y="1168"/>
                </a:cubicBezTo>
                <a:lnTo>
                  <a:pt x="0" y="235"/>
                </a:lnTo>
                <a:lnTo>
                  <a:pt x="118" y="235"/>
                </a:lnTo>
                <a:close/>
                <a:moveTo>
                  <a:pt x="1168" y="935"/>
                </a:moveTo>
                <a:lnTo>
                  <a:pt x="1168" y="118"/>
                </a:lnTo>
                <a:lnTo>
                  <a:pt x="350" y="118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0" y="1050"/>
                  <a:pt x="1168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54499" y="4929981"/>
            <a:ext cx="463550" cy="463550"/>
          </a:xfrm>
          <a:custGeom>
            <a:avLst/>
            <a:gdLst>
              <a:gd name="T0" fmla="*/ 1167 w 1286"/>
              <a:gd name="T1" fmla="*/ 935 h 1286"/>
              <a:gd name="T2" fmla="*/ 1167 w 1286"/>
              <a:gd name="T3" fmla="*/ 118 h 1286"/>
              <a:gd name="T4" fmla="*/ 350 w 1286"/>
              <a:gd name="T5" fmla="*/ 118 h 1286"/>
              <a:gd name="T6" fmla="*/ 350 w 1286"/>
              <a:gd name="T7" fmla="*/ 935 h 1286"/>
              <a:gd name="T8" fmla="*/ 1167 w 1286"/>
              <a:gd name="T9" fmla="*/ 935 h 1286"/>
              <a:gd name="T10" fmla="*/ 1167 w 1286"/>
              <a:gd name="T11" fmla="*/ 0 h 1286"/>
              <a:gd name="T12" fmla="*/ 1285 w 1286"/>
              <a:gd name="T13" fmla="*/ 118 h 1286"/>
              <a:gd name="T14" fmla="*/ 1285 w 1286"/>
              <a:gd name="T15" fmla="*/ 935 h 1286"/>
              <a:gd name="T16" fmla="*/ 1167 w 1286"/>
              <a:gd name="T17" fmla="*/ 1050 h 1286"/>
              <a:gd name="T18" fmla="*/ 350 w 1286"/>
              <a:gd name="T19" fmla="*/ 1050 h 1286"/>
              <a:gd name="T20" fmla="*/ 235 w 1286"/>
              <a:gd name="T21" fmla="*/ 935 h 1286"/>
              <a:gd name="T22" fmla="*/ 235 w 1286"/>
              <a:gd name="T23" fmla="*/ 118 h 1286"/>
              <a:gd name="T24" fmla="*/ 350 w 1286"/>
              <a:gd name="T25" fmla="*/ 0 h 1286"/>
              <a:gd name="T26" fmla="*/ 1167 w 1286"/>
              <a:gd name="T27" fmla="*/ 0 h 1286"/>
              <a:gd name="T28" fmla="*/ 817 w 1286"/>
              <a:gd name="T29" fmla="*/ 818 h 1286"/>
              <a:gd name="T30" fmla="*/ 817 w 1286"/>
              <a:gd name="T31" fmla="*/ 585 h 1286"/>
              <a:gd name="T32" fmla="*/ 585 w 1286"/>
              <a:gd name="T33" fmla="*/ 585 h 1286"/>
              <a:gd name="T34" fmla="*/ 585 w 1286"/>
              <a:gd name="T35" fmla="*/ 235 h 1286"/>
              <a:gd name="T36" fmla="*/ 700 w 1286"/>
              <a:gd name="T37" fmla="*/ 235 h 1286"/>
              <a:gd name="T38" fmla="*/ 700 w 1286"/>
              <a:gd name="T39" fmla="*/ 468 h 1286"/>
              <a:gd name="T40" fmla="*/ 817 w 1286"/>
              <a:gd name="T41" fmla="*/ 468 h 1286"/>
              <a:gd name="T42" fmla="*/ 817 w 1286"/>
              <a:gd name="T43" fmla="*/ 235 h 1286"/>
              <a:gd name="T44" fmla="*/ 935 w 1286"/>
              <a:gd name="T45" fmla="*/ 235 h 1286"/>
              <a:gd name="T46" fmla="*/ 935 w 1286"/>
              <a:gd name="T47" fmla="*/ 818 h 1286"/>
              <a:gd name="T48" fmla="*/ 817 w 1286"/>
              <a:gd name="T49" fmla="*/ 818 h 1286"/>
              <a:gd name="T50" fmla="*/ 117 w 1286"/>
              <a:gd name="T51" fmla="*/ 235 h 1286"/>
              <a:gd name="T52" fmla="*/ 117 w 1286"/>
              <a:gd name="T53" fmla="*/ 1168 h 1286"/>
              <a:gd name="T54" fmla="*/ 1050 w 1286"/>
              <a:gd name="T55" fmla="*/ 1168 h 1286"/>
              <a:gd name="T56" fmla="*/ 1050 w 1286"/>
              <a:gd name="T57" fmla="*/ 1285 h 1286"/>
              <a:gd name="T58" fmla="*/ 117 w 1286"/>
              <a:gd name="T59" fmla="*/ 1285 h 1286"/>
              <a:gd name="T60" fmla="*/ 0 w 1286"/>
              <a:gd name="T61" fmla="*/ 1168 h 1286"/>
              <a:gd name="T62" fmla="*/ 0 w 1286"/>
              <a:gd name="T63" fmla="*/ 235 h 1286"/>
              <a:gd name="T64" fmla="*/ 117 w 1286"/>
              <a:gd name="T65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6" h="1286">
                <a:moveTo>
                  <a:pt x="1167" y="935"/>
                </a:moveTo>
                <a:lnTo>
                  <a:pt x="1167" y="118"/>
                </a:lnTo>
                <a:lnTo>
                  <a:pt x="350" y="118"/>
                </a:lnTo>
                <a:lnTo>
                  <a:pt x="350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0" y="1050"/>
                  <a:pt x="1167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7" y="0"/>
                </a:lnTo>
                <a:close/>
                <a:moveTo>
                  <a:pt x="817" y="818"/>
                </a:moveTo>
                <a:lnTo>
                  <a:pt x="817" y="585"/>
                </a:lnTo>
                <a:lnTo>
                  <a:pt x="585" y="585"/>
                </a:lnTo>
                <a:lnTo>
                  <a:pt x="585" y="235"/>
                </a:lnTo>
                <a:lnTo>
                  <a:pt x="700" y="235"/>
                </a:lnTo>
                <a:lnTo>
                  <a:pt x="700" y="468"/>
                </a:lnTo>
                <a:lnTo>
                  <a:pt x="817" y="468"/>
                </a:lnTo>
                <a:lnTo>
                  <a:pt x="817" y="235"/>
                </a:lnTo>
                <a:lnTo>
                  <a:pt x="935" y="235"/>
                </a:lnTo>
                <a:lnTo>
                  <a:pt x="935" y="818"/>
                </a:lnTo>
                <a:lnTo>
                  <a:pt x="817" y="818"/>
                </a:lnTo>
                <a:close/>
                <a:moveTo>
                  <a:pt x="117" y="235"/>
                </a:moveTo>
                <a:lnTo>
                  <a:pt x="117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7" y="1285"/>
                </a:lnTo>
                <a:cubicBezTo>
                  <a:pt x="54" y="1285"/>
                  <a:pt x="0" y="1231"/>
                  <a:pt x="0" y="1168"/>
                </a:cubicBezTo>
                <a:lnTo>
                  <a:pt x="0" y="235"/>
                </a:lnTo>
                <a:lnTo>
                  <a:pt x="117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27649" y="4929981"/>
            <a:ext cx="463550" cy="463550"/>
          </a:xfrm>
          <a:custGeom>
            <a:avLst/>
            <a:gdLst>
              <a:gd name="T0" fmla="*/ 935 w 1286"/>
              <a:gd name="T1" fmla="*/ 700 h 1286"/>
              <a:gd name="T2" fmla="*/ 818 w 1286"/>
              <a:gd name="T3" fmla="*/ 818 h 1286"/>
              <a:gd name="T4" fmla="*/ 585 w 1286"/>
              <a:gd name="T5" fmla="*/ 818 h 1286"/>
              <a:gd name="T6" fmla="*/ 585 w 1286"/>
              <a:gd name="T7" fmla="*/ 700 h 1286"/>
              <a:gd name="T8" fmla="*/ 818 w 1286"/>
              <a:gd name="T9" fmla="*/ 700 h 1286"/>
              <a:gd name="T10" fmla="*/ 818 w 1286"/>
              <a:gd name="T11" fmla="*/ 585 h 1286"/>
              <a:gd name="T12" fmla="*/ 700 w 1286"/>
              <a:gd name="T13" fmla="*/ 585 h 1286"/>
              <a:gd name="T14" fmla="*/ 700 w 1286"/>
              <a:gd name="T15" fmla="*/ 468 h 1286"/>
              <a:gd name="T16" fmla="*/ 818 w 1286"/>
              <a:gd name="T17" fmla="*/ 468 h 1286"/>
              <a:gd name="T18" fmla="*/ 818 w 1286"/>
              <a:gd name="T19" fmla="*/ 350 h 1286"/>
              <a:gd name="T20" fmla="*/ 585 w 1286"/>
              <a:gd name="T21" fmla="*/ 350 h 1286"/>
              <a:gd name="T22" fmla="*/ 585 w 1286"/>
              <a:gd name="T23" fmla="*/ 236 h 1286"/>
              <a:gd name="T24" fmla="*/ 818 w 1286"/>
              <a:gd name="T25" fmla="*/ 236 h 1286"/>
              <a:gd name="T26" fmla="*/ 935 w 1286"/>
              <a:gd name="T27" fmla="*/ 350 h 1286"/>
              <a:gd name="T28" fmla="*/ 935 w 1286"/>
              <a:gd name="T29" fmla="*/ 438 h 1286"/>
              <a:gd name="T30" fmla="*/ 848 w 1286"/>
              <a:gd name="T31" fmla="*/ 525 h 1286"/>
              <a:gd name="T32" fmla="*/ 935 w 1286"/>
              <a:gd name="T33" fmla="*/ 613 h 1286"/>
              <a:gd name="T34" fmla="*/ 935 w 1286"/>
              <a:gd name="T35" fmla="*/ 700 h 1286"/>
              <a:gd name="T36" fmla="*/ 118 w 1286"/>
              <a:gd name="T37" fmla="*/ 235 h 1286"/>
              <a:gd name="T38" fmla="*/ 118 w 1286"/>
              <a:gd name="T39" fmla="*/ 1168 h 1286"/>
              <a:gd name="T40" fmla="*/ 1050 w 1286"/>
              <a:gd name="T41" fmla="*/ 1168 h 1286"/>
              <a:gd name="T42" fmla="*/ 1050 w 1286"/>
              <a:gd name="T43" fmla="*/ 1285 h 1286"/>
              <a:gd name="T44" fmla="*/ 118 w 1286"/>
              <a:gd name="T45" fmla="*/ 1285 h 1286"/>
              <a:gd name="T46" fmla="*/ 0 w 1286"/>
              <a:gd name="T47" fmla="*/ 1168 h 1286"/>
              <a:gd name="T48" fmla="*/ 0 w 1286"/>
              <a:gd name="T49" fmla="*/ 235 h 1286"/>
              <a:gd name="T50" fmla="*/ 118 w 1286"/>
              <a:gd name="T51" fmla="*/ 235 h 1286"/>
              <a:gd name="T52" fmla="*/ 1168 w 1286"/>
              <a:gd name="T53" fmla="*/ 935 h 1286"/>
              <a:gd name="T54" fmla="*/ 1168 w 1286"/>
              <a:gd name="T55" fmla="*/ 118 h 1286"/>
              <a:gd name="T56" fmla="*/ 350 w 1286"/>
              <a:gd name="T57" fmla="*/ 118 h 1286"/>
              <a:gd name="T58" fmla="*/ 350 w 1286"/>
              <a:gd name="T59" fmla="*/ 935 h 1286"/>
              <a:gd name="T60" fmla="*/ 1168 w 1286"/>
              <a:gd name="T61" fmla="*/ 935 h 1286"/>
              <a:gd name="T62" fmla="*/ 1168 w 1286"/>
              <a:gd name="T63" fmla="*/ 0 h 1286"/>
              <a:gd name="T64" fmla="*/ 1285 w 1286"/>
              <a:gd name="T65" fmla="*/ 118 h 1286"/>
              <a:gd name="T66" fmla="*/ 1285 w 1286"/>
              <a:gd name="T67" fmla="*/ 935 h 1286"/>
              <a:gd name="T68" fmla="*/ 1168 w 1286"/>
              <a:gd name="T69" fmla="*/ 1050 h 1286"/>
              <a:gd name="T70" fmla="*/ 350 w 1286"/>
              <a:gd name="T71" fmla="*/ 1050 h 1286"/>
              <a:gd name="T72" fmla="*/ 235 w 1286"/>
              <a:gd name="T73" fmla="*/ 935 h 1286"/>
              <a:gd name="T74" fmla="*/ 235 w 1286"/>
              <a:gd name="T75" fmla="*/ 118 h 1286"/>
              <a:gd name="T76" fmla="*/ 350 w 1286"/>
              <a:gd name="T77" fmla="*/ 0 h 1286"/>
              <a:gd name="T78" fmla="*/ 1168 w 1286"/>
              <a:gd name="T79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6" h="1286">
                <a:moveTo>
                  <a:pt x="935" y="700"/>
                </a:moveTo>
                <a:cubicBezTo>
                  <a:pt x="935" y="766"/>
                  <a:pt x="881" y="818"/>
                  <a:pt x="818" y="818"/>
                </a:cubicBezTo>
                <a:lnTo>
                  <a:pt x="585" y="818"/>
                </a:lnTo>
                <a:lnTo>
                  <a:pt x="585" y="700"/>
                </a:lnTo>
                <a:lnTo>
                  <a:pt x="818" y="700"/>
                </a:lnTo>
                <a:lnTo>
                  <a:pt x="818" y="585"/>
                </a:lnTo>
                <a:lnTo>
                  <a:pt x="700" y="585"/>
                </a:lnTo>
                <a:lnTo>
                  <a:pt x="700" y="468"/>
                </a:lnTo>
                <a:lnTo>
                  <a:pt x="818" y="468"/>
                </a:lnTo>
                <a:lnTo>
                  <a:pt x="818" y="350"/>
                </a:lnTo>
                <a:lnTo>
                  <a:pt x="585" y="350"/>
                </a:lnTo>
                <a:lnTo>
                  <a:pt x="585" y="236"/>
                </a:lnTo>
                <a:lnTo>
                  <a:pt x="818" y="236"/>
                </a:lnTo>
                <a:cubicBezTo>
                  <a:pt x="881" y="236"/>
                  <a:pt x="935" y="285"/>
                  <a:pt x="935" y="350"/>
                </a:cubicBezTo>
                <a:lnTo>
                  <a:pt x="935" y="438"/>
                </a:lnTo>
                <a:cubicBezTo>
                  <a:pt x="935" y="487"/>
                  <a:pt x="897" y="525"/>
                  <a:pt x="848" y="525"/>
                </a:cubicBezTo>
                <a:cubicBezTo>
                  <a:pt x="897" y="525"/>
                  <a:pt x="935" y="564"/>
                  <a:pt x="935" y="613"/>
                </a:cubicBezTo>
                <a:lnTo>
                  <a:pt x="935" y="700"/>
                </a:lnTo>
                <a:close/>
                <a:moveTo>
                  <a:pt x="118" y="235"/>
                </a:moveTo>
                <a:lnTo>
                  <a:pt x="118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1"/>
                  <a:pt x="0" y="1168"/>
                </a:cubicBezTo>
                <a:lnTo>
                  <a:pt x="0" y="235"/>
                </a:lnTo>
                <a:lnTo>
                  <a:pt x="118" y="235"/>
                </a:lnTo>
                <a:close/>
                <a:moveTo>
                  <a:pt x="1168" y="935"/>
                </a:moveTo>
                <a:lnTo>
                  <a:pt x="1168" y="118"/>
                </a:lnTo>
                <a:lnTo>
                  <a:pt x="350" y="118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1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1" y="1050"/>
                  <a:pt x="1168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00799" y="4929981"/>
            <a:ext cx="463550" cy="463550"/>
          </a:xfrm>
          <a:custGeom>
            <a:avLst/>
            <a:gdLst>
              <a:gd name="T0" fmla="*/ 935 w 1286"/>
              <a:gd name="T1" fmla="*/ 700 h 1286"/>
              <a:gd name="T2" fmla="*/ 935 w 1286"/>
              <a:gd name="T3" fmla="*/ 818 h 1286"/>
              <a:gd name="T4" fmla="*/ 585 w 1286"/>
              <a:gd name="T5" fmla="*/ 818 h 1286"/>
              <a:gd name="T6" fmla="*/ 585 w 1286"/>
              <a:gd name="T7" fmla="*/ 585 h 1286"/>
              <a:gd name="T8" fmla="*/ 700 w 1286"/>
              <a:gd name="T9" fmla="*/ 468 h 1286"/>
              <a:gd name="T10" fmla="*/ 817 w 1286"/>
              <a:gd name="T11" fmla="*/ 468 h 1286"/>
              <a:gd name="T12" fmla="*/ 817 w 1286"/>
              <a:gd name="T13" fmla="*/ 350 h 1286"/>
              <a:gd name="T14" fmla="*/ 585 w 1286"/>
              <a:gd name="T15" fmla="*/ 350 h 1286"/>
              <a:gd name="T16" fmla="*/ 585 w 1286"/>
              <a:gd name="T17" fmla="*/ 236 h 1286"/>
              <a:gd name="T18" fmla="*/ 817 w 1286"/>
              <a:gd name="T19" fmla="*/ 236 h 1286"/>
              <a:gd name="T20" fmla="*/ 935 w 1286"/>
              <a:gd name="T21" fmla="*/ 350 h 1286"/>
              <a:gd name="T22" fmla="*/ 935 w 1286"/>
              <a:gd name="T23" fmla="*/ 468 h 1286"/>
              <a:gd name="T24" fmla="*/ 817 w 1286"/>
              <a:gd name="T25" fmla="*/ 585 h 1286"/>
              <a:gd name="T26" fmla="*/ 700 w 1286"/>
              <a:gd name="T27" fmla="*/ 585 h 1286"/>
              <a:gd name="T28" fmla="*/ 700 w 1286"/>
              <a:gd name="T29" fmla="*/ 700 h 1286"/>
              <a:gd name="T30" fmla="*/ 935 w 1286"/>
              <a:gd name="T31" fmla="*/ 700 h 1286"/>
              <a:gd name="T32" fmla="*/ 1167 w 1286"/>
              <a:gd name="T33" fmla="*/ 935 h 1286"/>
              <a:gd name="T34" fmla="*/ 1167 w 1286"/>
              <a:gd name="T35" fmla="*/ 118 h 1286"/>
              <a:gd name="T36" fmla="*/ 350 w 1286"/>
              <a:gd name="T37" fmla="*/ 118 h 1286"/>
              <a:gd name="T38" fmla="*/ 350 w 1286"/>
              <a:gd name="T39" fmla="*/ 935 h 1286"/>
              <a:gd name="T40" fmla="*/ 1167 w 1286"/>
              <a:gd name="T41" fmla="*/ 935 h 1286"/>
              <a:gd name="T42" fmla="*/ 1167 w 1286"/>
              <a:gd name="T43" fmla="*/ 0 h 1286"/>
              <a:gd name="T44" fmla="*/ 1285 w 1286"/>
              <a:gd name="T45" fmla="*/ 118 h 1286"/>
              <a:gd name="T46" fmla="*/ 1285 w 1286"/>
              <a:gd name="T47" fmla="*/ 935 h 1286"/>
              <a:gd name="T48" fmla="*/ 1167 w 1286"/>
              <a:gd name="T49" fmla="*/ 1050 h 1286"/>
              <a:gd name="T50" fmla="*/ 350 w 1286"/>
              <a:gd name="T51" fmla="*/ 1050 h 1286"/>
              <a:gd name="T52" fmla="*/ 235 w 1286"/>
              <a:gd name="T53" fmla="*/ 935 h 1286"/>
              <a:gd name="T54" fmla="*/ 235 w 1286"/>
              <a:gd name="T55" fmla="*/ 118 h 1286"/>
              <a:gd name="T56" fmla="*/ 350 w 1286"/>
              <a:gd name="T57" fmla="*/ 0 h 1286"/>
              <a:gd name="T58" fmla="*/ 1167 w 1286"/>
              <a:gd name="T59" fmla="*/ 0 h 1286"/>
              <a:gd name="T60" fmla="*/ 117 w 1286"/>
              <a:gd name="T61" fmla="*/ 235 h 1286"/>
              <a:gd name="T62" fmla="*/ 117 w 1286"/>
              <a:gd name="T63" fmla="*/ 1168 h 1286"/>
              <a:gd name="T64" fmla="*/ 1050 w 1286"/>
              <a:gd name="T65" fmla="*/ 1168 h 1286"/>
              <a:gd name="T66" fmla="*/ 1050 w 1286"/>
              <a:gd name="T67" fmla="*/ 1285 h 1286"/>
              <a:gd name="T68" fmla="*/ 117 w 1286"/>
              <a:gd name="T69" fmla="*/ 1285 h 1286"/>
              <a:gd name="T70" fmla="*/ 0 w 1286"/>
              <a:gd name="T71" fmla="*/ 1168 h 1286"/>
              <a:gd name="T72" fmla="*/ 0 w 1286"/>
              <a:gd name="T73" fmla="*/ 235 h 1286"/>
              <a:gd name="T74" fmla="*/ 117 w 1286"/>
              <a:gd name="T75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6" h="1286">
                <a:moveTo>
                  <a:pt x="935" y="700"/>
                </a:moveTo>
                <a:lnTo>
                  <a:pt x="935" y="818"/>
                </a:lnTo>
                <a:lnTo>
                  <a:pt x="585" y="818"/>
                </a:lnTo>
                <a:lnTo>
                  <a:pt x="585" y="585"/>
                </a:lnTo>
                <a:cubicBezTo>
                  <a:pt x="585" y="520"/>
                  <a:pt x="637" y="468"/>
                  <a:pt x="700" y="468"/>
                </a:cubicBezTo>
                <a:lnTo>
                  <a:pt x="817" y="468"/>
                </a:lnTo>
                <a:lnTo>
                  <a:pt x="817" y="350"/>
                </a:lnTo>
                <a:lnTo>
                  <a:pt x="585" y="350"/>
                </a:lnTo>
                <a:lnTo>
                  <a:pt x="585" y="236"/>
                </a:lnTo>
                <a:lnTo>
                  <a:pt x="817" y="236"/>
                </a:lnTo>
                <a:cubicBezTo>
                  <a:pt x="880" y="236"/>
                  <a:pt x="935" y="285"/>
                  <a:pt x="935" y="350"/>
                </a:cubicBezTo>
                <a:lnTo>
                  <a:pt x="935" y="468"/>
                </a:lnTo>
                <a:cubicBezTo>
                  <a:pt x="935" y="534"/>
                  <a:pt x="880" y="585"/>
                  <a:pt x="817" y="585"/>
                </a:cubicBezTo>
                <a:lnTo>
                  <a:pt x="700" y="585"/>
                </a:lnTo>
                <a:lnTo>
                  <a:pt x="700" y="700"/>
                </a:lnTo>
                <a:lnTo>
                  <a:pt x="935" y="700"/>
                </a:lnTo>
                <a:close/>
                <a:moveTo>
                  <a:pt x="1167" y="935"/>
                </a:moveTo>
                <a:lnTo>
                  <a:pt x="1167" y="118"/>
                </a:lnTo>
                <a:lnTo>
                  <a:pt x="350" y="118"/>
                </a:lnTo>
                <a:lnTo>
                  <a:pt x="350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0" y="1050"/>
                  <a:pt x="1167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7" y="0"/>
                </a:lnTo>
                <a:close/>
                <a:moveTo>
                  <a:pt x="117" y="235"/>
                </a:moveTo>
                <a:lnTo>
                  <a:pt x="117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7" y="1285"/>
                </a:lnTo>
                <a:cubicBezTo>
                  <a:pt x="54" y="1285"/>
                  <a:pt x="0" y="1231"/>
                  <a:pt x="0" y="1168"/>
                </a:cubicBezTo>
                <a:lnTo>
                  <a:pt x="0" y="235"/>
                </a:lnTo>
                <a:lnTo>
                  <a:pt x="117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473949" y="4929981"/>
            <a:ext cx="463550" cy="463550"/>
          </a:xfrm>
          <a:custGeom>
            <a:avLst/>
            <a:gdLst>
              <a:gd name="T0" fmla="*/ 1168 w 1286"/>
              <a:gd name="T1" fmla="*/ 935 h 1286"/>
              <a:gd name="T2" fmla="*/ 1168 w 1286"/>
              <a:gd name="T3" fmla="*/ 118 h 1286"/>
              <a:gd name="T4" fmla="*/ 350 w 1286"/>
              <a:gd name="T5" fmla="*/ 118 h 1286"/>
              <a:gd name="T6" fmla="*/ 350 w 1286"/>
              <a:gd name="T7" fmla="*/ 935 h 1286"/>
              <a:gd name="T8" fmla="*/ 1168 w 1286"/>
              <a:gd name="T9" fmla="*/ 935 h 1286"/>
              <a:gd name="T10" fmla="*/ 1168 w 1286"/>
              <a:gd name="T11" fmla="*/ 0 h 1286"/>
              <a:gd name="T12" fmla="*/ 1285 w 1286"/>
              <a:gd name="T13" fmla="*/ 118 h 1286"/>
              <a:gd name="T14" fmla="*/ 1285 w 1286"/>
              <a:gd name="T15" fmla="*/ 935 h 1286"/>
              <a:gd name="T16" fmla="*/ 1168 w 1286"/>
              <a:gd name="T17" fmla="*/ 1050 h 1286"/>
              <a:gd name="T18" fmla="*/ 350 w 1286"/>
              <a:gd name="T19" fmla="*/ 1050 h 1286"/>
              <a:gd name="T20" fmla="*/ 235 w 1286"/>
              <a:gd name="T21" fmla="*/ 935 h 1286"/>
              <a:gd name="T22" fmla="*/ 235 w 1286"/>
              <a:gd name="T23" fmla="*/ 118 h 1286"/>
              <a:gd name="T24" fmla="*/ 350 w 1286"/>
              <a:gd name="T25" fmla="*/ 0 h 1286"/>
              <a:gd name="T26" fmla="*/ 1168 w 1286"/>
              <a:gd name="T27" fmla="*/ 0 h 1286"/>
              <a:gd name="T28" fmla="*/ 760 w 1286"/>
              <a:gd name="T29" fmla="*/ 818 h 1286"/>
              <a:gd name="T30" fmla="*/ 760 w 1286"/>
              <a:gd name="T31" fmla="*/ 350 h 1286"/>
              <a:gd name="T32" fmla="*/ 643 w 1286"/>
              <a:gd name="T33" fmla="*/ 350 h 1286"/>
              <a:gd name="T34" fmla="*/ 643 w 1286"/>
              <a:gd name="T35" fmla="*/ 235 h 1286"/>
              <a:gd name="T36" fmla="*/ 875 w 1286"/>
              <a:gd name="T37" fmla="*/ 235 h 1286"/>
              <a:gd name="T38" fmla="*/ 875 w 1286"/>
              <a:gd name="T39" fmla="*/ 818 h 1286"/>
              <a:gd name="T40" fmla="*/ 760 w 1286"/>
              <a:gd name="T41" fmla="*/ 818 h 1286"/>
              <a:gd name="T42" fmla="*/ 118 w 1286"/>
              <a:gd name="T43" fmla="*/ 235 h 1286"/>
              <a:gd name="T44" fmla="*/ 118 w 1286"/>
              <a:gd name="T45" fmla="*/ 1168 h 1286"/>
              <a:gd name="T46" fmla="*/ 1050 w 1286"/>
              <a:gd name="T47" fmla="*/ 1168 h 1286"/>
              <a:gd name="T48" fmla="*/ 1050 w 1286"/>
              <a:gd name="T49" fmla="*/ 1285 h 1286"/>
              <a:gd name="T50" fmla="*/ 118 w 1286"/>
              <a:gd name="T51" fmla="*/ 1285 h 1286"/>
              <a:gd name="T52" fmla="*/ 0 w 1286"/>
              <a:gd name="T53" fmla="*/ 1168 h 1286"/>
              <a:gd name="T54" fmla="*/ 0 w 1286"/>
              <a:gd name="T55" fmla="*/ 235 h 1286"/>
              <a:gd name="T56" fmla="*/ 118 w 1286"/>
              <a:gd name="T57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6" h="1286">
                <a:moveTo>
                  <a:pt x="1168" y="935"/>
                </a:moveTo>
                <a:lnTo>
                  <a:pt x="1168" y="118"/>
                </a:lnTo>
                <a:lnTo>
                  <a:pt x="350" y="118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1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1" y="1050"/>
                  <a:pt x="1168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8" y="0"/>
                </a:lnTo>
                <a:close/>
                <a:moveTo>
                  <a:pt x="760" y="818"/>
                </a:moveTo>
                <a:lnTo>
                  <a:pt x="760" y="350"/>
                </a:lnTo>
                <a:lnTo>
                  <a:pt x="643" y="350"/>
                </a:lnTo>
                <a:lnTo>
                  <a:pt x="643" y="235"/>
                </a:lnTo>
                <a:lnTo>
                  <a:pt x="875" y="235"/>
                </a:lnTo>
                <a:lnTo>
                  <a:pt x="875" y="818"/>
                </a:lnTo>
                <a:lnTo>
                  <a:pt x="760" y="818"/>
                </a:lnTo>
                <a:close/>
                <a:moveTo>
                  <a:pt x="118" y="235"/>
                </a:moveTo>
                <a:lnTo>
                  <a:pt x="118" y="1168"/>
                </a:lnTo>
                <a:lnTo>
                  <a:pt x="1050" y="1168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1"/>
                  <a:pt x="0" y="1168"/>
                </a:cubicBezTo>
                <a:lnTo>
                  <a:pt x="0" y="235"/>
                </a:lnTo>
                <a:lnTo>
                  <a:pt x="11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632824" y="4982371"/>
            <a:ext cx="293688" cy="357187"/>
          </a:xfrm>
          <a:custGeom>
            <a:avLst/>
            <a:gdLst>
              <a:gd name="T0" fmla="*/ 0 w 816"/>
              <a:gd name="T1" fmla="*/ 875 h 993"/>
              <a:gd name="T2" fmla="*/ 815 w 816"/>
              <a:gd name="T3" fmla="*/ 875 h 993"/>
              <a:gd name="T4" fmla="*/ 815 w 816"/>
              <a:gd name="T5" fmla="*/ 992 h 993"/>
              <a:gd name="T6" fmla="*/ 0 w 816"/>
              <a:gd name="T7" fmla="*/ 992 h 993"/>
              <a:gd name="T8" fmla="*/ 0 w 816"/>
              <a:gd name="T9" fmla="*/ 875 h 993"/>
              <a:gd name="T10" fmla="*/ 232 w 816"/>
              <a:gd name="T11" fmla="*/ 757 h 993"/>
              <a:gd name="T12" fmla="*/ 232 w 816"/>
              <a:gd name="T13" fmla="*/ 407 h 993"/>
              <a:gd name="T14" fmla="*/ 0 w 816"/>
              <a:gd name="T15" fmla="*/ 407 h 993"/>
              <a:gd name="T16" fmla="*/ 407 w 816"/>
              <a:gd name="T17" fmla="*/ 0 h 993"/>
              <a:gd name="T18" fmla="*/ 815 w 816"/>
              <a:gd name="T19" fmla="*/ 407 h 993"/>
              <a:gd name="T20" fmla="*/ 582 w 816"/>
              <a:gd name="T21" fmla="*/ 407 h 993"/>
              <a:gd name="T22" fmla="*/ 582 w 816"/>
              <a:gd name="T23" fmla="*/ 757 h 993"/>
              <a:gd name="T24" fmla="*/ 232 w 816"/>
              <a:gd name="T25" fmla="*/ 757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6" h="993">
                <a:moveTo>
                  <a:pt x="0" y="875"/>
                </a:moveTo>
                <a:lnTo>
                  <a:pt x="815" y="875"/>
                </a:lnTo>
                <a:lnTo>
                  <a:pt x="815" y="992"/>
                </a:lnTo>
                <a:lnTo>
                  <a:pt x="0" y="992"/>
                </a:lnTo>
                <a:lnTo>
                  <a:pt x="0" y="875"/>
                </a:lnTo>
                <a:close/>
                <a:moveTo>
                  <a:pt x="232" y="757"/>
                </a:moveTo>
                <a:lnTo>
                  <a:pt x="232" y="407"/>
                </a:lnTo>
                <a:lnTo>
                  <a:pt x="0" y="407"/>
                </a:lnTo>
                <a:lnTo>
                  <a:pt x="407" y="0"/>
                </a:lnTo>
                <a:lnTo>
                  <a:pt x="815" y="407"/>
                </a:lnTo>
                <a:lnTo>
                  <a:pt x="582" y="407"/>
                </a:lnTo>
                <a:lnTo>
                  <a:pt x="582" y="757"/>
                </a:lnTo>
                <a:lnTo>
                  <a:pt x="232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20249" y="4993481"/>
            <a:ext cx="463550" cy="336550"/>
          </a:xfrm>
          <a:custGeom>
            <a:avLst/>
            <a:gdLst>
              <a:gd name="T0" fmla="*/ 936 w 1287"/>
              <a:gd name="T1" fmla="*/ 17 h 936"/>
              <a:gd name="T2" fmla="*/ 1286 w 1287"/>
              <a:gd name="T3" fmla="*/ 468 h 936"/>
              <a:gd name="T4" fmla="*/ 936 w 1287"/>
              <a:gd name="T5" fmla="*/ 919 h 936"/>
              <a:gd name="T6" fmla="*/ 936 w 1287"/>
              <a:gd name="T7" fmla="*/ 799 h 936"/>
              <a:gd name="T8" fmla="*/ 1168 w 1287"/>
              <a:gd name="T9" fmla="*/ 468 h 936"/>
              <a:gd name="T10" fmla="*/ 936 w 1287"/>
              <a:gd name="T11" fmla="*/ 137 h 936"/>
              <a:gd name="T12" fmla="*/ 936 w 1287"/>
              <a:gd name="T13" fmla="*/ 17 h 936"/>
              <a:gd name="T14" fmla="*/ 0 w 1287"/>
              <a:gd name="T15" fmla="*/ 468 h 936"/>
              <a:gd name="T16" fmla="*/ 468 w 1287"/>
              <a:gd name="T17" fmla="*/ 0 h 936"/>
              <a:gd name="T18" fmla="*/ 936 w 1287"/>
              <a:gd name="T19" fmla="*/ 468 h 936"/>
              <a:gd name="T20" fmla="*/ 468 w 1287"/>
              <a:gd name="T21" fmla="*/ 935 h 936"/>
              <a:gd name="T22" fmla="*/ 0 w 1287"/>
              <a:gd name="T23" fmla="*/ 468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87" h="936">
                <a:moveTo>
                  <a:pt x="936" y="17"/>
                </a:moveTo>
                <a:cubicBezTo>
                  <a:pt x="1138" y="69"/>
                  <a:pt x="1286" y="249"/>
                  <a:pt x="1286" y="468"/>
                </a:cubicBezTo>
                <a:cubicBezTo>
                  <a:pt x="1286" y="687"/>
                  <a:pt x="1138" y="867"/>
                  <a:pt x="936" y="919"/>
                </a:cubicBezTo>
                <a:lnTo>
                  <a:pt x="936" y="799"/>
                </a:lnTo>
                <a:cubicBezTo>
                  <a:pt x="1072" y="752"/>
                  <a:pt x="1168" y="621"/>
                  <a:pt x="1168" y="468"/>
                </a:cubicBezTo>
                <a:cubicBezTo>
                  <a:pt x="1168" y="315"/>
                  <a:pt x="1072" y="184"/>
                  <a:pt x="936" y="137"/>
                </a:cubicBezTo>
                <a:lnTo>
                  <a:pt x="936" y="17"/>
                </a:lnTo>
                <a:close/>
                <a:moveTo>
                  <a:pt x="0" y="468"/>
                </a:moveTo>
                <a:cubicBezTo>
                  <a:pt x="0" y="211"/>
                  <a:pt x="211" y="0"/>
                  <a:pt x="468" y="0"/>
                </a:cubicBezTo>
                <a:cubicBezTo>
                  <a:pt x="725" y="0"/>
                  <a:pt x="936" y="211"/>
                  <a:pt x="936" y="468"/>
                </a:cubicBezTo>
                <a:cubicBezTo>
                  <a:pt x="936" y="725"/>
                  <a:pt x="725" y="935"/>
                  <a:pt x="468" y="935"/>
                </a:cubicBezTo>
                <a:cubicBezTo>
                  <a:pt x="211" y="935"/>
                  <a:pt x="0" y="725"/>
                  <a:pt x="0" y="46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15624" y="4993481"/>
            <a:ext cx="419100" cy="336550"/>
          </a:xfrm>
          <a:custGeom>
            <a:avLst/>
            <a:gdLst>
              <a:gd name="T0" fmla="*/ 1050 w 1166"/>
              <a:gd name="T1" fmla="*/ 643 h 936"/>
              <a:gd name="T2" fmla="*/ 1050 w 1166"/>
              <a:gd name="T3" fmla="*/ 293 h 936"/>
              <a:gd name="T4" fmla="*/ 976 w 1166"/>
              <a:gd name="T5" fmla="*/ 293 h 936"/>
              <a:gd name="T6" fmla="*/ 976 w 1166"/>
              <a:gd name="T7" fmla="*/ 498 h 936"/>
              <a:gd name="T8" fmla="*/ 831 w 1166"/>
              <a:gd name="T9" fmla="*/ 293 h 936"/>
              <a:gd name="T10" fmla="*/ 758 w 1166"/>
              <a:gd name="T11" fmla="*/ 293 h 936"/>
              <a:gd name="T12" fmla="*/ 758 w 1166"/>
              <a:gd name="T13" fmla="*/ 643 h 936"/>
              <a:gd name="T14" fmla="*/ 831 w 1166"/>
              <a:gd name="T15" fmla="*/ 643 h 936"/>
              <a:gd name="T16" fmla="*/ 831 w 1166"/>
              <a:gd name="T17" fmla="*/ 438 h 936"/>
              <a:gd name="T18" fmla="*/ 979 w 1166"/>
              <a:gd name="T19" fmla="*/ 643 h 936"/>
              <a:gd name="T20" fmla="*/ 1050 w 1166"/>
              <a:gd name="T21" fmla="*/ 643 h 936"/>
              <a:gd name="T22" fmla="*/ 613 w 1166"/>
              <a:gd name="T23" fmla="*/ 643 h 936"/>
              <a:gd name="T24" fmla="*/ 613 w 1166"/>
              <a:gd name="T25" fmla="*/ 293 h 936"/>
              <a:gd name="T26" fmla="*/ 525 w 1166"/>
              <a:gd name="T27" fmla="*/ 293 h 936"/>
              <a:gd name="T28" fmla="*/ 525 w 1166"/>
              <a:gd name="T29" fmla="*/ 643 h 936"/>
              <a:gd name="T30" fmla="*/ 613 w 1166"/>
              <a:gd name="T31" fmla="*/ 643 h 936"/>
              <a:gd name="T32" fmla="*/ 408 w 1166"/>
              <a:gd name="T33" fmla="*/ 438 h 936"/>
              <a:gd name="T34" fmla="*/ 408 w 1166"/>
              <a:gd name="T35" fmla="*/ 380 h 936"/>
              <a:gd name="T36" fmla="*/ 320 w 1166"/>
              <a:gd name="T37" fmla="*/ 293 h 936"/>
              <a:gd name="T38" fmla="*/ 115 w 1166"/>
              <a:gd name="T39" fmla="*/ 293 h 936"/>
              <a:gd name="T40" fmla="*/ 115 w 1166"/>
              <a:gd name="T41" fmla="*/ 643 h 936"/>
              <a:gd name="T42" fmla="*/ 203 w 1166"/>
              <a:gd name="T43" fmla="*/ 643 h 936"/>
              <a:gd name="T44" fmla="*/ 203 w 1166"/>
              <a:gd name="T45" fmla="*/ 525 h 936"/>
              <a:gd name="T46" fmla="*/ 320 w 1166"/>
              <a:gd name="T47" fmla="*/ 525 h 936"/>
              <a:gd name="T48" fmla="*/ 408 w 1166"/>
              <a:gd name="T49" fmla="*/ 438 h 936"/>
              <a:gd name="T50" fmla="*/ 1050 w 1166"/>
              <a:gd name="T51" fmla="*/ 0 h 936"/>
              <a:gd name="T52" fmla="*/ 1165 w 1166"/>
              <a:gd name="T53" fmla="*/ 118 h 936"/>
              <a:gd name="T54" fmla="*/ 1165 w 1166"/>
              <a:gd name="T55" fmla="*/ 818 h 936"/>
              <a:gd name="T56" fmla="*/ 1050 w 1166"/>
              <a:gd name="T57" fmla="*/ 935 h 936"/>
              <a:gd name="T58" fmla="*/ 115 w 1166"/>
              <a:gd name="T59" fmla="*/ 935 h 936"/>
              <a:gd name="T60" fmla="*/ 0 w 1166"/>
              <a:gd name="T61" fmla="*/ 818 h 936"/>
              <a:gd name="T62" fmla="*/ 0 w 1166"/>
              <a:gd name="T63" fmla="*/ 118 h 936"/>
              <a:gd name="T64" fmla="*/ 115 w 1166"/>
              <a:gd name="T65" fmla="*/ 0 h 936"/>
              <a:gd name="T66" fmla="*/ 1050 w 1166"/>
              <a:gd name="T67" fmla="*/ 0 h 936"/>
              <a:gd name="T68" fmla="*/ 203 w 1166"/>
              <a:gd name="T69" fmla="*/ 380 h 936"/>
              <a:gd name="T70" fmla="*/ 320 w 1166"/>
              <a:gd name="T71" fmla="*/ 380 h 936"/>
              <a:gd name="T72" fmla="*/ 320 w 1166"/>
              <a:gd name="T73" fmla="*/ 438 h 936"/>
              <a:gd name="T74" fmla="*/ 203 w 1166"/>
              <a:gd name="T75" fmla="*/ 438 h 936"/>
              <a:gd name="T76" fmla="*/ 203 w 1166"/>
              <a:gd name="T77" fmla="*/ 38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6" h="936">
                <a:moveTo>
                  <a:pt x="1050" y="643"/>
                </a:moveTo>
                <a:lnTo>
                  <a:pt x="1050" y="293"/>
                </a:lnTo>
                <a:lnTo>
                  <a:pt x="976" y="293"/>
                </a:lnTo>
                <a:lnTo>
                  <a:pt x="976" y="498"/>
                </a:lnTo>
                <a:lnTo>
                  <a:pt x="831" y="293"/>
                </a:lnTo>
                <a:lnTo>
                  <a:pt x="758" y="293"/>
                </a:lnTo>
                <a:lnTo>
                  <a:pt x="758" y="643"/>
                </a:lnTo>
                <a:lnTo>
                  <a:pt x="831" y="643"/>
                </a:lnTo>
                <a:lnTo>
                  <a:pt x="831" y="438"/>
                </a:lnTo>
                <a:lnTo>
                  <a:pt x="979" y="643"/>
                </a:lnTo>
                <a:lnTo>
                  <a:pt x="1050" y="643"/>
                </a:lnTo>
                <a:close/>
                <a:moveTo>
                  <a:pt x="613" y="643"/>
                </a:moveTo>
                <a:lnTo>
                  <a:pt x="613" y="293"/>
                </a:lnTo>
                <a:lnTo>
                  <a:pt x="525" y="293"/>
                </a:lnTo>
                <a:lnTo>
                  <a:pt x="525" y="643"/>
                </a:lnTo>
                <a:lnTo>
                  <a:pt x="613" y="643"/>
                </a:lnTo>
                <a:close/>
                <a:moveTo>
                  <a:pt x="408" y="438"/>
                </a:moveTo>
                <a:lnTo>
                  <a:pt x="408" y="380"/>
                </a:lnTo>
                <a:cubicBezTo>
                  <a:pt x="408" y="331"/>
                  <a:pt x="369" y="293"/>
                  <a:pt x="320" y="293"/>
                </a:cubicBezTo>
                <a:lnTo>
                  <a:pt x="115" y="293"/>
                </a:lnTo>
                <a:lnTo>
                  <a:pt x="115" y="643"/>
                </a:lnTo>
                <a:lnTo>
                  <a:pt x="203" y="643"/>
                </a:lnTo>
                <a:lnTo>
                  <a:pt x="203" y="525"/>
                </a:lnTo>
                <a:lnTo>
                  <a:pt x="320" y="525"/>
                </a:lnTo>
                <a:cubicBezTo>
                  <a:pt x="369" y="525"/>
                  <a:pt x="408" y="487"/>
                  <a:pt x="408" y="438"/>
                </a:cubicBezTo>
                <a:close/>
                <a:moveTo>
                  <a:pt x="1050" y="0"/>
                </a:moveTo>
                <a:cubicBezTo>
                  <a:pt x="1116" y="0"/>
                  <a:pt x="1165" y="52"/>
                  <a:pt x="1165" y="118"/>
                </a:cubicBezTo>
                <a:lnTo>
                  <a:pt x="1165" y="818"/>
                </a:lnTo>
                <a:cubicBezTo>
                  <a:pt x="1165" y="883"/>
                  <a:pt x="1116" y="935"/>
                  <a:pt x="1050" y="935"/>
                </a:cubicBezTo>
                <a:lnTo>
                  <a:pt x="115" y="935"/>
                </a:lnTo>
                <a:cubicBezTo>
                  <a:pt x="49" y="935"/>
                  <a:pt x="0" y="883"/>
                  <a:pt x="0" y="818"/>
                </a:cubicBezTo>
                <a:lnTo>
                  <a:pt x="0" y="118"/>
                </a:lnTo>
                <a:cubicBezTo>
                  <a:pt x="0" y="52"/>
                  <a:pt x="49" y="0"/>
                  <a:pt x="115" y="0"/>
                </a:cubicBezTo>
                <a:lnTo>
                  <a:pt x="1050" y="0"/>
                </a:lnTo>
                <a:close/>
                <a:moveTo>
                  <a:pt x="203" y="380"/>
                </a:moveTo>
                <a:lnTo>
                  <a:pt x="320" y="380"/>
                </a:lnTo>
                <a:lnTo>
                  <a:pt x="320" y="438"/>
                </a:lnTo>
                <a:lnTo>
                  <a:pt x="203" y="438"/>
                </a:lnTo>
                <a:lnTo>
                  <a:pt x="203" y="38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7" y="4061619"/>
            <a:ext cx="463550" cy="463550"/>
          </a:xfrm>
          <a:custGeom>
            <a:avLst/>
            <a:gdLst>
              <a:gd name="T0" fmla="*/ 700 w 1286"/>
              <a:gd name="T1" fmla="*/ 817 h 1286"/>
              <a:gd name="T2" fmla="*/ 585 w 1286"/>
              <a:gd name="T3" fmla="*/ 817 h 1286"/>
              <a:gd name="T4" fmla="*/ 818 w 1286"/>
              <a:gd name="T5" fmla="*/ 350 h 1286"/>
              <a:gd name="T6" fmla="*/ 585 w 1286"/>
              <a:gd name="T7" fmla="*/ 350 h 1286"/>
              <a:gd name="T8" fmla="*/ 585 w 1286"/>
              <a:gd name="T9" fmla="*/ 235 h 1286"/>
              <a:gd name="T10" fmla="*/ 935 w 1286"/>
              <a:gd name="T11" fmla="*/ 235 h 1286"/>
              <a:gd name="T12" fmla="*/ 935 w 1286"/>
              <a:gd name="T13" fmla="*/ 350 h 1286"/>
              <a:gd name="T14" fmla="*/ 700 w 1286"/>
              <a:gd name="T15" fmla="*/ 817 h 1286"/>
              <a:gd name="T16" fmla="*/ 1168 w 1286"/>
              <a:gd name="T17" fmla="*/ 935 h 1286"/>
              <a:gd name="T18" fmla="*/ 1168 w 1286"/>
              <a:gd name="T19" fmla="*/ 117 h 1286"/>
              <a:gd name="T20" fmla="*/ 350 w 1286"/>
              <a:gd name="T21" fmla="*/ 117 h 1286"/>
              <a:gd name="T22" fmla="*/ 350 w 1286"/>
              <a:gd name="T23" fmla="*/ 935 h 1286"/>
              <a:gd name="T24" fmla="*/ 1168 w 1286"/>
              <a:gd name="T25" fmla="*/ 935 h 1286"/>
              <a:gd name="T26" fmla="*/ 1168 w 1286"/>
              <a:gd name="T27" fmla="*/ 0 h 1286"/>
              <a:gd name="T28" fmla="*/ 1285 w 1286"/>
              <a:gd name="T29" fmla="*/ 117 h 1286"/>
              <a:gd name="T30" fmla="*/ 1285 w 1286"/>
              <a:gd name="T31" fmla="*/ 935 h 1286"/>
              <a:gd name="T32" fmla="*/ 1168 w 1286"/>
              <a:gd name="T33" fmla="*/ 1050 h 1286"/>
              <a:gd name="T34" fmla="*/ 350 w 1286"/>
              <a:gd name="T35" fmla="*/ 1050 h 1286"/>
              <a:gd name="T36" fmla="*/ 235 w 1286"/>
              <a:gd name="T37" fmla="*/ 935 h 1286"/>
              <a:gd name="T38" fmla="*/ 235 w 1286"/>
              <a:gd name="T39" fmla="*/ 117 h 1286"/>
              <a:gd name="T40" fmla="*/ 350 w 1286"/>
              <a:gd name="T41" fmla="*/ 0 h 1286"/>
              <a:gd name="T42" fmla="*/ 1168 w 1286"/>
              <a:gd name="T43" fmla="*/ 0 h 1286"/>
              <a:gd name="T44" fmla="*/ 118 w 1286"/>
              <a:gd name="T45" fmla="*/ 235 h 1286"/>
              <a:gd name="T46" fmla="*/ 118 w 1286"/>
              <a:gd name="T47" fmla="*/ 1167 h 1286"/>
              <a:gd name="T48" fmla="*/ 1050 w 1286"/>
              <a:gd name="T49" fmla="*/ 1167 h 1286"/>
              <a:gd name="T50" fmla="*/ 1050 w 1286"/>
              <a:gd name="T51" fmla="*/ 1285 h 1286"/>
              <a:gd name="T52" fmla="*/ 118 w 1286"/>
              <a:gd name="T53" fmla="*/ 1285 h 1286"/>
              <a:gd name="T54" fmla="*/ 0 w 1286"/>
              <a:gd name="T55" fmla="*/ 1167 h 1286"/>
              <a:gd name="T56" fmla="*/ 0 w 1286"/>
              <a:gd name="T57" fmla="*/ 235 h 1286"/>
              <a:gd name="T58" fmla="*/ 118 w 1286"/>
              <a:gd name="T59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1286">
                <a:moveTo>
                  <a:pt x="700" y="817"/>
                </a:moveTo>
                <a:lnTo>
                  <a:pt x="585" y="817"/>
                </a:lnTo>
                <a:lnTo>
                  <a:pt x="818" y="350"/>
                </a:lnTo>
                <a:lnTo>
                  <a:pt x="585" y="350"/>
                </a:lnTo>
                <a:lnTo>
                  <a:pt x="585" y="235"/>
                </a:lnTo>
                <a:lnTo>
                  <a:pt x="935" y="235"/>
                </a:lnTo>
                <a:lnTo>
                  <a:pt x="935" y="350"/>
                </a:lnTo>
                <a:lnTo>
                  <a:pt x="700" y="817"/>
                </a:lnTo>
                <a:close/>
                <a:moveTo>
                  <a:pt x="1168" y="935"/>
                </a:moveTo>
                <a:lnTo>
                  <a:pt x="1168" y="117"/>
                </a:lnTo>
                <a:lnTo>
                  <a:pt x="350" y="117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5"/>
                </a:lnTo>
                <a:cubicBezTo>
                  <a:pt x="1285" y="998"/>
                  <a:pt x="1230" y="1050"/>
                  <a:pt x="1168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7"/>
                </a:lnTo>
                <a:cubicBezTo>
                  <a:pt x="235" y="54"/>
                  <a:pt x="287" y="0"/>
                  <a:pt x="350" y="0"/>
                </a:cubicBezTo>
                <a:lnTo>
                  <a:pt x="1168" y="0"/>
                </a:lnTo>
                <a:close/>
                <a:moveTo>
                  <a:pt x="118" y="235"/>
                </a:moveTo>
                <a:lnTo>
                  <a:pt x="118" y="1167"/>
                </a:lnTo>
                <a:lnTo>
                  <a:pt x="1050" y="1167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0"/>
                  <a:pt x="0" y="1167"/>
                </a:cubicBezTo>
                <a:lnTo>
                  <a:pt x="0" y="235"/>
                </a:lnTo>
                <a:lnTo>
                  <a:pt x="11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24074" y="4061619"/>
            <a:ext cx="463550" cy="463550"/>
          </a:xfrm>
          <a:custGeom>
            <a:avLst/>
            <a:gdLst>
              <a:gd name="T0" fmla="*/ 1168 w 1286"/>
              <a:gd name="T1" fmla="*/ 935 h 1286"/>
              <a:gd name="T2" fmla="*/ 1168 w 1286"/>
              <a:gd name="T3" fmla="*/ 117 h 1286"/>
              <a:gd name="T4" fmla="*/ 350 w 1286"/>
              <a:gd name="T5" fmla="*/ 117 h 1286"/>
              <a:gd name="T6" fmla="*/ 350 w 1286"/>
              <a:gd name="T7" fmla="*/ 935 h 1286"/>
              <a:gd name="T8" fmla="*/ 1168 w 1286"/>
              <a:gd name="T9" fmla="*/ 935 h 1286"/>
              <a:gd name="T10" fmla="*/ 1168 w 1286"/>
              <a:gd name="T11" fmla="*/ 0 h 1286"/>
              <a:gd name="T12" fmla="*/ 1285 w 1286"/>
              <a:gd name="T13" fmla="*/ 117 h 1286"/>
              <a:gd name="T14" fmla="*/ 1285 w 1286"/>
              <a:gd name="T15" fmla="*/ 935 h 1286"/>
              <a:gd name="T16" fmla="*/ 1168 w 1286"/>
              <a:gd name="T17" fmla="*/ 1050 h 1286"/>
              <a:gd name="T18" fmla="*/ 350 w 1286"/>
              <a:gd name="T19" fmla="*/ 1050 h 1286"/>
              <a:gd name="T20" fmla="*/ 235 w 1286"/>
              <a:gd name="T21" fmla="*/ 935 h 1286"/>
              <a:gd name="T22" fmla="*/ 235 w 1286"/>
              <a:gd name="T23" fmla="*/ 117 h 1286"/>
              <a:gd name="T24" fmla="*/ 350 w 1286"/>
              <a:gd name="T25" fmla="*/ 0 h 1286"/>
              <a:gd name="T26" fmla="*/ 1168 w 1286"/>
              <a:gd name="T27" fmla="*/ 0 h 1286"/>
              <a:gd name="T28" fmla="*/ 118 w 1286"/>
              <a:gd name="T29" fmla="*/ 235 h 1286"/>
              <a:gd name="T30" fmla="*/ 118 w 1286"/>
              <a:gd name="T31" fmla="*/ 1167 h 1286"/>
              <a:gd name="T32" fmla="*/ 1050 w 1286"/>
              <a:gd name="T33" fmla="*/ 1167 h 1286"/>
              <a:gd name="T34" fmla="*/ 1050 w 1286"/>
              <a:gd name="T35" fmla="*/ 1285 h 1286"/>
              <a:gd name="T36" fmla="*/ 118 w 1286"/>
              <a:gd name="T37" fmla="*/ 1285 h 1286"/>
              <a:gd name="T38" fmla="*/ 0 w 1286"/>
              <a:gd name="T39" fmla="*/ 1167 h 1286"/>
              <a:gd name="T40" fmla="*/ 0 w 1286"/>
              <a:gd name="T41" fmla="*/ 235 h 1286"/>
              <a:gd name="T42" fmla="*/ 118 w 1286"/>
              <a:gd name="T43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1286">
                <a:moveTo>
                  <a:pt x="1168" y="935"/>
                </a:moveTo>
                <a:lnTo>
                  <a:pt x="1168" y="117"/>
                </a:lnTo>
                <a:lnTo>
                  <a:pt x="350" y="117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1" y="0"/>
                  <a:pt x="1285" y="54"/>
                  <a:pt x="1285" y="117"/>
                </a:cubicBezTo>
                <a:lnTo>
                  <a:pt x="1285" y="935"/>
                </a:lnTo>
                <a:cubicBezTo>
                  <a:pt x="1285" y="998"/>
                  <a:pt x="1231" y="1050"/>
                  <a:pt x="1168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7"/>
                </a:lnTo>
                <a:cubicBezTo>
                  <a:pt x="235" y="54"/>
                  <a:pt x="287" y="0"/>
                  <a:pt x="350" y="0"/>
                </a:cubicBezTo>
                <a:lnTo>
                  <a:pt x="1168" y="0"/>
                </a:lnTo>
                <a:close/>
                <a:moveTo>
                  <a:pt x="118" y="235"/>
                </a:moveTo>
                <a:lnTo>
                  <a:pt x="118" y="1167"/>
                </a:lnTo>
                <a:lnTo>
                  <a:pt x="1050" y="1167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0"/>
                  <a:pt x="0" y="1167"/>
                </a:cubicBezTo>
                <a:lnTo>
                  <a:pt x="0" y="235"/>
                </a:lnTo>
                <a:lnTo>
                  <a:pt x="11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235326" y="4166394"/>
            <a:ext cx="377825" cy="252412"/>
          </a:xfrm>
          <a:custGeom>
            <a:avLst/>
            <a:gdLst>
              <a:gd name="T0" fmla="*/ 175 w 1051"/>
              <a:gd name="T1" fmla="*/ 408 h 701"/>
              <a:gd name="T2" fmla="*/ 175 w 1051"/>
              <a:gd name="T3" fmla="*/ 293 h 701"/>
              <a:gd name="T4" fmla="*/ 875 w 1051"/>
              <a:gd name="T5" fmla="*/ 293 h 701"/>
              <a:gd name="T6" fmla="*/ 875 w 1051"/>
              <a:gd name="T7" fmla="*/ 408 h 701"/>
              <a:gd name="T8" fmla="*/ 175 w 1051"/>
              <a:gd name="T9" fmla="*/ 408 h 701"/>
              <a:gd name="T10" fmla="*/ 0 w 1051"/>
              <a:gd name="T11" fmla="*/ 0 h 701"/>
              <a:gd name="T12" fmla="*/ 1050 w 1051"/>
              <a:gd name="T13" fmla="*/ 0 h 701"/>
              <a:gd name="T14" fmla="*/ 1050 w 1051"/>
              <a:gd name="T15" fmla="*/ 118 h 701"/>
              <a:gd name="T16" fmla="*/ 0 w 1051"/>
              <a:gd name="T17" fmla="*/ 118 h 701"/>
              <a:gd name="T18" fmla="*/ 0 w 1051"/>
              <a:gd name="T19" fmla="*/ 0 h 701"/>
              <a:gd name="T20" fmla="*/ 407 w 1051"/>
              <a:gd name="T21" fmla="*/ 700 h 701"/>
              <a:gd name="T22" fmla="*/ 407 w 1051"/>
              <a:gd name="T23" fmla="*/ 583 h 701"/>
              <a:gd name="T24" fmla="*/ 643 w 1051"/>
              <a:gd name="T25" fmla="*/ 583 h 701"/>
              <a:gd name="T26" fmla="*/ 643 w 1051"/>
              <a:gd name="T27" fmla="*/ 700 h 701"/>
              <a:gd name="T28" fmla="*/ 407 w 1051"/>
              <a:gd name="T29" fmla="*/ 70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1" h="701">
                <a:moveTo>
                  <a:pt x="175" y="408"/>
                </a:moveTo>
                <a:lnTo>
                  <a:pt x="175" y="293"/>
                </a:lnTo>
                <a:lnTo>
                  <a:pt x="875" y="293"/>
                </a:lnTo>
                <a:lnTo>
                  <a:pt x="875" y="408"/>
                </a:lnTo>
                <a:lnTo>
                  <a:pt x="175" y="408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407" y="700"/>
                </a:moveTo>
                <a:lnTo>
                  <a:pt x="407" y="583"/>
                </a:lnTo>
                <a:lnTo>
                  <a:pt x="643" y="583"/>
                </a:lnTo>
                <a:lnTo>
                  <a:pt x="643" y="700"/>
                </a:lnTo>
                <a:lnTo>
                  <a:pt x="407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83074" y="4061619"/>
            <a:ext cx="419100" cy="461963"/>
          </a:xfrm>
          <a:custGeom>
            <a:avLst/>
            <a:gdLst>
              <a:gd name="T0" fmla="*/ 932 w 1166"/>
              <a:gd name="T1" fmla="*/ 468 h 1283"/>
              <a:gd name="T2" fmla="*/ 932 w 1166"/>
              <a:gd name="T3" fmla="*/ 1050 h 1283"/>
              <a:gd name="T4" fmla="*/ 232 w 1166"/>
              <a:gd name="T5" fmla="*/ 1050 h 1283"/>
              <a:gd name="T6" fmla="*/ 232 w 1166"/>
              <a:gd name="T7" fmla="*/ 468 h 1283"/>
              <a:gd name="T8" fmla="*/ 932 w 1166"/>
              <a:gd name="T9" fmla="*/ 468 h 1283"/>
              <a:gd name="T10" fmla="*/ 1050 w 1166"/>
              <a:gd name="T11" fmla="*/ 1167 h 1283"/>
              <a:gd name="T12" fmla="*/ 1050 w 1166"/>
              <a:gd name="T13" fmla="*/ 350 h 1283"/>
              <a:gd name="T14" fmla="*/ 787 w 1166"/>
              <a:gd name="T15" fmla="*/ 350 h 1283"/>
              <a:gd name="T16" fmla="*/ 585 w 1166"/>
              <a:gd name="T17" fmla="*/ 145 h 1283"/>
              <a:gd name="T18" fmla="*/ 380 w 1166"/>
              <a:gd name="T19" fmla="*/ 350 h 1283"/>
              <a:gd name="T20" fmla="*/ 115 w 1166"/>
              <a:gd name="T21" fmla="*/ 350 h 1283"/>
              <a:gd name="T22" fmla="*/ 115 w 1166"/>
              <a:gd name="T23" fmla="*/ 1167 h 1283"/>
              <a:gd name="T24" fmla="*/ 1050 w 1166"/>
              <a:gd name="T25" fmla="*/ 1167 h 1283"/>
              <a:gd name="T26" fmla="*/ 1165 w 1166"/>
              <a:gd name="T27" fmla="*/ 350 h 1283"/>
              <a:gd name="T28" fmla="*/ 1165 w 1166"/>
              <a:gd name="T29" fmla="*/ 1167 h 1283"/>
              <a:gd name="T30" fmla="*/ 1050 w 1166"/>
              <a:gd name="T31" fmla="*/ 1282 h 1283"/>
              <a:gd name="T32" fmla="*/ 115 w 1166"/>
              <a:gd name="T33" fmla="*/ 1282 h 1283"/>
              <a:gd name="T34" fmla="*/ 0 w 1166"/>
              <a:gd name="T35" fmla="*/ 1167 h 1283"/>
              <a:gd name="T36" fmla="*/ 0 w 1166"/>
              <a:gd name="T37" fmla="*/ 350 h 1283"/>
              <a:gd name="T38" fmla="*/ 115 w 1166"/>
              <a:gd name="T39" fmla="*/ 232 h 1283"/>
              <a:gd name="T40" fmla="*/ 350 w 1166"/>
              <a:gd name="T41" fmla="*/ 232 h 1283"/>
              <a:gd name="T42" fmla="*/ 582 w 1166"/>
              <a:gd name="T43" fmla="*/ 0 h 1283"/>
              <a:gd name="T44" fmla="*/ 815 w 1166"/>
              <a:gd name="T45" fmla="*/ 232 h 1283"/>
              <a:gd name="T46" fmla="*/ 1050 w 1166"/>
              <a:gd name="T47" fmla="*/ 232 h 1283"/>
              <a:gd name="T48" fmla="*/ 1165 w 1166"/>
              <a:gd name="T49" fmla="*/ 350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66" h="1283">
                <a:moveTo>
                  <a:pt x="932" y="468"/>
                </a:moveTo>
                <a:lnTo>
                  <a:pt x="932" y="1050"/>
                </a:lnTo>
                <a:lnTo>
                  <a:pt x="232" y="1050"/>
                </a:lnTo>
                <a:lnTo>
                  <a:pt x="232" y="468"/>
                </a:lnTo>
                <a:lnTo>
                  <a:pt x="932" y="468"/>
                </a:lnTo>
                <a:close/>
                <a:moveTo>
                  <a:pt x="1050" y="1167"/>
                </a:moveTo>
                <a:lnTo>
                  <a:pt x="1050" y="350"/>
                </a:lnTo>
                <a:lnTo>
                  <a:pt x="787" y="350"/>
                </a:lnTo>
                <a:lnTo>
                  <a:pt x="585" y="145"/>
                </a:lnTo>
                <a:lnTo>
                  <a:pt x="380" y="350"/>
                </a:lnTo>
                <a:lnTo>
                  <a:pt x="115" y="350"/>
                </a:lnTo>
                <a:lnTo>
                  <a:pt x="115" y="1167"/>
                </a:lnTo>
                <a:lnTo>
                  <a:pt x="1050" y="1167"/>
                </a:lnTo>
                <a:close/>
                <a:moveTo>
                  <a:pt x="1165" y="350"/>
                </a:moveTo>
                <a:lnTo>
                  <a:pt x="1165" y="1167"/>
                </a:lnTo>
                <a:cubicBezTo>
                  <a:pt x="1165" y="1230"/>
                  <a:pt x="1113" y="1282"/>
                  <a:pt x="1050" y="1282"/>
                </a:cubicBezTo>
                <a:lnTo>
                  <a:pt x="115" y="1282"/>
                </a:lnTo>
                <a:cubicBezTo>
                  <a:pt x="52" y="1282"/>
                  <a:pt x="0" y="1230"/>
                  <a:pt x="0" y="1167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50" y="232"/>
                </a:lnTo>
                <a:lnTo>
                  <a:pt x="582" y="0"/>
                </a:lnTo>
                <a:lnTo>
                  <a:pt x="815" y="232"/>
                </a:lnTo>
                <a:lnTo>
                  <a:pt x="1050" y="232"/>
                </a:lnTo>
                <a:cubicBezTo>
                  <a:pt x="1113" y="232"/>
                  <a:pt x="1165" y="287"/>
                  <a:pt x="1165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08601" y="4125119"/>
            <a:ext cx="504825" cy="336550"/>
          </a:xfrm>
          <a:custGeom>
            <a:avLst/>
            <a:gdLst>
              <a:gd name="T0" fmla="*/ 1108 w 1401"/>
              <a:gd name="T1" fmla="*/ 817 h 936"/>
              <a:gd name="T2" fmla="*/ 1283 w 1401"/>
              <a:gd name="T3" fmla="*/ 642 h 936"/>
              <a:gd name="T4" fmla="*/ 1108 w 1401"/>
              <a:gd name="T5" fmla="*/ 467 h 936"/>
              <a:gd name="T6" fmla="*/ 1020 w 1401"/>
              <a:gd name="T7" fmla="*/ 467 h 936"/>
              <a:gd name="T8" fmla="*/ 1020 w 1401"/>
              <a:gd name="T9" fmla="*/ 437 h 936"/>
              <a:gd name="T10" fmla="*/ 700 w 1401"/>
              <a:gd name="T11" fmla="*/ 117 h 936"/>
              <a:gd name="T12" fmla="*/ 443 w 1401"/>
              <a:gd name="T13" fmla="*/ 246 h 936"/>
              <a:gd name="T14" fmla="*/ 700 w 1401"/>
              <a:gd name="T15" fmla="*/ 585 h 936"/>
              <a:gd name="T16" fmla="*/ 583 w 1401"/>
              <a:gd name="T17" fmla="*/ 585 h 936"/>
              <a:gd name="T18" fmla="*/ 350 w 1401"/>
              <a:gd name="T19" fmla="*/ 350 h 936"/>
              <a:gd name="T20" fmla="*/ 118 w 1401"/>
              <a:gd name="T21" fmla="*/ 585 h 936"/>
              <a:gd name="T22" fmla="*/ 350 w 1401"/>
              <a:gd name="T23" fmla="*/ 817 h 936"/>
              <a:gd name="T24" fmla="*/ 1108 w 1401"/>
              <a:gd name="T25" fmla="*/ 817 h 936"/>
              <a:gd name="T26" fmla="*/ 1130 w 1401"/>
              <a:gd name="T27" fmla="*/ 352 h 936"/>
              <a:gd name="T28" fmla="*/ 1400 w 1401"/>
              <a:gd name="T29" fmla="*/ 642 h 936"/>
              <a:gd name="T30" fmla="*/ 1108 w 1401"/>
              <a:gd name="T31" fmla="*/ 935 h 936"/>
              <a:gd name="T32" fmla="*/ 350 w 1401"/>
              <a:gd name="T33" fmla="*/ 935 h 936"/>
              <a:gd name="T34" fmla="*/ 0 w 1401"/>
              <a:gd name="T35" fmla="*/ 585 h 936"/>
              <a:gd name="T36" fmla="*/ 312 w 1401"/>
              <a:gd name="T37" fmla="*/ 238 h 936"/>
              <a:gd name="T38" fmla="*/ 700 w 1401"/>
              <a:gd name="T39" fmla="*/ 0 h 936"/>
              <a:gd name="T40" fmla="*/ 1130 w 1401"/>
              <a:gd name="T41" fmla="*/ 352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01" h="936">
                <a:moveTo>
                  <a:pt x="1108" y="817"/>
                </a:moveTo>
                <a:cubicBezTo>
                  <a:pt x="1204" y="817"/>
                  <a:pt x="1283" y="738"/>
                  <a:pt x="1283" y="642"/>
                </a:cubicBezTo>
                <a:cubicBezTo>
                  <a:pt x="1283" y="546"/>
                  <a:pt x="1203" y="467"/>
                  <a:pt x="1108" y="467"/>
                </a:cubicBezTo>
                <a:lnTo>
                  <a:pt x="1020" y="467"/>
                </a:lnTo>
                <a:lnTo>
                  <a:pt x="1020" y="437"/>
                </a:lnTo>
                <a:cubicBezTo>
                  <a:pt x="1020" y="259"/>
                  <a:pt x="878" y="117"/>
                  <a:pt x="700" y="117"/>
                </a:cubicBezTo>
                <a:cubicBezTo>
                  <a:pt x="596" y="117"/>
                  <a:pt x="504" y="166"/>
                  <a:pt x="443" y="246"/>
                </a:cubicBezTo>
                <a:cubicBezTo>
                  <a:pt x="591" y="287"/>
                  <a:pt x="700" y="423"/>
                  <a:pt x="700" y="585"/>
                </a:cubicBezTo>
                <a:lnTo>
                  <a:pt x="583" y="585"/>
                </a:lnTo>
                <a:cubicBezTo>
                  <a:pt x="583" y="456"/>
                  <a:pt x="478" y="350"/>
                  <a:pt x="350" y="350"/>
                </a:cubicBezTo>
                <a:cubicBezTo>
                  <a:pt x="221" y="350"/>
                  <a:pt x="118" y="456"/>
                  <a:pt x="118" y="585"/>
                </a:cubicBezTo>
                <a:cubicBezTo>
                  <a:pt x="118" y="713"/>
                  <a:pt x="222" y="817"/>
                  <a:pt x="350" y="817"/>
                </a:cubicBezTo>
                <a:lnTo>
                  <a:pt x="1108" y="817"/>
                </a:lnTo>
                <a:close/>
                <a:moveTo>
                  <a:pt x="1130" y="352"/>
                </a:moveTo>
                <a:cubicBezTo>
                  <a:pt x="1280" y="363"/>
                  <a:pt x="1400" y="489"/>
                  <a:pt x="1400" y="642"/>
                </a:cubicBezTo>
                <a:cubicBezTo>
                  <a:pt x="1400" y="803"/>
                  <a:pt x="1269" y="935"/>
                  <a:pt x="1108" y="935"/>
                </a:cubicBezTo>
                <a:lnTo>
                  <a:pt x="350" y="935"/>
                </a:lnTo>
                <a:cubicBezTo>
                  <a:pt x="156" y="935"/>
                  <a:pt x="0" y="779"/>
                  <a:pt x="0" y="585"/>
                </a:cubicBezTo>
                <a:cubicBezTo>
                  <a:pt x="0" y="404"/>
                  <a:pt x="137" y="257"/>
                  <a:pt x="312" y="238"/>
                </a:cubicBezTo>
                <a:cubicBezTo>
                  <a:pt x="386" y="98"/>
                  <a:pt x="531" y="0"/>
                  <a:pt x="700" y="0"/>
                </a:cubicBezTo>
                <a:cubicBezTo>
                  <a:pt x="914" y="0"/>
                  <a:pt x="1089" y="150"/>
                  <a:pt x="1130" y="35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40489" y="4102895"/>
            <a:ext cx="377825" cy="377825"/>
          </a:xfrm>
          <a:custGeom>
            <a:avLst/>
            <a:gdLst>
              <a:gd name="T0" fmla="*/ 525 w 1051"/>
              <a:gd name="T1" fmla="*/ 350 h 1051"/>
              <a:gd name="T2" fmla="*/ 700 w 1051"/>
              <a:gd name="T3" fmla="*/ 525 h 1051"/>
              <a:gd name="T4" fmla="*/ 525 w 1051"/>
              <a:gd name="T5" fmla="*/ 700 h 1051"/>
              <a:gd name="T6" fmla="*/ 350 w 1051"/>
              <a:gd name="T7" fmla="*/ 525 h 1051"/>
              <a:gd name="T8" fmla="*/ 525 w 1051"/>
              <a:gd name="T9" fmla="*/ 350 h 1051"/>
              <a:gd name="T10" fmla="*/ 932 w 1051"/>
              <a:gd name="T11" fmla="*/ 933 h 1051"/>
              <a:gd name="T12" fmla="*/ 932 w 1051"/>
              <a:gd name="T13" fmla="*/ 700 h 1051"/>
              <a:gd name="T14" fmla="*/ 1050 w 1051"/>
              <a:gd name="T15" fmla="*/ 700 h 1051"/>
              <a:gd name="T16" fmla="*/ 1050 w 1051"/>
              <a:gd name="T17" fmla="*/ 933 h 1051"/>
              <a:gd name="T18" fmla="*/ 932 w 1051"/>
              <a:gd name="T19" fmla="*/ 1050 h 1051"/>
              <a:gd name="T20" fmla="*/ 700 w 1051"/>
              <a:gd name="T21" fmla="*/ 1050 h 1051"/>
              <a:gd name="T22" fmla="*/ 700 w 1051"/>
              <a:gd name="T23" fmla="*/ 933 h 1051"/>
              <a:gd name="T24" fmla="*/ 932 w 1051"/>
              <a:gd name="T25" fmla="*/ 933 h 1051"/>
              <a:gd name="T26" fmla="*/ 932 w 1051"/>
              <a:gd name="T27" fmla="*/ 0 h 1051"/>
              <a:gd name="T28" fmla="*/ 1050 w 1051"/>
              <a:gd name="T29" fmla="*/ 118 h 1051"/>
              <a:gd name="T30" fmla="*/ 1050 w 1051"/>
              <a:gd name="T31" fmla="*/ 350 h 1051"/>
              <a:gd name="T32" fmla="*/ 932 w 1051"/>
              <a:gd name="T33" fmla="*/ 350 h 1051"/>
              <a:gd name="T34" fmla="*/ 932 w 1051"/>
              <a:gd name="T35" fmla="*/ 118 h 1051"/>
              <a:gd name="T36" fmla="*/ 700 w 1051"/>
              <a:gd name="T37" fmla="*/ 118 h 1051"/>
              <a:gd name="T38" fmla="*/ 700 w 1051"/>
              <a:gd name="T39" fmla="*/ 0 h 1051"/>
              <a:gd name="T40" fmla="*/ 932 w 1051"/>
              <a:gd name="T41" fmla="*/ 0 h 1051"/>
              <a:gd name="T42" fmla="*/ 117 w 1051"/>
              <a:gd name="T43" fmla="*/ 118 h 1051"/>
              <a:gd name="T44" fmla="*/ 117 w 1051"/>
              <a:gd name="T45" fmla="*/ 350 h 1051"/>
              <a:gd name="T46" fmla="*/ 0 w 1051"/>
              <a:gd name="T47" fmla="*/ 350 h 1051"/>
              <a:gd name="T48" fmla="*/ 0 w 1051"/>
              <a:gd name="T49" fmla="*/ 118 h 1051"/>
              <a:gd name="T50" fmla="*/ 117 w 1051"/>
              <a:gd name="T51" fmla="*/ 0 h 1051"/>
              <a:gd name="T52" fmla="*/ 350 w 1051"/>
              <a:gd name="T53" fmla="*/ 0 h 1051"/>
              <a:gd name="T54" fmla="*/ 350 w 1051"/>
              <a:gd name="T55" fmla="*/ 118 h 1051"/>
              <a:gd name="T56" fmla="*/ 117 w 1051"/>
              <a:gd name="T57" fmla="*/ 118 h 1051"/>
              <a:gd name="T58" fmla="*/ 117 w 1051"/>
              <a:gd name="T59" fmla="*/ 700 h 1051"/>
              <a:gd name="T60" fmla="*/ 117 w 1051"/>
              <a:gd name="T61" fmla="*/ 933 h 1051"/>
              <a:gd name="T62" fmla="*/ 350 w 1051"/>
              <a:gd name="T63" fmla="*/ 933 h 1051"/>
              <a:gd name="T64" fmla="*/ 350 w 1051"/>
              <a:gd name="T65" fmla="*/ 1050 h 1051"/>
              <a:gd name="T66" fmla="*/ 117 w 1051"/>
              <a:gd name="T67" fmla="*/ 1050 h 1051"/>
              <a:gd name="T68" fmla="*/ 0 w 1051"/>
              <a:gd name="T69" fmla="*/ 933 h 1051"/>
              <a:gd name="T70" fmla="*/ 0 w 1051"/>
              <a:gd name="T71" fmla="*/ 700 h 1051"/>
              <a:gd name="T72" fmla="*/ 117 w 1051"/>
              <a:gd name="T73" fmla="*/ 70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51" h="1051">
                <a:moveTo>
                  <a:pt x="525" y="350"/>
                </a:moveTo>
                <a:cubicBezTo>
                  <a:pt x="620" y="350"/>
                  <a:pt x="700" y="430"/>
                  <a:pt x="700" y="525"/>
                </a:cubicBezTo>
                <a:cubicBezTo>
                  <a:pt x="700" y="621"/>
                  <a:pt x="621" y="700"/>
                  <a:pt x="525" y="700"/>
                </a:cubicBezTo>
                <a:cubicBezTo>
                  <a:pt x="430" y="700"/>
                  <a:pt x="350" y="621"/>
                  <a:pt x="350" y="525"/>
                </a:cubicBezTo>
                <a:cubicBezTo>
                  <a:pt x="350" y="430"/>
                  <a:pt x="429" y="350"/>
                  <a:pt x="525" y="350"/>
                </a:cubicBezTo>
                <a:close/>
                <a:moveTo>
                  <a:pt x="932" y="933"/>
                </a:moveTo>
                <a:lnTo>
                  <a:pt x="932" y="700"/>
                </a:lnTo>
                <a:lnTo>
                  <a:pt x="1050" y="700"/>
                </a:lnTo>
                <a:lnTo>
                  <a:pt x="1050" y="933"/>
                </a:lnTo>
                <a:cubicBezTo>
                  <a:pt x="1050" y="995"/>
                  <a:pt x="995" y="1050"/>
                  <a:pt x="932" y="1050"/>
                </a:cubicBezTo>
                <a:lnTo>
                  <a:pt x="700" y="1050"/>
                </a:lnTo>
                <a:lnTo>
                  <a:pt x="700" y="933"/>
                </a:lnTo>
                <a:lnTo>
                  <a:pt x="932" y="933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350"/>
                </a:lnTo>
                <a:lnTo>
                  <a:pt x="932" y="350"/>
                </a:lnTo>
                <a:lnTo>
                  <a:pt x="932" y="118"/>
                </a:lnTo>
                <a:lnTo>
                  <a:pt x="700" y="118"/>
                </a:lnTo>
                <a:lnTo>
                  <a:pt x="700" y="0"/>
                </a:lnTo>
                <a:lnTo>
                  <a:pt x="932" y="0"/>
                </a:lnTo>
                <a:close/>
                <a:moveTo>
                  <a:pt x="117" y="118"/>
                </a:moveTo>
                <a:lnTo>
                  <a:pt x="117" y="350"/>
                </a:lnTo>
                <a:lnTo>
                  <a:pt x="0" y="350"/>
                </a:ln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350" y="0"/>
                </a:lnTo>
                <a:lnTo>
                  <a:pt x="350" y="118"/>
                </a:lnTo>
                <a:lnTo>
                  <a:pt x="117" y="118"/>
                </a:lnTo>
                <a:close/>
                <a:moveTo>
                  <a:pt x="117" y="700"/>
                </a:moveTo>
                <a:lnTo>
                  <a:pt x="117" y="933"/>
                </a:lnTo>
                <a:lnTo>
                  <a:pt x="350" y="933"/>
                </a:lnTo>
                <a:lnTo>
                  <a:pt x="350" y="1050"/>
                </a:lnTo>
                <a:lnTo>
                  <a:pt x="117" y="1050"/>
                </a:lnTo>
                <a:cubicBezTo>
                  <a:pt x="54" y="1050"/>
                  <a:pt x="0" y="995"/>
                  <a:pt x="0" y="933"/>
                </a:cubicBezTo>
                <a:lnTo>
                  <a:pt x="0" y="700"/>
                </a:lnTo>
                <a:lnTo>
                  <a:pt x="117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08876" y="4102895"/>
            <a:ext cx="377825" cy="377825"/>
          </a:xfrm>
          <a:custGeom>
            <a:avLst/>
            <a:gdLst>
              <a:gd name="T0" fmla="*/ 932 w 1051"/>
              <a:gd name="T1" fmla="*/ 933 h 1051"/>
              <a:gd name="T2" fmla="*/ 932 w 1051"/>
              <a:gd name="T3" fmla="*/ 118 h 1051"/>
              <a:gd name="T4" fmla="*/ 525 w 1051"/>
              <a:gd name="T5" fmla="*/ 118 h 1051"/>
              <a:gd name="T6" fmla="*/ 525 w 1051"/>
              <a:gd name="T7" fmla="*/ 468 h 1051"/>
              <a:gd name="T8" fmla="*/ 932 w 1051"/>
              <a:gd name="T9" fmla="*/ 933 h 1051"/>
              <a:gd name="T10" fmla="*/ 932 w 1051"/>
              <a:gd name="T11" fmla="*/ 0 h 1051"/>
              <a:gd name="T12" fmla="*/ 1050 w 1051"/>
              <a:gd name="T13" fmla="*/ 118 h 1051"/>
              <a:gd name="T14" fmla="*/ 1050 w 1051"/>
              <a:gd name="T15" fmla="*/ 933 h 1051"/>
              <a:gd name="T16" fmla="*/ 932 w 1051"/>
              <a:gd name="T17" fmla="*/ 1050 h 1051"/>
              <a:gd name="T18" fmla="*/ 117 w 1051"/>
              <a:gd name="T19" fmla="*/ 1050 h 1051"/>
              <a:gd name="T20" fmla="*/ 0 w 1051"/>
              <a:gd name="T21" fmla="*/ 933 h 1051"/>
              <a:gd name="T22" fmla="*/ 0 w 1051"/>
              <a:gd name="T23" fmla="*/ 118 h 1051"/>
              <a:gd name="T24" fmla="*/ 117 w 1051"/>
              <a:gd name="T25" fmla="*/ 0 h 1051"/>
              <a:gd name="T26" fmla="*/ 932 w 1051"/>
              <a:gd name="T27" fmla="*/ 0 h 1051"/>
              <a:gd name="T28" fmla="*/ 525 w 1051"/>
              <a:gd name="T29" fmla="*/ 468 h 1051"/>
              <a:gd name="T30" fmla="*/ 117 w 1051"/>
              <a:gd name="T31" fmla="*/ 933 h 1051"/>
              <a:gd name="T32" fmla="*/ 525 w 1051"/>
              <a:gd name="T33" fmla="*/ 933 h 1051"/>
              <a:gd name="T34" fmla="*/ 525 w 1051"/>
              <a:gd name="T35" fmla="*/ 46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51" h="1051">
                <a:moveTo>
                  <a:pt x="932" y="933"/>
                </a:moveTo>
                <a:lnTo>
                  <a:pt x="932" y="118"/>
                </a:lnTo>
                <a:lnTo>
                  <a:pt x="525" y="118"/>
                </a:lnTo>
                <a:lnTo>
                  <a:pt x="525" y="468"/>
                </a:lnTo>
                <a:lnTo>
                  <a:pt x="932" y="933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3"/>
                </a:lnTo>
                <a:cubicBezTo>
                  <a:pt x="1050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5" y="1050"/>
                  <a:pt x="0" y="995"/>
                  <a:pt x="0" y="933"/>
                </a:cubicBezTo>
                <a:lnTo>
                  <a:pt x="0" y="118"/>
                </a:lnTo>
                <a:cubicBezTo>
                  <a:pt x="0" y="55"/>
                  <a:pt x="55" y="0"/>
                  <a:pt x="117" y="0"/>
                </a:cubicBezTo>
                <a:lnTo>
                  <a:pt x="932" y="0"/>
                </a:lnTo>
                <a:close/>
                <a:moveTo>
                  <a:pt x="525" y="468"/>
                </a:moveTo>
                <a:lnTo>
                  <a:pt x="117" y="933"/>
                </a:lnTo>
                <a:lnTo>
                  <a:pt x="525" y="933"/>
                </a:lnTo>
                <a:lnTo>
                  <a:pt x="525" y="46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35987" y="4061619"/>
            <a:ext cx="463550" cy="463550"/>
          </a:xfrm>
          <a:custGeom>
            <a:avLst/>
            <a:gdLst>
              <a:gd name="T0" fmla="*/ 818 w 1287"/>
              <a:gd name="T1" fmla="*/ 467 h 1286"/>
              <a:gd name="T2" fmla="*/ 818 w 1287"/>
              <a:gd name="T3" fmla="*/ 350 h 1286"/>
              <a:gd name="T4" fmla="*/ 700 w 1287"/>
              <a:gd name="T5" fmla="*/ 350 h 1286"/>
              <a:gd name="T6" fmla="*/ 700 w 1287"/>
              <a:gd name="T7" fmla="*/ 467 h 1286"/>
              <a:gd name="T8" fmla="*/ 818 w 1287"/>
              <a:gd name="T9" fmla="*/ 467 h 1286"/>
              <a:gd name="T10" fmla="*/ 818 w 1287"/>
              <a:gd name="T11" fmla="*/ 235 h 1286"/>
              <a:gd name="T12" fmla="*/ 936 w 1287"/>
              <a:gd name="T13" fmla="*/ 350 h 1286"/>
              <a:gd name="T14" fmla="*/ 936 w 1287"/>
              <a:gd name="T15" fmla="*/ 700 h 1286"/>
              <a:gd name="T16" fmla="*/ 818 w 1287"/>
              <a:gd name="T17" fmla="*/ 817 h 1286"/>
              <a:gd name="T18" fmla="*/ 586 w 1287"/>
              <a:gd name="T19" fmla="*/ 817 h 1286"/>
              <a:gd name="T20" fmla="*/ 586 w 1287"/>
              <a:gd name="T21" fmla="*/ 700 h 1286"/>
              <a:gd name="T22" fmla="*/ 818 w 1287"/>
              <a:gd name="T23" fmla="*/ 700 h 1286"/>
              <a:gd name="T24" fmla="*/ 818 w 1287"/>
              <a:gd name="T25" fmla="*/ 585 h 1286"/>
              <a:gd name="T26" fmla="*/ 700 w 1287"/>
              <a:gd name="T27" fmla="*/ 585 h 1286"/>
              <a:gd name="T28" fmla="*/ 586 w 1287"/>
              <a:gd name="T29" fmla="*/ 467 h 1286"/>
              <a:gd name="T30" fmla="*/ 586 w 1287"/>
              <a:gd name="T31" fmla="*/ 350 h 1286"/>
              <a:gd name="T32" fmla="*/ 700 w 1287"/>
              <a:gd name="T33" fmla="*/ 235 h 1286"/>
              <a:gd name="T34" fmla="*/ 818 w 1287"/>
              <a:gd name="T35" fmla="*/ 235 h 1286"/>
              <a:gd name="T36" fmla="*/ 1168 w 1287"/>
              <a:gd name="T37" fmla="*/ 935 h 1286"/>
              <a:gd name="T38" fmla="*/ 1168 w 1287"/>
              <a:gd name="T39" fmla="*/ 117 h 1286"/>
              <a:gd name="T40" fmla="*/ 350 w 1287"/>
              <a:gd name="T41" fmla="*/ 117 h 1286"/>
              <a:gd name="T42" fmla="*/ 350 w 1287"/>
              <a:gd name="T43" fmla="*/ 935 h 1286"/>
              <a:gd name="T44" fmla="*/ 1168 w 1287"/>
              <a:gd name="T45" fmla="*/ 935 h 1286"/>
              <a:gd name="T46" fmla="*/ 1168 w 1287"/>
              <a:gd name="T47" fmla="*/ 0 h 1286"/>
              <a:gd name="T48" fmla="*/ 1286 w 1287"/>
              <a:gd name="T49" fmla="*/ 117 h 1286"/>
              <a:gd name="T50" fmla="*/ 1286 w 1287"/>
              <a:gd name="T51" fmla="*/ 935 h 1286"/>
              <a:gd name="T52" fmla="*/ 1168 w 1287"/>
              <a:gd name="T53" fmla="*/ 1050 h 1286"/>
              <a:gd name="T54" fmla="*/ 350 w 1287"/>
              <a:gd name="T55" fmla="*/ 1050 h 1286"/>
              <a:gd name="T56" fmla="*/ 236 w 1287"/>
              <a:gd name="T57" fmla="*/ 935 h 1286"/>
              <a:gd name="T58" fmla="*/ 236 w 1287"/>
              <a:gd name="T59" fmla="*/ 117 h 1286"/>
              <a:gd name="T60" fmla="*/ 350 w 1287"/>
              <a:gd name="T61" fmla="*/ 0 h 1286"/>
              <a:gd name="T62" fmla="*/ 1168 w 1287"/>
              <a:gd name="T63" fmla="*/ 0 h 1286"/>
              <a:gd name="T64" fmla="*/ 118 w 1287"/>
              <a:gd name="T65" fmla="*/ 235 h 1286"/>
              <a:gd name="T66" fmla="*/ 118 w 1287"/>
              <a:gd name="T67" fmla="*/ 1167 h 1286"/>
              <a:gd name="T68" fmla="*/ 1050 w 1287"/>
              <a:gd name="T69" fmla="*/ 1167 h 1286"/>
              <a:gd name="T70" fmla="*/ 1050 w 1287"/>
              <a:gd name="T71" fmla="*/ 1285 h 1286"/>
              <a:gd name="T72" fmla="*/ 118 w 1287"/>
              <a:gd name="T73" fmla="*/ 1285 h 1286"/>
              <a:gd name="T74" fmla="*/ 0 w 1287"/>
              <a:gd name="T75" fmla="*/ 1167 h 1286"/>
              <a:gd name="T76" fmla="*/ 0 w 1287"/>
              <a:gd name="T77" fmla="*/ 235 h 1286"/>
              <a:gd name="T78" fmla="*/ 118 w 1287"/>
              <a:gd name="T79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7" h="1286">
                <a:moveTo>
                  <a:pt x="818" y="467"/>
                </a:moveTo>
                <a:lnTo>
                  <a:pt x="818" y="350"/>
                </a:lnTo>
                <a:lnTo>
                  <a:pt x="700" y="350"/>
                </a:lnTo>
                <a:lnTo>
                  <a:pt x="700" y="467"/>
                </a:lnTo>
                <a:lnTo>
                  <a:pt x="818" y="467"/>
                </a:lnTo>
                <a:close/>
                <a:moveTo>
                  <a:pt x="818" y="235"/>
                </a:moveTo>
                <a:cubicBezTo>
                  <a:pt x="881" y="235"/>
                  <a:pt x="936" y="284"/>
                  <a:pt x="936" y="350"/>
                </a:cubicBezTo>
                <a:lnTo>
                  <a:pt x="936" y="700"/>
                </a:lnTo>
                <a:cubicBezTo>
                  <a:pt x="936" y="765"/>
                  <a:pt x="881" y="817"/>
                  <a:pt x="818" y="817"/>
                </a:cubicBezTo>
                <a:lnTo>
                  <a:pt x="586" y="817"/>
                </a:lnTo>
                <a:lnTo>
                  <a:pt x="586" y="700"/>
                </a:lnTo>
                <a:lnTo>
                  <a:pt x="818" y="700"/>
                </a:lnTo>
                <a:lnTo>
                  <a:pt x="818" y="585"/>
                </a:lnTo>
                <a:lnTo>
                  <a:pt x="700" y="585"/>
                </a:lnTo>
                <a:cubicBezTo>
                  <a:pt x="638" y="585"/>
                  <a:pt x="586" y="533"/>
                  <a:pt x="586" y="467"/>
                </a:cubicBezTo>
                <a:lnTo>
                  <a:pt x="586" y="350"/>
                </a:lnTo>
                <a:cubicBezTo>
                  <a:pt x="586" y="284"/>
                  <a:pt x="638" y="235"/>
                  <a:pt x="700" y="235"/>
                </a:cubicBezTo>
                <a:lnTo>
                  <a:pt x="818" y="235"/>
                </a:lnTo>
                <a:close/>
                <a:moveTo>
                  <a:pt x="1168" y="935"/>
                </a:moveTo>
                <a:lnTo>
                  <a:pt x="1168" y="117"/>
                </a:lnTo>
                <a:lnTo>
                  <a:pt x="350" y="117"/>
                </a:lnTo>
                <a:lnTo>
                  <a:pt x="350" y="935"/>
                </a:lnTo>
                <a:lnTo>
                  <a:pt x="1168" y="935"/>
                </a:lnTo>
                <a:close/>
                <a:moveTo>
                  <a:pt x="1168" y="0"/>
                </a:moveTo>
                <a:cubicBezTo>
                  <a:pt x="1231" y="0"/>
                  <a:pt x="1286" y="54"/>
                  <a:pt x="1286" y="117"/>
                </a:cubicBezTo>
                <a:lnTo>
                  <a:pt x="1286" y="935"/>
                </a:lnTo>
                <a:cubicBezTo>
                  <a:pt x="1286" y="998"/>
                  <a:pt x="1231" y="1050"/>
                  <a:pt x="1168" y="1050"/>
                </a:cubicBezTo>
                <a:lnTo>
                  <a:pt x="350" y="1050"/>
                </a:lnTo>
                <a:cubicBezTo>
                  <a:pt x="288" y="1050"/>
                  <a:pt x="236" y="998"/>
                  <a:pt x="236" y="935"/>
                </a:cubicBezTo>
                <a:lnTo>
                  <a:pt x="236" y="117"/>
                </a:lnTo>
                <a:cubicBezTo>
                  <a:pt x="236" y="54"/>
                  <a:pt x="288" y="0"/>
                  <a:pt x="350" y="0"/>
                </a:cubicBezTo>
                <a:lnTo>
                  <a:pt x="1168" y="0"/>
                </a:lnTo>
                <a:close/>
                <a:moveTo>
                  <a:pt x="118" y="235"/>
                </a:moveTo>
                <a:lnTo>
                  <a:pt x="118" y="1167"/>
                </a:lnTo>
                <a:lnTo>
                  <a:pt x="1050" y="1167"/>
                </a:lnTo>
                <a:lnTo>
                  <a:pt x="1050" y="1285"/>
                </a:lnTo>
                <a:lnTo>
                  <a:pt x="118" y="1285"/>
                </a:lnTo>
                <a:cubicBezTo>
                  <a:pt x="55" y="1285"/>
                  <a:pt x="0" y="1230"/>
                  <a:pt x="0" y="1167"/>
                </a:cubicBezTo>
                <a:lnTo>
                  <a:pt x="0" y="235"/>
                </a:lnTo>
                <a:lnTo>
                  <a:pt x="11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04374" y="4061619"/>
            <a:ext cx="463550" cy="463550"/>
          </a:xfrm>
          <a:custGeom>
            <a:avLst/>
            <a:gdLst>
              <a:gd name="T0" fmla="*/ 1167 w 1286"/>
              <a:gd name="T1" fmla="*/ 467 h 1286"/>
              <a:gd name="T2" fmla="*/ 1167 w 1286"/>
              <a:gd name="T3" fmla="*/ 117 h 1286"/>
              <a:gd name="T4" fmla="*/ 350 w 1286"/>
              <a:gd name="T5" fmla="*/ 117 h 1286"/>
              <a:gd name="T6" fmla="*/ 350 w 1286"/>
              <a:gd name="T7" fmla="*/ 935 h 1286"/>
              <a:gd name="T8" fmla="*/ 1167 w 1286"/>
              <a:gd name="T9" fmla="*/ 935 h 1286"/>
              <a:gd name="T10" fmla="*/ 1167 w 1286"/>
              <a:gd name="T11" fmla="*/ 585 h 1286"/>
              <a:gd name="T12" fmla="*/ 1050 w 1286"/>
              <a:gd name="T13" fmla="*/ 585 h 1286"/>
              <a:gd name="T14" fmla="*/ 1050 w 1286"/>
              <a:gd name="T15" fmla="*/ 700 h 1286"/>
              <a:gd name="T16" fmla="*/ 935 w 1286"/>
              <a:gd name="T17" fmla="*/ 700 h 1286"/>
              <a:gd name="T18" fmla="*/ 935 w 1286"/>
              <a:gd name="T19" fmla="*/ 585 h 1286"/>
              <a:gd name="T20" fmla="*/ 817 w 1286"/>
              <a:gd name="T21" fmla="*/ 585 h 1286"/>
              <a:gd name="T22" fmla="*/ 817 w 1286"/>
              <a:gd name="T23" fmla="*/ 467 h 1286"/>
              <a:gd name="T24" fmla="*/ 935 w 1286"/>
              <a:gd name="T25" fmla="*/ 467 h 1286"/>
              <a:gd name="T26" fmla="*/ 935 w 1286"/>
              <a:gd name="T27" fmla="*/ 350 h 1286"/>
              <a:gd name="T28" fmla="*/ 1050 w 1286"/>
              <a:gd name="T29" fmla="*/ 350 h 1286"/>
              <a:gd name="T30" fmla="*/ 1050 w 1286"/>
              <a:gd name="T31" fmla="*/ 467 h 1286"/>
              <a:gd name="T32" fmla="*/ 1167 w 1286"/>
              <a:gd name="T33" fmla="*/ 467 h 1286"/>
              <a:gd name="T34" fmla="*/ 1167 w 1286"/>
              <a:gd name="T35" fmla="*/ 0 h 1286"/>
              <a:gd name="T36" fmla="*/ 1285 w 1286"/>
              <a:gd name="T37" fmla="*/ 117 h 1286"/>
              <a:gd name="T38" fmla="*/ 1285 w 1286"/>
              <a:gd name="T39" fmla="*/ 935 h 1286"/>
              <a:gd name="T40" fmla="*/ 1167 w 1286"/>
              <a:gd name="T41" fmla="*/ 1050 h 1286"/>
              <a:gd name="T42" fmla="*/ 350 w 1286"/>
              <a:gd name="T43" fmla="*/ 1050 h 1286"/>
              <a:gd name="T44" fmla="*/ 235 w 1286"/>
              <a:gd name="T45" fmla="*/ 935 h 1286"/>
              <a:gd name="T46" fmla="*/ 235 w 1286"/>
              <a:gd name="T47" fmla="*/ 117 h 1286"/>
              <a:gd name="T48" fmla="*/ 350 w 1286"/>
              <a:gd name="T49" fmla="*/ 0 h 1286"/>
              <a:gd name="T50" fmla="*/ 1167 w 1286"/>
              <a:gd name="T51" fmla="*/ 0 h 1286"/>
              <a:gd name="T52" fmla="*/ 585 w 1286"/>
              <a:gd name="T53" fmla="*/ 467 h 1286"/>
              <a:gd name="T54" fmla="*/ 642 w 1286"/>
              <a:gd name="T55" fmla="*/ 467 h 1286"/>
              <a:gd name="T56" fmla="*/ 642 w 1286"/>
              <a:gd name="T57" fmla="*/ 410 h 1286"/>
              <a:gd name="T58" fmla="*/ 585 w 1286"/>
              <a:gd name="T59" fmla="*/ 410 h 1286"/>
              <a:gd name="T60" fmla="*/ 585 w 1286"/>
              <a:gd name="T61" fmla="*/ 467 h 1286"/>
              <a:gd name="T62" fmla="*/ 760 w 1286"/>
              <a:gd name="T63" fmla="*/ 642 h 1286"/>
              <a:gd name="T64" fmla="*/ 642 w 1286"/>
              <a:gd name="T65" fmla="*/ 760 h 1286"/>
              <a:gd name="T66" fmla="*/ 467 w 1286"/>
              <a:gd name="T67" fmla="*/ 760 h 1286"/>
              <a:gd name="T68" fmla="*/ 467 w 1286"/>
              <a:gd name="T69" fmla="*/ 642 h 1286"/>
              <a:gd name="T70" fmla="*/ 642 w 1286"/>
              <a:gd name="T71" fmla="*/ 642 h 1286"/>
              <a:gd name="T72" fmla="*/ 642 w 1286"/>
              <a:gd name="T73" fmla="*/ 585 h 1286"/>
              <a:gd name="T74" fmla="*/ 585 w 1286"/>
              <a:gd name="T75" fmla="*/ 585 h 1286"/>
              <a:gd name="T76" fmla="*/ 467 w 1286"/>
              <a:gd name="T77" fmla="*/ 467 h 1286"/>
              <a:gd name="T78" fmla="*/ 467 w 1286"/>
              <a:gd name="T79" fmla="*/ 410 h 1286"/>
              <a:gd name="T80" fmla="*/ 585 w 1286"/>
              <a:gd name="T81" fmla="*/ 292 h 1286"/>
              <a:gd name="T82" fmla="*/ 642 w 1286"/>
              <a:gd name="T83" fmla="*/ 292 h 1286"/>
              <a:gd name="T84" fmla="*/ 760 w 1286"/>
              <a:gd name="T85" fmla="*/ 410 h 1286"/>
              <a:gd name="T86" fmla="*/ 760 w 1286"/>
              <a:gd name="T87" fmla="*/ 642 h 1286"/>
              <a:gd name="T88" fmla="*/ 117 w 1286"/>
              <a:gd name="T89" fmla="*/ 235 h 1286"/>
              <a:gd name="T90" fmla="*/ 117 w 1286"/>
              <a:gd name="T91" fmla="*/ 1167 h 1286"/>
              <a:gd name="T92" fmla="*/ 1050 w 1286"/>
              <a:gd name="T93" fmla="*/ 1167 h 1286"/>
              <a:gd name="T94" fmla="*/ 1050 w 1286"/>
              <a:gd name="T95" fmla="*/ 1285 h 1286"/>
              <a:gd name="T96" fmla="*/ 117 w 1286"/>
              <a:gd name="T97" fmla="*/ 1285 h 1286"/>
              <a:gd name="T98" fmla="*/ 0 w 1286"/>
              <a:gd name="T99" fmla="*/ 1167 h 1286"/>
              <a:gd name="T100" fmla="*/ 0 w 1286"/>
              <a:gd name="T101" fmla="*/ 235 h 1286"/>
              <a:gd name="T102" fmla="*/ 117 w 1286"/>
              <a:gd name="T103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86" h="1286">
                <a:moveTo>
                  <a:pt x="1167" y="467"/>
                </a:moveTo>
                <a:lnTo>
                  <a:pt x="1167" y="117"/>
                </a:lnTo>
                <a:lnTo>
                  <a:pt x="350" y="117"/>
                </a:lnTo>
                <a:lnTo>
                  <a:pt x="350" y="935"/>
                </a:lnTo>
                <a:lnTo>
                  <a:pt x="1167" y="935"/>
                </a:lnTo>
                <a:lnTo>
                  <a:pt x="1167" y="585"/>
                </a:lnTo>
                <a:lnTo>
                  <a:pt x="1050" y="585"/>
                </a:lnTo>
                <a:lnTo>
                  <a:pt x="1050" y="700"/>
                </a:lnTo>
                <a:lnTo>
                  <a:pt x="935" y="700"/>
                </a:lnTo>
                <a:lnTo>
                  <a:pt x="935" y="585"/>
                </a:lnTo>
                <a:lnTo>
                  <a:pt x="817" y="585"/>
                </a:lnTo>
                <a:lnTo>
                  <a:pt x="817" y="467"/>
                </a:lnTo>
                <a:lnTo>
                  <a:pt x="935" y="467"/>
                </a:lnTo>
                <a:lnTo>
                  <a:pt x="935" y="350"/>
                </a:lnTo>
                <a:lnTo>
                  <a:pt x="1050" y="350"/>
                </a:lnTo>
                <a:lnTo>
                  <a:pt x="1050" y="467"/>
                </a:lnTo>
                <a:lnTo>
                  <a:pt x="1167" y="467"/>
                </a:lnTo>
                <a:close/>
                <a:moveTo>
                  <a:pt x="1167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5"/>
                </a:lnTo>
                <a:cubicBezTo>
                  <a:pt x="1285" y="998"/>
                  <a:pt x="1230" y="1050"/>
                  <a:pt x="1167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7"/>
                </a:lnTo>
                <a:cubicBezTo>
                  <a:pt x="235" y="54"/>
                  <a:pt x="287" y="0"/>
                  <a:pt x="350" y="0"/>
                </a:cubicBezTo>
                <a:lnTo>
                  <a:pt x="1167" y="0"/>
                </a:lnTo>
                <a:close/>
                <a:moveTo>
                  <a:pt x="585" y="467"/>
                </a:moveTo>
                <a:lnTo>
                  <a:pt x="642" y="467"/>
                </a:lnTo>
                <a:lnTo>
                  <a:pt x="642" y="410"/>
                </a:lnTo>
                <a:lnTo>
                  <a:pt x="585" y="410"/>
                </a:lnTo>
                <a:lnTo>
                  <a:pt x="585" y="467"/>
                </a:lnTo>
                <a:close/>
                <a:moveTo>
                  <a:pt x="760" y="642"/>
                </a:moveTo>
                <a:cubicBezTo>
                  <a:pt x="760" y="708"/>
                  <a:pt x="705" y="760"/>
                  <a:pt x="642" y="760"/>
                </a:cubicBezTo>
                <a:lnTo>
                  <a:pt x="467" y="760"/>
                </a:lnTo>
                <a:lnTo>
                  <a:pt x="467" y="642"/>
                </a:lnTo>
                <a:lnTo>
                  <a:pt x="642" y="642"/>
                </a:lnTo>
                <a:lnTo>
                  <a:pt x="642" y="585"/>
                </a:lnTo>
                <a:lnTo>
                  <a:pt x="585" y="585"/>
                </a:lnTo>
                <a:cubicBezTo>
                  <a:pt x="522" y="585"/>
                  <a:pt x="467" y="533"/>
                  <a:pt x="467" y="467"/>
                </a:cubicBezTo>
                <a:lnTo>
                  <a:pt x="467" y="410"/>
                </a:lnTo>
                <a:cubicBezTo>
                  <a:pt x="467" y="344"/>
                  <a:pt x="522" y="292"/>
                  <a:pt x="585" y="292"/>
                </a:cubicBezTo>
                <a:lnTo>
                  <a:pt x="642" y="292"/>
                </a:lnTo>
                <a:cubicBezTo>
                  <a:pt x="705" y="292"/>
                  <a:pt x="760" y="344"/>
                  <a:pt x="760" y="410"/>
                </a:cubicBezTo>
                <a:lnTo>
                  <a:pt x="760" y="642"/>
                </a:lnTo>
                <a:close/>
                <a:moveTo>
                  <a:pt x="117" y="235"/>
                </a:moveTo>
                <a:lnTo>
                  <a:pt x="117" y="1167"/>
                </a:lnTo>
                <a:lnTo>
                  <a:pt x="1050" y="1167"/>
                </a:lnTo>
                <a:lnTo>
                  <a:pt x="1050" y="1285"/>
                </a:lnTo>
                <a:lnTo>
                  <a:pt x="117" y="1285"/>
                </a:lnTo>
                <a:cubicBezTo>
                  <a:pt x="54" y="1285"/>
                  <a:pt x="0" y="1230"/>
                  <a:pt x="0" y="1167"/>
                </a:cubicBezTo>
                <a:lnTo>
                  <a:pt x="0" y="235"/>
                </a:lnTo>
                <a:lnTo>
                  <a:pt x="117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672762" y="4061619"/>
            <a:ext cx="463550" cy="463550"/>
          </a:xfrm>
          <a:custGeom>
            <a:avLst/>
            <a:gdLst>
              <a:gd name="T0" fmla="*/ 700 w 1286"/>
              <a:gd name="T1" fmla="*/ 585 h 1286"/>
              <a:gd name="T2" fmla="*/ 700 w 1286"/>
              <a:gd name="T3" fmla="*/ 700 h 1286"/>
              <a:gd name="T4" fmla="*/ 817 w 1286"/>
              <a:gd name="T5" fmla="*/ 700 h 1286"/>
              <a:gd name="T6" fmla="*/ 817 w 1286"/>
              <a:gd name="T7" fmla="*/ 585 h 1286"/>
              <a:gd name="T8" fmla="*/ 700 w 1286"/>
              <a:gd name="T9" fmla="*/ 585 h 1286"/>
              <a:gd name="T10" fmla="*/ 700 w 1286"/>
              <a:gd name="T11" fmla="*/ 350 h 1286"/>
              <a:gd name="T12" fmla="*/ 700 w 1286"/>
              <a:gd name="T13" fmla="*/ 467 h 1286"/>
              <a:gd name="T14" fmla="*/ 817 w 1286"/>
              <a:gd name="T15" fmla="*/ 467 h 1286"/>
              <a:gd name="T16" fmla="*/ 817 w 1286"/>
              <a:gd name="T17" fmla="*/ 350 h 1286"/>
              <a:gd name="T18" fmla="*/ 700 w 1286"/>
              <a:gd name="T19" fmla="*/ 350 h 1286"/>
              <a:gd name="T20" fmla="*/ 700 w 1286"/>
              <a:gd name="T21" fmla="*/ 817 h 1286"/>
              <a:gd name="T22" fmla="*/ 585 w 1286"/>
              <a:gd name="T23" fmla="*/ 700 h 1286"/>
              <a:gd name="T24" fmla="*/ 585 w 1286"/>
              <a:gd name="T25" fmla="*/ 612 h 1286"/>
              <a:gd name="T26" fmla="*/ 673 w 1286"/>
              <a:gd name="T27" fmla="*/ 525 h 1286"/>
              <a:gd name="T28" fmla="*/ 585 w 1286"/>
              <a:gd name="T29" fmla="*/ 437 h 1286"/>
              <a:gd name="T30" fmla="*/ 585 w 1286"/>
              <a:gd name="T31" fmla="*/ 350 h 1286"/>
              <a:gd name="T32" fmla="*/ 700 w 1286"/>
              <a:gd name="T33" fmla="*/ 235 h 1286"/>
              <a:gd name="T34" fmla="*/ 817 w 1286"/>
              <a:gd name="T35" fmla="*/ 235 h 1286"/>
              <a:gd name="T36" fmla="*/ 935 w 1286"/>
              <a:gd name="T37" fmla="*/ 350 h 1286"/>
              <a:gd name="T38" fmla="*/ 935 w 1286"/>
              <a:gd name="T39" fmla="*/ 437 h 1286"/>
              <a:gd name="T40" fmla="*/ 848 w 1286"/>
              <a:gd name="T41" fmla="*/ 525 h 1286"/>
              <a:gd name="T42" fmla="*/ 935 w 1286"/>
              <a:gd name="T43" fmla="*/ 612 h 1286"/>
              <a:gd name="T44" fmla="*/ 935 w 1286"/>
              <a:gd name="T45" fmla="*/ 700 h 1286"/>
              <a:gd name="T46" fmla="*/ 817 w 1286"/>
              <a:gd name="T47" fmla="*/ 817 h 1286"/>
              <a:gd name="T48" fmla="*/ 700 w 1286"/>
              <a:gd name="T49" fmla="*/ 817 h 1286"/>
              <a:gd name="T50" fmla="*/ 1167 w 1286"/>
              <a:gd name="T51" fmla="*/ 935 h 1286"/>
              <a:gd name="T52" fmla="*/ 1167 w 1286"/>
              <a:gd name="T53" fmla="*/ 117 h 1286"/>
              <a:gd name="T54" fmla="*/ 350 w 1286"/>
              <a:gd name="T55" fmla="*/ 117 h 1286"/>
              <a:gd name="T56" fmla="*/ 350 w 1286"/>
              <a:gd name="T57" fmla="*/ 935 h 1286"/>
              <a:gd name="T58" fmla="*/ 1167 w 1286"/>
              <a:gd name="T59" fmla="*/ 935 h 1286"/>
              <a:gd name="T60" fmla="*/ 1167 w 1286"/>
              <a:gd name="T61" fmla="*/ 0 h 1286"/>
              <a:gd name="T62" fmla="*/ 1285 w 1286"/>
              <a:gd name="T63" fmla="*/ 117 h 1286"/>
              <a:gd name="T64" fmla="*/ 1285 w 1286"/>
              <a:gd name="T65" fmla="*/ 935 h 1286"/>
              <a:gd name="T66" fmla="*/ 1167 w 1286"/>
              <a:gd name="T67" fmla="*/ 1050 h 1286"/>
              <a:gd name="T68" fmla="*/ 350 w 1286"/>
              <a:gd name="T69" fmla="*/ 1050 h 1286"/>
              <a:gd name="T70" fmla="*/ 235 w 1286"/>
              <a:gd name="T71" fmla="*/ 935 h 1286"/>
              <a:gd name="T72" fmla="*/ 235 w 1286"/>
              <a:gd name="T73" fmla="*/ 117 h 1286"/>
              <a:gd name="T74" fmla="*/ 350 w 1286"/>
              <a:gd name="T75" fmla="*/ 0 h 1286"/>
              <a:gd name="T76" fmla="*/ 1167 w 1286"/>
              <a:gd name="T77" fmla="*/ 0 h 1286"/>
              <a:gd name="T78" fmla="*/ 117 w 1286"/>
              <a:gd name="T79" fmla="*/ 235 h 1286"/>
              <a:gd name="T80" fmla="*/ 117 w 1286"/>
              <a:gd name="T81" fmla="*/ 1167 h 1286"/>
              <a:gd name="T82" fmla="*/ 1050 w 1286"/>
              <a:gd name="T83" fmla="*/ 1167 h 1286"/>
              <a:gd name="T84" fmla="*/ 1050 w 1286"/>
              <a:gd name="T85" fmla="*/ 1285 h 1286"/>
              <a:gd name="T86" fmla="*/ 117 w 1286"/>
              <a:gd name="T87" fmla="*/ 1285 h 1286"/>
              <a:gd name="T88" fmla="*/ 0 w 1286"/>
              <a:gd name="T89" fmla="*/ 1167 h 1286"/>
              <a:gd name="T90" fmla="*/ 0 w 1286"/>
              <a:gd name="T91" fmla="*/ 235 h 1286"/>
              <a:gd name="T92" fmla="*/ 117 w 1286"/>
              <a:gd name="T93" fmla="*/ 23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286" h="1286">
                <a:moveTo>
                  <a:pt x="700" y="585"/>
                </a:moveTo>
                <a:lnTo>
                  <a:pt x="700" y="700"/>
                </a:lnTo>
                <a:lnTo>
                  <a:pt x="817" y="700"/>
                </a:lnTo>
                <a:lnTo>
                  <a:pt x="817" y="585"/>
                </a:lnTo>
                <a:lnTo>
                  <a:pt x="700" y="585"/>
                </a:lnTo>
                <a:close/>
                <a:moveTo>
                  <a:pt x="700" y="350"/>
                </a:moveTo>
                <a:lnTo>
                  <a:pt x="700" y="467"/>
                </a:lnTo>
                <a:lnTo>
                  <a:pt x="817" y="467"/>
                </a:lnTo>
                <a:lnTo>
                  <a:pt x="817" y="350"/>
                </a:lnTo>
                <a:lnTo>
                  <a:pt x="700" y="350"/>
                </a:lnTo>
                <a:close/>
                <a:moveTo>
                  <a:pt x="700" y="817"/>
                </a:moveTo>
                <a:cubicBezTo>
                  <a:pt x="637" y="817"/>
                  <a:pt x="585" y="765"/>
                  <a:pt x="585" y="700"/>
                </a:cubicBezTo>
                <a:lnTo>
                  <a:pt x="585" y="612"/>
                </a:lnTo>
                <a:cubicBezTo>
                  <a:pt x="585" y="563"/>
                  <a:pt x="623" y="525"/>
                  <a:pt x="673" y="525"/>
                </a:cubicBezTo>
                <a:cubicBezTo>
                  <a:pt x="623" y="525"/>
                  <a:pt x="585" y="486"/>
                  <a:pt x="585" y="437"/>
                </a:cubicBezTo>
                <a:lnTo>
                  <a:pt x="585" y="350"/>
                </a:lnTo>
                <a:cubicBezTo>
                  <a:pt x="585" y="284"/>
                  <a:pt x="637" y="235"/>
                  <a:pt x="700" y="235"/>
                </a:cubicBezTo>
                <a:lnTo>
                  <a:pt x="817" y="235"/>
                </a:lnTo>
                <a:cubicBezTo>
                  <a:pt x="880" y="235"/>
                  <a:pt x="935" y="284"/>
                  <a:pt x="935" y="350"/>
                </a:cubicBezTo>
                <a:lnTo>
                  <a:pt x="935" y="437"/>
                </a:lnTo>
                <a:cubicBezTo>
                  <a:pt x="935" y="486"/>
                  <a:pt x="897" y="525"/>
                  <a:pt x="848" y="525"/>
                </a:cubicBezTo>
                <a:cubicBezTo>
                  <a:pt x="897" y="525"/>
                  <a:pt x="935" y="563"/>
                  <a:pt x="935" y="612"/>
                </a:cubicBezTo>
                <a:lnTo>
                  <a:pt x="935" y="700"/>
                </a:lnTo>
                <a:cubicBezTo>
                  <a:pt x="935" y="765"/>
                  <a:pt x="880" y="817"/>
                  <a:pt x="817" y="817"/>
                </a:cubicBezTo>
                <a:lnTo>
                  <a:pt x="700" y="817"/>
                </a:lnTo>
                <a:close/>
                <a:moveTo>
                  <a:pt x="1167" y="935"/>
                </a:moveTo>
                <a:lnTo>
                  <a:pt x="1167" y="117"/>
                </a:lnTo>
                <a:lnTo>
                  <a:pt x="350" y="117"/>
                </a:lnTo>
                <a:lnTo>
                  <a:pt x="350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5"/>
                </a:lnTo>
                <a:cubicBezTo>
                  <a:pt x="1285" y="998"/>
                  <a:pt x="1230" y="1050"/>
                  <a:pt x="1167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7"/>
                </a:lnTo>
                <a:cubicBezTo>
                  <a:pt x="235" y="54"/>
                  <a:pt x="287" y="0"/>
                  <a:pt x="350" y="0"/>
                </a:cubicBezTo>
                <a:lnTo>
                  <a:pt x="1167" y="0"/>
                </a:lnTo>
                <a:close/>
                <a:moveTo>
                  <a:pt x="117" y="235"/>
                </a:moveTo>
                <a:lnTo>
                  <a:pt x="117" y="1167"/>
                </a:lnTo>
                <a:lnTo>
                  <a:pt x="1050" y="1167"/>
                </a:lnTo>
                <a:lnTo>
                  <a:pt x="1050" y="1285"/>
                </a:lnTo>
                <a:lnTo>
                  <a:pt x="117" y="1285"/>
                </a:lnTo>
                <a:cubicBezTo>
                  <a:pt x="55" y="1285"/>
                  <a:pt x="0" y="1230"/>
                  <a:pt x="0" y="1167"/>
                </a:cubicBezTo>
                <a:lnTo>
                  <a:pt x="0" y="235"/>
                </a:lnTo>
                <a:lnTo>
                  <a:pt x="117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7" y="5822157"/>
            <a:ext cx="417512" cy="417513"/>
          </a:xfrm>
          <a:custGeom>
            <a:avLst/>
            <a:gdLst>
              <a:gd name="T0" fmla="*/ 211 w 1160"/>
              <a:gd name="T1" fmla="*/ 1031 h 1160"/>
              <a:gd name="T2" fmla="*/ 293 w 1160"/>
              <a:gd name="T3" fmla="*/ 949 h 1160"/>
              <a:gd name="T4" fmla="*/ 522 w 1160"/>
              <a:gd name="T5" fmla="*/ 1042 h 1160"/>
              <a:gd name="T6" fmla="*/ 522 w 1160"/>
              <a:gd name="T7" fmla="*/ 1159 h 1160"/>
              <a:gd name="T8" fmla="*/ 211 w 1160"/>
              <a:gd name="T9" fmla="*/ 1031 h 1160"/>
              <a:gd name="T10" fmla="*/ 637 w 1160"/>
              <a:gd name="T11" fmla="*/ 1042 h 1160"/>
              <a:gd name="T12" fmla="*/ 864 w 1160"/>
              <a:gd name="T13" fmla="*/ 949 h 1160"/>
              <a:gd name="T14" fmla="*/ 949 w 1160"/>
              <a:gd name="T15" fmla="*/ 1031 h 1160"/>
              <a:gd name="T16" fmla="*/ 637 w 1160"/>
              <a:gd name="T17" fmla="*/ 1159 h 1160"/>
              <a:gd name="T18" fmla="*/ 637 w 1160"/>
              <a:gd name="T19" fmla="*/ 1042 h 1160"/>
              <a:gd name="T20" fmla="*/ 949 w 1160"/>
              <a:gd name="T21" fmla="*/ 867 h 1160"/>
              <a:gd name="T22" fmla="*/ 1042 w 1160"/>
              <a:gd name="T23" fmla="*/ 640 h 1160"/>
              <a:gd name="T24" fmla="*/ 1159 w 1160"/>
              <a:gd name="T25" fmla="*/ 640 h 1160"/>
              <a:gd name="T26" fmla="*/ 1031 w 1160"/>
              <a:gd name="T27" fmla="*/ 949 h 1160"/>
              <a:gd name="T28" fmla="*/ 949 w 1160"/>
              <a:gd name="T29" fmla="*/ 867 h 1160"/>
              <a:gd name="T30" fmla="*/ 755 w 1160"/>
              <a:gd name="T31" fmla="*/ 580 h 1160"/>
              <a:gd name="T32" fmla="*/ 580 w 1160"/>
              <a:gd name="T33" fmla="*/ 755 h 1160"/>
              <a:gd name="T34" fmla="*/ 405 w 1160"/>
              <a:gd name="T35" fmla="*/ 580 h 1160"/>
              <a:gd name="T36" fmla="*/ 580 w 1160"/>
              <a:gd name="T37" fmla="*/ 405 h 1160"/>
              <a:gd name="T38" fmla="*/ 755 w 1160"/>
              <a:gd name="T39" fmla="*/ 580 h 1160"/>
              <a:gd name="T40" fmla="*/ 118 w 1160"/>
              <a:gd name="T41" fmla="*/ 637 h 1160"/>
              <a:gd name="T42" fmla="*/ 211 w 1160"/>
              <a:gd name="T43" fmla="*/ 864 h 1160"/>
              <a:gd name="T44" fmla="*/ 129 w 1160"/>
              <a:gd name="T45" fmla="*/ 949 h 1160"/>
              <a:gd name="T46" fmla="*/ 0 w 1160"/>
              <a:gd name="T47" fmla="*/ 637 h 1160"/>
              <a:gd name="T48" fmla="*/ 118 w 1160"/>
              <a:gd name="T49" fmla="*/ 637 h 1160"/>
              <a:gd name="T50" fmla="*/ 211 w 1160"/>
              <a:gd name="T51" fmla="*/ 292 h 1160"/>
              <a:gd name="T52" fmla="*/ 118 w 1160"/>
              <a:gd name="T53" fmla="*/ 522 h 1160"/>
              <a:gd name="T54" fmla="*/ 0 w 1160"/>
              <a:gd name="T55" fmla="*/ 522 h 1160"/>
              <a:gd name="T56" fmla="*/ 129 w 1160"/>
              <a:gd name="T57" fmla="*/ 210 h 1160"/>
              <a:gd name="T58" fmla="*/ 211 w 1160"/>
              <a:gd name="T59" fmla="*/ 292 h 1160"/>
              <a:gd name="T60" fmla="*/ 1042 w 1160"/>
              <a:gd name="T61" fmla="*/ 522 h 1160"/>
              <a:gd name="T62" fmla="*/ 949 w 1160"/>
              <a:gd name="T63" fmla="*/ 292 h 1160"/>
              <a:gd name="T64" fmla="*/ 1031 w 1160"/>
              <a:gd name="T65" fmla="*/ 210 h 1160"/>
              <a:gd name="T66" fmla="*/ 1159 w 1160"/>
              <a:gd name="T67" fmla="*/ 522 h 1160"/>
              <a:gd name="T68" fmla="*/ 1042 w 1160"/>
              <a:gd name="T69" fmla="*/ 522 h 1160"/>
              <a:gd name="T70" fmla="*/ 949 w 1160"/>
              <a:gd name="T71" fmla="*/ 128 h 1160"/>
              <a:gd name="T72" fmla="*/ 867 w 1160"/>
              <a:gd name="T73" fmla="*/ 210 h 1160"/>
              <a:gd name="T74" fmla="*/ 637 w 1160"/>
              <a:gd name="T75" fmla="*/ 118 h 1160"/>
              <a:gd name="T76" fmla="*/ 637 w 1160"/>
              <a:gd name="T77" fmla="*/ 0 h 1160"/>
              <a:gd name="T78" fmla="*/ 949 w 1160"/>
              <a:gd name="T79" fmla="*/ 128 h 1160"/>
              <a:gd name="T80" fmla="*/ 522 w 1160"/>
              <a:gd name="T81" fmla="*/ 118 h 1160"/>
              <a:gd name="T82" fmla="*/ 293 w 1160"/>
              <a:gd name="T83" fmla="*/ 210 h 1160"/>
              <a:gd name="T84" fmla="*/ 211 w 1160"/>
              <a:gd name="T85" fmla="*/ 128 h 1160"/>
              <a:gd name="T86" fmla="*/ 522 w 1160"/>
              <a:gd name="T87" fmla="*/ 0 h 1160"/>
              <a:gd name="T88" fmla="*/ 522 w 1160"/>
              <a:gd name="T89" fmla="*/ 118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60" h="1160">
                <a:moveTo>
                  <a:pt x="211" y="1031"/>
                </a:moveTo>
                <a:lnTo>
                  <a:pt x="293" y="949"/>
                </a:lnTo>
                <a:cubicBezTo>
                  <a:pt x="358" y="998"/>
                  <a:pt x="437" y="1031"/>
                  <a:pt x="522" y="1042"/>
                </a:cubicBezTo>
                <a:lnTo>
                  <a:pt x="522" y="1159"/>
                </a:lnTo>
                <a:cubicBezTo>
                  <a:pt x="405" y="1148"/>
                  <a:pt x="298" y="1102"/>
                  <a:pt x="211" y="1031"/>
                </a:cubicBezTo>
                <a:close/>
                <a:moveTo>
                  <a:pt x="637" y="1042"/>
                </a:moveTo>
                <a:cubicBezTo>
                  <a:pt x="722" y="1031"/>
                  <a:pt x="801" y="998"/>
                  <a:pt x="864" y="949"/>
                </a:cubicBezTo>
                <a:lnTo>
                  <a:pt x="949" y="1031"/>
                </a:lnTo>
                <a:cubicBezTo>
                  <a:pt x="861" y="1102"/>
                  <a:pt x="755" y="1148"/>
                  <a:pt x="637" y="1159"/>
                </a:cubicBezTo>
                <a:lnTo>
                  <a:pt x="637" y="1042"/>
                </a:lnTo>
                <a:close/>
                <a:moveTo>
                  <a:pt x="949" y="867"/>
                </a:moveTo>
                <a:cubicBezTo>
                  <a:pt x="998" y="801"/>
                  <a:pt x="1031" y="724"/>
                  <a:pt x="1042" y="640"/>
                </a:cubicBezTo>
                <a:lnTo>
                  <a:pt x="1159" y="640"/>
                </a:lnTo>
                <a:cubicBezTo>
                  <a:pt x="1148" y="757"/>
                  <a:pt x="1102" y="861"/>
                  <a:pt x="1031" y="949"/>
                </a:cubicBezTo>
                <a:lnTo>
                  <a:pt x="949" y="867"/>
                </a:lnTo>
                <a:close/>
                <a:moveTo>
                  <a:pt x="755" y="580"/>
                </a:moveTo>
                <a:cubicBezTo>
                  <a:pt x="755" y="675"/>
                  <a:pt x="675" y="755"/>
                  <a:pt x="580" y="755"/>
                </a:cubicBezTo>
                <a:cubicBezTo>
                  <a:pt x="484" y="755"/>
                  <a:pt x="405" y="675"/>
                  <a:pt x="405" y="580"/>
                </a:cubicBezTo>
                <a:cubicBezTo>
                  <a:pt x="405" y="484"/>
                  <a:pt x="484" y="405"/>
                  <a:pt x="580" y="405"/>
                </a:cubicBezTo>
                <a:cubicBezTo>
                  <a:pt x="675" y="405"/>
                  <a:pt x="755" y="484"/>
                  <a:pt x="755" y="580"/>
                </a:cubicBezTo>
                <a:close/>
                <a:moveTo>
                  <a:pt x="118" y="637"/>
                </a:moveTo>
                <a:cubicBezTo>
                  <a:pt x="129" y="722"/>
                  <a:pt x="161" y="801"/>
                  <a:pt x="211" y="864"/>
                </a:cubicBezTo>
                <a:lnTo>
                  <a:pt x="129" y="949"/>
                </a:lnTo>
                <a:cubicBezTo>
                  <a:pt x="57" y="861"/>
                  <a:pt x="11" y="755"/>
                  <a:pt x="0" y="637"/>
                </a:cubicBezTo>
                <a:lnTo>
                  <a:pt x="118" y="637"/>
                </a:lnTo>
                <a:close/>
                <a:moveTo>
                  <a:pt x="211" y="292"/>
                </a:moveTo>
                <a:cubicBezTo>
                  <a:pt x="161" y="358"/>
                  <a:pt x="129" y="437"/>
                  <a:pt x="118" y="522"/>
                </a:cubicBezTo>
                <a:lnTo>
                  <a:pt x="0" y="522"/>
                </a:lnTo>
                <a:cubicBezTo>
                  <a:pt x="11" y="405"/>
                  <a:pt x="57" y="298"/>
                  <a:pt x="129" y="210"/>
                </a:cubicBezTo>
                <a:lnTo>
                  <a:pt x="211" y="292"/>
                </a:lnTo>
                <a:close/>
                <a:moveTo>
                  <a:pt x="1042" y="522"/>
                </a:moveTo>
                <a:cubicBezTo>
                  <a:pt x="1031" y="437"/>
                  <a:pt x="998" y="358"/>
                  <a:pt x="949" y="292"/>
                </a:cubicBezTo>
                <a:lnTo>
                  <a:pt x="1031" y="210"/>
                </a:lnTo>
                <a:cubicBezTo>
                  <a:pt x="1102" y="298"/>
                  <a:pt x="1148" y="405"/>
                  <a:pt x="1159" y="522"/>
                </a:cubicBezTo>
                <a:lnTo>
                  <a:pt x="1042" y="522"/>
                </a:lnTo>
                <a:close/>
                <a:moveTo>
                  <a:pt x="949" y="128"/>
                </a:moveTo>
                <a:lnTo>
                  <a:pt x="867" y="210"/>
                </a:lnTo>
                <a:cubicBezTo>
                  <a:pt x="801" y="161"/>
                  <a:pt x="722" y="128"/>
                  <a:pt x="637" y="118"/>
                </a:cubicBezTo>
                <a:lnTo>
                  <a:pt x="637" y="0"/>
                </a:lnTo>
                <a:cubicBezTo>
                  <a:pt x="755" y="11"/>
                  <a:pt x="861" y="57"/>
                  <a:pt x="949" y="128"/>
                </a:cubicBezTo>
                <a:close/>
                <a:moveTo>
                  <a:pt x="522" y="118"/>
                </a:moveTo>
                <a:cubicBezTo>
                  <a:pt x="437" y="128"/>
                  <a:pt x="358" y="161"/>
                  <a:pt x="293" y="210"/>
                </a:cubicBezTo>
                <a:lnTo>
                  <a:pt x="211" y="128"/>
                </a:lnTo>
                <a:cubicBezTo>
                  <a:pt x="298" y="57"/>
                  <a:pt x="405" y="11"/>
                  <a:pt x="522" y="0"/>
                </a:cubicBezTo>
                <a:lnTo>
                  <a:pt x="522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08199" y="5798344"/>
            <a:ext cx="463550" cy="463550"/>
          </a:xfrm>
          <a:custGeom>
            <a:avLst/>
            <a:gdLst>
              <a:gd name="T0" fmla="*/ 585 w 1286"/>
              <a:gd name="T1" fmla="*/ 1285 h 1286"/>
              <a:gd name="T2" fmla="*/ 585 w 1286"/>
              <a:gd name="T3" fmla="*/ 935 h 1286"/>
              <a:gd name="T4" fmla="*/ 700 w 1286"/>
              <a:gd name="T5" fmla="*/ 935 h 1286"/>
              <a:gd name="T6" fmla="*/ 700 w 1286"/>
              <a:gd name="T7" fmla="*/ 1285 h 1286"/>
              <a:gd name="T8" fmla="*/ 585 w 1286"/>
              <a:gd name="T9" fmla="*/ 1285 h 1286"/>
              <a:gd name="T10" fmla="*/ 271 w 1286"/>
              <a:gd name="T11" fmla="*/ 932 h 1286"/>
              <a:gd name="T12" fmla="*/ 396 w 1286"/>
              <a:gd name="T13" fmla="*/ 807 h 1286"/>
              <a:gd name="T14" fmla="*/ 478 w 1286"/>
              <a:gd name="T15" fmla="*/ 889 h 1286"/>
              <a:gd name="T16" fmla="*/ 353 w 1286"/>
              <a:gd name="T17" fmla="*/ 1014 h 1286"/>
              <a:gd name="T18" fmla="*/ 271 w 1286"/>
              <a:gd name="T19" fmla="*/ 932 h 1286"/>
              <a:gd name="T20" fmla="*/ 806 w 1286"/>
              <a:gd name="T21" fmla="*/ 889 h 1286"/>
              <a:gd name="T22" fmla="*/ 888 w 1286"/>
              <a:gd name="T23" fmla="*/ 807 h 1286"/>
              <a:gd name="T24" fmla="*/ 1014 w 1286"/>
              <a:gd name="T25" fmla="*/ 932 h 1286"/>
              <a:gd name="T26" fmla="*/ 932 w 1286"/>
              <a:gd name="T27" fmla="*/ 1014 h 1286"/>
              <a:gd name="T28" fmla="*/ 806 w 1286"/>
              <a:gd name="T29" fmla="*/ 889 h 1286"/>
              <a:gd name="T30" fmla="*/ 642 w 1286"/>
              <a:gd name="T31" fmla="*/ 468 h 1286"/>
              <a:gd name="T32" fmla="*/ 817 w 1286"/>
              <a:gd name="T33" fmla="*/ 643 h 1286"/>
              <a:gd name="T34" fmla="*/ 642 w 1286"/>
              <a:gd name="T35" fmla="*/ 818 h 1286"/>
              <a:gd name="T36" fmla="*/ 467 w 1286"/>
              <a:gd name="T37" fmla="*/ 643 h 1286"/>
              <a:gd name="T38" fmla="*/ 642 w 1286"/>
              <a:gd name="T39" fmla="*/ 468 h 1286"/>
              <a:gd name="T40" fmla="*/ 935 w 1286"/>
              <a:gd name="T41" fmla="*/ 585 h 1286"/>
              <a:gd name="T42" fmla="*/ 1285 w 1286"/>
              <a:gd name="T43" fmla="*/ 585 h 1286"/>
              <a:gd name="T44" fmla="*/ 1285 w 1286"/>
              <a:gd name="T45" fmla="*/ 700 h 1286"/>
              <a:gd name="T46" fmla="*/ 935 w 1286"/>
              <a:gd name="T47" fmla="*/ 700 h 1286"/>
              <a:gd name="T48" fmla="*/ 935 w 1286"/>
              <a:gd name="T49" fmla="*/ 585 h 1286"/>
              <a:gd name="T50" fmla="*/ 1014 w 1286"/>
              <a:gd name="T51" fmla="*/ 353 h 1286"/>
              <a:gd name="T52" fmla="*/ 888 w 1286"/>
              <a:gd name="T53" fmla="*/ 479 h 1286"/>
              <a:gd name="T54" fmla="*/ 806 w 1286"/>
              <a:gd name="T55" fmla="*/ 396 h 1286"/>
              <a:gd name="T56" fmla="*/ 932 w 1286"/>
              <a:gd name="T57" fmla="*/ 271 h 1286"/>
              <a:gd name="T58" fmla="*/ 1014 w 1286"/>
              <a:gd name="T59" fmla="*/ 353 h 1286"/>
              <a:gd name="T60" fmla="*/ 700 w 1286"/>
              <a:gd name="T61" fmla="*/ 0 h 1286"/>
              <a:gd name="T62" fmla="*/ 700 w 1286"/>
              <a:gd name="T63" fmla="*/ 350 h 1286"/>
              <a:gd name="T64" fmla="*/ 585 w 1286"/>
              <a:gd name="T65" fmla="*/ 350 h 1286"/>
              <a:gd name="T66" fmla="*/ 585 w 1286"/>
              <a:gd name="T67" fmla="*/ 0 h 1286"/>
              <a:gd name="T68" fmla="*/ 700 w 1286"/>
              <a:gd name="T69" fmla="*/ 0 h 1286"/>
              <a:gd name="T70" fmla="*/ 478 w 1286"/>
              <a:gd name="T71" fmla="*/ 396 h 1286"/>
              <a:gd name="T72" fmla="*/ 396 w 1286"/>
              <a:gd name="T73" fmla="*/ 479 h 1286"/>
              <a:gd name="T74" fmla="*/ 271 w 1286"/>
              <a:gd name="T75" fmla="*/ 353 h 1286"/>
              <a:gd name="T76" fmla="*/ 353 w 1286"/>
              <a:gd name="T77" fmla="*/ 271 h 1286"/>
              <a:gd name="T78" fmla="*/ 478 w 1286"/>
              <a:gd name="T79" fmla="*/ 396 h 1286"/>
              <a:gd name="T80" fmla="*/ 350 w 1286"/>
              <a:gd name="T81" fmla="*/ 585 h 1286"/>
              <a:gd name="T82" fmla="*/ 350 w 1286"/>
              <a:gd name="T83" fmla="*/ 700 h 1286"/>
              <a:gd name="T84" fmla="*/ 0 w 1286"/>
              <a:gd name="T85" fmla="*/ 700 h 1286"/>
              <a:gd name="T86" fmla="*/ 0 w 1286"/>
              <a:gd name="T87" fmla="*/ 585 h 1286"/>
              <a:gd name="T88" fmla="*/ 350 w 1286"/>
              <a:gd name="T89" fmla="*/ 58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6" h="1286">
                <a:moveTo>
                  <a:pt x="585" y="1285"/>
                </a:moveTo>
                <a:lnTo>
                  <a:pt x="585" y="935"/>
                </a:lnTo>
                <a:lnTo>
                  <a:pt x="700" y="935"/>
                </a:lnTo>
                <a:lnTo>
                  <a:pt x="700" y="1285"/>
                </a:lnTo>
                <a:lnTo>
                  <a:pt x="585" y="1285"/>
                </a:lnTo>
                <a:close/>
                <a:moveTo>
                  <a:pt x="271" y="932"/>
                </a:moveTo>
                <a:lnTo>
                  <a:pt x="396" y="807"/>
                </a:lnTo>
                <a:lnTo>
                  <a:pt x="478" y="889"/>
                </a:lnTo>
                <a:lnTo>
                  <a:pt x="353" y="1014"/>
                </a:lnTo>
                <a:lnTo>
                  <a:pt x="271" y="932"/>
                </a:lnTo>
                <a:close/>
                <a:moveTo>
                  <a:pt x="806" y="889"/>
                </a:moveTo>
                <a:lnTo>
                  <a:pt x="888" y="807"/>
                </a:lnTo>
                <a:lnTo>
                  <a:pt x="1014" y="932"/>
                </a:lnTo>
                <a:lnTo>
                  <a:pt x="932" y="1014"/>
                </a:lnTo>
                <a:lnTo>
                  <a:pt x="806" y="889"/>
                </a:lnTo>
                <a:close/>
                <a:moveTo>
                  <a:pt x="642" y="468"/>
                </a:moveTo>
                <a:cubicBezTo>
                  <a:pt x="738" y="468"/>
                  <a:pt x="817" y="548"/>
                  <a:pt x="817" y="643"/>
                </a:cubicBezTo>
                <a:cubicBezTo>
                  <a:pt x="817" y="739"/>
                  <a:pt x="737" y="818"/>
                  <a:pt x="642" y="818"/>
                </a:cubicBezTo>
                <a:cubicBezTo>
                  <a:pt x="546" y="818"/>
                  <a:pt x="467" y="739"/>
                  <a:pt x="467" y="643"/>
                </a:cubicBezTo>
                <a:cubicBezTo>
                  <a:pt x="467" y="548"/>
                  <a:pt x="547" y="468"/>
                  <a:pt x="642" y="468"/>
                </a:cubicBezTo>
                <a:close/>
                <a:moveTo>
                  <a:pt x="935" y="585"/>
                </a:moveTo>
                <a:lnTo>
                  <a:pt x="1285" y="585"/>
                </a:lnTo>
                <a:lnTo>
                  <a:pt x="1285" y="700"/>
                </a:lnTo>
                <a:lnTo>
                  <a:pt x="935" y="700"/>
                </a:lnTo>
                <a:lnTo>
                  <a:pt x="935" y="585"/>
                </a:lnTo>
                <a:close/>
                <a:moveTo>
                  <a:pt x="1014" y="353"/>
                </a:moveTo>
                <a:lnTo>
                  <a:pt x="888" y="479"/>
                </a:lnTo>
                <a:lnTo>
                  <a:pt x="806" y="396"/>
                </a:lnTo>
                <a:lnTo>
                  <a:pt x="932" y="271"/>
                </a:lnTo>
                <a:lnTo>
                  <a:pt x="1014" y="353"/>
                </a:lnTo>
                <a:close/>
                <a:moveTo>
                  <a:pt x="700" y="0"/>
                </a:moveTo>
                <a:lnTo>
                  <a:pt x="700" y="350"/>
                </a:lnTo>
                <a:lnTo>
                  <a:pt x="585" y="350"/>
                </a:lnTo>
                <a:lnTo>
                  <a:pt x="585" y="0"/>
                </a:lnTo>
                <a:lnTo>
                  <a:pt x="700" y="0"/>
                </a:lnTo>
                <a:close/>
                <a:moveTo>
                  <a:pt x="478" y="396"/>
                </a:moveTo>
                <a:lnTo>
                  <a:pt x="396" y="479"/>
                </a:lnTo>
                <a:lnTo>
                  <a:pt x="271" y="353"/>
                </a:lnTo>
                <a:lnTo>
                  <a:pt x="353" y="271"/>
                </a:lnTo>
                <a:lnTo>
                  <a:pt x="478" y="396"/>
                </a:lnTo>
                <a:close/>
                <a:moveTo>
                  <a:pt x="350" y="585"/>
                </a:moveTo>
                <a:lnTo>
                  <a:pt x="350" y="700"/>
                </a:lnTo>
                <a:lnTo>
                  <a:pt x="0" y="700"/>
                </a:lnTo>
                <a:lnTo>
                  <a:pt x="0" y="585"/>
                </a:lnTo>
                <a:lnTo>
                  <a:pt x="350" y="58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55962" y="5852320"/>
            <a:ext cx="315912" cy="357187"/>
          </a:xfrm>
          <a:custGeom>
            <a:avLst/>
            <a:gdLst>
              <a:gd name="T0" fmla="*/ 546 w 876"/>
              <a:gd name="T1" fmla="*/ 118 h 994"/>
              <a:gd name="T2" fmla="*/ 875 w 876"/>
              <a:gd name="T3" fmla="*/ 118 h 994"/>
              <a:gd name="T4" fmla="*/ 875 w 876"/>
              <a:gd name="T5" fmla="*/ 700 h 994"/>
              <a:gd name="T6" fmla="*/ 464 w 876"/>
              <a:gd name="T7" fmla="*/ 700 h 994"/>
              <a:gd name="T8" fmla="*/ 443 w 876"/>
              <a:gd name="T9" fmla="*/ 585 h 994"/>
              <a:gd name="T10" fmla="*/ 114 w 876"/>
              <a:gd name="T11" fmla="*/ 585 h 994"/>
              <a:gd name="T12" fmla="*/ 114 w 876"/>
              <a:gd name="T13" fmla="*/ 993 h 994"/>
              <a:gd name="T14" fmla="*/ 0 w 876"/>
              <a:gd name="T15" fmla="*/ 993 h 994"/>
              <a:gd name="T16" fmla="*/ 0 w 876"/>
              <a:gd name="T17" fmla="*/ 0 h 994"/>
              <a:gd name="T18" fmla="*/ 525 w 876"/>
              <a:gd name="T19" fmla="*/ 0 h 994"/>
              <a:gd name="T20" fmla="*/ 546 w 876"/>
              <a:gd name="T21" fmla="*/ 118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76" h="994">
                <a:moveTo>
                  <a:pt x="546" y="118"/>
                </a:moveTo>
                <a:lnTo>
                  <a:pt x="875" y="118"/>
                </a:lnTo>
                <a:lnTo>
                  <a:pt x="875" y="700"/>
                </a:lnTo>
                <a:lnTo>
                  <a:pt x="464" y="700"/>
                </a:lnTo>
                <a:lnTo>
                  <a:pt x="443" y="585"/>
                </a:lnTo>
                <a:lnTo>
                  <a:pt x="114" y="585"/>
                </a:lnTo>
                <a:lnTo>
                  <a:pt x="114" y="993"/>
                </a:lnTo>
                <a:lnTo>
                  <a:pt x="0" y="993"/>
                </a:lnTo>
                <a:lnTo>
                  <a:pt x="0" y="0"/>
                </a:lnTo>
                <a:lnTo>
                  <a:pt x="525" y="0"/>
                </a:lnTo>
                <a:lnTo>
                  <a:pt x="546" y="11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76724" y="5820569"/>
            <a:ext cx="419100" cy="419100"/>
          </a:xfrm>
          <a:custGeom>
            <a:avLst/>
            <a:gdLst>
              <a:gd name="T0" fmla="*/ 1083 w 1166"/>
              <a:gd name="T1" fmla="*/ 749 h 1166"/>
              <a:gd name="T2" fmla="*/ 1165 w 1166"/>
              <a:gd name="T3" fmla="*/ 834 h 1166"/>
              <a:gd name="T4" fmla="*/ 1042 w 1166"/>
              <a:gd name="T5" fmla="*/ 957 h 1166"/>
              <a:gd name="T6" fmla="*/ 1124 w 1166"/>
              <a:gd name="T7" fmla="*/ 1042 h 1166"/>
              <a:gd name="T8" fmla="*/ 1042 w 1166"/>
              <a:gd name="T9" fmla="*/ 1124 h 1166"/>
              <a:gd name="T10" fmla="*/ 957 w 1166"/>
              <a:gd name="T11" fmla="*/ 1042 h 1166"/>
              <a:gd name="T12" fmla="*/ 834 w 1166"/>
              <a:gd name="T13" fmla="*/ 1165 h 1166"/>
              <a:gd name="T14" fmla="*/ 750 w 1166"/>
              <a:gd name="T15" fmla="*/ 1083 h 1166"/>
              <a:gd name="T16" fmla="*/ 668 w 1166"/>
              <a:gd name="T17" fmla="*/ 1165 h 1166"/>
              <a:gd name="T18" fmla="*/ 583 w 1166"/>
              <a:gd name="T19" fmla="*/ 1083 h 1166"/>
              <a:gd name="T20" fmla="*/ 791 w 1166"/>
              <a:gd name="T21" fmla="*/ 875 h 1166"/>
              <a:gd name="T22" fmla="*/ 290 w 1166"/>
              <a:gd name="T23" fmla="*/ 375 h 1166"/>
              <a:gd name="T24" fmla="*/ 82 w 1166"/>
              <a:gd name="T25" fmla="*/ 583 h 1166"/>
              <a:gd name="T26" fmla="*/ 0 w 1166"/>
              <a:gd name="T27" fmla="*/ 498 h 1166"/>
              <a:gd name="T28" fmla="*/ 82 w 1166"/>
              <a:gd name="T29" fmla="*/ 416 h 1166"/>
              <a:gd name="T30" fmla="*/ 0 w 1166"/>
              <a:gd name="T31" fmla="*/ 331 h 1166"/>
              <a:gd name="T32" fmla="*/ 123 w 1166"/>
              <a:gd name="T33" fmla="*/ 208 h 1166"/>
              <a:gd name="T34" fmla="*/ 41 w 1166"/>
              <a:gd name="T35" fmla="*/ 123 h 1166"/>
              <a:gd name="T36" fmla="*/ 123 w 1166"/>
              <a:gd name="T37" fmla="*/ 41 h 1166"/>
              <a:gd name="T38" fmla="*/ 208 w 1166"/>
              <a:gd name="T39" fmla="*/ 123 h 1166"/>
              <a:gd name="T40" fmla="*/ 331 w 1166"/>
              <a:gd name="T41" fmla="*/ 0 h 1166"/>
              <a:gd name="T42" fmla="*/ 416 w 1166"/>
              <a:gd name="T43" fmla="*/ 82 h 1166"/>
              <a:gd name="T44" fmla="*/ 498 w 1166"/>
              <a:gd name="T45" fmla="*/ 0 h 1166"/>
              <a:gd name="T46" fmla="*/ 583 w 1166"/>
              <a:gd name="T47" fmla="*/ 82 h 1166"/>
              <a:gd name="T48" fmla="*/ 375 w 1166"/>
              <a:gd name="T49" fmla="*/ 290 h 1166"/>
              <a:gd name="T50" fmla="*/ 875 w 1166"/>
              <a:gd name="T51" fmla="*/ 790 h 1166"/>
              <a:gd name="T52" fmla="*/ 1083 w 1166"/>
              <a:gd name="T53" fmla="*/ 583 h 1166"/>
              <a:gd name="T54" fmla="*/ 1165 w 1166"/>
              <a:gd name="T55" fmla="*/ 667 h 1166"/>
              <a:gd name="T56" fmla="*/ 1083 w 1166"/>
              <a:gd name="T57" fmla="*/ 749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6" h="1166">
                <a:moveTo>
                  <a:pt x="1083" y="749"/>
                </a:moveTo>
                <a:lnTo>
                  <a:pt x="1165" y="834"/>
                </a:lnTo>
                <a:lnTo>
                  <a:pt x="1042" y="957"/>
                </a:lnTo>
                <a:lnTo>
                  <a:pt x="1124" y="1042"/>
                </a:lnTo>
                <a:lnTo>
                  <a:pt x="1042" y="1124"/>
                </a:lnTo>
                <a:lnTo>
                  <a:pt x="957" y="1042"/>
                </a:lnTo>
                <a:lnTo>
                  <a:pt x="834" y="1165"/>
                </a:lnTo>
                <a:lnTo>
                  <a:pt x="750" y="1083"/>
                </a:lnTo>
                <a:lnTo>
                  <a:pt x="668" y="1165"/>
                </a:lnTo>
                <a:lnTo>
                  <a:pt x="583" y="1083"/>
                </a:lnTo>
                <a:lnTo>
                  <a:pt x="791" y="875"/>
                </a:lnTo>
                <a:lnTo>
                  <a:pt x="290" y="375"/>
                </a:lnTo>
                <a:lnTo>
                  <a:pt x="82" y="583"/>
                </a:lnTo>
                <a:lnTo>
                  <a:pt x="0" y="498"/>
                </a:lnTo>
                <a:lnTo>
                  <a:pt x="82" y="416"/>
                </a:lnTo>
                <a:lnTo>
                  <a:pt x="0" y="331"/>
                </a:lnTo>
                <a:lnTo>
                  <a:pt x="123" y="208"/>
                </a:lnTo>
                <a:lnTo>
                  <a:pt x="41" y="123"/>
                </a:lnTo>
                <a:lnTo>
                  <a:pt x="123" y="41"/>
                </a:lnTo>
                <a:lnTo>
                  <a:pt x="208" y="123"/>
                </a:lnTo>
                <a:lnTo>
                  <a:pt x="331" y="0"/>
                </a:lnTo>
                <a:lnTo>
                  <a:pt x="416" y="82"/>
                </a:lnTo>
                <a:lnTo>
                  <a:pt x="498" y="0"/>
                </a:lnTo>
                <a:lnTo>
                  <a:pt x="583" y="82"/>
                </a:lnTo>
                <a:lnTo>
                  <a:pt x="375" y="290"/>
                </a:lnTo>
                <a:lnTo>
                  <a:pt x="875" y="790"/>
                </a:lnTo>
                <a:lnTo>
                  <a:pt x="1083" y="583"/>
                </a:lnTo>
                <a:lnTo>
                  <a:pt x="1165" y="667"/>
                </a:lnTo>
                <a:lnTo>
                  <a:pt x="1083" y="749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430839" y="5904707"/>
            <a:ext cx="261937" cy="252412"/>
          </a:xfrm>
          <a:custGeom>
            <a:avLst/>
            <a:gdLst>
              <a:gd name="T0" fmla="*/ 0 w 726"/>
              <a:gd name="T1" fmla="*/ 0 h 701"/>
              <a:gd name="T2" fmla="*/ 118 w 726"/>
              <a:gd name="T3" fmla="*/ 0 h 701"/>
              <a:gd name="T4" fmla="*/ 118 w 726"/>
              <a:gd name="T5" fmla="*/ 700 h 701"/>
              <a:gd name="T6" fmla="*/ 0 w 726"/>
              <a:gd name="T7" fmla="*/ 700 h 701"/>
              <a:gd name="T8" fmla="*/ 0 w 726"/>
              <a:gd name="T9" fmla="*/ 0 h 701"/>
              <a:gd name="T10" fmla="*/ 725 w 726"/>
              <a:gd name="T11" fmla="*/ 617 h 701"/>
              <a:gd name="T12" fmla="*/ 643 w 726"/>
              <a:gd name="T13" fmla="*/ 700 h 701"/>
              <a:gd name="T14" fmla="*/ 293 w 726"/>
              <a:gd name="T15" fmla="*/ 350 h 701"/>
              <a:gd name="T16" fmla="*/ 643 w 726"/>
              <a:gd name="T17" fmla="*/ 0 h 701"/>
              <a:gd name="T18" fmla="*/ 725 w 726"/>
              <a:gd name="T19" fmla="*/ 82 h 701"/>
              <a:gd name="T20" fmla="*/ 457 w 726"/>
              <a:gd name="T21" fmla="*/ 350 h 701"/>
              <a:gd name="T22" fmla="*/ 725 w 726"/>
              <a:gd name="T23" fmla="*/ 617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6" h="701">
                <a:moveTo>
                  <a:pt x="0" y="0"/>
                </a:moveTo>
                <a:lnTo>
                  <a:pt x="118" y="0"/>
                </a:lnTo>
                <a:lnTo>
                  <a:pt x="118" y="700"/>
                </a:lnTo>
                <a:lnTo>
                  <a:pt x="0" y="700"/>
                </a:lnTo>
                <a:lnTo>
                  <a:pt x="0" y="0"/>
                </a:lnTo>
                <a:close/>
                <a:moveTo>
                  <a:pt x="725" y="617"/>
                </a:moveTo>
                <a:lnTo>
                  <a:pt x="643" y="700"/>
                </a:lnTo>
                <a:lnTo>
                  <a:pt x="293" y="350"/>
                </a:lnTo>
                <a:lnTo>
                  <a:pt x="643" y="0"/>
                </a:lnTo>
                <a:lnTo>
                  <a:pt x="725" y="82"/>
                </a:lnTo>
                <a:lnTo>
                  <a:pt x="457" y="350"/>
                </a:lnTo>
                <a:lnTo>
                  <a:pt x="725" y="6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43664" y="5820569"/>
            <a:ext cx="382587" cy="419100"/>
          </a:xfrm>
          <a:custGeom>
            <a:avLst/>
            <a:gdLst>
              <a:gd name="T0" fmla="*/ 694 w 1061"/>
              <a:gd name="T1" fmla="*/ 1165 h 1166"/>
              <a:gd name="T2" fmla="*/ 352 w 1061"/>
              <a:gd name="T3" fmla="*/ 738 h 1166"/>
              <a:gd name="T4" fmla="*/ 710 w 1061"/>
              <a:gd name="T5" fmla="*/ 738 h 1166"/>
              <a:gd name="T6" fmla="*/ 954 w 1061"/>
              <a:gd name="T7" fmla="*/ 738 h 1166"/>
              <a:gd name="T8" fmla="*/ 144 w 1061"/>
              <a:gd name="T9" fmla="*/ 574 h 1166"/>
              <a:gd name="T10" fmla="*/ 150 w 1061"/>
              <a:gd name="T11" fmla="*/ 949 h 1166"/>
              <a:gd name="T12" fmla="*/ 51 w 1061"/>
              <a:gd name="T13" fmla="*/ 738 h 1166"/>
              <a:gd name="T14" fmla="*/ 530 w 1061"/>
              <a:gd name="T15" fmla="*/ 279 h 1166"/>
              <a:gd name="T16" fmla="*/ 831 w 1061"/>
              <a:gd name="T17" fmla="*/ 908 h 1166"/>
              <a:gd name="T18" fmla="*/ 530 w 1061"/>
              <a:gd name="T19" fmla="*/ 624 h 1166"/>
              <a:gd name="T20" fmla="*/ 519 w 1061"/>
              <a:gd name="T21" fmla="*/ 1001 h 1166"/>
              <a:gd name="T22" fmla="*/ 729 w 1061"/>
              <a:gd name="T23" fmla="*/ 1143 h 1166"/>
              <a:gd name="T24" fmla="*/ 557 w 1061"/>
              <a:gd name="T25" fmla="*/ 738 h 1166"/>
              <a:gd name="T26" fmla="*/ 915 w 1061"/>
              <a:gd name="T27" fmla="*/ 1004 h 1166"/>
              <a:gd name="T28" fmla="*/ 820 w 1061"/>
              <a:gd name="T29" fmla="*/ 1045 h 1166"/>
              <a:gd name="T30" fmla="*/ 500 w 1061"/>
              <a:gd name="T31" fmla="*/ 738 h 1166"/>
              <a:gd name="T32" fmla="*/ 557 w 1061"/>
              <a:gd name="T33" fmla="*/ 738 h 1166"/>
              <a:gd name="T34" fmla="*/ 382 w 1061"/>
              <a:gd name="T35" fmla="*/ 1146 h 1166"/>
              <a:gd name="T36" fmla="*/ 202 w 1061"/>
              <a:gd name="T37" fmla="*/ 738 h 1166"/>
              <a:gd name="T38" fmla="*/ 863 w 1061"/>
              <a:gd name="T39" fmla="*/ 738 h 1166"/>
              <a:gd name="T40" fmla="*/ 803 w 1061"/>
              <a:gd name="T41" fmla="*/ 738 h 1166"/>
              <a:gd name="T42" fmla="*/ 262 w 1061"/>
              <a:gd name="T43" fmla="*/ 738 h 1166"/>
              <a:gd name="T44" fmla="*/ 423 w 1061"/>
              <a:gd name="T45" fmla="*/ 1105 h 1166"/>
              <a:gd name="T46" fmla="*/ 401 w 1061"/>
              <a:gd name="T47" fmla="*/ 1154 h 1166"/>
              <a:gd name="T48" fmla="*/ 13 w 1061"/>
              <a:gd name="T49" fmla="*/ 405 h 1166"/>
              <a:gd name="T50" fmla="*/ 833 w 1061"/>
              <a:gd name="T51" fmla="*/ 213 h 1166"/>
              <a:gd name="T52" fmla="*/ 1044 w 1061"/>
              <a:gd name="T53" fmla="*/ 443 h 1166"/>
              <a:gd name="T54" fmla="*/ 806 w 1061"/>
              <a:gd name="T55" fmla="*/ 265 h 1166"/>
              <a:gd name="T56" fmla="*/ 59 w 1061"/>
              <a:gd name="T57" fmla="*/ 438 h 1166"/>
              <a:gd name="T58" fmla="*/ 872 w 1061"/>
              <a:gd name="T59" fmla="*/ 142 h 1166"/>
              <a:gd name="T60" fmla="*/ 532 w 1061"/>
              <a:gd name="T61" fmla="*/ 58 h 1166"/>
              <a:gd name="T62" fmla="*/ 180 w 1061"/>
              <a:gd name="T63" fmla="*/ 88 h 1166"/>
              <a:gd name="T64" fmla="*/ 885 w 1061"/>
              <a:gd name="T65" fmla="*/ 8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61" h="1166">
                <a:moveTo>
                  <a:pt x="702" y="1165"/>
                </a:moveTo>
                <a:lnTo>
                  <a:pt x="694" y="1165"/>
                </a:lnTo>
                <a:cubicBezTo>
                  <a:pt x="601" y="1140"/>
                  <a:pt x="541" y="1105"/>
                  <a:pt x="478" y="1042"/>
                </a:cubicBezTo>
                <a:cubicBezTo>
                  <a:pt x="396" y="960"/>
                  <a:pt x="352" y="853"/>
                  <a:pt x="352" y="738"/>
                </a:cubicBezTo>
                <a:cubicBezTo>
                  <a:pt x="352" y="643"/>
                  <a:pt x="432" y="566"/>
                  <a:pt x="530" y="566"/>
                </a:cubicBezTo>
                <a:cubicBezTo>
                  <a:pt x="629" y="566"/>
                  <a:pt x="710" y="643"/>
                  <a:pt x="710" y="738"/>
                </a:cubicBezTo>
                <a:cubicBezTo>
                  <a:pt x="710" y="801"/>
                  <a:pt x="762" y="851"/>
                  <a:pt x="831" y="851"/>
                </a:cubicBezTo>
                <a:cubicBezTo>
                  <a:pt x="899" y="851"/>
                  <a:pt x="954" y="801"/>
                  <a:pt x="954" y="738"/>
                </a:cubicBezTo>
                <a:cubicBezTo>
                  <a:pt x="954" y="520"/>
                  <a:pt x="762" y="339"/>
                  <a:pt x="530" y="339"/>
                </a:cubicBezTo>
                <a:cubicBezTo>
                  <a:pt x="363" y="339"/>
                  <a:pt x="213" y="432"/>
                  <a:pt x="144" y="574"/>
                </a:cubicBezTo>
                <a:cubicBezTo>
                  <a:pt x="122" y="621"/>
                  <a:pt x="111" y="678"/>
                  <a:pt x="111" y="738"/>
                </a:cubicBezTo>
                <a:cubicBezTo>
                  <a:pt x="111" y="785"/>
                  <a:pt x="114" y="856"/>
                  <a:pt x="150" y="949"/>
                </a:cubicBezTo>
                <a:cubicBezTo>
                  <a:pt x="162" y="986"/>
                  <a:pt x="107" y="999"/>
                  <a:pt x="95" y="968"/>
                </a:cubicBezTo>
                <a:cubicBezTo>
                  <a:pt x="68" y="892"/>
                  <a:pt x="51" y="818"/>
                  <a:pt x="51" y="738"/>
                </a:cubicBezTo>
                <a:cubicBezTo>
                  <a:pt x="51" y="667"/>
                  <a:pt x="65" y="604"/>
                  <a:pt x="92" y="550"/>
                </a:cubicBezTo>
                <a:cubicBezTo>
                  <a:pt x="169" y="386"/>
                  <a:pt x="341" y="279"/>
                  <a:pt x="530" y="279"/>
                </a:cubicBezTo>
                <a:cubicBezTo>
                  <a:pt x="795" y="279"/>
                  <a:pt x="1011" y="487"/>
                  <a:pt x="1011" y="738"/>
                </a:cubicBezTo>
                <a:cubicBezTo>
                  <a:pt x="1011" y="834"/>
                  <a:pt x="930" y="908"/>
                  <a:pt x="831" y="908"/>
                </a:cubicBezTo>
                <a:cubicBezTo>
                  <a:pt x="733" y="908"/>
                  <a:pt x="653" y="834"/>
                  <a:pt x="653" y="738"/>
                </a:cubicBezTo>
                <a:cubicBezTo>
                  <a:pt x="653" y="676"/>
                  <a:pt x="599" y="624"/>
                  <a:pt x="530" y="624"/>
                </a:cubicBezTo>
                <a:cubicBezTo>
                  <a:pt x="462" y="624"/>
                  <a:pt x="409" y="676"/>
                  <a:pt x="409" y="738"/>
                </a:cubicBezTo>
                <a:cubicBezTo>
                  <a:pt x="409" y="837"/>
                  <a:pt x="448" y="930"/>
                  <a:pt x="519" y="1001"/>
                </a:cubicBezTo>
                <a:cubicBezTo>
                  <a:pt x="574" y="1056"/>
                  <a:pt x="628" y="1086"/>
                  <a:pt x="710" y="1107"/>
                </a:cubicBezTo>
                <a:cubicBezTo>
                  <a:pt x="727" y="1110"/>
                  <a:pt x="732" y="1127"/>
                  <a:pt x="729" y="1143"/>
                </a:cubicBezTo>
                <a:cubicBezTo>
                  <a:pt x="727" y="1157"/>
                  <a:pt x="713" y="1165"/>
                  <a:pt x="702" y="1165"/>
                </a:cubicBezTo>
                <a:close/>
                <a:moveTo>
                  <a:pt x="557" y="738"/>
                </a:moveTo>
                <a:cubicBezTo>
                  <a:pt x="557" y="872"/>
                  <a:pt x="667" y="987"/>
                  <a:pt x="820" y="987"/>
                </a:cubicBezTo>
                <a:cubicBezTo>
                  <a:pt x="847" y="987"/>
                  <a:pt x="909" y="967"/>
                  <a:pt x="915" y="1004"/>
                </a:cubicBezTo>
                <a:cubicBezTo>
                  <a:pt x="918" y="1020"/>
                  <a:pt x="907" y="1036"/>
                  <a:pt x="891" y="1039"/>
                </a:cubicBezTo>
                <a:cubicBezTo>
                  <a:pt x="858" y="1045"/>
                  <a:pt x="828" y="1045"/>
                  <a:pt x="820" y="1045"/>
                </a:cubicBezTo>
                <a:cubicBezTo>
                  <a:pt x="751" y="1045"/>
                  <a:pt x="688" y="1028"/>
                  <a:pt x="639" y="993"/>
                </a:cubicBezTo>
                <a:cubicBezTo>
                  <a:pt x="552" y="933"/>
                  <a:pt x="500" y="840"/>
                  <a:pt x="500" y="738"/>
                </a:cubicBezTo>
                <a:cubicBezTo>
                  <a:pt x="500" y="722"/>
                  <a:pt x="514" y="708"/>
                  <a:pt x="530" y="708"/>
                </a:cubicBezTo>
                <a:cubicBezTo>
                  <a:pt x="547" y="708"/>
                  <a:pt x="557" y="722"/>
                  <a:pt x="557" y="738"/>
                </a:cubicBezTo>
                <a:close/>
                <a:moveTo>
                  <a:pt x="401" y="1154"/>
                </a:moveTo>
                <a:cubicBezTo>
                  <a:pt x="393" y="1154"/>
                  <a:pt x="388" y="1151"/>
                  <a:pt x="382" y="1146"/>
                </a:cubicBezTo>
                <a:cubicBezTo>
                  <a:pt x="330" y="1094"/>
                  <a:pt x="303" y="1061"/>
                  <a:pt x="265" y="990"/>
                </a:cubicBezTo>
                <a:cubicBezTo>
                  <a:pt x="224" y="919"/>
                  <a:pt x="202" y="831"/>
                  <a:pt x="202" y="738"/>
                </a:cubicBezTo>
                <a:cubicBezTo>
                  <a:pt x="202" y="566"/>
                  <a:pt x="349" y="424"/>
                  <a:pt x="532" y="424"/>
                </a:cubicBezTo>
                <a:cubicBezTo>
                  <a:pt x="716" y="424"/>
                  <a:pt x="863" y="566"/>
                  <a:pt x="863" y="738"/>
                </a:cubicBezTo>
                <a:cubicBezTo>
                  <a:pt x="863" y="755"/>
                  <a:pt x="850" y="766"/>
                  <a:pt x="833" y="766"/>
                </a:cubicBezTo>
                <a:cubicBezTo>
                  <a:pt x="817" y="766"/>
                  <a:pt x="803" y="755"/>
                  <a:pt x="803" y="738"/>
                </a:cubicBezTo>
                <a:cubicBezTo>
                  <a:pt x="803" y="596"/>
                  <a:pt x="683" y="481"/>
                  <a:pt x="532" y="481"/>
                </a:cubicBezTo>
                <a:cubicBezTo>
                  <a:pt x="382" y="481"/>
                  <a:pt x="262" y="596"/>
                  <a:pt x="262" y="738"/>
                </a:cubicBezTo>
                <a:cubicBezTo>
                  <a:pt x="262" y="823"/>
                  <a:pt x="278" y="900"/>
                  <a:pt x="314" y="963"/>
                </a:cubicBezTo>
                <a:cubicBezTo>
                  <a:pt x="352" y="1031"/>
                  <a:pt x="379" y="1058"/>
                  <a:pt x="423" y="1105"/>
                </a:cubicBezTo>
                <a:cubicBezTo>
                  <a:pt x="434" y="1116"/>
                  <a:pt x="434" y="1135"/>
                  <a:pt x="423" y="1146"/>
                </a:cubicBezTo>
                <a:cubicBezTo>
                  <a:pt x="418" y="1151"/>
                  <a:pt x="409" y="1154"/>
                  <a:pt x="401" y="1154"/>
                </a:cubicBezTo>
                <a:close/>
                <a:moveTo>
                  <a:pt x="38" y="449"/>
                </a:moveTo>
                <a:cubicBezTo>
                  <a:pt x="14" y="449"/>
                  <a:pt x="0" y="427"/>
                  <a:pt x="13" y="405"/>
                </a:cubicBezTo>
                <a:cubicBezTo>
                  <a:pt x="70" y="323"/>
                  <a:pt x="144" y="257"/>
                  <a:pt x="232" y="213"/>
                </a:cubicBezTo>
                <a:cubicBezTo>
                  <a:pt x="415" y="118"/>
                  <a:pt x="650" y="118"/>
                  <a:pt x="833" y="213"/>
                </a:cubicBezTo>
                <a:cubicBezTo>
                  <a:pt x="921" y="257"/>
                  <a:pt x="995" y="320"/>
                  <a:pt x="1052" y="402"/>
                </a:cubicBezTo>
                <a:cubicBezTo>
                  <a:pt x="1060" y="416"/>
                  <a:pt x="1057" y="435"/>
                  <a:pt x="1044" y="443"/>
                </a:cubicBezTo>
                <a:cubicBezTo>
                  <a:pt x="1030" y="451"/>
                  <a:pt x="1011" y="449"/>
                  <a:pt x="1003" y="435"/>
                </a:cubicBezTo>
                <a:cubicBezTo>
                  <a:pt x="951" y="361"/>
                  <a:pt x="885" y="306"/>
                  <a:pt x="806" y="265"/>
                </a:cubicBezTo>
                <a:cubicBezTo>
                  <a:pt x="639" y="181"/>
                  <a:pt x="426" y="178"/>
                  <a:pt x="259" y="265"/>
                </a:cubicBezTo>
                <a:cubicBezTo>
                  <a:pt x="180" y="306"/>
                  <a:pt x="111" y="364"/>
                  <a:pt x="59" y="438"/>
                </a:cubicBezTo>
                <a:cubicBezTo>
                  <a:pt x="54" y="446"/>
                  <a:pt x="46" y="449"/>
                  <a:pt x="38" y="449"/>
                </a:cubicBezTo>
                <a:close/>
                <a:moveTo>
                  <a:pt x="872" y="142"/>
                </a:moveTo>
                <a:cubicBezTo>
                  <a:pt x="866" y="142"/>
                  <a:pt x="861" y="142"/>
                  <a:pt x="858" y="140"/>
                </a:cubicBezTo>
                <a:cubicBezTo>
                  <a:pt x="746" y="82"/>
                  <a:pt x="647" y="58"/>
                  <a:pt x="532" y="58"/>
                </a:cubicBezTo>
                <a:cubicBezTo>
                  <a:pt x="418" y="58"/>
                  <a:pt x="306" y="85"/>
                  <a:pt x="207" y="140"/>
                </a:cubicBezTo>
                <a:cubicBezTo>
                  <a:pt x="175" y="159"/>
                  <a:pt x="148" y="107"/>
                  <a:pt x="180" y="88"/>
                </a:cubicBezTo>
                <a:cubicBezTo>
                  <a:pt x="289" y="28"/>
                  <a:pt x="407" y="0"/>
                  <a:pt x="532" y="0"/>
                </a:cubicBezTo>
                <a:cubicBezTo>
                  <a:pt x="656" y="0"/>
                  <a:pt x="765" y="28"/>
                  <a:pt x="885" y="88"/>
                </a:cubicBezTo>
                <a:cubicBezTo>
                  <a:pt x="910" y="103"/>
                  <a:pt x="899" y="142"/>
                  <a:pt x="872" y="14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24749" y="5847558"/>
            <a:ext cx="368300" cy="366713"/>
          </a:xfrm>
          <a:custGeom>
            <a:avLst/>
            <a:gdLst>
              <a:gd name="T0" fmla="*/ 1020 w 1021"/>
              <a:gd name="T1" fmla="*/ 935 h 1020"/>
              <a:gd name="T2" fmla="*/ 935 w 1021"/>
              <a:gd name="T3" fmla="*/ 1019 h 1020"/>
              <a:gd name="T4" fmla="*/ 651 w 1021"/>
              <a:gd name="T5" fmla="*/ 738 h 1020"/>
              <a:gd name="T6" fmla="*/ 410 w 1021"/>
              <a:gd name="T7" fmla="*/ 817 h 1020"/>
              <a:gd name="T8" fmla="*/ 120 w 1021"/>
              <a:gd name="T9" fmla="*/ 697 h 1020"/>
              <a:gd name="T10" fmla="*/ 0 w 1021"/>
              <a:gd name="T11" fmla="*/ 817 h 1020"/>
              <a:gd name="T12" fmla="*/ 0 w 1021"/>
              <a:gd name="T13" fmla="*/ 467 h 1020"/>
              <a:gd name="T14" fmla="*/ 350 w 1021"/>
              <a:gd name="T15" fmla="*/ 467 h 1020"/>
              <a:gd name="T16" fmla="*/ 202 w 1021"/>
              <a:gd name="T17" fmla="*/ 615 h 1020"/>
              <a:gd name="T18" fmla="*/ 410 w 1021"/>
              <a:gd name="T19" fmla="*/ 700 h 1020"/>
              <a:gd name="T20" fmla="*/ 694 w 1021"/>
              <a:gd name="T21" fmla="*/ 467 h 1020"/>
              <a:gd name="T22" fmla="*/ 812 w 1021"/>
              <a:gd name="T23" fmla="*/ 467 h 1020"/>
              <a:gd name="T24" fmla="*/ 738 w 1021"/>
              <a:gd name="T25" fmla="*/ 650 h 1020"/>
              <a:gd name="T26" fmla="*/ 1020 w 1021"/>
              <a:gd name="T27" fmla="*/ 935 h 1020"/>
              <a:gd name="T28" fmla="*/ 410 w 1021"/>
              <a:gd name="T29" fmla="*/ 117 h 1020"/>
              <a:gd name="T30" fmla="*/ 123 w 1021"/>
              <a:gd name="T31" fmla="*/ 350 h 1020"/>
              <a:gd name="T32" fmla="*/ 5 w 1021"/>
              <a:gd name="T33" fmla="*/ 350 h 1020"/>
              <a:gd name="T34" fmla="*/ 410 w 1021"/>
              <a:gd name="T35" fmla="*/ 0 h 1020"/>
              <a:gd name="T36" fmla="*/ 697 w 1021"/>
              <a:gd name="T37" fmla="*/ 120 h 1020"/>
              <a:gd name="T38" fmla="*/ 817 w 1021"/>
              <a:gd name="T39" fmla="*/ 0 h 1020"/>
              <a:gd name="T40" fmla="*/ 817 w 1021"/>
              <a:gd name="T41" fmla="*/ 350 h 1020"/>
              <a:gd name="T42" fmla="*/ 467 w 1021"/>
              <a:gd name="T43" fmla="*/ 350 h 1020"/>
              <a:gd name="T44" fmla="*/ 615 w 1021"/>
              <a:gd name="T45" fmla="*/ 202 h 1020"/>
              <a:gd name="T46" fmla="*/ 410 w 1021"/>
              <a:gd name="T47" fmla="*/ 117 h 10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21" h="1020">
                <a:moveTo>
                  <a:pt x="1020" y="935"/>
                </a:moveTo>
                <a:lnTo>
                  <a:pt x="935" y="1019"/>
                </a:lnTo>
                <a:lnTo>
                  <a:pt x="651" y="738"/>
                </a:lnTo>
                <a:cubicBezTo>
                  <a:pt x="582" y="787"/>
                  <a:pt x="500" y="817"/>
                  <a:pt x="410" y="817"/>
                </a:cubicBezTo>
                <a:cubicBezTo>
                  <a:pt x="298" y="817"/>
                  <a:pt x="194" y="771"/>
                  <a:pt x="120" y="697"/>
                </a:cubicBezTo>
                <a:lnTo>
                  <a:pt x="0" y="817"/>
                </a:lnTo>
                <a:lnTo>
                  <a:pt x="0" y="467"/>
                </a:lnTo>
                <a:lnTo>
                  <a:pt x="350" y="467"/>
                </a:lnTo>
                <a:lnTo>
                  <a:pt x="202" y="615"/>
                </a:lnTo>
                <a:cubicBezTo>
                  <a:pt x="254" y="667"/>
                  <a:pt x="331" y="700"/>
                  <a:pt x="410" y="700"/>
                </a:cubicBezTo>
                <a:cubicBezTo>
                  <a:pt x="552" y="700"/>
                  <a:pt x="667" y="601"/>
                  <a:pt x="694" y="467"/>
                </a:cubicBezTo>
                <a:lnTo>
                  <a:pt x="812" y="467"/>
                </a:lnTo>
                <a:cubicBezTo>
                  <a:pt x="804" y="536"/>
                  <a:pt x="776" y="598"/>
                  <a:pt x="738" y="650"/>
                </a:cubicBezTo>
                <a:lnTo>
                  <a:pt x="1020" y="935"/>
                </a:lnTo>
                <a:close/>
                <a:moveTo>
                  <a:pt x="410" y="117"/>
                </a:moveTo>
                <a:cubicBezTo>
                  <a:pt x="268" y="117"/>
                  <a:pt x="150" y="216"/>
                  <a:pt x="123" y="350"/>
                </a:cubicBezTo>
                <a:lnTo>
                  <a:pt x="5" y="350"/>
                </a:lnTo>
                <a:cubicBezTo>
                  <a:pt x="33" y="153"/>
                  <a:pt x="205" y="0"/>
                  <a:pt x="410" y="0"/>
                </a:cubicBezTo>
                <a:cubicBezTo>
                  <a:pt x="522" y="0"/>
                  <a:pt x="623" y="46"/>
                  <a:pt x="697" y="120"/>
                </a:cubicBezTo>
                <a:lnTo>
                  <a:pt x="817" y="0"/>
                </a:lnTo>
                <a:lnTo>
                  <a:pt x="817" y="350"/>
                </a:lnTo>
                <a:lnTo>
                  <a:pt x="467" y="350"/>
                </a:lnTo>
                <a:lnTo>
                  <a:pt x="615" y="202"/>
                </a:lnTo>
                <a:cubicBezTo>
                  <a:pt x="563" y="150"/>
                  <a:pt x="489" y="117"/>
                  <a:pt x="410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615362" y="5820569"/>
            <a:ext cx="336550" cy="419100"/>
          </a:xfrm>
          <a:custGeom>
            <a:avLst/>
            <a:gdLst>
              <a:gd name="T0" fmla="*/ 293 w 936"/>
              <a:gd name="T1" fmla="*/ 640 h 1166"/>
              <a:gd name="T2" fmla="*/ 468 w 936"/>
              <a:gd name="T3" fmla="*/ 465 h 1166"/>
              <a:gd name="T4" fmla="*/ 643 w 936"/>
              <a:gd name="T5" fmla="*/ 640 h 1166"/>
              <a:gd name="T6" fmla="*/ 468 w 936"/>
              <a:gd name="T7" fmla="*/ 815 h 1166"/>
              <a:gd name="T8" fmla="*/ 293 w 936"/>
              <a:gd name="T9" fmla="*/ 640 h 1166"/>
              <a:gd name="T10" fmla="*/ 935 w 936"/>
              <a:gd name="T11" fmla="*/ 1025 h 1166"/>
              <a:gd name="T12" fmla="*/ 711 w 936"/>
              <a:gd name="T13" fmla="*/ 801 h 1166"/>
              <a:gd name="T14" fmla="*/ 760 w 936"/>
              <a:gd name="T15" fmla="*/ 640 h 1166"/>
              <a:gd name="T16" fmla="*/ 468 w 936"/>
              <a:gd name="T17" fmla="*/ 350 h 1166"/>
              <a:gd name="T18" fmla="*/ 175 w 936"/>
              <a:gd name="T19" fmla="*/ 640 h 1166"/>
              <a:gd name="T20" fmla="*/ 468 w 936"/>
              <a:gd name="T21" fmla="*/ 933 h 1166"/>
              <a:gd name="T22" fmla="*/ 629 w 936"/>
              <a:gd name="T23" fmla="*/ 883 h 1166"/>
              <a:gd name="T24" fmla="*/ 886 w 936"/>
              <a:gd name="T25" fmla="*/ 1143 h 1166"/>
              <a:gd name="T26" fmla="*/ 818 w 936"/>
              <a:gd name="T27" fmla="*/ 1165 h 1166"/>
              <a:gd name="T28" fmla="*/ 118 w 936"/>
              <a:gd name="T29" fmla="*/ 1165 h 1166"/>
              <a:gd name="T30" fmla="*/ 0 w 936"/>
              <a:gd name="T31" fmla="*/ 1050 h 1166"/>
              <a:gd name="T32" fmla="*/ 3 w 936"/>
              <a:gd name="T33" fmla="*/ 115 h 1166"/>
              <a:gd name="T34" fmla="*/ 118 w 936"/>
              <a:gd name="T35" fmla="*/ 0 h 1166"/>
              <a:gd name="T36" fmla="*/ 585 w 936"/>
              <a:gd name="T37" fmla="*/ 0 h 1166"/>
              <a:gd name="T38" fmla="*/ 935 w 936"/>
              <a:gd name="T39" fmla="*/ 350 h 1166"/>
              <a:gd name="T40" fmla="*/ 935 w 936"/>
              <a:gd name="T41" fmla="*/ 102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1166">
                <a:moveTo>
                  <a:pt x="293" y="640"/>
                </a:moveTo>
                <a:cubicBezTo>
                  <a:pt x="293" y="544"/>
                  <a:pt x="373" y="465"/>
                  <a:pt x="468" y="465"/>
                </a:cubicBezTo>
                <a:cubicBezTo>
                  <a:pt x="564" y="465"/>
                  <a:pt x="643" y="544"/>
                  <a:pt x="643" y="640"/>
                </a:cubicBezTo>
                <a:cubicBezTo>
                  <a:pt x="643" y="736"/>
                  <a:pt x="564" y="815"/>
                  <a:pt x="468" y="815"/>
                </a:cubicBezTo>
                <a:cubicBezTo>
                  <a:pt x="373" y="815"/>
                  <a:pt x="293" y="736"/>
                  <a:pt x="293" y="640"/>
                </a:cubicBezTo>
                <a:close/>
                <a:moveTo>
                  <a:pt x="935" y="1025"/>
                </a:moveTo>
                <a:lnTo>
                  <a:pt x="711" y="801"/>
                </a:lnTo>
                <a:cubicBezTo>
                  <a:pt x="741" y="755"/>
                  <a:pt x="760" y="700"/>
                  <a:pt x="760" y="640"/>
                </a:cubicBezTo>
                <a:cubicBezTo>
                  <a:pt x="760" y="479"/>
                  <a:pt x="630" y="350"/>
                  <a:pt x="468" y="350"/>
                </a:cubicBezTo>
                <a:cubicBezTo>
                  <a:pt x="307" y="350"/>
                  <a:pt x="175" y="479"/>
                  <a:pt x="175" y="640"/>
                </a:cubicBezTo>
                <a:cubicBezTo>
                  <a:pt x="175" y="801"/>
                  <a:pt x="306" y="933"/>
                  <a:pt x="468" y="933"/>
                </a:cubicBezTo>
                <a:cubicBezTo>
                  <a:pt x="528" y="933"/>
                  <a:pt x="582" y="913"/>
                  <a:pt x="629" y="883"/>
                </a:cubicBezTo>
                <a:lnTo>
                  <a:pt x="886" y="1143"/>
                </a:lnTo>
                <a:cubicBezTo>
                  <a:pt x="867" y="1157"/>
                  <a:pt x="845" y="1165"/>
                  <a:pt x="818" y="1165"/>
                </a:cubicBezTo>
                <a:lnTo>
                  <a:pt x="118" y="1165"/>
                </a:lnTo>
                <a:cubicBezTo>
                  <a:pt x="55" y="1165"/>
                  <a:pt x="0" y="1113"/>
                  <a:pt x="0" y="1050"/>
                </a:cubicBezTo>
                <a:lnTo>
                  <a:pt x="3" y="115"/>
                </a:lnTo>
                <a:cubicBezTo>
                  <a:pt x="3" y="52"/>
                  <a:pt x="55" y="0"/>
                  <a:pt x="118" y="0"/>
                </a:cubicBezTo>
                <a:lnTo>
                  <a:pt x="585" y="0"/>
                </a:lnTo>
                <a:lnTo>
                  <a:pt x="935" y="350"/>
                </a:lnTo>
                <a:lnTo>
                  <a:pt x="935" y="10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26599" y="5798344"/>
            <a:ext cx="463550" cy="463550"/>
          </a:xfrm>
          <a:custGeom>
            <a:avLst/>
            <a:gdLst>
              <a:gd name="T0" fmla="*/ 1167 w 1286"/>
              <a:gd name="T1" fmla="*/ 935 h 1286"/>
              <a:gd name="T2" fmla="*/ 1167 w 1286"/>
              <a:gd name="T3" fmla="*/ 118 h 1286"/>
              <a:gd name="T4" fmla="*/ 350 w 1286"/>
              <a:gd name="T5" fmla="*/ 118 h 1286"/>
              <a:gd name="T6" fmla="*/ 350 w 1286"/>
              <a:gd name="T7" fmla="*/ 935 h 1286"/>
              <a:gd name="T8" fmla="*/ 1167 w 1286"/>
              <a:gd name="T9" fmla="*/ 935 h 1286"/>
              <a:gd name="T10" fmla="*/ 1167 w 1286"/>
              <a:gd name="T11" fmla="*/ 0 h 1286"/>
              <a:gd name="T12" fmla="*/ 1285 w 1286"/>
              <a:gd name="T13" fmla="*/ 118 h 1286"/>
              <a:gd name="T14" fmla="*/ 1285 w 1286"/>
              <a:gd name="T15" fmla="*/ 935 h 1286"/>
              <a:gd name="T16" fmla="*/ 1167 w 1286"/>
              <a:gd name="T17" fmla="*/ 1050 h 1286"/>
              <a:gd name="T18" fmla="*/ 350 w 1286"/>
              <a:gd name="T19" fmla="*/ 1050 h 1286"/>
              <a:gd name="T20" fmla="*/ 235 w 1286"/>
              <a:gd name="T21" fmla="*/ 935 h 1286"/>
              <a:gd name="T22" fmla="*/ 235 w 1286"/>
              <a:gd name="T23" fmla="*/ 118 h 1286"/>
              <a:gd name="T24" fmla="*/ 350 w 1286"/>
              <a:gd name="T25" fmla="*/ 0 h 1286"/>
              <a:gd name="T26" fmla="*/ 1167 w 1286"/>
              <a:gd name="T27" fmla="*/ 0 h 1286"/>
              <a:gd name="T28" fmla="*/ 117 w 1286"/>
              <a:gd name="T29" fmla="*/ 1167 h 1286"/>
              <a:gd name="T30" fmla="*/ 1050 w 1286"/>
              <a:gd name="T31" fmla="*/ 1167 h 1286"/>
              <a:gd name="T32" fmla="*/ 1050 w 1286"/>
              <a:gd name="T33" fmla="*/ 1285 h 1286"/>
              <a:gd name="T34" fmla="*/ 117 w 1286"/>
              <a:gd name="T35" fmla="*/ 1285 h 1286"/>
              <a:gd name="T36" fmla="*/ 0 w 1286"/>
              <a:gd name="T37" fmla="*/ 1167 h 1286"/>
              <a:gd name="T38" fmla="*/ 0 w 1286"/>
              <a:gd name="T39" fmla="*/ 235 h 1286"/>
              <a:gd name="T40" fmla="*/ 117 w 1286"/>
              <a:gd name="T41" fmla="*/ 235 h 1286"/>
              <a:gd name="T42" fmla="*/ 117 w 1286"/>
              <a:gd name="T43" fmla="*/ 1167 h 1286"/>
              <a:gd name="T44" fmla="*/ 872 w 1286"/>
              <a:gd name="T45" fmla="*/ 544 h 1286"/>
              <a:gd name="T46" fmla="*/ 1080 w 1286"/>
              <a:gd name="T47" fmla="*/ 818 h 1286"/>
              <a:gd name="T48" fmla="*/ 437 w 1286"/>
              <a:gd name="T49" fmla="*/ 818 h 1286"/>
              <a:gd name="T50" fmla="*/ 599 w 1286"/>
              <a:gd name="T51" fmla="*/ 612 h 1286"/>
              <a:gd name="T52" fmla="*/ 713 w 1286"/>
              <a:gd name="T53" fmla="*/ 749 h 1286"/>
              <a:gd name="T54" fmla="*/ 872 w 1286"/>
              <a:gd name="T55" fmla="*/ 544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6" h="1286">
                <a:moveTo>
                  <a:pt x="1167" y="935"/>
                </a:moveTo>
                <a:lnTo>
                  <a:pt x="1167" y="118"/>
                </a:lnTo>
                <a:lnTo>
                  <a:pt x="350" y="118"/>
                </a:lnTo>
                <a:lnTo>
                  <a:pt x="350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5"/>
                </a:lnTo>
                <a:cubicBezTo>
                  <a:pt x="1285" y="998"/>
                  <a:pt x="1230" y="1050"/>
                  <a:pt x="1167" y="1050"/>
                </a:cubicBezTo>
                <a:lnTo>
                  <a:pt x="350" y="1050"/>
                </a:lnTo>
                <a:cubicBezTo>
                  <a:pt x="287" y="1050"/>
                  <a:pt x="235" y="998"/>
                  <a:pt x="235" y="935"/>
                </a:cubicBezTo>
                <a:lnTo>
                  <a:pt x="235" y="118"/>
                </a:lnTo>
                <a:cubicBezTo>
                  <a:pt x="235" y="55"/>
                  <a:pt x="287" y="0"/>
                  <a:pt x="350" y="0"/>
                </a:cubicBezTo>
                <a:lnTo>
                  <a:pt x="1167" y="0"/>
                </a:lnTo>
                <a:close/>
                <a:moveTo>
                  <a:pt x="117" y="1167"/>
                </a:moveTo>
                <a:lnTo>
                  <a:pt x="1050" y="1167"/>
                </a:lnTo>
                <a:lnTo>
                  <a:pt x="1050" y="1285"/>
                </a:lnTo>
                <a:lnTo>
                  <a:pt x="117" y="1285"/>
                </a:lnTo>
                <a:cubicBezTo>
                  <a:pt x="54" y="1285"/>
                  <a:pt x="0" y="1230"/>
                  <a:pt x="0" y="1167"/>
                </a:cubicBezTo>
                <a:lnTo>
                  <a:pt x="0" y="235"/>
                </a:lnTo>
                <a:lnTo>
                  <a:pt x="117" y="235"/>
                </a:lnTo>
                <a:lnTo>
                  <a:pt x="117" y="1167"/>
                </a:lnTo>
                <a:close/>
                <a:moveTo>
                  <a:pt x="872" y="544"/>
                </a:moveTo>
                <a:lnTo>
                  <a:pt x="1080" y="818"/>
                </a:lnTo>
                <a:lnTo>
                  <a:pt x="437" y="818"/>
                </a:lnTo>
                <a:lnTo>
                  <a:pt x="599" y="612"/>
                </a:lnTo>
                <a:lnTo>
                  <a:pt x="713" y="749"/>
                </a:lnTo>
                <a:lnTo>
                  <a:pt x="872" y="54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847389" y="5945982"/>
            <a:ext cx="166687" cy="168275"/>
          </a:xfrm>
          <a:custGeom>
            <a:avLst/>
            <a:gdLst>
              <a:gd name="T0" fmla="*/ 232 w 465"/>
              <a:gd name="T1" fmla="*/ 465 h 466"/>
              <a:gd name="T2" fmla="*/ 464 w 465"/>
              <a:gd name="T3" fmla="*/ 233 h 466"/>
              <a:gd name="T4" fmla="*/ 232 w 465"/>
              <a:gd name="T5" fmla="*/ 0 h 466"/>
              <a:gd name="T6" fmla="*/ 0 w 465"/>
              <a:gd name="T7" fmla="*/ 233 h 466"/>
              <a:gd name="T8" fmla="*/ 232 w 465"/>
              <a:gd name="T9" fmla="*/ 465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5" h="466">
                <a:moveTo>
                  <a:pt x="232" y="465"/>
                </a:moveTo>
                <a:cubicBezTo>
                  <a:pt x="360" y="465"/>
                  <a:pt x="464" y="362"/>
                  <a:pt x="464" y="233"/>
                </a:cubicBezTo>
                <a:cubicBezTo>
                  <a:pt x="464" y="105"/>
                  <a:pt x="361" y="0"/>
                  <a:pt x="232" y="0"/>
                </a:cubicBezTo>
                <a:cubicBezTo>
                  <a:pt x="103" y="0"/>
                  <a:pt x="0" y="105"/>
                  <a:pt x="0" y="233"/>
                </a:cubicBezTo>
                <a:cubicBezTo>
                  <a:pt x="0" y="362"/>
                  <a:pt x="103" y="465"/>
                  <a:pt x="232" y="465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40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73"/>
          <p:cNvSpPr>
            <a:spLocks noChangeArrowheads="1"/>
          </p:cNvSpPr>
          <p:nvPr/>
        </p:nvSpPr>
        <p:spPr bwMode="auto">
          <a:xfrm>
            <a:off x="1058864" y="606426"/>
            <a:ext cx="403225" cy="441325"/>
          </a:xfrm>
          <a:custGeom>
            <a:avLst/>
            <a:gdLst>
              <a:gd name="T0" fmla="*/ 806 w 1122"/>
              <a:gd name="T1" fmla="*/ 328 h 1226"/>
              <a:gd name="T2" fmla="*/ 943 w 1122"/>
              <a:gd name="T3" fmla="*/ 328 h 1226"/>
              <a:gd name="T4" fmla="*/ 875 w 1122"/>
              <a:gd name="T5" fmla="*/ 115 h 1226"/>
              <a:gd name="T6" fmla="*/ 806 w 1122"/>
              <a:gd name="T7" fmla="*/ 328 h 1226"/>
              <a:gd name="T8" fmla="*/ 1121 w 1122"/>
              <a:gd name="T9" fmla="*/ 525 h 1226"/>
              <a:gd name="T10" fmla="*/ 1009 w 1122"/>
              <a:gd name="T11" fmla="*/ 525 h 1226"/>
              <a:gd name="T12" fmla="*/ 968 w 1122"/>
              <a:gd name="T13" fmla="*/ 408 h 1226"/>
              <a:gd name="T14" fmla="*/ 782 w 1122"/>
              <a:gd name="T15" fmla="*/ 408 h 1226"/>
              <a:gd name="T16" fmla="*/ 741 w 1122"/>
              <a:gd name="T17" fmla="*/ 525 h 1226"/>
              <a:gd name="T18" fmla="*/ 629 w 1122"/>
              <a:gd name="T19" fmla="*/ 525 h 1226"/>
              <a:gd name="T20" fmla="*/ 817 w 1122"/>
              <a:gd name="T21" fmla="*/ 0 h 1226"/>
              <a:gd name="T22" fmla="*/ 932 w 1122"/>
              <a:gd name="T23" fmla="*/ 0 h 1226"/>
              <a:gd name="T24" fmla="*/ 1121 w 1122"/>
              <a:gd name="T25" fmla="*/ 525 h 1226"/>
              <a:gd name="T26" fmla="*/ 0 w 1122"/>
              <a:gd name="T27" fmla="*/ 0 h 1226"/>
              <a:gd name="T28" fmla="*/ 582 w 1122"/>
              <a:gd name="T29" fmla="*/ 0 h 1226"/>
              <a:gd name="T30" fmla="*/ 350 w 1122"/>
              <a:gd name="T31" fmla="*/ 525 h 1226"/>
              <a:gd name="T32" fmla="*/ 582 w 1122"/>
              <a:gd name="T33" fmla="*/ 525 h 1226"/>
              <a:gd name="T34" fmla="*/ 175 w 1122"/>
              <a:gd name="T35" fmla="*/ 1225 h 1226"/>
              <a:gd name="T36" fmla="*/ 175 w 1122"/>
              <a:gd name="T37" fmla="*/ 700 h 1226"/>
              <a:gd name="T38" fmla="*/ 0 w 1122"/>
              <a:gd name="T39" fmla="*/ 700 h 1226"/>
              <a:gd name="T40" fmla="*/ 0 w 1122"/>
              <a:gd name="T41" fmla="*/ 0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22" h="1226">
                <a:moveTo>
                  <a:pt x="806" y="328"/>
                </a:moveTo>
                <a:lnTo>
                  <a:pt x="943" y="328"/>
                </a:lnTo>
                <a:lnTo>
                  <a:pt x="875" y="115"/>
                </a:lnTo>
                <a:lnTo>
                  <a:pt x="806" y="328"/>
                </a:lnTo>
                <a:close/>
                <a:moveTo>
                  <a:pt x="1121" y="525"/>
                </a:moveTo>
                <a:lnTo>
                  <a:pt x="1009" y="525"/>
                </a:lnTo>
                <a:lnTo>
                  <a:pt x="968" y="408"/>
                </a:lnTo>
                <a:lnTo>
                  <a:pt x="782" y="408"/>
                </a:lnTo>
                <a:lnTo>
                  <a:pt x="741" y="525"/>
                </a:lnTo>
                <a:lnTo>
                  <a:pt x="629" y="525"/>
                </a:lnTo>
                <a:lnTo>
                  <a:pt x="817" y="0"/>
                </a:lnTo>
                <a:lnTo>
                  <a:pt x="932" y="0"/>
                </a:lnTo>
                <a:lnTo>
                  <a:pt x="1121" y="525"/>
                </a:lnTo>
                <a:close/>
                <a:moveTo>
                  <a:pt x="0" y="0"/>
                </a:moveTo>
                <a:lnTo>
                  <a:pt x="582" y="0"/>
                </a:lnTo>
                <a:lnTo>
                  <a:pt x="350" y="525"/>
                </a:lnTo>
                <a:lnTo>
                  <a:pt x="582" y="525"/>
                </a:lnTo>
                <a:lnTo>
                  <a:pt x="175" y="1225"/>
                </a:lnTo>
                <a:lnTo>
                  <a:pt x="175" y="700"/>
                </a:lnTo>
                <a:lnTo>
                  <a:pt x="0" y="7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5" name="Freeform 74"/>
          <p:cNvSpPr>
            <a:spLocks noChangeArrowheads="1"/>
          </p:cNvSpPr>
          <p:nvPr/>
        </p:nvSpPr>
        <p:spPr bwMode="auto">
          <a:xfrm>
            <a:off x="2127250" y="658813"/>
            <a:ext cx="419100" cy="336550"/>
          </a:xfrm>
          <a:custGeom>
            <a:avLst/>
            <a:gdLst>
              <a:gd name="T0" fmla="*/ 1049 w 1165"/>
              <a:gd name="T1" fmla="*/ 235 h 936"/>
              <a:gd name="T2" fmla="*/ 114 w 1165"/>
              <a:gd name="T3" fmla="*/ 235 h 936"/>
              <a:gd name="T4" fmla="*/ 114 w 1165"/>
              <a:gd name="T5" fmla="*/ 817 h 936"/>
              <a:gd name="T6" fmla="*/ 1049 w 1165"/>
              <a:gd name="T7" fmla="*/ 817 h 936"/>
              <a:gd name="T8" fmla="*/ 1049 w 1165"/>
              <a:gd name="T9" fmla="*/ 235 h 936"/>
              <a:gd name="T10" fmla="*/ 1164 w 1165"/>
              <a:gd name="T11" fmla="*/ 235 h 936"/>
              <a:gd name="T12" fmla="*/ 1164 w 1165"/>
              <a:gd name="T13" fmla="*/ 817 h 936"/>
              <a:gd name="T14" fmla="*/ 1049 w 1165"/>
              <a:gd name="T15" fmla="*/ 935 h 936"/>
              <a:gd name="T16" fmla="*/ 114 w 1165"/>
              <a:gd name="T17" fmla="*/ 935 h 936"/>
              <a:gd name="T18" fmla="*/ 0 w 1165"/>
              <a:gd name="T19" fmla="*/ 817 h 936"/>
              <a:gd name="T20" fmla="*/ 0 w 1165"/>
              <a:gd name="T21" fmla="*/ 118 h 936"/>
              <a:gd name="T22" fmla="*/ 114 w 1165"/>
              <a:gd name="T23" fmla="*/ 0 h 936"/>
              <a:gd name="T24" fmla="*/ 464 w 1165"/>
              <a:gd name="T25" fmla="*/ 0 h 936"/>
              <a:gd name="T26" fmla="*/ 582 w 1165"/>
              <a:gd name="T27" fmla="*/ 118 h 936"/>
              <a:gd name="T28" fmla="*/ 1049 w 1165"/>
              <a:gd name="T29" fmla="*/ 118 h 936"/>
              <a:gd name="T30" fmla="*/ 1164 w 1165"/>
              <a:gd name="T31" fmla="*/ 235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5" h="936">
                <a:moveTo>
                  <a:pt x="1049" y="235"/>
                </a:moveTo>
                <a:lnTo>
                  <a:pt x="114" y="235"/>
                </a:lnTo>
                <a:lnTo>
                  <a:pt x="114" y="817"/>
                </a:lnTo>
                <a:lnTo>
                  <a:pt x="1049" y="817"/>
                </a:lnTo>
                <a:lnTo>
                  <a:pt x="1049" y="235"/>
                </a:lnTo>
                <a:close/>
                <a:moveTo>
                  <a:pt x="1164" y="235"/>
                </a:moveTo>
                <a:lnTo>
                  <a:pt x="1164" y="817"/>
                </a:lnTo>
                <a:cubicBezTo>
                  <a:pt x="1164" y="880"/>
                  <a:pt x="1112" y="935"/>
                  <a:pt x="1049" y="935"/>
                </a:cubicBezTo>
                <a:lnTo>
                  <a:pt x="114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8"/>
                </a:lnTo>
                <a:cubicBezTo>
                  <a:pt x="0" y="55"/>
                  <a:pt x="52" y="0"/>
                  <a:pt x="114" y="0"/>
                </a:cubicBezTo>
                <a:lnTo>
                  <a:pt x="464" y="0"/>
                </a:lnTo>
                <a:lnTo>
                  <a:pt x="582" y="118"/>
                </a:lnTo>
                <a:lnTo>
                  <a:pt x="1049" y="118"/>
                </a:lnTo>
                <a:cubicBezTo>
                  <a:pt x="1112" y="118"/>
                  <a:pt x="1164" y="172"/>
                  <a:pt x="1164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6" name="Freeform 75"/>
          <p:cNvSpPr>
            <a:spLocks noChangeArrowheads="1"/>
          </p:cNvSpPr>
          <p:nvPr/>
        </p:nvSpPr>
        <p:spPr bwMode="auto">
          <a:xfrm>
            <a:off x="3225801" y="595313"/>
            <a:ext cx="377825" cy="463550"/>
          </a:xfrm>
          <a:custGeom>
            <a:avLst/>
            <a:gdLst>
              <a:gd name="T0" fmla="*/ 932 w 1051"/>
              <a:gd name="T1" fmla="*/ 1167 h 1286"/>
              <a:gd name="T2" fmla="*/ 932 w 1051"/>
              <a:gd name="T3" fmla="*/ 1050 h 1286"/>
              <a:gd name="T4" fmla="*/ 1050 w 1051"/>
              <a:gd name="T5" fmla="*/ 1050 h 1286"/>
              <a:gd name="T6" fmla="*/ 932 w 1051"/>
              <a:gd name="T7" fmla="*/ 1167 h 1286"/>
              <a:gd name="T8" fmla="*/ 932 w 1051"/>
              <a:gd name="T9" fmla="*/ 700 h 1286"/>
              <a:gd name="T10" fmla="*/ 932 w 1051"/>
              <a:gd name="T11" fmla="*/ 585 h 1286"/>
              <a:gd name="T12" fmla="*/ 1050 w 1051"/>
              <a:gd name="T13" fmla="*/ 585 h 1286"/>
              <a:gd name="T14" fmla="*/ 1050 w 1051"/>
              <a:gd name="T15" fmla="*/ 700 h 1286"/>
              <a:gd name="T16" fmla="*/ 932 w 1051"/>
              <a:gd name="T17" fmla="*/ 700 h 1286"/>
              <a:gd name="T18" fmla="*/ 700 w 1051"/>
              <a:gd name="T19" fmla="*/ 118 h 1286"/>
              <a:gd name="T20" fmla="*/ 817 w 1051"/>
              <a:gd name="T21" fmla="*/ 118 h 1286"/>
              <a:gd name="T22" fmla="*/ 817 w 1051"/>
              <a:gd name="T23" fmla="*/ 235 h 1286"/>
              <a:gd name="T24" fmla="*/ 700 w 1051"/>
              <a:gd name="T25" fmla="*/ 235 h 1286"/>
              <a:gd name="T26" fmla="*/ 700 w 1051"/>
              <a:gd name="T27" fmla="*/ 118 h 1286"/>
              <a:gd name="T28" fmla="*/ 932 w 1051"/>
              <a:gd name="T29" fmla="*/ 935 h 1286"/>
              <a:gd name="T30" fmla="*/ 932 w 1051"/>
              <a:gd name="T31" fmla="*/ 817 h 1286"/>
              <a:gd name="T32" fmla="*/ 1050 w 1051"/>
              <a:gd name="T33" fmla="*/ 817 h 1286"/>
              <a:gd name="T34" fmla="*/ 1050 w 1051"/>
              <a:gd name="T35" fmla="*/ 935 h 1286"/>
              <a:gd name="T36" fmla="*/ 932 w 1051"/>
              <a:gd name="T37" fmla="*/ 935 h 1286"/>
              <a:gd name="T38" fmla="*/ 467 w 1051"/>
              <a:gd name="T39" fmla="*/ 1285 h 1286"/>
              <a:gd name="T40" fmla="*/ 467 w 1051"/>
              <a:gd name="T41" fmla="*/ 0 h 1286"/>
              <a:gd name="T42" fmla="*/ 582 w 1051"/>
              <a:gd name="T43" fmla="*/ 0 h 1286"/>
              <a:gd name="T44" fmla="*/ 582 w 1051"/>
              <a:gd name="T45" fmla="*/ 1285 h 1286"/>
              <a:gd name="T46" fmla="*/ 467 w 1051"/>
              <a:gd name="T47" fmla="*/ 1285 h 1286"/>
              <a:gd name="T48" fmla="*/ 932 w 1051"/>
              <a:gd name="T49" fmla="*/ 118 h 1286"/>
              <a:gd name="T50" fmla="*/ 1050 w 1051"/>
              <a:gd name="T51" fmla="*/ 235 h 1286"/>
              <a:gd name="T52" fmla="*/ 932 w 1051"/>
              <a:gd name="T53" fmla="*/ 235 h 1286"/>
              <a:gd name="T54" fmla="*/ 932 w 1051"/>
              <a:gd name="T55" fmla="*/ 118 h 1286"/>
              <a:gd name="T56" fmla="*/ 0 w 1051"/>
              <a:gd name="T57" fmla="*/ 235 h 1286"/>
              <a:gd name="T58" fmla="*/ 118 w 1051"/>
              <a:gd name="T59" fmla="*/ 118 h 1286"/>
              <a:gd name="T60" fmla="*/ 350 w 1051"/>
              <a:gd name="T61" fmla="*/ 118 h 1286"/>
              <a:gd name="T62" fmla="*/ 350 w 1051"/>
              <a:gd name="T63" fmla="*/ 235 h 1286"/>
              <a:gd name="T64" fmla="*/ 118 w 1051"/>
              <a:gd name="T65" fmla="*/ 235 h 1286"/>
              <a:gd name="T66" fmla="*/ 118 w 1051"/>
              <a:gd name="T67" fmla="*/ 1050 h 1286"/>
              <a:gd name="T68" fmla="*/ 350 w 1051"/>
              <a:gd name="T69" fmla="*/ 1050 h 1286"/>
              <a:gd name="T70" fmla="*/ 350 w 1051"/>
              <a:gd name="T71" fmla="*/ 1167 h 1286"/>
              <a:gd name="T72" fmla="*/ 118 w 1051"/>
              <a:gd name="T73" fmla="*/ 1167 h 1286"/>
              <a:gd name="T74" fmla="*/ 0 w 1051"/>
              <a:gd name="T75" fmla="*/ 1050 h 1286"/>
              <a:gd name="T76" fmla="*/ 0 w 1051"/>
              <a:gd name="T77" fmla="*/ 235 h 1286"/>
              <a:gd name="T78" fmla="*/ 932 w 1051"/>
              <a:gd name="T79" fmla="*/ 468 h 1286"/>
              <a:gd name="T80" fmla="*/ 932 w 1051"/>
              <a:gd name="T81" fmla="*/ 350 h 1286"/>
              <a:gd name="T82" fmla="*/ 1050 w 1051"/>
              <a:gd name="T83" fmla="*/ 350 h 1286"/>
              <a:gd name="T84" fmla="*/ 1050 w 1051"/>
              <a:gd name="T85" fmla="*/ 468 h 1286"/>
              <a:gd name="T86" fmla="*/ 932 w 1051"/>
              <a:gd name="T87" fmla="*/ 468 h 1286"/>
              <a:gd name="T88" fmla="*/ 700 w 1051"/>
              <a:gd name="T89" fmla="*/ 1167 h 1286"/>
              <a:gd name="T90" fmla="*/ 700 w 1051"/>
              <a:gd name="T91" fmla="*/ 1050 h 1286"/>
              <a:gd name="T92" fmla="*/ 817 w 1051"/>
              <a:gd name="T93" fmla="*/ 1050 h 1286"/>
              <a:gd name="T94" fmla="*/ 817 w 1051"/>
              <a:gd name="T95" fmla="*/ 1167 h 1286"/>
              <a:gd name="T96" fmla="*/ 700 w 1051"/>
              <a:gd name="T97" fmla="*/ 1167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51" h="1286">
                <a:moveTo>
                  <a:pt x="932" y="1167"/>
                </a:moveTo>
                <a:lnTo>
                  <a:pt x="932" y="1050"/>
                </a:lnTo>
                <a:lnTo>
                  <a:pt x="1050" y="1050"/>
                </a:lnTo>
                <a:cubicBezTo>
                  <a:pt x="1050" y="1112"/>
                  <a:pt x="995" y="1167"/>
                  <a:pt x="932" y="1167"/>
                </a:cubicBezTo>
                <a:close/>
                <a:moveTo>
                  <a:pt x="932" y="700"/>
                </a:moveTo>
                <a:lnTo>
                  <a:pt x="932" y="585"/>
                </a:lnTo>
                <a:lnTo>
                  <a:pt x="1050" y="585"/>
                </a:lnTo>
                <a:lnTo>
                  <a:pt x="1050" y="700"/>
                </a:lnTo>
                <a:lnTo>
                  <a:pt x="932" y="700"/>
                </a:lnTo>
                <a:close/>
                <a:moveTo>
                  <a:pt x="700" y="118"/>
                </a:moveTo>
                <a:lnTo>
                  <a:pt x="817" y="118"/>
                </a:lnTo>
                <a:lnTo>
                  <a:pt x="817" y="235"/>
                </a:lnTo>
                <a:lnTo>
                  <a:pt x="700" y="235"/>
                </a:lnTo>
                <a:lnTo>
                  <a:pt x="700" y="118"/>
                </a:lnTo>
                <a:close/>
                <a:moveTo>
                  <a:pt x="932" y="935"/>
                </a:moveTo>
                <a:lnTo>
                  <a:pt x="932" y="817"/>
                </a:lnTo>
                <a:lnTo>
                  <a:pt x="1050" y="817"/>
                </a:lnTo>
                <a:lnTo>
                  <a:pt x="1050" y="935"/>
                </a:lnTo>
                <a:lnTo>
                  <a:pt x="932" y="935"/>
                </a:lnTo>
                <a:close/>
                <a:moveTo>
                  <a:pt x="467" y="1285"/>
                </a:moveTo>
                <a:lnTo>
                  <a:pt x="467" y="0"/>
                </a:lnTo>
                <a:lnTo>
                  <a:pt x="582" y="0"/>
                </a:lnTo>
                <a:lnTo>
                  <a:pt x="582" y="1285"/>
                </a:lnTo>
                <a:lnTo>
                  <a:pt x="467" y="1285"/>
                </a:lnTo>
                <a:close/>
                <a:moveTo>
                  <a:pt x="932" y="118"/>
                </a:moveTo>
                <a:cubicBezTo>
                  <a:pt x="995" y="118"/>
                  <a:pt x="1050" y="172"/>
                  <a:pt x="1050" y="235"/>
                </a:cubicBezTo>
                <a:lnTo>
                  <a:pt x="932" y="235"/>
                </a:lnTo>
                <a:lnTo>
                  <a:pt x="932" y="118"/>
                </a:lnTo>
                <a:close/>
                <a:moveTo>
                  <a:pt x="0" y="235"/>
                </a:moveTo>
                <a:cubicBezTo>
                  <a:pt x="0" y="172"/>
                  <a:pt x="55" y="118"/>
                  <a:pt x="118" y="118"/>
                </a:cubicBezTo>
                <a:lnTo>
                  <a:pt x="350" y="118"/>
                </a:lnTo>
                <a:lnTo>
                  <a:pt x="350" y="235"/>
                </a:lnTo>
                <a:lnTo>
                  <a:pt x="118" y="235"/>
                </a:lnTo>
                <a:lnTo>
                  <a:pt x="118" y="1050"/>
                </a:lnTo>
                <a:lnTo>
                  <a:pt x="350" y="1050"/>
                </a:lnTo>
                <a:lnTo>
                  <a:pt x="350" y="1167"/>
                </a:lnTo>
                <a:lnTo>
                  <a:pt x="118" y="1167"/>
                </a:lnTo>
                <a:cubicBezTo>
                  <a:pt x="55" y="1167"/>
                  <a:pt x="0" y="1113"/>
                  <a:pt x="0" y="1050"/>
                </a:cubicBezTo>
                <a:lnTo>
                  <a:pt x="0" y="235"/>
                </a:lnTo>
                <a:close/>
                <a:moveTo>
                  <a:pt x="932" y="468"/>
                </a:moveTo>
                <a:lnTo>
                  <a:pt x="932" y="350"/>
                </a:lnTo>
                <a:lnTo>
                  <a:pt x="1050" y="350"/>
                </a:lnTo>
                <a:lnTo>
                  <a:pt x="1050" y="468"/>
                </a:lnTo>
                <a:lnTo>
                  <a:pt x="932" y="468"/>
                </a:lnTo>
                <a:close/>
                <a:moveTo>
                  <a:pt x="700" y="1167"/>
                </a:moveTo>
                <a:lnTo>
                  <a:pt x="700" y="1050"/>
                </a:lnTo>
                <a:lnTo>
                  <a:pt x="817" y="1050"/>
                </a:lnTo>
                <a:lnTo>
                  <a:pt x="817" y="1167"/>
                </a:lnTo>
                <a:lnTo>
                  <a:pt x="700" y="11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7" name="Freeform 76"/>
          <p:cNvSpPr>
            <a:spLocks noChangeArrowheads="1"/>
          </p:cNvSpPr>
          <p:nvPr/>
        </p:nvSpPr>
        <p:spPr bwMode="auto">
          <a:xfrm>
            <a:off x="4302126" y="638176"/>
            <a:ext cx="377825" cy="377825"/>
          </a:xfrm>
          <a:custGeom>
            <a:avLst/>
            <a:gdLst>
              <a:gd name="T0" fmla="*/ 233 w 1051"/>
              <a:gd name="T1" fmla="*/ 1049 h 1050"/>
              <a:gd name="T2" fmla="*/ 233 w 1051"/>
              <a:gd name="T3" fmla="*/ 932 h 1050"/>
              <a:gd name="T4" fmla="*/ 350 w 1051"/>
              <a:gd name="T5" fmla="*/ 932 h 1050"/>
              <a:gd name="T6" fmla="*/ 350 w 1051"/>
              <a:gd name="T7" fmla="*/ 1049 h 1050"/>
              <a:gd name="T8" fmla="*/ 233 w 1051"/>
              <a:gd name="T9" fmla="*/ 1049 h 1050"/>
              <a:gd name="T10" fmla="*/ 468 w 1051"/>
              <a:gd name="T11" fmla="*/ 1049 h 1050"/>
              <a:gd name="T12" fmla="*/ 468 w 1051"/>
              <a:gd name="T13" fmla="*/ 932 h 1050"/>
              <a:gd name="T14" fmla="*/ 582 w 1051"/>
              <a:gd name="T15" fmla="*/ 932 h 1050"/>
              <a:gd name="T16" fmla="*/ 582 w 1051"/>
              <a:gd name="T17" fmla="*/ 1049 h 1050"/>
              <a:gd name="T18" fmla="*/ 468 w 1051"/>
              <a:gd name="T19" fmla="*/ 1049 h 1050"/>
              <a:gd name="T20" fmla="*/ 932 w 1051"/>
              <a:gd name="T21" fmla="*/ 699 h 1050"/>
              <a:gd name="T22" fmla="*/ 932 w 1051"/>
              <a:gd name="T23" fmla="*/ 117 h 1050"/>
              <a:gd name="T24" fmla="*/ 350 w 1051"/>
              <a:gd name="T25" fmla="*/ 117 h 1050"/>
              <a:gd name="T26" fmla="*/ 350 w 1051"/>
              <a:gd name="T27" fmla="*/ 699 h 1050"/>
              <a:gd name="T28" fmla="*/ 932 w 1051"/>
              <a:gd name="T29" fmla="*/ 699 h 1050"/>
              <a:gd name="T30" fmla="*/ 932 w 1051"/>
              <a:gd name="T31" fmla="*/ 0 h 1050"/>
              <a:gd name="T32" fmla="*/ 1050 w 1051"/>
              <a:gd name="T33" fmla="*/ 117 h 1050"/>
              <a:gd name="T34" fmla="*/ 1050 w 1051"/>
              <a:gd name="T35" fmla="*/ 699 h 1050"/>
              <a:gd name="T36" fmla="*/ 932 w 1051"/>
              <a:gd name="T37" fmla="*/ 817 h 1050"/>
              <a:gd name="T38" fmla="*/ 350 w 1051"/>
              <a:gd name="T39" fmla="*/ 817 h 1050"/>
              <a:gd name="T40" fmla="*/ 233 w 1051"/>
              <a:gd name="T41" fmla="*/ 699 h 1050"/>
              <a:gd name="T42" fmla="*/ 233 w 1051"/>
              <a:gd name="T43" fmla="*/ 117 h 1050"/>
              <a:gd name="T44" fmla="*/ 350 w 1051"/>
              <a:gd name="T45" fmla="*/ 0 h 1050"/>
              <a:gd name="T46" fmla="*/ 932 w 1051"/>
              <a:gd name="T47" fmla="*/ 0 h 1050"/>
              <a:gd name="T48" fmla="*/ 700 w 1051"/>
              <a:gd name="T49" fmla="*/ 1049 h 1050"/>
              <a:gd name="T50" fmla="*/ 700 w 1051"/>
              <a:gd name="T51" fmla="*/ 932 h 1050"/>
              <a:gd name="T52" fmla="*/ 817 w 1051"/>
              <a:gd name="T53" fmla="*/ 932 h 1050"/>
              <a:gd name="T54" fmla="*/ 817 w 1051"/>
              <a:gd name="T55" fmla="*/ 1049 h 1050"/>
              <a:gd name="T56" fmla="*/ 700 w 1051"/>
              <a:gd name="T57" fmla="*/ 1049 h 1050"/>
              <a:gd name="T58" fmla="*/ 0 w 1051"/>
              <a:gd name="T59" fmla="*/ 350 h 1050"/>
              <a:gd name="T60" fmla="*/ 0 w 1051"/>
              <a:gd name="T61" fmla="*/ 232 h 1050"/>
              <a:gd name="T62" fmla="*/ 118 w 1051"/>
              <a:gd name="T63" fmla="*/ 232 h 1050"/>
              <a:gd name="T64" fmla="*/ 118 w 1051"/>
              <a:gd name="T65" fmla="*/ 350 h 1050"/>
              <a:gd name="T66" fmla="*/ 0 w 1051"/>
              <a:gd name="T67" fmla="*/ 350 h 1050"/>
              <a:gd name="T68" fmla="*/ 118 w 1051"/>
              <a:gd name="T69" fmla="*/ 1049 h 1050"/>
              <a:gd name="T70" fmla="*/ 0 w 1051"/>
              <a:gd name="T71" fmla="*/ 932 h 1050"/>
              <a:gd name="T72" fmla="*/ 118 w 1051"/>
              <a:gd name="T73" fmla="*/ 932 h 1050"/>
              <a:gd name="T74" fmla="*/ 118 w 1051"/>
              <a:gd name="T75" fmla="*/ 1049 h 1050"/>
              <a:gd name="T76" fmla="*/ 0 w 1051"/>
              <a:gd name="T77" fmla="*/ 817 h 1050"/>
              <a:gd name="T78" fmla="*/ 0 w 1051"/>
              <a:gd name="T79" fmla="*/ 699 h 1050"/>
              <a:gd name="T80" fmla="*/ 118 w 1051"/>
              <a:gd name="T81" fmla="*/ 699 h 1050"/>
              <a:gd name="T82" fmla="*/ 118 w 1051"/>
              <a:gd name="T83" fmla="*/ 817 h 1050"/>
              <a:gd name="T84" fmla="*/ 0 w 1051"/>
              <a:gd name="T85" fmla="*/ 817 h 1050"/>
              <a:gd name="T86" fmla="*/ 0 w 1051"/>
              <a:gd name="T87" fmla="*/ 582 h 1050"/>
              <a:gd name="T88" fmla="*/ 0 w 1051"/>
              <a:gd name="T89" fmla="*/ 467 h 1050"/>
              <a:gd name="T90" fmla="*/ 118 w 1051"/>
              <a:gd name="T91" fmla="*/ 467 h 1050"/>
              <a:gd name="T92" fmla="*/ 118 w 1051"/>
              <a:gd name="T93" fmla="*/ 582 h 1050"/>
              <a:gd name="T94" fmla="*/ 0 w 1051"/>
              <a:gd name="T95" fmla="*/ 58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51" h="1050">
                <a:moveTo>
                  <a:pt x="233" y="1049"/>
                </a:moveTo>
                <a:lnTo>
                  <a:pt x="233" y="932"/>
                </a:lnTo>
                <a:lnTo>
                  <a:pt x="350" y="932"/>
                </a:lnTo>
                <a:lnTo>
                  <a:pt x="350" y="1049"/>
                </a:lnTo>
                <a:lnTo>
                  <a:pt x="233" y="1049"/>
                </a:lnTo>
                <a:close/>
                <a:moveTo>
                  <a:pt x="468" y="1049"/>
                </a:moveTo>
                <a:lnTo>
                  <a:pt x="468" y="932"/>
                </a:lnTo>
                <a:lnTo>
                  <a:pt x="582" y="932"/>
                </a:lnTo>
                <a:lnTo>
                  <a:pt x="582" y="1049"/>
                </a:lnTo>
                <a:lnTo>
                  <a:pt x="468" y="1049"/>
                </a:lnTo>
                <a:close/>
                <a:moveTo>
                  <a:pt x="932" y="699"/>
                </a:moveTo>
                <a:lnTo>
                  <a:pt x="932" y="117"/>
                </a:lnTo>
                <a:lnTo>
                  <a:pt x="350" y="117"/>
                </a:lnTo>
                <a:lnTo>
                  <a:pt x="350" y="699"/>
                </a:lnTo>
                <a:lnTo>
                  <a:pt x="932" y="699"/>
                </a:lnTo>
                <a:close/>
                <a:moveTo>
                  <a:pt x="932" y="0"/>
                </a:moveTo>
                <a:cubicBezTo>
                  <a:pt x="995" y="0"/>
                  <a:pt x="1050" y="54"/>
                  <a:pt x="1050" y="117"/>
                </a:cubicBezTo>
                <a:lnTo>
                  <a:pt x="1050" y="699"/>
                </a:lnTo>
                <a:cubicBezTo>
                  <a:pt x="1050" y="762"/>
                  <a:pt x="995" y="817"/>
                  <a:pt x="932" y="817"/>
                </a:cubicBezTo>
                <a:lnTo>
                  <a:pt x="350" y="817"/>
                </a:lnTo>
                <a:cubicBezTo>
                  <a:pt x="285" y="817"/>
                  <a:pt x="233" y="762"/>
                  <a:pt x="233" y="699"/>
                </a:cubicBezTo>
                <a:lnTo>
                  <a:pt x="233" y="117"/>
                </a:lnTo>
                <a:cubicBezTo>
                  <a:pt x="233" y="54"/>
                  <a:pt x="285" y="0"/>
                  <a:pt x="350" y="0"/>
                </a:cubicBezTo>
                <a:lnTo>
                  <a:pt x="932" y="0"/>
                </a:lnTo>
                <a:close/>
                <a:moveTo>
                  <a:pt x="700" y="1049"/>
                </a:moveTo>
                <a:lnTo>
                  <a:pt x="700" y="932"/>
                </a:lnTo>
                <a:lnTo>
                  <a:pt x="817" y="932"/>
                </a:lnTo>
                <a:lnTo>
                  <a:pt x="817" y="1049"/>
                </a:lnTo>
                <a:lnTo>
                  <a:pt x="700" y="1049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8" y="232"/>
                </a:lnTo>
                <a:lnTo>
                  <a:pt x="118" y="350"/>
                </a:lnTo>
                <a:lnTo>
                  <a:pt x="0" y="350"/>
                </a:lnTo>
                <a:close/>
                <a:moveTo>
                  <a:pt x="118" y="1049"/>
                </a:moveTo>
                <a:cubicBezTo>
                  <a:pt x="52" y="1049"/>
                  <a:pt x="0" y="994"/>
                  <a:pt x="0" y="932"/>
                </a:cubicBezTo>
                <a:lnTo>
                  <a:pt x="118" y="932"/>
                </a:lnTo>
                <a:lnTo>
                  <a:pt x="118" y="1049"/>
                </a:lnTo>
                <a:close/>
                <a:moveTo>
                  <a:pt x="0" y="817"/>
                </a:moveTo>
                <a:lnTo>
                  <a:pt x="0" y="699"/>
                </a:lnTo>
                <a:lnTo>
                  <a:pt x="118" y="699"/>
                </a:lnTo>
                <a:lnTo>
                  <a:pt x="118" y="817"/>
                </a:lnTo>
                <a:lnTo>
                  <a:pt x="0" y="817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18" y="467"/>
                </a:lnTo>
                <a:lnTo>
                  <a:pt x="118" y="582"/>
                </a:lnTo>
                <a:lnTo>
                  <a:pt x="0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8" name="Freeform 77"/>
          <p:cNvSpPr>
            <a:spLocks noChangeArrowheads="1"/>
          </p:cNvSpPr>
          <p:nvPr/>
        </p:nvSpPr>
        <p:spPr bwMode="auto">
          <a:xfrm>
            <a:off x="5380039" y="638176"/>
            <a:ext cx="377825" cy="377825"/>
          </a:xfrm>
          <a:custGeom>
            <a:avLst/>
            <a:gdLst>
              <a:gd name="T0" fmla="*/ 700 w 1051"/>
              <a:gd name="T1" fmla="*/ 699 h 1050"/>
              <a:gd name="T2" fmla="*/ 818 w 1051"/>
              <a:gd name="T3" fmla="*/ 817 h 1050"/>
              <a:gd name="T4" fmla="*/ 700 w 1051"/>
              <a:gd name="T5" fmla="*/ 117 h 1050"/>
              <a:gd name="T6" fmla="*/ 818 w 1051"/>
              <a:gd name="T7" fmla="*/ 0 h 1050"/>
              <a:gd name="T8" fmla="*/ 700 w 1051"/>
              <a:gd name="T9" fmla="*/ 117 h 1050"/>
              <a:gd name="T10" fmla="*/ 118 w 1051"/>
              <a:gd name="T11" fmla="*/ 932 h 1050"/>
              <a:gd name="T12" fmla="*/ 818 w 1051"/>
              <a:gd name="T13" fmla="*/ 1049 h 1050"/>
              <a:gd name="T14" fmla="*/ 0 w 1051"/>
              <a:gd name="T15" fmla="*/ 932 h 1050"/>
              <a:gd name="T16" fmla="*/ 118 w 1051"/>
              <a:gd name="T17" fmla="*/ 232 h 1050"/>
              <a:gd name="T18" fmla="*/ 932 w 1051"/>
              <a:gd name="T19" fmla="*/ 699 h 1050"/>
              <a:gd name="T20" fmla="*/ 932 w 1051"/>
              <a:gd name="T21" fmla="*/ 817 h 1050"/>
              <a:gd name="T22" fmla="*/ 932 w 1051"/>
              <a:gd name="T23" fmla="*/ 232 h 1050"/>
              <a:gd name="T24" fmla="*/ 1050 w 1051"/>
              <a:gd name="T25" fmla="*/ 350 h 1050"/>
              <a:gd name="T26" fmla="*/ 932 w 1051"/>
              <a:gd name="T27" fmla="*/ 582 h 1050"/>
              <a:gd name="T28" fmla="*/ 1050 w 1051"/>
              <a:gd name="T29" fmla="*/ 467 h 1050"/>
              <a:gd name="T30" fmla="*/ 932 w 1051"/>
              <a:gd name="T31" fmla="*/ 582 h 1050"/>
              <a:gd name="T32" fmla="*/ 233 w 1051"/>
              <a:gd name="T33" fmla="*/ 699 h 1050"/>
              <a:gd name="T34" fmla="*/ 350 w 1051"/>
              <a:gd name="T35" fmla="*/ 817 h 1050"/>
              <a:gd name="T36" fmla="*/ 583 w 1051"/>
              <a:gd name="T37" fmla="*/ 117 h 1050"/>
              <a:gd name="T38" fmla="*/ 468 w 1051"/>
              <a:gd name="T39" fmla="*/ 0 h 1050"/>
              <a:gd name="T40" fmla="*/ 932 w 1051"/>
              <a:gd name="T41" fmla="*/ 0 h 1050"/>
              <a:gd name="T42" fmla="*/ 932 w 1051"/>
              <a:gd name="T43" fmla="*/ 117 h 1050"/>
              <a:gd name="T44" fmla="*/ 583 w 1051"/>
              <a:gd name="T45" fmla="*/ 699 h 1050"/>
              <a:gd name="T46" fmla="*/ 468 w 1051"/>
              <a:gd name="T47" fmla="*/ 817 h 1050"/>
              <a:gd name="T48" fmla="*/ 583 w 1051"/>
              <a:gd name="T49" fmla="*/ 699 h 1050"/>
              <a:gd name="T50" fmla="*/ 350 w 1051"/>
              <a:gd name="T51" fmla="*/ 117 h 1050"/>
              <a:gd name="T52" fmla="*/ 350 w 1051"/>
              <a:gd name="T53" fmla="*/ 0 h 1050"/>
              <a:gd name="T54" fmla="*/ 350 w 1051"/>
              <a:gd name="T55" fmla="*/ 582 h 1050"/>
              <a:gd name="T56" fmla="*/ 233 w 1051"/>
              <a:gd name="T57" fmla="*/ 467 h 1050"/>
              <a:gd name="T58" fmla="*/ 350 w 1051"/>
              <a:gd name="T59" fmla="*/ 232 h 1050"/>
              <a:gd name="T60" fmla="*/ 233 w 1051"/>
              <a:gd name="T61" fmla="*/ 350 h 1050"/>
              <a:gd name="T62" fmla="*/ 350 w 1051"/>
              <a:gd name="T63" fmla="*/ 2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050">
                <a:moveTo>
                  <a:pt x="700" y="817"/>
                </a:moveTo>
                <a:lnTo>
                  <a:pt x="700" y="699"/>
                </a:lnTo>
                <a:lnTo>
                  <a:pt x="818" y="699"/>
                </a:lnTo>
                <a:lnTo>
                  <a:pt x="818" y="817"/>
                </a:lnTo>
                <a:lnTo>
                  <a:pt x="700" y="817"/>
                </a:lnTo>
                <a:close/>
                <a:moveTo>
                  <a:pt x="700" y="117"/>
                </a:moveTo>
                <a:lnTo>
                  <a:pt x="700" y="0"/>
                </a:lnTo>
                <a:lnTo>
                  <a:pt x="818" y="0"/>
                </a:lnTo>
                <a:lnTo>
                  <a:pt x="818" y="117"/>
                </a:lnTo>
                <a:lnTo>
                  <a:pt x="700" y="117"/>
                </a:lnTo>
                <a:close/>
                <a:moveTo>
                  <a:pt x="118" y="232"/>
                </a:moveTo>
                <a:lnTo>
                  <a:pt x="118" y="932"/>
                </a:lnTo>
                <a:lnTo>
                  <a:pt x="818" y="932"/>
                </a:lnTo>
                <a:lnTo>
                  <a:pt x="818" y="1049"/>
                </a:lnTo>
                <a:lnTo>
                  <a:pt x="118" y="1049"/>
                </a:lnTo>
                <a:cubicBezTo>
                  <a:pt x="52" y="1049"/>
                  <a:pt x="0" y="994"/>
                  <a:pt x="0" y="932"/>
                </a:cubicBezTo>
                <a:lnTo>
                  <a:pt x="0" y="232"/>
                </a:lnTo>
                <a:lnTo>
                  <a:pt x="118" y="232"/>
                </a:lnTo>
                <a:close/>
                <a:moveTo>
                  <a:pt x="932" y="817"/>
                </a:moveTo>
                <a:lnTo>
                  <a:pt x="932" y="699"/>
                </a:lnTo>
                <a:lnTo>
                  <a:pt x="1050" y="699"/>
                </a:lnTo>
                <a:cubicBezTo>
                  <a:pt x="1050" y="762"/>
                  <a:pt x="995" y="817"/>
                  <a:pt x="932" y="817"/>
                </a:cubicBezTo>
                <a:close/>
                <a:moveTo>
                  <a:pt x="932" y="350"/>
                </a:moveTo>
                <a:lnTo>
                  <a:pt x="932" y="232"/>
                </a:lnTo>
                <a:lnTo>
                  <a:pt x="1050" y="232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932" y="582"/>
                </a:moveTo>
                <a:lnTo>
                  <a:pt x="932" y="467"/>
                </a:lnTo>
                <a:lnTo>
                  <a:pt x="1050" y="467"/>
                </a:lnTo>
                <a:lnTo>
                  <a:pt x="1050" y="582"/>
                </a:lnTo>
                <a:lnTo>
                  <a:pt x="932" y="582"/>
                </a:lnTo>
                <a:close/>
                <a:moveTo>
                  <a:pt x="350" y="817"/>
                </a:moveTo>
                <a:cubicBezTo>
                  <a:pt x="285" y="817"/>
                  <a:pt x="233" y="762"/>
                  <a:pt x="233" y="699"/>
                </a:cubicBezTo>
                <a:lnTo>
                  <a:pt x="350" y="699"/>
                </a:lnTo>
                <a:lnTo>
                  <a:pt x="350" y="817"/>
                </a:lnTo>
                <a:close/>
                <a:moveTo>
                  <a:pt x="583" y="0"/>
                </a:moveTo>
                <a:lnTo>
                  <a:pt x="583" y="117"/>
                </a:lnTo>
                <a:lnTo>
                  <a:pt x="468" y="117"/>
                </a:lnTo>
                <a:lnTo>
                  <a:pt x="468" y="0"/>
                </a:lnTo>
                <a:lnTo>
                  <a:pt x="583" y="0"/>
                </a:lnTo>
                <a:close/>
                <a:moveTo>
                  <a:pt x="932" y="0"/>
                </a:moveTo>
                <a:cubicBezTo>
                  <a:pt x="995" y="0"/>
                  <a:pt x="1050" y="54"/>
                  <a:pt x="1050" y="117"/>
                </a:cubicBezTo>
                <a:lnTo>
                  <a:pt x="932" y="117"/>
                </a:lnTo>
                <a:lnTo>
                  <a:pt x="932" y="0"/>
                </a:lnTo>
                <a:close/>
                <a:moveTo>
                  <a:pt x="583" y="699"/>
                </a:moveTo>
                <a:lnTo>
                  <a:pt x="583" y="817"/>
                </a:lnTo>
                <a:lnTo>
                  <a:pt x="468" y="817"/>
                </a:lnTo>
                <a:lnTo>
                  <a:pt x="468" y="699"/>
                </a:lnTo>
                <a:lnTo>
                  <a:pt x="583" y="699"/>
                </a:lnTo>
                <a:close/>
                <a:moveTo>
                  <a:pt x="350" y="0"/>
                </a:moveTo>
                <a:lnTo>
                  <a:pt x="350" y="117"/>
                </a:lnTo>
                <a:lnTo>
                  <a:pt x="233" y="117"/>
                </a:lnTo>
                <a:cubicBezTo>
                  <a:pt x="233" y="54"/>
                  <a:pt x="285" y="0"/>
                  <a:pt x="350" y="0"/>
                </a:cubicBezTo>
                <a:close/>
                <a:moveTo>
                  <a:pt x="350" y="467"/>
                </a:moveTo>
                <a:lnTo>
                  <a:pt x="350" y="582"/>
                </a:lnTo>
                <a:lnTo>
                  <a:pt x="233" y="582"/>
                </a:lnTo>
                <a:lnTo>
                  <a:pt x="233" y="467"/>
                </a:lnTo>
                <a:lnTo>
                  <a:pt x="350" y="467"/>
                </a:lnTo>
                <a:close/>
                <a:moveTo>
                  <a:pt x="350" y="232"/>
                </a:moveTo>
                <a:lnTo>
                  <a:pt x="350" y="350"/>
                </a:lnTo>
                <a:lnTo>
                  <a:pt x="233" y="350"/>
                </a:lnTo>
                <a:lnTo>
                  <a:pt x="233" y="232"/>
                </a:lnTo>
                <a:lnTo>
                  <a:pt x="350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9" name="Freeform 78"/>
          <p:cNvSpPr>
            <a:spLocks noChangeArrowheads="1"/>
          </p:cNvSpPr>
          <p:nvPr/>
        </p:nvSpPr>
        <p:spPr bwMode="auto">
          <a:xfrm>
            <a:off x="6446838" y="617538"/>
            <a:ext cx="398462" cy="419100"/>
          </a:xfrm>
          <a:custGeom>
            <a:avLst/>
            <a:gdLst>
              <a:gd name="T0" fmla="*/ 1107 w 1108"/>
              <a:gd name="T1" fmla="*/ 815 h 1166"/>
              <a:gd name="T2" fmla="*/ 639 w 1108"/>
              <a:gd name="T3" fmla="*/ 670 h 1166"/>
              <a:gd name="T4" fmla="*/ 639 w 1108"/>
              <a:gd name="T5" fmla="*/ 990 h 1166"/>
              <a:gd name="T6" fmla="*/ 757 w 1108"/>
              <a:gd name="T7" fmla="*/ 1077 h 1166"/>
              <a:gd name="T8" fmla="*/ 757 w 1108"/>
              <a:gd name="T9" fmla="*/ 1165 h 1166"/>
              <a:gd name="T10" fmla="*/ 552 w 1108"/>
              <a:gd name="T11" fmla="*/ 1107 h 1166"/>
              <a:gd name="T12" fmla="*/ 350 w 1108"/>
              <a:gd name="T13" fmla="*/ 1165 h 1166"/>
              <a:gd name="T14" fmla="*/ 350 w 1108"/>
              <a:gd name="T15" fmla="*/ 1077 h 1166"/>
              <a:gd name="T16" fmla="*/ 465 w 1108"/>
              <a:gd name="T17" fmla="*/ 990 h 1166"/>
              <a:gd name="T18" fmla="*/ 465 w 1108"/>
              <a:gd name="T19" fmla="*/ 670 h 1166"/>
              <a:gd name="T20" fmla="*/ 0 w 1108"/>
              <a:gd name="T21" fmla="*/ 815 h 1166"/>
              <a:gd name="T22" fmla="*/ 0 w 1108"/>
              <a:gd name="T23" fmla="*/ 700 h 1166"/>
              <a:gd name="T24" fmla="*/ 465 w 1108"/>
              <a:gd name="T25" fmla="*/ 408 h 1166"/>
              <a:gd name="T26" fmla="*/ 465 w 1108"/>
              <a:gd name="T27" fmla="*/ 88 h 1166"/>
              <a:gd name="T28" fmla="*/ 552 w 1108"/>
              <a:gd name="T29" fmla="*/ 0 h 1166"/>
              <a:gd name="T30" fmla="*/ 639 w 1108"/>
              <a:gd name="T31" fmla="*/ 88 h 1166"/>
              <a:gd name="T32" fmla="*/ 639 w 1108"/>
              <a:gd name="T33" fmla="*/ 408 h 1166"/>
              <a:gd name="T34" fmla="*/ 1107 w 1108"/>
              <a:gd name="T35" fmla="*/ 700 h 1166"/>
              <a:gd name="T36" fmla="*/ 1107 w 1108"/>
              <a:gd name="T37" fmla="*/ 8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08" h="1166">
                <a:moveTo>
                  <a:pt x="1107" y="815"/>
                </a:moveTo>
                <a:lnTo>
                  <a:pt x="639" y="670"/>
                </a:lnTo>
                <a:lnTo>
                  <a:pt x="639" y="990"/>
                </a:lnTo>
                <a:lnTo>
                  <a:pt x="757" y="1077"/>
                </a:lnTo>
                <a:lnTo>
                  <a:pt x="757" y="1165"/>
                </a:lnTo>
                <a:lnTo>
                  <a:pt x="552" y="1107"/>
                </a:lnTo>
                <a:lnTo>
                  <a:pt x="350" y="1165"/>
                </a:lnTo>
                <a:lnTo>
                  <a:pt x="350" y="1077"/>
                </a:lnTo>
                <a:lnTo>
                  <a:pt x="465" y="990"/>
                </a:lnTo>
                <a:lnTo>
                  <a:pt x="465" y="670"/>
                </a:lnTo>
                <a:lnTo>
                  <a:pt x="0" y="815"/>
                </a:lnTo>
                <a:lnTo>
                  <a:pt x="0" y="700"/>
                </a:lnTo>
                <a:lnTo>
                  <a:pt x="465" y="408"/>
                </a:lnTo>
                <a:lnTo>
                  <a:pt x="465" y="88"/>
                </a:lnTo>
                <a:cubicBezTo>
                  <a:pt x="465" y="39"/>
                  <a:pt x="503" y="0"/>
                  <a:pt x="552" y="0"/>
                </a:cubicBezTo>
                <a:cubicBezTo>
                  <a:pt x="601" y="0"/>
                  <a:pt x="639" y="39"/>
                  <a:pt x="639" y="88"/>
                </a:cubicBezTo>
                <a:lnTo>
                  <a:pt x="639" y="408"/>
                </a:lnTo>
                <a:lnTo>
                  <a:pt x="1107" y="700"/>
                </a:lnTo>
                <a:lnTo>
                  <a:pt x="1107" y="81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0" name="Freeform 79"/>
          <p:cNvSpPr>
            <a:spLocks noChangeArrowheads="1"/>
          </p:cNvSpPr>
          <p:nvPr/>
        </p:nvSpPr>
        <p:spPr bwMode="auto">
          <a:xfrm>
            <a:off x="7510463" y="642938"/>
            <a:ext cx="430212" cy="366712"/>
          </a:xfrm>
          <a:custGeom>
            <a:avLst/>
            <a:gdLst>
              <a:gd name="T0" fmla="*/ 1181 w 1193"/>
              <a:gd name="T1" fmla="*/ 355 h 1018"/>
              <a:gd name="T2" fmla="*/ 1118 w 1193"/>
              <a:gd name="T3" fmla="*/ 462 h 1018"/>
              <a:gd name="T4" fmla="*/ 555 w 1193"/>
              <a:gd name="T5" fmla="*/ 612 h 1018"/>
              <a:gd name="T6" fmla="*/ 246 w 1193"/>
              <a:gd name="T7" fmla="*/ 694 h 1018"/>
              <a:gd name="T8" fmla="*/ 153 w 1193"/>
              <a:gd name="T9" fmla="*/ 722 h 1018"/>
              <a:gd name="T10" fmla="*/ 0 w 1193"/>
              <a:gd name="T11" fmla="*/ 459 h 1018"/>
              <a:gd name="T12" fmla="*/ 85 w 1193"/>
              <a:gd name="T13" fmla="*/ 437 h 1018"/>
              <a:gd name="T14" fmla="*/ 200 w 1193"/>
              <a:gd name="T15" fmla="*/ 525 h 1018"/>
              <a:gd name="T16" fmla="*/ 489 w 1193"/>
              <a:gd name="T17" fmla="*/ 448 h 1018"/>
              <a:gd name="T18" fmla="*/ 249 w 1193"/>
              <a:gd name="T19" fmla="*/ 30 h 1018"/>
              <a:gd name="T20" fmla="*/ 361 w 1193"/>
              <a:gd name="T21" fmla="*/ 0 h 1018"/>
              <a:gd name="T22" fmla="*/ 763 w 1193"/>
              <a:gd name="T23" fmla="*/ 375 h 1018"/>
              <a:gd name="T24" fmla="*/ 1074 w 1193"/>
              <a:gd name="T25" fmla="*/ 293 h 1018"/>
              <a:gd name="T26" fmla="*/ 1181 w 1193"/>
              <a:gd name="T27" fmla="*/ 355 h 1018"/>
              <a:gd name="T28" fmla="*/ 38 w 1193"/>
              <a:gd name="T29" fmla="*/ 899 h 1018"/>
              <a:gd name="T30" fmla="*/ 1148 w 1193"/>
              <a:gd name="T31" fmla="*/ 899 h 1018"/>
              <a:gd name="T32" fmla="*/ 1148 w 1193"/>
              <a:gd name="T33" fmla="*/ 1017 h 1018"/>
              <a:gd name="T34" fmla="*/ 38 w 1193"/>
              <a:gd name="T35" fmla="*/ 1017 h 1018"/>
              <a:gd name="T36" fmla="*/ 38 w 1193"/>
              <a:gd name="T37" fmla="*/ 899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93" h="1018">
                <a:moveTo>
                  <a:pt x="1181" y="355"/>
                </a:moveTo>
                <a:cubicBezTo>
                  <a:pt x="1192" y="402"/>
                  <a:pt x="1164" y="448"/>
                  <a:pt x="1118" y="462"/>
                </a:cubicBezTo>
                <a:cubicBezTo>
                  <a:pt x="930" y="512"/>
                  <a:pt x="742" y="562"/>
                  <a:pt x="555" y="612"/>
                </a:cubicBezTo>
                <a:lnTo>
                  <a:pt x="246" y="694"/>
                </a:lnTo>
                <a:lnTo>
                  <a:pt x="153" y="722"/>
                </a:lnTo>
                <a:cubicBezTo>
                  <a:pt x="102" y="634"/>
                  <a:pt x="51" y="547"/>
                  <a:pt x="0" y="459"/>
                </a:cubicBezTo>
                <a:lnTo>
                  <a:pt x="85" y="437"/>
                </a:lnTo>
                <a:lnTo>
                  <a:pt x="200" y="525"/>
                </a:lnTo>
                <a:lnTo>
                  <a:pt x="489" y="448"/>
                </a:lnTo>
                <a:lnTo>
                  <a:pt x="249" y="30"/>
                </a:lnTo>
                <a:lnTo>
                  <a:pt x="361" y="0"/>
                </a:lnTo>
                <a:lnTo>
                  <a:pt x="763" y="375"/>
                </a:lnTo>
                <a:lnTo>
                  <a:pt x="1074" y="293"/>
                </a:lnTo>
                <a:cubicBezTo>
                  <a:pt x="1121" y="279"/>
                  <a:pt x="1170" y="309"/>
                  <a:pt x="1181" y="355"/>
                </a:cubicBezTo>
                <a:close/>
                <a:moveTo>
                  <a:pt x="38" y="899"/>
                </a:moveTo>
                <a:lnTo>
                  <a:pt x="1148" y="899"/>
                </a:lnTo>
                <a:lnTo>
                  <a:pt x="1148" y="1017"/>
                </a:lnTo>
                <a:lnTo>
                  <a:pt x="38" y="1017"/>
                </a:lnTo>
                <a:lnTo>
                  <a:pt x="38" y="89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1" name="Freeform 80"/>
          <p:cNvSpPr>
            <a:spLocks noChangeArrowheads="1"/>
          </p:cNvSpPr>
          <p:nvPr/>
        </p:nvSpPr>
        <p:spPr bwMode="auto">
          <a:xfrm>
            <a:off x="8601075" y="627063"/>
            <a:ext cx="400050" cy="398462"/>
          </a:xfrm>
          <a:custGeom>
            <a:avLst/>
            <a:gdLst>
              <a:gd name="T0" fmla="*/ 672 w 1110"/>
              <a:gd name="T1" fmla="*/ 724 h 1108"/>
              <a:gd name="T2" fmla="*/ 109 w 1110"/>
              <a:gd name="T3" fmla="*/ 574 h 1108"/>
              <a:gd name="T4" fmla="*/ 16 w 1110"/>
              <a:gd name="T5" fmla="*/ 547 h 1108"/>
              <a:gd name="T6" fmla="*/ 16 w 1110"/>
              <a:gd name="T7" fmla="*/ 246 h 1108"/>
              <a:gd name="T8" fmla="*/ 101 w 1110"/>
              <a:gd name="T9" fmla="*/ 268 h 1108"/>
              <a:gd name="T10" fmla="*/ 156 w 1110"/>
              <a:gd name="T11" fmla="*/ 405 h 1108"/>
              <a:gd name="T12" fmla="*/ 445 w 1110"/>
              <a:gd name="T13" fmla="*/ 481 h 1108"/>
              <a:gd name="T14" fmla="*/ 445 w 1110"/>
              <a:gd name="T15" fmla="*/ 0 h 1108"/>
              <a:gd name="T16" fmla="*/ 557 w 1110"/>
              <a:gd name="T17" fmla="*/ 30 h 1108"/>
              <a:gd name="T18" fmla="*/ 719 w 1110"/>
              <a:gd name="T19" fmla="*/ 555 h 1108"/>
              <a:gd name="T20" fmla="*/ 1028 w 1110"/>
              <a:gd name="T21" fmla="*/ 637 h 1108"/>
              <a:gd name="T22" fmla="*/ 1090 w 1110"/>
              <a:gd name="T23" fmla="*/ 746 h 1108"/>
              <a:gd name="T24" fmla="*/ 984 w 1110"/>
              <a:gd name="T25" fmla="*/ 806 h 1108"/>
              <a:gd name="T26" fmla="*/ 672 w 1110"/>
              <a:gd name="T27" fmla="*/ 724 h 1108"/>
              <a:gd name="T28" fmla="*/ 0 w 1110"/>
              <a:gd name="T29" fmla="*/ 989 h 1108"/>
              <a:gd name="T30" fmla="*/ 1109 w 1110"/>
              <a:gd name="T31" fmla="*/ 989 h 1108"/>
              <a:gd name="T32" fmla="*/ 1109 w 1110"/>
              <a:gd name="T33" fmla="*/ 1107 h 1108"/>
              <a:gd name="T34" fmla="*/ 0 w 1110"/>
              <a:gd name="T35" fmla="*/ 1107 h 1108"/>
              <a:gd name="T36" fmla="*/ 0 w 1110"/>
              <a:gd name="T37" fmla="*/ 989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0" h="1108">
                <a:moveTo>
                  <a:pt x="672" y="724"/>
                </a:moveTo>
                <a:cubicBezTo>
                  <a:pt x="486" y="673"/>
                  <a:pt x="298" y="623"/>
                  <a:pt x="109" y="574"/>
                </a:cubicBezTo>
                <a:lnTo>
                  <a:pt x="16" y="547"/>
                </a:lnTo>
                <a:lnTo>
                  <a:pt x="16" y="246"/>
                </a:lnTo>
                <a:lnTo>
                  <a:pt x="101" y="268"/>
                </a:lnTo>
                <a:lnTo>
                  <a:pt x="156" y="405"/>
                </a:lnTo>
                <a:lnTo>
                  <a:pt x="445" y="481"/>
                </a:lnTo>
                <a:lnTo>
                  <a:pt x="445" y="0"/>
                </a:lnTo>
                <a:lnTo>
                  <a:pt x="557" y="30"/>
                </a:lnTo>
                <a:lnTo>
                  <a:pt x="719" y="555"/>
                </a:lnTo>
                <a:lnTo>
                  <a:pt x="1028" y="637"/>
                </a:lnTo>
                <a:cubicBezTo>
                  <a:pt x="1074" y="650"/>
                  <a:pt x="1101" y="700"/>
                  <a:pt x="1090" y="746"/>
                </a:cubicBezTo>
                <a:cubicBezTo>
                  <a:pt x="1077" y="793"/>
                  <a:pt x="1030" y="817"/>
                  <a:pt x="984" y="806"/>
                </a:cubicBezTo>
                <a:lnTo>
                  <a:pt x="672" y="724"/>
                </a:lnTo>
                <a:close/>
                <a:moveTo>
                  <a:pt x="0" y="989"/>
                </a:moveTo>
                <a:lnTo>
                  <a:pt x="1109" y="989"/>
                </a:lnTo>
                <a:lnTo>
                  <a:pt x="1109" y="1107"/>
                </a:lnTo>
                <a:lnTo>
                  <a:pt x="0" y="1107"/>
                </a:lnTo>
                <a:lnTo>
                  <a:pt x="0" y="98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2" name="Freeform 81"/>
          <p:cNvSpPr>
            <a:spLocks noChangeArrowheads="1"/>
          </p:cNvSpPr>
          <p:nvPr/>
        </p:nvSpPr>
        <p:spPr bwMode="auto">
          <a:xfrm>
            <a:off x="9771064" y="617538"/>
            <a:ext cx="211137" cy="419100"/>
          </a:xfrm>
          <a:custGeom>
            <a:avLst/>
            <a:gdLst>
              <a:gd name="T0" fmla="*/ 0 w 586"/>
              <a:gd name="T1" fmla="*/ 0 h 1166"/>
              <a:gd name="T2" fmla="*/ 585 w 586"/>
              <a:gd name="T3" fmla="*/ 0 h 1166"/>
              <a:gd name="T4" fmla="*/ 350 w 586"/>
              <a:gd name="T5" fmla="*/ 465 h 1166"/>
              <a:gd name="T6" fmla="*/ 585 w 586"/>
              <a:gd name="T7" fmla="*/ 465 h 1166"/>
              <a:gd name="T8" fmla="*/ 175 w 586"/>
              <a:gd name="T9" fmla="*/ 1165 h 1166"/>
              <a:gd name="T10" fmla="*/ 175 w 586"/>
              <a:gd name="T11" fmla="*/ 640 h 1166"/>
              <a:gd name="T12" fmla="*/ 0 w 586"/>
              <a:gd name="T13" fmla="*/ 640 h 1166"/>
              <a:gd name="T14" fmla="*/ 0 w 586"/>
              <a:gd name="T1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86" h="1166">
                <a:moveTo>
                  <a:pt x="0" y="0"/>
                </a:moveTo>
                <a:lnTo>
                  <a:pt x="585" y="0"/>
                </a:lnTo>
                <a:lnTo>
                  <a:pt x="350" y="465"/>
                </a:lnTo>
                <a:lnTo>
                  <a:pt x="585" y="465"/>
                </a:lnTo>
                <a:lnTo>
                  <a:pt x="175" y="1165"/>
                </a:lnTo>
                <a:lnTo>
                  <a:pt x="175" y="640"/>
                </a:lnTo>
                <a:lnTo>
                  <a:pt x="0" y="640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3" name="Freeform 82"/>
          <p:cNvSpPr>
            <a:spLocks noChangeArrowheads="1"/>
          </p:cNvSpPr>
          <p:nvPr/>
        </p:nvSpPr>
        <p:spPr bwMode="auto">
          <a:xfrm>
            <a:off x="10775950" y="617538"/>
            <a:ext cx="357188" cy="419100"/>
          </a:xfrm>
          <a:custGeom>
            <a:avLst/>
            <a:gdLst>
              <a:gd name="T0" fmla="*/ 875 w 991"/>
              <a:gd name="T1" fmla="*/ 465 h 1166"/>
              <a:gd name="T2" fmla="*/ 785 w 991"/>
              <a:gd name="T3" fmla="*/ 621 h 1166"/>
              <a:gd name="T4" fmla="*/ 290 w 991"/>
              <a:gd name="T5" fmla="*/ 126 h 1166"/>
              <a:gd name="T6" fmla="*/ 290 w 991"/>
              <a:gd name="T7" fmla="*/ 0 h 1166"/>
              <a:gd name="T8" fmla="*/ 875 w 991"/>
              <a:gd name="T9" fmla="*/ 0 h 1166"/>
              <a:gd name="T10" fmla="*/ 640 w 991"/>
              <a:gd name="T11" fmla="*/ 465 h 1166"/>
              <a:gd name="T12" fmla="*/ 875 w 991"/>
              <a:gd name="T13" fmla="*/ 465 h 1166"/>
              <a:gd name="T14" fmla="*/ 74 w 991"/>
              <a:gd name="T15" fmla="*/ 58 h 1166"/>
              <a:gd name="T16" fmla="*/ 990 w 991"/>
              <a:gd name="T17" fmla="*/ 976 h 1166"/>
              <a:gd name="T18" fmla="*/ 916 w 991"/>
              <a:gd name="T19" fmla="*/ 1050 h 1166"/>
              <a:gd name="T20" fmla="*/ 675 w 991"/>
              <a:gd name="T21" fmla="*/ 807 h 1166"/>
              <a:gd name="T22" fmla="*/ 465 w 991"/>
              <a:gd name="T23" fmla="*/ 1165 h 1166"/>
              <a:gd name="T24" fmla="*/ 465 w 991"/>
              <a:gd name="T25" fmla="*/ 640 h 1166"/>
              <a:gd name="T26" fmla="*/ 290 w 991"/>
              <a:gd name="T27" fmla="*/ 640 h 1166"/>
              <a:gd name="T28" fmla="*/ 290 w 991"/>
              <a:gd name="T29" fmla="*/ 424 h 1166"/>
              <a:gd name="T30" fmla="*/ 0 w 991"/>
              <a:gd name="T31" fmla="*/ 132 h 1166"/>
              <a:gd name="T32" fmla="*/ 74 w 991"/>
              <a:gd name="T33" fmla="*/ 5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91" h="1166">
                <a:moveTo>
                  <a:pt x="875" y="465"/>
                </a:moveTo>
                <a:lnTo>
                  <a:pt x="785" y="621"/>
                </a:lnTo>
                <a:lnTo>
                  <a:pt x="290" y="126"/>
                </a:lnTo>
                <a:lnTo>
                  <a:pt x="290" y="0"/>
                </a:lnTo>
                <a:lnTo>
                  <a:pt x="875" y="0"/>
                </a:lnTo>
                <a:lnTo>
                  <a:pt x="640" y="465"/>
                </a:lnTo>
                <a:lnTo>
                  <a:pt x="875" y="465"/>
                </a:lnTo>
                <a:close/>
                <a:moveTo>
                  <a:pt x="74" y="58"/>
                </a:moveTo>
                <a:lnTo>
                  <a:pt x="990" y="976"/>
                </a:lnTo>
                <a:lnTo>
                  <a:pt x="916" y="1050"/>
                </a:lnTo>
                <a:lnTo>
                  <a:pt x="675" y="807"/>
                </a:lnTo>
                <a:lnTo>
                  <a:pt x="465" y="1165"/>
                </a:lnTo>
                <a:lnTo>
                  <a:pt x="465" y="640"/>
                </a:lnTo>
                <a:lnTo>
                  <a:pt x="290" y="640"/>
                </a:lnTo>
                <a:lnTo>
                  <a:pt x="290" y="424"/>
                </a:lnTo>
                <a:lnTo>
                  <a:pt x="0" y="132"/>
                </a:lnTo>
                <a:lnTo>
                  <a:pt x="74" y="5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4" name="Freeform 83"/>
          <p:cNvSpPr>
            <a:spLocks noChangeArrowheads="1"/>
          </p:cNvSpPr>
          <p:nvPr/>
        </p:nvSpPr>
        <p:spPr bwMode="auto">
          <a:xfrm>
            <a:off x="1058863" y="1525588"/>
            <a:ext cx="419100" cy="336550"/>
          </a:xfrm>
          <a:custGeom>
            <a:avLst/>
            <a:gdLst>
              <a:gd name="T0" fmla="*/ 990 w 1165"/>
              <a:gd name="T1" fmla="*/ 759 h 935"/>
              <a:gd name="T2" fmla="*/ 990 w 1165"/>
              <a:gd name="T3" fmla="*/ 699 h 935"/>
              <a:gd name="T4" fmla="*/ 757 w 1165"/>
              <a:gd name="T5" fmla="*/ 584 h 935"/>
              <a:gd name="T6" fmla="*/ 525 w 1165"/>
              <a:gd name="T7" fmla="*/ 699 h 935"/>
              <a:gd name="T8" fmla="*/ 525 w 1165"/>
              <a:gd name="T9" fmla="*/ 759 h 935"/>
              <a:gd name="T10" fmla="*/ 990 w 1165"/>
              <a:gd name="T11" fmla="*/ 759 h 935"/>
              <a:gd name="T12" fmla="*/ 757 w 1165"/>
              <a:gd name="T13" fmla="*/ 292 h 935"/>
              <a:gd name="T14" fmla="*/ 640 w 1165"/>
              <a:gd name="T15" fmla="*/ 409 h 935"/>
              <a:gd name="T16" fmla="*/ 757 w 1165"/>
              <a:gd name="T17" fmla="*/ 524 h 935"/>
              <a:gd name="T18" fmla="*/ 875 w 1165"/>
              <a:gd name="T19" fmla="*/ 409 h 935"/>
              <a:gd name="T20" fmla="*/ 757 w 1165"/>
              <a:gd name="T21" fmla="*/ 292 h 935"/>
              <a:gd name="T22" fmla="*/ 1164 w 1165"/>
              <a:gd name="T23" fmla="*/ 235 h 935"/>
              <a:gd name="T24" fmla="*/ 1164 w 1165"/>
              <a:gd name="T25" fmla="*/ 817 h 935"/>
              <a:gd name="T26" fmla="*/ 1050 w 1165"/>
              <a:gd name="T27" fmla="*/ 934 h 935"/>
              <a:gd name="T28" fmla="*/ 115 w 1165"/>
              <a:gd name="T29" fmla="*/ 934 h 935"/>
              <a:gd name="T30" fmla="*/ 0 w 1165"/>
              <a:gd name="T31" fmla="*/ 817 h 935"/>
              <a:gd name="T32" fmla="*/ 0 w 1165"/>
              <a:gd name="T33" fmla="*/ 117 h 935"/>
              <a:gd name="T34" fmla="*/ 115 w 1165"/>
              <a:gd name="T35" fmla="*/ 0 h 935"/>
              <a:gd name="T36" fmla="*/ 465 w 1165"/>
              <a:gd name="T37" fmla="*/ 0 h 935"/>
              <a:gd name="T38" fmla="*/ 582 w 1165"/>
              <a:gd name="T39" fmla="*/ 117 h 935"/>
              <a:gd name="T40" fmla="*/ 1050 w 1165"/>
              <a:gd name="T41" fmla="*/ 117 h 935"/>
              <a:gd name="T42" fmla="*/ 1164 w 1165"/>
              <a:gd name="T43" fmla="*/ 235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5" h="935">
                <a:moveTo>
                  <a:pt x="990" y="759"/>
                </a:moveTo>
                <a:lnTo>
                  <a:pt x="990" y="699"/>
                </a:lnTo>
                <a:cubicBezTo>
                  <a:pt x="990" y="623"/>
                  <a:pt x="833" y="584"/>
                  <a:pt x="757" y="584"/>
                </a:cubicBezTo>
                <a:cubicBezTo>
                  <a:pt x="680" y="584"/>
                  <a:pt x="525" y="623"/>
                  <a:pt x="525" y="699"/>
                </a:cubicBezTo>
                <a:lnTo>
                  <a:pt x="525" y="759"/>
                </a:lnTo>
                <a:lnTo>
                  <a:pt x="990" y="759"/>
                </a:lnTo>
                <a:close/>
                <a:moveTo>
                  <a:pt x="757" y="292"/>
                </a:moveTo>
                <a:cubicBezTo>
                  <a:pt x="694" y="292"/>
                  <a:pt x="640" y="347"/>
                  <a:pt x="640" y="409"/>
                </a:cubicBezTo>
                <a:cubicBezTo>
                  <a:pt x="640" y="472"/>
                  <a:pt x="694" y="524"/>
                  <a:pt x="757" y="524"/>
                </a:cubicBezTo>
                <a:cubicBezTo>
                  <a:pt x="820" y="524"/>
                  <a:pt x="875" y="472"/>
                  <a:pt x="875" y="409"/>
                </a:cubicBezTo>
                <a:cubicBezTo>
                  <a:pt x="875" y="347"/>
                  <a:pt x="820" y="292"/>
                  <a:pt x="757" y="292"/>
                </a:cubicBezTo>
                <a:close/>
                <a:moveTo>
                  <a:pt x="1164" y="235"/>
                </a:moveTo>
                <a:lnTo>
                  <a:pt x="1164" y="817"/>
                </a:lnTo>
                <a:cubicBezTo>
                  <a:pt x="1164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465" y="0"/>
                </a:lnTo>
                <a:lnTo>
                  <a:pt x="582" y="117"/>
                </a:lnTo>
                <a:lnTo>
                  <a:pt x="1050" y="117"/>
                </a:lnTo>
                <a:cubicBezTo>
                  <a:pt x="1113" y="117"/>
                  <a:pt x="1164" y="172"/>
                  <a:pt x="1164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5" name="Freeform 84"/>
          <p:cNvSpPr>
            <a:spLocks noChangeArrowheads="1"/>
          </p:cNvSpPr>
          <p:nvPr/>
        </p:nvSpPr>
        <p:spPr bwMode="auto">
          <a:xfrm>
            <a:off x="2152651" y="1525588"/>
            <a:ext cx="377825" cy="336550"/>
          </a:xfrm>
          <a:custGeom>
            <a:avLst/>
            <a:gdLst>
              <a:gd name="T0" fmla="*/ 232 w 1050"/>
              <a:gd name="T1" fmla="*/ 0 h 933"/>
              <a:gd name="T2" fmla="*/ 1049 w 1050"/>
              <a:gd name="T3" fmla="*/ 0 h 933"/>
              <a:gd name="T4" fmla="*/ 1049 w 1050"/>
              <a:gd name="T5" fmla="*/ 175 h 933"/>
              <a:gd name="T6" fmla="*/ 710 w 1050"/>
              <a:gd name="T7" fmla="*/ 175 h 933"/>
              <a:gd name="T8" fmla="*/ 617 w 1050"/>
              <a:gd name="T9" fmla="*/ 393 h 933"/>
              <a:gd name="T10" fmla="*/ 494 w 1050"/>
              <a:gd name="T11" fmla="*/ 273 h 933"/>
              <a:gd name="T12" fmla="*/ 535 w 1050"/>
              <a:gd name="T13" fmla="*/ 175 h 933"/>
              <a:gd name="T14" fmla="*/ 396 w 1050"/>
              <a:gd name="T15" fmla="*/ 175 h 933"/>
              <a:gd name="T16" fmla="*/ 232 w 1050"/>
              <a:gd name="T17" fmla="*/ 11 h 933"/>
              <a:gd name="T18" fmla="*/ 232 w 1050"/>
              <a:gd name="T19" fmla="*/ 0 h 933"/>
              <a:gd name="T20" fmla="*/ 73 w 1050"/>
              <a:gd name="T21" fmla="*/ 0 h 933"/>
              <a:gd name="T22" fmla="*/ 90 w 1050"/>
              <a:gd name="T23" fmla="*/ 14 h 933"/>
              <a:gd name="T24" fmla="*/ 932 w 1050"/>
              <a:gd name="T25" fmla="*/ 858 h 933"/>
              <a:gd name="T26" fmla="*/ 858 w 1050"/>
              <a:gd name="T27" fmla="*/ 932 h 933"/>
              <a:gd name="T28" fmla="*/ 527 w 1050"/>
              <a:gd name="T29" fmla="*/ 601 h 933"/>
              <a:gd name="T30" fmla="*/ 437 w 1050"/>
              <a:gd name="T31" fmla="*/ 814 h 933"/>
              <a:gd name="T32" fmla="*/ 262 w 1050"/>
              <a:gd name="T33" fmla="*/ 814 h 933"/>
              <a:gd name="T34" fmla="*/ 404 w 1050"/>
              <a:gd name="T35" fmla="*/ 478 h 933"/>
              <a:gd name="T36" fmla="*/ 0 w 1050"/>
              <a:gd name="T37" fmla="*/ 74 h 933"/>
              <a:gd name="T38" fmla="*/ 73 w 1050"/>
              <a:gd name="T39" fmla="*/ 0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0" h="933">
                <a:moveTo>
                  <a:pt x="232" y="0"/>
                </a:moveTo>
                <a:lnTo>
                  <a:pt x="1049" y="0"/>
                </a:lnTo>
                <a:lnTo>
                  <a:pt x="1049" y="175"/>
                </a:lnTo>
                <a:lnTo>
                  <a:pt x="710" y="175"/>
                </a:lnTo>
                <a:lnTo>
                  <a:pt x="617" y="393"/>
                </a:lnTo>
                <a:lnTo>
                  <a:pt x="494" y="273"/>
                </a:lnTo>
                <a:lnTo>
                  <a:pt x="535" y="175"/>
                </a:lnTo>
                <a:lnTo>
                  <a:pt x="396" y="175"/>
                </a:lnTo>
                <a:lnTo>
                  <a:pt x="232" y="11"/>
                </a:lnTo>
                <a:lnTo>
                  <a:pt x="232" y="0"/>
                </a:lnTo>
                <a:close/>
                <a:moveTo>
                  <a:pt x="73" y="0"/>
                </a:moveTo>
                <a:lnTo>
                  <a:pt x="90" y="14"/>
                </a:lnTo>
                <a:lnTo>
                  <a:pt x="932" y="858"/>
                </a:lnTo>
                <a:lnTo>
                  <a:pt x="858" y="932"/>
                </a:lnTo>
                <a:lnTo>
                  <a:pt x="527" y="601"/>
                </a:lnTo>
                <a:lnTo>
                  <a:pt x="437" y="814"/>
                </a:lnTo>
                <a:lnTo>
                  <a:pt x="262" y="814"/>
                </a:lnTo>
                <a:lnTo>
                  <a:pt x="404" y="478"/>
                </a:lnTo>
                <a:lnTo>
                  <a:pt x="0" y="74"/>
                </a:lnTo>
                <a:lnTo>
                  <a:pt x="7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6" name="Freeform 85"/>
          <p:cNvSpPr>
            <a:spLocks noChangeArrowheads="1"/>
          </p:cNvSpPr>
          <p:nvPr/>
        </p:nvSpPr>
        <p:spPr bwMode="auto">
          <a:xfrm>
            <a:off x="3300413" y="1546225"/>
            <a:ext cx="227012" cy="293688"/>
          </a:xfrm>
          <a:custGeom>
            <a:avLst/>
            <a:gdLst>
              <a:gd name="T0" fmla="*/ 380 w 630"/>
              <a:gd name="T1" fmla="*/ 673 h 818"/>
              <a:gd name="T2" fmla="*/ 467 w 630"/>
              <a:gd name="T3" fmla="*/ 585 h 818"/>
              <a:gd name="T4" fmla="*/ 380 w 630"/>
              <a:gd name="T5" fmla="*/ 498 h 818"/>
              <a:gd name="T6" fmla="*/ 175 w 630"/>
              <a:gd name="T7" fmla="*/ 498 h 818"/>
              <a:gd name="T8" fmla="*/ 175 w 630"/>
              <a:gd name="T9" fmla="*/ 673 h 818"/>
              <a:gd name="T10" fmla="*/ 380 w 630"/>
              <a:gd name="T11" fmla="*/ 673 h 818"/>
              <a:gd name="T12" fmla="*/ 175 w 630"/>
              <a:gd name="T13" fmla="*/ 148 h 818"/>
              <a:gd name="T14" fmla="*/ 175 w 630"/>
              <a:gd name="T15" fmla="*/ 323 h 818"/>
              <a:gd name="T16" fmla="*/ 350 w 630"/>
              <a:gd name="T17" fmla="*/ 323 h 818"/>
              <a:gd name="T18" fmla="*/ 437 w 630"/>
              <a:gd name="T19" fmla="*/ 235 h 818"/>
              <a:gd name="T20" fmla="*/ 350 w 630"/>
              <a:gd name="T21" fmla="*/ 148 h 818"/>
              <a:gd name="T22" fmla="*/ 175 w 630"/>
              <a:gd name="T23" fmla="*/ 148 h 818"/>
              <a:gd name="T24" fmla="*/ 503 w 630"/>
              <a:gd name="T25" fmla="*/ 397 h 818"/>
              <a:gd name="T26" fmla="*/ 629 w 630"/>
              <a:gd name="T27" fmla="*/ 596 h 818"/>
              <a:gd name="T28" fmla="*/ 413 w 630"/>
              <a:gd name="T29" fmla="*/ 817 h 818"/>
              <a:gd name="T30" fmla="*/ 0 w 630"/>
              <a:gd name="T31" fmla="*/ 817 h 818"/>
              <a:gd name="T32" fmla="*/ 0 w 630"/>
              <a:gd name="T33" fmla="*/ 0 h 818"/>
              <a:gd name="T34" fmla="*/ 366 w 630"/>
              <a:gd name="T35" fmla="*/ 0 h 818"/>
              <a:gd name="T36" fmla="*/ 599 w 630"/>
              <a:gd name="T37" fmla="*/ 235 h 818"/>
              <a:gd name="T38" fmla="*/ 503 w 630"/>
              <a:gd name="T39" fmla="*/ 397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30" h="818">
                <a:moveTo>
                  <a:pt x="380" y="673"/>
                </a:moveTo>
                <a:cubicBezTo>
                  <a:pt x="429" y="673"/>
                  <a:pt x="467" y="634"/>
                  <a:pt x="467" y="585"/>
                </a:cubicBezTo>
                <a:cubicBezTo>
                  <a:pt x="467" y="536"/>
                  <a:pt x="429" y="498"/>
                  <a:pt x="380" y="498"/>
                </a:cubicBezTo>
                <a:lnTo>
                  <a:pt x="175" y="498"/>
                </a:lnTo>
                <a:lnTo>
                  <a:pt x="175" y="673"/>
                </a:lnTo>
                <a:lnTo>
                  <a:pt x="380" y="673"/>
                </a:lnTo>
                <a:close/>
                <a:moveTo>
                  <a:pt x="175" y="148"/>
                </a:moveTo>
                <a:lnTo>
                  <a:pt x="175" y="323"/>
                </a:lnTo>
                <a:lnTo>
                  <a:pt x="350" y="323"/>
                </a:lnTo>
                <a:cubicBezTo>
                  <a:pt x="399" y="323"/>
                  <a:pt x="437" y="284"/>
                  <a:pt x="437" y="235"/>
                </a:cubicBezTo>
                <a:cubicBezTo>
                  <a:pt x="437" y="186"/>
                  <a:pt x="399" y="148"/>
                  <a:pt x="350" y="148"/>
                </a:cubicBezTo>
                <a:lnTo>
                  <a:pt x="175" y="148"/>
                </a:lnTo>
                <a:close/>
                <a:moveTo>
                  <a:pt x="503" y="397"/>
                </a:moveTo>
                <a:cubicBezTo>
                  <a:pt x="580" y="432"/>
                  <a:pt x="629" y="509"/>
                  <a:pt x="629" y="596"/>
                </a:cubicBezTo>
                <a:cubicBezTo>
                  <a:pt x="629" y="719"/>
                  <a:pt x="536" y="817"/>
                  <a:pt x="413" y="817"/>
                </a:cubicBezTo>
                <a:lnTo>
                  <a:pt x="0" y="817"/>
                </a:lnTo>
                <a:lnTo>
                  <a:pt x="0" y="0"/>
                </a:lnTo>
                <a:lnTo>
                  <a:pt x="366" y="0"/>
                </a:lnTo>
                <a:cubicBezTo>
                  <a:pt x="498" y="0"/>
                  <a:pt x="599" y="104"/>
                  <a:pt x="599" y="235"/>
                </a:cubicBezTo>
                <a:cubicBezTo>
                  <a:pt x="599" y="295"/>
                  <a:pt x="560" y="358"/>
                  <a:pt x="503" y="39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7" name="Freeform 86"/>
          <p:cNvSpPr>
            <a:spLocks noChangeArrowheads="1"/>
          </p:cNvSpPr>
          <p:nvPr/>
        </p:nvSpPr>
        <p:spPr bwMode="auto">
          <a:xfrm>
            <a:off x="4297364" y="1504951"/>
            <a:ext cx="377825" cy="377825"/>
          </a:xfrm>
          <a:custGeom>
            <a:avLst/>
            <a:gdLst>
              <a:gd name="T0" fmla="*/ 0 w 1050"/>
              <a:gd name="T1" fmla="*/ 0 h 1050"/>
              <a:gd name="T2" fmla="*/ 1049 w 1050"/>
              <a:gd name="T3" fmla="*/ 0 h 1050"/>
              <a:gd name="T4" fmla="*/ 1049 w 1050"/>
              <a:gd name="T5" fmla="*/ 118 h 1050"/>
              <a:gd name="T6" fmla="*/ 0 w 1050"/>
              <a:gd name="T7" fmla="*/ 118 h 1050"/>
              <a:gd name="T8" fmla="*/ 0 w 1050"/>
              <a:gd name="T9" fmla="*/ 0 h 1050"/>
              <a:gd name="T10" fmla="*/ 350 w 1050"/>
              <a:gd name="T11" fmla="*/ 350 h 1050"/>
              <a:gd name="T12" fmla="*/ 350 w 1050"/>
              <a:gd name="T13" fmla="*/ 232 h 1050"/>
              <a:gd name="T14" fmla="*/ 1049 w 1050"/>
              <a:gd name="T15" fmla="*/ 232 h 1050"/>
              <a:gd name="T16" fmla="*/ 1049 w 1050"/>
              <a:gd name="T17" fmla="*/ 350 h 1050"/>
              <a:gd name="T18" fmla="*/ 350 w 1050"/>
              <a:gd name="T19" fmla="*/ 350 h 1050"/>
              <a:gd name="T20" fmla="*/ 0 w 1050"/>
              <a:gd name="T21" fmla="*/ 582 h 1050"/>
              <a:gd name="T22" fmla="*/ 0 w 1050"/>
              <a:gd name="T23" fmla="*/ 467 h 1050"/>
              <a:gd name="T24" fmla="*/ 1049 w 1050"/>
              <a:gd name="T25" fmla="*/ 467 h 1050"/>
              <a:gd name="T26" fmla="*/ 1049 w 1050"/>
              <a:gd name="T27" fmla="*/ 582 h 1050"/>
              <a:gd name="T28" fmla="*/ 0 w 1050"/>
              <a:gd name="T29" fmla="*/ 582 h 1050"/>
              <a:gd name="T30" fmla="*/ 350 w 1050"/>
              <a:gd name="T31" fmla="*/ 817 h 1050"/>
              <a:gd name="T32" fmla="*/ 350 w 1050"/>
              <a:gd name="T33" fmla="*/ 700 h 1050"/>
              <a:gd name="T34" fmla="*/ 1049 w 1050"/>
              <a:gd name="T35" fmla="*/ 700 h 1050"/>
              <a:gd name="T36" fmla="*/ 1049 w 1050"/>
              <a:gd name="T37" fmla="*/ 817 h 1050"/>
              <a:gd name="T38" fmla="*/ 350 w 1050"/>
              <a:gd name="T39" fmla="*/ 817 h 1050"/>
              <a:gd name="T40" fmla="*/ 0 w 1050"/>
              <a:gd name="T41" fmla="*/ 1049 h 1050"/>
              <a:gd name="T42" fmla="*/ 0 w 1050"/>
              <a:gd name="T43" fmla="*/ 932 h 1050"/>
              <a:gd name="T44" fmla="*/ 1049 w 1050"/>
              <a:gd name="T45" fmla="*/ 932 h 1050"/>
              <a:gd name="T46" fmla="*/ 1049 w 1050"/>
              <a:gd name="T47" fmla="*/ 1049 h 1050"/>
              <a:gd name="T48" fmla="*/ 0 w 1050"/>
              <a:gd name="T49" fmla="*/ 10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0">
                <a:moveTo>
                  <a:pt x="0" y="0"/>
                </a:moveTo>
                <a:lnTo>
                  <a:pt x="1049" y="0"/>
                </a:lnTo>
                <a:lnTo>
                  <a:pt x="1049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350" y="350"/>
                </a:moveTo>
                <a:lnTo>
                  <a:pt x="350" y="232"/>
                </a:lnTo>
                <a:lnTo>
                  <a:pt x="1049" y="232"/>
                </a:lnTo>
                <a:lnTo>
                  <a:pt x="1049" y="350"/>
                </a:lnTo>
                <a:lnTo>
                  <a:pt x="350" y="350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049" y="467"/>
                </a:lnTo>
                <a:lnTo>
                  <a:pt x="1049" y="582"/>
                </a:lnTo>
                <a:lnTo>
                  <a:pt x="0" y="582"/>
                </a:lnTo>
                <a:close/>
                <a:moveTo>
                  <a:pt x="350" y="817"/>
                </a:moveTo>
                <a:lnTo>
                  <a:pt x="350" y="700"/>
                </a:lnTo>
                <a:lnTo>
                  <a:pt x="1049" y="700"/>
                </a:lnTo>
                <a:lnTo>
                  <a:pt x="1049" y="817"/>
                </a:lnTo>
                <a:lnTo>
                  <a:pt x="350" y="817"/>
                </a:lnTo>
                <a:close/>
                <a:moveTo>
                  <a:pt x="0" y="1049"/>
                </a:moveTo>
                <a:lnTo>
                  <a:pt x="0" y="932"/>
                </a:lnTo>
                <a:lnTo>
                  <a:pt x="1049" y="932"/>
                </a:lnTo>
                <a:lnTo>
                  <a:pt x="1049" y="1049"/>
                </a:lnTo>
                <a:lnTo>
                  <a:pt x="0" y="104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8" name="Freeform 87"/>
          <p:cNvSpPr>
            <a:spLocks noChangeArrowheads="1"/>
          </p:cNvSpPr>
          <p:nvPr/>
        </p:nvSpPr>
        <p:spPr bwMode="auto">
          <a:xfrm>
            <a:off x="5370514" y="1504951"/>
            <a:ext cx="377825" cy="377825"/>
          </a:xfrm>
          <a:custGeom>
            <a:avLst/>
            <a:gdLst>
              <a:gd name="T0" fmla="*/ 0 w 1050"/>
              <a:gd name="T1" fmla="*/ 0 h 1050"/>
              <a:gd name="T2" fmla="*/ 1049 w 1050"/>
              <a:gd name="T3" fmla="*/ 0 h 1050"/>
              <a:gd name="T4" fmla="*/ 1049 w 1050"/>
              <a:gd name="T5" fmla="*/ 118 h 1050"/>
              <a:gd name="T6" fmla="*/ 0 w 1050"/>
              <a:gd name="T7" fmla="*/ 118 h 1050"/>
              <a:gd name="T8" fmla="*/ 0 w 1050"/>
              <a:gd name="T9" fmla="*/ 0 h 1050"/>
              <a:gd name="T10" fmla="*/ 0 w 1050"/>
              <a:gd name="T11" fmla="*/ 1049 h 1050"/>
              <a:gd name="T12" fmla="*/ 0 w 1050"/>
              <a:gd name="T13" fmla="*/ 932 h 1050"/>
              <a:gd name="T14" fmla="*/ 1049 w 1050"/>
              <a:gd name="T15" fmla="*/ 932 h 1050"/>
              <a:gd name="T16" fmla="*/ 1049 w 1050"/>
              <a:gd name="T17" fmla="*/ 1049 h 1050"/>
              <a:gd name="T18" fmla="*/ 0 w 1050"/>
              <a:gd name="T19" fmla="*/ 1049 h 1050"/>
              <a:gd name="T20" fmla="*/ 0 w 1050"/>
              <a:gd name="T21" fmla="*/ 582 h 1050"/>
              <a:gd name="T22" fmla="*/ 0 w 1050"/>
              <a:gd name="T23" fmla="*/ 467 h 1050"/>
              <a:gd name="T24" fmla="*/ 1049 w 1050"/>
              <a:gd name="T25" fmla="*/ 467 h 1050"/>
              <a:gd name="T26" fmla="*/ 1049 w 1050"/>
              <a:gd name="T27" fmla="*/ 582 h 1050"/>
              <a:gd name="T28" fmla="*/ 0 w 1050"/>
              <a:gd name="T29" fmla="*/ 582 h 1050"/>
              <a:gd name="T30" fmla="*/ 699 w 1050"/>
              <a:gd name="T31" fmla="*/ 232 h 1050"/>
              <a:gd name="T32" fmla="*/ 699 w 1050"/>
              <a:gd name="T33" fmla="*/ 350 h 1050"/>
              <a:gd name="T34" fmla="*/ 0 w 1050"/>
              <a:gd name="T35" fmla="*/ 350 h 1050"/>
              <a:gd name="T36" fmla="*/ 0 w 1050"/>
              <a:gd name="T37" fmla="*/ 232 h 1050"/>
              <a:gd name="T38" fmla="*/ 699 w 1050"/>
              <a:gd name="T39" fmla="*/ 232 h 1050"/>
              <a:gd name="T40" fmla="*/ 699 w 1050"/>
              <a:gd name="T41" fmla="*/ 700 h 1050"/>
              <a:gd name="T42" fmla="*/ 699 w 1050"/>
              <a:gd name="T43" fmla="*/ 817 h 1050"/>
              <a:gd name="T44" fmla="*/ 0 w 1050"/>
              <a:gd name="T45" fmla="*/ 817 h 1050"/>
              <a:gd name="T46" fmla="*/ 0 w 1050"/>
              <a:gd name="T47" fmla="*/ 700 h 1050"/>
              <a:gd name="T48" fmla="*/ 699 w 1050"/>
              <a:gd name="T49" fmla="*/ 70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0">
                <a:moveTo>
                  <a:pt x="0" y="0"/>
                </a:moveTo>
                <a:lnTo>
                  <a:pt x="1049" y="0"/>
                </a:lnTo>
                <a:lnTo>
                  <a:pt x="1049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0" y="1049"/>
                </a:moveTo>
                <a:lnTo>
                  <a:pt x="0" y="932"/>
                </a:lnTo>
                <a:lnTo>
                  <a:pt x="1049" y="932"/>
                </a:lnTo>
                <a:lnTo>
                  <a:pt x="1049" y="1049"/>
                </a:lnTo>
                <a:lnTo>
                  <a:pt x="0" y="1049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049" y="467"/>
                </a:lnTo>
                <a:lnTo>
                  <a:pt x="1049" y="582"/>
                </a:lnTo>
                <a:lnTo>
                  <a:pt x="0" y="582"/>
                </a:lnTo>
                <a:close/>
                <a:moveTo>
                  <a:pt x="699" y="232"/>
                </a:moveTo>
                <a:lnTo>
                  <a:pt x="699" y="350"/>
                </a:lnTo>
                <a:lnTo>
                  <a:pt x="0" y="350"/>
                </a:lnTo>
                <a:lnTo>
                  <a:pt x="0" y="232"/>
                </a:lnTo>
                <a:lnTo>
                  <a:pt x="699" y="232"/>
                </a:lnTo>
                <a:close/>
                <a:moveTo>
                  <a:pt x="699" y="700"/>
                </a:moveTo>
                <a:lnTo>
                  <a:pt x="699" y="817"/>
                </a:lnTo>
                <a:lnTo>
                  <a:pt x="0" y="817"/>
                </a:lnTo>
                <a:lnTo>
                  <a:pt x="0" y="700"/>
                </a:lnTo>
                <a:lnTo>
                  <a:pt x="699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9" name="Freeform 88"/>
          <p:cNvSpPr>
            <a:spLocks noChangeArrowheads="1"/>
          </p:cNvSpPr>
          <p:nvPr/>
        </p:nvSpPr>
        <p:spPr bwMode="auto">
          <a:xfrm>
            <a:off x="6443664" y="1504951"/>
            <a:ext cx="377825" cy="377825"/>
          </a:xfrm>
          <a:custGeom>
            <a:avLst/>
            <a:gdLst>
              <a:gd name="T0" fmla="*/ 0 w 1050"/>
              <a:gd name="T1" fmla="*/ 0 h 1050"/>
              <a:gd name="T2" fmla="*/ 1049 w 1050"/>
              <a:gd name="T3" fmla="*/ 0 h 1050"/>
              <a:gd name="T4" fmla="*/ 1049 w 1050"/>
              <a:gd name="T5" fmla="*/ 118 h 1050"/>
              <a:gd name="T6" fmla="*/ 0 w 1050"/>
              <a:gd name="T7" fmla="*/ 118 h 1050"/>
              <a:gd name="T8" fmla="*/ 0 w 1050"/>
              <a:gd name="T9" fmla="*/ 0 h 1050"/>
              <a:gd name="T10" fmla="*/ 0 w 1050"/>
              <a:gd name="T11" fmla="*/ 350 h 1050"/>
              <a:gd name="T12" fmla="*/ 0 w 1050"/>
              <a:gd name="T13" fmla="*/ 232 h 1050"/>
              <a:gd name="T14" fmla="*/ 1049 w 1050"/>
              <a:gd name="T15" fmla="*/ 232 h 1050"/>
              <a:gd name="T16" fmla="*/ 1049 w 1050"/>
              <a:gd name="T17" fmla="*/ 350 h 1050"/>
              <a:gd name="T18" fmla="*/ 0 w 1050"/>
              <a:gd name="T19" fmla="*/ 350 h 1050"/>
              <a:gd name="T20" fmla="*/ 0 w 1050"/>
              <a:gd name="T21" fmla="*/ 582 h 1050"/>
              <a:gd name="T22" fmla="*/ 0 w 1050"/>
              <a:gd name="T23" fmla="*/ 467 h 1050"/>
              <a:gd name="T24" fmla="*/ 1049 w 1050"/>
              <a:gd name="T25" fmla="*/ 467 h 1050"/>
              <a:gd name="T26" fmla="*/ 1049 w 1050"/>
              <a:gd name="T27" fmla="*/ 582 h 1050"/>
              <a:gd name="T28" fmla="*/ 0 w 1050"/>
              <a:gd name="T29" fmla="*/ 582 h 1050"/>
              <a:gd name="T30" fmla="*/ 0 w 1050"/>
              <a:gd name="T31" fmla="*/ 817 h 1050"/>
              <a:gd name="T32" fmla="*/ 0 w 1050"/>
              <a:gd name="T33" fmla="*/ 700 h 1050"/>
              <a:gd name="T34" fmla="*/ 1049 w 1050"/>
              <a:gd name="T35" fmla="*/ 700 h 1050"/>
              <a:gd name="T36" fmla="*/ 1049 w 1050"/>
              <a:gd name="T37" fmla="*/ 817 h 1050"/>
              <a:gd name="T38" fmla="*/ 0 w 1050"/>
              <a:gd name="T39" fmla="*/ 817 h 1050"/>
              <a:gd name="T40" fmla="*/ 0 w 1050"/>
              <a:gd name="T41" fmla="*/ 1049 h 1050"/>
              <a:gd name="T42" fmla="*/ 0 w 1050"/>
              <a:gd name="T43" fmla="*/ 932 h 1050"/>
              <a:gd name="T44" fmla="*/ 1049 w 1050"/>
              <a:gd name="T45" fmla="*/ 932 h 1050"/>
              <a:gd name="T46" fmla="*/ 1049 w 1050"/>
              <a:gd name="T47" fmla="*/ 1049 h 1050"/>
              <a:gd name="T48" fmla="*/ 0 w 1050"/>
              <a:gd name="T49" fmla="*/ 10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0">
                <a:moveTo>
                  <a:pt x="0" y="0"/>
                </a:moveTo>
                <a:lnTo>
                  <a:pt x="1049" y="0"/>
                </a:lnTo>
                <a:lnTo>
                  <a:pt x="1049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049" y="232"/>
                </a:lnTo>
                <a:lnTo>
                  <a:pt x="1049" y="350"/>
                </a:lnTo>
                <a:lnTo>
                  <a:pt x="0" y="350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049" y="467"/>
                </a:lnTo>
                <a:lnTo>
                  <a:pt x="1049" y="582"/>
                </a:lnTo>
                <a:lnTo>
                  <a:pt x="0" y="582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049" y="700"/>
                </a:lnTo>
                <a:lnTo>
                  <a:pt x="1049" y="817"/>
                </a:lnTo>
                <a:lnTo>
                  <a:pt x="0" y="817"/>
                </a:lnTo>
                <a:close/>
                <a:moveTo>
                  <a:pt x="0" y="1049"/>
                </a:moveTo>
                <a:lnTo>
                  <a:pt x="0" y="932"/>
                </a:lnTo>
                <a:lnTo>
                  <a:pt x="1049" y="932"/>
                </a:lnTo>
                <a:lnTo>
                  <a:pt x="1049" y="1049"/>
                </a:lnTo>
                <a:lnTo>
                  <a:pt x="0" y="104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0" name="Freeform 89"/>
          <p:cNvSpPr>
            <a:spLocks noChangeArrowheads="1"/>
          </p:cNvSpPr>
          <p:nvPr/>
        </p:nvSpPr>
        <p:spPr bwMode="auto">
          <a:xfrm>
            <a:off x="7515226" y="1504951"/>
            <a:ext cx="377825" cy="377825"/>
          </a:xfrm>
          <a:custGeom>
            <a:avLst/>
            <a:gdLst>
              <a:gd name="T0" fmla="*/ 0 w 1050"/>
              <a:gd name="T1" fmla="*/ 0 h 1050"/>
              <a:gd name="T2" fmla="*/ 1049 w 1050"/>
              <a:gd name="T3" fmla="*/ 0 h 1050"/>
              <a:gd name="T4" fmla="*/ 1049 w 1050"/>
              <a:gd name="T5" fmla="*/ 118 h 1050"/>
              <a:gd name="T6" fmla="*/ 0 w 1050"/>
              <a:gd name="T7" fmla="*/ 118 h 1050"/>
              <a:gd name="T8" fmla="*/ 0 w 1050"/>
              <a:gd name="T9" fmla="*/ 0 h 1050"/>
              <a:gd name="T10" fmla="*/ 232 w 1050"/>
              <a:gd name="T11" fmla="*/ 232 h 1050"/>
              <a:gd name="T12" fmla="*/ 817 w 1050"/>
              <a:gd name="T13" fmla="*/ 232 h 1050"/>
              <a:gd name="T14" fmla="*/ 817 w 1050"/>
              <a:gd name="T15" fmla="*/ 350 h 1050"/>
              <a:gd name="T16" fmla="*/ 232 w 1050"/>
              <a:gd name="T17" fmla="*/ 350 h 1050"/>
              <a:gd name="T18" fmla="*/ 232 w 1050"/>
              <a:gd name="T19" fmla="*/ 232 h 1050"/>
              <a:gd name="T20" fmla="*/ 0 w 1050"/>
              <a:gd name="T21" fmla="*/ 582 h 1050"/>
              <a:gd name="T22" fmla="*/ 0 w 1050"/>
              <a:gd name="T23" fmla="*/ 467 h 1050"/>
              <a:gd name="T24" fmla="*/ 1049 w 1050"/>
              <a:gd name="T25" fmla="*/ 467 h 1050"/>
              <a:gd name="T26" fmla="*/ 1049 w 1050"/>
              <a:gd name="T27" fmla="*/ 582 h 1050"/>
              <a:gd name="T28" fmla="*/ 0 w 1050"/>
              <a:gd name="T29" fmla="*/ 582 h 1050"/>
              <a:gd name="T30" fmla="*/ 0 w 1050"/>
              <a:gd name="T31" fmla="*/ 1049 h 1050"/>
              <a:gd name="T32" fmla="*/ 0 w 1050"/>
              <a:gd name="T33" fmla="*/ 932 h 1050"/>
              <a:gd name="T34" fmla="*/ 1049 w 1050"/>
              <a:gd name="T35" fmla="*/ 932 h 1050"/>
              <a:gd name="T36" fmla="*/ 1049 w 1050"/>
              <a:gd name="T37" fmla="*/ 1049 h 1050"/>
              <a:gd name="T38" fmla="*/ 0 w 1050"/>
              <a:gd name="T39" fmla="*/ 1049 h 1050"/>
              <a:gd name="T40" fmla="*/ 232 w 1050"/>
              <a:gd name="T41" fmla="*/ 700 h 1050"/>
              <a:gd name="T42" fmla="*/ 817 w 1050"/>
              <a:gd name="T43" fmla="*/ 700 h 1050"/>
              <a:gd name="T44" fmla="*/ 817 w 1050"/>
              <a:gd name="T45" fmla="*/ 817 h 1050"/>
              <a:gd name="T46" fmla="*/ 232 w 1050"/>
              <a:gd name="T47" fmla="*/ 817 h 1050"/>
              <a:gd name="T48" fmla="*/ 232 w 1050"/>
              <a:gd name="T49" fmla="*/ 70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0">
                <a:moveTo>
                  <a:pt x="0" y="0"/>
                </a:moveTo>
                <a:lnTo>
                  <a:pt x="1049" y="0"/>
                </a:lnTo>
                <a:lnTo>
                  <a:pt x="1049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232" y="232"/>
                </a:moveTo>
                <a:lnTo>
                  <a:pt x="817" y="232"/>
                </a:lnTo>
                <a:lnTo>
                  <a:pt x="817" y="350"/>
                </a:lnTo>
                <a:lnTo>
                  <a:pt x="232" y="350"/>
                </a:lnTo>
                <a:lnTo>
                  <a:pt x="232" y="232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049" y="467"/>
                </a:lnTo>
                <a:lnTo>
                  <a:pt x="1049" y="582"/>
                </a:lnTo>
                <a:lnTo>
                  <a:pt x="0" y="582"/>
                </a:lnTo>
                <a:close/>
                <a:moveTo>
                  <a:pt x="0" y="1049"/>
                </a:moveTo>
                <a:lnTo>
                  <a:pt x="0" y="932"/>
                </a:lnTo>
                <a:lnTo>
                  <a:pt x="1049" y="932"/>
                </a:lnTo>
                <a:lnTo>
                  <a:pt x="1049" y="1049"/>
                </a:lnTo>
                <a:lnTo>
                  <a:pt x="0" y="1049"/>
                </a:lnTo>
                <a:close/>
                <a:moveTo>
                  <a:pt x="232" y="700"/>
                </a:moveTo>
                <a:lnTo>
                  <a:pt x="817" y="700"/>
                </a:lnTo>
                <a:lnTo>
                  <a:pt x="817" y="817"/>
                </a:lnTo>
                <a:lnTo>
                  <a:pt x="232" y="817"/>
                </a:lnTo>
                <a:lnTo>
                  <a:pt x="232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1" name="Freeform 90"/>
          <p:cNvSpPr>
            <a:spLocks noChangeArrowheads="1"/>
          </p:cNvSpPr>
          <p:nvPr/>
        </p:nvSpPr>
        <p:spPr bwMode="auto">
          <a:xfrm>
            <a:off x="8567738" y="1484313"/>
            <a:ext cx="419100" cy="419100"/>
          </a:xfrm>
          <a:custGeom>
            <a:avLst/>
            <a:gdLst>
              <a:gd name="T0" fmla="*/ 812 w 1166"/>
              <a:gd name="T1" fmla="*/ 962 h 1165"/>
              <a:gd name="T2" fmla="*/ 935 w 1166"/>
              <a:gd name="T3" fmla="*/ 962 h 1165"/>
              <a:gd name="T4" fmla="*/ 637 w 1166"/>
              <a:gd name="T5" fmla="*/ 202 h 1165"/>
              <a:gd name="T6" fmla="*/ 528 w 1166"/>
              <a:gd name="T7" fmla="*/ 202 h 1165"/>
              <a:gd name="T8" fmla="*/ 230 w 1166"/>
              <a:gd name="T9" fmla="*/ 962 h 1165"/>
              <a:gd name="T10" fmla="*/ 353 w 1166"/>
              <a:gd name="T11" fmla="*/ 962 h 1165"/>
              <a:gd name="T12" fmla="*/ 419 w 1166"/>
              <a:gd name="T13" fmla="*/ 787 h 1165"/>
              <a:gd name="T14" fmla="*/ 747 w 1166"/>
              <a:gd name="T15" fmla="*/ 787 h 1165"/>
              <a:gd name="T16" fmla="*/ 812 w 1166"/>
              <a:gd name="T17" fmla="*/ 962 h 1165"/>
              <a:gd name="T18" fmla="*/ 1050 w 1166"/>
              <a:gd name="T19" fmla="*/ 0 h 1165"/>
              <a:gd name="T20" fmla="*/ 1165 w 1166"/>
              <a:gd name="T21" fmla="*/ 115 h 1165"/>
              <a:gd name="T22" fmla="*/ 1165 w 1166"/>
              <a:gd name="T23" fmla="*/ 1049 h 1165"/>
              <a:gd name="T24" fmla="*/ 1050 w 1166"/>
              <a:gd name="T25" fmla="*/ 1164 h 1165"/>
              <a:gd name="T26" fmla="*/ 115 w 1166"/>
              <a:gd name="T27" fmla="*/ 1164 h 1165"/>
              <a:gd name="T28" fmla="*/ 0 w 1166"/>
              <a:gd name="T29" fmla="*/ 1049 h 1165"/>
              <a:gd name="T30" fmla="*/ 0 w 1166"/>
              <a:gd name="T31" fmla="*/ 115 h 1165"/>
              <a:gd name="T32" fmla="*/ 115 w 1166"/>
              <a:gd name="T33" fmla="*/ 0 h 1165"/>
              <a:gd name="T34" fmla="*/ 1050 w 1166"/>
              <a:gd name="T35" fmla="*/ 0 h 1165"/>
              <a:gd name="T36" fmla="*/ 462 w 1166"/>
              <a:gd name="T37" fmla="*/ 669 h 1165"/>
              <a:gd name="T38" fmla="*/ 583 w 1166"/>
              <a:gd name="T39" fmla="*/ 347 h 1165"/>
              <a:gd name="T40" fmla="*/ 703 w 1166"/>
              <a:gd name="T41" fmla="*/ 669 h 1165"/>
              <a:gd name="T42" fmla="*/ 462 w 1166"/>
              <a:gd name="T43" fmla="*/ 66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1165">
                <a:moveTo>
                  <a:pt x="812" y="962"/>
                </a:moveTo>
                <a:lnTo>
                  <a:pt x="935" y="962"/>
                </a:lnTo>
                <a:lnTo>
                  <a:pt x="637" y="202"/>
                </a:lnTo>
                <a:lnTo>
                  <a:pt x="528" y="202"/>
                </a:lnTo>
                <a:lnTo>
                  <a:pt x="230" y="962"/>
                </a:lnTo>
                <a:lnTo>
                  <a:pt x="353" y="962"/>
                </a:lnTo>
                <a:lnTo>
                  <a:pt x="419" y="787"/>
                </a:lnTo>
                <a:lnTo>
                  <a:pt x="747" y="787"/>
                </a:lnTo>
                <a:lnTo>
                  <a:pt x="812" y="962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1049"/>
                </a:lnTo>
                <a:cubicBezTo>
                  <a:pt x="1165" y="1112"/>
                  <a:pt x="1113" y="1164"/>
                  <a:pt x="1050" y="1164"/>
                </a:cubicBezTo>
                <a:lnTo>
                  <a:pt x="115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462" y="669"/>
                </a:moveTo>
                <a:lnTo>
                  <a:pt x="583" y="347"/>
                </a:lnTo>
                <a:lnTo>
                  <a:pt x="703" y="669"/>
                </a:lnTo>
                <a:lnTo>
                  <a:pt x="462" y="66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2" name="Freeform 91"/>
          <p:cNvSpPr>
            <a:spLocks noChangeArrowheads="1"/>
          </p:cNvSpPr>
          <p:nvPr/>
        </p:nvSpPr>
        <p:spPr bwMode="auto">
          <a:xfrm>
            <a:off x="9640888" y="1525588"/>
            <a:ext cx="419100" cy="336550"/>
          </a:xfrm>
          <a:custGeom>
            <a:avLst/>
            <a:gdLst>
              <a:gd name="T0" fmla="*/ 583 w 1166"/>
              <a:gd name="T1" fmla="*/ 117 h 935"/>
              <a:gd name="T2" fmla="*/ 1050 w 1166"/>
              <a:gd name="T3" fmla="*/ 117 h 935"/>
              <a:gd name="T4" fmla="*/ 1165 w 1166"/>
              <a:gd name="T5" fmla="*/ 235 h 935"/>
              <a:gd name="T6" fmla="*/ 1165 w 1166"/>
              <a:gd name="T7" fmla="*/ 817 h 935"/>
              <a:gd name="T8" fmla="*/ 1050 w 1166"/>
              <a:gd name="T9" fmla="*/ 934 h 935"/>
              <a:gd name="T10" fmla="*/ 115 w 1166"/>
              <a:gd name="T11" fmla="*/ 934 h 935"/>
              <a:gd name="T12" fmla="*/ 0 w 1166"/>
              <a:gd name="T13" fmla="*/ 817 h 935"/>
              <a:gd name="T14" fmla="*/ 0 w 1166"/>
              <a:gd name="T15" fmla="*/ 117 h 935"/>
              <a:gd name="T16" fmla="*/ 115 w 1166"/>
              <a:gd name="T17" fmla="*/ 0 h 935"/>
              <a:gd name="T18" fmla="*/ 465 w 1166"/>
              <a:gd name="T19" fmla="*/ 0 h 935"/>
              <a:gd name="T20" fmla="*/ 583 w 1166"/>
              <a:gd name="T21" fmla="*/ 11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66" h="935">
                <a:moveTo>
                  <a:pt x="583" y="117"/>
                </a:moveTo>
                <a:lnTo>
                  <a:pt x="1050" y="117"/>
                </a:lnTo>
                <a:cubicBezTo>
                  <a:pt x="1113" y="117"/>
                  <a:pt x="1165" y="172"/>
                  <a:pt x="1165" y="235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465" y="0"/>
                </a:lnTo>
                <a:lnTo>
                  <a:pt x="583" y="11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3" name="Freeform 92"/>
          <p:cNvSpPr>
            <a:spLocks noChangeArrowheads="1"/>
          </p:cNvSpPr>
          <p:nvPr/>
        </p:nvSpPr>
        <p:spPr bwMode="auto">
          <a:xfrm>
            <a:off x="10714038" y="1525588"/>
            <a:ext cx="419100" cy="336550"/>
          </a:xfrm>
          <a:custGeom>
            <a:avLst/>
            <a:gdLst>
              <a:gd name="T0" fmla="*/ 929 w 1165"/>
              <a:gd name="T1" fmla="*/ 759 h 935"/>
              <a:gd name="T2" fmla="*/ 882 w 1165"/>
              <a:gd name="T3" fmla="*/ 565 h 935"/>
              <a:gd name="T4" fmla="*/ 1033 w 1165"/>
              <a:gd name="T5" fmla="*/ 434 h 935"/>
              <a:gd name="T6" fmla="*/ 836 w 1165"/>
              <a:gd name="T7" fmla="*/ 418 h 935"/>
              <a:gd name="T8" fmla="*/ 756 w 1165"/>
              <a:gd name="T9" fmla="*/ 235 h 935"/>
              <a:gd name="T10" fmla="*/ 677 w 1165"/>
              <a:gd name="T11" fmla="*/ 418 h 935"/>
              <a:gd name="T12" fmla="*/ 480 w 1165"/>
              <a:gd name="T13" fmla="*/ 434 h 935"/>
              <a:gd name="T14" fmla="*/ 631 w 1165"/>
              <a:gd name="T15" fmla="*/ 565 h 935"/>
              <a:gd name="T16" fmla="*/ 584 w 1165"/>
              <a:gd name="T17" fmla="*/ 759 h 935"/>
              <a:gd name="T18" fmla="*/ 756 w 1165"/>
              <a:gd name="T19" fmla="*/ 658 h 935"/>
              <a:gd name="T20" fmla="*/ 929 w 1165"/>
              <a:gd name="T21" fmla="*/ 759 h 935"/>
              <a:gd name="T22" fmla="*/ 1164 w 1165"/>
              <a:gd name="T23" fmla="*/ 235 h 935"/>
              <a:gd name="T24" fmla="*/ 1164 w 1165"/>
              <a:gd name="T25" fmla="*/ 817 h 935"/>
              <a:gd name="T26" fmla="*/ 1049 w 1165"/>
              <a:gd name="T27" fmla="*/ 934 h 935"/>
              <a:gd name="T28" fmla="*/ 114 w 1165"/>
              <a:gd name="T29" fmla="*/ 934 h 935"/>
              <a:gd name="T30" fmla="*/ 0 w 1165"/>
              <a:gd name="T31" fmla="*/ 817 h 935"/>
              <a:gd name="T32" fmla="*/ 0 w 1165"/>
              <a:gd name="T33" fmla="*/ 117 h 935"/>
              <a:gd name="T34" fmla="*/ 114 w 1165"/>
              <a:gd name="T35" fmla="*/ 0 h 935"/>
              <a:gd name="T36" fmla="*/ 464 w 1165"/>
              <a:gd name="T37" fmla="*/ 0 h 935"/>
              <a:gd name="T38" fmla="*/ 582 w 1165"/>
              <a:gd name="T39" fmla="*/ 117 h 935"/>
              <a:gd name="T40" fmla="*/ 1049 w 1165"/>
              <a:gd name="T41" fmla="*/ 117 h 935"/>
              <a:gd name="T42" fmla="*/ 1164 w 1165"/>
              <a:gd name="T43" fmla="*/ 235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5" h="935">
                <a:moveTo>
                  <a:pt x="929" y="759"/>
                </a:moveTo>
                <a:lnTo>
                  <a:pt x="882" y="565"/>
                </a:lnTo>
                <a:lnTo>
                  <a:pt x="1033" y="434"/>
                </a:lnTo>
                <a:lnTo>
                  <a:pt x="836" y="418"/>
                </a:lnTo>
                <a:lnTo>
                  <a:pt x="756" y="235"/>
                </a:lnTo>
                <a:lnTo>
                  <a:pt x="677" y="418"/>
                </a:lnTo>
                <a:lnTo>
                  <a:pt x="480" y="434"/>
                </a:lnTo>
                <a:lnTo>
                  <a:pt x="631" y="565"/>
                </a:lnTo>
                <a:lnTo>
                  <a:pt x="584" y="759"/>
                </a:lnTo>
                <a:lnTo>
                  <a:pt x="756" y="658"/>
                </a:lnTo>
                <a:lnTo>
                  <a:pt x="929" y="759"/>
                </a:lnTo>
                <a:close/>
                <a:moveTo>
                  <a:pt x="1164" y="235"/>
                </a:moveTo>
                <a:lnTo>
                  <a:pt x="1164" y="817"/>
                </a:lnTo>
                <a:cubicBezTo>
                  <a:pt x="1164" y="879"/>
                  <a:pt x="1112" y="934"/>
                  <a:pt x="1049" y="934"/>
                </a:cubicBezTo>
                <a:lnTo>
                  <a:pt x="114" y="934"/>
                </a:lnTo>
                <a:cubicBezTo>
                  <a:pt x="51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1" y="0"/>
                  <a:pt x="114" y="0"/>
                </a:cubicBezTo>
                <a:lnTo>
                  <a:pt x="464" y="0"/>
                </a:lnTo>
                <a:lnTo>
                  <a:pt x="582" y="117"/>
                </a:lnTo>
                <a:lnTo>
                  <a:pt x="1049" y="117"/>
                </a:lnTo>
                <a:cubicBezTo>
                  <a:pt x="1112" y="117"/>
                  <a:pt x="1164" y="172"/>
                  <a:pt x="1164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4" name="Freeform 93"/>
          <p:cNvSpPr>
            <a:spLocks noChangeArrowheads="1"/>
          </p:cNvSpPr>
          <p:nvPr/>
        </p:nvSpPr>
        <p:spPr bwMode="auto">
          <a:xfrm>
            <a:off x="1058864" y="2309814"/>
            <a:ext cx="504825" cy="503237"/>
          </a:xfrm>
          <a:custGeom>
            <a:avLst/>
            <a:gdLst>
              <a:gd name="T0" fmla="*/ 0 w 1401"/>
              <a:gd name="T1" fmla="*/ 1166 h 1400"/>
              <a:gd name="T2" fmla="*/ 1400 w 1401"/>
              <a:gd name="T3" fmla="*/ 1166 h 1400"/>
              <a:gd name="T4" fmla="*/ 1400 w 1401"/>
              <a:gd name="T5" fmla="*/ 1399 h 1400"/>
              <a:gd name="T6" fmla="*/ 0 w 1401"/>
              <a:gd name="T7" fmla="*/ 1399 h 1400"/>
              <a:gd name="T8" fmla="*/ 0 w 1401"/>
              <a:gd name="T9" fmla="*/ 1166 h 1400"/>
              <a:gd name="T10" fmla="*/ 1107 w 1401"/>
              <a:gd name="T11" fmla="*/ 669 h 1400"/>
              <a:gd name="T12" fmla="*/ 1225 w 1401"/>
              <a:gd name="T13" fmla="*/ 874 h 1400"/>
              <a:gd name="T14" fmla="*/ 1107 w 1401"/>
              <a:gd name="T15" fmla="*/ 992 h 1400"/>
              <a:gd name="T16" fmla="*/ 992 w 1401"/>
              <a:gd name="T17" fmla="*/ 874 h 1400"/>
              <a:gd name="T18" fmla="*/ 1107 w 1401"/>
              <a:gd name="T19" fmla="*/ 669 h 1400"/>
              <a:gd name="T20" fmla="*/ 304 w 1401"/>
              <a:gd name="T21" fmla="*/ 582 h 1400"/>
              <a:gd name="T22" fmla="*/ 864 w 1401"/>
              <a:gd name="T23" fmla="*/ 582 h 1400"/>
              <a:gd name="T24" fmla="*/ 582 w 1401"/>
              <a:gd name="T25" fmla="*/ 303 h 1400"/>
              <a:gd name="T26" fmla="*/ 304 w 1401"/>
              <a:gd name="T27" fmla="*/ 582 h 1400"/>
              <a:gd name="T28" fmla="*/ 965 w 1401"/>
              <a:gd name="T29" fmla="*/ 522 h 1400"/>
              <a:gd name="T30" fmla="*/ 965 w 1401"/>
              <a:gd name="T31" fmla="*/ 645 h 1400"/>
              <a:gd name="T32" fmla="*/ 645 w 1401"/>
              <a:gd name="T33" fmla="*/ 964 h 1400"/>
              <a:gd name="T34" fmla="*/ 582 w 1401"/>
              <a:gd name="T35" fmla="*/ 992 h 1400"/>
              <a:gd name="T36" fmla="*/ 522 w 1401"/>
              <a:gd name="T37" fmla="*/ 964 h 1400"/>
              <a:gd name="T38" fmla="*/ 200 w 1401"/>
              <a:gd name="T39" fmla="*/ 645 h 1400"/>
              <a:gd name="T40" fmla="*/ 200 w 1401"/>
              <a:gd name="T41" fmla="*/ 522 h 1400"/>
              <a:gd name="T42" fmla="*/ 500 w 1401"/>
              <a:gd name="T43" fmla="*/ 221 h 1400"/>
              <a:gd name="T44" fmla="*/ 361 w 1401"/>
              <a:gd name="T45" fmla="*/ 82 h 1400"/>
              <a:gd name="T46" fmla="*/ 446 w 1401"/>
              <a:gd name="T47" fmla="*/ 0 h 1400"/>
              <a:gd name="T48" fmla="*/ 965 w 1401"/>
              <a:gd name="T49" fmla="*/ 522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01" h="1400">
                <a:moveTo>
                  <a:pt x="0" y="1166"/>
                </a:moveTo>
                <a:lnTo>
                  <a:pt x="1400" y="1166"/>
                </a:lnTo>
                <a:lnTo>
                  <a:pt x="1400" y="1399"/>
                </a:lnTo>
                <a:lnTo>
                  <a:pt x="0" y="1399"/>
                </a:lnTo>
                <a:lnTo>
                  <a:pt x="0" y="1166"/>
                </a:lnTo>
                <a:close/>
                <a:moveTo>
                  <a:pt x="1107" y="669"/>
                </a:moveTo>
                <a:cubicBezTo>
                  <a:pt x="1107" y="669"/>
                  <a:pt x="1225" y="798"/>
                  <a:pt x="1225" y="874"/>
                </a:cubicBezTo>
                <a:cubicBezTo>
                  <a:pt x="1225" y="937"/>
                  <a:pt x="1170" y="992"/>
                  <a:pt x="1107" y="992"/>
                </a:cubicBezTo>
                <a:cubicBezTo>
                  <a:pt x="1044" y="992"/>
                  <a:pt x="992" y="937"/>
                  <a:pt x="992" y="874"/>
                </a:cubicBezTo>
                <a:cubicBezTo>
                  <a:pt x="992" y="798"/>
                  <a:pt x="1107" y="669"/>
                  <a:pt x="1107" y="669"/>
                </a:cubicBezTo>
                <a:close/>
                <a:moveTo>
                  <a:pt x="304" y="582"/>
                </a:moveTo>
                <a:lnTo>
                  <a:pt x="864" y="582"/>
                </a:lnTo>
                <a:lnTo>
                  <a:pt x="582" y="303"/>
                </a:lnTo>
                <a:lnTo>
                  <a:pt x="304" y="582"/>
                </a:lnTo>
                <a:close/>
                <a:moveTo>
                  <a:pt x="965" y="522"/>
                </a:moveTo>
                <a:cubicBezTo>
                  <a:pt x="1001" y="557"/>
                  <a:pt x="1001" y="612"/>
                  <a:pt x="965" y="645"/>
                </a:cubicBezTo>
                <a:lnTo>
                  <a:pt x="645" y="964"/>
                </a:lnTo>
                <a:cubicBezTo>
                  <a:pt x="629" y="981"/>
                  <a:pt x="603" y="992"/>
                  <a:pt x="582" y="992"/>
                </a:cubicBezTo>
                <a:cubicBezTo>
                  <a:pt x="560" y="992"/>
                  <a:pt x="539" y="981"/>
                  <a:pt x="522" y="964"/>
                </a:cubicBezTo>
                <a:lnTo>
                  <a:pt x="200" y="645"/>
                </a:lnTo>
                <a:cubicBezTo>
                  <a:pt x="164" y="612"/>
                  <a:pt x="164" y="557"/>
                  <a:pt x="200" y="522"/>
                </a:cubicBezTo>
                <a:lnTo>
                  <a:pt x="500" y="221"/>
                </a:lnTo>
                <a:lnTo>
                  <a:pt x="361" y="82"/>
                </a:lnTo>
                <a:lnTo>
                  <a:pt x="446" y="0"/>
                </a:lnTo>
                <a:lnTo>
                  <a:pt x="965" y="52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5" name="Freeform 94"/>
          <p:cNvSpPr>
            <a:spLocks noChangeArrowheads="1"/>
          </p:cNvSpPr>
          <p:nvPr/>
        </p:nvSpPr>
        <p:spPr bwMode="auto">
          <a:xfrm>
            <a:off x="2205039" y="2351088"/>
            <a:ext cx="357187" cy="419100"/>
          </a:xfrm>
          <a:custGeom>
            <a:avLst/>
            <a:gdLst>
              <a:gd name="T0" fmla="*/ 817 w 993"/>
              <a:gd name="T1" fmla="*/ 115 h 1165"/>
              <a:gd name="T2" fmla="*/ 992 w 993"/>
              <a:gd name="T3" fmla="*/ 115 h 1165"/>
              <a:gd name="T4" fmla="*/ 992 w 993"/>
              <a:gd name="T5" fmla="*/ 582 h 1165"/>
              <a:gd name="T6" fmla="*/ 525 w 993"/>
              <a:gd name="T7" fmla="*/ 582 h 1165"/>
              <a:gd name="T8" fmla="*/ 525 w 993"/>
              <a:gd name="T9" fmla="*/ 1107 h 1165"/>
              <a:gd name="T10" fmla="*/ 467 w 993"/>
              <a:gd name="T11" fmla="*/ 1164 h 1165"/>
              <a:gd name="T12" fmla="*/ 350 w 993"/>
              <a:gd name="T13" fmla="*/ 1164 h 1165"/>
              <a:gd name="T14" fmla="*/ 292 w 993"/>
              <a:gd name="T15" fmla="*/ 1107 h 1165"/>
              <a:gd name="T16" fmla="*/ 292 w 993"/>
              <a:gd name="T17" fmla="*/ 465 h 1165"/>
              <a:gd name="T18" fmla="*/ 875 w 993"/>
              <a:gd name="T19" fmla="*/ 465 h 1165"/>
              <a:gd name="T20" fmla="*/ 875 w 993"/>
              <a:gd name="T21" fmla="*/ 232 h 1165"/>
              <a:gd name="T22" fmla="*/ 817 w 993"/>
              <a:gd name="T23" fmla="*/ 232 h 1165"/>
              <a:gd name="T24" fmla="*/ 817 w 993"/>
              <a:gd name="T25" fmla="*/ 290 h 1165"/>
              <a:gd name="T26" fmla="*/ 760 w 993"/>
              <a:gd name="T27" fmla="*/ 350 h 1165"/>
              <a:gd name="T28" fmla="*/ 60 w 993"/>
              <a:gd name="T29" fmla="*/ 350 h 1165"/>
              <a:gd name="T30" fmla="*/ 0 w 993"/>
              <a:gd name="T31" fmla="*/ 290 h 1165"/>
              <a:gd name="T32" fmla="*/ 0 w 993"/>
              <a:gd name="T33" fmla="*/ 57 h 1165"/>
              <a:gd name="T34" fmla="*/ 60 w 993"/>
              <a:gd name="T35" fmla="*/ 0 h 1165"/>
              <a:gd name="T36" fmla="*/ 760 w 993"/>
              <a:gd name="T37" fmla="*/ 0 h 1165"/>
              <a:gd name="T38" fmla="*/ 817 w 993"/>
              <a:gd name="T39" fmla="*/ 57 h 1165"/>
              <a:gd name="T40" fmla="*/ 817 w 993"/>
              <a:gd name="T41" fmla="*/ 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93" h="1165">
                <a:moveTo>
                  <a:pt x="817" y="115"/>
                </a:moveTo>
                <a:lnTo>
                  <a:pt x="992" y="115"/>
                </a:lnTo>
                <a:lnTo>
                  <a:pt x="992" y="582"/>
                </a:lnTo>
                <a:lnTo>
                  <a:pt x="525" y="582"/>
                </a:lnTo>
                <a:lnTo>
                  <a:pt x="525" y="1107"/>
                </a:lnTo>
                <a:cubicBezTo>
                  <a:pt x="525" y="1140"/>
                  <a:pt x="500" y="1164"/>
                  <a:pt x="467" y="1164"/>
                </a:cubicBezTo>
                <a:lnTo>
                  <a:pt x="350" y="1164"/>
                </a:lnTo>
                <a:cubicBezTo>
                  <a:pt x="317" y="1164"/>
                  <a:pt x="292" y="1140"/>
                  <a:pt x="292" y="1107"/>
                </a:cubicBezTo>
                <a:lnTo>
                  <a:pt x="292" y="465"/>
                </a:lnTo>
                <a:lnTo>
                  <a:pt x="875" y="465"/>
                </a:lnTo>
                <a:lnTo>
                  <a:pt x="875" y="232"/>
                </a:lnTo>
                <a:lnTo>
                  <a:pt x="817" y="232"/>
                </a:lnTo>
                <a:lnTo>
                  <a:pt x="817" y="290"/>
                </a:lnTo>
                <a:cubicBezTo>
                  <a:pt x="817" y="323"/>
                  <a:pt x="793" y="350"/>
                  <a:pt x="760" y="350"/>
                </a:cubicBezTo>
                <a:lnTo>
                  <a:pt x="60" y="350"/>
                </a:lnTo>
                <a:cubicBezTo>
                  <a:pt x="27" y="350"/>
                  <a:pt x="0" y="323"/>
                  <a:pt x="0" y="290"/>
                </a:cubicBezTo>
                <a:lnTo>
                  <a:pt x="0" y="57"/>
                </a:lnTo>
                <a:cubicBezTo>
                  <a:pt x="0" y="25"/>
                  <a:pt x="27" y="0"/>
                  <a:pt x="60" y="0"/>
                </a:cubicBezTo>
                <a:lnTo>
                  <a:pt x="760" y="0"/>
                </a:lnTo>
                <a:cubicBezTo>
                  <a:pt x="793" y="0"/>
                  <a:pt x="817" y="25"/>
                  <a:pt x="817" y="57"/>
                </a:cubicBezTo>
                <a:lnTo>
                  <a:pt x="817" y="11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6" name="Freeform 95"/>
          <p:cNvSpPr>
            <a:spLocks noChangeArrowheads="1"/>
          </p:cNvSpPr>
          <p:nvPr/>
        </p:nvSpPr>
        <p:spPr bwMode="auto">
          <a:xfrm>
            <a:off x="3257551" y="2393950"/>
            <a:ext cx="398463" cy="336550"/>
          </a:xfrm>
          <a:custGeom>
            <a:avLst/>
            <a:gdLst>
              <a:gd name="T0" fmla="*/ 290 w 1108"/>
              <a:gd name="T1" fmla="*/ 525 h 935"/>
              <a:gd name="T2" fmla="*/ 290 w 1108"/>
              <a:gd name="T3" fmla="*/ 410 h 935"/>
              <a:gd name="T4" fmla="*/ 1107 w 1108"/>
              <a:gd name="T5" fmla="*/ 410 h 935"/>
              <a:gd name="T6" fmla="*/ 1107 w 1108"/>
              <a:gd name="T7" fmla="*/ 525 h 935"/>
              <a:gd name="T8" fmla="*/ 290 w 1108"/>
              <a:gd name="T9" fmla="*/ 525 h 935"/>
              <a:gd name="T10" fmla="*/ 290 w 1108"/>
              <a:gd name="T11" fmla="*/ 874 h 935"/>
              <a:gd name="T12" fmla="*/ 290 w 1108"/>
              <a:gd name="T13" fmla="*/ 760 h 935"/>
              <a:gd name="T14" fmla="*/ 1107 w 1108"/>
              <a:gd name="T15" fmla="*/ 760 h 935"/>
              <a:gd name="T16" fmla="*/ 1107 w 1108"/>
              <a:gd name="T17" fmla="*/ 874 h 935"/>
              <a:gd name="T18" fmla="*/ 290 w 1108"/>
              <a:gd name="T19" fmla="*/ 874 h 935"/>
              <a:gd name="T20" fmla="*/ 290 w 1108"/>
              <a:gd name="T21" fmla="*/ 60 h 935"/>
              <a:gd name="T22" fmla="*/ 1107 w 1108"/>
              <a:gd name="T23" fmla="*/ 60 h 935"/>
              <a:gd name="T24" fmla="*/ 1107 w 1108"/>
              <a:gd name="T25" fmla="*/ 175 h 935"/>
              <a:gd name="T26" fmla="*/ 290 w 1108"/>
              <a:gd name="T27" fmla="*/ 175 h 935"/>
              <a:gd name="T28" fmla="*/ 290 w 1108"/>
              <a:gd name="T29" fmla="*/ 60 h 935"/>
              <a:gd name="T30" fmla="*/ 0 w 1108"/>
              <a:gd name="T31" fmla="*/ 410 h 935"/>
              <a:gd name="T32" fmla="*/ 0 w 1108"/>
              <a:gd name="T33" fmla="*/ 350 h 935"/>
              <a:gd name="T34" fmla="*/ 175 w 1108"/>
              <a:gd name="T35" fmla="*/ 350 h 935"/>
              <a:gd name="T36" fmla="*/ 175 w 1108"/>
              <a:gd name="T37" fmla="*/ 404 h 935"/>
              <a:gd name="T38" fmla="*/ 68 w 1108"/>
              <a:gd name="T39" fmla="*/ 525 h 935"/>
              <a:gd name="T40" fmla="*/ 175 w 1108"/>
              <a:gd name="T41" fmla="*/ 525 h 935"/>
              <a:gd name="T42" fmla="*/ 175 w 1108"/>
              <a:gd name="T43" fmla="*/ 585 h 935"/>
              <a:gd name="T44" fmla="*/ 0 w 1108"/>
              <a:gd name="T45" fmla="*/ 585 h 935"/>
              <a:gd name="T46" fmla="*/ 0 w 1108"/>
              <a:gd name="T47" fmla="*/ 530 h 935"/>
              <a:gd name="T48" fmla="*/ 104 w 1108"/>
              <a:gd name="T49" fmla="*/ 410 h 935"/>
              <a:gd name="T50" fmla="*/ 0 w 1108"/>
              <a:gd name="T51" fmla="*/ 410 h 935"/>
              <a:gd name="T52" fmla="*/ 57 w 1108"/>
              <a:gd name="T53" fmla="*/ 235 h 935"/>
              <a:gd name="T54" fmla="*/ 57 w 1108"/>
              <a:gd name="T55" fmla="*/ 60 h 935"/>
              <a:gd name="T56" fmla="*/ 0 w 1108"/>
              <a:gd name="T57" fmla="*/ 60 h 935"/>
              <a:gd name="T58" fmla="*/ 0 w 1108"/>
              <a:gd name="T59" fmla="*/ 0 h 935"/>
              <a:gd name="T60" fmla="*/ 115 w 1108"/>
              <a:gd name="T61" fmla="*/ 0 h 935"/>
              <a:gd name="T62" fmla="*/ 115 w 1108"/>
              <a:gd name="T63" fmla="*/ 235 h 935"/>
              <a:gd name="T64" fmla="*/ 57 w 1108"/>
              <a:gd name="T65" fmla="*/ 235 h 935"/>
              <a:gd name="T66" fmla="*/ 0 w 1108"/>
              <a:gd name="T67" fmla="*/ 760 h 935"/>
              <a:gd name="T68" fmla="*/ 0 w 1108"/>
              <a:gd name="T69" fmla="*/ 699 h 935"/>
              <a:gd name="T70" fmla="*/ 175 w 1108"/>
              <a:gd name="T71" fmla="*/ 699 h 935"/>
              <a:gd name="T72" fmla="*/ 175 w 1108"/>
              <a:gd name="T73" fmla="*/ 934 h 935"/>
              <a:gd name="T74" fmla="*/ 0 w 1108"/>
              <a:gd name="T75" fmla="*/ 934 h 935"/>
              <a:gd name="T76" fmla="*/ 0 w 1108"/>
              <a:gd name="T77" fmla="*/ 874 h 935"/>
              <a:gd name="T78" fmla="*/ 115 w 1108"/>
              <a:gd name="T79" fmla="*/ 874 h 935"/>
              <a:gd name="T80" fmla="*/ 115 w 1108"/>
              <a:gd name="T81" fmla="*/ 847 h 935"/>
              <a:gd name="T82" fmla="*/ 57 w 1108"/>
              <a:gd name="T83" fmla="*/ 847 h 935"/>
              <a:gd name="T84" fmla="*/ 57 w 1108"/>
              <a:gd name="T85" fmla="*/ 787 h 935"/>
              <a:gd name="T86" fmla="*/ 115 w 1108"/>
              <a:gd name="T87" fmla="*/ 787 h 935"/>
              <a:gd name="T88" fmla="*/ 115 w 1108"/>
              <a:gd name="T89" fmla="*/ 760 h 935"/>
              <a:gd name="T90" fmla="*/ 0 w 1108"/>
              <a:gd name="T91" fmla="*/ 76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08" h="935">
                <a:moveTo>
                  <a:pt x="290" y="525"/>
                </a:moveTo>
                <a:lnTo>
                  <a:pt x="290" y="410"/>
                </a:lnTo>
                <a:lnTo>
                  <a:pt x="1107" y="410"/>
                </a:lnTo>
                <a:lnTo>
                  <a:pt x="1107" y="525"/>
                </a:lnTo>
                <a:lnTo>
                  <a:pt x="290" y="525"/>
                </a:lnTo>
                <a:close/>
                <a:moveTo>
                  <a:pt x="290" y="874"/>
                </a:moveTo>
                <a:lnTo>
                  <a:pt x="290" y="760"/>
                </a:lnTo>
                <a:lnTo>
                  <a:pt x="1107" y="760"/>
                </a:lnTo>
                <a:lnTo>
                  <a:pt x="1107" y="874"/>
                </a:lnTo>
                <a:lnTo>
                  <a:pt x="290" y="874"/>
                </a:lnTo>
                <a:close/>
                <a:moveTo>
                  <a:pt x="290" y="60"/>
                </a:moveTo>
                <a:lnTo>
                  <a:pt x="1107" y="60"/>
                </a:lnTo>
                <a:lnTo>
                  <a:pt x="1107" y="175"/>
                </a:lnTo>
                <a:lnTo>
                  <a:pt x="290" y="175"/>
                </a:lnTo>
                <a:lnTo>
                  <a:pt x="290" y="60"/>
                </a:lnTo>
                <a:close/>
                <a:moveTo>
                  <a:pt x="0" y="410"/>
                </a:moveTo>
                <a:lnTo>
                  <a:pt x="0" y="350"/>
                </a:lnTo>
                <a:lnTo>
                  <a:pt x="175" y="350"/>
                </a:lnTo>
                <a:lnTo>
                  <a:pt x="175" y="404"/>
                </a:lnTo>
                <a:lnTo>
                  <a:pt x="68" y="525"/>
                </a:lnTo>
                <a:lnTo>
                  <a:pt x="175" y="525"/>
                </a:lnTo>
                <a:lnTo>
                  <a:pt x="175" y="585"/>
                </a:lnTo>
                <a:lnTo>
                  <a:pt x="0" y="585"/>
                </a:lnTo>
                <a:lnTo>
                  <a:pt x="0" y="530"/>
                </a:lnTo>
                <a:lnTo>
                  <a:pt x="104" y="410"/>
                </a:lnTo>
                <a:lnTo>
                  <a:pt x="0" y="410"/>
                </a:lnTo>
                <a:close/>
                <a:moveTo>
                  <a:pt x="57" y="235"/>
                </a:moveTo>
                <a:lnTo>
                  <a:pt x="57" y="60"/>
                </a:lnTo>
                <a:lnTo>
                  <a:pt x="0" y="60"/>
                </a:lnTo>
                <a:lnTo>
                  <a:pt x="0" y="0"/>
                </a:lnTo>
                <a:lnTo>
                  <a:pt x="115" y="0"/>
                </a:lnTo>
                <a:lnTo>
                  <a:pt x="115" y="235"/>
                </a:lnTo>
                <a:lnTo>
                  <a:pt x="57" y="235"/>
                </a:lnTo>
                <a:close/>
                <a:moveTo>
                  <a:pt x="0" y="760"/>
                </a:moveTo>
                <a:lnTo>
                  <a:pt x="0" y="699"/>
                </a:lnTo>
                <a:lnTo>
                  <a:pt x="175" y="699"/>
                </a:lnTo>
                <a:lnTo>
                  <a:pt x="175" y="934"/>
                </a:lnTo>
                <a:lnTo>
                  <a:pt x="0" y="934"/>
                </a:lnTo>
                <a:lnTo>
                  <a:pt x="0" y="874"/>
                </a:lnTo>
                <a:lnTo>
                  <a:pt x="115" y="874"/>
                </a:lnTo>
                <a:lnTo>
                  <a:pt x="115" y="847"/>
                </a:lnTo>
                <a:lnTo>
                  <a:pt x="57" y="847"/>
                </a:lnTo>
                <a:lnTo>
                  <a:pt x="57" y="787"/>
                </a:lnTo>
                <a:lnTo>
                  <a:pt x="115" y="787"/>
                </a:lnTo>
                <a:lnTo>
                  <a:pt x="115" y="760"/>
                </a:lnTo>
                <a:lnTo>
                  <a:pt x="0" y="76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7" name="Freeform 96"/>
          <p:cNvSpPr>
            <a:spLocks noChangeArrowheads="1"/>
          </p:cNvSpPr>
          <p:nvPr/>
        </p:nvSpPr>
        <p:spPr bwMode="auto">
          <a:xfrm>
            <a:off x="4335464" y="2403476"/>
            <a:ext cx="388937" cy="314325"/>
          </a:xfrm>
          <a:custGeom>
            <a:avLst/>
            <a:gdLst>
              <a:gd name="T0" fmla="*/ 262 w 1080"/>
              <a:gd name="T1" fmla="*/ 30 h 875"/>
              <a:gd name="T2" fmla="*/ 1079 w 1080"/>
              <a:gd name="T3" fmla="*/ 30 h 875"/>
              <a:gd name="T4" fmla="*/ 1079 w 1080"/>
              <a:gd name="T5" fmla="*/ 145 h 875"/>
              <a:gd name="T6" fmla="*/ 262 w 1080"/>
              <a:gd name="T7" fmla="*/ 145 h 875"/>
              <a:gd name="T8" fmla="*/ 262 w 1080"/>
              <a:gd name="T9" fmla="*/ 30 h 875"/>
              <a:gd name="T10" fmla="*/ 262 w 1080"/>
              <a:gd name="T11" fmla="*/ 495 h 875"/>
              <a:gd name="T12" fmla="*/ 262 w 1080"/>
              <a:gd name="T13" fmla="*/ 380 h 875"/>
              <a:gd name="T14" fmla="*/ 1079 w 1080"/>
              <a:gd name="T15" fmla="*/ 380 h 875"/>
              <a:gd name="T16" fmla="*/ 1079 w 1080"/>
              <a:gd name="T17" fmla="*/ 495 h 875"/>
              <a:gd name="T18" fmla="*/ 262 w 1080"/>
              <a:gd name="T19" fmla="*/ 495 h 875"/>
              <a:gd name="T20" fmla="*/ 262 w 1080"/>
              <a:gd name="T21" fmla="*/ 844 h 875"/>
              <a:gd name="T22" fmla="*/ 262 w 1080"/>
              <a:gd name="T23" fmla="*/ 730 h 875"/>
              <a:gd name="T24" fmla="*/ 1079 w 1080"/>
              <a:gd name="T25" fmla="*/ 730 h 875"/>
              <a:gd name="T26" fmla="*/ 1079 w 1080"/>
              <a:gd name="T27" fmla="*/ 844 h 875"/>
              <a:gd name="T28" fmla="*/ 262 w 1080"/>
              <a:gd name="T29" fmla="*/ 844 h 875"/>
              <a:gd name="T30" fmla="*/ 87 w 1080"/>
              <a:gd name="T31" fmla="*/ 700 h 875"/>
              <a:gd name="T32" fmla="*/ 175 w 1080"/>
              <a:gd name="T33" fmla="*/ 787 h 875"/>
              <a:gd name="T34" fmla="*/ 87 w 1080"/>
              <a:gd name="T35" fmla="*/ 874 h 875"/>
              <a:gd name="T36" fmla="*/ 0 w 1080"/>
              <a:gd name="T37" fmla="*/ 787 h 875"/>
              <a:gd name="T38" fmla="*/ 87 w 1080"/>
              <a:gd name="T39" fmla="*/ 700 h 875"/>
              <a:gd name="T40" fmla="*/ 87 w 1080"/>
              <a:gd name="T41" fmla="*/ 0 h 875"/>
              <a:gd name="T42" fmla="*/ 175 w 1080"/>
              <a:gd name="T43" fmla="*/ 87 h 875"/>
              <a:gd name="T44" fmla="*/ 87 w 1080"/>
              <a:gd name="T45" fmla="*/ 175 h 875"/>
              <a:gd name="T46" fmla="*/ 0 w 1080"/>
              <a:gd name="T47" fmla="*/ 87 h 875"/>
              <a:gd name="T48" fmla="*/ 87 w 1080"/>
              <a:gd name="T49" fmla="*/ 0 h 875"/>
              <a:gd name="T50" fmla="*/ 87 w 1080"/>
              <a:gd name="T51" fmla="*/ 350 h 875"/>
              <a:gd name="T52" fmla="*/ 175 w 1080"/>
              <a:gd name="T53" fmla="*/ 437 h 875"/>
              <a:gd name="T54" fmla="*/ 87 w 1080"/>
              <a:gd name="T55" fmla="*/ 525 h 875"/>
              <a:gd name="T56" fmla="*/ 0 w 1080"/>
              <a:gd name="T57" fmla="*/ 437 h 875"/>
              <a:gd name="T58" fmla="*/ 87 w 1080"/>
              <a:gd name="T59" fmla="*/ 35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80" h="875">
                <a:moveTo>
                  <a:pt x="262" y="30"/>
                </a:moveTo>
                <a:lnTo>
                  <a:pt x="1079" y="30"/>
                </a:lnTo>
                <a:lnTo>
                  <a:pt x="1079" y="145"/>
                </a:lnTo>
                <a:lnTo>
                  <a:pt x="262" y="145"/>
                </a:lnTo>
                <a:lnTo>
                  <a:pt x="262" y="30"/>
                </a:lnTo>
                <a:close/>
                <a:moveTo>
                  <a:pt x="262" y="495"/>
                </a:moveTo>
                <a:lnTo>
                  <a:pt x="262" y="380"/>
                </a:lnTo>
                <a:lnTo>
                  <a:pt x="1079" y="380"/>
                </a:lnTo>
                <a:lnTo>
                  <a:pt x="1079" y="495"/>
                </a:lnTo>
                <a:lnTo>
                  <a:pt x="262" y="495"/>
                </a:lnTo>
                <a:close/>
                <a:moveTo>
                  <a:pt x="262" y="844"/>
                </a:moveTo>
                <a:lnTo>
                  <a:pt x="262" y="730"/>
                </a:lnTo>
                <a:lnTo>
                  <a:pt x="1079" y="730"/>
                </a:lnTo>
                <a:lnTo>
                  <a:pt x="1079" y="844"/>
                </a:lnTo>
                <a:lnTo>
                  <a:pt x="262" y="844"/>
                </a:lnTo>
                <a:close/>
                <a:moveTo>
                  <a:pt x="87" y="700"/>
                </a:moveTo>
                <a:cubicBezTo>
                  <a:pt x="136" y="700"/>
                  <a:pt x="175" y="740"/>
                  <a:pt x="175" y="787"/>
                </a:cubicBezTo>
                <a:cubicBezTo>
                  <a:pt x="175" y="833"/>
                  <a:pt x="133" y="874"/>
                  <a:pt x="87" y="874"/>
                </a:cubicBezTo>
                <a:cubicBezTo>
                  <a:pt x="40" y="874"/>
                  <a:pt x="0" y="833"/>
                  <a:pt x="0" y="787"/>
                </a:cubicBezTo>
                <a:cubicBezTo>
                  <a:pt x="0" y="740"/>
                  <a:pt x="38" y="700"/>
                  <a:pt x="87" y="700"/>
                </a:cubicBezTo>
                <a:close/>
                <a:moveTo>
                  <a:pt x="87" y="0"/>
                </a:moveTo>
                <a:cubicBezTo>
                  <a:pt x="136" y="0"/>
                  <a:pt x="175" y="37"/>
                  <a:pt x="175" y="87"/>
                </a:cubicBezTo>
                <a:cubicBezTo>
                  <a:pt x="175" y="136"/>
                  <a:pt x="136" y="175"/>
                  <a:pt x="87" y="175"/>
                </a:cubicBezTo>
                <a:cubicBezTo>
                  <a:pt x="38" y="175"/>
                  <a:pt x="0" y="136"/>
                  <a:pt x="0" y="87"/>
                </a:cubicBezTo>
                <a:cubicBezTo>
                  <a:pt x="0" y="37"/>
                  <a:pt x="38" y="0"/>
                  <a:pt x="87" y="0"/>
                </a:cubicBezTo>
                <a:close/>
                <a:moveTo>
                  <a:pt x="87" y="350"/>
                </a:moveTo>
                <a:cubicBezTo>
                  <a:pt x="136" y="350"/>
                  <a:pt x="175" y="388"/>
                  <a:pt x="175" y="437"/>
                </a:cubicBezTo>
                <a:cubicBezTo>
                  <a:pt x="175" y="486"/>
                  <a:pt x="136" y="525"/>
                  <a:pt x="87" y="525"/>
                </a:cubicBezTo>
                <a:cubicBezTo>
                  <a:pt x="38" y="525"/>
                  <a:pt x="0" y="486"/>
                  <a:pt x="0" y="437"/>
                </a:cubicBezTo>
                <a:cubicBezTo>
                  <a:pt x="0" y="388"/>
                  <a:pt x="38" y="350"/>
                  <a:pt x="87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8" name="Freeform 97"/>
          <p:cNvSpPr>
            <a:spLocks noChangeArrowheads="1"/>
          </p:cNvSpPr>
          <p:nvPr/>
        </p:nvSpPr>
        <p:spPr bwMode="auto">
          <a:xfrm>
            <a:off x="5386388" y="2382839"/>
            <a:ext cx="430212" cy="357187"/>
          </a:xfrm>
          <a:custGeom>
            <a:avLst/>
            <a:gdLst>
              <a:gd name="T0" fmla="*/ 495 w 1196"/>
              <a:gd name="T1" fmla="*/ 552 h 990"/>
              <a:gd name="T2" fmla="*/ 495 w 1196"/>
              <a:gd name="T3" fmla="*/ 437 h 990"/>
              <a:gd name="T4" fmla="*/ 1195 w 1196"/>
              <a:gd name="T5" fmla="*/ 437 h 990"/>
              <a:gd name="T6" fmla="*/ 1195 w 1196"/>
              <a:gd name="T7" fmla="*/ 552 h 990"/>
              <a:gd name="T8" fmla="*/ 495 w 1196"/>
              <a:gd name="T9" fmla="*/ 552 h 990"/>
              <a:gd name="T10" fmla="*/ 495 w 1196"/>
              <a:gd name="T11" fmla="*/ 901 h 990"/>
              <a:gd name="T12" fmla="*/ 495 w 1196"/>
              <a:gd name="T13" fmla="*/ 787 h 990"/>
              <a:gd name="T14" fmla="*/ 1195 w 1196"/>
              <a:gd name="T15" fmla="*/ 787 h 990"/>
              <a:gd name="T16" fmla="*/ 1195 w 1196"/>
              <a:gd name="T17" fmla="*/ 901 h 990"/>
              <a:gd name="T18" fmla="*/ 495 w 1196"/>
              <a:gd name="T19" fmla="*/ 901 h 990"/>
              <a:gd name="T20" fmla="*/ 495 w 1196"/>
              <a:gd name="T21" fmla="*/ 87 h 990"/>
              <a:gd name="T22" fmla="*/ 1195 w 1196"/>
              <a:gd name="T23" fmla="*/ 87 h 990"/>
              <a:gd name="T24" fmla="*/ 1195 w 1196"/>
              <a:gd name="T25" fmla="*/ 202 h 990"/>
              <a:gd name="T26" fmla="*/ 495 w 1196"/>
              <a:gd name="T27" fmla="*/ 202 h 990"/>
              <a:gd name="T28" fmla="*/ 495 w 1196"/>
              <a:gd name="T29" fmla="*/ 87 h 990"/>
              <a:gd name="T30" fmla="*/ 263 w 1196"/>
              <a:gd name="T31" fmla="*/ 202 h 990"/>
              <a:gd name="T32" fmla="*/ 263 w 1196"/>
              <a:gd name="T33" fmla="*/ 787 h 990"/>
              <a:gd name="T34" fmla="*/ 408 w 1196"/>
              <a:gd name="T35" fmla="*/ 787 h 990"/>
              <a:gd name="T36" fmla="*/ 205 w 1196"/>
              <a:gd name="T37" fmla="*/ 989 h 990"/>
              <a:gd name="T38" fmla="*/ 0 w 1196"/>
              <a:gd name="T39" fmla="*/ 787 h 990"/>
              <a:gd name="T40" fmla="*/ 145 w 1196"/>
              <a:gd name="T41" fmla="*/ 787 h 990"/>
              <a:gd name="T42" fmla="*/ 145 w 1196"/>
              <a:gd name="T43" fmla="*/ 202 h 990"/>
              <a:gd name="T44" fmla="*/ 0 w 1196"/>
              <a:gd name="T45" fmla="*/ 202 h 990"/>
              <a:gd name="T46" fmla="*/ 205 w 1196"/>
              <a:gd name="T47" fmla="*/ 0 h 990"/>
              <a:gd name="T48" fmla="*/ 408 w 1196"/>
              <a:gd name="T49" fmla="*/ 202 h 990"/>
              <a:gd name="T50" fmla="*/ 263 w 1196"/>
              <a:gd name="T51" fmla="*/ 202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96" h="990">
                <a:moveTo>
                  <a:pt x="495" y="552"/>
                </a:moveTo>
                <a:lnTo>
                  <a:pt x="495" y="437"/>
                </a:lnTo>
                <a:lnTo>
                  <a:pt x="1195" y="437"/>
                </a:lnTo>
                <a:lnTo>
                  <a:pt x="1195" y="552"/>
                </a:lnTo>
                <a:lnTo>
                  <a:pt x="495" y="552"/>
                </a:lnTo>
                <a:close/>
                <a:moveTo>
                  <a:pt x="495" y="901"/>
                </a:moveTo>
                <a:lnTo>
                  <a:pt x="495" y="787"/>
                </a:lnTo>
                <a:lnTo>
                  <a:pt x="1195" y="787"/>
                </a:lnTo>
                <a:lnTo>
                  <a:pt x="1195" y="901"/>
                </a:lnTo>
                <a:lnTo>
                  <a:pt x="495" y="901"/>
                </a:lnTo>
                <a:close/>
                <a:moveTo>
                  <a:pt x="495" y="87"/>
                </a:moveTo>
                <a:lnTo>
                  <a:pt x="1195" y="87"/>
                </a:lnTo>
                <a:lnTo>
                  <a:pt x="1195" y="202"/>
                </a:lnTo>
                <a:lnTo>
                  <a:pt x="495" y="202"/>
                </a:lnTo>
                <a:lnTo>
                  <a:pt x="495" y="87"/>
                </a:lnTo>
                <a:close/>
                <a:moveTo>
                  <a:pt x="263" y="202"/>
                </a:moveTo>
                <a:lnTo>
                  <a:pt x="263" y="787"/>
                </a:lnTo>
                <a:lnTo>
                  <a:pt x="408" y="787"/>
                </a:lnTo>
                <a:lnTo>
                  <a:pt x="205" y="989"/>
                </a:lnTo>
                <a:lnTo>
                  <a:pt x="0" y="787"/>
                </a:lnTo>
                <a:lnTo>
                  <a:pt x="145" y="787"/>
                </a:lnTo>
                <a:lnTo>
                  <a:pt x="145" y="202"/>
                </a:lnTo>
                <a:lnTo>
                  <a:pt x="0" y="202"/>
                </a:lnTo>
                <a:lnTo>
                  <a:pt x="205" y="0"/>
                </a:lnTo>
                <a:lnTo>
                  <a:pt x="408" y="202"/>
                </a:lnTo>
                <a:lnTo>
                  <a:pt x="263" y="20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9" name="Freeform 98"/>
          <p:cNvSpPr>
            <a:spLocks noChangeArrowheads="1"/>
          </p:cNvSpPr>
          <p:nvPr/>
        </p:nvSpPr>
        <p:spPr bwMode="auto">
          <a:xfrm>
            <a:off x="6548438" y="2414589"/>
            <a:ext cx="252412" cy="293687"/>
          </a:xfrm>
          <a:custGeom>
            <a:avLst/>
            <a:gdLst>
              <a:gd name="T0" fmla="*/ 232 w 701"/>
              <a:gd name="T1" fmla="*/ 0 h 818"/>
              <a:gd name="T2" fmla="*/ 700 w 701"/>
              <a:gd name="T3" fmla="*/ 0 h 818"/>
              <a:gd name="T4" fmla="*/ 700 w 701"/>
              <a:gd name="T5" fmla="*/ 175 h 818"/>
              <a:gd name="T6" fmla="*/ 536 w 701"/>
              <a:gd name="T7" fmla="*/ 175 h 818"/>
              <a:gd name="T8" fmla="*/ 339 w 701"/>
              <a:gd name="T9" fmla="*/ 642 h 818"/>
              <a:gd name="T10" fmla="*/ 467 w 701"/>
              <a:gd name="T11" fmla="*/ 642 h 818"/>
              <a:gd name="T12" fmla="*/ 467 w 701"/>
              <a:gd name="T13" fmla="*/ 817 h 818"/>
              <a:gd name="T14" fmla="*/ 0 w 701"/>
              <a:gd name="T15" fmla="*/ 817 h 818"/>
              <a:gd name="T16" fmla="*/ 0 w 701"/>
              <a:gd name="T17" fmla="*/ 642 h 818"/>
              <a:gd name="T18" fmla="*/ 164 w 701"/>
              <a:gd name="T19" fmla="*/ 642 h 818"/>
              <a:gd name="T20" fmla="*/ 361 w 701"/>
              <a:gd name="T21" fmla="*/ 175 h 818"/>
              <a:gd name="T22" fmla="*/ 232 w 701"/>
              <a:gd name="T23" fmla="*/ 175 h 818"/>
              <a:gd name="T24" fmla="*/ 232 w 701"/>
              <a:gd name="T25" fmla="*/ 0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1" h="818">
                <a:moveTo>
                  <a:pt x="232" y="0"/>
                </a:moveTo>
                <a:lnTo>
                  <a:pt x="700" y="0"/>
                </a:lnTo>
                <a:lnTo>
                  <a:pt x="700" y="175"/>
                </a:lnTo>
                <a:lnTo>
                  <a:pt x="536" y="175"/>
                </a:lnTo>
                <a:lnTo>
                  <a:pt x="339" y="642"/>
                </a:lnTo>
                <a:lnTo>
                  <a:pt x="467" y="642"/>
                </a:lnTo>
                <a:lnTo>
                  <a:pt x="467" y="817"/>
                </a:lnTo>
                <a:lnTo>
                  <a:pt x="0" y="817"/>
                </a:lnTo>
                <a:lnTo>
                  <a:pt x="0" y="642"/>
                </a:lnTo>
                <a:lnTo>
                  <a:pt x="164" y="642"/>
                </a:lnTo>
                <a:lnTo>
                  <a:pt x="361" y="175"/>
                </a:lnTo>
                <a:lnTo>
                  <a:pt x="232" y="175"/>
                </a:lnTo>
                <a:lnTo>
                  <a:pt x="23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0" name="Freeform 99"/>
          <p:cNvSpPr>
            <a:spLocks noChangeArrowheads="1"/>
          </p:cNvSpPr>
          <p:nvPr/>
        </p:nvSpPr>
        <p:spPr bwMode="auto">
          <a:xfrm>
            <a:off x="7558089" y="2371726"/>
            <a:ext cx="377825" cy="377825"/>
          </a:xfrm>
          <a:custGeom>
            <a:avLst/>
            <a:gdLst>
              <a:gd name="T0" fmla="*/ 468 w 1051"/>
              <a:gd name="T1" fmla="*/ 583 h 1051"/>
              <a:gd name="T2" fmla="*/ 468 w 1051"/>
              <a:gd name="T3" fmla="*/ 468 h 1051"/>
              <a:gd name="T4" fmla="*/ 1050 w 1051"/>
              <a:gd name="T5" fmla="*/ 468 h 1051"/>
              <a:gd name="T6" fmla="*/ 1050 w 1051"/>
              <a:gd name="T7" fmla="*/ 583 h 1051"/>
              <a:gd name="T8" fmla="*/ 468 w 1051"/>
              <a:gd name="T9" fmla="*/ 583 h 1051"/>
              <a:gd name="T10" fmla="*/ 468 w 1051"/>
              <a:gd name="T11" fmla="*/ 350 h 1051"/>
              <a:gd name="T12" fmla="*/ 468 w 1051"/>
              <a:gd name="T13" fmla="*/ 233 h 1051"/>
              <a:gd name="T14" fmla="*/ 1050 w 1051"/>
              <a:gd name="T15" fmla="*/ 233 h 1051"/>
              <a:gd name="T16" fmla="*/ 1050 w 1051"/>
              <a:gd name="T17" fmla="*/ 350 h 1051"/>
              <a:gd name="T18" fmla="*/ 468 w 1051"/>
              <a:gd name="T19" fmla="*/ 350 h 1051"/>
              <a:gd name="T20" fmla="*/ 0 w 1051"/>
              <a:gd name="T21" fmla="*/ 0 h 1051"/>
              <a:gd name="T22" fmla="*/ 1050 w 1051"/>
              <a:gd name="T23" fmla="*/ 0 h 1051"/>
              <a:gd name="T24" fmla="*/ 1050 w 1051"/>
              <a:gd name="T25" fmla="*/ 118 h 1051"/>
              <a:gd name="T26" fmla="*/ 0 w 1051"/>
              <a:gd name="T27" fmla="*/ 118 h 1051"/>
              <a:gd name="T28" fmla="*/ 0 w 1051"/>
              <a:gd name="T29" fmla="*/ 0 h 1051"/>
              <a:gd name="T30" fmla="*/ 468 w 1051"/>
              <a:gd name="T31" fmla="*/ 818 h 1051"/>
              <a:gd name="T32" fmla="*/ 468 w 1051"/>
              <a:gd name="T33" fmla="*/ 700 h 1051"/>
              <a:gd name="T34" fmla="*/ 1050 w 1051"/>
              <a:gd name="T35" fmla="*/ 700 h 1051"/>
              <a:gd name="T36" fmla="*/ 1050 w 1051"/>
              <a:gd name="T37" fmla="*/ 818 h 1051"/>
              <a:gd name="T38" fmla="*/ 468 w 1051"/>
              <a:gd name="T39" fmla="*/ 818 h 1051"/>
              <a:gd name="T40" fmla="*/ 0 w 1051"/>
              <a:gd name="T41" fmla="*/ 293 h 1051"/>
              <a:gd name="T42" fmla="*/ 233 w 1051"/>
              <a:gd name="T43" fmla="*/ 525 h 1051"/>
              <a:gd name="T44" fmla="*/ 0 w 1051"/>
              <a:gd name="T45" fmla="*/ 757 h 1051"/>
              <a:gd name="T46" fmla="*/ 0 w 1051"/>
              <a:gd name="T47" fmla="*/ 293 h 1051"/>
              <a:gd name="T48" fmla="*/ 0 w 1051"/>
              <a:gd name="T49" fmla="*/ 1050 h 1051"/>
              <a:gd name="T50" fmla="*/ 0 w 1051"/>
              <a:gd name="T51" fmla="*/ 932 h 1051"/>
              <a:gd name="T52" fmla="*/ 1050 w 1051"/>
              <a:gd name="T53" fmla="*/ 932 h 1051"/>
              <a:gd name="T54" fmla="*/ 1050 w 1051"/>
              <a:gd name="T55" fmla="*/ 1050 h 1051"/>
              <a:gd name="T56" fmla="*/ 0 w 1051"/>
              <a:gd name="T57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051">
                <a:moveTo>
                  <a:pt x="468" y="583"/>
                </a:moveTo>
                <a:lnTo>
                  <a:pt x="468" y="468"/>
                </a:lnTo>
                <a:lnTo>
                  <a:pt x="1050" y="468"/>
                </a:lnTo>
                <a:lnTo>
                  <a:pt x="1050" y="583"/>
                </a:lnTo>
                <a:lnTo>
                  <a:pt x="468" y="583"/>
                </a:lnTo>
                <a:close/>
                <a:moveTo>
                  <a:pt x="468" y="350"/>
                </a:moveTo>
                <a:lnTo>
                  <a:pt x="468" y="233"/>
                </a:lnTo>
                <a:lnTo>
                  <a:pt x="1050" y="233"/>
                </a:lnTo>
                <a:lnTo>
                  <a:pt x="1050" y="350"/>
                </a:lnTo>
                <a:lnTo>
                  <a:pt x="468" y="350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468" y="818"/>
                </a:moveTo>
                <a:lnTo>
                  <a:pt x="468" y="700"/>
                </a:lnTo>
                <a:lnTo>
                  <a:pt x="1050" y="700"/>
                </a:lnTo>
                <a:lnTo>
                  <a:pt x="1050" y="818"/>
                </a:lnTo>
                <a:lnTo>
                  <a:pt x="468" y="818"/>
                </a:lnTo>
                <a:close/>
                <a:moveTo>
                  <a:pt x="0" y="293"/>
                </a:moveTo>
                <a:lnTo>
                  <a:pt x="233" y="525"/>
                </a:lnTo>
                <a:lnTo>
                  <a:pt x="0" y="757"/>
                </a:lnTo>
                <a:lnTo>
                  <a:pt x="0" y="293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050" y="932"/>
                </a:lnTo>
                <a:lnTo>
                  <a:pt x="1050" y="1050"/>
                </a:lnTo>
                <a:lnTo>
                  <a:pt x="0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1" name="Freeform 100"/>
          <p:cNvSpPr>
            <a:spLocks noChangeArrowheads="1"/>
          </p:cNvSpPr>
          <p:nvPr/>
        </p:nvSpPr>
        <p:spPr bwMode="auto">
          <a:xfrm>
            <a:off x="8631239" y="2371726"/>
            <a:ext cx="377825" cy="377825"/>
          </a:xfrm>
          <a:custGeom>
            <a:avLst/>
            <a:gdLst>
              <a:gd name="T0" fmla="*/ 468 w 1051"/>
              <a:gd name="T1" fmla="*/ 583 h 1051"/>
              <a:gd name="T2" fmla="*/ 468 w 1051"/>
              <a:gd name="T3" fmla="*/ 468 h 1051"/>
              <a:gd name="T4" fmla="*/ 1050 w 1051"/>
              <a:gd name="T5" fmla="*/ 468 h 1051"/>
              <a:gd name="T6" fmla="*/ 1050 w 1051"/>
              <a:gd name="T7" fmla="*/ 583 h 1051"/>
              <a:gd name="T8" fmla="*/ 468 w 1051"/>
              <a:gd name="T9" fmla="*/ 583 h 1051"/>
              <a:gd name="T10" fmla="*/ 468 w 1051"/>
              <a:gd name="T11" fmla="*/ 350 h 1051"/>
              <a:gd name="T12" fmla="*/ 468 w 1051"/>
              <a:gd name="T13" fmla="*/ 233 h 1051"/>
              <a:gd name="T14" fmla="*/ 1050 w 1051"/>
              <a:gd name="T15" fmla="*/ 233 h 1051"/>
              <a:gd name="T16" fmla="*/ 1050 w 1051"/>
              <a:gd name="T17" fmla="*/ 350 h 1051"/>
              <a:gd name="T18" fmla="*/ 468 w 1051"/>
              <a:gd name="T19" fmla="*/ 350 h 1051"/>
              <a:gd name="T20" fmla="*/ 0 w 1051"/>
              <a:gd name="T21" fmla="*/ 0 h 1051"/>
              <a:gd name="T22" fmla="*/ 1050 w 1051"/>
              <a:gd name="T23" fmla="*/ 0 h 1051"/>
              <a:gd name="T24" fmla="*/ 1050 w 1051"/>
              <a:gd name="T25" fmla="*/ 118 h 1051"/>
              <a:gd name="T26" fmla="*/ 0 w 1051"/>
              <a:gd name="T27" fmla="*/ 118 h 1051"/>
              <a:gd name="T28" fmla="*/ 0 w 1051"/>
              <a:gd name="T29" fmla="*/ 0 h 1051"/>
              <a:gd name="T30" fmla="*/ 0 w 1051"/>
              <a:gd name="T31" fmla="*/ 1050 h 1051"/>
              <a:gd name="T32" fmla="*/ 0 w 1051"/>
              <a:gd name="T33" fmla="*/ 932 h 1051"/>
              <a:gd name="T34" fmla="*/ 1050 w 1051"/>
              <a:gd name="T35" fmla="*/ 932 h 1051"/>
              <a:gd name="T36" fmla="*/ 1050 w 1051"/>
              <a:gd name="T37" fmla="*/ 1050 h 1051"/>
              <a:gd name="T38" fmla="*/ 0 w 1051"/>
              <a:gd name="T39" fmla="*/ 1050 h 1051"/>
              <a:gd name="T40" fmla="*/ 0 w 1051"/>
              <a:gd name="T41" fmla="*/ 525 h 1051"/>
              <a:gd name="T42" fmla="*/ 233 w 1051"/>
              <a:gd name="T43" fmla="*/ 293 h 1051"/>
              <a:gd name="T44" fmla="*/ 233 w 1051"/>
              <a:gd name="T45" fmla="*/ 757 h 1051"/>
              <a:gd name="T46" fmla="*/ 0 w 1051"/>
              <a:gd name="T47" fmla="*/ 525 h 1051"/>
              <a:gd name="T48" fmla="*/ 468 w 1051"/>
              <a:gd name="T49" fmla="*/ 818 h 1051"/>
              <a:gd name="T50" fmla="*/ 468 w 1051"/>
              <a:gd name="T51" fmla="*/ 700 h 1051"/>
              <a:gd name="T52" fmla="*/ 1050 w 1051"/>
              <a:gd name="T53" fmla="*/ 700 h 1051"/>
              <a:gd name="T54" fmla="*/ 1050 w 1051"/>
              <a:gd name="T55" fmla="*/ 818 h 1051"/>
              <a:gd name="T56" fmla="*/ 468 w 1051"/>
              <a:gd name="T57" fmla="*/ 8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1" h="1051">
                <a:moveTo>
                  <a:pt x="468" y="583"/>
                </a:moveTo>
                <a:lnTo>
                  <a:pt x="468" y="468"/>
                </a:lnTo>
                <a:lnTo>
                  <a:pt x="1050" y="468"/>
                </a:lnTo>
                <a:lnTo>
                  <a:pt x="1050" y="583"/>
                </a:lnTo>
                <a:lnTo>
                  <a:pt x="468" y="583"/>
                </a:lnTo>
                <a:close/>
                <a:moveTo>
                  <a:pt x="468" y="350"/>
                </a:moveTo>
                <a:lnTo>
                  <a:pt x="468" y="233"/>
                </a:lnTo>
                <a:lnTo>
                  <a:pt x="1050" y="233"/>
                </a:lnTo>
                <a:lnTo>
                  <a:pt x="1050" y="350"/>
                </a:lnTo>
                <a:lnTo>
                  <a:pt x="468" y="350"/>
                </a:lnTo>
                <a:close/>
                <a:moveTo>
                  <a:pt x="0" y="0"/>
                </a:moveTo>
                <a:lnTo>
                  <a:pt x="1050" y="0"/>
                </a:lnTo>
                <a:lnTo>
                  <a:pt x="1050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0" y="1050"/>
                </a:moveTo>
                <a:lnTo>
                  <a:pt x="0" y="932"/>
                </a:lnTo>
                <a:lnTo>
                  <a:pt x="1050" y="932"/>
                </a:lnTo>
                <a:lnTo>
                  <a:pt x="1050" y="1050"/>
                </a:lnTo>
                <a:lnTo>
                  <a:pt x="0" y="1050"/>
                </a:lnTo>
                <a:close/>
                <a:moveTo>
                  <a:pt x="0" y="525"/>
                </a:moveTo>
                <a:lnTo>
                  <a:pt x="233" y="293"/>
                </a:lnTo>
                <a:lnTo>
                  <a:pt x="233" y="757"/>
                </a:lnTo>
                <a:lnTo>
                  <a:pt x="0" y="525"/>
                </a:lnTo>
                <a:close/>
                <a:moveTo>
                  <a:pt x="468" y="818"/>
                </a:moveTo>
                <a:lnTo>
                  <a:pt x="468" y="700"/>
                </a:lnTo>
                <a:lnTo>
                  <a:pt x="1050" y="700"/>
                </a:lnTo>
                <a:lnTo>
                  <a:pt x="1050" y="818"/>
                </a:lnTo>
                <a:lnTo>
                  <a:pt x="468" y="8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2" name="Freeform 101"/>
          <p:cNvSpPr>
            <a:spLocks noChangeArrowheads="1"/>
          </p:cNvSpPr>
          <p:nvPr/>
        </p:nvSpPr>
        <p:spPr bwMode="auto">
          <a:xfrm>
            <a:off x="9640889" y="2341564"/>
            <a:ext cx="503237" cy="441325"/>
          </a:xfrm>
          <a:custGeom>
            <a:avLst/>
            <a:gdLst>
              <a:gd name="T0" fmla="*/ 560 w 1400"/>
              <a:gd name="T1" fmla="*/ 525 h 1225"/>
              <a:gd name="T2" fmla="*/ 839 w 1400"/>
              <a:gd name="T3" fmla="*/ 525 h 1225"/>
              <a:gd name="T4" fmla="*/ 699 w 1400"/>
              <a:gd name="T5" fmla="*/ 156 h 1225"/>
              <a:gd name="T6" fmla="*/ 560 w 1400"/>
              <a:gd name="T7" fmla="*/ 525 h 1225"/>
              <a:gd name="T8" fmla="*/ 642 w 1400"/>
              <a:gd name="T9" fmla="*/ 0 h 1225"/>
              <a:gd name="T10" fmla="*/ 757 w 1400"/>
              <a:gd name="T11" fmla="*/ 0 h 1225"/>
              <a:gd name="T12" fmla="*/ 1076 w 1400"/>
              <a:gd name="T13" fmla="*/ 817 h 1225"/>
              <a:gd name="T14" fmla="*/ 945 w 1400"/>
              <a:gd name="T15" fmla="*/ 817 h 1225"/>
              <a:gd name="T16" fmla="*/ 882 w 1400"/>
              <a:gd name="T17" fmla="*/ 642 h 1225"/>
              <a:gd name="T18" fmla="*/ 516 w 1400"/>
              <a:gd name="T19" fmla="*/ 642 h 1225"/>
              <a:gd name="T20" fmla="*/ 451 w 1400"/>
              <a:gd name="T21" fmla="*/ 817 h 1225"/>
              <a:gd name="T22" fmla="*/ 319 w 1400"/>
              <a:gd name="T23" fmla="*/ 817 h 1225"/>
              <a:gd name="T24" fmla="*/ 642 w 1400"/>
              <a:gd name="T25" fmla="*/ 0 h 1225"/>
              <a:gd name="T26" fmla="*/ 0 w 1400"/>
              <a:gd name="T27" fmla="*/ 992 h 1225"/>
              <a:gd name="T28" fmla="*/ 1399 w 1400"/>
              <a:gd name="T29" fmla="*/ 992 h 1225"/>
              <a:gd name="T30" fmla="*/ 1399 w 1400"/>
              <a:gd name="T31" fmla="*/ 1224 h 1225"/>
              <a:gd name="T32" fmla="*/ 0 w 1400"/>
              <a:gd name="T33" fmla="*/ 1224 h 1225"/>
              <a:gd name="T34" fmla="*/ 0 w 1400"/>
              <a:gd name="T35" fmla="*/ 992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00" h="1225">
                <a:moveTo>
                  <a:pt x="560" y="525"/>
                </a:moveTo>
                <a:lnTo>
                  <a:pt x="839" y="525"/>
                </a:lnTo>
                <a:lnTo>
                  <a:pt x="699" y="156"/>
                </a:lnTo>
                <a:lnTo>
                  <a:pt x="560" y="525"/>
                </a:lnTo>
                <a:close/>
                <a:moveTo>
                  <a:pt x="642" y="0"/>
                </a:moveTo>
                <a:lnTo>
                  <a:pt x="757" y="0"/>
                </a:lnTo>
                <a:lnTo>
                  <a:pt x="1076" y="817"/>
                </a:lnTo>
                <a:lnTo>
                  <a:pt x="945" y="817"/>
                </a:lnTo>
                <a:lnTo>
                  <a:pt x="882" y="642"/>
                </a:lnTo>
                <a:lnTo>
                  <a:pt x="516" y="642"/>
                </a:lnTo>
                <a:lnTo>
                  <a:pt x="451" y="817"/>
                </a:lnTo>
                <a:lnTo>
                  <a:pt x="319" y="817"/>
                </a:lnTo>
                <a:lnTo>
                  <a:pt x="642" y="0"/>
                </a:lnTo>
                <a:close/>
                <a:moveTo>
                  <a:pt x="0" y="992"/>
                </a:moveTo>
                <a:lnTo>
                  <a:pt x="1399" y="992"/>
                </a:lnTo>
                <a:lnTo>
                  <a:pt x="1399" y="1224"/>
                </a:lnTo>
                <a:lnTo>
                  <a:pt x="0" y="1224"/>
                </a:lnTo>
                <a:lnTo>
                  <a:pt x="0" y="99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3" name="Freeform 102"/>
          <p:cNvSpPr>
            <a:spLocks noChangeArrowheads="1"/>
          </p:cNvSpPr>
          <p:nvPr/>
        </p:nvSpPr>
        <p:spPr bwMode="auto">
          <a:xfrm>
            <a:off x="10798176" y="2373314"/>
            <a:ext cx="333375" cy="376237"/>
          </a:xfrm>
          <a:custGeom>
            <a:avLst/>
            <a:gdLst>
              <a:gd name="T0" fmla="*/ 74 w 928"/>
              <a:gd name="T1" fmla="*/ 120 h 1047"/>
              <a:gd name="T2" fmla="*/ 927 w 928"/>
              <a:gd name="T3" fmla="*/ 973 h 1047"/>
              <a:gd name="T4" fmla="*/ 853 w 928"/>
              <a:gd name="T5" fmla="*/ 1046 h 1047"/>
              <a:gd name="T6" fmla="*/ 697 w 928"/>
              <a:gd name="T7" fmla="*/ 893 h 1047"/>
              <a:gd name="T8" fmla="*/ 468 w 928"/>
              <a:gd name="T9" fmla="*/ 981 h 1047"/>
              <a:gd name="T10" fmla="*/ 118 w 928"/>
              <a:gd name="T11" fmla="*/ 631 h 1047"/>
              <a:gd name="T12" fmla="*/ 194 w 928"/>
              <a:gd name="T13" fmla="*/ 391 h 1047"/>
              <a:gd name="T14" fmla="*/ 0 w 928"/>
              <a:gd name="T15" fmla="*/ 197 h 1047"/>
              <a:gd name="T16" fmla="*/ 74 w 928"/>
              <a:gd name="T17" fmla="*/ 120 h 1047"/>
              <a:gd name="T18" fmla="*/ 817 w 928"/>
              <a:gd name="T19" fmla="*/ 631 h 1047"/>
              <a:gd name="T20" fmla="*/ 809 w 928"/>
              <a:gd name="T21" fmla="*/ 708 h 1047"/>
              <a:gd name="T22" fmla="*/ 309 w 928"/>
              <a:gd name="T23" fmla="*/ 205 h 1047"/>
              <a:gd name="T24" fmla="*/ 468 w 928"/>
              <a:gd name="T25" fmla="*/ 0 h 1047"/>
              <a:gd name="T26" fmla="*/ 817 w 928"/>
              <a:gd name="T27" fmla="*/ 631 h 1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28" h="1047">
                <a:moveTo>
                  <a:pt x="74" y="120"/>
                </a:moveTo>
                <a:lnTo>
                  <a:pt x="927" y="973"/>
                </a:lnTo>
                <a:lnTo>
                  <a:pt x="853" y="1046"/>
                </a:lnTo>
                <a:lnTo>
                  <a:pt x="697" y="893"/>
                </a:lnTo>
                <a:cubicBezTo>
                  <a:pt x="634" y="948"/>
                  <a:pt x="555" y="981"/>
                  <a:pt x="468" y="981"/>
                </a:cubicBezTo>
                <a:cubicBezTo>
                  <a:pt x="274" y="981"/>
                  <a:pt x="118" y="825"/>
                  <a:pt x="118" y="631"/>
                </a:cubicBezTo>
                <a:cubicBezTo>
                  <a:pt x="118" y="560"/>
                  <a:pt x="151" y="475"/>
                  <a:pt x="194" y="391"/>
                </a:cubicBezTo>
                <a:lnTo>
                  <a:pt x="0" y="197"/>
                </a:lnTo>
                <a:lnTo>
                  <a:pt x="74" y="120"/>
                </a:lnTo>
                <a:close/>
                <a:moveTo>
                  <a:pt x="817" y="631"/>
                </a:moveTo>
                <a:cubicBezTo>
                  <a:pt x="817" y="658"/>
                  <a:pt x="815" y="683"/>
                  <a:pt x="809" y="708"/>
                </a:cubicBezTo>
                <a:lnTo>
                  <a:pt x="309" y="205"/>
                </a:lnTo>
                <a:cubicBezTo>
                  <a:pt x="391" y="87"/>
                  <a:pt x="468" y="0"/>
                  <a:pt x="468" y="0"/>
                </a:cubicBezTo>
                <a:cubicBezTo>
                  <a:pt x="468" y="0"/>
                  <a:pt x="817" y="399"/>
                  <a:pt x="817" y="63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4" name="Freeform 103"/>
          <p:cNvSpPr>
            <a:spLocks noChangeArrowheads="1"/>
          </p:cNvSpPr>
          <p:nvPr/>
        </p:nvSpPr>
        <p:spPr bwMode="auto">
          <a:xfrm>
            <a:off x="1058864" y="3324225"/>
            <a:ext cx="293687" cy="211138"/>
          </a:xfrm>
          <a:custGeom>
            <a:avLst/>
            <a:gdLst>
              <a:gd name="T0" fmla="*/ 525 w 816"/>
              <a:gd name="T1" fmla="*/ 584 h 585"/>
              <a:gd name="T2" fmla="*/ 640 w 816"/>
              <a:gd name="T3" fmla="*/ 349 h 585"/>
              <a:gd name="T4" fmla="*/ 465 w 816"/>
              <a:gd name="T5" fmla="*/ 349 h 585"/>
              <a:gd name="T6" fmla="*/ 465 w 816"/>
              <a:gd name="T7" fmla="*/ 0 h 585"/>
              <a:gd name="T8" fmla="*/ 815 w 816"/>
              <a:gd name="T9" fmla="*/ 0 h 585"/>
              <a:gd name="T10" fmla="*/ 815 w 816"/>
              <a:gd name="T11" fmla="*/ 349 h 585"/>
              <a:gd name="T12" fmla="*/ 700 w 816"/>
              <a:gd name="T13" fmla="*/ 584 h 585"/>
              <a:gd name="T14" fmla="*/ 525 w 816"/>
              <a:gd name="T15" fmla="*/ 584 h 585"/>
              <a:gd name="T16" fmla="*/ 58 w 816"/>
              <a:gd name="T17" fmla="*/ 584 h 585"/>
              <a:gd name="T18" fmla="*/ 175 w 816"/>
              <a:gd name="T19" fmla="*/ 349 h 585"/>
              <a:gd name="T20" fmla="*/ 0 w 816"/>
              <a:gd name="T21" fmla="*/ 349 h 585"/>
              <a:gd name="T22" fmla="*/ 0 w 816"/>
              <a:gd name="T23" fmla="*/ 0 h 585"/>
              <a:gd name="T24" fmla="*/ 350 w 816"/>
              <a:gd name="T25" fmla="*/ 0 h 585"/>
              <a:gd name="T26" fmla="*/ 350 w 816"/>
              <a:gd name="T27" fmla="*/ 349 h 585"/>
              <a:gd name="T28" fmla="*/ 233 w 816"/>
              <a:gd name="T29" fmla="*/ 584 h 585"/>
              <a:gd name="T30" fmla="*/ 58 w 816"/>
              <a:gd name="T31" fmla="*/ 584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16" h="585">
                <a:moveTo>
                  <a:pt x="525" y="584"/>
                </a:moveTo>
                <a:lnTo>
                  <a:pt x="640" y="349"/>
                </a:lnTo>
                <a:lnTo>
                  <a:pt x="465" y="349"/>
                </a:lnTo>
                <a:lnTo>
                  <a:pt x="465" y="0"/>
                </a:lnTo>
                <a:lnTo>
                  <a:pt x="815" y="0"/>
                </a:lnTo>
                <a:lnTo>
                  <a:pt x="815" y="349"/>
                </a:lnTo>
                <a:lnTo>
                  <a:pt x="700" y="584"/>
                </a:lnTo>
                <a:lnTo>
                  <a:pt x="525" y="584"/>
                </a:lnTo>
                <a:close/>
                <a:moveTo>
                  <a:pt x="58" y="584"/>
                </a:moveTo>
                <a:lnTo>
                  <a:pt x="175" y="349"/>
                </a:lnTo>
                <a:lnTo>
                  <a:pt x="0" y="349"/>
                </a:lnTo>
                <a:lnTo>
                  <a:pt x="0" y="0"/>
                </a:lnTo>
                <a:lnTo>
                  <a:pt x="350" y="0"/>
                </a:lnTo>
                <a:lnTo>
                  <a:pt x="350" y="349"/>
                </a:lnTo>
                <a:lnTo>
                  <a:pt x="233" y="584"/>
                </a:lnTo>
                <a:lnTo>
                  <a:pt x="58" y="58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5" name="Freeform 104"/>
          <p:cNvSpPr>
            <a:spLocks noChangeArrowheads="1"/>
          </p:cNvSpPr>
          <p:nvPr/>
        </p:nvSpPr>
        <p:spPr bwMode="auto">
          <a:xfrm>
            <a:off x="2114550" y="3219450"/>
            <a:ext cx="336550" cy="420688"/>
          </a:xfrm>
          <a:custGeom>
            <a:avLst/>
            <a:gdLst>
              <a:gd name="T0" fmla="*/ 467 w 936"/>
              <a:gd name="T1" fmla="*/ 0 h 1167"/>
              <a:gd name="T2" fmla="*/ 467 w 936"/>
              <a:gd name="T3" fmla="*/ 584 h 1167"/>
              <a:gd name="T4" fmla="*/ 117 w 936"/>
              <a:gd name="T5" fmla="*/ 699 h 1167"/>
              <a:gd name="T6" fmla="*/ 817 w 936"/>
              <a:gd name="T7" fmla="*/ 699 h 1167"/>
              <a:gd name="T8" fmla="*/ 467 w 936"/>
              <a:gd name="T9" fmla="*/ 1166 h 1167"/>
              <a:gd name="T10" fmla="*/ 0 w 936"/>
              <a:gd name="T11" fmla="*/ 699 h 1167"/>
              <a:gd name="T12" fmla="*/ 544 w 936"/>
              <a:gd name="T13" fmla="*/ 827 h 1167"/>
              <a:gd name="T14" fmla="*/ 590 w 936"/>
              <a:gd name="T15" fmla="*/ 841 h 1167"/>
              <a:gd name="T16" fmla="*/ 607 w 936"/>
              <a:gd name="T17" fmla="*/ 811 h 1167"/>
              <a:gd name="T18" fmla="*/ 601 w 936"/>
              <a:gd name="T19" fmla="*/ 677 h 1167"/>
              <a:gd name="T20" fmla="*/ 555 w 936"/>
              <a:gd name="T21" fmla="*/ 666 h 1167"/>
              <a:gd name="T22" fmla="*/ 538 w 936"/>
              <a:gd name="T23" fmla="*/ 693 h 1167"/>
              <a:gd name="T24" fmla="*/ 544 w 936"/>
              <a:gd name="T25" fmla="*/ 827 h 1167"/>
              <a:gd name="T26" fmla="*/ 653 w 936"/>
              <a:gd name="T27" fmla="*/ 816 h 1167"/>
              <a:gd name="T28" fmla="*/ 607 w 936"/>
              <a:gd name="T29" fmla="*/ 868 h 1167"/>
              <a:gd name="T30" fmla="*/ 508 w 936"/>
              <a:gd name="T31" fmla="*/ 852 h 1167"/>
              <a:gd name="T32" fmla="*/ 484 w 936"/>
              <a:gd name="T33" fmla="*/ 770 h 1167"/>
              <a:gd name="T34" fmla="*/ 492 w 936"/>
              <a:gd name="T35" fmla="*/ 682 h 1167"/>
              <a:gd name="T36" fmla="*/ 538 w 936"/>
              <a:gd name="T37" fmla="*/ 630 h 1167"/>
              <a:gd name="T38" fmla="*/ 607 w 936"/>
              <a:gd name="T39" fmla="*/ 630 h 1167"/>
              <a:gd name="T40" fmla="*/ 653 w 936"/>
              <a:gd name="T41" fmla="*/ 682 h 1167"/>
              <a:gd name="T42" fmla="*/ 659 w 936"/>
              <a:gd name="T43" fmla="*/ 770 h 1167"/>
              <a:gd name="T44" fmla="*/ 391 w 936"/>
              <a:gd name="T45" fmla="*/ 693 h 1167"/>
              <a:gd name="T46" fmla="*/ 385 w 936"/>
              <a:gd name="T47" fmla="*/ 671 h 1167"/>
              <a:gd name="T48" fmla="*/ 344 w 936"/>
              <a:gd name="T49" fmla="*/ 666 h 1167"/>
              <a:gd name="T50" fmla="*/ 328 w 936"/>
              <a:gd name="T51" fmla="*/ 682 h 1167"/>
              <a:gd name="T52" fmla="*/ 268 w 936"/>
              <a:gd name="T53" fmla="*/ 693 h 1167"/>
              <a:gd name="T54" fmla="*/ 344 w 936"/>
              <a:gd name="T55" fmla="*/ 625 h 1167"/>
              <a:gd name="T56" fmla="*/ 432 w 936"/>
              <a:gd name="T57" fmla="*/ 693 h 1167"/>
              <a:gd name="T58" fmla="*/ 426 w 936"/>
              <a:gd name="T59" fmla="*/ 729 h 1167"/>
              <a:gd name="T60" fmla="*/ 396 w 936"/>
              <a:gd name="T61" fmla="*/ 753 h 1167"/>
              <a:gd name="T62" fmla="*/ 437 w 936"/>
              <a:gd name="T63" fmla="*/ 811 h 1167"/>
              <a:gd name="T64" fmla="*/ 415 w 936"/>
              <a:gd name="T65" fmla="*/ 863 h 1167"/>
              <a:gd name="T66" fmla="*/ 350 w 936"/>
              <a:gd name="T67" fmla="*/ 879 h 1167"/>
              <a:gd name="T68" fmla="*/ 292 w 936"/>
              <a:gd name="T69" fmla="*/ 863 h 1167"/>
              <a:gd name="T70" fmla="*/ 317 w 936"/>
              <a:gd name="T71" fmla="*/ 805 h 1167"/>
              <a:gd name="T72" fmla="*/ 322 w 936"/>
              <a:gd name="T73" fmla="*/ 827 h 1167"/>
              <a:gd name="T74" fmla="*/ 363 w 936"/>
              <a:gd name="T75" fmla="*/ 833 h 1167"/>
              <a:gd name="T76" fmla="*/ 380 w 936"/>
              <a:gd name="T77" fmla="*/ 816 h 1167"/>
              <a:gd name="T78" fmla="*/ 374 w 936"/>
              <a:gd name="T79" fmla="*/ 775 h 1167"/>
              <a:gd name="T80" fmla="*/ 328 w 936"/>
              <a:gd name="T81" fmla="*/ 770 h 1167"/>
              <a:gd name="T82" fmla="*/ 350 w 936"/>
              <a:gd name="T83" fmla="*/ 729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36" h="1167">
                <a:moveTo>
                  <a:pt x="467" y="235"/>
                </a:moveTo>
                <a:lnTo>
                  <a:pt x="467" y="0"/>
                </a:lnTo>
                <a:lnTo>
                  <a:pt x="760" y="292"/>
                </a:lnTo>
                <a:lnTo>
                  <a:pt x="467" y="584"/>
                </a:lnTo>
                <a:lnTo>
                  <a:pt x="467" y="350"/>
                </a:lnTo>
                <a:cubicBezTo>
                  <a:pt x="276" y="350"/>
                  <a:pt x="117" y="508"/>
                  <a:pt x="117" y="699"/>
                </a:cubicBezTo>
                <a:cubicBezTo>
                  <a:pt x="117" y="891"/>
                  <a:pt x="275" y="1048"/>
                  <a:pt x="467" y="1048"/>
                </a:cubicBezTo>
                <a:cubicBezTo>
                  <a:pt x="658" y="1048"/>
                  <a:pt x="817" y="890"/>
                  <a:pt x="817" y="699"/>
                </a:cubicBezTo>
                <a:lnTo>
                  <a:pt x="935" y="699"/>
                </a:lnTo>
                <a:cubicBezTo>
                  <a:pt x="935" y="956"/>
                  <a:pt x="724" y="1166"/>
                  <a:pt x="467" y="1166"/>
                </a:cubicBezTo>
                <a:cubicBezTo>
                  <a:pt x="210" y="1166"/>
                  <a:pt x="0" y="956"/>
                  <a:pt x="0" y="699"/>
                </a:cubicBezTo>
                <a:lnTo>
                  <a:pt x="0" y="699"/>
                </a:lnTo>
                <a:cubicBezTo>
                  <a:pt x="0" y="443"/>
                  <a:pt x="210" y="235"/>
                  <a:pt x="467" y="235"/>
                </a:cubicBezTo>
                <a:close/>
                <a:moveTo>
                  <a:pt x="544" y="827"/>
                </a:moveTo>
                <a:cubicBezTo>
                  <a:pt x="544" y="836"/>
                  <a:pt x="561" y="846"/>
                  <a:pt x="571" y="846"/>
                </a:cubicBezTo>
                <a:cubicBezTo>
                  <a:pt x="577" y="846"/>
                  <a:pt x="585" y="846"/>
                  <a:pt x="590" y="841"/>
                </a:cubicBezTo>
                <a:lnTo>
                  <a:pt x="601" y="827"/>
                </a:lnTo>
                <a:cubicBezTo>
                  <a:pt x="601" y="827"/>
                  <a:pt x="607" y="816"/>
                  <a:pt x="607" y="811"/>
                </a:cubicBezTo>
                <a:lnTo>
                  <a:pt x="607" y="693"/>
                </a:lnTo>
                <a:cubicBezTo>
                  <a:pt x="607" y="693"/>
                  <a:pt x="601" y="682"/>
                  <a:pt x="601" y="677"/>
                </a:cubicBezTo>
                <a:cubicBezTo>
                  <a:pt x="601" y="669"/>
                  <a:pt x="579" y="658"/>
                  <a:pt x="571" y="658"/>
                </a:cubicBezTo>
                <a:cubicBezTo>
                  <a:pt x="566" y="658"/>
                  <a:pt x="560" y="660"/>
                  <a:pt x="555" y="666"/>
                </a:cubicBezTo>
                <a:lnTo>
                  <a:pt x="544" y="677"/>
                </a:lnTo>
                <a:cubicBezTo>
                  <a:pt x="544" y="677"/>
                  <a:pt x="538" y="688"/>
                  <a:pt x="538" y="693"/>
                </a:cubicBezTo>
                <a:lnTo>
                  <a:pt x="538" y="811"/>
                </a:lnTo>
                <a:cubicBezTo>
                  <a:pt x="538" y="811"/>
                  <a:pt x="544" y="822"/>
                  <a:pt x="544" y="827"/>
                </a:cubicBezTo>
                <a:close/>
                <a:moveTo>
                  <a:pt x="659" y="770"/>
                </a:moveTo>
                <a:cubicBezTo>
                  <a:pt x="659" y="786"/>
                  <a:pt x="659" y="805"/>
                  <a:pt x="653" y="816"/>
                </a:cubicBezTo>
                <a:lnTo>
                  <a:pt x="637" y="852"/>
                </a:lnTo>
                <a:cubicBezTo>
                  <a:pt x="637" y="852"/>
                  <a:pt x="618" y="868"/>
                  <a:pt x="607" y="868"/>
                </a:cubicBezTo>
                <a:cubicBezTo>
                  <a:pt x="596" y="868"/>
                  <a:pt x="582" y="874"/>
                  <a:pt x="571" y="874"/>
                </a:cubicBezTo>
                <a:cubicBezTo>
                  <a:pt x="543" y="874"/>
                  <a:pt x="527" y="861"/>
                  <a:pt x="508" y="852"/>
                </a:cubicBezTo>
                <a:cubicBezTo>
                  <a:pt x="497" y="846"/>
                  <a:pt x="497" y="833"/>
                  <a:pt x="492" y="816"/>
                </a:cubicBezTo>
                <a:cubicBezTo>
                  <a:pt x="486" y="800"/>
                  <a:pt x="484" y="786"/>
                  <a:pt x="484" y="770"/>
                </a:cubicBezTo>
                <a:lnTo>
                  <a:pt x="484" y="729"/>
                </a:lnTo>
                <a:cubicBezTo>
                  <a:pt x="484" y="712"/>
                  <a:pt x="486" y="693"/>
                  <a:pt x="492" y="682"/>
                </a:cubicBezTo>
                <a:lnTo>
                  <a:pt x="508" y="647"/>
                </a:lnTo>
                <a:cubicBezTo>
                  <a:pt x="508" y="647"/>
                  <a:pt x="527" y="630"/>
                  <a:pt x="538" y="630"/>
                </a:cubicBezTo>
                <a:cubicBezTo>
                  <a:pt x="549" y="630"/>
                  <a:pt x="560" y="625"/>
                  <a:pt x="571" y="625"/>
                </a:cubicBezTo>
                <a:cubicBezTo>
                  <a:pt x="582" y="625"/>
                  <a:pt x="596" y="625"/>
                  <a:pt x="607" y="630"/>
                </a:cubicBezTo>
                <a:cubicBezTo>
                  <a:pt x="618" y="636"/>
                  <a:pt x="626" y="642"/>
                  <a:pt x="637" y="647"/>
                </a:cubicBezTo>
                <a:cubicBezTo>
                  <a:pt x="648" y="653"/>
                  <a:pt x="647" y="666"/>
                  <a:pt x="653" y="682"/>
                </a:cubicBezTo>
                <a:cubicBezTo>
                  <a:pt x="658" y="699"/>
                  <a:pt x="659" y="712"/>
                  <a:pt x="659" y="729"/>
                </a:cubicBezTo>
                <a:lnTo>
                  <a:pt x="659" y="770"/>
                </a:lnTo>
                <a:close/>
                <a:moveTo>
                  <a:pt x="350" y="729"/>
                </a:moveTo>
                <a:cubicBezTo>
                  <a:pt x="372" y="729"/>
                  <a:pt x="391" y="715"/>
                  <a:pt x="391" y="693"/>
                </a:cubicBezTo>
                <a:lnTo>
                  <a:pt x="391" y="682"/>
                </a:lnTo>
                <a:cubicBezTo>
                  <a:pt x="391" y="682"/>
                  <a:pt x="385" y="677"/>
                  <a:pt x="385" y="671"/>
                </a:cubicBezTo>
                <a:cubicBezTo>
                  <a:pt x="385" y="666"/>
                  <a:pt x="380" y="666"/>
                  <a:pt x="374" y="666"/>
                </a:cubicBezTo>
                <a:lnTo>
                  <a:pt x="344" y="666"/>
                </a:lnTo>
                <a:cubicBezTo>
                  <a:pt x="344" y="666"/>
                  <a:pt x="338" y="671"/>
                  <a:pt x="333" y="671"/>
                </a:cubicBezTo>
                <a:cubicBezTo>
                  <a:pt x="327" y="671"/>
                  <a:pt x="328" y="677"/>
                  <a:pt x="328" y="682"/>
                </a:cubicBezTo>
                <a:lnTo>
                  <a:pt x="328" y="693"/>
                </a:lnTo>
                <a:lnTo>
                  <a:pt x="268" y="693"/>
                </a:lnTo>
                <a:cubicBezTo>
                  <a:pt x="268" y="666"/>
                  <a:pt x="292" y="630"/>
                  <a:pt x="317" y="630"/>
                </a:cubicBezTo>
                <a:cubicBezTo>
                  <a:pt x="322" y="630"/>
                  <a:pt x="339" y="625"/>
                  <a:pt x="344" y="625"/>
                </a:cubicBezTo>
                <a:cubicBezTo>
                  <a:pt x="368" y="625"/>
                  <a:pt x="392" y="633"/>
                  <a:pt x="410" y="641"/>
                </a:cubicBezTo>
                <a:cubicBezTo>
                  <a:pt x="424" y="648"/>
                  <a:pt x="432" y="674"/>
                  <a:pt x="432" y="693"/>
                </a:cubicBezTo>
                <a:lnTo>
                  <a:pt x="432" y="712"/>
                </a:lnTo>
                <a:cubicBezTo>
                  <a:pt x="432" y="712"/>
                  <a:pt x="426" y="724"/>
                  <a:pt x="426" y="729"/>
                </a:cubicBezTo>
                <a:cubicBezTo>
                  <a:pt x="426" y="735"/>
                  <a:pt x="420" y="740"/>
                  <a:pt x="415" y="740"/>
                </a:cubicBezTo>
                <a:cubicBezTo>
                  <a:pt x="409" y="740"/>
                  <a:pt x="402" y="748"/>
                  <a:pt x="396" y="753"/>
                </a:cubicBezTo>
                <a:cubicBezTo>
                  <a:pt x="407" y="759"/>
                  <a:pt x="420" y="764"/>
                  <a:pt x="426" y="775"/>
                </a:cubicBezTo>
                <a:cubicBezTo>
                  <a:pt x="431" y="786"/>
                  <a:pt x="437" y="800"/>
                  <a:pt x="437" y="811"/>
                </a:cubicBezTo>
                <a:cubicBezTo>
                  <a:pt x="437" y="822"/>
                  <a:pt x="437" y="836"/>
                  <a:pt x="432" y="841"/>
                </a:cubicBezTo>
                <a:cubicBezTo>
                  <a:pt x="426" y="847"/>
                  <a:pt x="420" y="858"/>
                  <a:pt x="415" y="863"/>
                </a:cubicBezTo>
                <a:cubicBezTo>
                  <a:pt x="409" y="869"/>
                  <a:pt x="396" y="874"/>
                  <a:pt x="385" y="874"/>
                </a:cubicBezTo>
                <a:cubicBezTo>
                  <a:pt x="374" y="874"/>
                  <a:pt x="361" y="879"/>
                  <a:pt x="350" y="879"/>
                </a:cubicBezTo>
                <a:cubicBezTo>
                  <a:pt x="339" y="879"/>
                  <a:pt x="327" y="880"/>
                  <a:pt x="322" y="874"/>
                </a:cubicBezTo>
                <a:cubicBezTo>
                  <a:pt x="316" y="869"/>
                  <a:pt x="303" y="868"/>
                  <a:pt x="292" y="863"/>
                </a:cubicBezTo>
                <a:cubicBezTo>
                  <a:pt x="277" y="855"/>
                  <a:pt x="268" y="826"/>
                  <a:pt x="268" y="805"/>
                </a:cubicBezTo>
                <a:lnTo>
                  <a:pt x="317" y="805"/>
                </a:lnTo>
                <a:lnTo>
                  <a:pt x="317" y="816"/>
                </a:lnTo>
                <a:cubicBezTo>
                  <a:pt x="317" y="816"/>
                  <a:pt x="322" y="822"/>
                  <a:pt x="322" y="827"/>
                </a:cubicBezTo>
                <a:cubicBezTo>
                  <a:pt x="322" y="833"/>
                  <a:pt x="328" y="833"/>
                  <a:pt x="333" y="833"/>
                </a:cubicBezTo>
                <a:lnTo>
                  <a:pt x="363" y="833"/>
                </a:lnTo>
                <a:cubicBezTo>
                  <a:pt x="363" y="833"/>
                  <a:pt x="368" y="827"/>
                  <a:pt x="374" y="827"/>
                </a:cubicBezTo>
                <a:cubicBezTo>
                  <a:pt x="379" y="827"/>
                  <a:pt x="380" y="822"/>
                  <a:pt x="380" y="816"/>
                </a:cubicBezTo>
                <a:lnTo>
                  <a:pt x="380" y="786"/>
                </a:lnTo>
                <a:cubicBezTo>
                  <a:pt x="380" y="786"/>
                  <a:pt x="374" y="781"/>
                  <a:pt x="374" y="775"/>
                </a:cubicBezTo>
                <a:cubicBezTo>
                  <a:pt x="374" y="770"/>
                  <a:pt x="369" y="770"/>
                  <a:pt x="363" y="770"/>
                </a:cubicBezTo>
                <a:lnTo>
                  <a:pt x="328" y="770"/>
                </a:lnTo>
                <a:lnTo>
                  <a:pt x="328" y="729"/>
                </a:lnTo>
                <a:lnTo>
                  <a:pt x="350" y="72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6" name="Freeform 105"/>
          <p:cNvSpPr>
            <a:spLocks noChangeArrowheads="1"/>
          </p:cNvSpPr>
          <p:nvPr/>
        </p:nvSpPr>
        <p:spPr bwMode="auto">
          <a:xfrm>
            <a:off x="3192463" y="3219450"/>
            <a:ext cx="336550" cy="420688"/>
          </a:xfrm>
          <a:custGeom>
            <a:avLst/>
            <a:gdLst>
              <a:gd name="T0" fmla="*/ 538 w 935"/>
              <a:gd name="T1" fmla="*/ 827 h 1167"/>
              <a:gd name="T2" fmla="*/ 565 w 935"/>
              <a:gd name="T3" fmla="*/ 846 h 1167"/>
              <a:gd name="T4" fmla="*/ 585 w 935"/>
              <a:gd name="T5" fmla="*/ 841 h 1167"/>
              <a:gd name="T6" fmla="*/ 595 w 935"/>
              <a:gd name="T7" fmla="*/ 827 h 1167"/>
              <a:gd name="T8" fmla="*/ 601 w 935"/>
              <a:gd name="T9" fmla="*/ 811 h 1167"/>
              <a:gd name="T10" fmla="*/ 601 w 935"/>
              <a:gd name="T11" fmla="*/ 693 h 1167"/>
              <a:gd name="T12" fmla="*/ 595 w 935"/>
              <a:gd name="T13" fmla="*/ 677 h 1167"/>
              <a:gd name="T14" fmla="*/ 565 w 935"/>
              <a:gd name="T15" fmla="*/ 658 h 1167"/>
              <a:gd name="T16" fmla="*/ 549 w 935"/>
              <a:gd name="T17" fmla="*/ 666 h 1167"/>
              <a:gd name="T18" fmla="*/ 538 w 935"/>
              <a:gd name="T19" fmla="*/ 677 h 1167"/>
              <a:gd name="T20" fmla="*/ 530 w 935"/>
              <a:gd name="T21" fmla="*/ 693 h 1167"/>
              <a:gd name="T22" fmla="*/ 530 w 935"/>
              <a:gd name="T23" fmla="*/ 811 h 1167"/>
              <a:gd name="T24" fmla="*/ 538 w 935"/>
              <a:gd name="T25" fmla="*/ 827 h 1167"/>
              <a:gd name="T26" fmla="*/ 647 w 935"/>
              <a:gd name="T27" fmla="*/ 770 h 1167"/>
              <a:gd name="T28" fmla="*/ 642 w 935"/>
              <a:gd name="T29" fmla="*/ 816 h 1167"/>
              <a:gd name="T30" fmla="*/ 626 w 935"/>
              <a:gd name="T31" fmla="*/ 852 h 1167"/>
              <a:gd name="T32" fmla="*/ 595 w 935"/>
              <a:gd name="T33" fmla="*/ 868 h 1167"/>
              <a:gd name="T34" fmla="*/ 560 w 935"/>
              <a:gd name="T35" fmla="*/ 874 h 1167"/>
              <a:gd name="T36" fmla="*/ 524 w 935"/>
              <a:gd name="T37" fmla="*/ 868 h 1167"/>
              <a:gd name="T38" fmla="*/ 497 w 935"/>
              <a:gd name="T39" fmla="*/ 852 h 1167"/>
              <a:gd name="T40" fmla="*/ 472 w 935"/>
              <a:gd name="T41" fmla="*/ 770 h 1167"/>
              <a:gd name="T42" fmla="*/ 472 w 935"/>
              <a:gd name="T43" fmla="*/ 729 h 1167"/>
              <a:gd name="T44" fmla="*/ 478 w 935"/>
              <a:gd name="T45" fmla="*/ 682 h 1167"/>
              <a:gd name="T46" fmla="*/ 497 w 935"/>
              <a:gd name="T47" fmla="*/ 647 h 1167"/>
              <a:gd name="T48" fmla="*/ 524 w 935"/>
              <a:gd name="T49" fmla="*/ 630 h 1167"/>
              <a:gd name="T50" fmla="*/ 560 w 935"/>
              <a:gd name="T51" fmla="*/ 625 h 1167"/>
              <a:gd name="T52" fmla="*/ 595 w 935"/>
              <a:gd name="T53" fmla="*/ 630 h 1167"/>
              <a:gd name="T54" fmla="*/ 626 w 935"/>
              <a:gd name="T55" fmla="*/ 647 h 1167"/>
              <a:gd name="T56" fmla="*/ 642 w 935"/>
              <a:gd name="T57" fmla="*/ 682 h 1167"/>
              <a:gd name="T58" fmla="*/ 647 w 935"/>
              <a:gd name="T59" fmla="*/ 729 h 1167"/>
              <a:gd name="T60" fmla="*/ 647 w 935"/>
              <a:gd name="T61" fmla="*/ 770 h 1167"/>
              <a:gd name="T62" fmla="*/ 404 w 935"/>
              <a:gd name="T63" fmla="*/ 874 h 1167"/>
              <a:gd name="T64" fmla="*/ 350 w 935"/>
              <a:gd name="T65" fmla="*/ 874 h 1167"/>
              <a:gd name="T66" fmla="*/ 350 w 935"/>
              <a:gd name="T67" fmla="*/ 682 h 1167"/>
              <a:gd name="T68" fmla="*/ 292 w 935"/>
              <a:gd name="T69" fmla="*/ 699 h 1167"/>
              <a:gd name="T70" fmla="*/ 292 w 935"/>
              <a:gd name="T71" fmla="*/ 658 h 1167"/>
              <a:gd name="T72" fmla="*/ 396 w 935"/>
              <a:gd name="T73" fmla="*/ 625 h 1167"/>
              <a:gd name="T74" fmla="*/ 404 w 935"/>
              <a:gd name="T75" fmla="*/ 625 h 1167"/>
              <a:gd name="T76" fmla="*/ 404 w 935"/>
              <a:gd name="T77" fmla="*/ 874 h 1167"/>
              <a:gd name="T78" fmla="*/ 0 w 935"/>
              <a:gd name="T79" fmla="*/ 699 h 1167"/>
              <a:gd name="T80" fmla="*/ 467 w 935"/>
              <a:gd name="T81" fmla="*/ 235 h 1167"/>
              <a:gd name="T82" fmla="*/ 467 w 935"/>
              <a:gd name="T83" fmla="*/ 0 h 1167"/>
              <a:gd name="T84" fmla="*/ 759 w 935"/>
              <a:gd name="T85" fmla="*/ 292 h 1167"/>
              <a:gd name="T86" fmla="*/ 467 w 935"/>
              <a:gd name="T87" fmla="*/ 584 h 1167"/>
              <a:gd name="T88" fmla="*/ 467 w 935"/>
              <a:gd name="T89" fmla="*/ 350 h 1167"/>
              <a:gd name="T90" fmla="*/ 117 w 935"/>
              <a:gd name="T91" fmla="*/ 699 h 1167"/>
              <a:gd name="T92" fmla="*/ 467 w 935"/>
              <a:gd name="T93" fmla="*/ 1048 h 1167"/>
              <a:gd name="T94" fmla="*/ 817 w 935"/>
              <a:gd name="T95" fmla="*/ 699 h 1167"/>
              <a:gd name="T96" fmla="*/ 934 w 935"/>
              <a:gd name="T97" fmla="*/ 699 h 1167"/>
              <a:gd name="T98" fmla="*/ 467 w 935"/>
              <a:gd name="T99" fmla="*/ 1166 h 1167"/>
              <a:gd name="T100" fmla="*/ 0 w 935"/>
              <a:gd name="T101" fmla="*/ 699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35" h="1167">
                <a:moveTo>
                  <a:pt x="538" y="827"/>
                </a:moveTo>
                <a:cubicBezTo>
                  <a:pt x="538" y="836"/>
                  <a:pt x="555" y="846"/>
                  <a:pt x="565" y="846"/>
                </a:cubicBezTo>
                <a:cubicBezTo>
                  <a:pt x="571" y="846"/>
                  <a:pt x="579" y="846"/>
                  <a:pt x="585" y="841"/>
                </a:cubicBezTo>
                <a:lnTo>
                  <a:pt x="595" y="827"/>
                </a:lnTo>
                <a:cubicBezTo>
                  <a:pt x="595" y="827"/>
                  <a:pt x="601" y="816"/>
                  <a:pt x="601" y="811"/>
                </a:cubicBezTo>
                <a:lnTo>
                  <a:pt x="601" y="693"/>
                </a:lnTo>
                <a:cubicBezTo>
                  <a:pt x="601" y="693"/>
                  <a:pt x="595" y="682"/>
                  <a:pt x="595" y="677"/>
                </a:cubicBezTo>
                <a:cubicBezTo>
                  <a:pt x="595" y="669"/>
                  <a:pt x="573" y="658"/>
                  <a:pt x="565" y="658"/>
                </a:cubicBezTo>
                <a:cubicBezTo>
                  <a:pt x="560" y="658"/>
                  <a:pt x="554" y="660"/>
                  <a:pt x="549" y="666"/>
                </a:cubicBezTo>
                <a:lnTo>
                  <a:pt x="538" y="677"/>
                </a:lnTo>
                <a:cubicBezTo>
                  <a:pt x="538" y="677"/>
                  <a:pt x="530" y="688"/>
                  <a:pt x="530" y="693"/>
                </a:cubicBezTo>
                <a:lnTo>
                  <a:pt x="530" y="811"/>
                </a:lnTo>
                <a:cubicBezTo>
                  <a:pt x="530" y="811"/>
                  <a:pt x="538" y="822"/>
                  <a:pt x="538" y="827"/>
                </a:cubicBezTo>
                <a:close/>
                <a:moveTo>
                  <a:pt x="647" y="770"/>
                </a:moveTo>
                <a:cubicBezTo>
                  <a:pt x="647" y="786"/>
                  <a:pt x="647" y="805"/>
                  <a:pt x="642" y="816"/>
                </a:cubicBezTo>
                <a:lnTo>
                  <a:pt x="626" y="852"/>
                </a:lnTo>
                <a:cubicBezTo>
                  <a:pt x="626" y="852"/>
                  <a:pt x="605" y="868"/>
                  <a:pt x="595" y="868"/>
                </a:cubicBezTo>
                <a:cubicBezTo>
                  <a:pt x="584" y="868"/>
                  <a:pt x="571" y="874"/>
                  <a:pt x="560" y="874"/>
                </a:cubicBezTo>
                <a:cubicBezTo>
                  <a:pt x="549" y="874"/>
                  <a:pt x="535" y="874"/>
                  <a:pt x="524" y="868"/>
                </a:cubicBezTo>
                <a:cubicBezTo>
                  <a:pt x="513" y="863"/>
                  <a:pt x="508" y="857"/>
                  <a:pt x="497" y="852"/>
                </a:cubicBezTo>
                <a:cubicBezTo>
                  <a:pt x="479" y="842"/>
                  <a:pt x="472" y="798"/>
                  <a:pt x="472" y="770"/>
                </a:cubicBezTo>
                <a:lnTo>
                  <a:pt x="472" y="729"/>
                </a:lnTo>
                <a:cubicBezTo>
                  <a:pt x="472" y="712"/>
                  <a:pt x="472" y="693"/>
                  <a:pt x="478" y="682"/>
                </a:cubicBezTo>
                <a:lnTo>
                  <a:pt x="497" y="647"/>
                </a:lnTo>
                <a:cubicBezTo>
                  <a:pt x="497" y="647"/>
                  <a:pt x="513" y="630"/>
                  <a:pt x="524" y="630"/>
                </a:cubicBezTo>
                <a:cubicBezTo>
                  <a:pt x="535" y="630"/>
                  <a:pt x="549" y="625"/>
                  <a:pt x="560" y="625"/>
                </a:cubicBezTo>
                <a:cubicBezTo>
                  <a:pt x="571" y="625"/>
                  <a:pt x="584" y="625"/>
                  <a:pt x="595" y="630"/>
                </a:cubicBezTo>
                <a:cubicBezTo>
                  <a:pt x="605" y="636"/>
                  <a:pt x="615" y="642"/>
                  <a:pt x="626" y="647"/>
                </a:cubicBezTo>
                <a:cubicBezTo>
                  <a:pt x="636" y="653"/>
                  <a:pt x="636" y="666"/>
                  <a:pt x="642" y="682"/>
                </a:cubicBezTo>
                <a:cubicBezTo>
                  <a:pt x="647" y="699"/>
                  <a:pt x="647" y="712"/>
                  <a:pt x="647" y="729"/>
                </a:cubicBezTo>
                <a:lnTo>
                  <a:pt x="647" y="770"/>
                </a:lnTo>
                <a:close/>
                <a:moveTo>
                  <a:pt x="404" y="874"/>
                </a:moveTo>
                <a:lnTo>
                  <a:pt x="350" y="874"/>
                </a:lnTo>
                <a:lnTo>
                  <a:pt x="350" y="682"/>
                </a:lnTo>
                <a:lnTo>
                  <a:pt x="292" y="699"/>
                </a:lnTo>
                <a:lnTo>
                  <a:pt x="292" y="658"/>
                </a:lnTo>
                <a:lnTo>
                  <a:pt x="396" y="625"/>
                </a:lnTo>
                <a:lnTo>
                  <a:pt x="404" y="625"/>
                </a:lnTo>
                <a:lnTo>
                  <a:pt x="404" y="874"/>
                </a:lnTo>
                <a:close/>
                <a:moveTo>
                  <a:pt x="0" y="699"/>
                </a:moveTo>
                <a:cubicBezTo>
                  <a:pt x="0" y="443"/>
                  <a:pt x="210" y="235"/>
                  <a:pt x="467" y="235"/>
                </a:cubicBezTo>
                <a:lnTo>
                  <a:pt x="467" y="0"/>
                </a:lnTo>
                <a:lnTo>
                  <a:pt x="759" y="292"/>
                </a:lnTo>
                <a:lnTo>
                  <a:pt x="467" y="584"/>
                </a:lnTo>
                <a:lnTo>
                  <a:pt x="467" y="350"/>
                </a:lnTo>
                <a:cubicBezTo>
                  <a:pt x="276" y="350"/>
                  <a:pt x="117" y="508"/>
                  <a:pt x="117" y="699"/>
                </a:cubicBezTo>
                <a:cubicBezTo>
                  <a:pt x="117" y="891"/>
                  <a:pt x="276" y="1048"/>
                  <a:pt x="467" y="1048"/>
                </a:cubicBezTo>
                <a:cubicBezTo>
                  <a:pt x="658" y="1048"/>
                  <a:pt x="817" y="890"/>
                  <a:pt x="817" y="699"/>
                </a:cubicBezTo>
                <a:lnTo>
                  <a:pt x="934" y="699"/>
                </a:lnTo>
                <a:cubicBezTo>
                  <a:pt x="934" y="956"/>
                  <a:pt x="724" y="1166"/>
                  <a:pt x="467" y="1166"/>
                </a:cubicBezTo>
                <a:cubicBezTo>
                  <a:pt x="210" y="1166"/>
                  <a:pt x="0" y="956"/>
                  <a:pt x="0" y="69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7" name="Freeform 106"/>
          <p:cNvSpPr>
            <a:spLocks noChangeArrowheads="1"/>
          </p:cNvSpPr>
          <p:nvPr/>
        </p:nvSpPr>
        <p:spPr bwMode="auto">
          <a:xfrm>
            <a:off x="4268788" y="3219450"/>
            <a:ext cx="336550" cy="420688"/>
          </a:xfrm>
          <a:custGeom>
            <a:avLst/>
            <a:gdLst>
              <a:gd name="T0" fmla="*/ 451 w 936"/>
              <a:gd name="T1" fmla="*/ 734 h 1167"/>
              <a:gd name="T2" fmla="*/ 432 w 936"/>
              <a:gd name="T3" fmla="*/ 745 h 1167"/>
              <a:gd name="T4" fmla="*/ 427 w 936"/>
              <a:gd name="T5" fmla="*/ 753 h 1167"/>
              <a:gd name="T6" fmla="*/ 391 w 936"/>
              <a:gd name="T7" fmla="*/ 753 h 1167"/>
              <a:gd name="T8" fmla="*/ 405 w 936"/>
              <a:gd name="T9" fmla="*/ 625 h 1167"/>
              <a:gd name="T10" fmla="*/ 544 w 936"/>
              <a:gd name="T11" fmla="*/ 625 h 1167"/>
              <a:gd name="T12" fmla="*/ 544 w 936"/>
              <a:gd name="T13" fmla="*/ 666 h 1167"/>
              <a:gd name="T14" fmla="*/ 443 w 936"/>
              <a:gd name="T15" fmla="*/ 666 h 1167"/>
              <a:gd name="T16" fmla="*/ 438 w 936"/>
              <a:gd name="T17" fmla="*/ 718 h 1167"/>
              <a:gd name="T18" fmla="*/ 443 w 936"/>
              <a:gd name="T19" fmla="*/ 712 h 1167"/>
              <a:gd name="T20" fmla="*/ 451 w 936"/>
              <a:gd name="T21" fmla="*/ 704 h 1167"/>
              <a:gd name="T22" fmla="*/ 462 w 936"/>
              <a:gd name="T23" fmla="*/ 704 h 1167"/>
              <a:gd name="T24" fmla="*/ 473 w 936"/>
              <a:gd name="T25" fmla="*/ 704 h 1167"/>
              <a:gd name="T26" fmla="*/ 503 w 936"/>
              <a:gd name="T27" fmla="*/ 712 h 1167"/>
              <a:gd name="T28" fmla="*/ 525 w 936"/>
              <a:gd name="T29" fmla="*/ 729 h 1167"/>
              <a:gd name="T30" fmla="*/ 550 w 936"/>
              <a:gd name="T31" fmla="*/ 792 h 1167"/>
              <a:gd name="T32" fmla="*/ 544 w 936"/>
              <a:gd name="T33" fmla="*/ 822 h 1167"/>
              <a:gd name="T34" fmla="*/ 525 w 936"/>
              <a:gd name="T35" fmla="*/ 852 h 1167"/>
              <a:gd name="T36" fmla="*/ 462 w 936"/>
              <a:gd name="T37" fmla="*/ 874 h 1167"/>
              <a:gd name="T38" fmla="*/ 432 w 936"/>
              <a:gd name="T39" fmla="*/ 868 h 1167"/>
              <a:gd name="T40" fmla="*/ 405 w 936"/>
              <a:gd name="T41" fmla="*/ 857 h 1167"/>
              <a:gd name="T42" fmla="*/ 380 w 936"/>
              <a:gd name="T43" fmla="*/ 805 h 1167"/>
              <a:gd name="T44" fmla="*/ 427 w 936"/>
              <a:gd name="T45" fmla="*/ 805 h 1167"/>
              <a:gd name="T46" fmla="*/ 462 w 936"/>
              <a:gd name="T47" fmla="*/ 833 h 1167"/>
              <a:gd name="T48" fmla="*/ 479 w 936"/>
              <a:gd name="T49" fmla="*/ 827 h 1167"/>
              <a:gd name="T50" fmla="*/ 492 w 936"/>
              <a:gd name="T51" fmla="*/ 816 h 1167"/>
              <a:gd name="T52" fmla="*/ 498 w 936"/>
              <a:gd name="T53" fmla="*/ 800 h 1167"/>
              <a:gd name="T54" fmla="*/ 498 w 936"/>
              <a:gd name="T55" fmla="*/ 764 h 1167"/>
              <a:gd name="T56" fmla="*/ 492 w 936"/>
              <a:gd name="T57" fmla="*/ 753 h 1167"/>
              <a:gd name="T58" fmla="*/ 479 w 936"/>
              <a:gd name="T59" fmla="*/ 740 h 1167"/>
              <a:gd name="T60" fmla="*/ 462 w 936"/>
              <a:gd name="T61" fmla="*/ 734 h 1167"/>
              <a:gd name="T62" fmla="*/ 451 w 936"/>
              <a:gd name="T63" fmla="*/ 734 h 1167"/>
              <a:gd name="T64" fmla="*/ 0 w 936"/>
              <a:gd name="T65" fmla="*/ 699 h 1167"/>
              <a:gd name="T66" fmla="*/ 468 w 936"/>
              <a:gd name="T67" fmla="*/ 235 h 1167"/>
              <a:gd name="T68" fmla="*/ 468 w 936"/>
              <a:gd name="T69" fmla="*/ 0 h 1167"/>
              <a:gd name="T70" fmla="*/ 760 w 936"/>
              <a:gd name="T71" fmla="*/ 292 h 1167"/>
              <a:gd name="T72" fmla="*/ 468 w 936"/>
              <a:gd name="T73" fmla="*/ 584 h 1167"/>
              <a:gd name="T74" fmla="*/ 468 w 936"/>
              <a:gd name="T75" fmla="*/ 350 h 1167"/>
              <a:gd name="T76" fmla="*/ 118 w 936"/>
              <a:gd name="T77" fmla="*/ 699 h 1167"/>
              <a:gd name="T78" fmla="*/ 468 w 936"/>
              <a:gd name="T79" fmla="*/ 1048 h 1167"/>
              <a:gd name="T80" fmla="*/ 818 w 936"/>
              <a:gd name="T81" fmla="*/ 699 h 1167"/>
              <a:gd name="T82" fmla="*/ 935 w 936"/>
              <a:gd name="T83" fmla="*/ 699 h 1167"/>
              <a:gd name="T84" fmla="*/ 468 w 936"/>
              <a:gd name="T85" fmla="*/ 1166 h 1167"/>
              <a:gd name="T86" fmla="*/ 0 w 936"/>
              <a:gd name="T87" fmla="*/ 699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936" h="1167">
                <a:moveTo>
                  <a:pt x="451" y="734"/>
                </a:moveTo>
                <a:cubicBezTo>
                  <a:pt x="447" y="736"/>
                  <a:pt x="432" y="741"/>
                  <a:pt x="432" y="745"/>
                </a:cubicBezTo>
                <a:cubicBezTo>
                  <a:pt x="432" y="751"/>
                  <a:pt x="427" y="753"/>
                  <a:pt x="427" y="753"/>
                </a:cubicBezTo>
                <a:lnTo>
                  <a:pt x="391" y="753"/>
                </a:lnTo>
                <a:lnTo>
                  <a:pt x="405" y="625"/>
                </a:lnTo>
                <a:lnTo>
                  <a:pt x="544" y="625"/>
                </a:lnTo>
                <a:lnTo>
                  <a:pt x="544" y="666"/>
                </a:lnTo>
                <a:lnTo>
                  <a:pt x="443" y="666"/>
                </a:lnTo>
                <a:lnTo>
                  <a:pt x="438" y="718"/>
                </a:lnTo>
                <a:cubicBezTo>
                  <a:pt x="438" y="718"/>
                  <a:pt x="443" y="718"/>
                  <a:pt x="443" y="712"/>
                </a:cubicBezTo>
                <a:cubicBezTo>
                  <a:pt x="443" y="707"/>
                  <a:pt x="451" y="710"/>
                  <a:pt x="451" y="704"/>
                </a:cubicBezTo>
                <a:cubicBezTo>
                  <a:pt x="451" y="699"/>
                  <a:pt x="457" y="704"/>
                  <a:pt x="462" y="704"/>
                </a:cubicBezTo>
                <a:lnTo>
                  <a:pt x="473" y="704"/>
                </a:lnTo>
                <a:cubicBezTo>
                  <a:pt x="484" y="704"/>
                  <a:pt x="497" y="707"/>
                  <a:pt x="503" y="712"/>
                </a:cubicBezTo>
                <a:cubicBezTo>
                  <a:pt x="508" y="718"/>
                  <a:pt x="519" y="724"/>
                  <a:pt x="525" y="729"/>
                </a:cubicBezTo>
                <a:cubicBezTo>
                  <a:pt x="536" y="742"/>
                  <a:pt x="550" y="766"/>
                  <a:pt x="550" y="792"/>
                </a:cubicBezTo>
                <a:cubicBezTo>
                  <a:pt x="550" y="802"/>
                  <a:pt x="549" y="817"/>
                  <a:pt x="544" y="822"/>
                </a:cubicBezTo>
                <a:cubicBezTo>
                  <a:pt x="538" y="828"/>
                  <a:pt x="536" y="841"/>
                  <a:pt x="525" y="852"/>
                </a:cubicBezTo>
                <a:cubicBezTo>
                  <a:pt x="510" y="867"/>
                  <a:pt x="489" y="874"/>
                  <a:pt x="462" y="874"/>
                </a:cubicBezTo>
                <a:cubicBezTo>
                  <a:pt x="451" y="874"/>
                  <a:pt x="437" y="874"/>
                  <a:pt x="432" y="868"/>
                </a:cubicBezTo>
                <a:cubicBezTo>
                  <a:pt x="426" y="863"/>
                  <a:pt x="416" y="863"/>
                  <a:pt x="405" y="857"/>
                </a:cubicBezTo>
                <a:cubicBezTo>
                  <a:pt x="390" y="849"/>
                  <a:pt x="380" y="826"/>
                  <a:pt x="380" y="805"/>
                </a:cubicBezTo>
                <a:lnTo>
                  <a:pt x="427" y="805"/>
                </a:lnTo>
                <a:cubicBezTo>
                  <a:pt x="427" y="825"/>
                  <a:pt x="441" y="833"/>
                  <a:pt x="462" y="833"/>
                </a:cubicBezTo>
                <a:cubicBezTo>
                  <a:pt x="468" y="833"/>
                  <a:pt x="473" y="833"/>
                  <a:pt x="479" y="827"/>
                </a:cubicBezTo>
                <a:lnTo>
                  <a:pt x="492" y="816"/>
                </a:lnTo>
                <a:cubicBezTo>
                  <a:pt x="492" y="816"/>
                  <a:pt x="498" y="805"/>
                  <a:pt x="498" y="800"/>
                </a:cubicBezTo>
                <a:lnTo>
                  <a:pt x="498" y="764"/>
                </a:lnTo>
                <a:lnTo>
                  <a:pt x="492" y="753"/>
                </a:lnTo>
                <a:lnTo>
                  <a:pt x="479" y="740"/>
                </a:lnTo>
                <a:cubicBezTo>
                  <a:pt x="479" y="740"/>
                  <a:pt x="468" y="734"/>
                  <a:pt x="462" y="734"/>
                </a:cubicBezTo>
                <a:lnTo>
                  <a:pt x="451" y="734"/>
                </a:lnTo>
                <a:close/>
                <a:moveTo>
                  <a:pt x="0" y="699"/>
                </a:moveTo>
                <a:cubicBezTo>
                  <a:pt x="0" y="443"/>
                  <a:pt x="211" y="235"/>
                  <a:pt x="468" y="235"/>
                </a:cubicBezTo>
                <a:lnTo>
                  <a:pt x="468" y="0"/>
                </a:lnTo>
                <a:lnTo>
                  <a:pt x="760" y="292"/>
                </a:lnTo>
                <a:lnTo>
                  <a:pt x="468" y="584"/>
                </a:lnTo>
                <a:lnTo>
                  <a:pt x="468" y="350"/>
                </a:lnTo>
                <a:cubicBezTo>
                  <a:pt x="277" y="350"/>
                  <a:pt x="118" y="508"/>
                  <a:pt x="118" y="699"/>
                </a:cubicBezTo>
                <a:cubicBezTo>
                  <a:pt x="118" y="891"/>
                  <a:pt x="277" y="1048"/>
                  <a:pt x="468" y="1048"/>
                </a:cubicBezTo>
                <a:cubicBezTo>
                  <a:pt x="659" y="1048"/>
                  <a:pt x="818" y="890"/>
                  <a:pt x="818" y="699"/>
                </a:cubicBezTo>
                <a:lnTo>
                  <a:pt x="935" y="699"/>
                </a:lnTo>
                <a:cubicBezTo>
                  <a:pt x="935" y="956"/>
                  <a:pt x="725" y="1166"/>
                  <a:pt x="468" y="1166"/>
                </a:cubicBezTo>
                <a:cubicBezTo>
                  <a:pt x="211" y="1166"/>
                  <a:pt x="0" y="956"/>
                  <a:pt x="0" y="69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8" name="Freeform 107"/>
          <p:cNvSpPr>
            <a:spLocks noChangeArrowheads="1"/>
          </p:cNvSpPr>
          <p:nvPr/>
        </p:nvSpPr>
        <p:spPr bwMode="auto">
          <a:xfrm>
            <a:off x="5367339" y="3240089"/>
            <a:ext cx="293687" cy="377825"/>
          </a:xfrm>
          <a:custGeom>
            <a:avLst/>
            <a:gdLst>
              <a:gd name="T0" fmla="*/ 0 w 816"/>
              <a:gd name="T1" fmla="*/ 931 h 1049"/>
              <a:gd name="T2" fmla="*/ 815 w 816"/>
              <a:gd name="T3" fmla="*/ 931 h 1049"/>
              <a:gd name="T4" fmla="*/ 815 w 816"/>
              <a:gd name="T5" fmla="*/ 1048 h 1049"/>
              <a:gd name="T6" fmla="*/ 0 w 816"/>
              <a:gd name="T7" fmla="*/ 1048 h 1049"/>
              <a:gd name="T8" fmla="*/ 0 w 816"/>
              <a:gd name="T9" fmla="*/ 931 h 1049"/>
              <a:gd name="T10" fmla="*/ 408 w 816"/>
              <a:gd name="T11" fmla="*/ 816 h 1049"/>
              <a:gd name="T12" fmla="*/ 58 w 816"/>
              <a:gd name="T13" fmla="*/ 467 h 1049"/>
              <a:gd name="T14" fmla="*/ 58 w 816"/>
              <a:gd name="T15" fmla="*/ 0 h 1049"/>
              <a:gd name="T16" fmla="*/ 203 w 816"/>
              <a:gd name="T17" fmla="*/ 0 h 1049"/>
              <a:gd name="T18" fmla="*/ 203 w 816"/>
              <a:gd name="T19" fmla="*/ 467 h 1049"/>
              <a:gd name="T20" fmla="*/ 408 w 816"/>
              <a:gd name="T21" fmla="*/ 668 h 1049"/>
              <a:gd name="T22" fmla="*/ 613 w 816"/>
              <a:gd name="T23" fmla="*/ 467 h 1049"/>
              <a:gd name="T24" fmla="*/ 613 w 816"/>
              <a:gd name="T25" fmla="*/ 0 h 1049"/>
              <a:gd name="T26" fmla="*/ 757 w 816"/>
              <a:gd name="T27" fmla="*/ 0 h 1049"/>
              <a:gd name="T28" fmla="*/ 757 w 816"/>
              <a:gd name="T29" fmla="*/ 467 h 1049"/>
              <a:gd name="T30" fmla="*/ 408 w 816"/>
              <a:gd name="T31" fmla="*/ 816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16" h="1049">
                <a:moveTo>
                  <a:pt x="0" y="931"/>
                </a:moveTo>
                <a:lnTo>
                  <a:pt x="815" y="931"/>
                </a:lnTo>
                <a:lnTo>
                  <a:pt x="815" y="1048"/>
                </a:lnTo>
                <a:lnTo>
                  <a:pt x="0" y="1048"/>
                </a:lnTo>
                <a:lnTo>
                  <a:pt x="0" y="931"/>
                </a:lnTo>
                <a:close/>
                <a:moveTo>
                  <a:pt x="408" y="816"/>
                </a:moveTo>
                <a:cubicBezTo>
                  <a:pt x="214" y="816"/>
                  <a:pt x="58" y="660"/>
                  <a:pt x="58" y="467"/>
                </a:cubicBezTo>
                <a:lnTo>
                  <a:pt x="58" y="0"/>
                </a:lnTo>
                <a:lnTo>
                  <a:pt x="203" y="0"/>
                </a:lnTo>
                <a:lnTo>
                  <a:pt x="203" y="467"/>
                </a:lnTo>
                <a:cubicBezTo>
                  <a:pt x="203" y="578"/>
                  <a:pt x="296" y="668"/>
                  <a:pt x="408" y="668"/>
                </a:cubicBezTo>
                <a:cubicBezTo>
                  <a:pt x="520" y="668"/>
                  <a:pt x="613" y="578"/>
                  <a:pt x="613" y="467"/>
                </a:cubicBezTo>
                <a:lnTo>
                  <a:pt x="613" y="0"/>
                </a:lnTo>
                <a:lnTo>
                  <a:pt x="757" y="0"/>
                </a:lnTo>
                <a:lnTo>
                  <a:pt x="757" y="467"/>
                </a:lnTo>
                <a:cubicBezTo>
                  <a:pt x="757" y="660"/>
                  <a:pt x="602" y="816"/>
                  <a:pt x="408" y="81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9" name="Freeform 108"/>
          <p:cNvSpPr>
            <a:spLocks noChangeArrowheads="1"/>
          </p:cNvSpPr>
          <p:nvPr/>
        </p:nvSpPr>
        <p:spPr bwMode="auto">
          <a:xfrm>
            <a:off x="6423025" y="3219450"/>
            <a:ext cx="336550" cy="419100"/>
          </a:xfrm>
          <a:custGeom>
            <a:avLst/>
            <a:gdLst>
              <a:gd name="T0" fmla="*/ 235 w 936"/>
              <a:gd name="T1" fmla="*/ 874 h 1165"/>
              <a:gd name="T2" fmla="*/ 935 w 936"/>
              <a:gd name="T3" fmla="*/ 874 h 1165"/>
              <a:gd name="T4" fmla="*/ 935 w 936"/>
              <a:gd name="T5" fmla="*/ 989 h 1165"/>
              <a:gd name="T6" fmla="*/ 235 w 936"/>
              <a:gd name="T7" fmla="*/ 989 h 1165"/>
              <a:gd name="T8" fmla="*/ 235 w 936"/>
              <a:gd name="T9" fmla="*/ 1164 h 1165"/>
              <a:gd name="T10" fmla="*/ 0 w 936"/>
              <a:gd name="T11" fmla="*/ 931 h 1165"/>
              <a:gd name="T12" fmla="*/ 235 w 936"/>
              <a:gd name="T13" fmla="*/ 699 h 1165"/>
              <a:gd name="T14" fmla="*/ 235 w 936"/>
              <a:gd name="T15" fmla="*/ 874 h 1165"/>
              <a:gd name="T16" fmla="*/ 350 w 936"/>
              <a:gd name="T17" fmla="*/ 465 h 1165"/>
              <a:gd name="T18" fmla="*/ 118 w 936"/>
              <a:gd name="T19" fmla="*/ 233 h 1165"/>
              <a:gd name="T20" fmla="*/ 350 w 936"/>
              <a:gd name="T21" fmla="*/ 0 h 1165"/>
              <a:gd name="T22" fmla="*/ 817 w 936"/>
              <a:gd name="T23" fmla="*/ 0 h 1165"/>
              <a:gd name="T24" fmla="*/ 817 w 936"/>
              <a:gd name="T25" fmla="*/ 115 h 1165"/>
              <a:gd name="T26" fmla="*/ 700 w 936"/>
              <a:gd name="T27" fmla="*/ 115 h 1165"/>
              <a:gd name="T28" fmla="*/ 700 w 936"/>
              <a:gd name="T29" fmla="*/ 756 h 1165"/>
              <a:gd name="T30" fmla="*/ 585 w 936"/>
              <a:gd name="T31" fmla="*/ 756 h 1165"/>
              <a:gd name="T32" fmla="*/ 585 w 936"/>
              <a:gd name="T33" fmla="*/ 115 h 1165"/>
              <a:gd name="T34" fmla="*/ 467 w 936"/>
              <a:gd name="T35" fmla="*/ 115 h 1165"/>
              <a:gd name="T36" fmla="*/ 467 w 936"/>
              <a:gd name="T37" fmla="*/ 756 h 1165"/>
              <a:gd name="T38" fmla="*/ 350 w 936"/>
              <a:gd name="T39" fmla="*/ 756 h 1165"/>
              <a:gd name="T40" fmla="*/ 350 w 936"/>
              <a:gd name="T41" fmla="*/ 4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1165">
                <a:moveTo>
                  <a:pt x="235" y="874"/>
                </a:moveTo>
                <a:lnTo>
                  <a:pt x="935" y="874"/>
                </a:lnTo>
                <a:lnTo>
                  <a:pt x="935" y="989"/>
                </a:lnTo>
                <a:lnTo>
                  <a:pt x="235" y="989"/>
                </a:lnTo>
                <a:lnTo>
                  <a:pt x="235" y="1164"/>
                </a:lnTo>
                <a:lnTo>
                  <a:pt x="0" y="931"/>
                </a:lnTo>
                <a:lnTo>
                  <a:pt x="235" y="699"/>
                </a:lnTo>
                <a:lnTo>
                  <a:pt x="235" y="874"/>
                </a:lnTo>
                <a:close/>
                <a:moveTo>
                  <a:pt x="350" y="465"/>
                </a:moveTo>
                <a:cubicBezTo>
                  <a:pt x="221" y="465"/>
                  <a:pt x="118" y="361"/>
                  <a:pt x="118" y="233"/>
                </a:cubicBezTo>
                <a:cubicBezTo>
                  <a:pt x="118" y="104"/>
                  <a:pt x="221" y="0"/>
                  <a:pt x="350" y="0"/>
                </a:cubicBezTo>
                <a:lnTo>
                  <a:pt x="817" y="0"/>
                </a:lnTo>
                <a:lnTo>
                  <a:pt x="817" y="115"/>
                </a:lnTo>
                <a:lnTo>
                  <a:pt x="700" y="115"/>
                </a:lnTo>
                <a:lnTo>
                  <a:pt x="700" y="756"/>
                </a:lnTo>
                <a:lnTo>
                  <a:pt x="585" y="756"/>
                </a:lnTo>
                <a:lnTo>
                  <a:pt x="585" y="115"/>
                </a:lnTo>
                <a:lnTo>
                  <a:pt x="467" y="115"/>
                </a:lnTo>
                <a:lnTo>
                  <a:pt x="467" y="756"/>
                </a:lnTo>
                <a:lnTo>
                  <a:pt x="350" y="756"/>
                </a:lnTo>
                <a:lnTo>
                  <a:pt x="350" y="46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0" name="Freeform 109"/>
          <p:cNvSpPr>
            <a:spLocks noChangeArrowheads="1"/>
          </p:cNvSpPr>
          <p:nvPr/>
        </p:nvSpPr>
        <p:spPr bwMode="auto">
          <a:xfrm>
            <a:off x="7500938" y="3219450"/>
            <a:ext cx="336550" cy="419100"/>
          </a:xfrm>
          <a:custGeom>
            <a:avLst/>
            <a:gdLst>
              <a:gd name="T0" fmla="*/ 932 w 933"/>
              <a:gd name="T1" fmla="*/ 931 h 1165"/>
              <a:gd name="T2" fmla="*/ 700 w 933"/>
              <a:gd name="T3" fmla="*/ 1164 h 1165"/>
              <a:gd name="T4" fmla="*/ 700 w 933"/>
              <a:gd name="T5" fmla="*/ 989 h 1165"/>
              <a:gd name="T6" fmla="*/ 0 w 933"/>
              <a:gd name="T7" fmla="*/ 989 h 1165"/>
              <a:gd name="T8" fmla="*/ 0 w 933"/>
              <a:gd name="T9" fmla="*/ 874 h 1165"/>
              <a:gd name="T10" fmla="*/ 700 w 933"/>
              <a:gd name="T11" fmla="*/ 874 h 1165"/>
              <a:gd name="T12" fmla="*/ 700 w 933"/>
              <a:gd name="T13" fmla="*/ 699 h 1165"/>
              <a:gd name="T14" fmla="*/ 932 w 933"/>
              <a:gd name="T15" fmla="*/ 931 h 1165"/>
              <a:gd name="T16" fmla="*/ 232 w 933"/>
              <a:gd name="T17" fmla="*/ 465 h 1165"/>
              <a:gd name="T18" fmla="*/ 0 w 933"/>
              <a:gd name="T19" fmla="*/ 233 h 1165"/>
              <a:gd name="T20" fmla="*/ 232 w 933"/>
              <a:gd name="T21" fmla="*/ 0 h 1165"/>
              <a:gd name="T22" fmla="*/ 700 w 933"/>
              <a:gd name="T23" fmla="*/ 0 h 1165"/>
              <a:gd name="T24" fmla="*/ 700 w 933"/>
              <a:gd name="T25" fmla="*/ 115 h 1165"/>
              <a:gd name="T26" fmla="*/ 582 w 933"/>
              <a:gd name="T27" fmla="*/ 115 h 1165"/>
              <a:gd name="T28" fmla="*/ 582 w 933"/>
              <a:gd name="T29" fmla="*/ 756 h 1165"/>
              <a:gd name="T30" fmla="*/ 465 w 933"/>
              <a:gd name="T31" fmla="*/ 756 h 1165"/>
              <a:gd name="T32" fmla="*/ 465 w 933"/>
              <a:gd name="T33" fmla="*/ 115 h 1165"/>
              <a:gd name="T34" fmla="*/ 350 w 933"/>
              <a:gd name="T35" fmla="*/ 115 h 1165"/>
              <a:gd name="T36" fmla="*/ 350 w 933"/>
              <a:gd name="T37" fmla="*/ 756 h 1165"/>
              <a:gd name="T38" fmla="*/ 232 w 933"/>
              <a:gd name="T39" fmla="*/ 756 h 1165"/>
              <a:gd name="T40" fmla="*/ 232 w 933"/>
              <a:gd name="T41" fmla="*/ 4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3" h="1165">
                <a:moveTo>
                  <a:pt x="932" y="931"/>
                </a:moveTo>
                <a:lnTo>
                  <a:pt x="700" y="1164"/>
                </a:lnTo>
                <a:lnTo>
                  <a:pt x="700" y="989"/>
                </a:lnTo>
                <a:lnTo>
                  <a:pt x="0" y="989"/>
                </a:lnTo>
                <a:lnTo>
                  <a:pt x="0" y="874"/>
                </a:lnTo>
                <a:lnTo>
                  <a:pt x="700" y="874"/>
                </a:lnTo>
                <a:lnTo>
                  <a:pt x="700" y="699"/>
                </a:lnTo>
                <a:lnTo>
                  <a:pt x="932" y="931"/>
                </a:lnTo>
                <a:close/>
                <a:moveTo>
                  <a:pt x="232" y="465"/>
                </a:moveTo>
                <a:cubicBezTo>
                  <a:pt x="104" y="465"/>
                  <a:pt x="0" y="361"/>
                  <a:pt x="0" y="233"/>
                </a:cubicBezTo>
                <a:cubicBezTo>
                  <a:pt x="0" y="104"/>
                  <a:pt x="104" y="0"/>
                  <a:pt x="232" y="0"/>
                </a:cubicBezTo>
                <a:lnTo>
                  <a:pt x="700" y="0"/>
                </a:lnTo>
                <a:lnTo>
                  <a:pt x="700" y="115"/>
                </a:lnTo>
                <a:lnTo>
                  <a:pt x="582" y="115"/>
                </a:lnTo>
                <a:lnTo>
                  <a:pt x="582" y="756"/>
                </a:lnTo>
                <a:lnTo>
                  <a:pt x="465" y="756"/>
                </a:lnTo>
                <a:lnTo>
                  <a:pt x="465" y="115"/>
                </a:lnTo>
                <a:lnTo>
                  <a:pt x="350" y="115"/>
                </a:lnTo>
                <a:lnTo>
                  <a:pt x="350" y="756"/>
                </a:lnTo>
                <a:lnTo>
                  <a:pt x="232" y="756"/>
                </a:lnTo>
                <a:lnTo>
                  <a:pt x="232" y="46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1" name="Freeform 110"/>
          <p:cNvSpPr>
            <a:spLocks noChangeArrowheads="1"/>
          </p:cNvSpPr>
          <p:nvPr/>
        </p:nvSpPr>
        <p:spPr bwMode="auto">
          <a:xfrm>
            <a:off x="8558214" y="3271839"/>
            <a:ext cx="377825" cy="314325"/>
          </a:xfrm>
          <a:custGeom>
            <a:avLst/>
            <a:gdLst>
              <a:gd name="T0" fmla="*/ 0 w 1051"/>
              <a:gd name="T1" fmla="*/ 584 h 875"/>
              <a:gd name="T2" fmla="*/ 0 w 1051"/>
              <a:gd name="T3" fmla="*/ 467 h 875"/>
              <a:gd name="T4" fmla="*/ 1050 w 1051"/>
              <a:gd name="T5" fmla="*/ 467 h 875"/>
              <a:gd name="T6" fmla="*/ 1050 w 1051"/>
              <a:gd name="T7" fmla="*/ 584 h 875"/>
              <a:gd name="T8" fmla="*/ 0 w 1051"/>
              <a:gd name="T9" fmla="*/ 584 h 875"/>
              <a:gd name="T10" fmla="*/ 118 w 1051"/>
              <a:gd name="T11" fmla="*/ 0 h 875"/>
              <a:gd name="T12" fmla="*/ 932 w 1051"/>
              <a:gd name="T13" fmla="*/ 0 h 875"/>
              <a:gd name="T14" fmla="*/ 932 w 1051"/>
              <a:gd name="T15" fmla="*/ 175 h 875"/>
              <a:gd name="T16" fmla="*/ 642 w 1051"/>
              <a:gd name="T17" fmla="*/ 175 h 875"/>
              <a:gd name="T18" fmla="*/ 642 w 1051"/>
              <a:gd name="T19" fmla="*/ 350 h 875"/>
              <a:gd name="T20" fmla="*/ 407 w 1051"/>
              <a:gd name="T21" fmla="*/ 350 h 875"/>
              <a:gd name="T22" fmla="*/ 407 w 1051"/>
              <a:gd name="T23" fmla="*/ 175 h 875"/>
              <a:gd name="T24" fmla="*/ 118 w 1051"/>
              <a:gd name="T25" fmla="*/ 175 h 875"/>
              <a:gd name="T26" fmla="*/ 118 w 1051"/>
              <a:gd name="T27" fmla="*/ 0 h 875"/>
              <a:gd name="T28" fmla="*/ 407 w 1051"/>
              <a:gd name="T29" fmla="*/ 874 h 875"/>
              <a:gd name="T30" fmla="*/ 407 w 1051"/>
              <a:gd name="T31" fmla="*/ 699 h 875"/>
              <a:gd name="T32" fmla="*/ 642 w 1051"/>
              <a:gd name="T33" fmla="*/ 699 h 875"/>
              <a:gd name="T34" fmla="*/ 642 w 1051"/>
              <a:gd name="T35" fmla="*/ 874 h 875"/>
              <a:gd name="T36" fmla="*/ 407 w 1051"/>
              <a:gd name="T37" fmla="*/ 874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51" h="875">
                <a:moveTo>
                  <a:pt x="0" y="584"/>
                </a:moveTo>
                <a:lnTo>
                  <a:pt x="0" y="467"/>
                </a:lnTo>
                <a:lnTo>
                  <a:pt x="1050" y="467"/>
                </a:lnTo>
                <a:lnTo>
                  <a:pt x="1050" y="584"/>
                </a:lnTo>
                <a:lnTo>
                  <a:pt x="0" y="584"/>
                </a:lnTo>
                <a:close/>
                <a:moveTo>
                  <a:pt x="118" y="0"/>
                </a:moveTo>
                <a:lnTo>
                  <a:pt x="932" y="0"/>
                </a:lnTo>
                <a:lnTo>
                  <a:pt x="932" y="175"/>
                </a:lnTo>
                <a:lnTo>
                  <a:pt x="642" y="175"/>
                </a:lnTo>
                <a:lnTo>
                  <a:pt x="642" y="350"/>
                </a:lnTo>
                <a:lnTo>
                  <a:pt x="407" y="350"/>
                </a:lnTo>
                <a:lnTo>
                  <a:pt x="407" y="175"/>
                </a:lnTo>
                <a:lnTo>
                  <a:pt x="118" y="175"/>
                </a:lnTo>
                <a:lnTo>
                  <a:pt x="118" y="0"/>
                </a:lnTo>
                <a:close/>
                <a:moveTo>
                  <a:pt x="407" y="874"/>
                </a:moveTo>
                <a:lnTo>
                  <a:pt x="407" y="699"/>
                </a:lnTo>
                <a:lnTo>
                  <a:pt x="642" y="699"/>
                </a:lnTo>
                <a:lnTo>
                  <a:pt x="642" y="874"/>
                </a:lnTo>
                <a:lnTo>
                  <a:pt x="407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2" name="Freeform 111"/>
          <p:cNvSpPr>
            <a:spLocks noChangeArrowheads="1"/>
          </p:cNvSpPr>
          <p:nvPr/>
        </p:nvSpPr>
        <p:spPr bwMode="auto">
          <a:xfrm>
            <a:off x="9625013" y="3271839"/>
            <a:ext cx="398462" cy="314325"/>
          </a:xfrm>
          <a:custGeom>
            <a:avLst/>
            <a:gdLst>
              <a:gd name="T0" fmla="*/ 0 w 1108"/>
              <a:gd name="T1" fmla="*/ 467 h 875"/>
              <a:gd name="T2" fmla="*/ 0 w 1108"/>
              <a:gd name="T3" fmla="*/ 293 h 875"/>
              <a:gd name="T4" fmla="*/ 525 w 1108"/>
              <a:gd name="T5" fmla="*/ 293 h 875"/>
              <a:gd name="T6" fmla="*/ 525 w 1108"/>
              <a:gd name="T7" fmla="*/ 467 h 875"/>
              <a:gd name="T8" fmla="*/ 350 w 1108"/>
              <a:gd name="T9" fmla="*/ 467 h 875"/>
              <a:gd name="T10" fmla="*/ 350 w 1108"/>
              <a:gd name="T11" fmla="*/ 874 h 875"/>
              <a:gd name="T12" fmla="*/ 175 w 1108"/>
              <a:gd name="T13" fmla="*/ 874 h 875"/>
              <a:gd name="T14" fmla="*/ 175 w 1108"/>
              <a:gd name="T15" fmla="*/ 467 h 875"/>
              <a:gd name="T16" fmla="*/ 0 w 1108"/>
              <a:gd name="T17" fmla="*/ 467 h 875"/>
              <a:gd name="T18" fmla="*/ 1107 w 1108"/>
              <a:gd name="T19" fmla="*/ 0 h 875"/>
              <a:gd name="T20" fmla="*/ 1107 w 1108"/>
              <a:gd name="T21" fmla="*/ 175 h 875"/>
              <a:gd name="T22" fmla="*/ 817 w 1108"/>
              <a:gd name="T23" fmla="*/ 175 h 875"/>
              <a:gd name="T24" fmla="*/ 817 w 1108"/>
              <a:gd name="T25" fmla="*/ 874 h 875"/>
              <a:gd name="T26" fmla="*/ 643 w 1108"/>
              <a:gd name="T27" fmla="*/ 874 h 875"/>
              <a:gd name="T28" fmla="*/ 643 w 1108"/>
              <a:gd name="T29" fmla="*/ 175 h 875"/>
              <a:gd name="T30" fmla="*/ 350 w 1108"/>
              <a:gd name="T31" fmla="*/ 175 h 875"/>
              <a:gd name="T32" fmla="*/ 350 w 1108"/>
              <a:gd name="T33" fmla="*/ 0 h 875"/>
              <a:gd name="T34" fmla="*/ 1107 w 1108"/>
              <a:gd name="T35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08" h="875">
                <a:moveTo>
                  <a:pt x="0" y="467"/>
                </a:moveTo>
                <a:lnTo>
                  <a:pt x="0" y="293"/>
                </a:lnTo>
                <a:lnTo>
                  <a:pt x="525" y="293"/>
                </a:lnTo>
                <a:lnTo>
                  <a:pt x="525" y="467"/>
                </a:lnTo>
                <a:lnTo>
                  <a:pt x="350" y="467"/>
                </a:lnTo>
                <a:lnTo>
                  <a:pt x="350" y="874"/>
                </a:lnTo>
                <a:lnTo>
                  <a:pt x="175" y="874"/>
                </a:lnTo>
                <a:lnTo>
                  <a:pt x="175" y="467"/>
                </a:lnTo>
                <a:lnTo>
                  <a:pt x="0" y="467"/>
                </a:lnTo>
                <a:close/>
                <a:moveTo>
                  <a:pt x="1107" y="0"/>
                </a:moveTo>
                <a:lnTo>
                  <a:pt x="1107" y="175"/>
                </a:lnTo>
                <a:lnTo>
                  <a:pt x="817" y="175"/>
                </a:lnTo>
                <a:lnTo>
                  <a:pt x="817" y="874"/>
                </a:lnTo>
                <a:lnTo>
                  <a:pt x="643" y="874"/>
                </a:lnTo>
                <a:lnTo>
                  <a:pt x="643" y="175"/>
                </a:lnTo>
                <a:lnTo>
                  <a:pt x="350" y="175"/>
                </a:lnTo>
                <a:lnTo>
                  <a:pt x="350" y="0"/>
                </a:lnTo>
                <a:lnTo>
                  <a:pt x="110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3" name="Freeform 112"/>
          <p:cNvSpPr>
            <a:spLocks noChangeArrowheads="1"/>
          </p:cNvSpPr>
          <p:nvPr/>
        </p:nvSpPr>
        <p:spPr bwMode="auto">
          <a:xfrm>
            <a:off x="10669588" y="3197226"/>
            <a:ext cx="463550" cy="461963"/>
          </a:xfrm>
          <a:custGeom>
            <a:avLst/>
            <a:gdLst>
              <a:gd name="T0" fmla="*/ 719 w 1286"/>
              <a:gd name="T1" fmla="*/ 685 h 1285"/>
              <a:gd name="T2" fmla="*/ 566 w 1286"/>
              <a:gd name="T3" fmla="*/ 685 h 1285"/>
              <a:gd name="T4" fmla="*/ 539 w 1286"/>
              <a:gd name="T5" fmla="*/ 759 h 1285"/>
              <a:gd name="T6" fmla="*/ 402 w 1286"/>
              <a:gd name="T7" fmla="*/ 874 h 1285"/>
              <a:gd name="T8" fmla="*/ 683 w 1286"/>
              <a:gd name="T9" fmla="*/ 350 h 1285"/>
              <a:gd name="T10" fmla="*/ 787 w 1286"/>
              <a:gd name="T11" fmla="*/ 874 h 1285"/>
              <a:gd name="T12" fmla="*/ 1050 w 1286"/>
              <a:gd name="T13" fmla="*/ 235 h 1285"/>
              <a:gd name="T14" fmla="*/ 1167 w 1286"/>
              <a:gd name="T15" fmla="*/ 118 h 1285"/>
              <a:gd name="T16" fmla="*/ 1050 w 1286"/>
              <a:gd name="T17" fmla="*/ 235 h 1285"/>
              <a:gd name="T18" fmla="*/ 1167 w 1286"/>
              <a:gd name="T19" fmla="*/ 1049 h 1285"/>
              <a:gd name="T20" fmla="*/ 1050 w 1286"/>
              <a:gd name="T21" fmla="*/ 1166 h 1285"/>
              <a:gd name="T22" fmla="*/ 935 w 1286"/>
              <a:gd name="T23" fmla="*/ 1049 h 1285"/>
              <a:gd name="T24" fmla="*/ 1050 w 1286"/>
              <a:gd name="T25" fmla="*/ 934 h 1285"/>
              <a:gd name="T26" fmla="*/ 935 w 1286"/>
              <a:gd name="T27" fmla="*/ 350 h 1285"/>
              <a:gd name="T28" fmla="*/ 350 w 1286"/>
              <a:gd name="T29" fmla="*/ 235 h 1285"/>
              <a:gd name="T30" fmla="*/ 235 w 1286"/>
              <a:gd name="T31" fmla="*/ 350 h 1285"/>
              <a:gd name="T32" fmla="*/ 350 w 1286"/>
              <a:gd name="T33" fmla="*/ 934 h 1285"/>
              <a:gd name="T34" fmla="*/ 935 w 1286"/>
              <a:gd name="T35" fmla="*/ 1049 h 1285"/>
              <a:gd name="T36" fmla="*/ 235 w 1286"/>
              <a:gd name="T37" fmla="*/ 1049 h 1285"/>
              <a:gd name="T38" fmla="*/ 118 w 1286"/>
              <a:gd name="T39" fmla="*/ 1166 h 1285"/>
              <a:gd name="T40" fmla="*/ 118 w 1286"/>
              <a:gd name="T41" fmla="*/ 118 h 1285"/>
              <a:gd name="T42" fmla="*/ 235 w 1286"/>
              <a:gd name="T43" fmla="*/ 235 h 1285"/>
              <a:gd name="T44" fmla="*/ 118 w 1286"/>
              <a:gd name="T45" fmla="*/ 118 h 1285"/>
              <a:gd name="T46" fmla="*/ 1167 w 1286"/>
              <a:gd name="T47" fmla="*/ 350 h 1285"/>
              <a:gd name="T48" fmla="*/ 1285 w 1286"/>
              <a:gd name="T49" fmla="*/ 934 h 1285"/>
              <a:gd name="T50" fmla="*/ 935 w 1286"/>
              <a:gd name="T51" fmla="*/ 1284 h 1285"/>
              <a:gd name="T52" fmla="*/ 350 w 1286"/>
              <a:gd name="T53" fmla="*/ 1166 h 1285"/>
              <a:gd name="T54" fmla="*/ 0 w 1286"/>
              <a:gd name="T55" fmla="*/ 1284 h 1285"/>
              <a:gd name="T56" fmla="*/ 118 w 1286"/>
              <a:gd name="T57" fmla="*/ 934 h 1285"/>
              <a:gd name="T58" fmla="*/ 0 w 1286"/>
              <a:gd name="T59" fmla="*/ 350 h 1285"/>
              <a:gd name="T60" fmla="*/ 350 w 1286"/>
              <a:gd name="T61" fmla="*/ 0 h 1285"/>
              <a:gd name="T62" fmla="*/ 935 w 1286"/>
              <a:gd name="T63" fmla="*/ 118 h 1285"/>
              <a:gd name="T64" fmla="*/ 1285 w 1286"/>
              <a:gd name="T65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6" h="1285">
                <a:moveTo>
                  <a:pt x="566" y="685"/>
                </a:moveTo>
                <a:lnTo>
                  <a:pt x="719" y="685"/>
                </a:lnTo>
                <a:lnTo>
                  <a:pt x="642" y="462"/>
                </a:lnTo>
                <a:lnTo>
                  <a:pt x="566" y="685"/>
                </a:lnTo>
                <a:close/>
                <a:moveTo>
                  <a:pt x="744" y="759"/>
                </a:moveTo>
                <a:lnTo>
                  <a:pt x="539" y="759"/>
                </a:lnTo>
                <a:lnTo>
                  <a:pt x="498" y="874"/>
                </a:lnTo>
                <a:lnTo>
                  <a:pt x="402" y="874"/>
                </a:lnTo>
                <a:lnTo>
                  <a:pt x="602" y="350"/>
                </a:lnTo>
                <a:lnTo>
                  <a:pt x="683" y="350"/>
                </a:lnTo>
                <a:lnTo>
                  <a:pt x="880" y="874"/>
                </a:lnTo>
                <a:lnTo>
                  <a:pt x="787" y="874"/>
                </a:lnTo>
                <a:lnTo>
                  <a:pt x="744" y="759"/>
                </a:lnTo>
                <a:close/>
                <a:moveTo>
                  <a:pt x="1050" y="235"/>
                </a:moveTo>
                <a:lnTo>
                  <a:pt x="1167" y="235"/>
                </a:lnTo>
                <a:lnTo>
                  <a:pt x="1167" y="118"/>
                </a:lnTo>
                <a:lnTo>
                  <a:pt x="1050" y="118"/>
                </a:lnTo>
                <a:lnTo>
                  <a:pt x="1050" y="235"/>
                </a:lnTo>
                <a:close/>
                <a:moveTo>
                  <a:pt x="1167" y="1166"/>
                </a:moveTo>
                <a:lnTo>
                  <a:pt x="1167" y="1049"/>
                </a:lnTo>
                <a:lnTo>
                  <a:pt x="1050" y="1049"/>
                </a:lnTo>
                <a:lnTo>
                  <a:pt x="1050" y="1166"/>
                </a:lnTo>
                <a:lnTo>
                  <a:pt x="1167" y="1166"/>
                </a:lnTo>
                <a:close/>
                <a:moveTo>
                  <a:pt x="935" y="1049"/>
                </a:moveTo>
                <a:lnTo>
                  <a:pt x="935" y="934"/>
                </a:lnTo>
                <a:lnTo>
                  <a:pt x="1050" y="934"/>
                </a:lnTo>
                <a:lnTo>
                  <a:pt x="1050" y="350"/>
                </a:lnTo>
                <a:lnTo>
                  <a:pt x="935" y="350"/>
                </a:lnTo>
                <a:lnTo>
                  <a:pt x="935" y="235"/>
                </a:lnTo>
                <a:lnTo>
                  <a:pt x="350" y="235"/>
                </a:lnTo>
                <a:lnTo>
                  <a:pt x="350" y="350"/>
                </a:lnTo>
                <a:lnTo>
                  <a:pt x="235" y="350"/>
                </a:lnTo>
                <a:lnTo>
                  <a:pt x="235" y="934"/>
                </a:lnTo>
                <a:lnTo>
                  <a:pt x="350" y="934"/>
                </a:lnTo>
                <a:lnTo>
                  <a:pt x="350" y="1049"/>
                </a:lnTo>
                <a:lnTo>
                  <a:pt x="935" y="1049"/>
                </a:lnTo>
                <a:close/>
                <a:moveTo>
                  <a:pt x="235" y="1166"/>
                </a:moveTo>
                <a:lnTo>
                  <a:pt x="235" y="1049"/>
                </a:lnTo>
                <a:lnTo>
                  <a:pt x="118" y="1049"/>
                </a:lnTo>
                <a:lnTo>
                  <a:pt x="118" y="1166"/>
                </a:lnTo>
                <a:lnTo>
                  <a:pt x="235" y="1166"/>
                </a:lnTo>
                <a:close/>
                <a:moveTo>
                  <a:pt x="118" y="118"/>
                </a:moveTo>
                <a:lnTo>
                  <a:pt x="118" y="235"/>
                </a:lnTo>
                <a:lnTo>
                  <a:pt x="235" y="235"/>
                </a:lnTo>
                <a:lnTo>
                  <a:pt x="235" y="118"/>
                </a:lnTo>
                <a:lnTo>
                  <a:pt x="118" y="118"/>
                </a:lnTo>
                <a:close/>
                <a:moveTo>
                  <a:pt x="1285" y="350"/>
                </a:moveTo>
                <a:lnTo>
                  <a:pt x="1167" y="350"/>
                </a:lnTo>
                <a:lnTo>
                  <a:pt x="1167" y="934"/>
                </a:lnTo>
                <a:lnTo>
                  <a:pt x="1285" y="934"/>
                </a:lnTo>
                <a:lnTo>
                  <a:pt x="1285" y="1284"/>
                </a:lnTo>
                <a:lnTo>
                  <a:pt x="935" y="1284"/>
                </a:lnTo>
                <a:lnTo>
                  <a:pt x="935" y="1166"/>
                </a:lnTo>
                <a:lnTo>
                  <a:pt x="350" y="1166"/>
                </a:lnTo>
                <a:lnTo>
                  <a:pt x="350" y="1284"/>
                </a:lnTo>
                <a:lnTo>
                  <a:pt x="0" y="1284"/>
                </a:lnTo>
                <a:lnTo>
                  <a:pt x="0" y="934"/>
                </a:lnTo>
                <a:lnTo>
                  <a:pt x="118" y="934"/>
                </a:lnTo>
                <a:lnTo>
                  <a:pt x="118" y="350"/>
                </a:lnTo>
                <a:lnTo>
                  <a:pt x="0" y="350"/>
                </a:lnTo>
                <a:lnTo>
                  <a:pt x="0" y="0"/>
                </a:lnTo>
                <a:lnTo>
                  <a:pt x="350" y="0"/>
                </a:lnTo>
                <a:lnTo>
                  <a:pt x="350" y="118"/>
                </a:lnTo>
                <a:lnTo>
                  <a:pt x="935" y="118"/>
                </a:lnTo>
                <a:lnTo>
                  <a:pt x="935" y="0"/>
                </a:lnTo>
                <a:lnTo>
                  <a:pt x="1285" y="0"/>
                </a:lnTo>
                <a:lnTo>
                  <a:pt x="1285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4" name="Freeform 113"/>
          <p:cNvSpPr>
            <a:spLocks noChangeArrowheads="1"/>
          </p:cNvSpPr>
          <p:nvPr/>
        </p:nvSpPr>
        <p:spPr bwMode="auto">
          <a:xfrm>
            <a:off x="1058863" y="4127500"/>
            <a:ext cx="336550" cy="336550"/>
          </a:xfrm>
          <a:custGeom>
            <a:avLst/>
            <a:gdLst>
              <a:gd name="T0" fmla="*/ 468 w 936"/>
              <a:gd name="T1" fmla="*/ 235 h 935"/>
              <a:gd name="T2" fmla="*/ 468 w 936"/>
              <a:gd name="T3" fmla="*/ 0 h 935"/>
              <a:gd name="T4" fmla="*/ 935 w 936"/>
              <a:gd name="T5" fmla="*/ 467 h 935"/>
              <a:gd name="T6" fmla="*/ 468 w 936"/>
              <a:gd name="T7" fmla="*/ 934 h 935"/>
              <a:gd name="T8" fmla="*/ 468 w 936"/>
              <a:gd name="T9" fmla="*/ 699 h 935"/>
              <a:gd name="T10" fmla="*/ 0 w 936"/>
              <a:gd name="T11" fmla="*/ 699 h 935"/>
              <a:gd name="T12" fmla="*/ 0 w 936"/>
              <a:gd name="T13" fmla="*/ 235 h 935"/>
              <a:gd name="T14" fmla="*/ 468 w 936"/>
              <a:gd name="T15" fmla="*/ 235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36" h="935">
                <a:moveTo>
                  <a:pt x="468" y="235"/>
                </a:moveTo>
                <a:lnTo>
                  <a:pt x="468" y="0"/>
                </a:lnTo>
                <a:lnTo>
                  <a:pt x="935" y="467"/>
                </a:lnTo>
                <a:lnTo>
                  <a:pt x="468" y="934"/>
                </a:lnTo>
                <a:lnTo>
                  <a:pt x="468" y="699"/>
                </a:lnTo>
                <a:lnTo>
                  <a:pt x="0" y="699"/>
                </a:lnTo>
                <a:lnTo>
                  <a:pt x="0" y="235"/>
                </a:lnTo>
                <a:lnTo>
                  <a:pt x="468" y="23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5" name="Freeform 114"/>
          <p:cNvSpPr>
            <a:spLocks noChangeArrowheads="1"/>
          </p:cNvSpPr>
          <p:nvPr/>
        </p:nvSpPr>
        <p:spPr bwMode="auto">
          <a:xfrm>
            <a:off x="2160589" y="4117975"/>
            <a:ext cx="293687" cy="357188"/>
          </a:xfrm>
          <a:custGeom>
            <a:avLst/>
            <a:gdLst>
              <a:gd name="T0" fmla="*/ 0 w 815"/>
              <a:gd name="T1" fmla="*/ 874 h 993"/>
              <a:gd name="T2" fmla="*/ 814 w 815"/>
              <a:gd name="T3" fmla="*/ 874 h 993"/>
              <a:gd name="T4" fmla="*/ 814 w 815"/>
              <a:gd name="T5" fmla="*/ 992 h 993"/>
              <a:gd name="T6" fmla="*/ 0 w 815"/>
              <a:gd name="T7" fmla="*/ 992 h 993"/>
              <a:gd name="T8" fmla="*/ 0 w 815"/>
              <a:gd name="T9" fmla="*/ 874 h 993"/>
              <a:gd name="T10" fmla="*/ 814 w 815"/>
              <a:gd name="T11" fmla="*/ 350 h 993"/>
              <a:gd name="T12" fmla="*/ 407 w 815"/>
              <a:gd name="T13" fmla="*/ 757 h 993"/>
              <a:gd name="T14" fmla="*/ 0 w 815"/>
              <a:gd name="T15" fmla="*/ 350 h 993"/>
              <a:gd name="T16" fmla="*/ 232 w 815"/>
              <a:gd name="T17" fmla="*/ 350 h 993"/>
              <a:gd name="T18" fmla="*/ 232 w 815"/>
              <a:gd name="T19" fmla="*/ 0 h 993"/>
              <a:gd name="T20" fmla="*/ 582 w 815"/>
              <a:gd name="T21" fmla="*/ 0 h 993"/>
              <a:gd name="T22" fmla="*/ 582 w 815"/>
              <a:gd name="T23" fmla="*/ 350 h 993"/>
              <a:gd name="T24" fmla="*/ 814 w 815"/>
              <a:gd name="T25" fmla="*/ 35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5" h="993">
                <a:moveTo>
                  <a:pt x="0" y="874"/>
                </a:moveTo>
                <a:lnTo>
                  <a:pt x="814" y="874"/>
                </a:lnTo>
                <a:lnTo>
                  <a:pt x="814" y="992"/>
                </a:lnTo>
                <a:lnTo>
                  <a:pt x="0" y="992"/>
                </a:lnTo>
                <a:lnTo>
                  <a:pt x="0" y="874"/>
                </a:lnTo>
                <a:close/>
                <a:moveTo>
                  <a:pt x="814" y="350"/>
                </a:moveTo>
                <a:lnTo>
                  <a:pt x="407" y="757"/>
                </a:lnTo>
                <a:lnTo>
                  <a:pt x="0" y="350"/>
                </a:lnTo>
                <a:lnTo>
                  <a:pt x="232" y="350"/>
                </a:lnTo>
                <a:lnTo>
                  <a:pt x="232" y="0"/>
                </a:lnTo>
                <a:lnTo>
                  <a:pt x="582" y="0"/>
                </a:lnTo>
                <a:lnTo>
                  <a:pt x="582" y="350"/>
                </a:lnTo>
                <a:lnTo>
                  <a:pt x="814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6" name="Freeform 115"/>
          <p:cNvSpPr>
            <a:spLocks noChangeArrowheads="1"/>
          </p:cNvSpPr>
          <p:nvPr/>
        </p:nvSpPr>
        <p:spPr bwMode="auto">
          <a:xfrm>
            <a:off x="3195638" y="4106864"/>
            <a:ext cx="381000" cy="377825"/>
          </a:xfrm>
          <a:custGeom>
            <a:avLst/>
            <a:gdLst>
              <a:gd name="T0" fmla="*/ 642 w 1059"/>
              <a:gd name="T1" fmla="*/ 907 h 1051"/>
              <a:gd name="T2" fmla="*/ 768 w 1059"/>
              <a:gd name="T3" fmla="*/ 702 h 1051"/>
              <a:gd name="T4" fmla="*/ 599 w 1059"/>
              <a:gd name="T5" fmla="*/ 864 h 1051"/>
              <a:gd name="T6" fmla="*/ 642 w 1059"/>
              <a:gd name="T7" fmla="*/ 907 h 1051"/>
              <a:gd name="T8" fmla="*/ 101 w 1059"/>
              <a:gd name="T9" fmla="*/ 227 h 1051"/>
              <a:gd name="T10" fmla="*/ 0 w 1059"/>
              <a:gd name="T11" fmla="*/ 129 h 1051"/>
              <a:gd name="T12" fmla="*/ 49 w 1059"/>
              <a:gd name="T13" fmla="*/ 74 h 1051"/>
              <a:gd name="T14" fmla="*/ 208 w 1059"/>
              <a:gd name="T15" fmla="*/ 0 h 1051"/>
              <a:gd name="T16" fmla="*/ 355 w 1059"/>
              <a:gd name="T17" fmla="*/ 167 h 1051"/>
              <a:gd name="T18" fmla="*/ 279 w 1059"/>
              <a:gd name="T19" fmla="*/ 358 h 1051"/>
              <a:gd name="T20" fmla="*/ 172 w 1059"/>
              <a:gd name="T21" fmla="*/ 563 h 1051"/>
              <a:gd name="T22" fmla="*/ 191 w 1059"/>
              <a:gd name="T23" fmla="*/ 675 h 1051"/>
              <a:gd name="T24" fmla="*/ 257 w 1059"/>
              <a:gd name="T25" fmla="*/ 626 h 1051"/>
              <a:gd name="T26" fmla="*/ 391 w 1059"/>
              <a:gd name="T27" fmla="*/ 467 h 1051"/>
              <a:gd name="T28" fmla="*/ 678 w 1059"/>
              <a:gd name="T29" fmla="*/ 304 h 1051"/>
              <a:gd name="T30" fmla="*/ 913 w 1059"/>
              <a:gd name="T31" fmla="*/ 547 h 1051"/>
              <a:gd name="T32" fmla="*/ 1058 w 1059"/>
              <a:gd name="T33" fmla="*/ 547 h 1051"/>
              <a:gd name="T34" fmla="*/ 1058 w 1059"/>
              <a:gd name="T35" fmla="*/ 692 h 1051"/>
              <a:gd name="T36" fmla="*/ 916 w 1059"/>
              <a:gd name="T37" fmla="*/ 692 h 1051"/>
              <a:gd name="T38" fmla="*/ 640 w 1059"/>
              <a:gd name="T39" fmla="*/ 1050 h 1051"/>
              <a:gd name="T40" fmla="*/ 454 w 1059"/>
              <a:gd name="T41" fmla="*/ 869 h 1051"/>
              <a:gd name="T42" fmla="*/ 768 w 1059"/>
              <a:gd name="T43" fmla="*/ 555 h 1051"/>
              <a:gd name="T44" fmla="*/ 664 w 1059"/>
              <a:gd name="T45" fmla="*/ 451 h 1051"/>
              <a:gd name="T46" fmla="*/ 426 w 1059"/>
              <a:gd name="T47" fmla="*/ 651 h 1051"/>
              <a:gd name="T48" fmla="*/ 249 w 1059"/>
              <a:gd name="T49" fmla="*/ 812 h 1051"/>
              <a:gd name="T50" fmla="*/ 16 w 1059"/>
              <a:gd name="T51" fmla="*/ 612 h 1051"/>
              <a:gd name="T52" fmla="*/ 183 w 1059"/>
              <a:gd name="T53" fmla="*/ 243 h 1051"/>
              <a:gd name="T54" fmla="*/ 200 w 1059"/>
              <a:gd name="T55" fmla="*/ 156 h 1051"/>
              <a:gd name="T56" fmla="*/ 101 w 1059"/>
              <a:gd name="T57" fmla="*/ 227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9" h="1051">
                <a:moveTo>
                  <a:pt x="642" y="907"/>
                </a:moveTo>
                <a:cubicBezTo>
                  <a:pt x="683" y="907"/>
                  <a:pt x="752" y="858"/>
                  <a:pt x="768" y="702"/>
                </a:cubicBezTo>
                <a:cubicBezTo>
                  <a:pt x="642" y="735"/>
                  <a:pt x="599" y="828"/>
                  <a:pt x="599" y="864"/>
                </a:cubicBezTo>
                <a:cubicBezTo>
                  <a:pt x="599" y="891"/>
                  <a:pt x="623" y="907"/>
                  <a:pt x="642" y="907"/>
                </a:cubicBezTo>
                <a:close/>
                <a:moveTo>
                  <a:pt x="101" y="227"/>
                </a:moveTo>
                <a:lnTo>
                  <a:pt x="0" y="129"/>
                </a:lnTo>
                <a:cubicBezTo>
                  <a:pt x="14" y="112"/>
                  <a:pt x="27" y="96"/>
                  <a:pt x="49" y="74"/>
                </a:cubicBezTo>
                <a:cubicBezTo>
                  <a:pt x="63" y="60"/>
                  <a:pt x="131" y="0"/>
                  <a:pt x="208" y="0"/>
                </a:cubicBezTo>
                <a:cubicBezTo>
                  <a:pt x="260" y="0"/>
                  <a:pt x="355" y="41"/>
                  <a:pt x="355" y="167"/>
                </a:cubicBezTo>
                <a:cubicBezTo>
                  <a:pt x="355" y="246"/>
                  <a:pt x="325" y="293"/>
                  <a:pt x="279" y="358"/>
                </a:cubicBezTo>
                <a:cubicBezTo>
                  <a:pt x="252" y="396"/>
                  <a:pt x="191" y="500"/>
                  <a:pt x="172" y="563"/>
                </a:cubicBezTo>
                <a:cubicBezTo>
                  <a:pt x="150" y="626"/>
                  <a:pt x="164" y="675"/>
                  <a:pt x="191" y="675"/>
                </a:cubicBezTo>
                <a:cubicBezTo>
                  <a:pt x="216" y="675"/>
                  <a:pt x="243" y="642"/>
                  <a:pt x="257" y="626"/>
                </a:cubicBezTo>
                <a:cubicBezTo>
                  <a:pt x="271" y="612"/>
                  <a:pt x="358" y="511"/>
                  <a:pt x="391" y="467"/>
                </a:cubicBezTo>
                <a:cubicBezTo>
                  <a:pt x="435" y="413"/>
                  <a:pt x="547" y="304"/>
                  <a:pt x="678" y="304"/>
                </a:cubicBezTo>
                <a:cubicBezTo>
                  <a:pt x="850" y="304"/>
                  <a:pt x="905" y="451"/>
                  <a:pt x="913" y="547"/>
                </a:cubicBezTo>
                <a:lnTo>
                  <a:pt x="1058" y="547"/>
                </a:lnTo>
                <a:lnTo>
                  <a:pt x="1058" y="692"/>
                </a:lnTo>
                <a:lnTo>
                  <a:pt x="916" y="692"/>
                </a:lnTo>
                <a:cubicBezTo>
                  <a:pt x="891" y="970"/>
                  <a:pt x="735" y="1050"/>
                  <a:pt x="640" y="1050"/>
                </a:cubicBezTo>
                <a:cubicBezTo>
                  <a:pt x="536" y="1050"/>
                  <a:pt x="454" y="968"/>
                  <a:pt x="454" y="869"/>
                </a:cubicBezTo>
                <a:cubicBezTo>
                  <a:pt x="454" y="771"/>
                  <a:pt x="547" y="593"/>
                  <a:pt x="768" y="555"/>
                </a:cubicBezTo>
                <a:cubicBezTo>
                  <a:pt x="763" y="508"/>
                  <a:pt x="760" y="451"/>
                  <a:pt x="664" y="451"/>
                </a:cubicBezTo>
                <a:cubicBezTo>
                  <a:pt x="590" y="451"/>
                  <a:pt x="497" y="563"/>
                  <a:pt x="426" y="651"/>
                </a:cubicBezTo>
                <a:cubicBezTo>
                  <a:pt x="361" y="730"/>
                  <a:pt x="312" y="793"/>
                  <a:pt x="249" y="812"/>
                </a:cubicBezTo>
                <a:cubicBezTo>
                  <a:pt x="113" y="855"/>
                  <a:pt x="16" y="735"/>
                  <a:pt x="16" y="612"/>
                </a:cubicBezTo>
                <a:cubicBezTo>
                  <a:pt x="16" y="470"/>
                  <a:pt x="170" y="268"/>
                  <a:pt x="183" y="243"/>
                </a:cubicBezTo>
                <a:cubicBezTo>
                  <a:pt x="200" y="216"/>
                  <a:pt x="230" y="167"/>
                  <a:pt x="200" y="156"/>
                </a:cubicBezTo>
                <a:cubicBezTo>
                  <a:pt x="180" y="148"/>
                  <a:pt x="142" y="186"/>
                  <a:pt x="101" y="22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7" name="Freeform 116"/>
          <p:cNvSpPr>
            <a:spLocks noChangeArrowheads="1"/>
          </p:cNvSpPr>
          <p:nvPr/>
        </p:nvSpPr>
        <p:spPr bwMode="auto">
          <a:xfrm>
            <a:off x="4243389" y="4064001"/>
            <a:ext cx="446087" cy="461963"/>
          </a:xfrm>
          <a:custGeom>
            <a:avLst/>
            <a:gdLst>
              <a:gd name="T0" fmla="*/ 167 w 1239"/>
              <a:gd name="T1" fmla="*/ 494 h 1285"/>
              <a:gd name="T2" fmla="*/ 495 w 1239"/>
              <a:gd name="T3" fmla="*/ 825 h 1285"/>
              <a:gd name="T4" fmla="*/ 331 w 1239"/>
              <a:gd name="T5" fmla="*/ 989 h 1285"/>
              <a:gd name="T6" fmla="*/ 0 w 1239"/>
              <a:gd name="T7" fmla="*/ 661 h 1285"/>
              <a:gd name="T8" fmla="*/ 167 w 1239"/>
              <a:gd name="T9" fmla="*/ 494 h 1285"/>
              <a:gd name="T10" fmla="*/ 661 w 1239"/>
              <a:gd name="T11" fmla="*/ 0 h 1285"/>
              <a:gd name="T12" fmla="*/ 989 w 1239"/>
              <a:gd name="T13" fmla="*/ 330 h 1285"/>
              <a:gd name="T14" fmla="*/ 825 w 1239"/>
              <a:gd name="T15" fmla="*/ 494 h 1285"/>
              <a:gd name="T16" fmla="*/ 495 w 1239"/>
              <a:gd name="T17" fmla="*/ 166 h 1285"/>
              <a:gd name="T18" fmla="*/ 661 w 1239"/>
              <a:gd name="T19" fmla="*/ 0 h 1285"/>
              <a:gd name="T20" fmla="*/ 249 w 1239"/>
              <a:gd name="T21" fmla="*/ 412 h 1285"/>
              <a:gd name="T22" fmla="*/ 413 w 1239"/>
              <a:gd name="T23" fmla="*/ 248 h 1285"/>
              <a:gd name="T24" fmla="*/ 1238 w 1239"/>
              <a:gd name="T25" fmla="*/ 1074 h 1285"/>
              <a:gd name="T26" fmla="*/ 1074 w 1239"/>
              <a:gd name="T27" fmla="*/ 1238 h 1285"/>
              <a:gd name="T28" fmla="*/ 249 w 1239"/>
              <a:gd name="T29" fmla="*/ 412 h 1285"/>
              <a:gd name="T30" fmla="*/ 0 w 1239"/>
              <a:gd name="T31" fmla="*/ 1167 h 1285"/>
              <a:gd name="T32" fmla="*/ 700 w 1239"/>
              <a:gd name="T33" fmla="*/ 1167 h 1285"/>
              <a:gd name="T34" fmla="*/ 700 w 1239"/>
              <a:gd name="T35" fmla="*/ 1284 h 1285"/>
              <a:gd name="T36" fmla="*/ 0 w 1239"/>
              <a:gd name="T37" fmla="*/ 1284 h 1285"/>
              <a:gd name="T38" fmla="*/ 0 w 1239"/>
              <a:gd name="T39" fmla="*/ 1167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39" h="1285">
                <a:moveTo>
                  <a:pt x="167" y="494"/>
                </a:moveTo>
                <a:lnTo>
                  <a:pt x="495" y="825"/>
                </a:lnTo>
                <a:lnTo>
                  <a:pt x="331" y="989"/>
                </a:lnTo>
                <a:lnTo>
                  <a:pt x="0" y="661"/>
                </a:lnTo>
                <a:lnTo>
                  <a:pt x="167" y="494"/>
                </a:lnTo>
                <a:close/>
                <a:moveTo>
                  <a:pt x="661" y="0"/>
                </a:moveTo>
                <a:lnTo>
                  <a:pt x="989" y="330"/>
                </a:lnTo>
                <a:lnTo>
                  <a:pt x="825" y="494"/>
                </a:lnTo>
                <a:lnTo>
                  <a:pt x="495" y="166"/>
                </a:lnTo>
                <a:lnTo>
                  <a:pt x="661" y="0"/>
                </a:lnTo>
                <a:close/>
                <a:moveTo>
                  <a:pt x="249" y="412"/>
                </a:moveTo>
                <a:lnTo>
                  <a:pt x="413" y="248"/>
                </a:lnTo>
                <a:lnTo>
                  <a:pt x="1238" y="1074"/>
                </a:lnTo>
                <a:lnTo>
                  <a:pt x="1074" y="1238"/>
                </a:lnTo>
                <a:lnTo>
                  <a:pt x="249" y="412"/>
                </a:lnTo>
                <a:close/>
                <a:moveTo>
                  <a:pt x="0" y="1167"/>
                </a:moveTo>
                <a:lnTo>
                  <a:pt x="700" y="1167"/>
                </a:lnTo>
                <a:lnTo>
                  <a:pt x="700" y="1284"/>
                </a:lnTo>
                <a:lnTo>
                  <a:pt x="0" y="1284"/>
                </a:lnTo>
                <a:lnTo>
                  <a:pt x="0" y="11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8" name="Freeform 117"/>
          <p:cNvSpPr>
            <a:spLocks noChangeArrowheads="1"/>
          </p:cNvSpPr>
          <p:nvPr/>
        </p:nvSpPr>
        <p:spPr bwMode="auto">
          <a:xfrm>
            <a:off x="5335588" y="4086225"/>
            <a:ext cx="419100" cy="419100"/>
          </a:xfrm>
          <a:custGeom>
            <a:avLst/>
            <a:gdLst>
              <a:gd name="T0" fmla="*/ 845 w 1165"/>
              <a:gd name="T1" fmla="*/ 407 h 1165"/>
              <a:gd name="T2" fmla="*/ 1164 w 1165"/>
              <a:gd name="T3" fmla="*/ 407 h 1165"/>
              <a:gd name="T4" fmla="*/ 1164 w 1165"/>
              <a:gd name="T5" fmla="*/ 757 h 1165"/>
              <a:gd name="T6" fmla="*/ 845 w 1165"/>
              <a:gd name="T7" fmla="*/ 757 h 1165"/>
              <a:gd name="T8" fmla="*/ 670 w 1165"/>
              <a:gd name="T9" fmla="*/ 582 h 1165"/>
              <a:gd name="T10" fmla="*/ 845 w 1165"/>
              <a:gd name="T11" fmla="*/ 407 h 1165"/>
              <a:gd name="T12" fmla="*/ 407 w 1165"/>
              <a:gd name="T13" fmla="*/ 844 h 1165"/>
              <a:gd name="T14" fmla="*/ 582 w 1165"/>
              <a:gd name="T15" fmla="*/ 669 h 1165"/>
              <a:gd name="T16" fmla="*/ 757 w 1165"/>
              <a:gd name="T17" fmla="*/ 844 h 1165"/>
              <a:gd name="T18" fmla="*/ 757 w 1165"/>
              <a:gd name="T19" fmla="*/ 1164 h 1165"/>
              <a:gd name="T20" fmla="*/ 407 w 1165"/>
              <a:gd name="T21" fmla="*/ 1164 h 1165"/>
              <a:gd name="T22" fmla="*/ 407 w 1165"/>
              <a:gd name="T23" fmla="*/ 844 h 1165"/>
              <a:gd name="T24" fmla="*/ 320 w 1165"/>
              <a:gd name="T25" fmla="*/ 407 h 1165"/>
              <a:gd name="T26" fmla="*/ 495 w 1165"/>
              <a:gd name="T27" fmla="*/ 582 h 1165"/>
              <a:gd name="T28" fmla="*/ 320 w 1165"/>
              <a:gd name="T29" fmla="*/ 757 h 1165"/>
              <a:gd name="T30" fmla="*/ 0 w 1165"/>
              <a:gd name="T31" fmla="*/ 757 h 1165"/>
              <a:gd name="T32" fmla="*/ 0 w 1165"/>
              <a:gd name="T33" fmla="*/ 407 h 1165"/>
              <a:gd name="T34" fmla="*/ 320 w 1165"/>
              <a:gd name="T35" fmla="*/ 407 h 1165"/>
              <a:gd name="T36" fmla="*/ 757 w 1165"/>
              <a:gd name="T37" fmla="*/ 319 h 1165"/>
              <a:gd name="T38" fmla="*/ 582 w 1165"/>
              <a:gd name="T39" fmla="*/ 494 h 1165"/>
              <a:gd name="T40" fmla="*/ 407 w 1165"/>
              <a:gd name="T41" fmla="*/ 319 h 1165"/>
              <a:gd name="T42" fmla="*/ 407 w 1165"/>
              <a:gd name="T43" fmla="*/ 0 h 1165"/>
              <a:gd name="T44" fmla="*/ 757 w 1165"/>
              <a:gd name="T45" fmla="*/ 0 h 1165"/>
              <a:gd name="T46" fmla="*/ 757 w 1165"/>
              <a:gd name="T47" fmla="*/ 31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5" h="1165">
                <a:moveTo>
                  <a:pt x="845" y="407"/>
                </a:moveTo>
                <a:lnTo>
                  <a:pt x="1164" y="407"/>
                </a:lnTo>
                <a:lnTo>
                  <a:pt x="1164" y="757"/>
                </a:lnTo>
                <a:lnTo>
                  <a:pt x="845" y="757"/>
                </a:lnTo>
                <a:lnTo>
                  <a:pt x="670" y="582"/>
                </a:lnTo>
                <a:lnTo>
                  <a:pt x="845" y="407"/>
                </a:lnTo>
                <a:close/>
                <a:moveTo>
                  <a:pt x="407" y="844"/>
                </a:moveTo>
                <a:lnTo>
                  <a:pt x="582" y="669"/>
                </a:lnTo>
                <a:lnTo>
                  <a:pt x="757" y="844"/>
                </a:lnTo>
                <a:lnTo>
                  <a:pt x="757" y="1164"/>
                </a:lnTo>
                <a:lnTo>
                  <a:pt x="407" y="1164"/>
                </a:lnTo>
                <a:lnTo>
                  <a:pt x="407" y="844"/>
                </a:lnTo>
                <a:close/>
                <a:moveTo>
                  <a:pt x="320" y="407"/>
                </a:moveTo>
                <a:lnTo>
                  <a:pt x="495" y="582"/>
                </a:lnTo>
                <a:lnTo>
                  <a:pt x="320" y="757"/>
                </a:lnTo>
                <a:lnTo>
                  <a:pt x="0" y="757"/>
                </a:lnTo>
                <a:lnTo>
                  <a:pt x="0" y="407"/>
                </a:lnTo>
                <a:lnTo>
                  <a:pt x="320" y="407"/>
                </a:lnTo>
                <a:close/>
                <a:moveTo>
                  <a:pt x="757" y="319"/>
                </a:moveTo>
                <a:lnTo>
                  <a:pt x="582" y="494"/>
                </a:lnTo>
                <a:lnTo>
                  <a:pt x="407" y="319"/>
                </a:lnTo>
                <a:lnTo>
                  <a:pt x="407" y="0"/>
                </a:lnTo>
                <a:lnTo>
                  <a:pt x="757" y="0"/>
                </a:lnTo>
                <a:lnTo>
                  <a:pt x="757" y="31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9" name="Freeform 118"/>
          <p:cNvSpPr>
            <a:spLocks noChangeArrowheads="1"/>
          </p:cNvSpPr>
          <p:nvPr/>
        </p:nvSpPr>
        <p:spPr bwMode="auto">
          <a:xfrm>
            <a:off x="6415088" y="4086225"/>
            <a:ext cx="419100" cy="419100"/>
          </a:xfrm>
          <a:custGeom>
            <a:avLst/>
            <a:gdLst>
              <a:gd name="T0" fmla="*/ 1107 w 1165"/>
              <a:gd name="T1" fmla="*/ 1049 h 1165"/>
              <a:gd name="T2" fmla="*/ 1107 w 1165"/>
              <a:gd name="T3" fmla="*/ 289 h 1165"/>
              <a:gd name="T4" fmla="*/ 1050 w 1165"/>
              <a:gd name="T5" fmla="*/ 232 h 1165"/>
              <a:gd name="T6" fmla="*/ 536 w 1165"/>
              <a:gd name="T7" fmla="*/ 232 h 1165"/>
              <a:gd name="T8" fmla="*/ 604 w 1165"/>
              <a:gd name="T9" fmla="*/ 467 h 1165"/>
              <a:gd name="T10" fmla="*/ 716 w 1165"/>
              <a:gd name="T11" fmla="*/ 467 h 1165"/>
              <a:gd name="T12" fmla="*/ 716 w 1165"/>
              <a:gd name="T13" fmla="*/ 407 h 1165"/>
              <a:gd name="T14" fmla="*/ 779 w 1165"/>
              <a:gd name="T15" fmla="*/ 407 h 1165"/>
              <a:gd name="T16" fmla="*/ 779 w 1165"/>
              <a:gd name="T17" fmla="*/ 467 h 1165"/>
              <a:gd name="T18" fmla="*/ 990 w 1165"/>
              <a:gd name="T19" fmla="*/ 467 h 1165"/>
              <a:gd name="T20" fmla="*/ 990 w 1165"/>
              <a:gd name="T21" fmla="*/ 527 h 1165"/>
              <a:gd name="T22" fmla="*/ 916 w 1165"/>
              <a:gd name="T23" fmla="*/ 527 h 1165"/>
              <a:gd name="T24" fmla="*/ 804 w 1165"/>
              <a:gd name="T25" fmla="*/ 732 h 1165"/>
              <a:gd name="T26" fmla="*/ 962 w 1165"/>
              <a:gd name="T27" fmla="*/ 888 h 1165"/>
              <a:gd name="T28" fmla="*/ 921 w 1165"/>
              <a:gd name="T29" fmla="*/ 932 h 1165"/>
              <a:gd name="T30" fmla="*/ 763 w 1165"/>
              <a:gd name="T31" fmla="*/ 776 h 1165"/>
              <a:gd name="T32" fmla="*/ 711 w 1165"/>
              <a:gd name="T33" fmla="*/ 828 h 1165"/>
              <a:gd name="T34" fmla="*/ 757 w 1165"/>
              <a:gd name="T35" fmla="*/ 989 h 1165"/>
              <a:gd name="T36" fmla="*/ 640 w 1165"/>
              <a:gd name="T37" fmla="*/ 1107 h 1165"/>
              <a:gd name="T38" fmla="*/ 1050 w 1165"/>
              <a:gd name="T39" fmla="*/ 1107 h 1165"/>
              <a:gd name="T40" fmla="*/ 1107 w 1165"/>
              <a:gd name="T41" fmla="*/ 1049 h 1165"/>
              <a:gd name="T42" fmla="*/ 697 w 1165"/>
              <a:gd name="T43" fmla="*/ 590 h 1165"/>
              <a:gd name="T44" fmla="*/ 763 w 1165"/>
              <a:gd name="T45" fmla="*/ 688 h 1165"/>
              <a:gd name="T46" fmla="*/ 853 w 1165"/>
              <a:gd name="T47" fmla="*/ 527 h 1165"/>
              <a:gd name="T48" fmla="*/ 621 w 1165"/>
              <a:gd name="T49" fmla="*/ 527 h 1165"/>
              <a:gd name="T50" fmla="*/ 640 w 1165"/>
              <a:gd name="T51" fmla="*/ 590 h 1165"/>
              <a:gd name="T52" fmla="*/ 697 w 1165"/>
              <a:gd name="T53" fmla="*/ 590 h 1165"/>
              <a:gd name="T54" fmla="*/ 653 w 1165"/>
              <a:gd name="T55" fmla="*/ 634 h 1165"/>
              <a:gd name="T56" fmla="*/ 689 w 1165"/>
              <a:gd name="T57" fmla="*/ 762 h 1165"/>
              <a:gd name="T58" fmla="*/ 722 w 1165"/>
              <a:gd name="T59" fmla="*/ 732 h 1165"/>
              <a:gd name="T60" fmla="*/ 653 w 1165"/>
              <a:gd name="T61" fmla="*/ 634 h 1165"/>
              <a:gd name="T62" fmla="*/ 530 w 1165"/>
              <a:gd name="T63" fmla="*/ 500 h 1165"/>
              <a:gd name="T64" fmla="*/ 525 w 1165"/>
              <a:gd name="T65" fmla="*/ 459 h 1165"/>
              <a:gd name="T66" fmla="*/ 295 w 1165"/>
              <a:gd name="T67" fmla="*/ 459 h 1165"/>
              <a:gd name="T68" fmla="*/ 295 w 1165"/>
              <a:gd name="T69" fmla="*/ 549 h 1165"/>
              <a:gd name="T70" fmla="*/ 424 w 1165"/>
              <a:gd name="T71" fmla="*/ 549 h 1165"/>
              <a:gd name="T72" fmla="*/ 301 w 1165"/>
              <a:gd name="T73" fmla="*/ 637 h 1165"/>
              <a:gd name="T74" fmla="*/ 162 w 1165"/>
              <a:gd name="T75" fmla="*/ 494 h 1165"/>
              <a:gd name="T76" fmla="*/ 301 w 1165"/>
              <a:gd name="T77" fmla="*/ 352 h 1165"/>
              <a:gd name="T78" fmla="*/ 388 w 1165"/>
              <a:gd name="T79" fmla="*/ 388 h 1165"/>
              <a:gd name="T80" fmla="*/ 394 w 1165"/>
              <a:gd name="T81" fmla="*/ 391 h 1165"/>
              <a:gd name="T82" fmla="*/ 465 w 1165"/>
              <a:gd name="T83" fmla="*/ 322 h 1165"/>
              <a:gd name="T84" fmla="*/ 459 w 1165"/>
              <a:gd name="T85" fmla="*/ 320 h 1165"/>
              <a:gd name="T86" fmla="*/ 301 w 1165"/>
              <a:gd name="T87" fmla="*/ 257 h 1165"/>
              <a:gd name="T88" fmla="*/ 63 w 1165"/>
              <a:gd name="T89" fmla="*/ 494 h 1165"/>
              <a:gd name="T90" fmla="*/ 301 w 1165"/>
              <a:gd name="T91" fmla="*/ 732 h 1165"/>
              <a:gd name="T92" fmla="*/ 530 w 1165"/>
              <a:gd name="T93" fmla="*/ 500 h 1165"/>
              <a:gd name="T94" fmla="*/ 1050 w 1165"/>
              <a:gd name="T95" fmla="*/ 175 h 1165"/>
              <a:gd name="T96" fmla="*/ 1164 w 1165"/>
              <a:gd name="T97" fmla="*/ 289 h 1165"/>
              <a:gd name="T98" fmla="*/ 1164 w 1165"/>
              <a:gd name="T99" fmla="*/ 1049 h 1165"/>
              <a:gd name="T100" fmla="*/ 1050 w 1165"/>
              <a:gd name="T101" fmla="*/ 1164 h 1165"/>
              <a:gd name="T102" fmla="*/ 582 w 1165"/>
              <a:gd name="T103" fmla="*/ 1164 h 1165"/>
              <a:gd name="T104" fmla="*/ 525 w 1165"/>
              <a:gd name="T105" fmla="*/ 989 h 1165"/>
              <a:gd name="T106" fmla="*/ 115 w 1165"/>
              <a:gd name="T107" fmla="*/ 989 h 1165"/>
              <a:gd name="T108" fmla="*/ 0 w 1165"/>
              <a:gd name="T109" fmla="*/ 874 h 1165"/>
              <a:gd name="T110" fmla="*/ 0 w 1165"/>
              <a:gd name="T111" fmla="*/ 115 h 1165"/>
              <a:gd name="T112" fmla="*/ 115 w 1165"/>
              <a:gd name="T113" fmla="*/ 0 h 1165"/>
              <a:gd name="T114" fmla="*/ 465 w 1165"/>
              <a:gd name="T115" fmla="*/ 0 h 1165"/>
              <a:gd name="T116" fmla="*/ 517 w 1165"/>
              <a:gd name="T117" fmla="*/ 175 h 1165"/>
              <a:gd name="T118" fmla="*/ 1050 w 1165"/>
              <a:gd name="T119" fmla="*/ 17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65" h="1165">
                <a:moveTo>
                  <a:pt x="1107" y="1049"/>
                </a:moveTo>
                <a:lnTo>
                  <a:pt x="1107" y="289"/>
                </a:lnTo>
                <a:cubicBezTo>
                  <a:pt x="1107" y="257"/>
                  <a:pt x="1082" y="232"/>
                  <a:pt x="1050" y="232"/>
                </a:cubicBezTo>
                <a:lnTo>
                  <a:pt x="536" y="232"/>
                </a:lnTo>
                <a:lnTo>
                  <a:pt x="604" y="467"/>
                </a:lnTo>
                <a:lnTo>
                  <a:pt x="716" y="467"/>
                </a:lnTo>
                <a:lnTo>
                  <a:pt x="716" y="407"/>
                </a:lnTo>
                <a:lnTo>
                  <a:pt x="779" y="407"/>
                </a:lnTo>
                <a:lnTo>
                  <a:pt x="779" y="467"/>
                </a:lnTo>
                <a:lnTo>
                  <a:pt x="990" y="467"/>
                </a:lnTo>
                <a:lnTo>
                  <a:pt x="990" y="527"/>
                </a:lnTo>
                <a:lnTo>
                  <a:pt x="916" y="527"/>
                </a:lnTo>
                <a:cubicBezTo>
                  <a:pt x="897" y="601"/>
                  <a:pt x="856" y="672"/>
                  <a:pt x="804" y="732"/>
                </a:cubicBezTo>
                <a:lnTo>
                  <a:pt x="962" y="888"/>
                </a:lnTo>
                <a:lnTo>
                  <a:pt x="921" y="932"/>
                </a:lnTo>
                <a:lnTo>
                  <a:pt x="763" y="776"/>
                </a:lnTo>
                <a:lnTo>
                  <a:pt x="711" y="828"/>
                </a:lnTo>
                <a:lnTo>
                  <a:pt x="757" y="989"/>
                </a:lnTo>
                <a:lnTo>
                  <a:pt x="640" y="1107"/>
                </a:lnTo>
                <a:lnTo>
                  <a:pt x="1050" y="1107"/>
                </a:lnTo>
                <a:cubicBezTo>
                  <a:pt x="1083" y="1107"/>
                  <a:pt x="1107" y="1082"/>
                  <a:pt x="1107" y="1049"/>
                </a:cubicBezTo>
                <a:close/>
                <a:moveTo>
                  <a:pt x="697" y="590"/>
                </a:moveTo>
                <a:cubicBezTo>
                  <a:pt x="711" y="617"/>
                  <a:pt x="733" y="653"/>
                  <a:pt x="763" y="688"/>
                </a:cubicBezTo>
                <a:cubicBezTo>
                  <a:pt x="834" y="604"/>
                  <a:pt x="853" y="527"/>
                  <a:pt x="853" y="527"/>
                </a:cubicBezTo>
                <a:lnTo>
                  <a:pt x="621" y="527"/>
                </a:lnTo>
                <a:lnTo>
                  <a:pt x="640" y="590"/>
                </a:lnTo>
                <a:lnTo>
                  <a:pt x="697" y="590"/>
                </a:lnTo>
                <a:close/>
                <a:moveTo>
                  <a:pt x="653" y="634"/>
                </a:moveTo>
                <a:lnTo>
                  <a:pt x="689" y="762"/>
                </a:lnTo>
                <a:lnTo>
                  <a:pt x="722" y="732"/>
                </a:lnTo>
                <a:cubicBezTo>
                  <a:pt x="694" y="702"/>
                  <a:pt x="673" y="669"/>
                  <a:pt x="653" y="634"/>
                </a:cubicBezTo>
                <a:close/>
                <a:moveTo>
                  <a:pt x="530" y="500"/>
                </a:moveTo>
                <a:cubicBezTo>
                  <a:pt x="530" y="486"/>
                  <a:pt x="530" y="469"/>
                  <a:pt x="525" y="459"/>
                </a:cubicBezTo>
                <a:lnTo>
                  <a:pt x="295" y="459"/>
                </a:lnTo>
                <a:lnTo>
                  <a:pt x="295" y="549"/>
                </a:lnTo>
                <a:lnTo>
                  <a:pt x="424" y="549"/>
                </a:lnTo>
                <a:cubicBezTo>
                  <a:pt x="416" y="585"/>
                  <a:pt x="380" y="637"/>
                  <a:pt x="301" y="637"/>
                </a:cubicBezTo>
                <a:cubicBezTo>
                  <a:pt x="224" y="637"/>
                  <a:pt x="162" y="571"/>
                  <a:pt x="162" y="494"/>
                </a:cubicBezTo>
                <a:cubicBezTo>
                  <a:pt x="162" y="418"/>
                  <a:pt x="224" y="352"/>
                  <a:pt x="301" y="352"/>
                </a:cubicBezTo>
                <a:cubicBezTo>
                  <a:pt x="345" y="352"/>
                  <a:pt x="372" y="371"/>
                  <a:pt x="388" y="388"/>
                </a:cubicBezTo>
                <a:lnTo>
                  <a:pt x="394" y="391"/>
                </a:lnTo>
                <a:lnTo>
                  <a:pt x="465" y="322"/>
                </a:lnTo>
                <a:lnTo>
                  <a:pt x="459" y="320"/>
                </a:lnTo>
                <a:cubicBezTo>
                  <a:pt x="416" y="279"/>
                  <a:pt x="361" y="257"/>
                  <a:pt x="301" y="257"/>
                </a:cubicBezTo>
                <a:cubicBezTo>
                  <a:pt x="170" y="257"/>
                  <a:pt x="63" y="363"/>
                  <a:pt x="63" y="494"/>
                </a:cubicBezTo>
                <a:cubicBezTo>
                  <a:pt x="63" y="626"/>
                  <a:pt x="170" y="732"/>
                  <a:pt x="301" y="732"/>
                </a:cubicBezTo>
                <a:cubicBezTo>
                  <a:pt x="435" y="732"/>
                  <a:pt x="530" y="636"/>
                  <a:pt x="530" y="500"/>
                </a:cubicBezTo>
                <a:close/>
                <a:moveTo>
                  <a:pt x="1050" y="175"/>
                </a:moveTo>
                <a:cubicBezTo>
                  <a:pt x="1113" y="175"/>
                  <a:pt x="1164" y="227"/>
                  <a:pt x="1164" y="289"/>
                </a:cubicBezTo>
                <a:lnTo>
                  <a:pt x="1164" y="1049"/>
                </a:lnTo>
                <a:cubicBezTo>
                  <a:pt x="1164" y="1112"/>
                  <a:pt x="1113" y="1164"/>
                  <a:pt x="1050" y="1164"/>
                </a:cubicBezTo>
                <a:lnTo>
                  <a:pt x="582" y="1164"/>
                </a:lnTo>
                <a:lnTo>
                  <a:pt x="525" y="989"/>
                </a:lnTo>
                <a:lnTo>
                  <a:pt x="115" y="989"/>
                </a:lnTo>
                <a:cubicBezTo>
                  <a:pt x="52" y="989"/>
                  <a:pt x="0" y="937"/>
                  <a:pt x="0" y="874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465" y="0"/>
                </a:lnTo>
                <a:lnTo>
                  <a:pt x="517" y="175"/>
                </a:lnTo>
                <a:lnTo>
                  <a:pt x="1050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0" name="Freeform 119"/>
          <p:cNvSpPr>
            <a:spLocks noChangeArrowheads="1"/>
          </p:cNvSpPr>
          <p:nvPr/>
        </p:nvSpPr>
        <p:spPr bwMode="auto">
          <a:xfrm>
            <a:off x="7578726" y="4127500"/>
            <a:ext cx="252413" cy="336550"/>
          </a:xfrm>
          <a:custGeom>
            <a:avLst/>
            <a:gdLst>
              <a:gd name="T0" fmla="*/ 699 w 700"/>
              <a:gd name="T1" fmla="*/ 0 h 935"/>
              <a:gd name="T2" fmla="*/ 699 w 700"/>
              <a:gd name="T3" fmla="*/ 174 h 935"/>
              <a:gd name="T4" fmla="*/ 292 w 700"/>
              <a:gd name="T5" fmla="*/ 174 h 935"/>
              <a:gd name="T6" fmla="*/ 582 w 700"/>
              <a:gd name="T7" fmla="*/ 467 h 935"/>
              <a:gd name="T8" fmla="*/ 292 w 700"/>
              <a:gd name="T9" fmla="*/ 759 h 935"/>
              <a:gd name="T10" fmla="*/ 699 w 700"/>
              <a:gd name="T11" fmla="*/ 759 h 935"/>
              <a:gd name="T12" fmla="*/ 699 w 700"/>
              <a:gd name="T13" fmla="*/ 934 h 935"/>
              <a:gd name="T14" fmla="*/ 0 w 700"/>
              <a:gd name="T15" fmla="*/ 934 h 935"/>
              <a:gd name="T16" fmla="*/ 0 w 700"/>
              <a:gd name="T17" fmla="*/ 817 h 935"/>
              <a:gd name="T18" fmla="*/ 380 w 700"/>
              <a:gd name="T19" fmla="*/ 467 h 935"/>
              <a:gd name="T20" fmla="*/ 0 w 700"/>
              <a:gd name="T21" fmla="*/ 117 h 935"/>
              <a:gd name="T22" fmla="*/ 0 w 700"/>
              <a:gd name="T23" fmla="*/ 0 h 935"/>
              <a:gd name="T24" fmla="*/ 699 w 700"/>
              <a:gd name="T25" fmla="*/ 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00" h="935">
                <a:moveTo>
                  <a:pt x="699" y="0"/>
                </a:moveTo>
                <a:lnTo>
                  <a:pt x="699" y="174"/>
                </a:lnTo>
                <a:lnTo>
                  <a:pt x="292" y="174"/>
                </a:lnTo>
                <a:lnTo>
                  <a:pt x="582" y="467"/>
                </a:lnTo>
                <a:lnTo>
                  <a:pt x="292" y="759"/>
                </a:lnTo>
                <a:lnTo>
                  <a:pt x="699" y="759"/>
                </a:lnTo>
                <a:lnTo>
                  <a:pt x="699" y="934"/>
                </a:lnTo>
                <a:lnTo>
                  <a:pt x="0" y="934"/>
                </a:lnTo>
                <a:lnTo>
                  <a:pt x="0" y="817"/>
                </a:lnTo>
                <a:lnTo>
                  <a:pt x="380" y="467"/>
                </a:lnTo>
                <a:lnTo>
                  <a:pt x="0" y="117"/>
                </a:lnTo>
                <a:lnTo>
                  <a:pt x="0" y="0"/>
                </a:lnTo>
                <a:lnTo>
                  <a:pt x="699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1" name="Freeform 120"/>
          <p:cNvSpPr>
            <a:spLocks noChangeArrowheads="1"/>
          </p:cNvSpPr>
          <p:nvPr/>
        </p:nvSpPr>
        <p:spPr bwMode="auto">
          <a:xfrm>
            <a:off x="8637589" y="4149725"/>
            <a:ext cx="293687" cy="293688"/>
          </a:xfrm>
          <a:custGeom>
            <a:avLst/>
            <a:gdLst>
              <a:gd name="T0" fmla="*/ 524 w 815"/>
              <a:gd name="T1" fmla="*/ 0 h 815"/>
              <a:gd name="T2" fmla="*/ 814 w 815"/>
              <a:gd name="T3" fmla="*/ 0 h 815"/>
              <a:gd name="T4" fmla="*/ 814 w 815"/>
              <a:gd name="T5" fmla="*/ 289 h 815"/>
              <a:gd name="T6" fmla="*/ 699 w 815"/>
              <a:gd name="T7" fmla="*/ 289 h 815"/>
              <a:gd name="T8" fmla="*/ 699 w 815"/>
              <a:gd name="T9" fmla="*/ 114 h 815"/>
              <a:gd name="T10" fmla="*/ 524 w 815"/>
              <a:gd name="T11" fmla="*/ 114 h 815"/>
              <a:gd name="T12" fmla="*/ 524 w 815"/>
              <a:gd name="T13" fmla="*/ 0 h 815"/>
              <a:gd name="T14" fmla="*/ 699 w 815"/>
              <a:gd name="T15" fmla="*/ 699 h 815"/>
              <a:gd name="T16" fmla="*/ 699 w 815"/>
              <a:gd name="T17" fmla="*/ 524 h 815"/>
              <a:gd name="T18" fmla="*/ 814 w 815"/>
              <a:gd name="T19" fmla="*/ 524 h 815"/>
              <a:gd name="T20" fmla="*/ 814 w 815"/>
              <a:gd name="T21" fmla="*/ 814 h 815"/>
              <a:gd name="T22" fmla="*/ 524 w 815"/>
              <a:gd name="T23" fmla="*/ 814 h 815"/>
              <a:gd name="T24" fmla="*/ 524 w 815"/>
              <a:gd name="T25" fmla="*/ 699 h 815"/>
              <a:gd name="T26" fmla="*/ 699 w 815"/>
              <a:gd name="T27" fmla="*/ 699 h 815"/>
              <a:gd name="T28" fmla="*/ 0 w 815"/>
              <a:gd name="T29" fmla="*/ 289 h 815"/>
              <a:gd name="T30" fmla="*/ 0 w 815"/>
              <a:gd name="T31" fmla="*/ 0 h 815"/>
              <a:gd name="T32" fmla="*/ 289 w 815"/>
              <a:gd name="T33" fmla="*/ 0 h 815"/>
              <a:gd name="T34" fmla="*/ 289 w 815"/>
              <a:gd name="T35" fmla="*/ 114 h 815"/>
              <a:gd name="T36" fmla="*/ 114 w 815"/>
              <a:gd name="T37" fmla="*/ 114 h 815"/>
              <a:gd name="T38" fmla="*/ 114 w 815"/>
              <a:gd name="T39" fmla="*/ 289 h 815"/>
              <a:gd name="T40" fmla="*/ 0 w 815"/>
              <a:gd name="T41" fmla="*/ 289 h 815"/>
              <a:gd name="T42" fmla="*/ 114 w 815"/>
              <a:gd name="T43" fmla="*/ 524 h 815"/>
              <a:gd name="T44" fmla="*/ 114 w 815"/>
              <a:gd name="T45" fmla="*/ 699 h 815"/>
              <a:gd name="T46" fmla="*/ 289 w 815"/>
              <a:gd name="T47" fmla="*/ 699 h 815"/>
              <a:gd name="T48" fmla="*/ 289 w 815"/>
              <a:gd name="T49" fmla="*/ 814 h 815"/>
              <a:gd name="T50" fmla="*/ 0 w 815"/>
              <a:gd name="T51" fmla="*/ 814 h 815"/>
              <a:gd name="T52" fmla="*/ 0 w 815"/>
              <a:gd name="T53" fmla="*/ 524 h 815"/>
              <a:gd name="T54" fmla="*/ 114 w 815"/>
              <a:gd name="T55" fmla="*/ 524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15" h="815">
                <a:moveTo>
                  <a:pt x="524" y="0"/>
                </a:moveTo>
                <a:lnTo>
                  <a:pt x="814" y="0"/>
                </a:lnTo>
                <a:lnTo>
                  <a:pt x="814" y="289"/>
                </a:lnTo>
                <a:lnTo>
                  <a:pt x="699" y="289"/>
                </a:lnTo>
                <a:lnTo>
                  <a:pt x="699" y="114"/>
                </a:lnTo>
                <a:lnTo>
                  <a:pt x="524" y="114"/>
                </a:lnTo>
                <a:lnTo>
                  <a:pt x="524" y="0"/>
                </a:lnTo>
                <a:close/>
                <a:moveTo>
                  <a:pt x="699" y="699"/>
                </a:moveTo>
                <a:lnTo>
                  <a:pt x="699" y="524"/>
                </a:lnTo>
                <a:lnTo>
                  <a:pt x="814" y="524"/>
                </a:lnTo>
                <a:lnTo>
                  <a:pt x="814" y="814"/>
                </a:lnTo>
                <a:lnTo>
                  <a:pt x="524" y="814"/>
                </a:lnTo>
                <a:lnTo>
                  <a:pt x="524" y="699"/>
                </a:lnTo>
                <a:lnTo>
                  <a:pt x="699" y="699"/>
                </a:lnTo>
                <a:close/>
                <a:moveTo>
                  <a:pt x="0" y="289"/>
                </a:moveTo>
                <a:lnTo>
                  <a:pt x="0" y="0"/>
                </a:lnTo>
                <a:lnTo>
                  <a:pt x="289" y="0"/>
                </a:lnTo>
                <a:lnTo>
                  <a:pt x="289" y="114"/>
                </a:lnTo>
                <a:lnTo>
                  <a:pt x="114" y="114"/>
                </a:lnTo>
                <a:lnTo>
                  <a:pt x="114" y="289"/>
                </a:lnTo>
                <a:lnTo>
                  <a:pt x="0" y="289"/>
                </a:lnTo>
                <a:close/>
                <a:moveTo>
                  <a:pt x="114" y="524"/>
                </a:moveTo>
                <a:lnTo>
                  <a:pt x="114" y="699"/>
                </a:lnTo>
                <a:lnTo>
                  <a:pt x="289" y="699"/>
                </a:lnTo>
                <a:lnTo>
                  <a:pt x="289" y="814"/>
                </a:lnTo>
                <a:lnTo>
                  <a:pt x="0" y="814"/>
                </a:lnTo>
                <a:lnTo>
                  <a:pt x="0" y="524"/>
                </a:lnTo>
                <a:lnTo>
                  <a:pt x="114" y="5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2" name="Freeform 121"/>
          <p:cNvSpPr>
            <a:spLocks noChangeArrowheads="1"/>
          </p:cNvSpPr>
          <p:nvPr/>
        </p:nvSpPr>
        <p:spPr bwMode="auto">
          <a:xfrm>
            <a:off x="9717089" y="4149725"/>
            <a:ext cx="293687" cy="293688"/>
          </a:xfrm>
          <a:custGeom>
            <a:avLst/>
            <a:gdLst>
              <a:gd name="T0" fmla="*/ 639 w 815"/>
              <a:gd name="T1" fmla="*/ 175 h 815"/>
              <a:gd name="T2" fmla="*/ 814 w 815"/>
              <a:gd name="T3" fmla="*/ 175 h 815"/>
              <a:gd name="T4" fmla="*/ 814 w 815"/>
              <a:gd name="T5" fmla="*/ 289 h 815"/>
              <a:gd name="T6" fmla="*/ 524 w 815"/>
              <a:gd name="T7" fmla="*/ 289 h 815"/>
              <a:gd name="T8" fmla="*/ 524 w 815"/>
              <a:gd name="T9" fmla="*/ 0 h 815"/>
              <a:gd name="T10" fmla="*/ 639 w 815"/>
              <a:gd name="T11" fmla="*/ 0 h 815"/>
              <a:gd name="T12" fmla="*/ 639 w 815"/>
              <a:gd name="T13" fmla="*/ 175 h 815"/>
              <a:gd name="T14" fmla="*/ 524 w 815"/>
              <a:gd name="T15" fmla="*/ 814 h 815"/>
              <a:gd name="T16" fmla="*/ 524 w 815"/>
              <a:gd name="T17" fmla="*/ 524 h 815"/>
              <a:gd name="T18" fmla="*/ 814 w 815"/>
              <a:gd name="T19" fmla="*/ 524 h 815"/>
              <a:gd name="T20" fmla="*/ 814 w 815"/>
              <a:gd name="T21" fmla="*/ 639 h 815"/>
              <a:gd name="T22" fmla="*/ 639 w 815"/>
              <a:gd name="T23" fmla="*/ 639 h 815"/>
              <a:gd name="T24" fmla="*/ 639 w 815"/>
              <a:gd name="T25" fmla="*/ 814 h 815"/>
              <a:gd name="T26" fmla="*/ 524 w 815"/>
              <a:gd name="T27" fmla="*/ 814 h 815"/>
              <a:gd name="T28" fmla="*/ 175 w 815"/>
              <a:gd name="T29" fmla="*/ 175 h 815"/>
              <a:gd name="T30" fmla="*/ 175 w 815"/>
              <a:gd name="T31" fmla="*/ 0 h 815"/>
              <a:gd name="T32" fmla="*/ 289 w 815"/>
              <a:gd name="T33" fmla="*/ 0 h 815"/>
              <a:gd name="T34" fmla="*/ 289 w 815"/>
              <a:gd name="T35" fmla="*/ 289 h 815"/>
              <a:gd name="T36" fmla="*/ 0 w 815"/>
              <a:gd name="T37" fmla="*/ 289 h 815"/>
              <a:gd name="T38" fmla="*/ 0 w 815"/>
              <a:gd name="T39" fmla="*/ 175 h 815"/>
              <a:gd name="T40" fmla="*/ 175 w 815"/>
              <a:gd name="T41" fmla="*/ 175 h 815"/>
              <a:gd name="T42" fmla="*/ 0 w 815"/>
              <a:gd name="T43" fmla="*/ 639 h 815"/>
              <a:gd name="T44" fmla="*/ 0 w 815"/>
              <a:gd name="T45" fmla="*/ 524 h 815"/>
              <a:gd name="T46" fmla="*/ 289 w 815"/>
              <a:gd name="T47" fmla="*/ 524 h 815"/>
              <a:gd name="T48" fmla="*/ 289 w 815"/>
              <a:gd name="T49" fmla="*/ 814 h 815"/>
              <a:gd name="T50" fmla="*/ 175 w 815"/>
              <a:gd name="T51" fmla="*/ 814 h 815"/>
              <a:gd name="T52" fmla="*/ 175 w 815"/>
              <a:gd name="T53" fmla="*/ 639 h 815"/>
              <a:gd name="T54" fmla="*/ 0 w 815"/>
              <a:gd name="T55" fmla="*/ 639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15" h="815">
                <a:moveTo>
                  <a:pt x="639" y="175"/>
                </a:moveTo>
                <a:lnTo>
                  <a:pt x="814" y="175"/>
                </a:lnTo>
                <a:lnTo>
                  <a:pt x="814" y="289"/>
                </a:lnTo>
                <a:lnTo>
                  <a:pt x="524" y="289"/>
                </a:lnTo>
                <a:lnTo>
                  <a:pt x="524" y="0"/>
                </a:lnTo>
                <a:lnTo>
                  <a:pt x="639" y="0"/>
                </a:lnTo>
                <a:lnTo>
                  <a:pt x="639" y="175"/>
                </a:lnTo>
                <a:close/>
                <a:moveTo>
                  <a:pt x="524" y="814"/>
                </a:moveTo>
                <a:lnTo>
                  <a:pt x="524" y="524"/>
                </a:lnTo>
                <a:lnTo>
                  <a:pt x="814" y="524"/>
                </a:lnTo>
                <a:lnTo>
                  <a:pt x="814" y="639"/>
                </a:lnTo>
                <a:lnTo>
                  <a:pt x="639" y="639"/>
                </a:lnTo>
                <a:lnTo>
                  <a:pt x="639" y="814"/>
                </a:lnTo>
                <a:lnTo>
                  <a:pt x="524" y="814"/>
                </a:lnTo>
                <a:close/>
                <a:moveTo>
                  <a:pt x="175" y="175"/>
                </a:moveTo>
                <a:lnTo>
                  <a:pt x="175" y="0"/>
                </a:lnTo>
                <a:lnTo>
                  <a:pt x="289" y="0"/>
                </a:lnTo>
                <a:lnTo>
                  <a:pt x="289" y="289"/>
                </a:lnTo>
                <a:lnTo>
                  <a:pt x="0" y="289"/>
                </a:lnTo>
                <a:lnTo>
                  <a:pt x="0" y="175"/>
                </a:lnTo>
                <a:lnTo>
                  <a:pt x="175" y="175"/>
                </a:lnTo>
                <a:close/>
                <a:moveTo>
                  <a:pt x="0" y="639"/>
                </a:moveTo>
                <a:lnTo>
                  <a:pt x="0" y="524"/>
                </a:lnTo>
                <a:lnTo>
                  <a:pt x="289" y="524"/>
                </a:lnTo>
                <a:lnTo>
                  <a:pt x="289" y="814"/>
                </a:lnTo>
                <a:lnTo>
                  <a:pt x="175" y="814"/>
                </a:lnTo>
                <a:lnTo>
                  <a:pt x="175" y="639"/>
                </a:lnTo>
                <a:lnTo>
                  <a:pt x="0" y="63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3" name="Freeform 122"/>
          <p:cNvSpPr>
            <a:spLocks noChangeArrowheads="1"/>
          </p:cNvSpPr>
          <p:nvPr/>
        </p:nvSpPr>
        <p:spPr bwMode="auto">
          <a:xfrm>
            <a:off x="10755314" y="4106864"/>
            <a:ext cx="377825" cy="377825"/>
          </a:xfrm>
          <a:custGeom>
            <a:avLst/>
            <a:gdLst>
              <a:gd name="T0" fmla="*/ 0 w 1051"/>
              <a:gd name="T1" fmla="*/ 932 h 1051"/>
              <a:gd name="T2" fmla="*/ 935 w 1051"/>
              <a:gd name="T3" fmla="*/ 932 h 1051"/>
              <a:gd name="T4" fmla="*/ 935 w 1051"/>
              <a:gd name="T5" fmla="*/ 1050 h 1051"/>
              <a:gd name="T6" fmla="*/ 0 w 1051"/>
              <a:gd name="T7" fmla="*/ 1050 h 1051"/>
              <a:gd name="T8" fmla="*/ 0 w 1051"/>
              <a:gd name="T9" fmla="*/ 932 h 1051"/>
              <a:gd name="T10" fmla="*/ 935 w 1051"/>
              <a:gd name="T11" fmla="*/ 293 h 1051"/>
              <a:gd name="T12" fmla="*/ 935 w 1051"/>
              <a:gd name="T13" fmla="*/ 118 h 1051"/>
              <a:gd name="T14" fmla="*/ 817 w 1051"/>
              <a:gd name="T15" fmla="*/ 118 h 1051"/>
              <a:gd name="T16" fmla="*/ 817 w 1051"/>
              <a:gd name="T17" fmla="*/ 293 h 1051"/>
              <a:gd name="T18" fmla="*/ 935 w 1051"/>
              <a:gd name="T19" fmla="*/ 293 h 1051"/>
              <a:gd name="T20" fmla="*/ 935 w 1051"/>
              <a:gd name="T21" fmla="*/ 0 h 1051"/>
              <a:gd name="T22" fmla="*/ 1050 w 1051"/>
              <a:gd name="T23" fmla="*/ 118 h 1051"/>
              <a:gd name="T24" fmla="*/ 1050 w 1051"/>
              <a:gd name="T25" fmla="*/ 293 h 1051"/>
              <a:gd name="T26" fmla="*/ 935 w 1051"/>
              <a:gd name="T27" fmla="*/ 407 h 1051"/>
              <a:gd name="T28" fmla="*/ 817 w 1051"/>
              <a:gd name="T29" fmla="*/ 407 h 1051"/>
              <a:gd name="T30" fmla="*/ 817 w 1051"/>
              <a:gd name="T31" fmla="*/ 582 h 1051"/>
              <a:gd name="T32" fmla="*/ 585 w 1051"/>
              <a:gd name="T33" fmla="*/ 817 h 1051"/>
              <a:gd name="T34" fmla="*/ 235 w 1051"/>
              <a:gd name="T35" fmla="*/ 817 h 1051"/>
              <a:gd name="T36" fmla="*/ 0 w 1051"/>
              <a:gd name="T37" fmla="*/ 582 h 1051"/>
              <a:gd name="T38" fmla="*/ 0 w 1051"/>
              <a:gd name="T39" fmla="*/ 0 h 1051"/>
              <a:gd name="T40" fmla="*/ 935 w 1051"/>
              <a:gd name="T4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51" h="1051">
                <a:moveTo>
                  <a:pt x="0" y="932"/>
                </a:moveTo>
                <a:lnTo>
                  <a:pt x="935" y="932"/>
                </a:lnTo>
                <a:lnTo>
                  <a:pt x="935" y="1050"/>
                </a:lnTo>
                <a:lnTo>
                  <a:pt x="0" y="1050"/>
                </a:lnTo>
                <a:lnTo>
                  <a:pt x="0" y="932"/>
                </a:lnTo>
                <a:close/>
                <a:moveTo>
                  <a:pt x="935" y="293"/>
                </a:moveTo>
                <a:lnTo>
                  <a:pt x="935" y="118"/>
                </a:lnTo>
                <a:lnTo>
                  <a:pt x="817" y="118"/>
                </a:lnTo>
                <a:lnTo>
                  <a:pt x="817" y="293"/>
                </a:lnTo>
                <a:lnTo>
                  <a:pt x="935" y="293"/>
                </a:lnTo>
                <a:close/>
                <a:moveTo>
                  <a:pt x="935" y="0"/>
                </a:moveTo>
                <a:cubicBezTo>
                  <a:pt x="1001" y="0"/>
                  <a:pt x="1050" y="52"/>
                  <a:pt x="1050" y="118"/>
                </a:cubicBezTo>
                <a:lnTo>
                  <a:pt x="1050" y="293"/>
                </a:lnTo>
                <a:cubicBezTo>
                  <a:pt x="1050" y="355"/>
                  <a:pt x="1001" y="407"/>
                  <a:pt x="935" y="407"/>
                </a:cubicBezTo>
                <a:lnTo>
                  <a:pt x="817" y="407"/>
                </a:lnTo>
                <a:lnTo>
                  <a:pt x="817" y="582"/>
                </a:lnTo>
                <a:cubicBezTo>
                  <a:pt x="817" y="711"/>
                  <a:pt x="714" y="817"/>
                  <a:pt x="585" y="817"/>
                </a:cubicBezTo>
                <a:lnTo>
                  <a:pt x="235" y="817"/>
                </a:lnTo>
                <a:cubicBezTo>
                  <a:pt x="107" y="817"/>
                  <a:pt x="0" y="711"/>
                  <a:pt x="0" y="582"/>
                </a:cubicBezTo>
                <a:lnTo>
                  <a:pt x="0" y="0"/>
                </a:lnTo>
                <a:lnTo>
                  <a:pt x="93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4" name="Freeform 123"/>
          <p:cNvSpPr>
            <a:spLocks noChangeArrowheads="1"/>
          </p:cNvSpPr>
          <p:nvPr/>
        </p:nvSpPr>
        <p:spPr bwMode="auto">
          <a:xfrm>
            <a:off x="1058864" y="5100638"/>
            <a:ext cx="293687" cy="127000"/>
          </a:xfrm>
          <a:custGeom>
            <a:avLst/>
            <a:gdLst>
              <a:gd name="T0" fmla="*/ 815 w 816"/>
              <a:gd name="T1" fmla="*/ 88 h 351"/>
              <a:gd name="T2" fmla="*/ 640 w 816"/>
              <a:gd name="T3" fmla="*/ 88 h 351"/>
              <a:gd name="T4" fmla="*/ 640 w 816"/>
              <a:gd name="T5" fmla="*/ 145 h 351"/>
              <a:gd name="T6" fmla="*/ 757 w 816"/>
              <a:gd name="T7" fmla="*/ 145 h 351"/>
              <a:gd name="T8" fmla="*/ 757 w 816"/>
              <a:gd name="T9" fmla="*/ 233 h 351"/>
              <a:gd name="T10" fmla="*/ 640 w 816"/>
              <a:gd name="T11" fmla="*/ 233 h 351"/>
              <a:gd name="T12" fmla="*/ 640 w 816"/>
              <a:gd name="T13" fmla="*/ 350 h 351"/>
              <a:gd name="T14" fmla="*/ 552 w 816"/>
              <a:gd name="T15" fmla="*/ 350 h 351"/>
              <a:gd name="T16" fmla="*/ 552 w 816"/>
              <a:gd name="T17" fmla="*/ 0 h 351"/>
              <a:gd name="T18" fmla="*/ 815 w 816"/>
              <a:gd name="T19" fmla="*/ 0 h 351"/>
              <a:gd name="T20" fmla="*/ 815 w 816"/>
              <a:gd name="T21" fmla="*/ 88 h 351"/>
              <a:gd name="T22" fmla="*/ 233 w 816"/>
              <a:gd name="T23" fmla="*/ 0 h 351"/>
              <a:gd name="T24" fmla="*/ 290 w 816"/>
              <a:gd name="T25" fmla="*/ 58 h 351"/>
              <a:gd name="T26" fmla="*/ 290 w 816"/>
              <a:gd name="T27" fmla="*/ 88 h 351"/>
              <a:gd name="T28" fmla="*/ 88 w 816"/>
              <a:gd name="T29" fmla="*/ 88 h 351"/>
              <a:gd name="T30" fmla="*/ 88 w 816"/>
              <a:gd name="T31" fmla="*/ 263 h 351"/>
              <a:gd name="T32" fmla="*/ 203 w 816"/>
              <a:gd name="T33" fmla="*/ 263 h 351"/>
              <a:gd name="T34" fmla="*/ 203 w 816"/>
              <a:gd name="T35" fmla="*/ 175 h 351"/>
              <a:gd name="T36" fmla="*/ 290 w 816"/>
              <a:gd name="T37" fmla="*/ 175 h 351"/>
              <a:gd name="T38" fmla="*/ 290 w 816"/>
              <a:gd name="T39" fmla="*/ 293 h 351"/>
              <a:gd name="T40" fmla="*/ 233 w 816"/>
              <a:gd name="T41" fmla="*/ 350 h 351"/>
              <a:gd name="T42" fmla="*/ 58 w 816"/>
              <a:gd name="T43" fmla="*/ 350 h 351"/>
              <a:gd name="T44" fmla="*/ 0 w 816"/>
              <a:gd name="T45" fmla="*/ 293 h 351"/>
              <a:gd name="T46" fmla="*/ 0 w 816"/>
              <a:gd name="T47" fmla="*/ 58 h 351"/>
              <a:gd name="T48" fmla="*/ 58 w 816"/>
              <a:gd name="T49" fmla="*/ 0 h 351"/>
              <a:gd name="T50" fmla="*/ 233 w 816"/>
              <a:gd name="T51" fmla="*/ 0 h 351"/>
              <a:gd name="T52" fmla="*/ 377 w 816"/>
              <a:gd name="T53" fmla="*/ 0 h 351"/>
              <a:gd name="T54" fmla="*/ 465 w 816"/>
              <a:gd name="T55" fmla="*/ 0 h 351"/>
              <a:gd name="T56" fmla="*/ 465 w 816"/>
              <a:gd name="T57" fmla="*/ 350 h 351"/>
              <a:gd name="T58" fmla="*/ 377 w 816"/>
              <a:gd name="T59" fmla="*/ 350 h 351"/>
              <a:gd name="T60" fmla="*/ 377 w 816"/>
              <a:gd name="T61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16" h="351">
                <a:moveTo>
                  <a:pt x="815" y="88"/>
                </a:moveTo>
                <a:lnTo>
                  <a:pt x="640" y="88"/>
                </a:lnTo>
                <a:lnTo>
                  <a:pt x="640" y="145"/>
                </a:lnTo>
                <a:lnTo>
                  <a:pt x="757" y="145"/>
                </a:lnTo>
                <a:lnTo>
                  <a:pt x="757" y="233"/>
                </a:lnTo>
                <a:lnTo>
                  <a:pt x="640" y="233"/>
                </a:lnTo>
                <a:lnTo>
                  <a:pt x="640" y="350"/>
                </a:lnTo>
                <a:lnTo>
                  <a:pt x="552" y="350"/>
                </a:lnTo>
                <a:lnTo>
                  <a:pt x="552" y="0"/>
                </a:lnTo>
                <a:lnTo>
                  <a:pt x="815" y="0"/>
                </a:lnTo>
                <a:lnTo>
                  <a:pt x="815" y="88"/>
                </a:lnTo>
                <a:close/>
                <a:moveTo>
                  <a:pt x="233" y="0"/>
                </a:moveTo>
                <a:cubicBezTo>
                  <a:pt x="268" y="0"/>
                  <a:pt x="290" y="28"/>
                  <a:pt x="290" y="58"/>
                </a:cubicBezTo>
                <a:lnTo>
                  <a:pt x="290" y="88"/>
                </a:lnTo>
                <a:lnTo>
                  <a:pt x="88" y="88"/>
                </a:lnTo>
                <a:lnTo>
                  <a:pt x="88" y="263"/>
                </a:lnTo>
                <a:lnTo>
                  <a:pt x="203" y="263"/>
                </a:lnTo>
                <a:lnTo>
                  <a:pt x="203" y="175"/>
                </a:lnTo>
                <a:lnTo>
                  <a:pt x="290" y="175"/>
                </a:lnTo>
                <a:lnTo>
                  <a:pt x="290" y="293"/>
                </a:lnTo>
                <a:cubicBezTo>
                  <a:pt x="290" y="323"/>
                  <a:pt x="268" y="350"/>
                  <a:pt x="233" y="350"/>
                </a:cubicBezTo>
                <a:lnTo>
                  <a:pt x="58" y="350"/>
                </a:lnTo>
                <a:cubicBezTo>
                  <a:pt x="22" y="350"/>
                  <a:pt x="0" y="323"/>
                  <a:pt x="0" y="293"/>
                </a:cubicBezTo>
                <a:lnTo>
                  <a:pt x="0" y="58"/>
                </a:lnTo>
                <a:cubicBezTo>
                  <a:pt x="0" y="28"/>
                  <a:pt x="22" y="0"/>
                  <a:pt x="58" y="0"/>
                </a:cubicBezTo>
                <a:lnTo>
                  <a:pt x="233" y="0"/>
                </a:lnTo>
                <a:close/>
                <a:moveTo>
                  <a:pt x="377" y="0"/>
                </a:moveTo>
                <a:lnTo>
                  <a:pt x="465" y="0"/>
                </a:lnTo>
                <a:lnTo>
                  <a:pt x="465" y="350"/>
                </a:lnTo>
                <a:lnTo>
                  <a:pt x="377" y="350"/>
                </a:lnTo>
                <a:lnTo>
                  <a:pt x="37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5" name="Freeform 124"/>
          <p:cNvSpPr>
            <a:spLocks noChangeArrowheads="1"/>
          </p:cNvSpPr>
          <p:nvPr/>
        </p:nvSpPr>
        <p:spPr bwMode="auto">
          <a:xfrm>
            <a:off x="2070100" y="4953000"/>
            <a:ext cx="419100" cy="419100"/>
          </a:xfrm>
          <a:custGeom>
            <a:avLst/>
            <a:gdLst>
              <a:gd name="T0" fmla="*/ 814 w 1165"/>
              <a:gd name="T1" fmla="*/ 902 h 1165"/>
              <a:gd name="T2" fmla="*/ 962 w 1165"/>
              <a:gd name="T3" fmla="*/ 757 h 1165"/>
              <a:gd name="T4" fmla="*/ 814 w 1165"/>
              <a:gd name="T5" fmla="*/ 612 h 1165"/>
              <a:gd name="T6" fmla="*/ 669 w 1165"/>
              <a:gd name="T7" fmla="*/ 757 h 1165"/>
              <a:gd name="T8" fmla="*/ 814 w 1165"/>
              <a:gd name="T9" fmla="*/ 902 h 1165"/>
              <a:gd name="T10" fmla="*/ 437 w 1165"/>
              <a:gd name="T11" fmla="*/ 350 h 1165"/>
              <a:gd name="T12" fmla="*/ 582 w 1165"/>
              <a:gd name="T13" fmla="*/ 495 h 1165"/>
              <a:gd name="T14" fmla="*/ 727 w 1165"/>
              <a:gd name="T15" fmla="*/ 350 h 1165"/>
              <a:gd name="T16" fmla="*/ 582 w 1165"/>
              <a:gd name="T17" fmla="*/ 202 h 1165"/>
              <a:gd name="T18" fmla="*/ 437 w 1165"/>
              <a:gd name="T19" fmla="*/ 350 h 1165"/>
              <a:gd name="T20" fmla="*/ 350 w 1165"/>
              <a:gd name="T21" fmla="*/ 902 h 1165"/>
              <a:gd name="T22" fmla="*/ 494 w 1165"/>
              <a:gd name="T23" fmla="*/ 757 h 1165"/>
              <a:gd name="T24" fmla="*/ 350 w 1165"/>
              <a:gd name="T25" fmla="*/ 612 h 1165"/>
              <a:gd name="T26" fmla="*/ 202 w 1165"/>
              <a:gd name="T27" fmla="*/ 757 h 1165"/>
              <a:gd name="T28" fmla="*/ 350 w 1165"/>
              <a:gd name="T29" fmla="*/ 902 h 1165"/>
              <a:gd name="T30" fmla="*/ 582 w 1165"/>
              <a:gd name="T31" fmla="*/ 0 h 1165"/>
              <a:gd name="T32" fmla="*/ 1164 w 1165"/>
              <a:gd name="T33" fmla="*/ 582 h 1165"/>
              <a:gd name="T34" fmla="*/ 582 w 1165"/>
              <a:gd name="T35" fmla="*/ 1164 h 1165"/>
              <a:gd name="T36" fmla="*/ 0 w 1165"/>
              <a:gd name="T37" fmla="*/ 582 h 1165"/>
              <a:gd name="T38" fmla="*/ 582 w 1165"/>
              <a:gd name="T3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5" h="1165">
                <a:moveTo>
                  <a:pt x="814" y="902"/>
                </a:moveTo>
                <a:cubicBezTo>
                  <a:pt x="893" y="902"/>
                  <a:pt x="962" y="836"/>
                  <a:pt x="962" y="757"/>
                </a:cubicBezTo>
                <a:cubicBezTo>
                  <a:pt x="962" y="678"/>
                  <a:pt x="893" y="612"/>
                  <a:pt x="814" y="612"/>
                </a:cubicBezTo>
                <a:cubicBezTo>
                  <a:pt x="735" y="612"/>
                  <a:pt x="669" y="678"/>
                  <a:pt x="669" y="757"/>
                </a:cubicBezTo>
                <a:cubicBezTo>
                  <a:pt x="669" y="836"/>
                  <a:pt x="735" y="902"/>
                  <a:pt x="814" y="902"/>
                </a:cubicBezTo>
                <a:close/>
                <a:moveTo>
                  <a:pt x="437" y="350"/>
                </a:moveTo>
                <a:cubicBezTo>
                  <a:pt x="437" y="429"/>
                  <a:pt x="503" y="495"/>
                  <a:pt x="582" y="495"/>
                </a:cubicBezTo>
                <a:cubicBezTo>
                  <a:pt x="661" y="495"/>
                  <a:pt x="727" y="429"/>
                  <a:pt x="727" y="350"/>
                </a:cubicBezTo>
                <a:cubicBezTo>
                  <a:pt x="727" y="271"/>
                  <a:pt x="661" y="202"/>
                  <a:pt x="582" y="202"/>
                </a:cubicBezTo>
                <a:cubicBezTo>
                  <a:pt x="503" y="202"/>
                  <a:pt x="437" y="271"/>
                  <a:pt x="437" y="350"/>
                </a:cubicBezTo>
                <a:close/>
                <a:moveTo>
                  <a:pt x="350" y="902"/>
                </a:moveTo>
                <a:cubicBezTo>
                  <a:pt x="429" y="902"/>
                  <a:pt x="494" y="836"/>
                  <a:pt x="494" y="757"/>
                </a:cubicBezTo>
                <a:cubicBezTo>
                  <a:pt x="494" y="678"/>
                  <a:pt x="429" y="612"/>
                  <a:pt x="350" y="612"/>
                </a:cubicBezTo>
                <a:cubicBezTo>
                  <a:pt x="270" y="612"/>
                  <a:pt x="202" y="678"/>
                  <a:pt x="202" y="757"/>
                </a:cubicBezTo>
                <a:cubicBezTo>
                  <a:pt x="202" y="836"/>
                  <a:pt x="270" y="902"/>
                  <a:pt x="350" y="902"/>
                </a:cubicBezTo>
                <a:close/>
                <a:moveTo>
                  <a:pt x="582" y="0"/>
                </a:moveTo>
                <a:cubicBezTo>
                  <a:pt x="904" y="0"/>
                  <a:pt x="1164" y="260"/>
                  <a:pt x="1164" y="582"/>
                </a:cubicBezTo>
                <a:cubicBezTo>
                  <a:pt x="1164" y="905"/>
                  <a:pt x="904" y="1164"/>
                  <a:pt x="582" y="1164"/>
                </a:cubicBezTo>
                <a:cubicBezTo>
                  <a:pt x="259" y="1164"/>
                  <a:pt x="0" y="905"/>
                  <a:pt x="0" y="582"/>
                </a:cubicBezTo>
                <a:cubicBezTo>
                  <a:pt x="0" y="260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6" name="Freeform 125"/>
          <p:cNvSpPr>
            <a:spLocks noChangeArrowheads="1"/>
          </p:cNvSpPr>
          <p:nvPr/>
        </p:nvSpPr>
        <p:spPr bwMode="auto">
          <a:xfrm>
            <a:off x="3103564" y="5027613"/>
            <a:ext cx="503237" cy="273050"/>
          </a:xfrm>
          <a:custGeom>
            <a:avLst/>
            <a:gdLst>
              <a:gd name="T0" fmla="*/ 757 w 1400"/>
              <a:gd name="T1" fmla="*/ 464 h 758"/>
              <a:gd name="T2" fmla="*/ 1107 w 1400"/>
              <a:gd name="T3" fmla="*/ 639 h 758"/>
              <a:gd name="T4" fmla="*/ 1107 w 1400"/>
              <a:gd name="T5" fmla="*/ 757 h 758"/>
              <a:gd name="T6" fmla="*/ 407 w 1400"/>
              <a:gd name="T7" fmla="*/ 757 h 758"/>
              <a:gd name="T8" fmla="*/ 407 w 1400"/>
              <a:gd name="T9" fmla="*/ 639 h 758"/>
              <a:gd name="T10" fmla="*/ 757 w 1400"/>
              <a:gd name="T11" fmla="*/ 464 h 758"/>
              <a:gd name="T12" fmla="*/ 1145 w 1400"/>
              <a:gd name="T13" fmla="*/ 475 h 758"/>
              <a:gd name="T14" fmla="*/ 1399 w 1400"/>
              <a:gd name="T15" fmla="*/ 639 h 758"/>
              <a:gd name="T16" fmla="*/ 1399 w 1400"/>
              <a:gd name="T17" fmla="*/ 757 h 758"/>
              <a:gd name="T18" fmla="*/ 1224 w 1400"/>
              <a:gd name="T19" fmla="*/ 757 h 758"/>
              <a:gd name="T20" fmla="*/ 1224 w 1400"/>
              <a:gd name="T21" fmla="*/ 639 h 758"/>
              <a:gd name="T22" fmla="*/ 1145 w 1400"/>
              <a:gd name="T23" fmla="*/ 475 h 758"/>
              <a:gd name="T24" fmla="*/ 757 w 1400"/>
              <a:gd name="T25" fmla="*/ 349 h 758"/>
              <a:gd name="T26" fmla="*/ 582 w 1400"/>
              <a:gd name="T27" fmla="*/ 175 h 758"/>
              <a:gd name="T28" fmla="*/ 757 w 1400"/>
              <a:gd name="T29" fmla="*/ 0 h 758"/>
              <a:gd name="T30" fmla="*/ 932 w 1400"/>
              <a:gd name="T31" fmla="*/ 175 h 758"/>
              <a:gd name="T32" fmla="*/ 757 w 1400"/>
              <a:gd name="T33" fmla="*/ 349 h 758"/>
              <a:gd name="T34" fmla="*/ 1049 w 1400"/>
              <a:gd name="T35" fmla="*/ 349 h 758"/>
              <a:gd name="T36" fmla="*/ 997 w 1400"/>
              <a:gd name="T37" fmla="*/ 341 h 758"/>
              <a:gd name="T38" fmla="*/ 1049 w 1400"/>
              <a:gd name="T39" fmla="*/ 175 h 758"/>
              <a:gd name="T40" fmla="*/ 997 w 1400"/>
              <a:gd name="T41" fmla="*/ 8 h 758"/>
              <a:gd name="T42" fmla="*/ 1049 w 1400"/>
              <a:gd name="T43" fmla="*/ 0 h 758"/>
              <a:gd name="T44" fmla="*/ 1224 w 1400"/>
              <a:gd name="T45" fmla="*/ 175 h 758"/>
              <a:gd name="T46" fmla="*/ 1049 w 1400"/>
              <a:gd name="T47" fmla="*/ 349 h 758"/>
              <a:gd name="T48" fmla="*/ 467 w 1400"/>
              <a:gd name="T49" fmla="*/ 289 h 758"/>
              <a:gd name="T50" fmla="*/ 467 w 1400"/>
              <a:gd name="T51" fmla="*/ 407 h 758"/>
              <a:gd name="T52" fmla="*/ 292 w 1400"/>
              <a:gd name="T53" fmla="*/ 407 h 758"/>
              <a:gd name="T54" fmla="*/ 292 w 1400"/>
              <a:gd name="T55" fmla="*/ 582 h 758"/>
              <a:gd name="T56" fmla="*/ 175 w 1400"/>
              <a:gd name="T57" fmla="*/ 582 h 758"/>
              <a:gd name="T58" fmla="*/ 175 w 1400"/>
              <a:gd name="T59" fmla="*/ 407 h 758"/>
              <a:gd name="T60" fmla="*/ 0 w 1400"/>
              <a:gd name="T61" fmla="*/ 407 h 758"/>
              <a:gd name="T62" fmla="*/ 0 w 1400"/>
              <a:gd name="T63" fmla="*/ 289 h 758"/>
              <a:gd name="T64" fmla="*/ 175 w 1400"/>
              <a:gd name="T65" fmla="*/ 289 h 758"/>
              <a:gd name="T66" fmla="*/ 175 w 1400"/>
              <a:gd name="T67" fmla="*/ 114 h 758"/>
              <a:gd name="T68" fmla="*/ 292 w 1400"/>
              <a:gd name="T69" fmla="*/ 114 h 758"/>
              <a:gd name="T70" fmla="*/ 292 w 1400"/>
              <a:gd name="T71" fmla="*/ 289 h 758"/>
              <a:gd name="T72" fmla="*/ 467 w 1400"/>
              <a:gd name="T73" fmla="*/ 289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00" h="758">
                <a:moveTo>
                  <a:pt x="757" y="464"/>
                </a:moveTo>
                <a:cubicBezTo>
                  <a:pt x="874" y="464"/>
                  <a:pt x="1107" y="522"/>
                  <a:pt x="1107" y="639"/>
                </a:cubicBezTo>
                <a:lnTo>
                  <a:pt x="1107" y="757"/>
                </a:lnTo>
                <a:lnTo>
                  <a:pt x="407" y="757"/>
                </a:lnTo>
                <a:lnTo>
                  <a:pt x="407" y="639"/>
                </a:lnTo>
                <a:cubicBezTo>
                  <a:pt x="407" y="522"/>
                  <a:pt x="639" y="464"/>
                  <a:pt x="757" y="464"/>
                </a:cubicBezTo>
                <a:close/>
                <a:moveTo>
                  <a:pt x="1145" y="475"/>
                </a:moveTo>
                <a:cubicBezTo>
                  <a:pt x="1262" y="494"/>
                  <a:pt x="1399" y="549"/>
                  <a:pt x="1399" y="639"/>
                </a:cubicBezTo>
                <a:lnTo>
                  <a:pt x="1399" y="757"/>
                </a:lnTo>
                <a:lnTo>
                  <a:pt x="1224" y="757"/>
                </a:lnTo>
                <a:lnTo>
                  <a:pt x="1224" y="639"/>
                </a:lnTo>
                <a:cubicBezTo>
                  <a:pt x="1224" y="571"/>
                  <a:pt x="1194" y="519"/>
                  <a:pt x="1145" y="475"/>
                </a:cubicBezTo>
                <a:close/>
                <a:moveTo>
                  <a:pt x="757" y="349"/>
                </a:moveTo>
                <a:cubicBezTo>
                  <a:pt x="661" y="349"/>
                  <a:pt x="582" y="270"/>
                  <a:pt x="582" y="175"/>
                </a:cubicBezTo>
                <a:cubicBezTo>
                  <a:pt x="582" y="79"/>
                  <a:pt x="661" y="0"/>
                  <a:pt x="757" y="0"/>
                </a:cubicBezTo>
                <a:cubicBezTo>
                  <a:pt x="852" y="0"/>
                  <a:pt x="932" y="79"/>
                  <a:pt x="932" y="175"/>
                </a:cubicBezTo>
                <a:cubicBezTo>
                  <a:pt x="932" y="270"/>
                  <a:pt x="852" y="349"/>
                  <a:pt x="757" y="349"/>
                </a:cubicBezTo>
                <a:close/>
                <a:moveTo>
                  <a:pt x="1049" y="349"/>
                </a:moveTo>
                <a:cubicBezTo>
                  <a:pt x="1030" y="349"/>
                  <a:pt x="1014" y="347"/>
                  <a:pt x="997" y="341"/>
                </a:cubicBezTo>
                <a:cubicBezTo>
                  <a:pt x="1030" y="295"/>
                  <a:pt x="1049" y="238"/>
                  <a:pt x="1049" y="175"/>
                </a:cubicBezTo>
                <a:cubicBezTo>
                  <a:pt x="1049" y="113"/>
                  <a:pt x="1030" y="54"/>
                  <a:pt x="997" y="8"/>
                </a:cubicBezTo>
                <a:cubicBezTo>
                  <a:pt x="1014" y="2"/>
                  <a:pt x="1030" y="0"/>
                  <a:pt x="1049" y="0"/>
                </a:cubicBezTo>
                <a:cubicBezTo>
                  <a:pt x="1145" y="0"/>
                  <a:pt x="1224" y="79"/>
                  <a:pt x="1224" y="175"/>
                </a:cubicBezTo>
                <a:cubicBezTo>
                  <a:pt x="1224" y="270"/>
                  <a:pt x="1145" y="349"/>
                  <a:pt x="1049" y="349"/>
                </a:cubicBezTo>
                <a:close/>
                <a:moveTo>
                  <a:pt x="467" y="289"/>
                </a:moveTo>
                <a:lnTo>
                  <a:pt x="467" y="407"/>
                </a:lnTo>
                <a:lnTo>
                  <a:pt x="292" y="407"/>
                </a:lnTo>
                <a:lnTo>
                  <a:pt x="292" y="582"/>
                </a:lnTo>
                <a:lnTo>
                  <a:pt x="175" y="582"/>
                </a:lnTo>
                <a:lnTo>
                  <a:pt x="175" y="407"/>
                </a:lnTo>
                <a:lnTo>
                  <a:pt x="0" y="407"/>
                </a:lnTo>
                <a:lnTo>
                  <a:pt x="0" y="289"/>
                </a:lnTo>
                <a:lnTo>
                  <a:pt x="175" y="289"/>
                </a:lnTo>
                <a:lnTo>
                  <a:pt x="175" y="114"/>
                </a:lnTo>
                <a:lnTo>
                  <a:pt x="292" y="114"/>
                </a:lnTo>
                <a:lnTo>
                  <a:pt x="292" y="289"/>
                </a:lnTo>
                <a:lnTo>
                  <a:pt x="467" y="28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7" name="Freeform 126"/>
          <p:cNvSpPr>
            <a:spLocks noChangeArrowheads="1"/>
          </p:cNvSpPr>
          <p:nvPr/>
        </p:nvSpPr>
        <p:spPr bwMode="auto">
          <a:xfrm>
            <a:off x="4221163" y="4953000"/>
            <a:ext cx="419100" cy="419100"/>
          </a:xfrm>
          <a:custGeom>
            <a:avLst/>
            <a:gdLst>
              <a:gd name="T0" fmla="*/ 1049 w 1165"/>
              <a:gd name="T1" fmla="*/ 350 h 1165"/>
              <a:gd name="T2" fmla="*/ 1049 w 1165"/>
              <a:gd name="T3" fmla="*/ 115 h 1165"/>
              <a:gd name="T4" fmla="*/ 814 w 1165"/>
              <a:gd name="T5" fmla="*/ 115 h 1165"/>
              <a:gd name="T6" fmla="*/ 814 w 1165"/>
              <a:gd name="T7" fmla="*/ 350 h 1165"/>
              <a:gd name="T8" fmla="*/ 1049 w 1165"/>
              <a:gd name="T9" fmla="*/ 350 h 1165"/>
              <a:gd name="T10" fmla="*/ 1049 w 1165"/>
              <a:gd name="T11" fmla="*/ 700 h 1165"/>
              <a:gd name="T12" fmla="*/ 1049 w 1165"/>
              <a:gd name="T13" fmla="*/ 465 h 1165"/>
              <a:gd name="T14" fmla="*/ 814 w 1165"/>
              <a:gd name="T15" fmla="*/ 465 h 1165"/>
              <a:gd name="T16" fmla="*/ 814 w 1165"/>
              <a:gd name="T17" fmla="*/ 700 h 1165"/>
              <a:gd name="T18" fmla="*/ 1049 w 1165"/>
              <a:gd name="T19" fmla="*/ 700 h 1165"/>
              <a:gd name="T20" fmla="*/ 1049 w 1165"/>
              <a:gd name="T21" fmla="*/ 1049 h 1165"/>
              <a:gd name="T22" fmla="*/ 1049 w 1165"/>
              <a:gd name="T23" fmla="*/ 814 h 1165"/>
              <a:gd name="T24" fmla="*/ 814 w 1165"/>
              <a:gd name="T25" fmla="*/ 814 h 1165"/>
              <a:gd name="T26" fmla="*/ 814 w 1165"/>
              <a:gd name="T27" fmla="*/ 1049 h 1165"/>
              <a:gd name="T28" fmla="*/ 1049 w 1165"/>
              <a:gd name="T29" fmla="*/ 1049 h 1165"/>
              <a:gd name="T30" fmla="*/ 699 w 1165"/>
              <a:gd name="T31" fmla="*/ 350 h 1165"/>
              <a:gd name="T32" fmla="*/ 699 w 1165"/>
              <a:gd name="T33" fmla="*/ 115 h 1165"/>
              <a:gd name="T34" fmla="*/ 464 w 1165"/>
              <a:gd name="T35" fmla="*/ 115 h 1165"/>
              <a:gd name="T36" fmla="*/ 464 w 1165"/>
              <a:gd name="T37" fmla="*/ 350 h 1165"/>
              <a:gd name="T38" fmla="*/ 699 w 1165"/>
              <a:gd name="T39" fmla="*/ 350 h 1165"/>
              <a:gd name="T40" fmla="*/ 699 w 1165"/>
              <a:gd name="T41" fmla="*/ 700 h 1165"/>
              <a:gd name="T42" fmla="*/ 699 w 1165"/>
              <a:gd name="T43" fmla="*/ 465 h 1165"/>
              <a:gd name="T44" fmla="*/ 464 w 1165"/>
              <a:gd name="T45" fmla="*/ 465 h 1165"/>
              <a:gd name="T46" fmla="*/ 464 w 1165"/>
              <a:gd name="T47" fmla="*/ 700 h 1165"/>
              <a:gd name="T48" fmla="*/ 699 w 1165"/>
              <a:gd name="T49" fmla="*/ 700 h 1165"/>
              <a:gd name="T50" fmla="*/ 699 w 1165"/>
              <a:gd name="T51" fmla="*/ 1049 h 1165"/>
              <a:gd name="T52" fmla="*/ 699 w 1165"/>
              <a:gd name="T53" fmla="*/ 814 h 1165"/>
              <a:gd name="T54" fmla="*/ 464 w 1165"/>
              <a:gd name="T55" fmla="*/ 814 h 1165"/>
              <a:gd name="T56" fmla="*/ 464 w 1165"/>
              <a:gd name="T57" fmla="*/ 1049 h 1165"/>
              <a:gd name="T58" fmla="*/ 699 w 1165"/>
              <a:gd name="T59" fmla="*/ 1049 h 1165"/>
              <a:gd name="T60" fmla="*/ 350 w 1165"/>
              <a:gd name="T61" fmla="*/ 350 h 1165"/>
              <a:gd name="T62" fmla="*/ 350 w 1165"/>
              <a:gd name="T63" fmla="*/ 115 h 1165"/>
              <a:gd name="T64" fmla="*/ 114 w 1165"/>
              <a:gd name="T65" fmla="*/ 115 h 1165"/>
              <a:gd name="T66" fmla="*/ 114 w 1165"/>
              <a:gd name="T67" fmla="*/ 350 h 1165"/>
              <a:gd name="T68" fmla="*/ 350 w 1165"/>
              <a:gd name="T69" fmla="*/ 350 h 1165"/>
              <a:gd name="T70" fmla="*/ 350 w 1165"/>
              <a:gd name="T71" fmla="*/ 700 h 1165"/>
              <a:gd name="T72" fmla="*/ 350 w 1165"/>
              <a:gd name="T73" fmla="*/ 465 h 1165"/>
              <a:gd name="T74" fmla="*/ 114 w 1165"/>
              <a:gd name="T75" fmla="*/ 465 h 1165"/>
              <a:gd name="T76" fmla="*/ 114 w 1165"/>
              <a:gd name="T77" fmla="*/ 700 h 1165"/>
              <a:gd name="T78" fmla="*/ 350 w 1165"/>
              <a:gd name="T79" fmla="*/ 700 h 1165"/>
              <a:gd name="T80" fmla="*/ 350 w 1165"/>
              <a:gd name="T81" fmla="*/ 1049 h 1165"/>
              <a:gd name="T82" fmla="*/ 350 w 1165"/>
              <a:gd name="T83" fmla="*/ 814 h 1165"/>
              <a:gd name="T84" fmla="*/ 114 w 1165"/>
              <a:gd name="T85" fmla="*/ 814 h 1165"/>
              <a:gd name="T86" fmla="*/ 114 w 1165"/>
              <a:gd name="T87" fmla="*/ 1049 h 1165"/>
              <a:gd name="T88" fmla="*/ 350 w 1165"/>
              <a:gd name="T89" fmla="*/ 1049 h 1165"/>
              <a:gd name="T90" fmla="*/ 1049 w 1165"/>
              <a:gd name="T91" fmla="*/ 0 h 1165"/>
              <a:gd name="T92" fmla="*/ 1164 w 1165"/>
              <a:gd name="T93" fmla="*/ 115 h 1165"/>
              <a:gd name="T94" fmla="*/ 1164 w 1165"/>
              <a:gd name="T95" fmla="*/ 1049 h 1165"/>
              <a:gd name="T96" fmla="*/ 1049 w 1165"/>
              <a:gd name="T97" fmla="*/ 1164 h 1165"/>
              <a:gd name="T98" fmla="*/ 114 w 1165"/>
              <a:gd name="T99" fmla="*/ 1164 h 1165"/>
              <a:gd name="T100" fmla="*/ 0 w 1165"/>
              <a:gd name="T101" fmla="*/ 1049 h 1165"/>
              <a:gd name="T102" fmla="*/ 0 w 1165"/>
              <a:gd name="T103" fmla="*/ 115 h 1165"/>
              <a:gd name="T104" fmla="*/ 114 w 1165"/>
              <a:gd name="T105" fmla="*/ 0 h 1165"/>
              <a:gd name="T106" fmla="*/ 1049 w 1165"/>
              <a:gd name="T10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65" h="1165">
                <a:moveTo>
                  <a:pt x="1049" y="350"/>
                </a:moveTo>
                <a:lnTo>
                  <a:pt x="1049" y="115"/>
                </a:lnTo>
                <a:lnTo>
                  <a:pt x="814" y="115"/>
                </a:lnTo>
                <a:lnTo>
                  <a:pt x="814" y="350"/>
                </a:lnTo>
                <a:lnTo>
                  <a:pt x="1049" y="350"/>
                </a:lnTo>
                <a:close/>
                <a:moveTo>
                  <a:pt x="1049" y="700"/>
                </a:moveTo>
                <a:lnTo>
                  <a:pt x="1049" y="465"/>
                </a:lnTo>
                <a:lnTo>
                  <a:pt x="814" y="465"/>
                </a:lnTo>
                <a:lnTo>
                  <a:pt x="814" y="700"/>
                </a:lnTo>
                <a:lnTo>
                  <a:pt x="1049" y="700"/>
                </a:lnTo>
                <a:close/>
                <a:moveTo>
                  <a:pt x="1049" y="1049"/>
                </a:moveTo>
                <a:lnTo>
                  <a:pt x="1049" y="814"/>
                </a:lnTo>
                <a:lnTo>
                  <a:pt x="814" y="814"/>
                </a:lnTo>
                <a:lnTo>
                  <a:pt x="814" y="1049"/>
                </a:lnTo>
                <a:lnTo>
                  <a:pt x="1049" y="1049"/>
                </a:lnTo>
                <a:close/>
                <a:moveTo>
                  <a:pt x="699" y="350"/>
                </a:moveTo>
                <a:lnTo>
                  <a:pt x="699" y="115"/>
                </a:lnTo>
                <a:lnTo>
                  <a:pt x="464" y="115"/>
                </a:lnTo>
                <a:lnTo>
                  <a:pt x="464" y="350"/>
                </a:lnTo>
                <a:lnTo>
                  <a:pt x="699" y="350"/>
                </a:lnTo>
                <a:close/>
                <a:moveTo>
                  <a:pt x="699" y="700"/>
                </a:moveTo>
                <a:lnTo>
                  <a:pt x="699" y="465"/>
                </a:lnTo>
                <a:lnTo>
                  <a:pt x="464" y="465"/>
                </a:lnTo>
                <a:lnTo>
                  <a:pt x="464" y="700"/>
                </a:lnTo>
                <a:lnTo>
                  <a:pt x="699" y="700"/>
                </a:lnTo>
                <a:close/>
                <a:moveTo>
                  <a:pt x="699" y="1049"/>
                </a:moveTo>
                <a:lnTo>
                  <a:pt x="699" y="814"/>
                </a:lnTo>
                <a:lnTo>
                  <a:pt x="464" y="814"/>
                </a:lnTo>
                <a:lnTo>
                  <a:pt x="464" y="1049"/>
                </a:lnTo>
                <a:lnTo>
                  <a:pt x="699" y="1049"/>
                </a:lnTo>
                <a:close/>
                <a:moveTo>
                  <a:pt x="350" y="350"/>
                </a:moveTo>
                <a:lnTo>
                  <a:pt x="350" y="115"/>
                </a:lnTo>
                <a:lnTo>
                  <a:pt x="114" y="115"/>
                </a:lnTo>
                <a:lnTo>
                  <a:pt x="114" y="350"/>
                </a:lnTo>
                <a:lnTo>
                  <a:pt x="350" y="350"/>
                </a:lnTo>
                <a:close/>
                <a:moveTo>
                  <a:pt x="350" y="700"/>
                </a:moveTo>
                <a:lnTo>
                  <a:pt x="350" y="465"/>
                </a:lnTo>
                <a:lnTo>
                  <a:pt x="114" y="465"/>
                </a:lnTo>
                <a:lnTo>
                  <a:pt x="114" y="700"/>
                </a:lnTo>
                <a:lnTo>
                  <a:pt x="350" y="700"/>
                </a:lnTo>
                <a:close/>
                <a:moveTo>
                  <a:pt x="350" y="1049"/>
                </a:moveTo>
                <a:lnTo>
                  <a:pt x="350" y="814"/>
                </a:lnTo>
                <a:lnTo>
                  <a:pt x="114" y="814"/>
                </a:lnTo>
                <a:lnTo>
                  <a:pt x="114" y="1049"/>
                </a:lnTo>
                <a:lnTo>
                  <a:pt x="350" y="1049"/>
                </a:lnTo>
                <a:close/>
                <a:moveTo>
                  <a:pt x="1049" y="0"/>
                </a:moveTo>
                <a:cubicBezTo>
                  <a:pt x="1112" y="0"/>
                  <a:pt x="1164" y="52"/>
                  <a:pt x="1164" y="115"/>
                </a:cubicBezTo>
                <a:lnTo>
                  <a:pt x="1164" y="1049"/>
                </a:lnTo>
                <a:cubicBezTo>
                  <a:pt x="1164" y="1112"/>
                  <a:pt x="1112" y="1164"/>
                  <a:pt x="1049" y="1164"/>
                </a:cubicBezTo>
                <a:lnTo>
                  <a:pt x="114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115"/>
                </a:lnTo>
                <a:cubicBezTo>
                  <a:pt x="0" y="52"/>
                  <a:pt x="52" y="0"/>
                  <a:pt x="114" y="0"/>
                </a:cubicBezTo>
                <a:lnTo>
                  <a:pt x="1049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8" name="Freeform 127"/>
          <p:cNvSpPr>
            <a:spLocks noChangeArrowheads="1"/>
          </p:cNvSpPr>
          <p:nvPr/>
        </p:nvSpPr>
        <p:spPr bwMode="auto">
          <a:xfrm>
            <a:off x="5267325" y="4924425"/>
            <a:ext cx="477838" cy="477838"/>
          </a:xfrm>
          <a:custGeom>
            <a:avLst/>
            <a:gdLst>
              <a:gd name="T0" fmla="*/ 1016 w 1326"/>
              <a:gd name="T1" fmla="*/ 1094 h 1327"/>
              <a:gd name="T2" fmla="*/ 931 w 1326"/>
              <a:gd name="T3" fmla="*/ 1094 h 1327"/>
              <a:gd name="T4" fmla="*/ 817 w 1326"/>
              <a:gd name="T5" fmla="*/ 891 h 1327"/>
              <a:gd name="T6" fmla="*/ 582 w 1326"/>
              <a:gd name="T7" fmla="*/ 859 h 1327"/>
              <a:gd name="T8" fmla="*/ 817 w 1326"/>
              <a:gd name="T9" fmla="*/ 1094 h 1327"/>
              <a:gd name="T10" fmla="*/ 467 w 1326"/>
              <a:gd name="T11" fmla="*/ 542 h 1327"/>
              <a:gd name="T12" fmla="*/ 232 w 1326"/>
              <a:gd name="T13" fmla="*/ 509 h 1327"/>
              <a:gd name="T14" fmla="*/ 467 w 1326"/>
              <a:gd name="T15" fmla="*/ 744 h 1327"/>
              <a:gd name="T16" fmla="*/ 467 w 1326"/>
              <a:gd name="T17" fmla="*/ 859 h 1327"/>
              <a:gd name="T18" fmla="*/ 232 w 1326"/>
              <a:gd name="T19" fmla="*/ 1094 h 1327"/>
              <a:gd name="T20" fmla="*/ 232 w 1326"/>
              <a:gd name="T21" fmla="*/ 309 h 1327"/>
              <a:gd name="T22" fmla="*/ 317 w 1326"/>
              <a:gd name="T23" fmla="*/ 394 h 1327"/>
              <a:gd name="T24" fmla="*/ 582 w 1326"/>
              <a:gd name="T25" fmla="*/ 659 h 1327"/>
              <a:gd name="T26" fmla="*/ 666 w 1326"/>
              <a:gd name="T27" fmla="*/ 744 h 1327"/>
              <a:gd name="T28" fmla="*/ 73 w 1326"/>
              <a:gd name="T29" fmla="*/ 0 h 1327"/>
              <a:gd name="T30" fmla="*/ 1251 w 1326"/>
              <a:gd name="T31" fmla="*/ 1326 h 1327"/>
              <a:gd name="T32" fmla="*/ 232 w 1326"/>
              <a:gd name="T33" fmla="*/ 1208 h 1327"/>
              <a:gd name="T34" fmla="*/ 117 w 1326"/>
              <a:gd name="T35" fmla="*/ 192 h 1327"/>
              <a:gd name="T36" fmla="*/ 73 w 1326"/>
              <a:gd name="T37" fmla="*/ 0 h 1327"/>
              <a:gd name="T38" fmla="*/ 931 w 1326"/>
              <a:gd name="T39" fmla="*/ 394 h 1327"/>
              <a:gd name="T40" fmla="*/ 1166 w 1326"/>
              <a:gd name="T41" fmla="*/ 159 h 1327"/>
              <a:gd name="T42" fmla="*/ 467 w 1326"/>
              <a:gd name="T43" fmla="*/ 159 h 1327"/>
              <a:gd name="T44" fmla="*/ 265 w 1326"/>
              <a:gd name="T45" fmla="*/ 44 h 1327"/>
              <a:gd name="T46" fmla="*/ 1281 w 1326"/>
              <a:gd name="T47" fmla="*/ 159 h 1327"/>
              <a:gd name="T48" fmla="*/ 1166 w 1326"/>
              <a:gd name="T49" fmla="*/ 943 h 1327"/>
              <a:gd name="T50" fmla="*/ 1082 w 1326"/>
              <a:gd name="T51" fmla="*/ 859 h 1327"/>
              <a:gd name="T52" fmla="*/ 1166 w 1326"/>
              <a:gd name="T53" fmla="*/ 744 h 1327"/>
              <a:gd name="T54" fmla="*/ 931 w 1326"/>
              <a:gd name="T55" fmla="*/ 509 h 1327"/>
              <a:gd name="T56" fmla="*/ 817 w 1326"/>
              <a:gd name="T57" fmla="*/ 593 h 1327"/>
              <a:gd name="T58" fmla="*/ 732 w 1326"/>
              <a:gd name="T59" fmla="*/ 509 h 1327"/>
              <a:gd name="T60" fmla="*/ 817 w 1326"/>
              <a:gd name="T61" fmla="*/ 394 h 1327"/>
              <a:gd name="T62" fmla="*/ 582 w 1326"/>
              <a:gd name="T63" fmla="*/ 159 h 1327"/>
              <a:gd name="T64" fmla="*/ 467 w 1326"/>
              <a:gd name="T65" fmla="*/ 244 h 1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326" h="1327">
                <a:moveTo>
                  <a:pt x="931" y="1094"/>
                </a:moveTo>
                <a:lnTo>
                  <a:pt x="1016" y="1094"/>
                </a:lnTo>
                <a:lnTo>
                  <a:pt x="931" y="1009"/>
                </a:lnTo>
                <a:lnTo>
                  <a:pt x="931" y="1094"/>
                </a:lnTo>
                <a:close/>
                <a:moveTo>
                  <a:pt x="817" y="1094"/>
                </a:moveTo>
                <a:lnTo>
                  <a:pt x="817" y="891"/>
                </a:lnTo>
                <a:lnTo>
                  <a:pt x="784" y="859"/>
                </a:lnTo>
                <a:lnTo>
                  <a:pt x="582" y="859"/>
                </a:lnTo>
                <a:lnTo>
                  <a:pt x="582" y="1094"/>
                </a:lnTo>
                <a:lnTo>
                  <a:pt x="817" y="1094"/>
                </a:lnTo>
                <a:close/>
                <a:moveTo>
                  <a:pt x="467" y="744"/>
                </a:moveTo>
                <a:lnTo>
                  <a:pt x="467" y="542"/>
                </a:lnTo>
                <a:lnTo>
                  <a:pt x="434" y="509"/>
                </a:lnTo>
                <a:lnTo>
                  <a:pt x="232" y="509"/>
                </a:lnTo>
                <a:lnTo>
                  <a:pt x="232" y="744"/>
                </a:lnTo>
                <a:lnTo>
                  <a:pt x="467" y="744"/>
                </a:lnTo>
                <a:close/>
                <a:moveTo>
                  <a:pt x="467" y="1094"/>
                </a:moveTo>
                <a:lnTo>
                  <a:pt x="467" y="859"/>
                </a:lnTo>
                <a:lnTo>
                  <a:pt x="232" y="859"/>
                </a:lnTo>
                <a:lnTo>
                  <a:pt x="232" y="1094"/>
                </a:lnTo>
                <a:lnTo>
                  <a:pt x="467" y="1094"/>
                </a:lnTo>
                <a:close/>
                <a:moveTo>
                  <a:pt x="232" y="309"/>
                </a:moveTo>
                <a:lnTo>
                  <a:pt x="232" y="394"/>
                </a:lnTo>
                <a:lnTo>
                  <a:pt x="317" y="394"/>
                </a:lnTo>
                <a:lnTo>
                  <a:pt x="232" y="309"/>
                </a:lnTo>
                <a:close/>
                <a:moveTo>
                  <a:pt x="582" y="659"/>
                </a:moveTo>
                <a:lnTo>
                  <a:pt x="582" y="744"/>
                </a:lnTo>
                <a:lnTo>
                  <a:pt x="666" y="744"/>
                </a:lnTo>
                <a:lnTo>
                  <a:pt x="582" y="659"/>
                </a:lnTo>
                <a:close/>
                <a:moveTo>
                  <a:pt x="73" y="0"/>
                </a:moveTo>
                <a:lnTo>
                  <a:pt x="1325" y="1252"/>
                </a:lnTo>
                <a:lnTo>
                  <a:pt x="1251" y="1326"/>
                </a:lnTo>
                <a:lnTo>
                  <a:pt x="1134" y="1208"/>
                </a:lnTo>
                <a:lnTo>
                  <a:pt x="232" y="1208"/>
                </a:lnTo>
                <a:cubicBezTo>
                  <a:pt x="169" y="1208"/>
                  <a:pt x="117" y="1156"/>
                  <a:pt x="117" y="1094"/>
                </a:cubicBezTo>
                <a:lnTo>
                  <a:pt x="117" y="192"/>
                </a:lnTo>
                <a:lnTo>
                  <a:pt x="0" y="74"/>
                </a:lnTo>
                <a:lnTo>
                  <a:pt x="73" y="0"/>
                </a:lnTo>
                <a:close/>
                <a:moveTo>
                  <a:pt x="931" y="159"/>
                </a:moveTo>
                <a:lnTo>
                  <a:pt x="931" y="394"/>
                </a:lnTo>
                <a:lnTo>
                  <a:pt x="1166" y="394"/>
                </a:lnTo>
                <a:lnTo>
                  <a:pt x="1166" y="159"/>
                </a:lnTo>
                <a:lnTo>
                  <a:pt x="931" y="159"/>
                </a:lnTo>
                <a:close/>
                <a:moveTo>
                  <a:pt x="467" y="159"/>
                </a:moveTo>
                <a:lnTo>
                  <a:pt x="382" y="159"/>
                </a:lnTo>
                <a:lnTo>
                  <a:pt x="265" y="44"/>
                </a:lnTo>
                <a:lnTo>
                  <a:pt x="1166" y="44"/>
                </a:lnTo>
                <a:cubicBezTo>
                  <a:pt x="1229" y="44"/>
                  <a:pt x="1281" y="96"/>
                  <a:pt x="1281" y="159"/>
                </a:cubicBezTo>
                <a:lnTo>
                  <a:pt x="1281" y="1061"/>
                </a:lnTo>
                <a:lnTo>
                  <a:pt x="1166" y="943"/>
                </a:lnTo>
                <a:lnTo>
                  <a:pt x="1166" y="859"/>
                </a:lnTo>
                <a:lnTo>
                  <a:pt x="1082" y="859"/>
                </a:lnTo>
                <a:lnTo>
                  <a:pt x="964" y="744"/>
                </a:lnTo>
                <a:lnTo>
                  <a:pt x="1166" y="744"/>
                </a:lnTo>
                <a:lnTo>
                  <a:pt x="1166" y="509"/>
                </a:lnTo>
                <a:lnTo>
                  <a:pt x="931" y="509"/>
                </a:lnTo>
                <a:lnTo>
                  <a:pt x="931" y="711"/>
                </a:lnTo>
                <a:lnTo>
                  <a:pt x="817" y="593"/>
                </a:lnTo>
                <a:lnTo>
                  <a:pt x="817" y="509"/>
                </a:lnTo>
                <a:lnTo>
                  <a:pt x="732" y="509"/>
                </a:lnTo>
                <a:lnTo>
                  <a:pt x="614" y="394"/>
                </a:lnTo>
                <a:lnTo>
                  <a:pt x="817" y="394"/>
                </a:lnTo>
                <a:lnTo>
                  <a:pt x="817" y="159"/>
                </a:lnTo>
                <a:lnTo>
                  <a:pt x="582" y="159"/>
                </a:lnTo>
                <a:lnTo>
                  <a:pt x="582" y="361"/>
                </a:lnTo>
                <a:lnTo>
                  <a:pt x="467" y="244"/>
                </a:lnTo>
                <a:lnTo>
                  <a:pt x="467" y="15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9" name="Freeform 128"/>
          <p:cNvSpPr>
            <a:spLocks noChangeArrowheads="1"/>
          </p:cNvSpPr>
          <p:nvPr/>
        </p:nvSpPr>
        <p:spPr bwMode="auto">
          <a:xfrm>
            <a:off x="6391276" y="4953000"/>
            <a:ext cx="377825" cy="419100"/>
          </a:xfrm>
          <a:custGeom>
            <a:avLst/>
            <a:gdLst>
              <a:gd name="T0" fmla="*/ 932 w 1050"/>
              <a:gd name="T1" fmla="*/ 465 h 1165"/>
              <a:gd name="T2" fmla="*/ 1049 w 1050"/>
              <a:gd name="T3" fmla="*/ 465 h 1165"/>
              <a:gd name="T4" fmla="*/ 1049 w 1050"/>
              <a:gd name="T5" fmla="*/ 700 h 1165"/>
              <a:gd name="T6" fmla="*/ 932 w 1050"/>
              <a:gd name="T7" fmla="*/ 700 h 1165"/>
              <a:gd name="T8" fmla="*/ 932 w 1050"/>
              <a:gd name="T9" fmla="*/ 465 h 1165"/>
              <a:gd name="T10" fmla="*/ 700 w 1050"/>
              <a:gd name="T11" fmla="*/ 932 h 1165"/>
              <a:gd name="T12" fmla="*/ 700 w 1050"/>
              <a:gd name="T13" fmla="*/ 232 h 1165"/>
              <a:gd name="T14" fmla="*/ 817 w 1050"/>
              <a:gd name="T15" fmla="*/ 232 h 1165"/>
              <a:gd name="T16" fmla="*/ 817 w 1050"/>
              <a:gd name="T17" fmla="*/ 932 h 1165"/>
              <a:gd name="T18" fmla="*/ 700 w 1050"/>
              <a:gd name="T19" fmla="*/ 932 h 1165"/>
              <a:gd name="T20" fmla="*/ 0 w 1050"/>
              <a:gd name="T21" fmla="*/ 700 h 1165"/>
              <a:gd name="T22" fmla="*/ 0 w 1050"/>
              <a:gd name="T23" fmla="*/ 465 h 1165"/>
              <a:gd name="T24" fmla="*/ 117 w 1050"/>
              <a:gd name="T25" fmla="*/ 465 h 1165"/>
              <a:gd name="T26" fmla="*/ 117 w 1050"/>
              <a:gd name="T27" fmla="*/ 700 h 1165"/>
              <a:gd name="T28" fmla="*/ 0 w 1050"/>
              <a:gd name="T29" fmla="*/ 700 h 1165"/>
              <a:gd name="T30" fmla="*/ 467 w 1050"/>
              <a:gd name="T31" fmla="*/ 1164 h 1165"/>
              <a:gd name="T32" fmla="*/ 467 w 1050"/>
              <a:gd name="T33" fmla="*/ 0 h 1165"/>
              <a:gd name="T34" fmla="*/ 582 w 1050"/>
              <a:gd name="T35" fmla="*/ 0 h 1165"/>
              <a:gd name="T36" fmla="*/ 582 w 1050"/>
              <a:gd name="T37" fmla="*/ 1164 h 1165"/>
              <a:gd name="T38" fmla="*/ 467 w 1050"/>
              <a:gd name="T39" fmla="*/ 1164 h 1165"/>
              <a:gd name="T40" fmla="*/ 232 w 1050"/>
              <a:gd name="T41" fmla="*/ 932 h 1165"/>
              <a:gd name="T42" fmla="*/ 232 w 1050"/>
              <a:gd name="T43" fmla="*/ 232 h 1165"/>
              <a:gd name="T44" fmla="*/ 350 w 1050"/>
              <a:gd name="T45" fmla="*/ 232 h 1165"/>
              <a:gd name="T46" fmla="*/ 350 w 1050"/>
              <a:gd name="T47" fmla="*/ 932 h 1165"/>
              <a:gd name="T48" fmla="*/ 232 w 1050"/>
              <a:gd name="T49" fmla="*/ 932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165">
                <a:moveTo>
                  <a:pt x="932" y="465"/>
                </a:moveTo>
                <a:lnTo>
                  <a:pt x="1049" y="465"/>
                </a:lnTo>
                <a:lnTo>
                  <a:pt x="1049" y="700"/>
                </a:lnTo>
                <a:lnTo>
                  <a:pt x="932" y="700"/>
                </a:lnTo>
                <a:lnTo>
                  <a:pt x="932" y="465"/>
                </a:lnTo>
                <a:close/>
                <a:moveTo>
                  <a:pt x="700" y="932"/>
                </a:moveTo>
                <a:lnTo>
                  <a:pt x="700" y="232"/>
                </a:lnTo>
                <a:lnTo>
                  <a:pt x="817" y="232"/>
                </a:lnTo>
                <a:lnTo>
                  <a:pt x="817" y="932"/>
                </a:lnTo>
                <a:lnTo>
                  <a:pt x="700" y="932"/>
                </a:lnTo>
                <a:close/>
                <a:moveTo>
                  <a:pt x="0" y="700"/>
                </a:moveTo>
                <a:lnTo>
                  <a:pt x="0" y="465"/>
                </a:lnTo>
                <a:lnTo>
                  <a:pt x="117" y="465"/>
                </a:lnTo>
                <a:lnTo>
                  <a:pt x="117" y="700"/>
                </a:lnTo>
                <a:lnTo>
                  <a:pt x="0" y="700"/>
                </a:lnTo>
                <a:close/>
                <a:moveTo>
                  <a:pt x="467" y="1164"/>
                </a:moveTo>
                <a:lnTo>
                  <a:pt x="467" y="0"/>
                </a:lnTo>
                <a:lnTo>
                  <a:pt x="582" y="0"/>
                </a:lnTo>
                <a:lnTo>
                  <a:pt x="582" y="1164"/>
                </a:lnTo>
                <a:lnTo>
                  <a:pt x="467" y="1164"/>
                </a:lnTo>
                <a:close/>
                <a:moveTo>
                  <a:pt x="232" y="932"/>
                </a:moveTo>
                <a:lnTo>
                  <a:pt x="232" y="232"/>
                </a:lnTo>
                <a:lnTo>
                  <a:pt x="350" y="232"/>
                </a:lnTo>
                <a:lnTo>
                  <a:pt x="350" y="932"/>
                </a:lnTo>
                <a:lnTo>
                  <a:pt x="232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0" name="Freeform 129"/>
          <p:cNvSpPr>
            <a:spLocks noChangeArrowheads="1"/>
          </p:cNvSpPr>
          <p:nvPr/>
        </p:nvSpPr>
        <p:spPr bwMode="auto">
          <a:xfrm>
            <a:off x="7486650" y="4994275"/>
            <a:ext cx="336550" cy="336550"/>
          </a:xfrm>
          <a:custGeom>
            <a:avLst/>
            <a:gdLst>
              <a:gd name="T0" fmla="*/ 350 w 935"/>
              <a:gd name="T1" fmla="*/ 0 h 935"/>
              <a:gd name="T2" fmla="*/ 467 w 935"/>
              <a:gd name="T3" fmla="*/ 117 h 935"/>
              <a:gd name="T4" fmla="*/ 350 w 935"/>
              <a:gd name="T5" fmla="*/ 235 h 935"/>
              <a:gd name="T6" fmla="*/ 235 w 935"/>
              <a:gd name="T7" fmla="*/ 117 h 935"/>
              <a:gd name="T8" fmla="*/ 350 w 935"/>
              <a:gd name="T9" fmla="*/ 0 h 935"/>
              <a:gd name="T10" fmla="*/ 585 w 935"/>
              <a:gd name="T11" fmla="*/ 235 h 935"/>
              <a:gd name="T12" fmla="*/ 699 w 935"/>
              <a:gd name="T13" fmla="*/ 350 h 935"/>
              <a:gd name="T14" fmla="*/ 585 w 935"/>
              <a:gd name="T15" fmla="*/ 467 h 935"/>
              <a:gd name="T16" fmla="*/ 467 w 935"/>
              <a:gd name="T17" fmla="*/ 350 h 935"/>
              <a:gd name="T18" fmla="*/ 585 w 935"/>
              <a:gd name="T19" fmla="*/ 235 h 935"/>
              <a:gd name="T20" fmla="*/ 817 w 935"/>
              <a:gd name="T21" fmla="*/ 467 h 935"/>
              <a:gd name="T22" fmla="*/ 934 w 935"/>
              <a:gd name="T23" fmla="*/ 585 h 935"/>
              <a:gd name="T24" fmla="*/ 817 w 935"/>
              <a:gd name="T25" fmla="*/ 699 h 935"/>
              <a:gd name="T26" fmla="*/ 699 w 935"/>
              <a:gd name="T27" fmla="*/ 585 h 935"/>
              <a:gd name="T28" fmla="*/ 817 w 935"/>
              <a:gd name="T29" fmla="*/ 467 h 935"/>
              <a:gd name="T30" fmla="*/ 585 w 935"/>
              <a:gd name="T31" fmla="*/ 699 h 935"/>
              <a:gd name="T32" fmla="*/ 699 w 935"/>
              <a:gd name="T33" fmla="*/ 817 h 935"/>
              <a:gd name="T34" fmla="*/ 585 w 935"/>
              <a:gd name="T35" fmla="*/ 934 h 935"/>
              <a:gd name="T36" fmla="*/ 467 w 935"/>
              <a:gd name="T37" fmla="*/ 817 h 935"/>
              <a:gd name="T38" fmla="*/ 585 w 935"/>
              <a:gd name="T39" fmla="*/ 699 h 935"/>
              <a:gd name="T40" fmla="*/ 817 w 935"/>
              <a:gd name="T41" fmla="*/ 235 h 935"/>
              <a:gd name="T42" fmla="*/ 699 w 935"/>
              <a:gd name="T43" fmla="*/ 117 h 935"/>
              <a:gd name="T44" fmla="*/ 817 w 935"/>
              <a:gd name="T45" fmla="*/ 0 h 935"/>
              <a:gd name="T46" fmla="*/ 934 w 935"/>
              <a:gd name="T47" fmla="*/ 117 h 935"/>
              <a:gd name="T48" fmla="*/ 817 w 935"/>
              <a:gd name="T49" fmla="*/ 235 h 935"/>
              <a:gd name="T50" fmla="*/ 117 w 935"/>
              <a:gd name="T51" fmla="*/ 699 h 935"/>
              <a:gd name="T52" fmla="*/ 235 w 935"/>
              <a:gd name="T53" fmla="*/ 817 h 935"/>
              <a:gd name="T54" fmla="*/ 117 w 935"/>
              <a:gd name="T55" fmla="*/ 934 h 935"/>
              <a:gd name="T56" fmla="*/ 0 w 935"/>
              <a:gd name="T57" fmla="*/ 817 h 935"/>
              <a:gd name="T58" fmla="*/ 117 w 935"/>
              <a:gd name="T59" fmla="*/ 699 h 935"/>
              <a:gd name="T60" fmla="*/ 117 w 935"/>
              <a:gd name="T61" fmla="*/ 235 h 935"/>
              <a:gd name="T62" fmla="*/ 235 w 935"/>
              <a:gd name="T63" fmla="*/ 350 h 935"/>
              <a:gd name="T64" fmla="*/ 117 w 935"/>
              <a:gd name="T65" fmla="*/ 467 h 935"/>
              <a:gd name="T66" fmla="*/ 0 w 935"/>
              <a:gd name="T67" fmla="*/ 350 h 935"/>
              <a:gd name="T68" fmla="*/ 117 w 935"/>
              <a:gd name="T69" fmla="*/ 235 h 935"/>
              <a:gd name="T70" fmla="*/ 350 w 935"/>
              <a:gd name="T71" fmla="*/ 467 h 935"/>
              <a:gd name="T72" fmla="*/ 467 w 935"/>
              <a:gd name="T73" fmla="*/ 585 h 935"/>
              <a:gd name="T74" fmla="*/ 350 w 935"/>
              <a:gd name="T75" fmla="*/ 699 h 935"/>
              <a:gd name="T76" fmla="*/ 235 w 935"/>
              <a:gd name="T77" fmla="*/ 585 h 935"/>
              <a:gd name="T78" fmla="*/ 350 w 935"/>
              <a:gd name="T79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35" h="935">
                <a:moveTo>
                  <a:pt x="350" y="0"/>
                </a:moveTo>
                <a:cubicBezTo>
                  <a:pt x="412" y="0"/>
                  <a:pt x="467" y="55"/>
                  <a:pt x="467" y="117"/>
                </a:cubicBezTo>
                <a:cubicBezTo>
                  <a:pt x="467" y="180"/>
                  <a:pt x="412" y="235"/>
                  <a:pt x="350" y="235"/>
                </a:cubicBezTo>
                <a:cubicBezTo>
                  <a:pt x="287" y="235"/>
                  <a:pt x="235" y="180"/>
                  <a:pt x="235" y="117"/>
                </a:cubicBezTo>
                <a:cubicBezTo>
                  <a:pt x="235" y="55"/>
                  <a:pt x="287" y="0"/>
                  <a:pt x="350" y="0"/>
                </a:cubicBezTo>
                <a:close/>
                <a:moveTo>
                  <a:pt x="585" y="235"/>
                </a:moveTo>
                <a:cubicBezTo>
                  <a:pt x="647" y="235"/>
                  <a:pt x="699" y="287"/>
                  <a:pt x="699" y="350"/>
                </a:cubicBezTo>
                <a:cubicBezTo>
                  <a:pt x="699" y="413"/>
                  <a:pt x="647" y="467"/>
                  <a:pt x="585" y="467"/>
                </a:cubicBezTo>
                <a:cubicBezTo>
                  <a:pt x="522" y="467"/>
                  <a:pt x="467" y="413"/>
                  <a:pt x="467" y="350"/>
                </a:cubicBezTo>
                <a:cubicBezTo>
                  <a:pt x="467" y="287"/>
                  <a:pt x="522" y="235"/>
                  <a:pt x="585" y="235"/>
                </a:cubicBezTo>
                <a:close/>
                <a:moveTo>
                  <a:pt x="817" y="467"/>
                </a:moveTo>
                <a:cubicBezTo>
                  <a:pt x="880" y="467"/>
                  <a:pt x="934" y="522"/>
                  <a:pt x="934" y="585"/>
                </a:cubicBezTo>
                <a:cubicBezTo>
                  <a:pt x="934" y="648"/>
                  <a:pt x="880" y="699"/>
                  <a:pt x="817" y="699"/>
                </a:cubicBezTo>
                <a:cubicBezTo>
                  <a:pt x="754" y="699"/>
                  <a:pt x="699" y="648"/>
                  <a:pt x="699" y="585"/>
                </a:cubicBezTo>
                <a:cubicBezTo>
                  <a:pt x="699" y="522"/>
                  <a:pt x="754" y="467"/>
                  <a:pt x="817" y="467"/>
                </a:cubicBezTo>
                <a:close/>
                <a:moveTo>
                  <a:pt x="585" y="699"/>
                </a:moveTo>
                <a:cubicBezTo>
                  <a:pt x="647" y="699"/>
                  <a:pt x="699" y="754"/>
                  <a:pt x="699" y="817"/>
                </a:cubicBezTo>
                <a:cubicBezTo>
                  <a:pt x="699" y="880"/>
                  <a:pt x="647" y="934"/>
                  <a:pt x="585" y="934"/>
                </a:cubicBezTo>
                <a:cubicBezTo>
                  <a:pt x="522" y="934"/>
                  <a:pt x="467" y="880"/>
                  <a:pt x="467" y="817"/>
                </a:cubicBezTo>
                <a:cubicBezTo>
                  <a:pt x="467" y="754"/>
                  <a:pt x="522" y="699"/>
                  <a:pt x="585" y="699"/>
                </a:cubicBezTo>
                <a:close/>
                <a:moveTo>
                  <a:pt x="817" y="235"/>
                </a:moveTo>
                <a:cubicBezTo>
                  <a:pt x="754" y="235"/>
                  <a:pt x="699" y="180"/>
                  <a:pt x="699" y="117"/>
                </a:cubicBezTo>
                <a:cubicBezTo>
                  <a:pt x="699" y="55"/>
                  <a:pt x="754" y="0"/>
                  <a:pt x="817" y="0"/>
                </a:cubicBezTo>
                <a:cubicBezTo>
                  <a:pt x="880" y="0"/>
                  <a:pt x="934" y="55"/>
                  <a:pt x="934" y="117"/>
                </a:cubicBezTo>
                <a:cubicBezTo>
                  <a:pt x="934" y="180"/>
                  <a:pt x="880" y="235"/>
                  <a:pt x="817" y="235"/>
                </a:cubicBezTo>
                <a:close/>
                <a:moveTo>
                  <a:pt x="117" y="699"/>
                </a:moveTo>
                <a:cubicBezTo>
                  <a:pt x="180" y="699"/>
                  <a:pt x="235" y="754"/>
                  <a:pt x="235" y="817"/>
                </a:cubicBezTo>
                <a:cubicBezTo>
                  <a:pt x="235" y="880"/>
                  <a:pt x="180" y="934"/>
                  <a:pt x="117" y="934"/>
                </a:cubicBezTo>
                <a:cubicBezTo>
                  <a:pt x="54" y="934"/>
                  <a:pt x="0" y="880"/>
                  <a:pt x="0" y="817"/>
                </a:cubicBezTo>
                <a:cubicBezTo>
                  <a:pt x="0" y="754"/>
                  <a:pt x="54" y="699"/>
                  <a:pt x="117" y="699"/>
                </a:cubicBezTo>
                <a:close/>
                <a:moveTo>
                  <a:pt x="117" y="235"/>
                </a:moveTo>
                <a:cubicBezTo>
                  <a:pt x="180" y="235"/>
                  <a:pt x="235" y="287"/>
                  <a:pt x="235" y="350"/>
                </a:cubicBezTo>
                <a:cubicBezTo>
                  <a:pt x="235" y="413"/>
                  <a:pt x="180" y="467"/>
                  <a:pt x="117" y="467"/>
                </a:cubicBezTo>
                <a:cubicBezTo>
                  <a:pt x="54" y="467"/>
                  <a:pt x="0" y="413"/>
                  <a:pt x="0" y="350"/>
                </a:cubicBezTo>
                <a:cubicBezTo>
                  <a:pt x="0" y="287"/>
                  <a:pt x="54" y="235"/>
                  <a:pt x="117" y="235"/>
                </a:cubicBezTo>
                <a:close/>
                <a:moveTo>
                  <a:pt x="350" y="467"/>
                </a:moveTo>
                <a:cubicBezTo>
                  <a:pt x="412" y="467"/>
                  <a:pt x="467" y="522"/>
                  <a:pt x="467" y="585"/>
                </a:cubicBezTo>
                <a:cubicBezTo>
                  <a:pt x="467" y="648"/>
                  <a:pt x="412" y="699"/>
                  <a:pt x="350" y="699"/>
                </a:cubicBezTo>
                <a:cubicBezTo>
                  <a:pt x="287" y="699"/>
                  <a:pt x="235" y="648"/>
                  <a:pt x="235" y="585"/>
                </a:cubicBezTo>
                <a:cubicBezTo>
                  <a:pt x="235" y="522"/>
                  <a:pt x="287" y="467"/>
                  <a:pt x="350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1" name="Freeform 130"/>
          <p:cNvSpPr>
            <a:spLocks noChangeArrowheads="1"/>
          </p:cNvSpPr>
          <p:nvPr/>
        </p:nvSpPr>
        <p:spPr bwMode="auto">
          <a:xfrm>
            <a:off x="8542339" y="4973639"/>
            <a:ext cx="377825" cy="377825"/>
          </a:xfrm>
          <a:custGeom>
            <a:avLst/>
            <a:gdLst>
              <a:gd name="T0" fmla="*/ 117 w 1050"/>
              <a:gd name="T1" fmla="*/ 117 h 1050"/>
              <a:gd name="T2" fmla="*/ 232 w 1050"/>
              <a:gd name="T3" fmla="*/ 467 h 1050"/>
              <a:gd name="T4" fmla="*/ 117 w 1050"/>
              <a:gd name="T5" fmla="*/ 582 h 1050"/>
              <a:gd name="T6" fmla="*/ 232 w 1050"/>
              <a:gd name="T7" fmla="*/ 699 h 1050"/>
              <a:gd name="T8" fmla="*/ 350 w 1050"/>
              <a:gd name="T9" fmla="*/ 582 h 1050"/>
              <a:gd name="T10" fmla="*/ 467 w 1050"/>
              <a:gd name="T11" fmla="*/ 699 h 1050"/>
              <a:gd name="T12" fmla="*/ 582 w 1050"/>
              <a:gd name="T13" fmla="*/ 582 h 1050"/>
              <a:gd name="T14" fmla="*/ 699 w 1050"/>
              <a:gd name="T15" fmla="*/ 699 h 1050"/>
              <a:gd name="T16" fmla="*/ 817 w 1050"/>
              <a:gd name="T17" fmla="*/ 582 h 1050"/>
              <a:gd name="T18" fmla="*/ 932 w 1050"/>
              <a:gd name="T19" fmla="*/ 467 h 1050"/>
              <a:gd name="T20" fmla="*/ 817 w 1050"/>
              <a:gd name="T21" fmla="*/ 874 h 1050"/>
              <a:gd name="T22" fmla="*/ 699 w 1050"/>
              <a:gd name="T23" fmla="*/ 756 h 1050"/>
              <a:gd name="T24" fmla="*/ 817 w 1050"/>
              <a:gd name="T25" fmla="*/ 874 h 1050"/>
              <a:gd name="T26" fmla="*/ 582 w 1050"/>
              <a:gd name="T27" fmla="*/ 756 h 1050"/>
              <a:gd name="T28" fmla="*/ 467 w 1050"/>
              <a:gd name="T29" fmla="*/ 874 h 1050"/>
              <a:gd name="T30" fmla="*/ 350 w 1050"/>
              <a:gd name="T31" fmla="*/ 874 h 1050"/>
              <a:gd name="T32" fmla="*/ 232 w 1050"/>
              <a:gd name="T33" fmla="*/ 756 h 1050"/>
              <a:gd name="T34" fmla="*/ 350 w 1050"/>
              <a:gd name="T35" fmla="*/ 874 h 1050"/>
              <a:gd name="T36" fmla="*/ 1049 w 1050"/>
              <a:gd name="T37" fmla="*/ 117 h 1050"/>
              <a:gd name="T38" fmla="*/ 932 w 1050"/>
              <a:gd name="T39" fmla="*/ 1049 h 1050"/>
              <a:gd name="T40" fmla="*/ 0 w 1050"/>
              <a:gd name="T41" fmla="*/ 931 h 1050"/>
              <a:gd name="T42" fmla="*/ 117 w 1050"/>
              <a:gd name="T43" fmla="*/ 0 h 1050"/>
              <a:gd name="T44" fmla="*/ 232 w 1050"/>
              <a:gd name="T45" fmla="*/ 349 h 1050"/>
              <a:gd name="T46" fmla="*/ 350 w 1050"/>
              <a:gd name="T47" fmla="*/ 467 h 1050"/>
              <a:gd name="T48" fmla="*/ 232 w 1050"/>
              <a:gd name="T49" fmla="*/ 349 h 1050"/>
              <a:gd name="T50" fmla="*/ 817 w 1050"/>
              <a:gd name="T51" fmla="*/ 349 h 1050"/>
              <a:gd name="T52" fmla="*/ 699 w 1050"/>
              <a:gd name="T53" fmla="*/ 467 h 1050"/>
              <a:gd name="T54" fmla="*/ 467 w 1050"/>
              <a:gd name="T55" fmla="*/ 349 h 1050"/>
              <a:gd name="T56" fmla="*/ 582 w 1050"/>
              <a:gd name="T57" fmla="*/ 467 h 1050"/>
              <a:gd name="T58" fmla="*/ 699 w 1050"/>
              <a:gd name="T59" fmla="*/ 582 h 1050"/>
              <a:gd name="T60" fmla="*/ 582 w 1050"/>
              <a:gd name="T61" fmla="*/ 467 h 1050"/>
              <a:gd name="T62" fmla="*/ 467 w 1050"/>
              <a:gd name="T63" fmla="*/ 582 h 1050"/>
              <a:gd name="T64" fmla="*/ 350 w 1050"/>
              <a:gd name="T65" fmla="*/ 467 h 1050"/>
              <a:gd name="T66" fmla="*/ 467 w 1050"/>
              <a:gd name="T67" fmla="*/ 349 h 1050"/>
              <a:gd name="T68" fmla="*/ 817 w 1050"/>
              <a:gd name="T69" fmla="*/ 699 h 1050"/>
              <a:gd name="T70" fmla="*/ 932 w 1050"/>
              <a:gd name="T71" fmla="*/ 58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0" h="1050">
                <a:moveTo>
                  <a:pt x="932" y="117"/>
                </a:moveTo>
                <a:lnTo>
                  <a:pt x="117" y="117"/>
                </a:lnTo>
                <a:lnTo>
                  <a:pt x="117" y="467"/>
                </a:lnTo>
                <a:lnTo>
                  <a:pt x="232" y="467"/>
                </a:lnTo>
                <a:lnTo>
                  <a:pt x="232" y="582"/>
                </a:lnTo>
                <a:lnTo>
                  <a:pt x="117" y="582"/>
                </a:lnTo>
                <a:lnTo>
                  <a:pt x="117" y="699"/>
                </a:lnTo>
                <a:lnTo>
                  <a:pt x="232" y="699"/>
                </a:lnTo>
                <a:lnTo>
                  <a:pt x="232" y="582"/>
                </a:lnTo>
                <a:lnTo>
                  <a:pt x="350" y="582"/>
                </a:lnTo>
                <a:lnTo>
                  <a:pt x="350" y="699"/>
                </a:lnTo>
                <a:lnTo>
                  <a:pt x="467" y="699"/>
                </a:lnTo>
                <a:lnTo>
                  <a:pt x="467" y="582"/>
                </a:lnTo>
                <a:lnTo>
                  <a:pt x="582" y="582"/>
                </a:lnTo>
                <a:lnTo>
                  <a:pt x="582" y="699"/>
                </a:lnTo>
                <a:lnTo>
                  <a:pt x="699" y="699"/>
                </a:lnTo>
                <a:lnTo>
                  <a:pt x="699" y="582"/>
                </a:lnTo>
                <a:lnTo>
                  <a:pt x="817" y="582"/>
                </a:lnTo>
                <a:lnTo>
                  <a:pt x="817" y="467"/>
                </a:lnTo>
                <a:lnTo>
                  <a:pt x="932" y="467"/>
                </a:lnTo>
                <a:lnTo>
                  <a:pt x="932" y="117"/>
                </a:lnTo>
                <a:close/>
                <a:moveTo>
                  <a:pt x="817" y="874"/>
                </a:moveTo>
                <a:lnTo>
                  <a:pt x="817" y="756"/>
                </a:lnTo>
                <a:lnTo>
                  <a:pt x="699" y="756"/>
                </a:lnTo>
                <a:lnTo>
                  <a:pt x="699" y="874"/>
                </a:lnTo>
                <a:lnTo>
                  <a:pt x="817" y="874"/>
                </a:lnTo>
                <a:close/>
                <a:moveTo>
                  <a:pt x="582" y="874"/>
                </a:moveTo>
                <a:lnTo>
                  <a:pt x="582" y="756"/>
                </a:lnTo>
                <a:lnTo>
                  <a:pt x="467" y="756"/>
                </a:lnTo>
                <a:lnTo>
                  <a:pt x="467" y="874"/>
                </a:lnTo>
                <a:lnTo>
                  <a:pt x="582" y="874"/>
                </a:lnTo>
                <a:close/>
                <a:moveTo>
                  <a:pt x="350" y="874"/>
                </a:moveTo>
                <a:lnTo>
                  <a:pt x="350" y="756"/>
                </a:lnTo>
                <a:lnTo>
                  <a:pt x="232" y="756"/>
                </a:lnTo>
                <a:lnTo>
                  <a:pt x="232" y="874"/>
                </a:lnTo>
                <a:lnTo>
                  <a:pt x="350" y="874"/>
                </a:lnTo>
                <a:close/>
                <a:moveTo>
                  <a:pt x="932" y="0"/>
                </a:moveTo>
                <a:cubicBezTo>
                  <a:pt x="995" y="0"/>
                  <a:pt x="1049" y="54"/>
                  <a:pt x="1049" y="117"/>
                </a:cubicBezTo>
                <a:lnTo>
                  <a:pt x="1049" y="931"/>
                </a:lnTo>
                <a:cubicBezTo>
                  <a:pt x="1049" y="994"/>
                  <a:pt x="995" y="1049"/>
                  <a:pt x="932" y="1049"/>
                </a:cubicBezTo>
                <a:lnTo>
                  <a:pt x="117" y="1049"/>
                </a:lnTo>
                <a:cubicBezTo>
                  <a:pt x="54" y="1049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54" y="0"/>
                  <a:pt x="117" y="0"/>
                </a:cubicBezTo>
                <a:lnTo>
                  <a:pt x="932" y="0"/>
                </a:lnTo>
                <a:close/>
                <a:moveTo>
                  <a:pt x="232" y="349"/>
                </a:moveTo>
                <a:lnTo>
                  <a:pt x="350" y="349"/>
                </a:lnTo>
                <a:lnTo>
                  <a:pt x="350" y="467"/>
                </a:lnTo>
                <a:lnTo>
                  <a:pt x="232" y="467"/>
                </a:lnTo>
                <a:lnTo>
                  <a:pt x="232" y="349"/>
                </a:lnTo>
                <a:close/>
                <a:moveTo>
                  <a:pt x="699" y="349"/>
                </a:moveTo>
                <a:lnTo>
                  <a:pt x="817" y="349"/>
                </a:lnTo>
                <a:lnTo>
                  <a:pt x="817" y="467"/>
                </a:lnTo>
                <a:lnTo>
                  <a:pt x="699" y="467"/>
                </a:lnTo>
                <a:lnTo>
                  <a:pt x="699" y="349"/>
                </a:lnTo>
                <a:close/>
                <a:moveTo>
                  <a:pt x="467" y="349"/>
                </a:moveTo>
                <a:lnTo>
                  <a:pt x="582" y="349"/>
                </a:lnTo>
                <a:lnTo>
                  <a:pt x="582" y="467"/>
                </a:lnTo>
                <a:lnTo>
                  <a:pt x="699" y="467"/>
                </a:lnTo>
                <a:lnTo>
                  <a:pt x="699" y="582"/>
                </a:lnTo>
                <a:lnTo>
                  <a:pt x="582" y="582"/>
                </a:lnTo>
                <a:lnTo>
                  <a:pt x="582" y="467"/>
                </a:lnTo>
                <a:lnTo>
                  <a:pt x="467" y="467"/>
                </a:lnTo>
                <a:lnTo>
                  <a:pt x="467" y="582"/>
                </a:lnTo>
                <a:lnTo>
                  <a:pt x="350" y="582"/>
                </a:lnTo>
                <a:lnTo>
                  <a:pt x="350" y="467"/>
                </a:lnTo>
                <a:lnTo>
                  <a:pt x="467" y="467"/>
                </a:lnTo>
                <a:lnTo>
                  <a:pt x="467" y="349"/>
                </a:lnTo>
                <a:close/>
                <a:moveTo>
                  <a:pt x="817" y="582"/>
                </a:moveTo>
                <a:lnTo>
                  <a:pt x="817" y="699"/>
                </a:lnTo>
                <a:lnTo>
                  <a:pt x="932" y="699"/>
                </a:lnTo>
                <a:lnTo>
                  <a:pt x="932" y="582"/>
                </a:lnTo>
                <a:lnTo>
                  <a:pt x="817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2" name="Freeform 131"/>
          <p:cNvSpPr>
            <a:spLocks noChangeArrowheads="1"/>
          </p:cNvSpPr>
          <p:nvPr/>
        </p:nvSpPr>
        <p:spPr bwMode="auto">
          <a:xfrm>
            <a:off x="9626600" y="4953000"/>
            <a:ext cx="357188" cy="419100"/>
          </a:xfrm>
          <a:custGeom>
            <a:avLst/>
            <a:gdLst>
              <a:gd name="T0" fmla="*/ 760 w 993"/>
              <a:gd name="T1" fmla="*/ 227 h 1165"/>
              <a:gd name="T2" fmla="*/ 410 w 993"/>
              <a:gd name="T3" fmla="*/ 407 h 1165"/>
              <a:gd name="T4" fmla="*/ 410 w 993"/>
              <a:gd name="T5" fmla="*/ 935 h 1165"/>
              <a:gd name="T6" fmla="*/ 700 w 993"/>
              <a:gd name="T7" fmla="*/ 1049 h 1165"/>
              <a:gd name="T8" fmla="*/ 350 w 993"/>
              <a:gd name="T9" fmla="*/ 1164 h 1165"/>
              <a:gd name="T10" fmla="*/ 0 w 993"/>
              <a:gd name="T11" fmla="*/ 1049 h 1165"/>
              <a:gd name="T12" fmla="*/ 175 w 993"/>
              <a:gd name="T13" fmla="*/ 948 h 1165"/>
              <a:gd name="T14" fmla="*/ 175 w 993"/>
              <a:gd name="T15" fmla="*/ 1049 h 1165"/>
              <a:gd name="T16" fmla="*/ 292 w 993"/>
              <a:gd name="T17" fmla="*/ 1049 h 1165"/>
              <a:gd name="T18" fmla="*/ 292 w 993"/>
              <a:gd name="T19" fmla="*/ 0 h 1165"/>
              <a:gd name="T20" fmla="*/ 760 w 993"/>
              <a:gd name="T21" fmla="*/ 227 h 1165"/>
              <a:gd name="T22" fmla="*/ 817 w 993"/>
              <a:gd name="T23" fmla="*/ 1019 h 1165"/>
              <a:gd name="T24" fmla="*/ 905 w 993"/>
              <a:gd name="T25" fmla="*/ 932 h 1165"/>
              <a:gd name="T26" fmla="*/ 992 w 993"/>
              <a:gd name="T27" fmla="*/ 1019 h 1165"/>
              <a:gd name="T28" fmla="*/ 905 w 993"/>
              <a:gd name="T29" fmla="*/ 1107 h 1165"/>
              <a:gd name="T30" fmla="*/ 817 w 993"/>
              <a:gd name="T31" fmla="*/ 101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93" h="1165">
                <a:moveTo>
                  <a:pt x="760" y="227"/>
                </a:moveTo>
                <a:lnTo>
                  <a:pt x="410" y="407"/>
                </a:lnTo>
                <a:lnTo>
                  <a:pt x="410" y="935"/>
                </a:lnTo>
                <a:cubicBezTo>
                  <a:pt x="577" y="943"/>
                  <a:pt x="700" y="992"/>
                  <a:pt x="700" y="1049"/>
                </a:cubicBezTo>
                <a:cubicBezTo>
                  <a:pt x="700" y="1112"/>
                  <a:pt x="544" y="1164"/>
                  <a:pt x="350" y="1164"/>
                </a:cubicBezTo>
                <a:cubicBezTo>
                  <a:pt x="156" y="1164"/>
                  <a:pt x="0" y="1112"/>
                  <a:pt x="0" y="1049"/>
                </a:cubicBezTo>
                <a:cubicBezTo>
                  <a:pt x="0" y="1006"/>
                  <a:pt x="71" y="968"/>
                  <a:pt x="175" y="948"/>
                </a:cubicBezTo>
                <a:lnTo>
                  <a:pt x="175" y="1049"/>
                </a:lnTo>
                <a:lnTo>
                  <a:pt x="292" y="1049"/>
                </a:lnTo>
                <a:lnTo>
                  <a:pt x="292" y="0"/>
                </a:lnTo>
                <a:lnTo>
                  <a:pt x="760" y="227"/>
                </a:lnTo>
                <a:close/>
                <a:moveTo>
                  <a:pt x="817" y="1019"/>
                </a:moveTo>
                <a:cubicBezTo>
                  <a:pt x="817" y="970"/>
                  <a:pt x="856" y="932"/>
                  <a:pt x="905" y="932"/>
                </a:cubicBezTo>
                <a:cubicBezTo>
                  <a:pt x="955" y="932"/>
                  <a:pt x="992" y="970"/>
                  <a:pt x="992" y="1019"/>
                </a:cubicBezTo>
                <a:cubicBezTo>
                  <a:pt x="992" y="1069"/>
                  <a:pt x="955" y="1107"/>
                  <a:pt x="905" y="1107"/>
                </a:cubicBezTo>
                <a:cubicBezTo>
                  <a:pt x="856" y="1107"/>
                  <a:pt x="817" y="1069"/>
                  <a:pt x="817" y="101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3" name="Freeform 132"/>
          <p:cNvSpPr>
            <a:spLocks noChangeArrowheads="1"/>
          </p:cNvSpPr>
          <p:nvPr/>
        </p:nvSpPr>
        <p:spPr bwMode="auto">
          <a:xfrm>
            <a:off x="10628314" y="4953000"/>
            <a:ext cx="503237" cy="419100"/>
          </a:xfrm>
          <a:custGeom>
            <a:avLst/>
            <a:gdLst>
              <a:gd name="T0" fmla="*/ 1397 w 1400"/>
              <a:gd name="T1" fmla="*/ 413 h 1165"/>
              <a:gd name="T2" fmla="*/ 1397 w 1400"/>
              <a:gd name="T3" fmla="*/ 426 h 1165"/>
              <a:gd name="T4" fmla="*/ 1328 w 1400"/>
              <a:gd name="T5" fmla="*/ 514 h 1165"/>
              <a:gd name="T6" fmla="*/ 1317 w 1400"/>
              <a:gd name="T7" fmla="*/ 519 h 1165"/>
              <a:gd name="T8" fmla="*/ 1276 w 1400"/>
              <a:gd name="T9" fmla="*/ 511 h 1165"/>
              <a:gd name="T10" fmla="*/ 1257 w 1400"/>
              <a:gd name="T11" fmla="*/ 571 h 1165"/>
              <a:gd name="T12" fmla="*/ 1222 w 1400"/>
              <a:gd name="T13" fmla="*/ 571 h 1165"/>
              <a:gd name="T14" fmla="*/ 1183 w 1400"/>
              <a:gd name="T15" fmla="*/ 489 h 1165"/>
              <a:gd name="T16" fmla="*/ 1121 w 1400"/>
              <a:gd name="T17" fmla="*/ 476 h 1165"/>
              <a:gd name="T18" fmla="*/ 992 w 1400"/>
              <a:gd name="T19" fmla="*/ 782 h 1165"/>
              <a:gd name="T20" fmla="*/ 1039 w 1400"/>
              <a:gd name="T21" fmla="*/ 1153 h 1165"/>
              <a:gd name="T22" fmla="*/ 1028 w 1400"/>
              <a:gd name="T23" fmla="*/ 1164 h 1165"/>
              <a:gd name="T24" fmla="*/ 973 w 1400"/>
              <a:gd name="T25" fmla="*/ 1164 h 1165"/>
              <a:gd name="T26" fmla="*/ 962 w 1400"/>
              <a:gd name="T27" fmla="*/ 1156 h 1165"/>
              <a:gd name="T28" fmla="*/ 907 w 1400"/>
              <a:gd name="T29" fmla="*/ 935 h 1165"/>
              <a:gd name="T30" fmla="*/ 880 w 1400"/>
              <a:gd name="T31" fmla="*/ 888 h 1165"/>
              <a:gd name="T32" fmla="*/ 812 w 1400"/>
              <a:gd name="T33" fmla="*/ 1156 h 1165"/>
              <a:gd name="T34" fmla="*/ 801 w 1400"/>
              <a:gd name="T35" fmla="*/ 1164 h 1165"/>
              <a:gd name="T36" fmla="*/ 743 w 1400"/>
              <a:gd name="T37" fmla="*/ 1164 h 1165"/>
              <a:gd name="T38" fmla="*/ 733 w 1400"/>
              <a:gd name="T39" fmla="*/ 1153 h 1165"/>
              <a:gd name="T40" fmla="*/ 795 w 1400"/>
              <a:gd name="T41" fmla="*/ 784 h 1165"/>
              <a:gd name="T42" fmla="*/ 426 w 1400"/>
              <a:gd name="T43" fmla="*/ 784 h 1165"/>
              <a:gd name="T44" fmla="*/ 331 w 1400"/>
              <a:gd name="T45" fmla="*/ 965 h 1165"/>
              <a:gd name="T46" fmla="*/ 353 w 1400"/>
              <a:gd name="T47" fmla="*/ 1151 h 1165"/>
              <a:gd name="T48" fmla="*/ 342 w 1400"/>
              <a:gd name="T49" fmla="*/ 1164 h 1165"/>
              <a:gd name="T50" fmla="*/ 287 w 1400"/>
              <a:gd name="T51" fmla="*/ 1164 h 1165"/>
              <a:gd name="T52" fmla="*/ 276 w 1400"/>
              <a:gd name="T53" fmla="*/ 1159 h 1165"/>
              <a:gd name="T54" fmla="*/ 200 w 1400"/>
              <a:gd name="T55" fmla="*/ 880 h 1165"/>
              <a:gd name="T56" fmla="*/ 107 w 1400"/>
              <a:gd name="T57" fmla="*/ 987 h 1165"/>
              <a:gd name="T58" fmla="*/ 123 w 1400"/>
              <a:gd name="T59" fmla="*/ 1151 h 1165"/>
              <a:gd name="T60" fmla="*/ 112 w 1400"/>
              <a:gd name="T61" fmla="*/ 1164 h 1165"/>
              <a:gd name="T62" fmla="*/ 52 w 1400"/>
              <a:gd name="T63" fmla="*/ 1164 h 1165"/>
              <a:gd name="T64" fmla="*/ 41 w 1400"/>
              <a:gd name="T65" fmla="*/ 1159 h 1165"/>
              <a:gd name="T66" fmla="*/ 6 w 1400"/>
              <a:gd name="T67" fmla="*/ 1006 h 1165"/>
              <a:gd name="T68" fmla="*/ 63 w 1400"/>
              <a:gd name="T69" fmla="*/ 782 h 1165"/>
              <a:gd name="T70" fmla="*/ 63 w 1400"/>
              <a:gd name="T71" fmla="*/ 388 h 1165"/>
              <a:gd name="T72" fmla="*/ 0 w 1400"/>
              <a:gd name="T73" fmla="*/ 306 h 1165"/>
              <a:gd name="T74" fmla="*/ 749 w 1400"/>
              <a:gd name="T75" fmla="*/ 306 h 1165"/>
              <a:gd name="T76" fmla="*/ 1009 w 1400"/>
              <a:gd name="T77" fmla="*/ 216 h 1165"/>
              <a:gd name="T78" fmla="*/ 1025 w 1400"/>
              <a:gd name="T79" fmla="*/ 118 h 1165"/>
              <a:gd name="T80" fmla="*/ 1123 w 1400"/>
              <a:gd name="T81" fmla="*/ 186 h 1165"/>
              <a:gd name="T82" fmla="*/ 1162 w 1400"/>
              <a:gd name="T83" fmla="*/ 148 h 1165"/>
              <a:gd name="T84" fmla="*/ 1039 w 1400"/>
              <a:gd name="T85" fmla="*/ 33 h 1165"/>
              <a:gd name="T86" fmla="*/ 1003 w 1400"/>
              <a:gd name="T87" fmla="*/ 8 h 1165"/>
              <a:gd name="T88" fmla="*/ 1014 w 1400"/>
              <a:gd name="T89" fmla="*/ 0 h 1165"/>
              <a:gd name="T90" fmla="*/ 1224 w 1400"/>
              <a:gd name="T91" fmla="*/ 159 h 1165"/>
              <a:gd name="T92" fmla="*/ 1274 w 1400"/>
              <a:gd name="T93" fmla="*/ 262 h 1165"/>
              <a:gd name="T94" fmla="*/ 1279 w 1400"/>
              <a:gd name="T95" fmla="*/ 282 h 1165"/>
              <a:gd name="T96" fmla="*/ 1397 w 1400"/>
              <a:gd name="T97" fmla="*/ 41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0" h="1165">
                <a:moveTo>
                  <a:pt x="1397" y="413"/>
                </a:moveTo>
                <a:cubicBezTo>
                  <a:pt x="1399" y="416"/>
                  <a:pt x="1399" y="424"/>
                  <a:pt x="1397" y="426"/>
                </a:cubicBezTo>
                <a:lnTo>
                  <a:pt x="1328" y="514"/>
                </a:lnTo>
                <a:cubicBezTo>
                  <a:pt x="1326" y="517"/>
                  <a:pt x="1320" y="519"/>
                  <a:pt x="1317" y="519"/>
                </a:cubicBezTo>
                <a:lnTo>
                  <a:pt x="1276" y="511"/>
                </a:lnTo>
                <a:lnTo>
                  <a:pt x="1257" y="571"/>
                </a:lnTo>
                <a:cubicBezTo>
                  <a:pt x="1249" y="585"/>
                  <a:pt x="1230" y="585"/>
                  <a:pt x="1222" y="571"/>
                </a:cubicBezTo>
                <a:lnTo>
                  <a:pt x="1183" y="489"/>
                </a:lnTo>
                <a:lnTo>
                  <a:pt x="1121" y="476"/>
                </a:lnTo>
                <a:lnTo>
                  <a:pt x="992" y="782"/>
                </a:lnTo>
                <a:lnTo>
                  <a:pt x="1039" y="1153"/>
                </a:lnTo>
                <a:cubicBezTo>
                  <a:pt x="1039" y="1162"/>
                  <a:pt x="1033" y="1164"/>
                  <a:pt x="1028" y="1164"/>
                </a:cubicBezTo>
                <a:lnTo>
                  <a:pt x="973" y="1164"/>
                </a:lnTo>
                <a:cubicBezTo>
                  <a:pt x="968" y="1164"/>
                  <a:pt x="965" y="1162"/>
                  <a:pt x="962" y="1156"/>
                </a:cubicBezTo>
                <a:lnTo>
                  <a:pt x="907" y="935"/>
                </a:lnTo>
                <a:lnTo>
                  <a:pt x="880" y="888"/>
                </a:lnTo>
                <a:lnTo>
                  <a:pt x="812" y="1156"/>
                </a:lnTo>
                <a:cubicBezTo>
                  <a:pt x="812" y="1162"/>
                  <a:pt x="806" y="1164"/>
                  <a:pt x="801" y="1164"/>
                </a:cubicBezTo>
                <a:lnTo>
                  <a:pt x="743" y="1164"/>
                </a:lnTo>
                <a:cubicBezTo>
                  <a:pt x="738" y="1164"/>
                  <a:pt x="733" y="1159"/>
                  <a:pt x="733" y="1153"/>
                </a:cubicBezTo>
                <a:lnTo>
                  <a:pt x="795" y="784"/>
                </a:lnTo>
                <a:lnTo>
                  <a:pt x="426" y="784"/>
                </a:lnTo>
                <a:lnTo>
                  <a:pt x="331" y="965"/>
                </a:lnTo>
                <a:lnTo>
                  <a:pt x="353" y="1151"/>
                </a:lnTo>
                <a:cubicBezTo>
                  <a:pt x="355" y="1159"/>
                  <a:pt x="350" y="1164"/>
                  <a:pt x="342" y="1164"/>
                </a:cubicBezTo>
                <a:lnTo>
                  <a:pt x="287" y="1164"/>
                </a:lnTo>
                <a:cubicBezTo>
                  <a:pt x="284" y="1164"/>
                  <a:pt x="279" y="1164"/>
                  <a:pt x="276" y="1159"/>
                </a:cubicBezTo>
                <a:lnTo>
                  <a:pt x="200" y="880"/>
                </a:lnTo>
                <a:lnTo>
                  <a:pt x="107" y="987"/>
                </a:lnTo>
                <a:lnTo>
                  <a:pt x="123" y="1151"/>
                </a:lnTo>
                <a:cubicBezTo>
                  <a:pt x="126" y="1159"/>
                  <a:pt x="120" y="1164"/>
                  <a:pt x="112" y="1164"/>
                </a:cubicBezTo>
                <a:lnTo>
                  <a:pt x="52" y="1164"/>
                </a:lnTo>
                <a:cubicBezTo>
                  <a:pt x="47" y="1164"/>
                  <a:pt x="41" y="1162"/>
                  <a:pt x="41" y="1159"/>
                </a:cubicBezTo>
                <a:lnTo>
                  <a:pt x="6" y="1006"/>
                </a:lnTo>
                <a:lnTo>
                  <a:pt x="63" y="782"/>
                </a:lnTo>
                <a:lnTo>
                  <a:pt x="63" y="388"/>
                </a:lnTo>
                <a:cubicBezTo>
                  <a:pt x="63" y="388"/>
                  <a:pt x="0" y="364"/>
                  <a:pt x="0" y="306"/>
                </a:cubicBezTo>
                <a:lnTo>
                  <a:pt x="749" y="306"/>
                </a:lnTo>
                <a:cubicBezTo>
                  <a:pt x="749" y="306"/>
                  <a:pt x="880" y="309"/>
                  <a:pt x="1009" y="216"/>
                </a:cubicBezTo>
                <a:cubicBezTo>
                  <a:pt x="1009" y="216"/>
                  <a:pt x="987" y="156"/>
                  <a:pt x="1025" y="118"/>
                </a:cubicBezTo>
                <a:cubicBezTo>
                  <a:pt x="1025" y="118"/>
                  <a:pt x="1101" y="172"/>
                  <a:pt x="1123" y="186"/>
                </a:cubicBezTo>
                <a:cubicBezTo>
                  <a:pt x="1151" y="202"/>
                  <a:pt x="1170" y="172"/>
                  <a:pt x="1162" y="148"/>
                </a:cubicBezTo>
                <a:cubicBezTo>
                  <a:pt x="1156" y="131"/>
                  <a:pt x="1137" y="71"/>
                  <a:pt x="1039" y="33"/>
                </a:cubicBezTo>
                <a:cubicBezTo>
                  <a:pt x="1026" y="29"/>
                  <a:pt x="997" y="26"/>
                  <a:pt x="1003" y="8"/>
                </a:cubicBezTo>
                <a:cubicBezTo>
                  <a:pt x="1003" y="3"/>
                  <a:pt x="1009" y="0"/>
                  <a:pt x="1014" y="0"/>
                </a:cubicBezTo>
                <a:cubicBezTo>
                  <a:pt x="1134" y="17"/>
                  <a:pt x="1205" y="115"/>
                  <a:pt x="1224" y="159"/>
                </a:cubicBezTo>
                <a:cubicBezTo>
                  <a:pt x="1227" y="164"/>
                  <a:pt x="1279" y="200"/>
                  <a:pt x="1274" y="262"/>
                </a:cubicBezTo>
                <a:cubicBezTo>
                  <a:pt x="1274" y="271"/>
                  <a:pt x="1274" y="276"/>
                  <a:pt x="1279" y="282"/>
                </a:cubicBezTo>
                <a:lnTo>
                  <a:pt x="1397" y="41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4" name="Freeform 133"/>
          <p:cNvSpPr>
            <a:spLocks noChangeArrowheads="1"/>
          </p:cNvSpPr>
          <p:nvPr/>
        </p:nvSpPr>
        <p:spPr bwMode="auto">
          <a:xfrm>
            <a:off x="1058864" y="5842001"/>
            <a:ext cx="377825" cy="377825"/>
          </a:xfrm>
          <a:custGeom>
            <a:avLst/>
            <a:gdLst>
              <a:gd name="T0" fmla="*/ 670 w 1051"/>
              <a:gd name="T1" fmla="*/ 612 h 1050"/>
              <a:gd name="T2" fmla="*/ 670 w 1051"/>
              <a:gd name="T3" fmla="*/ 437 h 1050"/>
              <a:gd name="T4" fmla="*/ 787 w 1051"/>
              <a:gd name="T5" fmla="*/ 437 h 1050"/>
              <a:gd name="T6" fmla="*/ 787 w 1051"/>
              <a:gd name="T7" fmla="*/ 612 h 1050"/>
              <a:gd name="T8" fmla="*/ 670 w 1051"/>
              <a:gd name="T9" fmla="*/ 612 h 1050"/>
              <a:gd name="T10" fmla="*/ 582 w 1051"/>
              <a:gd name="T11" fmla="*/ 350 h 1050"/>
              <a:gd name="T12" fmla="*/ 582 w 1051"/>
              <a:gd name="T13" fmla="*/ 699 h 1050"/>
              <a:gd name="T14" fmla="*/ 817 w 1051"/>
              <a:gd name="T15" fmla="*/ 699 h 1050"/>
              <a:gd name="T16" fmla="*/ 875 w 1051"/>
              <a:gd name="T17" fmla="*/ 642 h 1050"/>
              <a:gd name="T18" fmla="*/ 875 w 1051"/>
              <a:gd name="T19" fmla="*/ 407 h 1050"/>
              <a:gd name="T20" fmla="*/ 817 w 1051"/>
              <a:gd name="T21" fmla="*/ 350 h 1050"/>
              <a:gd name="T22" fmla="*/ 582 w 1051"/>
              <a:gd name="T23" fmla="*/ 350 h 1050"/>
              <a:gd name="T24" fmla="*/ 468 w 1051"/>
              <a:gd name="T25" fmla="*/ 699 h 1050"/>
              <a:gd name="T26" fmla="*/ 468 w 1051"/>
              <a:gd name="T27" fmla="*/ 350 h 1050"/>
              <a:gd name="T28" fmla="*/ 380 w 1051"/>
              <a:gd name="T29" fmla="*/ 350 h 1050"/>
              <a:gd name="T30" fmla="*/ 380 w 1051"/>
              <a:gd name="T31" fmla="*/ 494 h 1050"/>
              <a:gd name="T32" fmla="*/ 263 w 1051"/>
              <a:gd name="T33" fmla="*/ 494 h 1050"/>
              <a:gd name="T34" fmla="*/ 263 w 1051"/>
              <a:gd name="T35" fmla="*/ 350 h 1050"/>
              <a:gd name="T36" fmla="*/ 175 w 1051"/>
              <a:gd name="T37" fmla="*/ 350 h 1050"/>
              <a:gd name="T38" fmla="*/ 175 w 1051"/>
              <a:gd name="T39" fmla="*/ 699 h 1050"/>
              <a:gd name="T40" fmla="*/ 263 w 1051"/>
              <a:gd name="T41" fmla="*/ 699 h 1050"/>
              <a:gd name="T42" fmla="*/ 263 w 1051"/>
              <a:gd name="T43" fmla="*/ 582 h 1050"/>
              <a:gd name="T44" fmla="*/ 380 w 1051"/>
              <a:gd name="T45" fmla="*/ 582 h 1050"/>
              <a:gd name="T46" fmla="*/ 380 w 1051"/>
              <a:gd name="T47" fmla="*/ 699 h 1050"/>
              <a:gd name="T48" fmla="*/ 468 w 1051"/>
              <a:gd name="T49" fmla="*/ 699 h 1050"/>
              <a:gd name="T50" fmla="*/ 932 w 1051"/>
              <a:gd name="T51" fmla="*/ 0 h 1050"/>
              <a:gd name="T52" fmla="*/ 1050 w 1051"/>
              <a:gd name="T53" fmla="*/ 117 h 1050"/>
              <a:gd name="T54" fmla="*/ 1050 w 1051"/>
              <a:gd name="T55" fmla="*/ 932 h 1050"/>
              <a:gd name="T56" fmla="*/ 932 w 1051"/>
              <a:gd name="T57" fmla="*/ 1049 h 1050"/>
              <a:gd name="T58" fmla="*/ 118 w 1051"/>
              <a:gd name="T59" fmla="*/ 1049 h 1050"/>
              <a:gd name="T60" fmla="*/ 0 w 1051"/>
              <a:gd name="T61" fmla="*/ 932 h 1050"/>
              <a:gd name="T62" fmla="*/ 0 w 1051"/>
              <a:gd name="T63" fmla="*/ 117 h 1050"/>
              <a:gd name="T64" fmla="*/ 118 w 1051"/>
              <a:gd name="T65" fmla="*/ 0 h 1050"/>
              <a:gd name="T66" fmla="*/ 932 w 1051"/>
              <a:gd name="T6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1" h="1050">
                <a:moveTo>
                  <a:pt x="670" y="612"/>
                </a:moveTo>
                <a:lnTo>
                  <a:pt x="670" y="437"/>
                </a:lnTo>
                <a:lnTo>
                  <a:pt x="787" y="437"/>
                </a:lnTo>
                <a:lnTo>
                  <a:pt x="787" y="612"/>
                </a:lnTo>
                <a:lnTo>
                  <a:pt x="670" y="612"/>
                </a:lnTo>
                <a:close/>
                <a:moveTo>
                  <a:pt x="582" y="350"/>
                </a:moveTo>
                <a:lnTo>
                  <a:pt x="582" y="699"/>
                </a:lnTo>
                <a:lnTo>
                  <a:pt x="817" y="699"/>
                </a:lnTo>
                <a:cubicBezTo>
                  <a:pt x="850" y="699"/>
                  <a:pt x="875" y="675"/>
                  <a:pt x="875" y="642"/>
                </a:cubicBezTo>
                <a:lnTo>
                  <a:pt x="875" y="407"/>
                </a:lnTo>
                <a:cubicBezTo>
                  <a:pt x="875" y="374"/>
                  <a:pt x="850" y="350"/>
                  <a:pt x="817" y="350"/>
                </a:cubicBezTo>
                <a:lnTo>
                  <a:pt x="582" y="350"/>
                </a:lnTo>
                <a:close/>
                <a:moveTo>
                  <a:pt x="468" y="699"/>
                </a:moveTo>
                <a:lnTo>
                  <a:pt x="468" y="350"/>
                </a:lnTo>
                <a:lnTo>
                  <a:pt x="380" y="350"/>
                </a:lnTo>
                <a:lnTo>
                  <a:pt x="380" y="494"/>
                </a:lnTo>
                <a:lnTo>
                  <a:pt x="263" y="494"/>
                </a:lnTo>
                <a:lnTo>
                  <a:pt x="263" y="350"/>
                </a:lnTo>
                <a:lnTo>
                  <a:pt x="175" y="350"/>
                </a:lnTo>
                <a:lnTo>
                  <a:pt x="175" y="699"/>
                </a:lnTo>
                <a:lnTo>
                  <a:pt x="263" y="699"/>
                </a:lnTo>
                <a:lnTo>
                  <a:pt x="263" y="582"/>
                </a:lnTo>
                <a:lnTo>
                  <a:pt x="380" y="582"/>
                </a:lnTo>
                <a:lnTo>
                  <a:pt x="380" y="699"/>
                </a:lnTo>
                <a:lnTo>
                  <a:pt x="468" y="699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7"/>
                </a:cubicBezTo>
                <a:lnTo>
                  <a:pt x="1050" y="932"/>
                </a:lnTo>
                <a:cubicBezTo>
                  <a:pt x="1050" y="995"/>
                  <a:pt x="995" y="1049"/>
                  <a:pt x="932" y="1049"/>
                </a:cubicBezTo>
                <a:lnTo>
                  <a:pt x="118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5"/>
                  <a:pt x="52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5" name="Freeform 134"/>
          <p:cNvSpPr>
            <a:spLocks noChangeArrowheads="1"/>
          </p:cNvSpPr>
          <p:nvPr/>
        </p:nvSpPr>
        <p:spPr bwMode="auto">
          <a:xfrm>
            <a:off x="2112963" y="5821363"/>
            <a:ext cx="419100" cy="419100"/>
          </a:xfrm>
          <a:custGeom>
            <a:avLst/>
            <a:gdLst>
              <a:gd name="T0" fmla="*/ 582 w 1165"/>
              <a:gd name="T1" fmla="*/ 233 h 1166"/>
              <a:gd name="T2" fmla="*/ 814 w 1165"/>
              <a:gd name="T3" fmla="*/ 465 h 1166"/>
              <a:gd name="T4" fmla="*/ 639 w 1165"/>
              <a:gd name="T5" fmla="*/ 757 h 1166"/>
              <a:gd name="T6" fmla="*/ 524 w 1165"/>
              <a:gd name="T7" fmla="*/ 757 h 1166"/>
              <a:gd name="T8" fmla="*/ 699 w 1165"/>
              <a:gd name="T9" fmla="*/ 465 h 1166"/>
              <a:gd name="T10" fmla="*/ 582 w 1165"/>
              <a:gd name="T11" fmla="*/ 350 h 1166"/>
              <a:gd name="T12" fmla="*/ 464 w 1165"/>
              <a:gd name="T13" fmla="*/ 465 h 1166"/>
              <a:gd name="T14" fmla="*/ 349 w 1165"/>
              <a:gd name="T15" fmla="*/ 465 h 1166"/>
              <a:gd name="T16" fmla="*/ 582 w 1165"/>
              <a:gd name="T17" fmla="*/ 233 h 1166"/>
              <a:gd name="T18" fmla="*/ 582 w 1165"/>
              <a:gd name="T19" fmla="*/ 1050 h 1166"/>
              <a:gd name="T20" fmla="*/ 1049 w 1165"/>
              <a:gd name="T21" fmla="*/ 583 h 1166"/>
              <a:gd name="T22" fmla="*/ 582 w 1165"/>
              <a:gd name="T23" fmla="*/ 115 h 1166"/>
              <a:gd name="T24" fmla="*/ 114 w 1165"/>
              <a:gd name="T25" fmla="*/ 583 h 1166"/>
              <a:gd name="T26" fmla="*/ 582 w 1165"/>
              <a:gd name="T27" fmla="*/ 1050 h 1166"/>
              <a:gd name="T28" fmla="*/ 582 w 1165"/>
              <a:gd name="T29" fmla="*/ 0 h 1166"/>
              <a:gd name="T30" fmla="*/ 1164 w 1165"/>
              <a:gd name="T31" fmla="*/ 583 h 1166"/>
              <a:gd name="T32" fmla="*/ 582 w 1165"/>
              <a:gd name="T33" fmla="*/ 1165 h 1166"/>
              <a:gd name="T34" fmla="*/ 0 w 1165"/>
              <a:gd name="T35" fmla="*/ 583 h 1166"/>
              <a:gd name="T36" fmla="*/ 582 w 1165"/>
              <a:gd name="T37" fmla="*/ 0 h 1166"/>
              <a:gd name="T38" fmla="*/ 524 w 1165"/>
              <a:gd name="T39" fmla="*/ 932 h 1166"/>
              <a:gd name="T40" fmla="*/ 524 w 1165"/>
              <a:gd name="T41" fmla="*/ 815 h 1166"/>
              <a:gd name="T42" fmla="*/ 639 w 1165"/>
              <a:gd name="T43" fmla="*/ 815 h 1166"/>
              <a:gd name="T44" fmla="*/ 639 w 1165"/>
              <a:gd name="T45" fmla="*/ 932 h 1166"/>
              <a:gd name="T46" fmla="*/ 524 w 1165"/>
              <a:gd name="T47" fmla="*/ 93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5" h="1166">
                <a:moveTo>
                  <a:pt x="582" y="233"/>
                </a:moveTo>
                <a:cubicBezTo>
                  <a:pt x="710" y="233"/>
                  <a:pt x="814" y="337"/>
                  <a:pt x="814" y="465"/>
                </a:cubicBezTo>
                <a:cubicBezTo>
                  <a:pt x="814" y="610"/>
                  <a:pt x="639" y="626"/>
                  <a:pt x="639" y="757"/>
                </a:cubicBezTo>
                <a:lnTo>
                  <a:pt x="524" y="757"/>
                </a:lnTo>
                <a:cubicBezTo>
                  <a:pt x="524" y="569"/>
                  <a:pt x="699" y="583"/>
                  <a:pt x="699" y="465"/>
                </a:cubicBezTo>
                <a:cubicBezTo>
                  <a:pt x="699" y="402"/>
                  <a:pt x="645" y="350"/>
                  <a:pt x="582" y="350"/>
                </a:cubicBezTo>
                <a:cubicBezTo>
                  <a:pt x="519" y="350"/>
                  <a:pt x="464" y="402"/>
                  <a:pt x="464" y="465"/>
                </a:cubicBezTo>
                <a:lnTo>
                  <a:pt x="349" y="465"/>
                </a:lnTo>
                <a:cubicBezTo>
                  <a:pt x="349" y="337"/>
                  <a:pt x="453" y="233"/>
                  <a:pt x="582" y="233"/>
                </a:cubicBezTo>
                <a:close/>
                <a:moveTo>
                  <a:pt x="582" y="1050"/>
                </a:moveTo>
                <a:cubicBezTo>
                  <a:pt x="839" y="1050"/>
                  <a:pt x="1049" y="840"/>
                  <a:pt x="1049" y="583"/>
                </a:cubicBezTo>
                <a:cubicBezTo>
                  <a:pt x="1049" y="327"/>
                  <a:pt x="839" y="115"/>
                  <a:pt x="582" y="115"/>
                </a:cubicBezTo>
                <a:cubicBezTo>
                  <a:pt x="325" y="115"/>
                  <a:pt x="114" y="327"/>
                  <a:pt x="114" y="583"/>
                </a:cubicBezTo>
                <a:cubicBezTo>
                  <a:pt x="114" y="840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4" y="0"/>
                  <a:pt x="1164" y="260"/>
                  <a:pt x="1164" y="583"/>
                </a:cubicBezTo>
                <a:cubicBezTo>
                  <a:pt x="1164" y="905"/>
                  <a:pt x="904" y="1165"/>
                  <a:pt x="582" y="1165"/>
                </a:cubicBezTo>
                <a:cubicBezTo>
                  <a:pt x="259" y="1165"/>
                  <a:pt x="0" y="906"/>
                  <a:pt x="0" y="583"/>
                </a:cubicBezTo>
                <a:cubicBezTo>
                  <a:pt x="0" y="261"/>
                  <a:pt x="259" y="0"/>
                  <a:pt x="582" y="0"/>
                </a:cubicBezTo>
                <a:close/>
                <a:moveTo>
                  <a:pt x="524" y="932"/>
                </a:moveTo>
                <a:lnTo>
                  <a:pt x="524" y="815"/>
                </a:lnTo>
                <a:lnTo>
                  <a:pt x="639" y="815"/>
                </a:lnTo>
                <a:lnTo>
                  <a:pt x="639" y="932"/>
                </a:lnTo>
                <a:lnTo>
                  <a:pt x="524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6" name="Freeform 135"/>
          <p:cNvSpPr>
            <a:spLocks noChangeArrowheads="1"/>
          </p:cNvSpPr>
          <p:nvPr/>
        </p:nvSpPr>
        <p:spPr bwMode="auto">
          <a:xfrm>
            <a:off x="3208339" y="5811838"/>
            <a:ext cx="377825" cy="436562"/>
          </a:xfrm>
          <a:custGeom>
            <a:avLst/>
            <a:gdLst>
              <a:gd name="T0" fmla="*/ 494 w 1050"/>
              <a:gd name="T1" fmla="*/ 454 h 1212"/>
              <a:gd name="T2" fmla="*/ 642 w 1050"/>
              <a:gd name="T3" fmla="*/ 309 h 1212"/>
              <a:gd name="T4" fmla="*/ 787 w 1050"/>
              <a:gd name="T5" fmla="*/ 454 h 1212"/>
              <a:gd name="T6" fmla="*/ 642 w 1050"/>
              <a:gd name="T7" fmla="*/ 599 h 1212"/>
              <a:gd name="T8" fmla="*/ 494 w 1050"/>
              <a:gd name="T9" fmla="*/ 454 h 1212"/>
              <a:gd name="T10" fmla="*/ 270 w 1050"/>
              <a:gd name="T11" fmla="*/ 82 h 1212"/>
              <a:gd name="T12" fmla="*/ 117 w 1050"/>
              <a:gd name="T13" fmla="*/ 454 h 1212"/>
              <a:gd name="T14" fmla="*/ 270 w 1050"/>
              <a:gd name="T15" fmla="*/ 826 h 1212"/>
              <a:gd name="T16" fmla="*/ 188 w 1050"/>
              <a:gd name="T17" fmla="*/ 907 h 1212"/>
              <a:gd name="T18" fmla="*/ 0 w 1050"/>
              <a:gd name="T19" fmla="*/ 454 h 1212"/>
              <a:gd name="T20" fmla="*/ 188 w 1050"/>
              <a:gd name="T21" fmla="*/ 0 h 1212"/>
              <a:gd name="T22" fmla="*/ 270 w 1050"/>
              <a:gd name="T23" fmla="*/ 82 h 1212"/>
              <a:gd name="T24" fmla="*/ 817 w 1050"/>
              <a:gd name="T25" fmla="*/ 1096 h 1212"/>
              <a:gd name="T26" fmla="*/ 931 w 1050"/>
              <a:gd name="T27" fmla="*/ 979 h 1212"/>
              <a:gd name="T28" fmla="*/ 1049 w 1050"/>
              <a:gd name="T29" fmla="*/ 979 h 1212"/>
              <a:gd name="T30" fmla="*/ 817 w 1050"/>
              <a:gd name="T31" fmla="*/ 1211 h 1212"/>
              <a:gd name="T32" fmla="*/ 721 w 1050"/>
              <a:gd name="T33" fmla="*/ 1192 h 1212"/>
              <a:gd name="T34" fmla="*/ 560 w 1050"/>
              <a:gd name="T35" fmla="*/ 984 h 1212"/>
              <a:gd name="T36" fmla="*/ 461 w 1050"/>
              <a:gd name="T37" fmla="*/ 864 h 1212"/>
              <a:gd name="T38" fmla="*/ 295 w 1050"/>
              <a:gd name="T39" fmla="*/ 681 h 1212"/>
              <a:gd name="T40" fmla="*/ 232 w 1050"/>
              <a:gd name="T41" fmla="*/ 454 h 1212"/>
              <a:gd name="T42" fmla="*/ 642 w 1050"/>
              <a:gd name="T43" fmla="*/ 47 h 1212"/>
              <a:gd name="T44" fmla="*/ 1049 w 1050"/>
              <a:gd name="T45" fmla="*/ 454 h 1212"/>
              <a:gd name="T46" fmla="*/ 931 w 1050"/>
              <a:gd name="T47" fmla="*/ 454 h 1212"/>
              <a:gd name="T48" fmla="*/ 642 w 1050"/>
              <a:gd name="T49" fmla="*/ 161 h 1212"/>
              <a:gd name="T50" fmla="*/ 349 w 1050"/>
              <a:gd name="T51" fmla="*/ 454 h 1212"/>
              <a:gd name="T52" fmla="*/ 396 w 1050"/>
              <a:gd name="T53" fmla="*/ 626 h 1212"/>
              <a:gd name="T54" fmla="*/ 532 w 1050"/>
              <a:gd name="T55" fmla="*/ 774 h 1212"/>
              <a:gd name="T56" fmla="*/ 672 w 1050"/>
              <a:gd name="T57" fmla="*/ 949 h 1212"/>
              <a:gd name="T58" fmla="*/ 770 w 1050"/>
              <a:gd name="T59" fmla="*/ 1085 h 1212"/>
              <a:gd name="T60" fmla="*/ 817 w 1050"/>
              <a:gd name="T61" fmla="*/ 1096 h 1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50" h="1212">
                <a:moveTo>
                  <a:pt x="494" y="454"/>
                </a:moveTo>
                <a:cubicBezTo>
                  <a:pt x="494" y="375"/>
                  <a:pt x="563" y="309"/>
                  <a:pt x="642" y="309"/>
                </a:cubicBezTo>
                <a:cubicBezTo>
                  <a:pt x="721" y="309"/>
                  <a:pt x="787" y="375"/>
                  <a:pt x="787" y="454"/>
                </a:cubicBezTo>
                <a:cubicBezTo>
                  <a:pt x="787" y="533"/>
                  <a:pt x="721" y="599"/>
                  <a:pt x="642" y="599"/>
                </a:cubicBezTo>
                <a:cubicBezTo>
                  <a:pt x="563" y="599"/>
                  <a:pt x="494" y="533"/>
                  <a:pt x="494" y="454"/>
                </a:cubicBezTo>
                <a:close/>
                <a:moveTo>
                  <a:pt x="270" y="82"/>
                </a:moveTo>
                <a:cubicBezTo>
                  <a:pt x="174" y="178"/>
                  <a:pt x="117" y="309"/>
                  <a:pt x="117" y="454"/>
                </a:cubicBezTo>
                <a:cubicBezTo>
                  <a:pt x="117" y="599"/>
                  <a:pt x="174" y="730"/>
                  <a:pt x="270" y="826"/>
                </a:cubicBezTo>
                <a:lnTo>
                  <a:pt x="188" y="907"/>
                </a:lnTo>
                <a:cubicBezTo>
                  <a:pt x="73" y="793"/>
                  <a:pt x="0" y="632"/>
                  <a:pt x="0" y="454"/>
                </a:cubicBezTo>
                <a:cubicBezTo>
                  <a:pt x="0" y="277"/>
                  <a:pt x="73" y="115"/>
                  <a:pt x="188" y="0"/>
                </a:cubicBezTo>
                <a:lnTo>
                  <a:pt x="270" y="82"/>
                </a:lnTo>
                <a:close/>
                <a:moveTo>
                  <a:pt x="817" y="1096"/>
                </a:moveTo>
                <a:cubicBezTo>
                  <a:pt x="880" y="1096"/>
                  <a:pt x="931" y="1041"/>
                  <a:pt x="931" y="979"/>
                </a:cubicBezTo>
                <a:lnTo>
                  <a:pt x="1049" y="979"/>
                </a:lnTo>
                <a:cubicBezTo>
                  <a:pt x="1049" y="1107"/>
                  <a:pt x="945" y="1211"/>
                  <a:pt x="817" y="1211"/>
                </a:cubicBezTo>
                <a:cubicBezTo>
                  <a:pt x="784" y="1211"/>
                  <a:pt x="751" y="1205"/>
                  <a:pt x="721" y="1192"/>
                </a:cubicBezTo>
                <a:cubicBezTo>
                  <a:pt x="642" y="1151"/>
                  <a:pt x="595" y="1091"/>
                  <a:pt x="560" y="984"/>
                </a:cubicBezTo>
                <a:cubicBezTo>
                  <a:pt x="541" y="927"/>
                  <a:pt x="508" y="899"/>
                  <a:pt x="461" y="864"/>
                </a:cubicBezTo>
                <a:cubicBezTo>
                  <a:pt x="410" y="826"/>
                  <a:pt x="347" y="776"/>
                  <a:pt x="295" y="681"/>
                </a:cubicBezTo>
                <a:cubicBezTo>
                  <a:pt x="254" y="607"/>
                  <a:pt x="232" y="528"/>
                  <a:pt x="232" y="454"/>
                </a:cubicBezTo>
                <a:cubicBezTo>
                  <a:pt x="232" y="224"/>
                  <a:pt x="412" y="47"/>
                  <a:pt x="642" y="47"/>
                </a:cubicBezTo>
                <a:cubicBezTo>
                  <a:pt x="871" y="47"/>
                  <a:pt x="1049" y="224"/>
                  <a:pt x="1049" y="454"/>
                </a:cubicBezTo>
                <a:lnTo>
                  <a:pt x="931" y="454"/>
                </a:lnTo>
                <a:cubicBezTo>
                  <a:pt x="931" y="290"/>
                  <a:pt x="806" y="161"/>
                  <a:pt x="642" y="161"/>
                </a:cubicBezTo>
                <a:cubicBezTo>
                  <a:pt x="478" y="161"/>
                  <a:pt x="349" y="290"/>
                  <a:pt x="349" y="454"/>
                </a:cubicBezTo>
                <a:cubicBezTo>
                  <a:pt x="349" y="509"/>
                  <a:pt x="366" y="571"/>
                  <a:pt x="396" y="626"/>
                </a:cubicBezTo>
                <a:cubicBezTo>
                  <a:pt x="437" y="703"/>
                  <a:pt x="486" y="738"/>
                  <a:pt x="532" y="774"/>
                </a:cubicBezTo>
                <a:cubicBezTo>
                  <a:pt x="587" y="815"/>
                  <a:pt x="642" y="858"/>
                  <a:pt x="672" y="949"/>
                </a:cubicBezTo>
                <a:cubicBezTo>
                  <a:pt x="702" y="1036"/>
                  <a:pt x="729" y="1063"/>
                  <a:pt x="770" y="1085"/>
                </a:cubicBezTo>
                <a:cubicBezTo>
                  <a:pt x="781" y="1091"/>
                  <a:pt x="800" y="1096"/>
                  <a:pt x="817" y="109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7" name="Freeform 136"/>
          <p:cNvSpPr>
            <a:spLocks noChangeArrowheads="1"/>
          </p:cNvSpPr>
          <p:nvPr/>
        </p:nvSpPr>
        <p:spPr bwMode="auto">
          <a:xfrm>
            <a:off x="4259263" y="5818188"/>
            <a:ext cx="423862" cy="423862"/>
          </a:xfrm>
          <a:custGeom>
            <a:avLst/>
            <a:gdLst>
              <a:gd name="T0" fmla="*/ 861 w 1179"/>
              <a:gd name="T1" fmla="*/ 1074 h 1178"/>
              <a:gd name="T2" fmla="*/ 1074 w 1179"/>
              <a:gd name="T3" fmla="*/ 860 h 1178"/>
              <a:gd name="T4" fmla="*/ 861 w 1179"/>
              <a:gd name="T5" fmla="*/ 650 h 1178"/>
              <a:gd name="T6" fmla="*/ 650 w 1179"/>
              <a:gd name="T7" fmla="*/ 863 h 1178"/>
              <a:gd name="T8" fmla="*/ 861 w 1179"/>
              <a:gd name="T9" fmla="*/ 1074 h 1178"/>
              <a:gd name="T10" fmla="*/ 708 w 1179"/>
              <a:gd name="T11" fmla="*/ 530 h 1178"/>
              <a:gd name="T12" fmla="*/ 648 w 1179"/>
              <a:gd name="T13" fmla="*/ 587 h 1178"/>
              <a:gd name="T14" fmla="*/ 708 w 1179"/>
              <a:gd name="T15" fmla="*/ 645 h 1178"/>
              <a:gd name="T16" fmla="*/ 765 w 1179"/>
              <a:gd name="T17" fmla="*/ 587 h 1178"/>
              <a:gd name="T18" fmla="*/ 708 w 1179"/>
              <a:gd name="T19" fmla="*/ 530 h 1178"/>
              <a:gd name="T20" fmla="*/ 590 w 1179"/>
              <a:gd name="T21" fmla="*/ 762 h 1178"/>
              <a:gd name="T22" fmla="*/ 648 w 1179"/>
              <a:gd name="T23" fmla="*/ 705 h 1178"/>
              <a:gd name="T24" fmla="*/ 590 w 1179"/>
              <a:gd name="T25" fmla="*/ 645 h 1178"/>
              <a:gd name="T26" fmla="*/ 533 w 1179"/>
              <a:gd name="T27" fmla="*/ 705 h 1178"/>
              <a:gd name="T28" fmla="*/ 590 w 1179"/>
              <a:gd name="T29" fmla="*/ 762 h 1178"/>
              <a:gd name="T30" fmla="*/ 473 w 1179"/>
              <a:gd name="T31" fmla="*/ 645 h 1178"/>
              <a:gd name="T32" fmla="*/ 533 w 1179"/>
              <a:gd name="T33" fmla="*/ 587 h 1178"/>
              <a:gd name="T34" fmla="*/ 473 w 1179"/>
              <a:gd name="T35" fmla="*/ 530 h 1178"/>
              <a:gd name="T36" fmla="*/ 415 w 1179"/>
              <a:gd name="T37" fmla="*/ 587 h 1178"/>
              <a:gd name="T38" fmla="*/ 473 w 1179"/>
              <a:gd name="T39" fmla="*/ 645 h 1178"/>
              <a:gd name="T40" fmla="*/ 317 w 1179"/>
              <a:gd name="T41" fmla="*/ 527 h 1178"/>
              <a:gd name="T42" fmla="*/ 527 w 1179"/>
              <a:gd name="T43" fmla="*/ 314 h 1178"/>
              <a:gd name="T44" fmla="*/ 317 w 1179"/>
              <a:gd name="T45" fmla="*/ 103 h 1178"/>
              <a:gd name="T46" fmla="*/ 104 w 1179"/>
              <a:gd name="T47" fmla="*/ 317 h 1178"/>
              <a:gd name="T48" fmla="*/ 317 w 1179"/>
              <a:gd name="T49" fmla="*/ 527 h 1178"/>
              <a:gd name="T50" fmla="*/ 590 w 1179"/>
              <a:gd name="T51" fmla="*/ 412 h 1178"/>
              <a:gd name="T52" fmla="*/ 533 w 1179"/>
              <a:gd name="T53" fmla="*/ 470 h 1178"/>
              <a:gd name="T54" fmla="*/ 590 w 1179"/>
              <a:gd name="T55" fmla="*/ 530 h 1178"/>
              <a:gd name="T56" fmla="*/ 648 w 1179"/>
              <a:gd name="T57" fmla="*/ 470 h 1178"/>
              <a:gd name="T58" fmla="*/ 590 w 1179"/>
              <a:gd name="T59" fmla="*/ 412 h 1178"/>
              <a:gd name="T60" fmla="*/ 924 w 1179"/>
              <a:gd name="T61" fmla="*/ 587 h 1178"/>
              <a:gd name="T62" fmla="*/ 1156 w 1179"/>
              <a:gd name="T63" fmla="*/ 819 h 1178"/>
              <a:gd name="T64" fmla="*/ 1156 w 1179"/>
              <a:gd name="T65" fmla="*/ 901 h 1178"/>
              <a:gd name="T66" fmla="*/ 905 w 1179"/>
              <a:gd name="T67" fmla="*/ 1156 h 1178"/>
              <a:gd name="T68" fmla="*/ 864 w 1179"/>
              <a:gd name="T69" fmla="*/ 1172 h 1178"/>
              <a:gd name="T70" fmla="*/ 820 w 1179"/>
              <a:gd name="T71" fmla="*/ 1156 h 1178"/>
              <a:gd name="T72" fmla="*/ 590 w 1179"/>
              <a:gd name="T73" fmla="*/ 923 h 1178"/>
              <a:gd name="T74" fmla="*/ 358 w 1179"/>
              <a:gd name="T75" fmla="*/ 1156 h 1178"/>
              <a:gd name="T76" fmla="*/ 276 w 1179"/>
              <a:gd name="T77" fmla="*/ 1156 h 1178"/>
              <a:gd name="T78" fmla="*/ 22 w 1179"/>
              <a:gd name="T79" fmla="*/ 901 h 1178"/>
              <a:gd name="T80" fmla="*/ 22 w 1179"/>
              <a:gd name="T81" fmla="*/ 819 h 1178"/>
              <a:gd name="T82" fmla="*/ 254 w 1179"/>
              <a:gd name="T83" fmla="*/ 587 h 1178"/>
              <a:gd name="T84" fmla="*/ 22 w 1179"/>
              <a:gd name="T85" fmla="*/ 358 h 1178"/>
              <a:gd name="T86" fmla="*/ 22 w 1179"/>
              <a:gd name="T87" fmla="*/ 273 h 1178"/>
              <a:gd name="T88" fmla="*/ 276 w 1179"/>
              <a:gd name="T89" fmla="*/ 21 h 1178"/>
              <a:gd name="T90" fmla="*/ 317 w 1179"/>
              <a:gd name="T91" fmla="*/ 5 h 1178"/>
              <a:gd name="T92" fmla="*/ 358 w 1179"/>
              <a:gd name="T93" fmla="*/ 21 h 1178"/>
              <a:gd name="T94" fmla="*/ 590 w 1179"/>
              <a:gd name="T95" fmla="*/ 254 h 1178"/>
              <a:gd name="T96" fmla="*/ 820 w 1179"/>
              <a:gd name="T97" fmla="*/ 21 h 1178"/>
              <a:gd name="T98" fmla="*/ 905 w 1179"/>
              <a:gd name="T99" fmla="*/ 21 h 1178"/>
              <a:gd name="T100" fmla="*/ 1156 w 1179"/>
              <a:gd name="T101" fmla="*/ 273 h 1178"/>
              <a:gd name="T102" fmla="*/ 1156 w 1179"/>
              <a:gd name="T103" fmla="*/ 358 h 1178"/>
              <a:gd name="T104" fmla="*/ 924 w 1179"/>
              <a:gd name="T105" fmla="*/ 587 h 1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79" h="1178">
                <a:moveTo>
                  <a:pt x="861" y="1074"/>
                </a:moveTo>
                <a:lnTo>
                  <a:pt x="1074" y="860"/>
                </a:lnTo>
                <a:lnTo>
                  <a:pt x="861" y="650"/>
                </a:lnTo>
                <a:lnTo>
                  <a:pt x="650" y="863"/>
                </a:lnTo>
                <a:lnTo>
                  <a:pt x="861" y="1074"/>
                </a:lnTo>
                <a:close/>
                <a:moveTo>
                  <a:pt x="708" y="530"/>
                </a:moveTo>
                <a:cubicBezTo>
                  <a:pt x="675" y="530"/>
                  <a:pt x="648" y="554"/>
                  <a:pt x="648" y="587"/>
                </a:cubicBezTo>
                <a:cubicBezTo>
                  <a:pt x="648" y="620"/>
                  <a:pt x="675" y="645"/>
                  <a:pt x="708" y="645"/>
                </a:cubicBezTo>
                <a:cubicBezTo>
                  <a:pt x="741" y="645"/>
                  <a:pt x="765" y="620"/>
                  <a:pt x="765" y="587"/>
                </a:cubicBezTo>
                <a:cubicBezTo>
                  <a:pt x="765" y="554"/>
                  <a:pt x="741" y="530"/>
                  <a:pt x="708" y="530"/>
                </a:cubicBezTo>
                <a:close/>
                <a:moveTo>
                  <a:pt x="590" y="762"/>
                </a:moveTo>
                <a:cubicBezTo>
                  <a:pt x="623" y="762"/>
                  <a:pt x="648" y="738"/>
                  <a:pt x="648" y="705"/>
                </a:cubicBezTo>
                <a:cubicBezTo>
                  <a:pt x="648" y="673"/>
                  <a:pt x="623" y="645"/>
                  <a:pt x="590" y="645"/>
                </a:cubicBezTo>
                <a:cubicBezTo>
                  <a:pt x="557" y="645"/>
                  <a:pt x="533" y="673"/>
                  <a:pt x="533" y="705"/>
                </a:cubicBezTo>
                <a:cubicBezTo>
                  <a:pt x="533" y="738"/>
                  <a:pt x="557" y="762"/>
                  <a:pt x="590" y="762"/>
                </a:cubicBezTo>
                <a:close/>
                <a:moveTo>
                  <a:pt x="473" y="645"/>
                </a:moveTo>
                <a:cubicBezTo>
                  <a:pt x="506" y="645"/>
                  <a:pt x="533" y="620"/>
                  <a:pt x="533" y="587"/>
                </a:cubicBezTo>
                <a:cubicBezTo>
                  <a:pt x="533" y="554"/>
                  <a:pt x="506" y="530"/>
                  <a:pt x="473" y="530"/>
                </a:cubicBezTo>
                <a:cubicBezTo>
                  <a:pt x="440" y="530"/>
                  <a:pt x="415" y="554"/>
                  <a:pt x="415" y="587"/>
                </a:cubicBezTo>
                <a:cubicBezTo>
                  <a:pt x="415" y="620"/>
                  <a:pt x="440" y="645"/>
                  <a:pt x="473" y="645"/>
                </a:cubicBezTo>
                <a:close/>
                <a:moveTo>
                  <a:pt x="317" y="527"/>
                </a:moveTo>
                <a:lnTo>
                  <a:pt x="527" y="314"/>
                </a:lnTo>
                <a:lnTo>
                  <a:pt x="317" y="103"/>
                </a:lnTo>
                <a:lnTo>
                  <a:pt x="104" y="317"/>
                </a:lnTo>
                <a:lnTo>
                  <a:pt x="317" y="527"/>
                </a:lnTo>
                <a:close/>
                <a:moveTo>
                  <a:pt x="590" y="412"/>
                </a:moveTo>
                <a:cubicBezTo>
                  <a:pt x="557" y="412"/>
                  <a:pt x="533" y="438"/>
                  <a:pt x="533" y="470"/>
                </a:cubicBezTo>
                <a:cubicBezTo>
                  <a:pt x="533" y="503"/>
                  <a:pt x="557" y="530"/>
                  <a:pt x="590" y="530"/>
                </a:cubicBezTo>
                <a:cubicBezTo>
                  <a:pt x="623" y="530"/>
                  <a:pt x="648" y="503"/>
                  <a:pt x="648" y="470"/>
                </a:cubicBezTo>
                <a:cubicBezTo>
                  <a:pt x="648" y="438"/>
                  <a:pt x="623" y="412"/>
                  <a:pt x="590" y="412"/>
                </a:cubicBezTo>
                <a:close/>
                <a:moveTo>
                  <a:pt x="924" y="587"/>
                </a:moveTo>
                <a:lnTo>
                  <a:pt x="1156" y="819"/>
                </a:lnTo>
                <a:cubicBezTo>
                  <a:pt x="1178" y="841"/>
                  <a:pt x="1178" y="880"/>
                  <a:pt x="1156" y="901"/>
                </a:cubicBezTo>
                <a:lnTo>
                  <a:pt x="905" y="1156"/>
                </a:lnTo>
                <a:cubicBezTo>
                  <a:pt x="894" y="1167"/>
                  <a:pt x="880" y="1172"/>
                  <a:pt x="864" y="1172"/>
                </a:cubicBezTo>
                <a:cubicBezTo>
                  <a:pt x="847" y="1172"/>
                  <a:pt x="831" y="1167"/>
                  <a:pt x="820" y="1156"/>
                </a:cubicBezTo>
                <a:lnTo>
                  <a:pt x="590" y="923"/>
                </a:lnTo>
                <a:lnTo>
                  <a:pt x="358" y="1156"/>
                </a:lnTo>
                <a:cubicBezTo>
                  <a:pt x="336" y="1177"/>
                  <a:pt x="298" y="1177"/>
                  <a:pt x="276" y="1156"/>
                </a:cubicBezTo>
                <a:lnTo>
                  <a:pt x="22" y="901"/>
                </a:lnTo>
                <a:cubicBezTo>
                  <a:pt x="0" y="880"/>
                  <a:pt x="0" y="841"/>
                  <a:pt x="22" y="819"/>
                </a:cubicBezTo>
                <a:lnTo>
                  <a:pt x="254" y="587"/>
                </a:lnTo>
                <a:lnTo>
                  <a:pt x="22" y="358"/>
                </a:lnTo>
                <a:cubicBezTo>
                  <a:pt x="0" y="336"/>
                  <a:pt x="0" y="295"/>
                  <a:pt x="22" y="273"/>
                </a:cubicBezTo>
                <a:lnTo>
                  <a:pt x="276" y="21"/>
                </a:lnTo>
                <a:cubicBezTo>
                  <a:pt x="287" y="11"/>
                  <a:pt x="303" y="5"/>
                  <a:pt x="317" y="5"/>
                </a:cubicBezTo>
                <a:cubicBezTo>
                  <a:pt x="333" y="5"/>
                  <a:pt x="347" y="11"/>
                  <a:pt x="358" y="21"/>
                </a:cubicBezTo>
                <a:lnTo>
                  <a:pt x="590" y="254"/>
                </a:lnTo>
                <a:lnTo>
                  <a:pt x="820" y="21"/>
                </a:lnTo>
                <a:cubicBezTo>
                  <a:pt x="842" y="0"/>
                  <a:pt x="883" y="0"/>
                  <a:pt x="905" y="21"/>
                </a:cubicBezTo>
                <a:lnTo>
                  <a:pt x="1156" y="273"/>
                </a:lnTo>
                <a:cubicBezTo>
                  <a:pt x="1178" y="295"/>
                  <a:pt x="1178" y="336"/>
                  <a:pt x="1156" y="358"/>
                </a:cubicBezTo>
                <a:lnTo>
                  <a:pt x="924" y="58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8" name="Freeform 137"/>
          <p:cNvSpPr>
            <a:spLocks noChangeArrowheads="1"/>
          </p:cNvSpPr>
          <p:nvPr/>
        </p:nvSpPr>
        <p:spPr bwMode="auto">
          <a:xfrm>
            <a:off x="5357814" y="5830888"/>
            <a:ext cx="377825" cy="400050"/>
          </a:xfrm>
          <a:custGeom>
            <a:avLst/>
            <a:gdLst>
              <a:gd name="T0" fmla="*/ 525 w 1050"/>
              <a:gd name="T1" fmla="*/ 0 h 1110"/>
              <a:gd name="T2" fmla="*/ 1049 w 1050"/>
              <a:gd name="T3" fmla="*/ 524 h 1110"/>
              <a:gd name="T4" fmla="*/ 1049 w 1050"/>
              <a:gd name="T5" fmla="*/ 934 h 1110"/>
              <a:gd name="T6" fmla="*/ 874 w 1050"/>
              <a:gd name="T7" fmla="*/ 1109 h 1110"/>
              <a:gd name="T8" fmla="*/ 699 w 1050"/>
              <a:gd name="T9" fmla="*/ 1109 h 1110"/>
              <a:gd name="T10" fmla="*/ 699 w 1050"/>
              <a:gd name="T11" fmla="*/ 642 h 1110"/>
              <a:gd name="T12" fmla="*/ 932 w 1050"/>
              <a:gd name="T13" fmla="*/ 642 h 1110"/>
              <a:gd name="T14" fmla="*/ 932 w 1050"/>
              <a:gd name="T15" fmla="*/ 524 h 1110"/>
              <a:gd name="T16" fmla="*/ 525 w 1050"/>
              <a:gd name="T17" fmla="*/ 117 h 1110"/>
              <a:gd name="T18" fmla="*/ 117 w 1050"/>
              <a:gd name="T19" fmla="*/ 524 h 1110"/>
              <a:gd name="T20" fmla="*/ 117 w 1050"/>
              <a:gd name="T21" fmla="*/ 642 h 1110"/>
              <a:gd name="T22" fmla="*/ 350 w 1050"/>
              <a:gd name="T23" fmla="*/ 642 h 1110"/>
              <a:gd name="T24" fmla="*/ 350 w 1050"/>
              <a:gd name="T25" fmla="*/ 1109 h 1110"/>
              <a:gd name="T26" fmla="*/ 175 w 1050"/>
              <a:gd name="T27" fmla="*/ 1109 h 1110"/>
              <a:gd name="T28" fmla="*/ 0 w 1050"/>
              <a:gd name="T29" fmla="*/ 934 h 1110"/>
              <a:gd name="T30" fmla="*/ 0 w 1050"/>
              <a:gd name="T31" fmla="*/ 524 h 1110"/>
              <a:gd name="T32" fmla="*/ 525 w 1050"/>
              <a:gd name="T33" fmla="*/ 0 h 1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50" h="1110">
                <a:moveTo>
                  <a:pt x="525" y="0"/>
                </a:moveTo>
                <a:cubicBezTo>
                  <a:pt x="814" y="0"/>
                  <a:pt x="1049" y="235"/>
                  <a:pt x="1049" y="524"/>
                </a:cubicBezTo>
                <a:lnTo>
                  <a:pt x="1049" y="934"/>
                </a:lnTo>
                <a:cubicBezTo>
                  <a:pt x="1049" y="1030"/>
                  <a:pt x="970" y="1109"/>
                  <a:pt x="874" y="1109"/>
                </a:cubicBezTo>
                <a:lnTo>
                  <a:pt x="699" y="1109"/>
                </a:lnTo>
                <a:lnTo>
                  <a:pt x="699" y="642"/>
                </a:lnTo>
                <a:lnTo>
                  <a:pt x="932" y="642"/>
                </a:lnTo>
                <a:lnTo>
                  <a:pt x="932" y="524"/>
                </a:lnTo>
                <a:cubicBezTo>
                  <a:pt x="932" y="298"/>
                  <a:pt x="751" y="117"/>
                  <a:pt x="525" y="117"/>
                </a:cubicBezTo>
                <a:cubicBezTo>
                  <a:pt x="298" y="117"/>
                  <a:pt x="117" y="298"/>
                  <a:pt x="117" y="524"/>
                </a:cubicBezTo>
                <a:lnTo>
                  <a:pt x="117" y="642"/>
                </a:lnTo>
                <a:lnTo>
                  <a:pt x="350" y="642"/>
                </a:lnTo>
                <a:lnTo>
                  <a:pt x="350" y="1109"/>
                </a:lnTo>
                <a:lnTo>
                  <a:pt x="175" y="1109"/>
                </a:lnTo>
                <a:cubicBezTo>
                  <a:pt x="79" y="1109"/>
                  <a:pt x="0" y="1030"/>
                  <a:pt x="0" y="934"/>
                </a:cubicBezTo>
                <a:lnTo>
                  <a:pt x="0" y="524"/>
                </a:lnTo>
                <a:cubicBezTo>
                  <a:pt x="0" y="235"/>
                  <a:pt x="235" y="0"/>
                  <a:pt x="525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9" name="Freeform 138"/>
          <p:cNvSpPr>
            <a:spLocks noChangeArrowheads="1"/>
          </p:cNvSpPr>
          <p:nvPr/>
        </p:nvSpPr>
        <p:spPr bwMode="auto">
          <a:xfrm>
            <a:off x="6432551" y="5799138"/>
            <a:ext cx="377825" cy="463550"/>
          </a:xfrm>
          <a:custGeom>
            <a:avLst/>
            <a:gdLst>
              <a:gd name="T0" fmla="*/ 524 w 1050"/>
              <a:gd name="T1" fmla="*/ 0 h 1286"/>
              <a:gd name="T2" fmla="*/ 1049 w 1050"/>
              <a:gd name="T3" fmla="*/ 525 h 1286"/>
              <a:gd name="T4" fmla="*/ 1049 w 1050"/>
              <a:gd name="T5" fmla="*/ 1110 h 1286"/>
              <a:gd name="T6" fmla="*/ 874 w 1050"/>
              <a:gd name="T7" fmla="*/ 1285 h 1286"/>
              <a:gd name="T8" fmla="*/ 524 w 1050"/>
              <a:gd name="T9" fmla="*/ 1285 h 1286"/>
              <a:gd name="T10" fmla="*/ 524 w 1050"/>
              <a:gd name="T11" fmla="*/ 1167 h 1286"/>
              <a:gd name="T12" fmla="*/ 931 w 1050"/>
              <a:gd name="T13" fmla="*/ 1167 h 1286"/>
              <a:gd name="T14" fmla="*/ 931 w 1050"/>
              <a:gd name="T15" fmla="*/ 1110 h 1286"/>
              <a:gd name="T16" fmla="*/ 699 w 1050"/>
              <a:gd name="T17" fmla="*/ 1110 h 1286"/>
              <a:gd name="T18" fmla="*/ 699 w 1050"/>
              <a:gd name="T19" fmla="*/ 643 h 1286"/>
              <a:gd name="T20" fmla="*/ 931 w 1050"/>
              <a:gd name="T21" fmla="*/ 643 h 1286"/>
              <a:gd name="T22" fmla="*/ 931 w 1050"/>
              <a:gd name="T23" fmla="*/ 525 h 1286"/>
              <a:gd name="T24" fmla="*/ 524 w 1050"/>
              <a:gd name="T25" fmla="*/ 118 h 1286"/>
              <a:gd name="T26" fmla="*/ 117 w 1050"/>
              <a:gd name="T27" fmla="*/ 525 h 1286"/>
              <a:gd name="T28" fmla="*/ 117 w 1050"/>
              <a:gd name="T29" fmla="*/ 643 h 1286"/>
              <a:gd name="T30" fmla="*/ 349 w 1050"/>
              <a:gd name="T31" fmla="*/ 643 h 1286"/>
              <a:gd name="T32" fmla="*/ 349 w 1050"/>
              <a:gd name="T33" fmla="*/ 1110 h 1286"/>
              <a:gd name="T34" fmla="*/ 174 w 1050"/>
              <a:gd name="T35" fmla="*/ 1110 h 1286"/>
              <a:gd name="T36" fmla="*/ 0 w 1050"/>
              <a:gd name="T37" fmla="*/ 935 h 1286"/>
              <a:gd name="T38" fmla="*/ 0 w 1050"/>
              <a:gd name="T39" fmla="*/ 525 h 1286"/>
              <a:gd name="T40" fmla="*/ 524 w 1050"/>
              <a:gd name="T41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50" h="1286">
                <a:moveTo>
                  <a:pt x="524" y="0"/>
                </a:moveTo>
                <a:cubicBezTo>
                  <a:pt x="814" y="0"/>
                  <a:pt x="1049" y="235"/>
                  <a:pt x="1049" y="525"/>
                </a:cubicBezTo>
                <a:lnTo>
                  <a:pt x="1049" y="1110"/>
                </a:lnTo>
                <a:cubicBezTo>
                  <a:pt x="1049" y="1205"/>
                  <a:pt x="970" y="1285"/>
                  <a:pt x="874" y="1285"/>
                </a:cubicBezTo>
                <a:lnTo>
                  <a:pt x="524" y="1285"/>
                </a:lnTo>
                <a:lnTo>
                  <a:pt x="524" y="1167"/>
                </a:lnTo>
                <a:lnTo>
                  <a:pt x="931" y="1167"/>
                </a:lnTo>
                <a:lnTo>
                  <a:pt x="931" y="1110"/>
                </a:lnTo>
                <a:lnTo>
                  <a:pt x="699" y="1110"/>
                </a:lnTo>
                <a:lnTo>
                  <a:pt x="699" y="643"/>
                </a:lnTo>
                <a:lnTo>
                  <a:pt x="931" y="643"/>
                </a:lnTo>
                <a:lnTo>
                  <a:pt x="931" y="525"/>
                </a:lnTo>
                <a:cubicBezTo>
                  <a:pt x="931" y="298"/>
                  <a:pt x="751" y="118"/>
                  <a:pt x="524" y="118"/>
                </a:cubicBezTo>
                <a:cubicBezTo>
                  <a:pt x="297" y="118"/>
                  <a:pt x="117" y="298"/>
                  <a:pt x="117" y="525"/>
                </a:cubicBezTo>
                <a:lnTo>
                  <a:pt x="117" y="643"/>
                </a:lnTo>
                <a:lnTo>
                  <a:pt x="349" y="643"/>
                </a:lnTo>
                <a:lnTo>
                  <a:pt x="349" y="1110"/>
                </a:lnTo>
                <a:lnTo>
                  <a:pt x="174" y="1110"/>
                </a:lnTo>
                <a:cubicBezTo>
                  <a:pt x="79" y="1110"/>
                  <a:pt x="0" y="1031"/>
                  <a:pt x="0" y="935"/>
                </a:cubicBezTo>
                <a:lnTo>
                  <a:pt x="0" y="525"/>
                </a:lnTo>
                <a:cubicBezTo>
                  <a:pt x="0" y="235"/>
                  <a:pt x="235" y="0"/>
                  <a:pt x="524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0" name="Freeform 139"/>
          <p:cNvSpPr>
            <a:spLocks noChangeArrowheads="1"/>
          </p:cNvSpPr>
          <p:nvPr/>
        </p:nvSpPr>
        <p:spPr bwMode="auto">
          <a:xfrm>
            <a:off x="7464426" y="5903913"/>
            <a:ext cx="461963" cy="252412"/>
          </a:xfrm>
          <a:custGeom>
            <a:avLst/>
            <a:gdLst>
              <a:gd name="T0" fmla="*/ 934 w 1285"/>
              <a:gd name="T1" fmla="*/ 582 h 700"/>
              <a:gd name="T2" fmla="*/ 1167 w 1285"/>
              <a:gd name="T3" fmla="*/ 350 h 700"/>
              <a:gd name="T4" fmla="*/ 934 w 1285"/>
              <a:gd name="T5" fmla="*/ 117 h 700"/>
              <a:gd name="T6" fmla="*/ 699 w 1285"/>
              <a:gd name="T7" fmla="*/ 350 h 700"/>
              <a:gd name="T8" fmla="*/ 934 w 1285"/>
              <a:gd name="T9" fmla="*/ 582 h 700"/>
              <a:gd name="T10" fmla="*/ 934 w 1285"/>
              <a:gd name="T11" fmla="*/ 0 h 700"/>
              <a:gd name="T12" fmla="*/ 1284 w 1285"/>
              <a:gd name="T13" fmla="*/ 350 h 700"/>
              <a:gd name="T14" fmla="*/ 934 w 1285"/>
              <a:gd name="T15" fmla="*/ 699 h 700"/>
              <a:gd name="T16" fmla="*/ 584 w 1285"/>
              <a:gd name="T17" fmla="*/ 350 h 700"/>
              <a:gd name="T18" fmla="*/ 934 w 1285"/>
              <a:gd name="T19" fmla="*/ 0 h 700"/>
              <a:gd name="T20" fmla="*/ 235 w 1285"/>
              <a:gd name="T21" fmla="*/ 117 h 700"/>
              <a:gd name="T22" fmla="*/ 467 w 1285"/>
              <a:gd name="T23" fmla="*/ 350 h 700"/>
              <a:gd name="T24" fmla="*/ 235 w 1285"/>
              <a:gd name="T25" fmla="*/ 582 h 700"/>
              <a:gd name="T26" fmla="*/ 0 w 1285"/>
              <a:gd name="T27" fmla="*/ 350 h 700"/>
              <a:gd name="T28" fmla="*/ 235 w 1285"/>
              <a:gd name="T29" fmla="*/ 11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5" h="700">
                <a:moveTo>
                  <a:pt x="934" y="582"/>
                </a:moveTo>
                <a:cubicBezTo>
                  <a:pt x="1063" y="582"/>
                  <a:pt x="1167" y="479"/>
                  <a:pt x="1167" y="350"/>
                </a:cubicBezTo>
                <a:cubicBezTo>
                  <a:pt x="1167" y="222"/>
                  <a:pt x="1063" y="117"/>
                  <a:pt x="934" y="117"/>
                </a:cubicBezTo>
                <a:cubicBezTo>
                  <a:pt x="806" y="117"/>
                  <a:pt x="699" y="222"/>
                  <a:pt x="699" y="350"/>
                </a:cubicBezTo>
                <a:cubicBezTo>
                  <a:pt x="699" y="479"/>
                  <a:pt x="806" y="582"/>
                  <a:pt x="934" y="582"/>
                </a:cubicBezTo>
                <a:close/>
                <a:moveTo>
                  <a:pt x="934" y="0"/>
                </a:moveTo>
                <a:cubicBezTo>
                  <a:pt x="1128" y="0"/>
                  <a:pt x="1284" y="156"/>
                  <a:pt x="1284" y="350"/>
                </a:cubicBezTo>
                <a:cubicBezTo>
                  <a:pt x="1284" y="544"/>
                  <a:pt x="1128" y="699"/>
                  <a:pt x="934" y="699"/>
                </a:cubicBezTo>
                <a:cubicBezTo>
                  <a:pt x="740" y="699"/>
                  <a:pt x="584" y="544"/>
                  <a:pt x="584" y="350"/>
                </a:cubicBezTo>
                <a:cubicBezTo>
                  <a:pt x="584" y="156"/>
                  <a:pt x="740" y="0"/>
                  <a:pt x="934" y="0"/>
                </a:cubicBezTo>
                <a:close/>
                <a:moveTo>
                  <a:pt x="235" y="117"/>
                </a:moveTo>
                <a:cubicBezTo>
                  <a:pt x="363" y="117"/>
                  <a:pt x="467" y="222"/>
                  <a:pt x="467" y="350"/>
                </a:cubicBezTo>
                <a:cubicBezTo>
                  <a:pt x="467" y="479"/>
                  <a:pt x="363" y="582"/>
                  <a:pt x="235" y="582"/>
                </a:cubicBezTo>
                <a:cubicBezTo>
                  <a:pt x="106" y="582"/>
                  <a:pt x="0" y="479"/>
                  <a:pt x="0" y="350"/>
                </a:cubicBezTo>
                <a:cubicBezTo>
                  <a:pt x="0" y="222"/>
                  <a:pt x="106" y="117"/>
                  <a:pt x="23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1" name="Freeform 140"/>
          <p:cNvSpPr>
            <a:spLocks noChangeArrowheads="1"/>
          </p:cNvSpPr>
          <p:nvPr/>
        </p:nvSpPr>
        <p:spPr bwMode="auto">
          <a:xfrm>
            <a:off x="8539163" y="5903913"/>
            <a:ext cx="463550" cy="252412"/>
          </a:xfrm>
          <a:custGeom>
            <a:avLst/>
            <a:gdLst>
              <a:gd name="T0" fmla="*/ 235 w 1286"/>
              <a:gd name="T1" fmla="*/ 467 h 700"/>
              <a:gd name="T2" fmla="*/ 350 w 1286"/>
              <a:gd name="T3" fmla="*/ 350 h 700"/>
              <a:gd name="T4" fmla="*/ 235 w 1286"/>
              <a:gd name="T5" fmla="*/ 232 h 700"/>
              <a:gd name="T6" fmla="*/ 118 w 1286"/>
              <a:gd name="T7" fmla="*/ 350 h 700"/>
              <a:gd name="T8" fmla="*/ 235 w 1286"/>
              <a:gd name="T9" fmla="*/ 467 h 700"/>
              <a:gd name="T10" fmla="*/ 235 w 1286"/>
              <a:gd name="T11" fmla="*/ 117 h 700"/>
              <a:gd name="T12" fmla="*/ 468 w 1286"/>
              <a:gd name="T13" fmla="*/ 350 h 700"/>
              <a:gd name="T14" fmla="*/ 235 w 1286"/>
              <a:gd name="T15" fmla="*/ 582 h 700"/>
              <a:gd name="T16" fmla="*/ 0 w 1286"/>
              <a:gd name="T17" fmla="*/ 350 h 700"/>
              <a:gd name="T18" fmla="*/ 235 w 1286"/>
              <a:gd name="T19" fmla="*/ 117 h 700"/>
              <a:gd name="T20" fmla="*/ 935 w 1286"/>
              <a:gd name="T21" fmla="*/ 0 h 700"/>
              <a:gd name="T22" fmla="*/ 1285 w 1286"/>
              <a:gd name="T23" fmla="*/ 350 h 700"/>
              <a:gd name="T24" fmla="*/ 935 w 1286"/>
              <a:gd name="T25" fmla="*/ 699 h 700"/>
              <a:gd name="T26" fmla="*/ 585 w 1286"/>
              <a:gd name="T27" fmla="*/ 350 h 700"/>
              <a:gd name="T28" fmla="*/ 935 w 1286"/>
              <a:gd name="T29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6" h="700">
                <a:moveTo>
                  <a:pt x="235" y="467"/>
                </a:moveTo>
                <a:cubicBezTo>
                  <a:pt x="298" y="467"/>
                  <a:pt x="350" y="413"/>
                  <a:pt x="350" y="350"/>
                </a:cubicBezTo>
                <a:cubicBezTo>
                  <a:pt x="350" y="288"/>
                  <a:pt x="298" y="232"/>
                  <a:pt x="235" y="232"/>
                </a:cubicBezTo>
                <a:cubicBezTo>
                  <a:pt x="172" y="232"/>
                  <a:pt x="118" y="288"/>
                  <a:pt x="118" y="350"/>
                </a:cubicBezTo>
                <a:cubicBezTo>
                  <a:pt x="118" y="413"/>
                  <a:pt x="172" y="467"/>
                  <a:pt x="235" y="467"/>
                </a:cubicBezTo>
                <a:close/>
                <a:moveTo>
                  <a:pt x="235" y="117"/>
                </a:moveTo>
                <a:cubicBezTo>
                  <a:pt x="364" y="117"/>
                  <a:pt x="468" y="222"/>
                  <a:pt x="468" y="350"/>
                </a:cubicBezTo>
                <a:cubicBezTo>
                  <a:pt x="468" y="479"/>
                  <a:pt x="364" y="582"/>
                  <a:pt x="235" y="582"/>
                </a:cubicBezTo>
                <a:cubicBezTo>
                  <a:pt x="107" y="582"/>
                  <a:pt x="0" y="479"/>
                  <a:pt x="0" y="350"/>
                </a:cubicBezTo>
                <a:cubicBezTo>
                  <a:pt x="0" y="222"/>
                  <a:pt x="107" y="117"/>
                  <a:pt x="235" y="117"/>
                </a:cubicBezTo>
                <a:close/>
                <a:moveTo>
                  <a:pt x="935" y="0"/>
                </a:moveTo>
                <a:cubicBezTo>
                  <a:pt x="1129" y="0"/>
                  <a:pt x="1285" y="156"/>
                  <a:pt x="1285" y="350"/>
                </a:cubicBezTo>
                <a:cubicBezTo>
                  <a:pt x="1285" y="544"/>
                  <a:pt x="1129" y="699"/>
                  <a:pt x="935" y="699"/>
                </a:cubicBezTo>
                <a:cubicBezTo>
                  <a:pt x="741" y="699"/>
                  <a:pt x="585" y="544"/>
                  <a:pt x="585" y="350"/>
                </a:cubicBezTo>
                <a:cubicBezTo>
                  <a:pt x="585" y="156"/>
                  <a:pt x="741" y="0"/>
                  <a:pt x="935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2" name="Freeform 141"/>
          <p:cNvSpPr>
            <a:spLocks noChangeArrowheads="1"/>
          </p:cNvSpPr>
          <p:nvPr/>
        </p:nvSpPr>
        <p:spPr bwMode="auto">
          <a:xfrm>
            <a:off x="9656764" y="5967413"/>
            <a:ext cx="377825" cy="125412"/>
          </a:xfrm>
          <a:custGeom>
            <a:avLst/>
            <a:gdLst>
              <a:gd name="T0" fmla="*/ 583 w 1051"/>
              <a:gd name="T1" fmla="*/ 262 h 350"/>
              <a:gd name="T2" fmla="*/ 583 w 1051"/>
              <a:gd name="T3" fmla="*/ 87 h 350"/>
              <a:gd name="T4" fmla="*/ 468 w 1051"/>
              <a:gd name="T5" fmla="*/ 87 h 350"/>
              <a:gd name="T6" fmla="*/ 468 w 1051"/>
              <a:gd name="T7" fmla="*/ 262 h 350"/>
              <a:gd name="T8" fmla="*/ 583 w 1051"/>
              <a:gd name="T9" fmla="*/ 262 h 350"/>
              <a:gd name="T10" fmla="*/ 670 w 1051"/>
              <a:gd name="T11" fmla="*/ 87 h 350"/>
              <a:gd name="T12" fmla="*/ 670 w 1051"/>
              <a:gd name="T13" fmla="*/ 262 h 350"/>
              <a:gd name="T14" fmla="*/ 583 w 1051"/>
              <a:gd name="T15" fmla="*/ 349 h 350"/>
              <a:gd name="T16" fmla="*/ 380 w 1051"/>
              <a:gd name="T17" fmla="*/ 349 h 350"/>
              <a:gd name="T18" fmla="*/ 380 w 1051"/>
              <a:gd name="T19" fmla="*/ 0 h 350"/>
              <a:gd name="T20" fmla="*/ 583 w 1051"/>
              <a:gd name="T21" fmla="*/ 0 h 350"/>
              <a:gd name="T22" fmla="*/ 670 w 1051"/>
              <a:gd name="T23" fmla="*/ 87 h 350"/>
              <a:gd name="T24" fmla="*/ 205 w 1051"/>
              <a:gd name="T25" fmla="*/ 117 h 350"/>
              <a:gd name="T26" fmla="*/ 205 w 1051"/>
              <a:gd name="T27" fmla="*/ 0 h 350"/>
              <a:gd name="T28" fmla="*/ 293 w 1051"/>
              <a:gd name="T29" fmla="*/ 0 h 350"/>
              <a:gd name="T30" fmla="*/ 293 w 1051"/>
              <a:gd name="T31" fmla="*/ 349 h 350"/>
              <a:gd name="T32" fmla="*/ 205 w 1051"/>
              <a:gd name="T33" fmla="*/ 349 h 350"/>
              <a:gd name="T34" fmla="*/ 205 w 1051"/>
              <a:gd name="T35" fmla="*/ 205 h 350"/>
              <a:gd name="T36" fmla="*/ 88 w 1051"/>
              <a:gd name="T37" fmla="*/ 205 h 350"/>
              <a:gd name="T38" fmla="*/ 88 w 1051"/>
              <a:gd name="T39" fmla="*/ 349 h 350"/>
              <a:gd name="T40" fmla="*/ 0 w 1051"/>
              <a:gd name="T41" fmla="*/ 349 h 350"/>
              <a:gd name="T42" fmla="*/ 0 w 1051"/>
              <a:gd name="T43" fmla="*/ 0 h 350"/>
              <a:gd name="T44" fmla="*/ 88 w 1051"/>
              <a:gd name="T45" fmla="*/ 0 h 350"/>
              <a:gd name="T46" fmla="*/ 88 w 1051"/>
              <a:gd name="T47" fmla="*/ 117 h 350"/>
              <a:gd name="T48" fmla="*/ 205 w 1051"/>
              <a:gd name="T49" fmla="*/ 117 h 350"/>
              <a:gd name="T50" fmla="*/ 962 w 1051"/>
              <a:gd name="T51" fmla="*/ 144 h 350"/>
              <a:gd name="T52" fmla="*/ 962 w 1051"/>
              <a:gd name="T53" fmla="*/ 87 h 350"/>
              <a:gd name="T54" fmla="*/ 845 w 1051"/>
              <a:gd name="T55" fmla="*/ 87 h 350"/>
              <a:gd name="T56" fmla="*/ 845 w 1051"/>
              <a:gd name="T57" fmla="*/ 144 h 350"/>
              <a:gd name="T58" fmla="*/ 962 w 1051"/>
              <a:gd name="T59" fmla="*/ 144 h 350"/>
              <a:gd name="T60" fmla="*/ 998 w 1051"/>
              <a:gd name="T61" fmla="*/ 226 h 350"/>
              <a:gd name="T62" fmla="*/ 1050 w 1051"/>
              <a:gd name="T63" fmla="*/ 349 h 350"/>
              <a:gd name="T64" fmla="*/ 962 w 1051"/>
              <a:gd name="T65" fmla="*/ 349 h 350"/>
              <a:gd name="T66" fmla="*/ 910 w 1051"/>
              <a:gd name="T67" fmla="*/ 232 h 350"/>
              <a:gd name="T68" fmla="*/ 845 w 1051"/>
              <a:gd name="T69" fmla="*/ 232 h 350"/>
              <a:gd name="T70" fmla="*/ 845 w 1051"/>
              <a:gd name="T71" fmla="*/ 349 h 350"/>
              <a:gd name="T72" fmla="*/ 757 w 1051"/>
              <a:gd name="T73" fmla="*/ 349 h 350"/>
              <a:gd name="T74" fmla="*/ 757 w 1051"/>
              <a:gd name="T75" fmla="*/ 0 h 350"/>
              <a:gd name="T76" fmla="*/ 962 w 1051"/>
              <a:gd name="T77" fmla="*/ 0 h 350"/>
              <a:gd name="T78" fmla="*/ 1050 w 1051"/>
              <a:gd name="T79" fmla="*/ 87 h 350"/>
              <a:gd name="T80" fmla="*/ 1050 w 1051"/>
              <a:gd name="T81" fmla="*/ 144 h 350"/>
              <a:gd name="T82" fmla="*/ 998 w 1051"/>
              <a:gd name="T83" fmla="*/ 226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350">
                <a:moveTo>
                  <a:pt x="583" y="262"/>
                </a:moveTo>
                <a:lnTo>
                  <a:pt x="583" y="87"/>
                </a:lnTo>
                <a:lnTo>
                  <a:pt x="468" y="87"/>
                </a:lnTo>
                <a:lnTo>
                  <a:pt x="468" y="262"/>
                </a:lnTo>
                <a:lnTo>
                  <a:pt x="583" y="262"/>
                </a:lnTo>
                <a:close/>
                <a:moveTo>
                  <a:pt x="670" y="87"/>
                </a:moveTo>
                <a:lnTo>
                  <a:pt x="670" y="262"/>
                </a:lnTo>
                <a:cubicBezTo>
                  <a:pt x="670" y="308"/>
                  <a:pt x="629" y="349"/>
                  <a:pt x="583" y="349"/>
                </a:cubicBezTo>
                <a:lnTo>
                  <a:pt x="380" y="349"/>
                </a:lnTo>
                <a:lnTo>
                  <a:pt x="380" y="0"/>
                </a:lnTo>
                <a:lnTo>
                  <a:pt x="583" y="0"/>
                </a:lnTo>
                <a:cubicBezTo>
                  <a:pt x="629" y="0"/>
                  <a:pt x="670" y="41"/>
                  <a:pt x="670" y="87"/>
                </a:cubicBezTo>
                <a:close/>
                <a:moveTo>
                  <a:pt x="205" y="117"/>
                </a:moveTo>
                <a:lnTo>
                  <a:pt x="205" y="0"/>
                </a:lnTo>
                <a:lnTo>
                  <a:pt x="293" y="0"/>
                </a:lnTo>
                <a:lnTo>
                  <a:pt x="293" y="349"/>
                </a:lnTo>
                <a:lnTo>
                  <a:pt x="205" y="349"/>
                </a:lnTo>
                <a:lnTo>
                  <a:pt x="205" y="205"/>
                </a:lnTo>
                <a:lnTo>
                  <a:pt x="88" y="205"/>
                </a:lnTo>
                <a:lnTo>
                  <a:pt x="88" y="349"/>
                </a:lnTo>
                <a:lnTo>
                  <a:pt x="0" y="349"/>
                </a:lnTo>
                <a:lnTo>
                  <a:pt x="0" y="0"/>
                </a:lnTo>
                <a:lnTo>
                  <a:pt x="88" y="0"/>
                </a:lnTo>
                <a:lnTo>
                  <a:pt x="88" y="117"/>
                </a:lnTo>
                <a:lnTo>
                  <a:pt x="205" y="117"/>
                </a:lnTo>
                <a:close/>
                <a:moveTo>
                  <a:pt x="962" y="144"/>
                </a:moveTo>
                <a:lnTo>
                  <a:pt x="962" y="87"/>
                </a:lnTo>
                <a:lnTo>
                  <a:pt x="845" y="87"/>
                </a:lnTo>
                <a:lnTo>
                  <a:pt x="845" y="144"/>
                </a:lnTo>
                <a:lnTo>
                  <a:pt x="962" y="144"/>
                </a:lnTo>
                <a:close/>
                <a:moveTo>
                  <a:pt x="998" y="226"/>
                </a:moveTo>
                <a:lnTo>
                  <a:pt x="1050" y="349"/>
                </a:lnTo>
                <a:lnTo>
                  <a:pt x="962" y="349"/>
                </a:lnTo>
                <a:lnTo>
                  <a:pt x="910" y="232"/>
                </a:lnTo>
                <a:lnTo>
                  <a:pt x="845" y="232"/>
                </a:lnTo>
                <a:lnTo>
                  <a:pt x="845" y="349"/>
                </a:lnTo>
                <a:lnTo>
                  <a:pt x="757" y="349"/>
                </a:lnTo>
                <a:lnTo>
                  <a:pt x="757" y="0"/>
                </a:lnTo>
                <a:lnTo>
                  <a:pt x="962" y="0"/>
                </a:lnTo>
                <a:cubicBezTo>
                  <a:pt x="1009" y="0"/>
                  <a:pt x="1050" y="41"/>
                  <a:pt x="1050" y="87"/>
                </a:cubicBezTo>
                <a:lnTo>
                  <a:pt x="1050" y="144"/>
                </a:lnTo>
                <a:cubicBezTo>
                  <a:pt x="1050" y="180"/>
                  <a:pt x="1028" y="210"/>
                  <a:pt x="998" y="22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3" name="Freeform 142"/>
          <p:cNvSpPr>
            <a:spLocks noChangeArrowheads="1"/>
          </p:cNvSpPr>
          <p:nvPr/>
        </p:nvSpPr>
        <p:spPr bwMode="auto">
          <a:xfrm>
            <a:off x="10709276" y="5819776"/>
            <a:ext cx="423863" cy="422275"/>
          </a:xfrm>
          <a:custGeom>
            <a:avLst/>
            <a:gdLst>
              <a:gd name="T0" fmla="*/ 63 w 1179"/>
              <a:gd name="T1" fmla="*/ 0 h 1174"/>
              <a:gd name="T2" fmla="*/ 1178 w 1179"/>
              <a:gd name="T3" fmla="*/ 1110 h 1174"/>
              <a:gd name="T4" fmla="*/ 1112 w 1179"/>
              <a:gd name="T5" fmla="*/ 1173 h 1174"/>
              <a:gd name="T6" fmla="*/ 669 w 1179"/>
              <a:gd name="T7" fmla="*/ 730 h 1174"/>
              <a:gd name="T8" fmla="*/ 473 w 1179"/>
              <a:gd name="T9" fmla="*/ 730 h 1174"/>
              <a:gd name="T10" fmla="*/ 473 w 1179"/>
              <a:gd name="T11" fmla="*/ 530 h 1174"/>
              <a:gd name="T12" fmla="*/ 385 w 1179"/>
              <a:gd name="T13" fmla="*/ 443 h 1174"/>
              <a:gd name="T14" fmla="*/ 385 w 1179"/>
              <a:gd name="T15" fmla="*/ 730 h 1174"/>
              <a:gd name="T16" fmla="*/ 298 w 1179"/>
              <a:gd name="T17" fmla="*/ 730 h 1174"/>
              <a:gd name="T18" fmla="*/ 298 w 1179"/>
              <a:gd name="T19" fmla="*/ 585 h 1174"/>
              <a:gd name="T20" fmla="*/ 180 w 1179"/>
              <a:gd name="T21" fmla="*/ 585 h 1174"/>
              <a:gd name="T22" fmla="*/ 180 w 1179"/>
              <a:gd name="T23" fmla="*/ 730 h 1174"/>
              <a:gd name="T24" fmla="*/ 93 w 1179"/>
              <a:gd name="T25" fmla="*/ 730 h 1174"/>
              <a:gd name="T26" fmla="*/ 93 w 1179"/>
              <a:gd name="T27" fmla="*/ 380 h 1174"/>
              <a:gd name="T28" fmla="*/ 180 w 1179"/>
              <a:gd name="T29" fmla="*/ 380 h 1174"/>
              <a:gd name="T30" fmla="*/ 180 w 1179"/>
              <a:gd name="T31" fmla="*/ 498 h 1174"/>
              <a:gd name="T32" fmla="*/ 298 w 1179"/>
              <a:gd name="T33" fmla="*/ 498 h 1174"/>
              <a:gd name="T34" fmla="*/ 298 w 1179"/>
              <a:gd name="T35" fmla="*/ 380 h 1174"/>
              <a:gd name="T36" fmla="*/ 320 w 1179"/>
              <a:gd name="T37" fmla="*/ 380 h 1174"/>
              <a:gd name="T38" fmla="*/ 0 w 1179"/>
              <a:gd name="T39" fmla="*/ 60 h 1174"/>
              <a:gd name="T40" fmla="*/ 63 w 1179"/>
              <a:gd name="T41" fmla="*/ 0 h 1174"/>
              <a:gd name="T42" fmla="*/ 675 w 1179"/>
              <a:gd name="T43" fmla="*/ 468 h 1174"/>
              <a:gd name="T44" fmla="*/ 653 w 1179"/>
              <a:gd name="T45" fmla="*/ 468 h 1174"/>
              <a:gd name="T46" fmla="*/ 566 w 1179"/>
              <a:gd name="T47" fmla="*/ 380 h 1174"/>
              <a:gd name="T48" fmla="*/ 675 w 1179"/>
              <a:gd name="T49" fmla="*/ 380 h 1174"/>
              <a:gd name="T50" fmla="*/ 762 w 1179"/>
              <a:gd name="T51" fmla="*/ 468 h 1174"/>
              <a:gd name="T52" fmla="*/ 762 w 1179"/>
              <a:gd name="T53" fmla="*/ 580 h 1174"/>
              <a:gd name="T54" fmla="*/ 675 w 1179"/>
              <a:gd name="T55" fmla="*/ 492 h 1174"/>
              <a:gd name="T56" fmla="*/ 675 w 1179"/>
              <a:gd name="T57" fmla="*/ 468 h 1174"/>
              <a:gd name="T58" fmla="*/ 937 w 1179"/>
              <a:gd name="T59" fmla="*/ 468 h 1174"/>
              <a:gd name="T60" fmla="*/ 937 w 1179"/>
              <a:gd name="T61" fmla="*/ 525 h 1174"/>
              <a:gd name="T62" fmla="*/ 1055 w 1179"/>
              <a:gd name="T63" fmla="*/ 525 h 1174"/>
              <a:gd name="T64" fmla="*/ 1055 w 1179"/>
              <a:gd name="T65" fmla="*/ 468 h 1174"/>
              <a:gd name="T66" fmla="*/ 937 w 1179"/>
              <a:gd name="T67" fmla="*/ 468 h 1174"/>
              <a:gd name="T68" fmla="*/ 937 w 1179"/>
              <a:gd name="T69" fmla="*/ 730 h 1174"/>
              <a:gd name="T70" fmla="*/ 915 w 1179"/>
              <a:gd name="T71" fmla="*/ 730 h 1174"/>
              <a:gd name="T72" fmla="*/ 850 w 1179"/>
              <a:gd name="T73" fmla="*/ 667 h 1174"/>
              <a:gd name="T74" fmla="*/ 850 w 1179"/>
              <a:gd name="T75" fmla="*/ 380 h 1174"/>
              <a:gd name="T76" fmla="*/ 1055 w 1179"/>
              <a:gd name="T77" fmla="*/ 380 h 1174"/>
              <a:gd name="T78" fmla="*/ 1142 w 1179"/>
              <a:gd name="T79" fmla="*/ 468 h 1174"/>
              <a:gd name="T80" fmla="*/ 1142 w 1179"/>
              <a:gd name="T81" fmla="*/ 525 h 1174"/>
              <a:gd name="T82" fmla="*/ 1090 w 1179"/>
              <a:gd name="T83" fmla="*/ 607 h 1174"/>
              <a:gd name="T84" fmla="*/ 1142 w 1179"/>
              <a:gd name="T85" fmla="*/ 730 h 1174"/>
              <a:gd name="T86" fmla="*/ 1055 w 1179"/>
              <a:gd name="T87" fmla="*/ 730 h 1174"/>
              <a:gd name="T88" fmla="*/ 1003 w 1179"/>
              <a:gd name="T89" fmla="*/ 612 h 1174"/>
              <a:gd name="T90" fmla="*/ 937 w 1179"/>
              <a:gd name="T91" fmla="*/ 612 h 1174"/>
              <a:gd name="T92" fmla="*/ 937 w 1179"/>
              <a:gd name="T93" fmla="*/ 73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179" h="1174">
                <a:moveTo>
                  <a:pt x="63" y="0"/>
                </a:moveTo>
                <a:cubicBezTo>
                  <a:pt x="433" y="372"/>
                  <a:pt x="806" y="741"/>
                  <a:pt x="1178" y="1110"/>
                </a:cubicBezTo>
                <a:lnTo>
                  <a:pt x="1112" y="1173"/>
                </a:lnTo>
                <a:lnTo>
                  <a:pt x="669" y="730"/>
                </a:lnTo>
                <a:lnTo>
                  <a:pt x="473" y="730"/>
                </a:lnTo>
                <a:lnTo>
                  <a:pt x="473" y="530"/>
                </a:lnTo>
                <a:lnTo>
                  <a:pt x="385" y="443"/>
                </a:lnTo>
                <a:lnTo>
                  <a:pt x="385" y="730"/>
                </a:lnTo>
                <a:lnTo>
                  <a:pt x="298" y="730"/>
                </a:lnTo>
                <a:lnTo>
                  <a:pt x="298" y="585"/>
                </a:lnTo>
                <a:lnTo>
                  <a:pt x="180" y="585"/>
                </a:lnTo>
                <a:lnTo>
                  <a:pt x="180" y="730"/>
                </a:lnTo>
                <a:lnTo>
                  <a:pt x="93" y="730"/>
                </a:lnTo>
                <a:lnTo>
                  <a:pt x="93" y="380"/>
                </a:lnTo>
                <a:lnTo>
                  <a:pt x="180" y="380"/>
                </a:lnTo>
                <a:lnTo>
                  <a:pt x="180" y="498"/>
                </a:lnTo>
                <a:lnTo>
                  <a:pt x="298" y="498"/>
                </a:lnTo>
                <a:lnTo>
                  <a:pt x="298" y="380"/>
                </a:lnTo>
                <a:lnTo>
                  <a:pt x="320" y="380"/>
                </a:lnTo>
                <a:lnTo>
                  <a:pt x="0" y="60"/>
                </a:lnTo>
                <a:lnTo>
                  <a:pt x="63" y="0"/>
                </a:lnTo>
                <a:close/>
                <a:moveTo>
                  <a:pt x="675" y="468"/>
                </a:moveTo>
                <a:lnTo>
                  <a:pt x="653" y="468"/>
                </a:lnTo>
                <a:lnTo>
                  <a:pt x="566" y="380"/>
                </a:lnTo>
                <a:lnTo>
                  <a:pt x="675" y="380"/>
                </a:lnTo>
                <a:cubicBezTo>
                  <a:pt x="721" y="380"/>
                  <a:pt x="762" y="421"/>
                  <a:pt x="762" y="468"/>
                </a:cubicBezTo>
                <a:lnTo>
                  <a:pt x="762" y="580"/>
                </a:lnTo>
                <a:lnTo>
                  <a:pt x="675" y="492"/>
                </a:lnTo>
                <a:lnTo>
                  <a:pt x="675" y="468"/>
                </a:lnTo>
                <a:close/>
                <a:moveTo>
                  <a:pt x="937" y="468"/>
                </a:moveTo>
                <a:lnTo>
                  <a:pt x="937" y="525"/>
                </a:lnTo>
                <a:lnTo>
                  <a:pt x="1055" y="525"/>
                </a:lnTo>
                <a:lnTo>
                  <a:pt x="1055" y="468"/>
                </a:lnTo>
                <a:lnTo>
                  <a:pt x="937" y="468"/>
                </a:lnTo>
                <a:close/>
                <a:moveTo>
                  <a:pt x="937" y="730"/>
                </a:moveTo>
                <a:lnTo>
                  <a:pt x="915" y="730"/>
                </a:lnTo>
                <a:lnTo>
                  <a:pt x="850" y="667"/>
                </a:lnTo>
                <a:lnTo>
                  <a:pt x="850" y="380"/>
                </a:lnTo>
                <a:lnTo>
                  <a:pt x="1055" y="380"/>
                </a:lnTo>
                <a:cubicBezTo>
                  <a:pt x="1101" y="380"/>
                  <a:pt x="1142" y="421"/>
                  <a:pt x="1142" y="468"/>
                </a:cubicBezTo>
                <a:lnTo>
                  <a:pt x="1142" y="525"/>
                </a:lnTo>
                <a:cubicBezTo>
                  <a:pt x="1142" y="561"/>
                  <a:pt x="1120" y="596"/>
                  <a:pt x="1090" y="607"/>
                </a:cubicBezTo>
                <a:lnTo>
                  <a:pt x="1142" y="730"/>
                </a:lnTo>
                <a:lnTo>
                  <a:pt x="1055" y="730"/>
                </a:lnTo>
                <a:lnTo>
                  <a:pt x="1003" y="612"/>
                </a:lnTo>
                <a:lnTo>
                  <a:pt x="937" y="612"/>
                </a:lnTo>
                <a:lnTo>
                  <a:pt x="937" y="73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11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7" y="594518"/>
            <a:ext cx="419100" cy="419100"/>
          </a:xfrm>
          <a:custGeom>
            <a:avLst/>
            <a:gdLst>
              <a:gd name="T0" fmla="*/ 760 w 1166"/>
              <a:gd name="T1" fmla="*/ 539 h 1166"/>
              <a:gd name="T2" fmla="*/ 815 w 1166"/>
              <a:gd name="T3" fmla="*/ 407 h 1166"/>
              <a:gd name="T4" fmla="*/ 582 w 1166"/>
              <a:gd name="T5" fmla="*/ 175 h 1166"/>
              <a:gd name="T6" fmla="*/ 350 w 1166"/>
              <a:gd name="T7" fmla="*/ 407 h 1166"/>
              <a:gd name="T8" fmla="*/ 465 w 1166"/>
              <a:gd name="T9" fmla="*/ 407 h 1166"/>
              <a:gd name="T10" fmla="*/ 582 w 1166"/>
              <a:gd name="T11" fmla="*/ 290 h 1166"/>
              <a:gd name="T12" fmla="*/ 700 w 1166"/>
              <a:gd name="T13" fmla="*/ 407 h 1166"/>
              <a:gd name="T14" fmla="*/ 664 w 1166"/>
              <a:gd name="T15" fmla="*/ 489 h 1166"/>
              <a:gd name="T16" fmla="*/ 593 w 1166"/>
              <a:gd name="T17" fmla="*/ 563 h 1166"/>
              <a:gd name="T18" fmla="*/ 525 w 1166"/>
              <a:gd name="T19" fmla="*/ 727 h 1166"/>
              <a:gd name="T20" fmla="*/ 525 w 1166"/>
              <a:gd name="T21" fmla="*/ 757 h 1166"/>
              <a:gd name="T22" fmla="*/ 640 w 1166"/>
              <a:gd name="T23" fmla="*/ 757 h 1166"/>
              <a:gd name="T24" fmla="*/ 708 w 1166"/>
              <a:gd name="T25" fmla="*/ 593 h 1166"/>
              <a:gd name="T26" fmla="*/ 760 w 1166"/>
              <a:gd name="T27" fmla="*/ 539 h 1166"/>
              <a:gd name="T28" fmla="*/ 640 w 1166"/>
              <a:gd name="T29" fmla="*/ 990 h 1166"/>
              <a:gd name="T30" fmla="*/ 640 w 1166"/>
              <a:gd name="T31" fmla="*/ 875 h 1166"/>
              <a:gd name="T32" fmla="*/ 525 w 1166"/>
              <a:gd name="T33" fmla="*/ 875 h 1166"/>
              <a:gd name="T34" fmla="*/ 525 w 1166"/>
              <a:gd name="T35" fmla="*/ 990 h 1166"/>
              <a:gd name="T36" fmla="*/ 640 w 1166"/>
              <a:gd name="T37" fmla="*/ 990 h 1166"/>
              <a:gd name="T38" fmla="*/ 582 w 1166"/>
              <a:gd name="T39" fmla="*/ 0 h 1166"/>
              <a:gd name="T40" fmla="*/ 1165 w 1166"/>
              <a:gd name="T41" fmla="*/ 582 h 1166"/>
              <a:gd name="T42" fmla="*/ 582 w 1166"/>
              <a:gd name="T43" fmla="*/ 1165 h 1166"/>
              <a:gd name="T44" fmla="*/ 0 w 1166"/>
              <a:gd name="T45" fmla="*/ 582 h 1166"/>
              <a:gd name="T46" fmla="*/ 582 w 1166"/>
              <a:gd name="T47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6">
                <a:moveTo>
                  <a:pt x="760" y="539"/>
                </a:moveTo>
                <a:cubicBezTo>
                  <a:pt x="793" y="506"/>
                  <a:pt x="815" y="459"/>
                  <a:pt x="815" y="407"/>
                </a:cubicBezTo>
                <a:cubicBezTo>
                  <a:pt x="815" y="279"/>
                  <a:pt x="711" y="175"/>
                  <a:pt x="582" y="175"/>
                </a:cubicBezTo>
                <a:cubicBezTo>
                  <a:pt x="454" y="175"/>
                  <a:pt x="350" y="279"/>
                  <a:pt x="350" y="407"/>
                </a:cubicBezTo>
                <a:lnTo>
                  <a:pt x="465" y="407"/>
                </a:lnTo>
                <a:cubicBezTo>
                  <a:pt x="465" y="344"/>
                  <a:pt x="520" y="290"/>
                  <a:pt x="582" y="290"/>
                </a:cubicBezTo>
                <a:cubicBezTo>
                  <a:pt x="645" y="290"/>
                  <a:pt x="700" y="344"/>
                  <a:pt x="700" y="407"/>
                </a:cubicBezTo>
                <a:cubicBezTo>
                  <a:pt x="700" y="440"/>
                  <a:pt x="686" y="468"/>
                  <a:pt x="664" y="489"/>
                </a:cubicBezTo>
                <a:lnTo>
                  <a:pt x="593" y="563"/>
                </a:lnTo>
                <a:cubicBezTo>
                  <a:pt x="552" y="607"/>
                  <a:pt x="525" y="664"/>
                  <a:pt x="525" y="727"/>
                </a:cubicBezTo>
                <a:lnTo>
                  <a:pt x="525" y="757"/>
                </a:lnTo>
                <a:lnTo>
                  <a:pt x="640" y="757"/>
                </a:lnTo>
                <a:cubicBezTo>
                  <a:pt x="640" y="670"/>
                  <a:pt x="667" y="637"/>
                  <a:pt x="708" y="593"/>
                </a:cubicBezTo>
                <a:lnTo>
                  <a:pt x="760" y="539"/>
                </a:lnTo>
                <a:close/>
                <a:moveTo>
                  <a:pt x="640" y="990"/>
                </a:moveTo>
                <a:lnTo>
                  <a:pt x="640" y="875"/>
                </a:lnTo>
                <a:lnTo>
                  <a:pt x="525" y="875"/>
                </a:lnTo>
                <a:lnTo>
                  <a:pt x="525" y="990"/>
                </a:lnTo>
                <a:lnTo>
                  <a:pt x="640" y="990"/>
                </a:ln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4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32012" y="635793"/>
            <a:ext cx="419100" cy="336550"/>
          </a:xfrm>
          <a:custGeom>
            <a:avLst/>
            <a:gdLst>
              <a:gd name="T0" fmla="*/ 1050 w 1166"/>
              <a:gd name="T1" fmla="*/ 817 h 936"/>
              <a:gd name="T2" fmla="*/ 1050 w 1166"/>
              <a:gd name="T3" fmla="*/ 117 h 936"/>
              <a:gd name="T4" fmla="*/ 115 w 1166"/>
              <a:gd name="T5" fmla="*/ 117 h 936"/>
              <a:gd name="T6" fmla="*/ 115 w 1166"/>
              <a:gd name="T7" fmla="*/ 817 h 936"/>
              <a:gd name="T8" fmla="*/ 1050 w 1166"/>
              <a:gd name="T9" fmla="*/ 817 h 936"/>
              <a:gd name="T10" fmla="*/ 1165 w 1166"/>
              <a:gd name="T11" fmla="*/ 117 h 936"/>
              <a:gd name="T12" fmla="*/ 1165 w 1166"/>
              <a:gd name="T13" fmla="*/ 817 h 936"/>
              <a:gd name="T14" fmla="*/ 1050 w 1166"/>
              <a:gd name="T15" fmla="*/ 935 h 936"/>
              <a:gd name="T16" fmla="*/ 115 w 1166"/>
              <a:gd name="T17" fmla="*/ 935 h 936"/>
              <a:gd name="T18" fmla="*/ 0 w 1166"/>
              <a:gd name="T19" fmla="*/ 817 h 936"/>
              <a:gd name="T20" fmla="*/ 0 w 1166"/>
              <a:gd name="T21" fmla="*/ 117 h 936"/>
              <a:gd name="T22" fmla="*/ 115 w 1166"/>
              <a:gd name="T23" fmla="*/ 0 h 936"/>
              <a:gd name="T24" fmla="*/ 1050 w 1166"/>
              <a:gd name="T25" fmla="*/ 0 h 936"/>
              <a:gd name="T26" fmla="*/ 1165 w 1166"/>
              <a:gd name="T27" fmla="*/ 117 h 936"/>
              <a:gd name="T28" fmla="*/ 582 w 1166"/>
              <a:gd name="T29" fmla="*/ 350 h 936"/>
              <a:gd name="T30" fmla="*/ 582 w 1166"/>
              <a:gd name="T31" fmla="*/ 467 h 936"/>
              <a:gd name="T32" fmla="*/ 465 w 1166"/>
              <a:gd name="T33" fmla="*/ 467 h 936"/>
              <a:gd name="T34" fmla="*/ 465 w 1166"/>
              <a:gd name="T35" fmla="*/ 350 h 936"/>
              <a:gd name="T36" fmla="*/ 582 w 1166"/>
              <a:gd name="T37" fmla="*/ 350 h 936"/>
              <a:gd name="T38" fmla="*/ 350 w 1166"/>
              <a:gd name="T39" fmla="*/ 350 h 936"/>
              <a:gd name="T40" fmla="*/ 350 w 1166"/>
              <a:gd name="T41" fmla="*/ 467 h 936"/>
              <a:gd name="T42" fmla="*/ 232 w 1166"/>
              <a:gd name="T43" fmla="*/ 467 h 936"/>
              <a:gd name="T44" fmla="*/ 232 w 1166"/>
              <a:gd name="T45" fmla="*/ 350 h 936"/>
              <a:gd name="T46" fmla="*/ 350 w 1166"/>
              <a:gd name="T47" fmla="*/ 350 h 936"/>
              <a:gd name="T48" fmla="*/ 815 w 1166"/>
              <a:gd name="T49" fmla="*/ 585 h 936"/>
              <a:gd name="T50" fmla="*/ 815 w 1166"/>
              <a:gd name="T51" fmla="*/ 700 h 936"/>
              <a:gd name="T52" fmla="*/ 700 w 1166"/>
              <a:gd name="T53" fmla="*/ 700 h 936"/>
              <a:gd name="T54" fmla="*/ 700 w 1166"/>
              <a:gd name="T55" fmla="*/ 585 h 936"/>
              <a:gd name="T56" fmla="*/ 815 w 1166"/>
              <a:gd name="T57" fmla="*/ 585 h 936"/>
              <a:gd name="T58" fmla="*/ 815 w 1166"/>
              <a:gd name="T59" fmla="*/ 350 h 936"/>
              <a:gd name="T60" fmla="*/ 815 w 1166"/>
              <a:gd name="T61" fmla="*/ 467 h 936"/>
              <a:gd name="T62" fmla="*/ 700 w 1166"/>
              <a:gd name="T63" fmla="*/ 467 h 936"/>
              <a:gd name="T64" fmla="*/ 700 w 1166"/>
              <a:gd name="T65" fmla="*/ 350 h 936"/>
              <a:gd name="T66" fmla="*/ 815 w 1166"/>
              <a:gd name="T67" fmla="*/ 35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66" h="936">
                <a:moveTo>
                  <a:pt x="1050" y="817"/>
                </a:moveTo>
                <a:lnTo>
                  <a:pt x="1050" y="117"/>
                </a:lnTo>
                <a:lnTo>
                  <a:pt x="115" y="117"/>
                </a:lnTo>
                <a:lnTo>
                  <a:pt x="115" y="817"/>
                </a:lnTo>
                <a:lnTo>
                  <a:pt x="1050" y="817"/>
                </a:lnTo>
                <a:close/>
                <a:moveTo>
                  <a:pt x="1165" y="117"/>
                </a:moveTo>
                <a:lnTo>
                  <a:pt x="1165" y="817"/>
                </a:lnTo>
                <a:cubicBezTo>
                  <a:pt x="1165" y="880"/>
                  <a:pt x="1113" y="935"/>
                  <a:pt x="1050" y="935"/>
                </a:cubicBezTo>
                <a:lnTo>
                  <a:pt x="115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2" y="0"/>
                  <a:pt x="115" y="0"/>
                </a:cubicBezTo>
                <a:lnTo>
                  <a:pt x="1050" y="0"/>
                </a:lnTo>
                <a:cubicBezTo>
                  <a:pt x="1113" y="0"/>
                  <a:pt x="1165" y="55"/>
                  <a:pt x="1165" y="117"/>
                </a:cubicBezTo>
                <a:close/>
                <a:moveTo>
                  <a:pt x="582" y="350"/>
                </a:moveTo>
                <a:lnTo>
                  <a:pt x="582" y="467"/>
                </a:lnTo>
                <a:lnTo>
                  <a:pt x="465" y="467"/>
                </a:lnTo>
                <a:lnTo>
                  <a:pt x="465" y="350"/>
                </a:lnTo>
                <a:lnTo>
                  <a:pt x="582" y="350"/>
                </a:lnTo>
                <a:close/>
                <a:moveTo>
                  <a:pt x="350" y="350"/>
                </a:moveTo>
                <a:lnTo>
                  <a:pt x="350" y="467"/>
                </a:lnTo>
                <a:lnTo>
                  <a:pt x="232" y="467"/>
                </a:lnTo>
                <a:lnTo>
                  <a:pt x="232" y="350"/>
                </a:lnTo>
                <a:lnTo>
                  <a:pt x="350" y="350"/>
                </a:lnTo>
                <a:close/>
                <a:moveTo>
                  <a:pt x="815" y="585"/>
                </a:moveTo>
                <a:lnTo>
                  <a:pt x="815" y="700"/>
                </a:lnTo>
                <a:lnTo>
                  <a:pt x="700" y="700"/>
                </a:lnTo>
                <a:lnTo>
                  <a:pt x="700" y="585"/>
                </a:lnTo>
                <a:lnTo>
                  <a:pt x="815" y="585"/>
                </a:lnTo>
                <a:close/>
                <a:moveTo>
                  <a:pt x="815" y="350"/>
                </a:moveTo>
                <a:lnTo>
                  <a:pt x="815" y="467"/>
                </a:lnTo>
                <a:lnTo>
                  <a:pt x="700" y="467"/>
                </a:lnTo>
                <a:lnTo>
                  <a:pt x="700" y="350"/>
                </a:lnTo>
                <a:lnTo>
                  <a:pt x="815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186112" y="742156"/>
            <a:ext cx="463550" cy="127000"/>
          </a:xfrm>
          <a:custGeom>
            <a:avLst/>
            <a:gdLst>
              <a:gd name="T0" fmla="*/ 1197 w 1286"/>
              <a:gd name="T1" fmla="*/ 145 h 351"/>
              <a:gd name="T2" fmla="*/ 1197 w 1286"/>
              <a:gd name="T3" fmla="*/ 88 h 351"/>
              <a:gd name="T4" fmla="*/ 1080 w 1286"/>
              <a:gd name="T5" fmla="*/ 88 h 351"/>
              <a:gd name="T6" fmla="*/ 1080 w 1286"/>
              <a:gd name="T7" fmla="*/ 145 h 351"/>
              <a:gd name="T8" fmla="*/ 1197 w 1286"/>
              <a:gd name="T9" fmla="*/ 145 h 351"/>
              <a:gd name="T10" fmla="*/ 1197 w 1286"/>
              <a:gd name="T11" fmla="*/ 0 h 351"/>
              <a:gd name="T12" fmla="*/ 1285 w 1286"/>
              <a:gd name="T13" fmla="*/ 88 h 351"/>
              <a:gd name="T14" fmla="*/ 1285 w 1286"/>
              <a:gd name="T15" fmla="*/ 145 h 351"/>
              <a:gd name="T16" fmla="*/ 1197 w 1286"/>
              <a:gd name="T17" fmla="*/ 233 h 351"/>
              <a:gd name="T18" fmla="*/ 1080 w 1286"/>
              <a:gd name="T19" fmla="*/ 233 h 351"/>
              <a:gd name="T20" fmla="*/ 1080 w 1286"/>
              <a:gd name="T21" fmla="*/ 350 h 351"/>
              <a:gd name="T22" fmla="*/ 992 w 1286"/>
              <a:gd name="T23" fmla="*/ 350 h 351"/>
              <a:gd name="T24" fmla="*/ 992 w 1286"/>
              <a:gd name="T25" fmla="*/ 0 h 351"/>
              <a:gd name="T26" fmla="*/ 1197 w 1286"/>
              <a:gd name="T27" fmla="*/ 0 h 351"/>
              <a:gd name="T28" fmla="*/ 672 w 1286"/>
              <a:gd name="T29" fmla="*/ 88 h 351"/>
              <a:gd name="T30" fmla="*/ 672 w 1286"/>
              <a:gd name="T31" fmla="*/ 0 h 351"/>
              <a:gd name="T32" fmla="*/ 935 w 1286"/>
              <a:gd name="T33" fmla="*/ 0 h 351"/>
              <a:gd name="T34" fmla="*/ 935 w 1286"/>
              <a:gd name="T35" fmla="*/ 88 h 351"/>
              <a:gd name="T36" fmla="*/ 847 w 1286"/>
              <a:gd name="T37" fmla="*/ 88 h 351"/>
              <a:gd name="T38" fmla="*/ 847 w 1286"/>
              <a:gd name="T39" fmla="*/ 350 h 351"/>
              <a:gd name="T40" fmla="*/ 760 w 1286"/>
              <a:gd name="T41" fmla="*/ 350 h 351"/>
              <a:gd name="T42" fmla="*/ 760 w 1286"/>
              <a:gd name="T43" fmla="*/ 88 h 351"/>
              <a:gd name="T44" fmla="*/ 672 w 1286"/>
              <a:gd name="T45" fmla="*/ 88 h 351"/>
              <a:gd name="T46" fmla="*/ 350 w 1286"/>
              <a:gd name="T47" fmla="*/ 88 h 351"/>
              <a:gd name="T48" fmla="*/ 350 w 1286"/>
              <a:gd name="T49" fmla="*/ 0 h 351"/>
              <a:gd name="T50" fmla="*/ 612 w 1286"/>
              <a:gd name="T51" fmla="*/ 0 h 351"/>
              <a:gd name="T52" fmla="*/ 612 w 1286"/>
              <a:gd name="T53" fmla="*/ 88 h 351"/>
              <a:gd name="T54" fmla="*/ 525 w 1286"/>
              <a:gd name="T55" fmla="*/ 88 h 351"/>
              <a:gd name="T56" fmla="*/ 525 w 1286"/>
              <a:gd name="T57" fmla="*/ 350 h 351"/>
              <a:gd name="T58" fmla="*/ 437 w 1286"/>
              <a:gd name="T59" fmla="*/ 350 h 351"/>
              <a:gd name="T60" fmla="*/ 437 w 1286"/>
              <a:gd name="T61" fmla="*/ 88 h 351"/>
              <a:gd name="T62" fmla="*/ 350 w 1286"/>
              <a:gd name="T63" fmla="*/ 88 h 351"/>
              <a:gd name="T64" fmla="*/ 205 w 1286"/>
              <a:gd name="T65" fmla="*/ 118 h 351"/>
              <a:gd name="T66" fmla="*/ 205 w 1286"/>
              <a:gd name="T67" fmla="*/ 0 h 351"/>
              <a:gd name="T68" fmla="*/ 292 w 1286"/>
              <a:gd name="T69" fmla="*/ 0 h 351"/>
              <a:gd name="T70" fmla="*/ 292 w 1286"/>
              <a:gd name="T71" fmla="*/ 350 h 351"/>
              <a:gd name="T72" fmla="*/ 205 w 1286"/>
              <a:gd name="T73" fmla="*/ 350 h 351"/>
              <a:gd name="T74" fmla="*/ 205 w 1286"/>
              <a:gd name="T75" fmla="*/ 205 h 351"/>
              <a:gd name="T76" fmla="*/ 87 w 1286"/>
              <a:gd name="T77" fmla="*/ 205 h 351"/>
              <a:gd name="T78" fmla="*/ 87 w 1286"/>
              <a:gd name="T79" fmla="*/ 350 h 351"/>
              <a:gd name="T80" fmla="*/ 0 w 1286"/>
              <a:gd name="T81" fmla="*/ 350 h 351"/>
              <a:gd name="T82" fmla="*/ 0 w 1286"/>
              <a:gd name="T83" fmla="*/ 0 h 351"/>
              <a:gd name="T84" fmla="*/ 87 w 1286"/>
              <a:gd name="T85" fmla="*/ 0 h 351"/>
              <a:gd name="T86" fmla="*/ 87 w 1286"/>
              <a:gd name="T87" fmla="*/ 118 h 351"/>
              <a:gd name="T88" fmla="*/ 205 w 1286"/>
              <a:gd name="T89" fmla="*/ 118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6" h="351">
                <a:moveTo>
                  <a:pt x="1197" y="145"/>
                </a:moveTo>
                <a:lnTo>
                  <a:pt x="1197" y="88"/>
                </a:lnTo>
                <a:lnTo>
                  <a:pt x="1080" y="88"/>
                </a:lnTo>
                <a:lnTo>
                  <a:pt x="1080" y="145"/>
                </a:lnTo>
                <a:lnTo>
                  <a:pt x="1197" y="145"/>
                </a:lnTo>
                <a:close/>
                <a:moveTo>
                  <a:pt x="1197" y="0"/>
                </a:moveTo>
                <a:cubicBezTo>
                  <a:pt x="1244" y="0"/>
                  <a:pt x="1285" y="41"/>
                  <a:pt x="1285" y="88"/>
                </a:cubicBezTo>
                <a:lnTo>
                  <a:pt x="1285" y="145"/>
                </a:lnTo>
                <a:cubicBezTo>
                  <a:pt x="1285" y="192"/>
                  <a:pt x="1244" y="233"/>
                  <a:pt x="1197" y="233"/>
                </a:cubicBezTo>
                <a:lnTo>
                  <a:pt x="1080" y="233"/>
                </a:lnTo>
                <a:lnTo>
                  <a:pt x="1080" y="350"/>
                </a:lnTo>
                <a:lnTo>
                  <a:pt x="992" y="350"/>
                </a:lnTo>
                <a:lnTo>
                  <a:pt x="992" y="0"/>
                </a:lnTo>
                <a:lnTo>
                  <a:pt x="1197" y="0"/>
                </a:lnTo>
                <a:close/>
                <a:moveTo>
                  <a:pt x="672" y="88"/>
                </a:moveTo>
                <a:lnTo>
                  <a:pt x="672" y="0"/>
                </a:lnTo>
                <a:lnTo>
                  <a:pt x="935" y="0"/>
                </a:lnTo>
                <a:lnTo>
                  <a:pt x="935" y="88"/>
                </a:lnTo>
                <a:lnTo>
                  <a:pt x="847" y="88"/>
                </a:lnTo>
                <a:lnTo>
                  <a:pt x="847" y="350"/>
                </a:lnTo>
                <a:lnTo>
                  <a:pt x="760" y="350"/>
                </a:lnTo>
                <a:lnTo>
                  <a:pt x="760" y="88"/>
                </a:lnTo>
                <a:lnTo>
                  <a:pt x="672" y="88"/>
                </a:lnTo>
                <a:close/>
                <a:moveTo>
                  <a:pt x="350" y="88"/>
                </a:moveTo>
                <a:lnTo>
                  <a:pt x="350" y="0"/>
                </a:lnTo>
                <a:lnTo>
                  <a:pt x="612" y="0"/>
                </a:lnTo>
                <a:lnTo>
                  <a:pt x="612" y="88"/>
                </a:lnTo>
                <a:lnTo>
                  <a:pt x="525" y="88"/>
                </a:lnTo>
                <a:lnTo>
                  <a:pt x="525" y="350"/>
                </a:lnTo>
                <a:lnTo>
                  <a:pt x="437" y="350"/>
                </a:lnTo>
                <a:lnTo>
                  <a:pt x="437" y="88"/>
                </a:lnTo>
                <a:lnTo>
                  <a:pt x="350" y="88"/>
                </a:lnTo>
                <a:close/>
                <a:moveTo>
                  <a:pt x="205" y="118"/>
                </a:moveTo>
                <a:lnTo>
                  <a:pt x="205" y="0"/>
                </a:lnTo>
                <a:lnTo>
                  <a:pt x="292" y="0"/>
                </a:lnTo>
                <a:lnTo>
                  <a:pt x="292" y="350"/>
                </a:lnTo>
                <a:lnTo>
                  <a:pt x="205" y="350"/>
                </a:lnTo>
                <a:lnTo>
                  <a:pt x="205" y="205"/>
                </a:lnTo>
                <a:lnTo>
                  <a:pt x="87" y="205"/>
                </a:lnTo>
                <a:lnTo>
                  <a:pt x="87" y="350"/>
                </a:lnTo>
                <a:lnTo>
                  <a:pt x="0" y="350"/>
                </a:lnTo>
                <a:lnTo>
                  <a:pt x="0" y="0"/>
                </a:lnTo>
                <a:lnTo>
                  <a:pt x="87" y="0"/>
                </a:lnTo>
                <a:lnTo>
                  <a:pt x="87" y="118"/>
                </a:lnTo>
                <a:lnTo>
                  <a:pt x="205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67212" y="594518"/>
            <a:ext cx="252412" cy="419100"/>
          </a:xfrm>
          <a:custGeom>
            <a:avLst/>
            <a:gdLst>
              <a:gd name="T0" fmla="*/ 0 w 701"/>
              <a:gd name="T1" fmla="*/ 0 h 1166"/>
              <a:gd name="T2" fmla="*/ 700 w 701"/>
              <a:gd name="T3" fmla="*/ 0 h 1166"/>
              <a:gd name="T4" fmla="*/ 700 w 701"/>
              <a:gd name="T5" fmla="*/ 350 h 1166"/>
              <a:gd name="T6" fmla="*/ 468 w 701"/>
              <a:gd name="T7" fmla="*/ 582 h 1166"/>
              <a:gd name="T8" fmla="*/ 700 w 701"/>
              <a:gd name="T9" fmla="*/ 815 h 1166"/>
              <a:gd name="T10" fmla="*/ 700 w 701"/>
              <a:gd name="T11" fmla="*/ 1165 h 1166"/>
              <a:gd name="T12" fmla="*/ 0 w 701"/>
              <a:gd name="T13" fmla="*/ 1165 h 1166"/>
              <a:gd name="T14" fmla="*/ 0 w 701"/>
              <a:gd name="T15" fmla="*/ 815 h 1166"/>
              <a:gd name="T16" fmla="*/ 233 w 701"/>
              <a:gd name="T17" fmla="*/ 582 h 1166"/>
              <a:gd name="T18" fmla="*/ 0 w 701"/>
              <a:gd name="T19" fmla="*/ 350 h 1166"/>
              <a:gd name="T20" fmla="*/ 0 w 701"/>
              <a:gd name="T21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01" h="1166">
                <a:moveTo>
                  <a:pt x="0" y="0"/>
                </a:moveTo>
                <a:lnTo>
                  <a:pt x="700" y="0"/>
                </a:lnTo>
                <a:lnTo>
                  <a:pt x="700" y="350"/>
                </a:lnTo>
                <a:lnTo>
                  <a:pt x="468" y="582"/>
                </a:lnTo>
                <a:lnTo>
                  <a:pt x="700" y="815"/>
                </a:lnTo>
                <a:lnTo>
                  <a:pt x="700" y="1165"/>
                </a:lnTo>
                <a:lnTo>
                  <a:pt x="0" y="1165"/>
                </a:lnTo>
                <a:lnTo>
                  <a:pt x="0" y="815"/>
                </a:lnTo>
                <a:lnTo>
                  <a:pt x="233" y="582"/>
                </a:lnTo>
                <a:lnTo>
                  <a:pt x="0" y="350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452773" y="594518"/>
            <a:ext cx="252413" cy="419100"/>
          </a:xfrm>
          <a:custGeom>
            <a:avLst/>
            <a:gdLst>
              <a:gd name="T0" fmla="*/ 350 w 701"/>
              <a:gd name="T1" fmla="*/ 552 h 1166"/>
              <a:gd name="T2" fmla="*/ 583 w 701"/>
              <a:gd name="T3" fmla="*/ 320 h 1166"/>
              <a:gd name="T4" fmla="*/ 583 w 701"/>
              <a:gd name="T5" fmla="*/ 115 h 1166"/>
              <a:gd name="T6" fmla="*/ 118 w 701"/>
              <a:gd name="T7" fmla="*/ 115 h 1166"/>
              <a:gd name="T8" fmla="*/ 118 w 701"/>
              <a:gd name="T9" fmla="*/ 320 h 1166"/>
              <a:gd name="T10" fmla="*/ 350 w 701"/>
              <a:gd name="T11" fmla="*/ 552 h 1166"/>
              <a:gd name="T12" fmla="*/ 583 w 701"/>
              <a:gd name="T13" fmla="*/ 845 h 1166"/>
              <a:gd name="T14" fmla="*/ 350 w 701"/>
              <a:gd name="T15" fmla="*/ 612 h 1166"/>
              <a:gd name="T16" fmla="*/ 118 w 701"/>
              <a:gd name="T17" fmla="*/ 845 h 1166"/>
              <a:gd name="T18" fmla="*/ 118 w 701"/>
              <a:gd name="T19" fmla="*/ 1050 h 1166"/>
              <a:gd name="T20" fmla="*/ 583 w 701"/>
              <a:gd name="T21" fmla="*/ 1050 h 1166"/>
              <a:gd name="T22" fmla="*/ 583 w 701"/>
              <a:gd name="T23" fmla="*/ 845 h 1166"/>
              <a:gd name="T24" fmla="*/ 0 w 701"/>
              <a:gd name="T25" fmla="*/ 0 h 1166"/>
              <a:gd name="T26" fmla="*/ 700 w 701"/>
              <a:gd name="T27" fmla="*/ 0 h 1166"/>
              <a:gd name="T28" fmla="*/ 700 w 701"/>
              <a:gd name="T29" fmla="*/ 350 h 1166"/>
              <a:gd name="T30" fmla="*/ 468 w 701"/>
              <a:gd name="T31" fmla="*/ 582 h 1166"/>
              <a:gd name="T32" fmla="*/ 700 w 701"/>
              <a:gd name="T33" fmla="*/ 815 h 1166"/>
              <a:gd name="T34" fmla="*/ 700 w 701"/>
              <a:gd name="T35" fmla="*/ 1165 h 1166"/>
              <a:gd name="T36" fmla="*/ 0 w 701"/>
              <a:gd name="T37" fmla="*/ 1165 h 1166"/>
              <a:gd name="T38" fmla="*/ 0 w 701"/>
              <a:gd name="T39" fmla="*/ 815 h 1166"/>
              <a:gd name="T40" fmla="*/ 233 w 701"/>
              <a:gd name="T41" fmla="*/ 582 h 1166"/>
              <a:gd name="T42" fmla="*/ 0 w 701"/>
              <a:gd name="T43" fmla="*/ 350 h 1166"/>
              <a:gd name="T44" fmla="*/ 0 w 701"/>
              <a:gd name="T4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01" h="1166">
                <a:moveTo>
                  <a:pt x="350" y="552"/>
                </a:moveTo>
                <a:lnTo>
                  <a:pt x="583" y="320"/>
                </a:lnTo>
                <a:lnTo>
                  <a:pt x="583" y="115"/>
                </a:lnTo>
                <a:lnTo>
                  <a:pt x="118" y="115"/>
                </a:lnTo>
                <a:lnTo>
                  <a:pt x="118" y="320"/>
                </a:lnTo>
                <a:lnTo>
                  <a:pt x="350" y="552"/>
                </a:lnTo>
                <a:close/>
                <a:moveTo>
                  <a:pt x="583" y="845"/>
                </a:moveTo>
                <a:lnTo>
                  <a:pt x="350" y="612"/>
                </a:lnTo>
                <a:lnTo>
                  <a:pt x="118" y="845"/>
                </a:lnTo>
                <a:lnTo>
                  <a:pt x="118" y="1050"/>
                </a:lnTo>
                <a:lnTo>
                  <a:pt x="583" y="1050"/>
                </a:lnTo>
                <a:lnTo>
                  <a:pt x="583" y="845"/>
                </a:lnTo>
                <a:close/>
                <a:moveTo>
                  <a:pt x="0" y="0"/>
                </a:moveTo>
                <a:lnTo>
                  <a:pt x="700" y="0"/>
                </a:lnTo>
                <a:lnTo>
                  <a:pt x="700" y="350"/>
                </a:lnTo>
                <a:lnTo>
                  <a:pt x="468" y="582"/>
                </a:lnTo>
                <a:lnTo>
                  <a:pt x="700" y="815"/>
                </a:lnTo>
                <a:lnTo>
                  <a:pt x="700" y="1165"/>
                </a:lnTo>
                <a:lnTo>
                  <a:pt x="0" y="1165"/>
                </a:lnTo>
                <a:lnTo>
                  <a:pt x="0" y="815"/>
                </a:lnTo>
                <a:lnTo>
                  <a:pt x="233" y="582"/>
                </a:lnTo>
                <a:lnTo>
                  <a:pt x="0" y="35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34137" y="605633"/>
            <a:ext cx="419100" cy="398461"/>
          </a:xfrm>
          <a:custGeom>
            <a:avLst/>
            <a:gdLst>
              <a:gd name="T0" fmla="*/ 738 w 1166"/>
              <a:gd name="T1" fmla="*/ 167 h 1108"/>
              <a:gd name="T2" fmla="*/ 812 w 1166"/>
              <a:gd name="T3" fmla="*/ 383 h 1108"/>
              <a:gd name="T4" fmla="*/ 809 w 1166"/>
              <a:gd name="T5" fmla="*/ 407 h 1108"/>
              <a:gd name="T6" fmla="*/ 697 w 1166"/>
              <a:gd name="T7" fmla="*/ 407 h 1108"/>
              <a:gd name="T8" fmla="*/ 705 w 1166"/>
              <a:gd name="T9" fmla="*/ 374 h 1108"/>
              <a:gd name="T10" fmla="*/ 661 w 1166"/>
              <a:gd name="T11" fmla="*/ 243 h 1108"/>
              <a:gd name="T12" fmla="*/ 585 w 1166"/>
              <a:gd name="T13" fmla="*/ 24 h 1108"/>
              <a:gd name="T14" fmla="*/ 588 w 1166"/>
              <a:gd name="T15" fmla="*/ 0 h 1108"/>
              <a:gd name="T16" fmla="*/ 700 w 1166"/>
              <a:gd name="T17" fmla="*/ 0 h 1108"/>
              <a:gd name="T18" fmla="*/ 694 w 1166"/>
              <a:gd name="T19" fmla="*/ 35 h 1108"/>
              <a:gd name="T20" fmla="*/ 733 w 1166"/>
              <a:gd name="T21" fmla="*/ 164 h 1108"/>
              <a:gd name="T22" fmla="*/ 738 w 1166"/>
              <a:gd name="T23" fmla="*/ 167 h 1108"/>
              <a:gd name="T24" fmla="*/ 970 w 1166"/>
              <a:gd name="T25" fmla="*/ 167 h 1108"/>
              <a:gd name="T26" fmla="*/ 1047 w 1166"/>
              <a:gd name="T27" fmla="*/ 383 h 1108"/>
              <a:gd name="T28" fmla="*/ 1042 w 1166"/>
              <a:gd name="T29" fmla="*/ 407 h 1108"/>
              <a:gd name="T30" fmla="*/ 932 w 1166"/>
              <a:gd name="T31" fmla="*/ 407 h 1108"/>
              <a:gd name="T32" fmla="*/ 938 w 1166"/>
              <a:gd name="T33" fmla="*/ 374 h 1108"/>
              <a:gd name="T34" fmla="*/ 899 w 1166"/>
              <a:gd name="T35" fmla="*/ 246 h 1108"/>
              <a:gd name="T36" fmla="*/ 894 w 1166"/>
              <a:gd name="T37" fmla="*/ 243 h 1108"/>
              <a:gd name="T38" fmla="*/ 817 w 1166"/>
              <a:gd name="T39" fmla="*/ 24 h 1108"/>
              <a:gd name="T40" fmla="*/ 823 w 1166"/>
              <a:gd name="T41" fmla="*/ 0 h 1108"/>
              <a:gd name="T42" fmla="*/ 932 w 1166"/>
              <a:gd name="T43" fmla="*/ 0 h 1108"/>
              <a:gd name="T44" fmla="*/ 927 w 1166"/>
              <a:gd name="T45" fmla="*/ 35 h 1108"/>
              <a:gd name="T46" fmla="*/ 965 w 1166"/>
              <a:gd name="T47" fmla="*/ 164 h 1108"/>
              <a:gd name="T48" fmla="*/ 970 w 1166"/>
              <a:gd name="T49" fmla="*/ 167 h 1108"/>
              <a:gd name="T50" fmla="*/ 990 w 1166"/>
              <a:gd name="T51" fmla="*/ 992 h 1108"/>
              <a:gd name="T52" fmla="*/ 990 w 1166"/>
              <a:gd name="T53" fmla="*/ 642 h 1108"/>
              <a:gd name="T54" fmla="*/ 875 w 1166"/>
              <a:gd name="T55" fmla="*/ 642 h 1108"/>
              <a:gd name="T56" fmla="*/ 875 w 1166"/>
              <a:gd name="T57" fmla="*/ 992 h 1108"/>
              <a:gd name="T58" fmla="*/ 990 w 1166"/>
              <a:gd name="T59" fmla="*/ 992 h 1108"/>
              <a:gd name="T60" fmla="*/ 757 w 1166"/>
              <a:gd name="T61" fmla="*/ 992 h 1108"/>
              <a:gd name="T62" fmla="*/ 757 w 1166"/>
              <a:gd name="T63" fmla="*/ 642 h 1108"/>
              <a:gd name="T64" fmla="*/ 640 w 1166"/>
              <a:gd name="T65" fmla="*/ 642 h 1108"/>
              <a:gd name="T66" fmla="*/ 640 w 1166"/>
              <a:gd name="T67" fmla="*/ 992 h 1108"/>
              <a:gd name="T68" fmla="*/ 757 w 1166"/>
              <a:gd name="T69" fmla="*/ 992 h 1108"/>
              <a:gd name="T70" fmla="*/ 525 w 1166"/>
              <a:gd name="T71" fmla="*/ 992 h 1108"/>
              <a:gd name="T72" fmla="*/ 525 w 1166"/>
              <a:gd name="T73" fmla="*/ 642 h 1108"/>
              <a:gd name="T74" fmla="*/ 407 w 1166"/>
              <a:gd name="T75" fmla="*/ 642 h 1108"/>
              <a:gd name="T76" fmla="*/ 407 w 1166"/>
              <a:gd name="T77" fmla="*/ 992 h 1108"/>
              <a:gd name="T78" fmla="*/ 525 w 1166"/>
              <a:gd name="T79" fmla="*/ 992 h 1108"/>
              <a:gd name="T80" fmla="*/ 290 w 1166"/>
              <a:gd name="T81" fmla="*/ 992 h 1108"/>
              <a:gd name="T82" fmla="*/ 290 w 1166"/>
              <a:gd name="T83" fmla="*/ 642 h 1108"/>
              <a:gd name="T84" fmla="*/ 175 w 1166"/>
              <a:gd name="T85" fmla="*/ 642 h 1108"/>
              <a:gd name="T86" fmla="*/ 175 w 1166"/>
              <a:gd name="T87" fmla="*/ 992 h 1108"/>
              <a:gd name="T88" fmla="*/ 290 w 1166"/>
              <a:gd name="T89" fmla="*/ 992 h 1108"/>
              <a:gd name="T90" fmla="*/ 533 w 1166"/>
              <a:gd name="T91" fmla="*/ 525 h 1108"/>
              <a:gd name="T92" fmla="*/ 1165 w 1166"/>
              <a:gd name="T93" fmla="*/ 525 h 1108"/>
              <a:gd name="T94" fmla="*/ 1165 w 1166"/>
              <a:gd name="T95" fmla="*/ 992 h 1108"/>
              <a:gd name="T96" fmla="*/ 1050 w 1166"/>
              <a:gd name="T97" fmla="*/ 1107 h 1108"/>
              <a:gd name="T98" fmla="*/ 115 w 1166"/>
              <a:gd name="T99" fmla="*/ 1107 h 1108"/>
              <a:gd name="T100" fmla="*/ 0 w 1166"/>
              <a:gd name="T101" fmla="*/ 992 h 1108"/>
              <a:gd name="T102" fmla="*/ 0 w 1166"/>
              <a:gd name="T103" fmla="*/ 525 h 1108"/>
              <a:gd name="T104" fmla="*/ 175 w 1166"/>
              <a:gd name="T105" fmla="*/ 525 h 1108"/>
              <a:gd name="T106" fmla="*/ 175 w 1166"/>
              <a:gd name="T107" fmla="*/ 481 h 1108"/>
              <a:gd name="T108" fmla="*/ 306 w 1166"/>
              <a:gd name="T109" fmla="*/ 350 h 1108"/>
              <a:gd name="T110" fmla="*/ 404 w 1166"/>
              <a:gd name="T111" fmla="*/ 393 h 1108"/>
              <a:gd name="T112" fmla="*/ 484 w 1166"/>
              <a:gd name="T113" fmla="*/ 484 h 1108"/>
              <a:gd name="T114" fmla="*/ 533 w 1166"/>
              <a:gd name="T115" fmla="*/ 525 h 1108"/>
              <a:gd name="T116" fmla="*/ 175 w 1166"/>
              <a:gd name="T117" fmla="*/ 175 h 1108"/>
              <a:gd name="T118" fmla="*/ 290 w 1166"/>
              <a:gd name="T119" fmla="*/ 57 h 1108"/>
              <a:gd name="T120" fmla="*/ 407 w 1166"/>
              <a:gd name="T121" fmla="*/ 175 h 1108"/>
              <a:gd name="T122" fmla="*/ 290 w 1166"/>
              <a:gd name="T123" fmla="*/ 292 h 1108"/>
              <a:gd name="T124" fmla="*/ 175 w 1166"/>
              <a:gd name="T125" fmla="*/ 175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66" h="1108">
                <a:moveTo>
                  <a:pt x="738" y="167"/>
                </a:moveTo>
                <a:cubicBezTo>
                  <a:pt x="798" y="224"/>
                  <a:pt x="823" y="303"/>
                  <a:pt x="812" y="383"/>
                </a:cubicBezTo>
                <a:lnTo>
                  <a:pt x="809" y="407"/>
                </a:lnTo>
                <a:lnTo>
                  <a:pt x="697" y="407"/>
                </a:lnTo>
                <a:lnTo>
                  <a:pt x="705" y="374"/>
                </a:lnTo>
                <a:cubicBezTo>
                  <a:pt x="714" y="327"/>
                  <a:pt x="696" y="278"/>
                  <a:pt x="661" y="243"/>
                </a:cubicBezTo>
                <a:cubicBezTo>
                  <a:pt x="601" y="183"/>
                  <a:pt x="574" y="104"/>
                  <a:pt x="585" y="24"/>
                </a:cubicBezTo>
                <a:lnTo>
                  <a:pt x="588" y="0"/>
                </a:lnTo>
                <a:lnTo>
                  <a:pt x="700" y="0"/>
                </a:lnTo>
                <a:lnTo>
                  <a:pt x="694" y="35"/>
                </a:lnTo>
                <a:cubicBezTo>
                  <a:pt x="686" y="82"/>
                  <a:pt x="700" y="128"/>
                  <a:pt x="733" y="164"/>
                </a:cubicBezTo>
                <a:lnTo>
                  <a:pt x="738" y="167"/>
                </a:lnTo>
                <a:close/>
                <a:moveTo>
                  <a:pt x="970" y="167"/>
                </a:moveTo>
                <a:cubicBezTo>
                  <a:pt x="1031" y="224"/>
                  <a:pt x="1058" y="303"/>
                  <a:pt x="1047" y="383"/>
                </a:cubicBezTo>
                <a:lnTo>
                  <a:pt x="1042" y="407"/>
                </a:lnTo>
                <a:lnTo>
                  <a:pt x="932" y="407"/>
                </a:lnTo>
                <a:lnTo>
                  <a:pt x="938" y="374"/>
                </a:lnTo>
                <a:cubicBezTo>
                  <a:pt x="946" y="328"/>
                  <a:pt x="932" y="281"/>
                  <a:pt x="899" y="246"/>
                </a:cubicBezTo>
                <a:lnTo>
                  <a:pt x="894" y="243"/>
                </a:lnTo>
                <a:cubicBezTo>
                  <a:pt x="834" y="183"/>
                  <a:pt x="806" y="104"/>
                  <a:pt x="817" y="24"/>
                </a:cubicBezTo>
                <a:lnTo>
                  <a:pt x="823" y="0"/>
                </a:lnTo>
                <a:lnTo>
                  <a:pt x="932" y="0"/>
                </a:lnTo>
                <a:lnTo>
                  <a:pt x="927" y="35"/>
                </a:lnTo>
                <a:cubicBezTo>
                  <a:pt x="919" y="82"/>
                  <a:pt x="932" y="128"/>
                  <a:pt x="965" y="164"/>
                </a:cubicBezTo>
                <a:lnTo>
                  <a:pt x="970" y="167"/>
                </a:lnTo>
                <a:close/>
                <a:moveTo>
                  <a:pt x="990" y="992"/>
                </a:moveTo>
                <a:lnTo>
                  <a:pt x="990" y="642"/>
                </a:lnTo>
                <a:lnTo>
                  <a:pt x="875" y="642"/>
                </a:lnTo>
                <a:lnTo>
                  <a:pt x="875" y="992"/>
                </a:lnTo>
                <a:lnTo>
                  <a:pt x="990" y="992"/>
                </a:lnTo>
                <a:close/>
                <a:moveTo>
                  <a:pt x="757" y="992"/>
                </a:moveTo>
                <a:lnTo>
                  <a:pt x="757" y="642"/>
                </a:lnTo>
                <a:lnTo>
                  <a:pt x="640" y="642"/>
                </a:lnTo>
                <a:lnTo>
                  <a:pt x="640" y="992"/>
                </a:lnTo>
                <a:lnTo>
                  <a:pt x="757" y="992"/>
                </a:lnTo>
                <a:close/>
                <a:moveTo>
                  <a:pt x="525" y="992"/>
                </a:moveTo>
                <a:lnTo>
                  <a:pt x="525" y="642"/>
                </a:lnTo>
                <a:lnTo>
                  <a:pt x="407" y="642"/>
                </a:lnTo>
                <a:lnTo>
                  <a:pt x="407" y="992"/>
                </a:lnTo>
                <a:lnTo>
                  <a:pt x="525" y="992"/>
                </a:lnTo>
                <a:close/>
                <a:moveTo>
                  <a:pt x="290" y="992"/>
                </a:moveTo>
                <a:lnTo>
                  <a:pt x="290" y="642"/>
                </a:lnTo>
                <a:lnTo>
                  <a:pt x="175" y="642"/>
                </a:lnTo>
                <a:lnTo>
                  <a:pt x="175" y="992"/>
                </a:lnTo>
                <a:lnTo>
                  <a:pt x="290" y="992"/>
                </a:lnTo>
                <a:close/>
                <a:moveTo>
                  <a:pt x="533" y="525"/>
                </a:moveTo>
                <a:lnTo>
                  <a:pt x="1165" y="525"/>
                </a:lnTo>
                <a:lnTo>
                  <a:pt x="1165" y="992"/>
                </a:lnTo>
                <a:cubicBezTo>
                  <a:pt x="1165" y="1055"/>
                  <a:pt x="1113" y="1107"/>
                  <a:pt x="1050" y="1107"/>
                </a:cubicBezTo>
                <a:lnTo>
                  <a:pt x="115" y="1107"/>
                </a:lnTo>
                <a:cubicBezTo>
                  <a:pt x="52" y="1107"/>
                  <a:pt x="0" y="1055"/>
                  <a:pt x="0" y="992"/>
                </a:cubicBezTo>
                <a:lnTo>
                  <a:pt x="0" y="525"/>
                </a:lnTo>
                <a:lnTo>
                  <a:pt x="175" y="525"/>
                </a:lnTo>
                <a:lnTo>
                  <a:pt x="175" y="481"/>
                </a:lnTo>
                <a:cubicBezTo>
                  <a:pt x="175" y="410"/>
                  <a:pt x="235" y="350"/>
                  <a:pt x="306" y="350"/>
                </a:cubicBezTo>
                <a:cubicBezTo>
                  <a:pt x="348" y="350"/>
                  <a:pt x="383" y="372"/>
                  <a:pt x="404" y="393"/>
                </a:cubicBezTo>
                <a:lnTo>
                  <a:pt x="484" y="484"/>
                </a:lnTo>
                <a:cubicBezTo>
                  <a:pt x="497" y="500"/>
                  <a:pt x="514" y="511"/>
                  <a:pt x="533" y="525"/>
                </a:cubicBezTo>
                <a:close/>
                <a:moveTo>
                  <a:pt x="175" y="175"/>
                </a:moveTo>
                <a:cubicBezTo>
                  <a:pt x="175" y="109"/>
                  <a:pt x="225" y="57"/>
                  <a:pt x="290" y="57"/>
                </a:cubicBezTo>
                <a:cubicBezTo>
                  <a:pt x="356" y="57"/>
                  <a:pt x="407" y="109"/>
                  <a:pt x="407" y="175"/>
                </a:cubicBezTo>
                <a:cubicBezTo>
                  <a:pt x="407" y="240"/>
                  <a:pt x="356" y="292"/>
                  <a:pt x="290" y="292"/>
                </a:cubicBezTo>
                <a:cubicBezTo>
                  <a:pt x="225" y="292"/>
                  <a:pt x="175" y="240"/>
                  <a:pt x="175" y="17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08874" y="626269"/>
            <a:ext cx="419100" cy="357187"/>
          </a:xfrm>
          <a:custGeom>
            <a:avLst/>
            <a:gdLst>
              <a:gd name="T0" fmla="*/ 465 w 1166"/>
              <a:gd name="T1" fmla="*/ 993 h 994"/>
              <a:gd name="T2" fmla="*/ 175 w 1166"/>
              <a:gd name="T3" fmla="*/ 993 h 994"/>
              <a:gd name="T4" fmla="*/ 175 w 1166"/>
              <a:gd name="T5" fmla="*/ 525 h 994"/>
              <a:gd name="T6" fmla="*/ 0 w 1166"/>
              <a:gd name="T7" fmla="*/ 525 h 994"/>
              <a:gd name="T8" fmla="*/ 582 w 1166"/>
              <a:gd name="T9" fmla="*/ 0 h 994"/>
              <a:gd name="T10" fmla="*/ 1165 w 1166"/>
              <a:gd name="T11" fmla="*/ 525 h 994"/>
              <a:gd name="T12" fmla="*/ 990 w 1166"/>
              <a:gd name="T13" fmla="*/ 525 h 994"/>
              <a:gd name="T14" fmla="*/ 990 w 1166"/>
              <a:gd name="T15" fmla="*/ 993 h 994"/>
              <a:gd name="T16" fmla="*/ 700 w 1166"/>
              <a:gd name="T17" fmla="*/ 993 h 994"/>
              <a:gd name="T18" fmla="*/ 700 w 1166"/>
              <a:gd name="T19" fmla="*/ 643 h 994"/>
              <a:gd name="T20" fmla="*/ 465 w 1166"/>
              <a:gd name="T21" fmla="*/ 643 h 994"/>
              <a:gd name="T22" fmla="*/ 465 w 1166"/>
              <a:gd name="T23" fmla="*/ 993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994">
                <a:moveTo>
                  <a:pt x="465" y="993"/>
                </a:moveTo>
                <a:lnTo>
                  <a:pt x="175" y="993"/>
                </a:lnTo>
                <a:lnTo>
                  <a:pt x="175" y="525"/>
                </a:lnTo>
                <a:lnTo>
                  <a:pt x="0" y="525"/>
                </a:lnTo>
                <a:lnTo>
                  <a:pt x="582" y="0"/>
                </a:lnTo>
                <a:lnTo>
                  <a:pt x="1165" y="525"/>
                </a:lnTo>
                <a:lnTo>
                  <a:pt x="990" y="525"/>
                </a:lnTo>
                <a:lnTo>
                  <a:pt x="990" y="993"/>
                </a:lnTo>
                <a:lnTo>
                  <a:pt x="700" y="993"/>
                </a:lnTo>
                <a:lnTo>
                  <a:pt x="700" y="643"/>
                </a:lnTo>
                <a:lnTo>
                  <a:pt x="465" y="643"/>
                </a:lnTo>
                <a:lnTo>
                  <a:pt x="465" y="99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16949" y="594518"/>
            <a:ext cx="357188" cy="419100"/>
          </a:xfrm>
          <a:custGeom>
            <a:avLst/>
            <a:gdLst>
              <a:gd name="T0" fmla="*/ 785 w 991"/>
              <a:gd name="T1" fmla="*/ 265 h 1166"/>
              <a:gd name="T2" fmla="*/ 908 w 991"/>
              <a:gd name="T3" fmla="*/ 142 h 1166"/>
              <a:gd name="T4" fmla="*/ 990 w 991"/>
              <a:gd name="T5" fmla="*/ 224 h 1166"/>
              <a:gd name="T6" fmla="*/ 867 w 991"/>
              <a:gd name="T7" fmla="*/ 350 h 1166"/>
              <a:gd name="T8" fmla="*/ 785 w 991"/>
              <a:gd name="T9" fmla="*/ 265 h 1166"/>
              <a:gd name="T10" fmla="*/ 0 w 991"/>
              <a:gd name="T11" fmla="*/ 224 h 1166"/>
              <a:gd name="T12" fmla="*/ 82 w 991"/>
              <a:gd name="T13" fmla="*/ 142 h 1166"/>
              <a:gd name="T14" fmla="*/ 205 w 991"/>
              <a:gd name="T15" fmla="*/ 265 h 1166"/>
              <a:gd name="T16" fmla="*/ 123 w 991"/>
              <a:gd name="T17" fmla="*/ 350 h 1166"/>
              <a:gd name="T18" fmla="*/ 0 w 991"/>
              <a:gd name="T19" fmla="*/ 224 h 1166"/>
              <a:gd name="T20" fmla="*/ 438 w 991"/>
              <a:gd name="T21" fmla="*/ 0 h 1166"/>
              <a:gd name="T22" fmla="*/ 553 w 991"/>
              <a:gd name="T23" fmla="*/ 0 h 1166"/>
              <a:gd name="T24" fmla="*/ 553 w 991"/>
              <a:gd name="T25" fmla="*/ 175 h 1166"/>
              <a:gd name="T26" fmla="*/ 438 w 991"/>
              <a:gd name="T27" fmla="*/ 175 h 1166"/>
              <a:gd name="T28" fmla="*/ 438 w 991"/>
              <a:gd name="T29" fmla="*/ 0 h 1166"/>
              <a:gd name="T30" fmla="*/ 145 w 991"/>
              <a:gd name="T31" fmla="*/ 700 h 1166"/>
              <a:gd name="T32" fmla="*/ 145 w 991"/>
              <a:gd name="T33" fmla="*/ 407 h 1166"/>
              <a:gd name="T34" fmla="*/ 845 w 991"/>
              <a:gd name="T35" fmla="*/ 407 h 1166"/>
              <a:gd name="T36" fmla="*/ 845 w 991"/>
              <a:gd name="T37" fmla="*/ 700 h 1166"/>
              <a:gd name="T38" fmla="*/ 670 w 991"/>
              <a:gd name="T39" fmla="*/ 875 h 1166"/>
              <a:gd name="T40" fmla="*/ 670 w 991"/>
              <a:gd name="T41" fmla="*/ 1165 h 1166"/>
              <a:gd name="T42" fmla="*/ 320 w 991"/>
              <a:gd name="T43" fmla="*/ 1165 h 1166"/>
              <a:gd name="T44" fmla="*/ 320 w 991"/>
              <a:gd name="T45" fmla="*/ 875 h 1166"/>
              <a:gd name="T46" fmla="*/ 145 w 991"/>
              <a:gd name="T47" fmla="*/ 70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91" h="1166">
                <a:moveTo>
                  <a:pt x="785" y="265"/>
                </a:moveTo>
                <a:lnTo>
                  <a:pt x="908" y="142"/>
                </a:lnTo>
                <a:lnTo>
                  <a:pt x="990" y="224"/>
                </a:lnTo>
                <a:lnTo>
                  <a:pt x="867" y="350"/>
                </a:lnTo>
                <a:lnTo>
                  <a:pt x="785" y="265"/>
                </a:lnTo>
                <a:close/>
                <a:moveTo>
                  <a:pt x="0" y="224"/>
                </a:moveTo>
                <a:lnTo>
                  <a:pt x="82" y="142"/>
                </a:lnTo>
                <a:lnTo>
                  <a:pt x="205" y="265"/>
                </a:lnTo>
                <a:lnTo>
                  <a:pt x="123" y="350"/>
                </a:lnTo>
                <a:lnTo>
                  <a:pt x="0" y="224"/>
                </a:lnTo>
                <a:close/>
                <a:moveTo>
                  <a:pt x="438" y="0"/>
                </a:moveTo>
                <a:lnTo>
                  <a:pt x="553" y="0"/>
                </a:lnTo>
                <a:lnTo>
                  <a:pt x="553" y="175"/>
                </a:lnTo>
                <a:lnTo>
                  <a:pt x="438" y="175"/>
                </a:lnTo>
                <a:lnTo>
                  <a:pt x="438" y="0"/>
                </a:lnTo>
                <a:close/>
                <a:moveTo>
                  <a:pt x="145" y="700"/>
                </a:moveTo>
                <a:lnTo>
                  <a:pt x="145" y="407"/>
                </a:lnTo>
                <a:lnTo>
                  <a:pt x="845" y="407"/>
                </a:lnTo>
                <a:lnTo>
                  <a:pt x="845" y="700"/>
                </a:lnTo>
                <a:lnTo>
                  <a:pt x="670" y="875"/>
                </a:lnTo>
                <a:lnTo>
                  <a:pt x="670" y="1165"/>
                </a:lnTo>
                <a:lnTo>
                  <a:pt x="320" y="1165"/>
                </a:lnTo>
                <a:lnTo>
                  <a:pt x="320" y="875"/>
                </a:lnTo>
                <a:lnTo>
                  <a:pt x="145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61524" y="594518"/>
            <a:ext cx="419100" cy="419100"/>
          </a:xfrm>
          <a:custGeom>
            <a:avLst/>
            <a:gdLst>
              <a:gd name="T0" fmla="*/ 582 w 1165"/>
              <a:gd name="T1" fmla="*/ 1050 h 1166"/>
              <a:gd name="T2" fmla="*/ 1050 w 1165"/>
              <a:gd name="T3" fmla="*/ 582 h 1166"/>
              <a:gd name="T4" fmla="*/ 582 w 1165"/>
              <a:gd name="T5" fmla="*/ 115 h 1166"/>
              <a:gd name="T6" fmla="*/ 115 w 1165"/>
              <a:gd name="T7" fmla="*/ 582 h 1166"/>
              <a:gd name="T8" fmla="*/ 582 w 1165"/>
              <a:gd name="T9" fmla="*/ 1050 h 1166"/>
              <a:gd name="T10" fmla="*/ 582 w 1165"/>
              <a:gd name="T11" fmla="*/ 0 h 1166"/>
              <a:gd name="T12" fmla="*/ 1164 w 1165"/>
              <a:gd name="T13" fmla="*/ 582 h 1166"/>
              <a:gd name="T14" fmla="*/ 582 w 1165"/>
              <a:gd name="T15" fmla="*/ 1165 h 1166"/>
              <a:gd name="T16" fmla="*/ 0 w 1165"/>
              <a:gd name="T17" fmla="*/ 582 h 1166"/>
              <a:gd name="T18" fmla="*/ 582 w 1165"/>
              <a:gd name="T19" fmla="*/ 0 h 1166"/>
              <a:gd name="T20" fmla="*/ 732 w 1165"/>
              <a:gd name="T21" fmla="*/ 350 h 1166"/>
              <a:gd name="T22" fmla="*/ 814 w 1165"/>
              <a:gd name="T23" fmla="*/ 432 h 1166"/>
              <a:gd name="T24" fmla="*/ 664 w 1165"/>
              <a:gd name="T25" fmla="*/ 582 h 1166"/>
              <a:gd name="T26" fmla="*/ 814 w 1165"/>
              <a:gd name="T27" fmla="*/ 733 h 1166"/>
              <a:gd name="T28" fmla="*/ 732 w 1165"/>
              <a:gd name="T29" fmla="*/ 815 h 1166"/>
              <a:gd name="T30" fmla="*/ 582 w 1165"/>
              <a:gd name="T31" fmla="*/ 664 h 1166"/>
              <a:gd name="T32" fmla="*/ 432 w 1165"/>
              <a:gd name="T33" fmla="*/ 815 h 1166"/>
              <a:gd name="T34" fmla="*/ 350 w 1165"/>
              <a:gd name="T35" fmla="*/ 733 h 1166"/>
              <a:gd name="T36" fmla="*/ 500 w 1165"/>
              <a:gd name="T37" fmla="*/ 582 h 1166"/>
              <a:gd name="T38" fmla="*/ 350 w 1165"/>
              <a:gd name="T39" fmla="*/ 432 h 1166"/>
              <a:gd name="T40" fmla="*/ 432 w 1165"/>
              <a:gd name="T41" fmla="*/ 350 h 1166"/>
              <a:gd name="T42" fmla="*/ 582 w 1165"/>
              <a:gd name="T43" fmla="*/ 500 h 1166"/>
              <a:gd name="T44" fmla="*/ 732 w 1165"/>
              <a:gd name="T45" fmla="*/ 35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5" h="1166"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732" y="350"/>
                </a:moveTo>
                <a:lnTo>
                  <a:pt x="814" y="432"/>
                </a:lnTo>
                <a:lnTo>
                  <a:pt x="664" y="582"/>
                </a:lnTo>
                <a:lnTo>
                  <a:pt x="814" y="733"/>
                </a:lnTo>
                <a:lnTo>
                  <a:pt x="732" y="815"/>
                </a:lnTo>
                <a:lnTo>
                  <a:pt x="582" y="664"/>
                </a:lnTo>
                <a:lnTo>
                  <a:pt x="432" y="815"/>
                </a:lnTo>
                <a:lnTo>
                  <a:pt x="350" y="733"/>
                </a:lnTo>
                <a:lnTo>
                  <a:pt x="500" y="582"/>
                </a:lnTo>
                <a:lnTo>
                  <a:pt x="350" y="432"/>
                </a:lnTo>
                <a:lnTo>
                  <a:pt x="432" y="350"/>
                </a:lnTo>
                <a:lnTo>
                  <a:pt x="582" y="500"/>
                </a:lnTo>
                <a:lnTo>
                  <a:pt x="732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56901" y="635793"/>
            <a:ext cx="377825" cy="336550"/>
          </a:xfrm>
          <a:custGeom>
            <a:avLst/>
            <a:gdLst>
              <a:gd name="T0" fmla="*/ 670 w 1051"/>
              <a:gd name="T1" fmla="*/ 555 h 936"/>
              <a:gd name="T2" fmla="*/ 670 w 1051"/>
              <a:gd name="T3" fmla="*/ 380 h 936"/>
              <a:gd name="T4" fmla="*/ 788 w 1051"/>
              <a:gd name="T5" fmla="*/ 380 h 936"/>
              <a:gd name="T6" fmla="*/ 788 w 1051"/>
              <a:gd name="T7" fmla="*/ 555 h 936"/>
              <a:gd name="T8" fmla="*/ 670 w 1051"/>
              <a:gd name="T9" fmla="*/ 555 h 936"/>
              <a:gd name="T10" fmla="*/ 875 w 1051"/>
              <a:gd name="T11" fmla="*/ 585 h 936"/>
              <a:gd name="T12" fmla="*/ 875 w 1051"/>
              <a:gd name="T13" fmla="*/ 350 h 936"/>
              <a:gd name="T14" fmla="*/ 818 w 1051"/>
              <a:gd name="T15" fmla="*/ 292 h 936"/>
              <a:gd name="T16" fmla="*/ 643 w 1051"/>
              <a:gd name="T17" fmla="*/ 292 h 936"/>
              <a:gd name="T18" fmla="*/ 582 w 1051"/>
              <a:gd name="T19" fmla="*/ 350 h 936"/>
              <a:gd name="T20" fmla="*/ 582 w 1051"/>
              <a:gd name="T21" fmla="*/ 585 h 936"/>
              <a:gd name="T22" fmla="*/ 643 w 1051"/>
              <a:gd name="T23" fmla="*/ 642 h 936"/>
              <a:gd name="T24" fmla="*/ 686 w 1051"/>
              <a:gd name="T25" fmla="*/ 642 h 936"/>
              <a:gd name="T26" fmla="*/ 686 w 1051"/>
              <a:gd name="T27" fmla="*/ 730 h 936"/>
              <a:gd name="T28" fmla="*/ 774 w 1051"/>
              <a:gd name="T29" fmla="*/ 730 h 936"/>
              <a:gd name="T30" fmla="*/ 774 w 1051"/>
              <a:gd name="T31" fmla="*/ 642 h 936"/>
              <a:gd name="T32" fmla="*/ 818 w 1051"/>
              <a:gd name="T33" fmla="*/ 642 h 936"/>
              <a:gd name="T34" fmla="*/ 875 w 1051"/>
              <a:gd name="T35" fmla="*/ 585 h 936"/>
              <a:gd name="T36" fmla="*/ 468 w 1051"/>
              <a:gd name="T37" fmla="*/ 642 h 936"/>
              <a:gd name="T38" fmla="*/ 468 w 1051"/>
              <a:gd name="T39" fmla="*/ 292 h 936"/>
              <a:gd name="T40" fmla="*/ 380 w 1051"/>
              <a:gd name="T41" fmla="*/ 292 h 936"/>
              <a:gd name="T42" fmla="*/ 380 w 1051"/>
              <a:gd name="T43" fmla="*/ 437 h 936"/>
              <a:gd name="T44" fmla="*/ 263 w 1051"/>
              <a:gd name="T45" fmla="*/ 437 h 936"/>
              <a:gd name="T46" fmla="*/ 263 w 1051"/>
              <a:gd name="T47" fmla="*/ 292 h 936"/>
              <a:gd name="T48" fmla="*/ 175 w 1051"/>
              <a:gd name="T49" fmla="*/ 292 h 936"/>
              <a:gd name="T50" fmla="*/ 175 w 1051"/>
              <a:gd name="T51" fmla="*/ 642 h 936"/>
              <a:gd name="T52" fmla="*/ 263 w 1051"/>
              <a:gd name="T53" fmla="*/ 642 h 936"/>
              <a:gd name="T54" fmla="*/ 263 w 1051"/>
              <a:gd name="T55" fmla="*/ 525 h 936"/>
              <a:gd name="T56" fmla="*/ 380 w 1051"/>
              <a:gd name="T57" fmla="*/ 525 h 936"/>
              <a:gd name="T58" fmla="*/ 380 w 1051"/>
              <a:gd name="T59" fmla="*/ 642 h 936"/>
              <a:gd name="T60" fmla="*/ 468 w 1051"/>
              <a:gd name="T61" fmla="*/ 642 h 936"/>
              <a:gd name="T62" fmla="*/ 1050 w 1051"/>
              <a:gd name="T63" fmla="*/ 117 h 936"/>
              <a:gd name="T64" fmla="*/ 1050 w 1051"/>
              <a:gd name="T65" fmla="*/ 817 h 936"/>
              <a:gd name="T66" fmla="*/ 932 w 1051"/>
              <a:gd name="T67" fmla="*/ 935 h 936"/>
              <a:gd name="T68" fmla="*/ 118 w 1051"/>
              <a:gd name="T69" fmla="*/ 935 h 936"/>
              <a:gd name="T70" fmla="*/ 0 w 1051"/>
              <a:gd name="T71" fmla="*/ 817 h 936"/>
              <a:gd name="T72" fmla="*/ 0 w 1051"/>
              <a:gd name="T73" fmla="*/ 117 h 936"/>
              <a:gd name="T74" fmla="*/ 118 w 1051"/>
              <a:gd name="T75" fmla="*/ 0 h 936"/>
              <a:gd name="T76" fmla="*/ 932 w 1051"/>
              <a:gd name="T77" fmla="*/ 0 h 936"/>
              <a:gd name="T78" fmla="*/ 1050 w 1051"/>
              <a:gd name="T79" fmla="*/ 11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051" h="936">
                <a:moveTo>
                  <a:pt x="670" y="555"/>
                </a:moveTo>
                <a:lnTo>
                  <a:pt x="670" y="380"/>
                </a:lnTo>
                <a:lnTo>
                  <a:pt x="788" y="380"/>
                </a:lnTo>
                <a:lnTo>
                  <a:pt x="788" y="555"/>
                </a:lnTo>
                <a:lnTo>
                  <a:pt x="670" y="555"/>
                </a:lnTo>
                <a:close/>
                <a:moveTo>
                  <a:pt x="875" y="585"/>
                </a:moveTo>
                <a:lnTo>
                  <a:pt x="875" y="350"/>
                </a:lnTo>
                <a:cubicBezTo>
                  <a:pt x="875" y="317"/>
                  <a:pt x="850" y="292"/>
                  <a:pt x="818" y="292"/>
                </a:cubicBezTo>
                <a:lnTo>
                  <a:pt x="643" y="292"/>
                </a:lnTo>
                <a:cubicBezTo>
                  <a:pt x="610" y="292"/>
                  <a:pt x="582" y="317"/>
                  <a:pt x="582" y="350"/>
                </a:cubicBezTo>
                <a:lnTo>
                  <a:pt x="582" y="585"/>
                </a:lnTo>
                <a:cubicBezTo>
                  <a:pt x="582" y="618"/>
                  <a:pt x="610" y="642"/>
                  <a:pt x="643" y="642"/>
                </a:cubicBezTo>
                <a:lnTo>
                  <a:pt x="686" y="642"/>
                </a:lnTo>
                <a:lnTo>
                  <a:pt x="686" y="730"/>
                </a:lnTo>
                <a:lnTo>
                  <a:pt x="774" y="730"/>
                </a:lnTo>
                <a:lnTo>
                  <a:pt x="774" y="642"/>
                </a:lnTo>
                <a:lnTo>
                  <a:pt x="818" y="642"/>
                </a:lnTo>
                <a:cubicBezTo>
                  <a:pt x="850" y="642"/>
                  <a:pt x="875" y="618"/>
                  <a:pt x="875" y="585"/>
                </a:cubicBezTo>
                <a:close/>
                <a:moveTo>
                  <a:pt x="468" y="642"/>
                </a:moveTo>
                <a:lnTo>
                  <a:pt x="468" y="292"/>
                </a:lnTo>
                <a:lnTo>
                  <a:pt x="380" y="292"/>
                </a:lnTo>
                <a:lnTo>
                  <a:pt x="380" y="437"/>
                </a:lnTo>
                <a:lnTo>
                  <a:pt x="263" y="437"/>
                </a:lnTo>
                <a:lnTo>
                  <a:pt x="263" y="292"/>
                </a:lnTo>
                <a:lnTo>
                  <a:pt x="175" y="292"/>
                </a:lnTo>
                <a:lnTo>
                  <a:pt x="175" y="642"/>
                </a:lnTo>
                <a:lnTo>
                  <a:pt x="263" y="642"/>
                </a:lnTo>
                <a:lnTo>
                  <a:pt x="263" y="525"/>
                </a:lnTo>
                <a:lnTo>
                  <a:pt x="380" y="525"/>
                </a:lnTo>
                <a:lnTo>
                  <a:pt x="380" y="642"/>
                </a:lnTo>
                <a:lnTo>
                  <a:pt x="468" y="642"/>
                </a:lnTo>
                <a:close/>
                <a:moveTo>
                  <a:pt x="1050" y="117"/>
                </a:moveTo>
                <a:lnTo>
                  <a:pt x="1050" y="817"/>
                </a:lnTo>
                <a:cubicBezTo>
                  <a:pt x="1050" y="880"/>
                  <a:pt x="995" y="935"/>
                  <a:pt x="932" y="935"/>
                </a:cubicBezTo>
                <a:lnTo>
                  <a:pt x="118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2" y="0"/>
                  <a:pt x="118" y="0"/>
                </a:cubicBezTo>
                <a:lnTo>
                  <a:pt x="932" y="0"/>
                </a:lnTo>
                <a:cubicBezTo>
                  <a:pt x="995" y="0"/>
                  <a:pt x="1050" y="55"/>
                  <a:pt x="1050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7" y="1497808"/>
            <a:ext cx="463550" cy="357187"/>
          </a:xfrm>
          <a:custGeom>
            <a:avLst/>
            <a:gdLst>
              <a:gd name="T0" fmla="*/ 1168 w 1286"/>
              <a:gd name="T1" fmla="*/ 817 h 993"/>
              <a:gd name="T2" fmla="*/ 1168 w 1286"/>
              <a:gd name="T3" fmla="*/ 145 h 993"/>
              <a:gd name="T4" fmla="*/ 963 w 1286"/>
              <a:gd name="T5" fmla="*/ 117 h 993"/>
              <a:gd name="T6" fmla="*/ 643 w 1286"/>
              <a:gd name="T7" fmla="*/ 205 h 993"/>
              <a:gd name="T8" fmla="*/ 643 w 1286"/>
              <a:gd name="T9" fmla="*/ 875 h 993"/>
              <a:gd name="T10" fmla="*/ 963 w 1286"/>
              <a:gd name="T11" fmla="*/ 787 h 993"/>
              <a:gd name="T12" fmla="*/ 1168 w 1286"/>
              <a:gd name="T13" fmla="*/ 817 h 993"/>
              <a:gd name="T14" fmla="*/ 962 w 1286"/>
              <a:gd name="T15" fmla="*/ 0 h 993"/>
              <a:gd name="T16" fmla="*/ 1285 w 1286"/>
              <a:gd name="T17" fmla="*/ 87 h 993"/>
              <a:gd name="T18" fmla="*/ 1285 w 1286"/>
              <a:gd name="T19" fmla="*/ 938 h 993"/>
              <a:gd name="T20" fmla="*/ 1255 w 1286"/>
              <a:gd name="T21" fmla="*/ 968 h 993"/>
              <a:gd name="T22" fmla="*/ 1241 w 1286"/>
              <a:gd name="T23" fmla="*/ 965 h 993"/>
              <a:gd name="T24" fmla="*/ 962 w 1286"/>
              <a:gd name="T25" fmla="*/ 905 h 993"/>
              <a:gd name="T26" fmla="*/ 643 w 1286"/>
              <a:gd name="T27" fmla="*/ 992 h 993"/>
              <a:gd name="T28" fmla="*/ 323 w 1286"/>
              <a:gd name="T29" fmla="*/ 905 h 993"/>
              <a:gd name="T30" fmla="*/ 44 w 1286"/>
              <a:gd name="T31" fmla="*/ 968 h 993"/>
              <a:gd name="T32" fmla="*/ 30 w 1286"/>
              <a:gd name="T33" fmla="*/ 970 h 993"/>
              <a:gd name="T34" fmla="*/ 0 w 1286"/>
              <a:gd name="T35" fmla="*/ 943 h 993"/>
              <a:gd name="T36" fmla="*/ 0 w 1286"/>
              <a:gd name="T37" fmla="*/ 87 h 993"/>
              <a:gd name="T38" fmla="*/ 323 w 1286"/>
              <a:gd name="T39" fmla="*/ 0 h 993"/>
              <a:gd name="T40" fmla="*/ 643 w 1286"/>
              <a:gd name="T41" fmla="*/ 87 h 993"/>
              <a:gd name="T42" fmla="*/ 962 w 1286"/>
              <a:gd name="T43" fmla="*/ 0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993">
                <a:moveTo>
                  <a:pt x="1168" y="817"/>
                </a:moveTo>
                <a:lnTo>
                  <a:pt x="1168" y="145"/>
                </a:lnTo>
                <a:cubicBezTo>
                  <a:pt x="1105" y="126"/>
                  <a:pt x="1034" y="117"/>
                  <a:pt x="963" y="117"/>
                </a:cubicBezTo>
                <a:cubicBezTo>
                  <a:pt x="864" y="117"/>
                  <a:pt x="722" y="156"/>
                  <a:pt x="643" y="205"/>
                </a:cubicBezTo>
                <a:lnTo>
                  <a:pt x="643" y="875"/>
                </a:lnTo>
                <a:cubicBezTo>
                  <a:pt x="722" y="825"/>
                  <a:pt x="864" y="787"/>
                  <a:pt x="963" y="787"/>
                </a:cubicBezTo>
                <a:cubicBezTo>
                  <a:pt x="1034" y="787"/>
                  <a:pt x="1105" y="798"/>
                  <a:pt x="1168" y="817"/>
                </a:cubicBezTo>
                <a:close/>
                <a:moveTo>
                  <a:pt x="962" y="0"/>
                </a:moveTo>
                <a:cubicBezTo>
                  <a:pt x="1083" y="0"/>
                  <a:pt x="1211" y="30"/>
                  <a:pt x="1285" y="87"/>
                </a:cubicBezTo>
                <a:lnTo>
                  <a:pt x="1285" y="938"/>
                </a:lnTo>
                <a:cubicBezTo>
                  <a:pt x="1285" y="951"/>
                  <a:pt x="1269" y="968"/>
                  <a:pt x="1255" y="968"/>
                </a:cubicBezTo>
                <a:cubicBezTo>
                  <a:pt x="1250" y="968"/>
                  <a:pt x="1247" y="968"/>
                  <a:pt x="1241" y="965"/>
                </a:cubicBezTo>
                <a:cubicBezTo>
                  <a:pt x="1159" y="921"/>
                  <a:pt x="1058" y="905"/>
                  <a:pt x="962" y="905"/>
                </a:cubicBezTo>
                <a:cubicBezTo>
                  <a:pt x="864" y="905"/>
                  <a:pt x="722" y="943"/>
                  <a:pt x="643" y="992"/>
                </a:cubicBezTo>
                <a:cubicBezTo>
                  <a:pt x="558" y="929"/>
                  <a:pt x="437" y="905"/>
                  <a:pt x="323" y="905"/>
                </a:cubicBezTo>
                <a:cubicBezTo>
                  <a:pt x="238" y="905"/>
                  <a:pt x="123" y="929"/>
                  <a:pt x="44" y="968"/>
                </a:cubicBezTo>
                <a:cubicBezTo>
                  <a:pt x="38" y="968"/>
                  <a:pt x="36" y="970"/>
                  <a:pt x="30" y="970"/>
                </a:cubicBezTo>
                <a:cubicBezTo>
                  <a:pt x="16" y="970"/>
                  <a:pt x="0" y="957"/>
                  <a:pt x="0" y="943"/>
                </a:cubicBezTo>
                <a:lnTo>
                  <a:pt x="0" y="87"/>
                </a:lnTo>
                <a:cubicBezTo>
                  <a:pt x="85" y="24"/>
                  <a:pt x="208" y="0"/>
                  <a:pt x="323" y="0"/>
                </a:cubicBezTo>
                <a:cubicBezTo>
                  <a:pt x="437" y="0"/>
                  <a:pt x="558" y="24"/>
                  <a:pt x="643" y="87"/>
                </a:cubicBezTo>
                <a:cubicBezTo>
                  <a:pt x="727" y="24"/>
                  <a:pt x="848" y="0"/>
                  <a:pt x="96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97099" y="1466056"/>
            <a:ext cx="336550" cy="419100"/>
          </a:xfrm>
          <a:custGeom>
            <a:avLst/>
            <a:gdLst>
              <a:gd name="T0" fmla="*/ 525 w 936"/>
              <a:gd name="T1" fmla="*/ 407 h 1165"/>
              <a:gd name="T2" fmla="*/ 848 w 936"/>
              <a:gd name="T3" fmla="*/ 407 h 1165"/>
              <a:gd name="T4" fmla="*/ 525 w 936"/>
              <a:gd name="T5" fmla="*/ 87 h 1165"/>
              <a:gd name="T6" fmla="*/ 525 w 936"/>
              <a:gd name="T7" fmla="*/ 407 h 1165"/>
              <a:gd name="T8" fmla="*/ 118 w 936"/>
              <a:gd name="T9" fmla="*/ 0 h 1165"/>
              <a:gd name="T10" fmla="*/ 585 w 936"/>
              <a:gd name="T11" fmla="*/ 0 h 1165"/>
              <a:gd name="T12" fmla="*/ 935 w 936"/>
              <a:gd name="T13" fmla="*/ 350 h 1165"/>
              <a:gd name="T14" fmla="*/ 935 w 936"/>
              <a:gd name="T15" fmla="*/ 1049 h 1165"/>
              <a:gd name="T16" fmla="*/ 818 w 936"/>
              <a:gd name="T17" fmla="*/ 1164 h 1165"/>
              <a:gd name="T18" fmla="*/ 118 w 936"/>
              <a:gd name="T19" fmla="*/ 1164 h 1165"/>
              <a:gd name="T20" fmla="*/ 0 w 936"/>
              <a:gd name="T21" fmla="*/ 1049 h 1165"/>
              <a:gd name="T22" fmla="*/ 3 w 936"/>
              <a:gd name="T23" fmla="*/ 114 h 1165"/>
              <a:gd name="T24" fmla="*/ 118 w 936"/>
              <a:gd name="T2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36" h="1165">
                <a:moveTo>
                  <a:pt x="525" y="407"/>
                </a:moveTo>
                <a:lnTo>
                  <a:pt x="848" y="407"/>
                </a:lnTo>
                <a:lnTo>
                  <a:pt x="525" y="87"/>
                </a:lnTo>
                <a:lnTo>
                  <a:pt x="525" y="407"/>
                </a:lnTo>
                <a:close/>
                <a:moveTo>
                  <a:pt x="118" y="0"/>
                </a:moveTo>
                <a:lnTo>
                  <a:pt x="585" y="0"/>
                </a:lnTo>
                <a:lnTo>
                  <a:pt x="935" y="350"/>
                </a:lnTo>
                <a:lnTo>
                  <a:pt x="935" y="1049"/>
                </a:lnTo>
                <a:cubicBezTo>
                  <a:pt x="935" y="1112"/>
                  <a:pt x="881" y="1164"/>
                  <a:pt x="818" y="1164"/>
                </a:cubicBezTo>
                <a:lnTo>
                  <a:pt x="118" y="1164"/>
                </a:lnTo>
                <a:cubicBezTo>
                  <a:pt x="55" y="1164"/>
                  <a:pt x="0" y="1112"/>
                  <a:pt x="0" y="1049"/>
                </a:cubicBezTo>
                <a:lnTo>
                  <a:pt x="3" y="114"/>
                </a:lnTo>
                <a:cubicBezTo>
                  <a:pt x="3" y="52"/>
                  <a:pt x="55" y="0"/>
                  <a:pt x="118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33737" y="1466056"/>
            <a:ext cx="419100" cy="419100"/>
          </a:xfrm>
          <a:custGeom>
            <a:avLst/>
            <a:gdLst>
              <a:gd name="T0" fmla="*/ 932 w 1166"/>
              <a:gd name="T1" fmla="*/ 350 h 1165"/>
              <a:gd name="T2" fmla="*/ 932 w 1166"/>
              <a:gd name="T3" fmla="*/ 232 h 1165"/>
              <a:gd name="T4" fmla="*/ 232 w 1166"/>
              <a:gd name="T5" fmla="*/ 232 h 1165"/>
              <a:gd name="T6" fmla="*/ 232 w 1166"/>
              <a:gd name="T7" fmla="*/ 350 h 1165"/>
              <a:gd name="T8" fmla="*/ 932 w 1166"/>
              <a:gd name="T9" fmla="*/ 350 h 1165"/>
              <a:gd name="T10" fmla="*/ 932 w 1166"/>
              <a:gd name="T11" fmla="*/ 525 h 1165"/>
              <a:gd name="T12" fmla="*/ 932 w 1166"/>
              <a:gd name="T13" fmla="*/ 407 h 1165"/>
              <a:gd name="T14" fmla="*/ 232 w 1166"/>
              <a:gd name="T15" fmla="*/ 407 h 1165"/>
              <a:gd name="T16" fmla="*/ 232 w 1166"/>
              <a:gd name="T17" fmla="*/ 525 h 1165"/>
              <a:gd name="T18" fmla="*/ 932 w 1166"/>
              <a:gd name="T19" fmla="*/ 525 h 1165"/>
              <a:gd name="T20" fmla="*/ 932 w 1166"/>
              <a:gd name="T21" fmla="*/ 700 h 1165"/>
              <a:gd name="T22" fmla="*/ 932 w 1166"/>
              <a:gd name="T23" fmla="*/ 582 h 1165"/>
              <a:gd name="T24" fmla="*/ 232 w 1166"/>
              <a:gd name="T25" fmla="*/ 582 h 1165"/>
              <a:gd name="T26" fmla="*/ 232 w 1166"/>
              <a:gd name="T27" fmla="*/ 700 h 1165"/>
              <a:gd name="T28" fmla="*/ 932 w 1166"/>
              <a:gd name="T29" fmla="*/ 700 h 1165"/>
              <a:gd name="T30" fmla="*/ 1050 w 1166"/>
              <a:gd name="T31" fmla="*/ 0 h 1165"/>
              <a:gd name="T32" fmla="*/ 1165 w 1166"/>
              <a:gd name="T33" fmla="*/ 114 h 1165"/>
              <a:gd name="T34" fmla="*/ 1165 w 1166"/>
              <a:gd name="T35" fmla="*/ 1164 h 1165"/>
              <a:gd name="T36" fmla="*/ 932 w 1166"/>
              <a:gd name="T37" fmla="*/ 932 h 1165"/>
              <a:gd name="T38" fmla="*/ 115 w 1166"/>
              <a:gd name="T39" fmla="*/ 932 h 1165"/>
              <a:gd name="T40" fmla="*/ 0 w 1166"/>
              <a:gd name="T41" fmla="*/ 814 h 1165"/>
              <a:gd name="T42" fmla="*/ 0 w 1166"/>
              <a:gd name="T43" fmla="*/ 114 h 1165"/>
              <a:gd name="T44" fmla="*/ 115 w 1166"/>
              <a:gd name="T45" fmla="*/ 0 h 1165"/>
              <a:gd name="T46" fmla="*/ 1050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932" y="350"/>
                </a:moveTo>
                <a:lnTo>
                  <a:pt x="932" y="232"/>
                </a:lnTo>
                <a:lnTo>
                  <a:pt x="232" y="232"/>
                </a:lnTo>
                <a:lnTo>
                  <a:pt x="232" y="350"/>
                </a:lnTo>
                <a:lnTo>
                  <a:pt x="932" y="350"/>
                </a:lnTo>
                <a:close/>
                <a:moveTo>
                  <a:pt x="932" y="525"/>
                </a:moveTo>
                <a:lnTo>
                  <a:pt x="932" y="407"/>
                </a:lnTo>
                <a:lnTo>
                  <a:pt x="232" y="407"/>
                </a:lnTo>
                <a:lnTo>
                  <a:pt x="232" y="525"/>
                </a:lnTo>
                <a:lnTo>
                  <a:pt x="932" y="525"/>
                </a:lnTo>
                <a:close/>
                <a:moveTo>
                  <a:pt x="932" y="700"/>
                </a:moveTo>
                <a:lnTo>
                  <a:pt x="932" y="582"/>
                </a:lnTo>
                <a:lnTo>
                  <a:pt x="232" y="582"/>
                </a:lnTo>
                <a:lnTo>
                  <a:pt x="232" y="700"/>
                </a:lnTo>
                <a:lnTo>
                  <a:pt x="932" y="700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4"/>
                </a:cubicBezTo>
                <a:lnTo>
                  <a:pt x="1165" y="1164"/>
                </a:lnTo>
                <a:lnTo>
                  <a:pt x="932" y="932"/>
                </a:lnTo>
                <a:lnTo>
                  <a:pt x="115" y="932"/>
                </a:lnTo>
                <a:cubicBezTo>
                  <a:pt x="52" y="932"/>
                  <a:pt x="0" y="877"/>
                  <a:pt x="0" y="814"/>
                </a:cubicBezTo>
                <a:lnTo>
                  <a:pt x="0" y="114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289424" y="1486695"/>
            <a:ext cx="463550" cy="377825"/>
          </a:xfrm>
          <a:custGeom>
            <a:avLst/>
            <a:gdLst>
              <a:gd name="T0" fmla="*/ 585 w 1286"/>
              <a:gd name="T1" fmla="*/ 757 h 1051"/>
              <a:gd name="T2" fmla="*/ 585 w 1286"/>
              <a:gd name="T3" fmla="*/ 582 h 1051"/>
              <a:gd name="T4" fmla="*/ 0 w 1286"/>
              <a:gd name="T5" fmla="*/ 582 h 1051"/>
              <a:gd name="T6" fmla="*/ 0 w 1286"/>
              <a:gd name="T7" fmla="*/ 468 h 1051"/>
              <a:gd name="T8" fmla="*/ 585 w 1286"/>
              <a:gd name="T9" fmla="*/ 468 h 1051"/>
              <a:gd name="T10" fmla="*/ 585 w 1286"/>
              <a:gd name="T11" fmla="*/ 293 h 1051"/>
              <a:gd name="T12" fmla="*/ 818 w 1286"/>
              <a:gd name="T13" fmla="*/ 525 h 1051"/>
              <a:gd name="T14" fmla="*/ 585 w 1286"/>
              <a:gd name="T15" fmla="*/ 757 h 1051"/>
              <a:gd name="T16" fmla="*/ 1168 w 1286"/>
              <a:gd name="T17" fmla="*/ 0 h 1051"/>
              <a:gd name="T18" fmla="*/ 1285 w 1286"/>
              <a:gd name="T19" fmla="*/ 118 h 1051"/>
              <a:gd name="T20" fmla="*/ 1285 w 1286"/>
              <a:gd name="T21" fmla="*/ 935 h 1051"/>
              <a:gd name="T22" fmla="*/ 1168 w 1286"/>
              <a:gd name="T23" fmla="*/ 1050 h 1051"/>
              <a:gd name="T24" fmla="*/ 118 w 1286"/>
              <a:gd name="T25" fmla="*/ 1050 h 1051"/>
              <a:gd name="T26" fmla="*/ 0 w 1286"/>
              <a:gd name="T27" fmla="*/ 935 h 1051"/>
              <a:gd name="T28" fmla="*/ 0 w 1286"/>
              <a:gd name="T29" fmla="*/ 700 h 1051"/>
              <a:gd name="T30" fmla="*/ 118 w 1286"/>
              <a:gd name="T31" fmla="*/ 700 h 1051"/>
              <a:gd name="T32" fmla="*/ 118 w 1286"/>
              <a:gd name="T33" fmla="*/ 935 h 1051"/>
              <a:gd name="T34" fmla="*/ 1168 w 1286"/>
              <a:gd name="T35" fmla="*/ 935 h 1051"/>
              <a:gd name="T36" fmla="*/ 1168 w 1286"/>
              <a:gd name="T37" fmla="*/ 115 h 1051"/>
              <a:gd name="T38" fmla="*/ 118 w 1286"/>
              <a:gd name="T39" fmla="*/ 115 h 1051"/>
              <a:gd name="T40" fmla="*/ 118 w 1286"/>
              <a:gd name="T41" fmla="*/ 350 h 1051"/>
              <a:gd name="T42" fmla="*/ 0 w 1286"/>
              <a:gd name="T43" fmla="*/ 350 h 1051"/>
              <a:gd name="T44" fmla="*/ 0 w 1286"/>
              <a:gd name="T45" fmla="*/ 118 h 1051"/>
              <a:gd name="T46" fmla="*/ 118 w 1286"/>
              <a:gd name="T47" fmla="*/ 0 h 1051"/>
              <a:gd name="T48" fmla="*/ 1168 w 1286"/>
              <a:gd name="T4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6" h="1051">
                <a:moveTo>
                  <a:pt x="585" y="757"/>
                </a:moveTo>
                <a:lnTo>
                  <a:pt x="585" y="582"/>
                </a:lnTo>
                <a:lnTo>
                  <a:pt x="0" y="582"/>
                </a:lnTo>
                <a:lnTo>
                  <a:pt x="0" y="468"/>
                </a:lnTo>
                <a:lnTo>
                  <a:pt x="585" y="468"/>
                </a:lnTo>
                <a:lnTo>
                  <a:pt x="585" y="293"/>
                </a:lnTo>
                <a:lnTo>
                  <a:pt x="818" y="525"/>
                </a:lnTo>
                <a:lnTo>
                  <a:pt x="585" y="757"/>
                </a:lnTo>
                <a:close/>
                <a:moveTo>
                  <a:pt x="1168" y="0"/>
                </a:moveTo>
                <a:cubicBezTo>
                  <a:pt x="1230" y="0"/>
                  <a:pt x="1285" y="52"/>
                  <a:pt x="1285" y="118"/>
                </a:cubicBezTo>
                <a:lnTo>
                  <a:pt x="1285" y="935"/>
                </a:lnTo>
                <a:cubicBezTo>
                  <a:pt x="1285" y="998"/>
                  <a:pt x="1230" y="1050"/>
                  <a:pt x="1168" y="1050"/>
                </a:cubicBezTo>
                <a:lnTo>
                  <a:pt x="118" y="1050"/>
                </a:lnTo>
                <a:cubicBezTo>
                  <a:pt x="55" y="1050"/>
                  <a:pt x="0" y="998"/>
                  <a:pt x="0" y="935"/>
                </a:cubicBezTo>
                <a:lnTo>
                  <a:pt x="0" y="700"/>
                </a:lnTo>
                <a:lnTo>
                  <a:pt x="118" y="700"/>
                </a:lnTo>
                <a:lnTo>
                  <a:pt x="118" y="935"/>
                </a:lnTo>
                <a:lnTo>
                  <a:pt x="1168" y="935"/>
                </a:lnTo>
                <a:lnTo>
                  <a:pt x="1168" y="115"/>
                </a:lnTo>
                <a:lnTo>
                  <a:pt x="118" y="115"/>
                </a:lnTo>
                <a:lnTo>
                  <a:pt x="118" y="350"/>
                </a:lnTo>
                <a:lnTo>
                  <a:pt x="0" y="350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89562" y="1466056"/>
            <a:ext cx="419100" cy="419100"/>
          </a:xfrm>
          <a:custGeom>
            <a:avLst/>
            <a:gdLst>
              <a:gd name="T0" fmla="*/ 640 w 1166"/>
              <a:gd name="T1" fmla="*/ 407 h 1165"/>
              <a:gd name="T2" fmla="*/ 640 w 1166"/>
              <a:gd name="T3" fmla="*/ 289 h 1165"/>
              <a:gd name="T4" fmla="*/ 526 w 1166"/>
              <a:gd name="T5" fmla="*/ 289 h 1165"/>
              <a:gd name="T6" fmla="*/ 526 w 1166"/>
              <a:gd name="T7" fmla="*/ 407 h 1165"/>
              <a:gd name="T8" fmla="*/ 640 w 1166"/>
              <a:gd name="T9" fmla="*/ 407 h 1165"/>
              <a:gd name="T10" fmla="*/ 640 w 1166"/>
              <a:gd name="T11" fmla="*/ 875 h 1165"/>
              <a:gd name="T12" fmla="*/ 640 w 1166"/>
              <a:gd name="T13" fmla="*/ 525 h 1165"/>
              <a:gd name="T14" fmla="*/ 526 w 1166"/>
              <a:gd name="T15" fmla="*/ 525 h 1165"/>
              <a:gd name="T16" fmla="*/ 526 w 1166"/>
              <a:gd name="T17" fmla="*/ 875 h 1165"/>
              <a:gd name="T18" fmla="*/ 640 w 1166"/>
              <a:gd name="T19" fmla="*/ 875 h 1165"/>
              <a:gd name="T20" fmla="*/ 583 w 1166"/>
              <a:gd name="T21" fmla="*/ 0 h 1165"/>
              <a:gd name="T22" fmla="*/ 1165 w 1166"/>
              <a:gd name="T23" fmla="*/ 582 h 1165"/>
              <a:gd name="T24" fmla="*/ 583 w 1166"/>
              <a:gd name="T25" fmla="*/ 1164 h 1165"/>
              <a:gd name="T26" fmla="*/ 0 w 1166"/>
              <a:gd name="T27" fmla="*/ 582 h 1165"/>
              <a:gd name="T28" fmla="*/ 583 w 1166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5">
                <a:moveTo>
                  <a:pt x="640" y="407"/>
                </a:moveTo>
                <a:lnTo>
                  <a:pt x="640" y="289"/>
                </a:lnTo>
                <a:lnTo>
                  <a:pt x="526" y="289"/>
                </a:lnTo>
                <a:lnTo>
                  <a:pt x="526" y="407"/>
                </a:lnTo>
                <a:lnTo>
                  <a:pt x="640" y="407"/>
                </a:lnTo>
                <a:close/>
                <a:moveTo>
                  <a:pt x="640" y="875"/>
                </a:moveTo>
                <a:lnTo>
                  <a:pt x="640" y="525"/>
                </a:lnTo>
                <a:lnTo>
                  <a:pt x="526" y="525"/>
                </a:lnTo>
                <a:lnTo>
                  <a:pt x="526" y="875"/>
                </a:lnTo>
                <a:lnTo>
                  <a:pt x="640" y="875"/>
                </a:lnTo>
                <a:close/>
                <a:moveTo>
                  <a:pt x="583" y="0"/>
                </a:moveTo>
                <a:cubicBezTo>
                  <a:pt x="906" y="0"/>
                  <a:pt x="1165" y="259"/>
                  <a:pt x="1165" y="582"/>
                </a:cubicBezTo>
                <a:cubicBezTo>
                  <a:pt x="1165" y="905"/>
                  <a:pt x="906" y="1164"/>
                  <a:pt x="583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67474" y="1466056"/>
            <a:ext cx="419100" cy="419100"/>
          </a:xfrm>
          <a:custGeom>
            <a:avLst/>
            <a:gdLst>
              <a:gd name="T0" fmla="*/ 525 w 1166"/>
              <a:gd name="T1" fmla="*/ 407 h 1165"/>
              <a:gd name="T2" fmla="*/ 525 w 1166"/>
              <a:gd name="T3" fmla="*/ 289 h 1165"/>
              <a:gd name="T4" fmla="*/ 640 w 1166"/>
              <a:gd name="T5" fmla="*/ 289 h 1165"/>
              <a:gd name="T6" fmla="*/ 640 w 1166"/>
              <a:gd name="T7" fmla="*/ 407 h 1165"/>
              <a:gd name="T8" fmla="*/ 525 w 1166"/>
              <a:gd name="T9" fmla="*/ 407 h 1165"/>
              <a:gd name="T10" fmla="*/ 582 w 1166"/>
              <a:gd name="T11" fmla="*/ 1049 h 1165"/>
              <a:gd name="T12" fmla="*/ 1050 w 1166"/>
              <a:gd name="T13" fmla="*/ 582 h 1165"/>
              <a:gd name="T14" fmla="*/ 582 w 1166"/>
              <a:gd name="T15" fmla="*/ 114 h 1165"/>
              <a:gd name="T16" fmla="*/ 115 w 1166"/>
              <a:gd name="T17" fmla="*/ 582 h 1165"/>
              <a:gd name="T18" fmla="*/ 582 w 1166"/>
              <a:gd name="T19" fmla="*/ 1049 h 1165"/>
              <a:gd name="T20" fmla="*/ 582 w 1166"/>
              <a:gd name="T21" fmla="*/ 0 h 1165"/>
              <a:gd name="T22" fmla="*/ 1165 w 1166"/>
              <a:gd name="T23" fmla="*/ 582 h 1165"/>
              <a:gd name="T24" fmla="*/ 582 w 1166"/>
              <a:gd name="T25" fmla="*/ 1164 h 1165"/>
              <a:gd name="T26" fmla="*/ 0 w 1166"/>
              <a:gd name="T27" fmla="*/ 582 h 1165"/>
              <a:gd name="T28" fmla="*/ 582 w 1166"/>
              <a:gd name="T29" fmla="*/ 0 h 1165"/>
              <a:gd name="T30" fmla="*/ 525 w 1166"/>
              <a:gd name="T31" fmla="*/ 875 h 1165"/>
              <a:gd name="T32" fmla="*/ 525 w 1166"/>
              <a:gd name="T33" fmla="*/ 525 h 1165"/>
              <a:gd name="T34" fmla="*/ 640 w 1166"/>
              <a:gd name="T35" fmla="*/ 525 h 1165"/>
              <a:gd name="T36" fmla="*/ 640 w 1166"/>
              <a:gd name="T37" fmla="*/ 875 h 1165"/>
              <a:gd name="T38" fmla="*/ 525 w 1166"/>
              <a:gd name="T39" fmla="*/ 87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1165">
                <a:moveTo>
                  <a:pt x="525" y="407"/>
                </a:moveTo>
                <a:lnTo>
                  <a:pt x="525" y="289"/>
                </a:lnTo>
                <a:lnTo>
                  <a:pt x="640" y="289"/>
                </a:lnTo>
                <a:lnTo>
                  <a:pt x="640" y="407"/>
                </a:lnTo>
                <a:lnTo>
                  <a:pt x="525" y="407"/>
                </a:lnTo>
                <a:close/>
                <a:moveTo>
                  <a:pt x="582" y="1049"/>
                </a:moveTo>
                <a:cubicBezTo>
                  <a:pt x="839" y="1049"/>
                  <a:pt x="1050" y="839"/>
                  <a:pt x="1050" y="582"/>
                </a:cubicBezTo>
                <a:cubicBezTo>
                  <a:pt x="1050" y="325"/>
                  <a:pt x="839" y="114"/>
                  <a:pt x="582" y="114"/>
                </a:cubicBezTo>
                <a:cubicBezTo>
                  <a:pt x="325" y="114"/>
                  <a:pt x="115" y="325"/>
                  <a:pt x="115" y="582"/>
                </a:cubicBezTo>
                <a:cubicBezTo>
                  <a:pt x="115" y="839"/>
                  <a:pt x="325" y="1049"/>
                  <a:pt x="582" y="1049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525" y="875"/>
                </a:moveTo>
                <a:lnTo>
                  <a:pt x="525" y="525"/>
                </a:lnTo>
                <a:lnTo>
                  <a:pt x="640" y="525"/>
                </a:lnTo>
                <a:lnTo>
                  <a:pt x="640" y="875"/>
                </a:lnTo>
                <a:lnTo>
                  <a:pt x="525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66026" y="1486695"/>
            <a:ext cx="377825" cy="377825"/>
          </a:xfrm>
          <a:custGeom>
            <a:avLst/>
            <a:gdLst>
              <a:gd name="T0" fmla="*/ 817 w 1051"/>
              <a:gd name="T1" fmla="*/ 582 h 1051"/>
              <a:gd name="T2" fmla="*/ 817 w 1051"/>
              <a:gd name="T3" fmla="*/ 468 h 1051"/>
              <a:gd name="T4" fmla="*/ 232 w 1051"/>
              <a:gd name="T5" fmla="*/ 468 h 1051"/>
              <a:gd name="T6" fmla="*/ 232 w 1051"/>
              <a:gd name="T7" fmla="*/ 582 h 1051"/>
              <a:gd name="T8" fmla="*/ 817 w 1051"/>
              <a:gd name="T9" fmla="*/ 582 h 1051"/>
              <a:gd name="T10" fmla="*/ 932 w 1051"/>
              <a:gd name="T11" fmla="*/ 0 h 1051"/>
              <a:gd name="T12" fmla="*/ 1050 w 1051"/>
              <a:gd name="T13" fmla="*/ 118 h 1051"/>
              <a:gd name="T14" fmla="*/ 1050 w 1051"/>
              <a:gd name="T15" fmla="*/ 932 h 1051"/>
              <a:gd name="T16" fmla="*/ 932 w 1051"/>
              <a:gd name="T17" fmla="*/ 1050 h 1051"/>
              <a:gd name="T18" fmla="*/ 117 w 1051"/>
              <a:gd name="T19" fmla="*/ 1050 h 1051"/>
              <a:gd name="T20" fmla="*/ 0 w 1051"/>
              <a:gd name="T21" fmla="*/ 932 h 1051"/>
              <a:gd name="T22" fmla="*/ 0 w 1051"/>
              <a:gd name="T23" fmla="*/ 118 h 1051"/>
              <a:gd name="T24" fmla="*/ 117 w 1051"/>
              <a:gd name="T25" fmla="*/ 0 h 1051"/>
              <a:gd name="T26" fmla="*/ 932 w 1051"/>
              <a:gd name="T2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1051">
                <a:moveTo>
                  <a:pt x="817" y="582"/>
                </a:moveTo>
                <a:lnTo>
                  <a:pt x="817" y="468"/>
                </a:lnTo>
                <a:lnTo>
                  <a:pt x="232" y="468"/>
                </a:lnTo>
                <a:lnTo>
                  <a:pt x="232" y="582"/>
                </a:lnTo>
                <a:lnTo>
                  <a:pt x="817" y="582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643939" y="1486695"/>
            <a:ext cx="377825" cy="377825"/>
          </a:xfrm>
          <a:custGeom>
            <a:avLst/>
            <a:gdLst>
              <a:gd name="T0" fmla="*/ 932 w 1051"/>
              <a:gd name="T1" fmla="*/ 118 h 1051"/>
              <a:gd name="T2" fmla="*/ 115 w 1051"/>
              <a:gd name="T3" fmla="*/ 118 h 1051"/>
              <a:gd name="T4" fmla="*/ 115 w 1051"/>
              <a:gd name="T5" fmla="*/ 700 h 1051"/>
              <a:gd name="T6" fmla="*/ 350 w 1051"/>
              <a:gd name="T7" fmla="*/ 700 h 1051"/>
              <a:gd name="T8" fmla="*/ 525 w 1051"/>
              <a:gd name="T9" fmla="*/ 875 h 1051"/>
              <a:gd name="T10" fmla="*/ 700 w 1051"/>
              <a:gd name="T11" fmla="*/ 700 h 1051"/>
              <a:gd name="T12" fmla="*/ 932 w 1051"/>
              <a:gd name="T13" fmla="*/ 700 h 1051"/>
              <a:gd name="T14" fmla="*/ 932 w 1051"/>
              <a:gd name="T15" fmla="*/ 118 h 1051"/>
              <a:gd name="T16" fmla="*/ 932 w 1051"/>
              <a:gd name="T17" fmla="*/ 0 h 1051"/>
              <a:gd name="T18" fmla="*/ 1050 w 1051"/>
              <a:gd name="T19" fmla="*/ 118 h 1051"/>
              <a:gd name="T20" fmla="*/ 1050 w 1051"/>
              <a:gd name="T21" fmla="*/ 932 h 1051"/>
              <a:gd name="T22" fmla="*/ 932 w 1051"/>
              <a:gd name="T23" fmla="*/ 1050 h 1051"/>
              <a:gd name="T24" fmla="*/ 115 w 1051"/>
              <a:gd name="T25" fmla="*/ 1050 h 1051"/>
              <a:gd name="T26" fmla="*/ 0 w 1051"/>
              <a:gd name="T27" fmla="*/ 932 h 1051"/>
              <a:gd name="T28" fmla="*/ 0 w 1051"/>
              <a:gd name="T29" fmla="*/ 118 h 1051"/>
              <a:gd name="T30" fmla="*/ 115 w 1051"/>
              <a:gd name="T31" fmla="*/ 0 h 1051"/>
              <a:gd name="T32" fmla="*/ 932 w 1051"/>
              <a:gd name="T33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51" h="1051">
                <a:moveTo>
                  <a:pt x="932" y="118"/>
                </a:moveTo>
                <a:lnTo>
                  <a:pt x="115" y="118"/>
                </a:lnTo>
                <a:lnTo>
                  <a:pt x="115" y="700"/>
                </a:lnTo>
                <a:lnTo>
                  <a:pt x="350" y="700"/>
                </a:lnTo>
                <a:cubicBezTo>
                  <a:pt x="350" y="796"/>
                  <a:pt x="429" y="875"/>
                  <a:pt x="525" y="875"/>
                </a:cubicBezTo>
                <a:cubicBezTo>
                  <a:pt x="621" y="875"/>
                  <a:pt x="700" y="796"/>
                  <a:pt x="700" y="700"/>
                </a:cubicBezTo>
                <a:lnTo>
                  <a:pt x="932" y="700"/>
                </a:lnTo>
                <a:lnTo>
                  <a:pt x="932" y="118"/>
                </a:lnTo>
                <a:close/>
                <a:moveTo>
                  <a:pt x="932" y="0"/>
                </a:moveTo>
                <a:cubicBezTo>
                  <a:pt x="995" y="0"/>
                  <a:pt x="1050" y="52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5" y="1050"/>
                </a:lnTo>
                <a:cubicBezTo>
                  <a:pt x="49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2"/>
                  <a:pt x="49" y="0"/>
                  <a:pt x="115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58351" y="1466056"/>
            <a:ext cx="504825" cy="419100"/>
          </a:xfrm>
          <a:custGeom>
            <a:avLst/>
            <a:gdLst>
              <a:gd name="T0" fmla="*/ 698 w 1401"/>
              <a:gd name="T1" fmla="*/ 407 h 1165"/>
              <a:gd name="T2" fmla="*/ 875 w 1401"/>
              <a:gd name="T3" fmla="*/ 407 h 1165"/>
              <a:gd name="T4" fmla="*/ 730 w 1401"/>
              <a:gd name="T5" fmla="*/ 511 h 1165"/>
              <a:gd name="T6" fmla="*/ 785 w 1401"/>
              <a:gd name="T7" fmla="*/ 680 h 1165"/>
              <a:gd name="T8" fmla="*/ 643 w 1401"/>
              <a:gd name="T9" fmla="*/ 574 h 1165"/>
              <a:gd name="T10" fmla="*/ 498 w 1401"/>
              <a:gd name="T11" fmla="*/ 680 h 1165"/>
              <a:gd name="T12" fmla="*/ 553 w 1401"/>
              <a:gd name="T13" fmla="*/ 511 h 1165"/>
              <a:gd name="T14" fmla="*/ 408 w 1401"/>
              <a:gd name="T15" fmla="*/ 407 h 1165"/>
              <a:gd name="T16" fmla="*/ 585 w 1401"/>
              <a:gd name="T17" fmla="*/ 407 h 1165"/>
              <a:gd name="T18" fmla="*/ 643 w 1401"/>
              <a:gd name="T19" fmla="*/ 232 h 1165"/>
              <a:gd name="T20" fmla="*/ 698 w 1401"/>
              <a:gd name="T21" fmla="*/ 407 h 1165"/>
              <a:gd name="T22" fmla="*/ 1168 w 1401"/>
              <a:gd name="T23" fmla="*/ 0 h 1165"/>
              <a:gd name="T24" fmla="*/ 1283 w 1401"/>
              <a:gd name="T25" fmla="*/ 114 h 1165"/>
              <a:gd name="T26" fmla="*/ 1283 w 1401"/>
              <a:gd name="T27" fmla="*/ 407 h 1165"/>
              <a:gd name="T28" fmla="*/ 1168 w 1401"/>
              <a:gd name="T29" fmla="*/ 407 h 1165"/>
              <a:gd name="T30" fmla="*/ 1168 w 1401"/>
              <a:gd name="T31" fmla="*/ 114 h 1165"/>
              <a:gd name="T32" fmla="*/ 118 w 1401"/>
              <a:gd name="T33" fmla="*/ 114 h 1165"/>
              <a:gd name="T34" fmla="*/ 118 w 1401"/>
              <a:gd name="T35" fmla="*/ 814 h 1165"/>
              <a:gd name="T36" fmla="*/ 875 w 1401"/>
              <a:gd name="T37" fmla="*/ 814 h 1165"/>
              <a:gd name="T38" fmla="*/ 875 w 1401"/>
              <a:gd name="T39" fmla="*/ 932 h 1165"/>
              <a:gd name="T40" fmla="*/ 758 w 1401"/>
              <a:gd name="T41" fmla="*/ 932 h 1165"/>
              <a:gd name="T42" fmla="*/ 758 w 1401"/>
              <a:gd name="T43" fmla="*/ 1050 h 1165"/>
              <a:gd name="T44" fmla="*/ 875 w 1401"/>
              <a:gd name="T45" fmla="*/ 1050 h 1165"/>
              <a:gd name="T46" fmla="*/ 875 w 1401"/>
              <a:gd name="T47" fmla="*/ 1164 h 1165"/>
              <a:gd name="T48" fmla="*/ 408 w 1401"/>
              <a:gd name="T49" fmla="*/ 1164 h 1165"/>
              <a:gd name="T50" fmla="*/ 408 w 1401"/>
              <a:gd name="T51" fmla="*/ 1050 h 1165"/>
              <a:gd name="T52" fmla="*/ 525 w 1401"/>
              <a:gd name="T53" fmla="*/ 1050 h 1165"/>
              <a:gd name="T54" fmla="*/ 525 w 1401"/>
              <a:gd name="T55" fmla="*/ 932 h 1165"/>
              <a:gd name="T56" fmla="*/ 118 w 1401"/>
              <a:gd name="T57" fmla="*/ 932 h 1165"/>
              <a:gd name="T58" fmla="*/ 0 w 1401"/>
              <a:gd name="T59" fmla="*/ 814 h 1165"/>
              <a:gd name="T60" fmla="*/ 0 w 1401"/>
              <a:gd name="T61" fmla="*/ 114 h 1165"/>
              <a:gd name="T62" fmla="*/ 118 w 1401"/>
              <a:gd name="T63" fmla="*/ 0 h 1165"/>
              <a:gd name="T64" fmla="*/ 1168 w 1401"/>
              <a:gd name="T65" fmla="*/ 0 h 1165"/>
              <a:gd name="T66" fmla="*/ 1343 w 1401"/>
              <a:gd name="T67" fmla="*/ 1049 h 1165"/>
              <a:gd name="T68" fmla="*/ 1343 w 1401"/>
              <a:gd name="T69" fmla="*/ 639 h 1165"/>
              <a:gd name="T70" fmla="*/ 1050 w 1401"/>
              <a:gd name="T71" fmla="*/ 639 h 1165"/>
              <a:gd name="T72" fmla="*/ 1050 w 1401"/>
              <a:gd name="T73" fmla="*/ 1049 h 1165"/>
              <a:gd name="T74" fmla="*/ 1343 w 1401"/>
              <a:gd name="T75" fmla="*/ 1049 h 1165"/>
              <a:gd name="T76" fmla="*/ 1343 w 1401"/>
              <a:gd name="T77" fmla="*/ 525 h 1165"/>
              <a:gd name="T78" fmla="*/ 1400 w 1401"/>
              <a:gd name="T79" fmla="*/ 582 h 1165"/>
              <a:gd name="T80" fmla="*/ 1400 w 1401"/>
              <a:gd name="T81" fmla="*/ 1107 h 1165"/>
              <a:gd name="T82" fmla="*/ 1343 w 1401"/>
              <a:gd name="T83" fmla="*/ 1164 h 1165"/>
              <a:gd name="T84" fmla="*/ 1050 w 1401"/>
              <a:gd name="T85" fmla="*/ 1164 h 1165"/>
              <a:gd name="T86" fmla="*/ 993 w 1401"/>
              <a:gd name="T87" fmla="*/ 1107 h 1165"/>
              <a:gd name="T88" fmla="*/ 993 w 1401"/>
              <a:gd name="T89" fmla="*/ 582 h 1165"/>
              <a:gd name="T90" fmla="*/ 1050 w 1401"/>
              <a:gd name="T91" fmla="*/ 525 h 1165"/>
              <a:gd name="T92" fmla="*/ 1343 w 1401"/>
              <a:gd name="T93" fmla="*/ 52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401" h="1165">
                <a:moveTo>
                  <a:pt x="698" y="407"/>
                </a:moveTo>
                <a:lnTo>
                  <a:pt x="875" y="407"/>
                </a:lnTo>
                <a:lnTo>
                  <a:pt x="730" y="511"/>
                </a:lnTo>
                <a:lnTo>
                  <a:pt x="785" y="680"/>
                </a:lnTo>
                <a:lnTo>
                  <a:pt x="643" y="574"/>
                </a:lnTo>
                <a:lnTo>
                  <a:pt x="498" y="680"/>
                </a:lnTo>
                <a:lnTo>
                  <a:pt x="553" y="511"/>
                </a:lnTo>
                <a:lnTo>
                  <a:pt x="408" y="407"/>
                </a:lnTo>
                <a:lnTo>
                  <a:pt x="585" y="407"/>
                </a:lnTo>
                <a:lnTo>
                  <a:pt x="643" y="232"/>
                </a:lnTo>
                <a:lnTo>
                  <a:pt x="698" y="407"/>
                </a:lnTo>
                <a:close/>
                <a:moveTo>
                  <a:pt x="1168" y="0"/>
                </a:moveTo>
                <a:cubicBezTo>
                  <a:pt x="1231" y="0"/>
                  <a:pt x="1283" y="49"/>
                  <a:pt x="1283" y="114"/>
                </a:cubicBezTo>
                <a:lnTo>
                  <a:pt x="1283" y="407"/>
                </a:lnTo>
                <a:lnTo>
                  <a:pt x="1168" y="407"/>
                </a:lnTo>
                <a:lnTo>
                  <a:pt x="1168" y="114"/>
                </a:lnTo>
                <a:lnTo>
                  <a:pt x="118" y="114"/>
                </a:lnTo>
                <a:lnTo>
                  <a:pt x="118" y="814"/>
                </a:lnTo>
                <a:lnTo>
                  <a:pt x="875" y="814"/>
                </a:lnTo>
                <a:lnTo>
                  <a:pt x="875" y="932"/>
                </a:lnTo>
                <a:lnTo>
                  <a:pt x="758" y="932"/>
                </a:lnTo>
                <a:lnTo>
                  <a:pt x="758" y="1050"/>
                </a:lnTo>
                <a:lnTo>
                  <a:pt x="875" y="1050"/>
                </a:lnTo>
                <a:lnTo>
                  <a:pt x="875" y="1164"/>
                </a:lnTo>
                <a:lnTo>
                  <a:pt x="408" y="1164"/>
                </a:lnTo>
                <a:lnTo>
                  <a:pt x="408" y="1050"/>
                </a:lnTo>
                <a:lnTo>
                  <a:pt x="525" y="1050"/>
                </a:lnTo>
                <a:lnTo>
                  <a:pt x="525" y="932"/>
                </a:lnTo>
                <a:lnTo>
                  <a:pt x="118" y="932"/>
                </a:lnTo>
                <a:cubicBezTo>
                  <a:pt x="52" y="932"/>
                  <a:pt x="0" y="877"/>
                  <a:pt x="0" y="814"/>
                </a:cubicBezTo>
                <a:lnTo>
                  <a:pt x="0" y="114"/>
                </a:lnTo>
                <a:cubicBezTo>
                  <a:pt x="0" y="49"/>
                  <a:pt x="52" y="0"/>
                  <a:pt x="118" y="0"/>
                </a:cubicBezTo>
                <a:lnTo>
                  <a:pt x="1168" y="0"/>
                </a:lnTo>
                <a:close/>
                <a:moveTo>
                  <a:pt x="1343" y="1049"/>
                </a:moveTo>
                <a:lnTo>
                  <a:pt x="1343" y="639"/>
                </a:lnTo>
                <a:lnTo>
                  <a:pt x="1050" y="639"/>
                </a:lnTo>
                <a:lnTo>
                  <a:pt x="1050" y="1049"/>
                </a:lnTo>
                <a:lnTo>
                  <a:pt x="1343" y="1049"/>
                </a:lnTo>
                <a:close/>
                <a:moveTo>
                  <a:pt x="1343" y="525"/>
                </a:moveTo>
                <a:cubicBezTo>
                  <a:pt x="1376" y="525"/>
                  <a:pt x="1400" y="549"/>
                  <a:pt x="1400" y="582"/>
                </a:cubicBezTo>
                <a:lnTo>
                  <a:pt x="1400" y="1107"/>
                </a:lnTo>
                <a:cubicBezTo>
                  <a:pt x="1400" y="1140"/>
                  <a:pt x="1376" y="1164"/>
                  <a:pt x="1343" y="1164"/>
                </a:cubicBezTo>
                <a:lnTo>
                  <a:pt x="1050" y="1164"/>
                </a:lnTo>
                <a:cubicBezTo>
                  <a:pt x="1017" y="1164"/>
                  <a:pt x="993" y="1140"/>
                  <a:pt x="993" y="1107"/>
                </a:cubicBezTo>
                <a:lnTo>
                  <a:pt x="993" y="582"/>
                </a:lnTo>
                <a:cubicBezTo>
                  <a:pt x="993" y="549"/>
                  <a:pt x="1017" y="525"/>
                  <a:pt x="1050" y="525"/>
                </a:cubicBezTo>
                <a:lnTo>
                  <a:pt x="1343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841039" y="1486695"/>
            <a:ext cx="293687" cy="377825"/>
          </a:xfrm>
          <a:custGeom>
            <a:avLst/>
            <a:gdLst>
              <a:gd name="T0" fmla="*/ 640 w 816"/>
              <a:gd name="T1" fmla="*/ 818 h 1051"/>
              <a:gd name="T2" fmla="*/ 815 w 816"/>
              <a:gd name="T3" fmla="*/ 818 h 1051"/>
              <a:gd name="T4" fmla="*/ 583 w 816"/>
              <a:gd name="T5" fmla="*/ 1050 h 1051"/>
              <a:gd name="T6" fmla="*/ 350 w 816"/>
              <a:gd name="T7" fmla="*/ 818 h 1051"/>
              <a:gd name="T8" fmla="*/ 525 w 816"/>
              <a:gd name="T9" fmla="*/ 818 h 1051"/>
              <a:gd name="T10" fmla="*/ 525 w 816"/>
              <a:gd name="T11" fmla="*/ 407 h 1051"/>
              <a:gd name="T12" fmla="*/ 640 w 816"/>
              <a:gd name="T13" fmla="*/ 407 h 1051"/>
              <a:gd name="T14" fmla="*/ 640 w 816"/>
              <a:gd name="T15" fmla="*/ 818 h 1051"/>
              <a:gd name="T16" fmla="*/ 233 w 816"/>
              <a:gd name="T17" fmla="*/ 0 h 1051"/>
              <a:gd name="T18" fmla="*/ 465 w 816"/>
              <a:gd name="T19" fmla="*/ 232 h 1051"/>
              <a:gd name="T20" fmla="*/ 290 w 816"/>
              <a:gd name="T21" fmla="*/ 232 h 1051"/>
              <a:gd name="T22" fmla="*/ 290 w 816"/>
              <a:gd name="T23" fmla="*/ 643 h 1051"/>
              <a:gd name="T24" fmla="*/ 175 w 816"/>
              <a:gd name="T25" fmla="*/ 643 h 1051"/>
              <a:gd name="T26" fmla="*/ 175 w 816"/>
              <a:gd name="T27" fmla="*/ 232 h 1051"/>
              <a:gd name="T28" fmla="*/ 0 w 816"/>
              <a:gd name="T29" fmla="*/ 232 h 1051"/>
              <a:gd name="T30" fmla="*/ 233 w 816"/>
              <a:gd name="T3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16" h="1051">
                <a:moveTo>
                  <a:pt x="640" y="818"/>
                </a:moveTo>
                <a:lnTo>
                  <a:pt x="815" y="818"/>
                </a:lnTo>
                <a:lnTo>
                  <a:pt x="583" y="1050"/>
                </a:lnTo>
                <a:lnTo>
                  <a:pt x="350" y="818"/>
                </a:lnTo>
                <a:lnTo>
                  <a:pt x="525" y="818"/>
                </a:lnTo>
                <a:lnTo>
                  <a:pt x="525" y="407"/>
                </a:lnTo>
                <a:lnTo>
                  <a:pt x="640" y="407"/>
                </a:lnTo>
                <a:lnTo>
                  <a:pt x="640" y="818"/>
                </a:lnTo>
                <a:close/>
                <a:moveTo>
                  <a:pt x="233" y="0"/>
                </a:moveTo>
                <a:lnTo>
                  <a:pt x="465" y="232"/>
                </a:lnTo>
                <a:lnTo>
                  <a:pt x="290" y="232"/>
                </a:lnTo>
                <a:lnTo>
                  <a:pt x="290" y="643"/>
                </a:lnTo>
                <a:lnTo>
                  <a:pt x="175" y="643"/>
                </a:lnTo>
                <a:lnTo>
                  <a:pt x="175" y="232"/>
                </a:lnTo>
                <a:lnTo>
                  <a:pt x="0" y="232"/>
                </a:lnTo>
                <a:lnTo>
                  <a:pt x="2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9" y="2336008"/>
            <a:ext cx="377825" cy="420687"/>
          </a:xfrm>
          <a:custGeom>
            <a:avLst/>
            <a:gdLst>
              <a:gd name="T0" fmla="*/ 932 w 1051"/>
              <a:gd name="T1" fmla="*/ 1050 h 1168"/>
              <a:gd name="T2" fmla="*/ 932 w 1051"/>
              <a:gd name="T3" fmla="*/ 410 h 1168"/>
              <a:gd name="T4" fmla="*/ 118 w 1051"/>
              <a:gd name="T5" fmla="*/ 410 h 1168"/>
              <a:gd name="T6" fmla="*/ 118 w 1051"/>
              <a:gd name="T7" fmla="*/ 1050 h 1168"/>
              <a:gd name="T8" fmla="*/ 932 w 1051"/>
              <a:gd name="T9" fmla="*/ 1050 h 1168"/>
              <a:gd name="T10" fmla="*/ 875 w 1051"/>
              <a:gd name="T11" fmla="*/ 0 h 1168"/>
              <a:gd name="T12" fmla="*/ 875 w 1051"/>
              <a:gd name="T13" fmla="*/ 117 h 1168"/>
              <a:gd name="T14" fmla="*/ 932 w 1051"/>
              <a:gd name="T15" fmla="*/ 117 h 1168"/>
              <a:gd name="T16" fmla="*/ 1050 w 1051"/>
              <a:gd name="T17" fmla="*/ 235 h 1168"/>
              <a:gd name="T18" fmla="*/ 1050 w 1051"/>
              <a:gd name="T19" fmla="*/ 1050 h 1168"/>
              <a:gd name="T20" fmla="*/ 932 w 1051"/>
              <a:gd name="T21" fmla="*/ 1167 h 1168"/>
              <a:gd name="T22" fmla="*/ 118 w 1051"/>
              <a:gd name="T23" fmla="*/ 1167 h 1168"/>
              <a:gd name="T24" fmla="*/ 0 w 1051"/>
              <a:gd name="T25" fmla="*/ 1050 h 1168"/>
              <a:gd name="T26" fmla="*/ 0 w 1051"/>
              <a:gd name="T27" fmla="*/ 235 h 1168"/>
              <a:gd name="T28" fmla="*/ 118 w 1051"/>
              <a:gd name="T29" fmla="*/ 117 h 1168"/>
              <a:gd name="T30" fmla="*/ 175 w 1051"/>
              <a:gd name="T31" fmla="*/ 117 h 1168"/>
              <a:gd name="T32" fmla="*/ 175 w 1051"/>
              <a:gd name="T33" fmla="*/ 0 h 1168"/>
              <a:gd name="T34" fmla="*/ 293 w 1051"/>
              <a:gd name="T35" fmla="*/ 0 h 1168"/>
              <a:gd name="T36" fmla="*/ 293 w 1051"/>
              <a:gd name="T37" fmla="*/ 117 h 1168"/>
              <a:gd name="T38" fmla="*/ 757 w 1051"/>
              <a:gd name="T39" fmla="*/ 117 h 1168"/>
              <a:gd name="T40" fmla="*/ 757 w 1051"/>
              <a:gd name="T41" fmla="*/ 0 h 1168"/>
              <a:gd name="T42" fmla="*/ 875 w 1051"/>
              <a:gd name="T43" fmla="*/ 0 h 1168"/>
              <a:gd name="T44" fmla="*/ 818 w 1051"/>
              <a:gd name="T45" fmla="*/ 642 h 1168"/>
              <a:gd name="T46" fmla="*/ 818 w 1051"/>
              <a:gd name="T47" fmla="*/ 935 h 1168"/>
              <a:gd name="T48" fmla="*/ 525 w 1051"/>
              <a:gd name="T49" fmla="*/ 935 h 1168"/>
              <a:gd name="T50" fmla="*/ 525 w 1051"/>
              <a:gd name="T51" fmla="*/ 642 h 1168"/>
              <a:gd name="T52" fmla="*/ 818 w 1051"/>
              <a:gd name="T53" fmla="*/ 642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168">
                <a:moveTo>
                  <a:pt x="932" y="1050"/>
                </a:moveTo>
                <a:lnTo>
                  <a:pt x="932" y="410"/>
                </a:lnTo>
                <a:lnTo>
                  <a:pt x="118" y="410"/>
                </a:lnTo>
                <a:lnTo>
                  <a:pt x="118" y="1050"/>
                </a:lnTo>
                <a:lnTo>
                  <a:pt x="932" y="1050"/>
                </a:lnTo>
                <a:close/>
                <a:moveTo>
                  <a:pt x="875" y="0"/>
                </a:moveTo>
                <a:lnTo>
                  <a:pt x="875" y="117"/>
                </a:lnTo>
                <a:lnTo>
                  <a:pt x="932" y="117"/>
                </a:lnTo>
                <a:cubicBezTo>
                  <a:pt x="995" y="117"/>
                  <a:pt x="1050" y="172"/>
                  <a:pt x="1050" y="235"/>
                </a:cubicBezTo>
                <a:lnTo>
                  <a:pt x="1050" y="1050"/>
                </a:lnTo>
                <a:cubicBezTo>
                  <a:pt x="1050" y="1113"/>
                  <a:pt x="995" y="1167"/>
                  <a:pt x="932" y="1167"/>
                </a:cubicBezTo>
                <a:lnTo>
                  <a:pt x="118" y="1167"/>
                </a:lnTo>
                <a:cubicBezTo>
                  <a:pt x="52" y="1167"/>
                  <a:pt x="0" y="1113"/>
                  <a:pt x="0" y="1050"/>
                </a:cubicBezTo>
                <a:lnTo>
                  <a:pt x="0" y="235"/>
                </a:lnTo>
                <a:cubicBezTo>
                  <a:pt x="0" y="172"/>
                  <a:pt x="52" y="117"/>
                  <a:pt x="118" y="117"/>
                </a:cubicBezTo>
                <a:lnTo>
                  <a:pt x="175" y="117"/>
                </a:lnTo>
                <a:lnTo>
                  <a:pt x="175" y="0"/>
                </a:lnTo>
                <a:lnTo>
                  <a:pt x="293" y="0"/>
                </a:lnTo>
                <a:lnTo>
                  <a:pt x="293" y="117"/>
                </a:lnTo>
                <a:lnTo>
                  <a:pt x="757" y="117"/>
                </a:lnTo>
                <a:lnTo>
                  <a:pt x="757" y="0"/>
                </a:lnTo>
                <a:lnTo>
                  <a:pt x="875" y="0"/>
                </a:lnTo>
                <a:close/>
                <a:moveTo>
                  <a:pt x="818" y="642"/>
                </a:moveTo>
                <a:lnTo>
                  <a:pt x="818" y="935"/>
                </a:lnTo>
                <a:lnTo>
                  <a:pt x="525" y="935"/>
                </a:lnTo>
                <a:lnTo>
                  <a:pt x="525" y="642"/>
                </a:lnTo>
                <a:lnTo>
                  <a:pt x="818" y="64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97101" y="2416969"/>
            <a:ext cx="252413" cy="261938"/>
          </a:xfrm>
          <a:custGeom>
            <a:avLst/>
            <a:gdLst>
              <a:gd name="T0" fmla="*/ 0 w 701"/>
              <a:gd name="T1" fmla="*/ 725 h 726"/>
              <a:gd name="T2" fmla="*/ 0 w 701"/>
              <a:gd name="T3" fmla="*/ 607 h 726"/>
              <a:gd name="T4" fmla="*/ 700 w 701"/>
              <a:gd name="T5" fmla="*/ 607 h 726"/>
              <a:gd name="T6" fmla="*/ 700 w 701"/>
              <a:gd name="T7" fmla="*/ 725 h 726"/>
              <a:gd name="T8" fmla="*/ 0 w 701"/>
              <a:gd name="T9" fmla="*/ 725 h 726"/>
              <a:gd name="T10" fmla="*/ 350 w 701"/>
              <a:gd name="T11" fmla="*/ 164 h 726"/>
              <a:gd name="T12" fmla="*/ 82 w 701"/>
              <a:gd name="T13" fmla="*/ 432 h 726"/>
              <a:gd name="T14" fmla="*/ 0 w 701"/>
              <a:gd name="T15" fmla="*/ 350 h 726"/>
              <a:gd name="T16" fmla="*/ 350 w 701"/>
              <a:gd name="T17" fmla="*/ 0 h 726"/>
              <a:gd name="T18" fmla="*/ 700 w 701"/>
              <a:gd name="T19" fmla="*/ 350 h 726"/>
              <a:gd name="T20" fmla="*/ 618 w 701"/>
              <a:gd name="T21" fmla="*/ 432 h 726"/>
              <a:gd name="T22" fmla="*/ 350 w 701"/>
              <a:gd name="T23" fmla="*/ 164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1" h="726">
                <a:moveTo>
                  <a:pt x="0" y="725"/>
                </a:moveTo>
                <a:lnTo>
                  <a:pt x="0" y="607"/>
                </a:lnTo>
                <a:lnTo>
                  <a:pt x="700" y="607"/>
                </a:lnTo>
                <a:lnTo>
                  <a:pt x="700" y="725"/>
                </a:lnTo>
                <a:lnTo>
                  <a:pt x="0" y="725"/>
                </a:lnTo>
                <a:close/>
                <a:moveTo>
                  <a:pt x="350" y="164"/>
                </a:moveTo>
                <a:lnTo>
                  <a:pt x="82" y="432"/>
                </a:lnTo>
                <a:lnTo>
                  <a:pt x="0" y="350"/>
                </a:lnTo>
                <a:lnTo>
                  <a:pt x="350" y="0"/>
                </a:lnTo>
                <a:lnTo>
                  <a:pt x="700" y="350"/>
                </a:lnTo>
                <a:lnTo>
                  <a:pt x="618" y="432"/>
                </a:lnTo>
                <a:lnTo>
                  <a:pt x="350" y="16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11514" y="2421731"/>
            <a:ext cx="377825" cy="252412"/>
          </a:xfrm>
          <a:custGeom>
            <a:avLst/>
            <a:gdLst>
              <a:gd name="T0" fmla="*/ 1050 w 1051"/>
              <a:gd name="T1" fmla="*/ 292 h 701"/>
              <a:gd name="T2" fmla="*/ 1050 w 1051"/>
              <a:gd name="T3" fmla="*/ 407 h 701"/>
              <a:gd name="T4" fmla="*/ 224 w 1051"/>
              <a:gd name="T5" fmla="*/ 407 h 701"/>
              <a:gd name="T6" fmla="*/ 432 w 1051"/>
              <a:gd name="T7" fmla="*/ 618 h 701"/>
              <a:gd name="T8" fmla="*/ 350 w 1051"/>
              <a:gd name="T9" fmla="*/ 700 h 701"/>
              <a:gd name="T10" fmla="*/ 0 w 1051"/>
              <a:gd name="T11" fmla="*/ 350 h 701"/>
              <a:gd name="T12" fmla="*/ 350 w 1051"/>
              <a:gd name="T13" fmla="*/ 0 h 701"/>
              <a:gd name="T14" fmla="*/ 432 w 1051"/>
              <a:gd name="T15" fmla="*/ 82 h 701"/>
              <a:gd name="T16" fmla="*/ 224 w 1051"/>
              <a:gd name="T17" fmla="*/ 292 h 701"/>
              <a:gd name="T18" fmla="*/ 1050 w 1051"/>
              <a:gd name="T19" fmla="*/ 292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51" h="701">
                <a:moveTo>
                  <a:pt x="1050" y="292"/>
                </a:moveTo>
                <a:lnTo>
                  <a:pt x="1050" y="407"/>
                </a:lnTo>
                <a:lnTo>
                  <a:pt x="224" y="407"/>
                </a:lnTo>
                <a:lnTo>
                  <a:pt x="432" y="618"/>
                </a:lnTo>
                <a:lnTo>
                  <a:pt x="350" y="700"/>
                </a:lnTo>
                <a:lnTo>
                  <a:pt x="0" y="350"/>
                </a:lnTo>
                <a:lnTo>
                  <a:pt x="350" y="0"/>
                </a:lnTo>
                <a:lnTo>
                  <a:pt x="432" y="82"/>
                </a:lnTo>
                <a:lnTo>
                  <a:pt x="224" y="292"/>
                </a:lnTo>
                <a:lnTo>
                  <a:pt x="1050" y="29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352926" y="2469359"/>
            <a:ext cx="252413" cy="155575"/>
          </a:xfrm>
          <a:custGeom>
            <a:avLst/>
            <a:gdLst>
              <a:gd name="T0" fmla="*/ 82 w 701"/>
              <a:gd name="T1" fmla="*/ 432 h 433"/>
              <a:gd name="T2" fmla="*/ 0 w 701"/>
              <a:gd name="T3" fmla="*/ 350 h 433"/>
              <a:gd name="T4" fmla="*/ 350 w 701"/>
              <a:gd name="T5" fmla="*/ 0 h 433"/>
              <a:gd name="T6" fmla="*/ 700 w 701"/>
              <a:gd name="T7" fmla="*/ 350 h 433"/>
              <a:gd name="T8" fmla="*/ 618 w 701"/>
              <a:gd name="T9" fmla="*/ 432 h 433"/>
              <a:gd name="T10" fmla="*/ 350 w 701"/>
              <a:gd name="T11" fmla="*/ 164 h 433"/>
              <a:gd name="T12" fmla="*/ 82 w 701"/>
              <a:gd name="T13" fmla="*/ 432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1" h="433">
                <a:moveTo>
                  <a:pt x="82" y="432"/>
                </a:moveTo>
                <a:lnTo>
                  <a:pt x="0" y="350"/>
                </a:lnTo>
                <a:lnTo>
                  <a:pt x="350" y="0"/>
                </a:lnTo>
                <a:lnTo>
                  <a:pt x="700" y="350"/>
                </a:lnTo>
                <a:lnTo>
                  <a:pt x="618" y="432"/>
                </a:lnTo>
                <a:lnTo>
                  <a:pt x="350" y="164"/>
                </a:lnTo>
                <a:lnTo>
                  <a:pt x="82" y="43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478464" y="2421731"/>
            <a:ext cx="155575" cy="252412"/>
          </a:xfrm>
          <a:custGeom>
            <a:avLst/>
            <a:gdLst>
              <a:gd name="T0" fmla="*/ 0 w 433"/>
              <a:gd name="T1" fmla="*/ 618 h 701"/>
              <a:gd name="T2" fmla="*/ 268 w 433"/>
              <a:gd name="T3" fmla="*/ 350 h 701"/>
              <a:gd name="T4" fmla="*/ 0 w 433"/>
              <a:gd name="T5" fmla="*/ 82 h 701"/>
              <a:gd name="T6" fmla="*/ 82 w 433"/>
              <a:gd name="T7" fmla="*/ 0 h 701"/>
              <a:gd name="T8" fmla="*/ 432 w 433"/>
              <a:gd name="T9" fmla="*/ 350 h 701"/>
              <a:gd name="T10" fmla="*/ 82 w 433"/>
              <a:gd name="T11" fmla="*/ 700 h 701"/>
              <a:gd name="T12" fmla="*/ 0 w 433"/>
              <a:gd name="T13" fmla="*/ 618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3" h="701">
                <a:moveTo>
                  <a:pt x="0" y="618"/>
                </a:moveTo>
                <a:lnTo>
                  <a:pt x="268" y="350"/>
                </a:lnTo>
                <a:lnTo>
                  <a:pt x="0" y="82"/>
                </a:lnTo>
                <a:lnTo>
                  <a:pt x="82" y="0"/>
                </a:lnTo>
                <a:lnTo>
                  <a:pt x="432" y="350"/>
                </a:lnTo>
                <a:lnTo>
                  <a:pt x="82" y="700"/>
                </a:lnTo>
                <a:lnTo>
                  <a:pt x="0" y="61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556376" y="2421731"/>
            <a:ext cx="155575" cy="252412"/>
          </a:xfrm>
          <a:custGeom>
            <a:avLst/>
            <a:gdLst>
              <a:gd name="T0" fmla="*/ 432 w 433"/>
              <a:gd name="T1" fmla="*/ 618 h 701"/>
              <a:gd name="T2" fmla="*/ 350 w 433"/>
              <a:gd name="T3" fmla="*/ 700 h 701"/>
              <a:gd name="T4" fmla="*/ 0 w 433"/>
              <a:gd name="T5" fmla="*/ 350 h 701"/>
              <a:gd name="T6" fmla="*/ 350 w 433"/>
              <a:gd name="T7" fmla="*/ 0 h 701"/>
              <a:gd name="T8" fmla="*/ 432 w 433"/>
              <a:gd name="T9" fmla="*/ 82 h 701"/>
              <a:gd name="T10" fmla="*/ 164 w 433"/>
              <a:gd name="T11" fmla="*/ 350 h 701"/>
              <a:gd name="T12" fmla="*/ 432 w 433"/>
              <a:gd name="T13" fmla="*/ 618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3" h="701">
                <a:moveTo>
                  <a:pt x="432" y="618"/>
                </a:moveTo>
                <a:lnTo>
                  <a:pt x="350" y="700"/>
                </a:lnTo>
                <a:lnTo>
                  <a:pt x="0" y="350"/>
                </a:lnTo>
                <a:lnTo>
                  <a:pt x="350" y="0"/>
                </a:lnTo>
                <a:lnTo>
                  <a:pt x="432" y="82"/>
                </a:lnTo>
                <a:lnTo>
                  <a:pt x="164" y="350"/>
                </a:lnTo>
                <a:lnTo>
                  <a:pt x="432" y="61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586662" y="2469359"/>
            <a:ext cx="252412" cy="155575"/>
          </a:xfrm>
          <a:custGeom>
            <a:avLst/>
            <a:gdLst>
              <a:gd name="T0" fmla="*/ 82 w 701"/>
              <a:gd name="T1" fmla="*/ 0 h 433"/>
              <a:gd name="T2" fmla="*/ 350 w 701"/>
              <a:gd name="T3" fmla="*/ 268 h 433"/>
              <a:gd name="T4" fmla="*/ 618 w 701"/>
              <a:gd name="T5" fmla="*/ 0 h 433"/>
              <a:gd name="T6" fmla="*/ 700 w 701"/>
              <a:gd name="T7" fmla="*/ 82 h 433"/>
              <a:gd name="T8" fmla="*/ 350 w 701"/>
              <a:gd name="T9" fmla="*/ 432 h 433"/>
              <a:gd name="T10" fmla="*/ 0 w 701"/>
              <a:gd name="T11" fmla="*/ 82 h 433"/>
              <a:gd name="T12" fmla="*/ 82 w 701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1" h="433">
                <a:moveTo>
                  <a:pt x="82" y="0"/>
                </a:moveTo>
                <a:lnTo>
                  <a:pt x="350" y="268"/>
                </a:lnTo>
                <a:lnTo>
                  <a:pt x="618" y="0"/>
                </a:lnTo>
                <a:lnTo>
                  <a:pt x="700" y="82"/>
                </a:lnTo>
                <a:lnTo>
                  <a:pt x="350" y="432"/>
                </a:lnTo>
                <a:lnTo>
                  <a:pt x="0" y="82"/>
                </a:lnTo>
                <a:lnTo>
                  <a:pt x="8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01076" y="2358232"/>
            <a:ext cx="377825" cy="377825"/>
          </a:xfrm>
          <a:custGeom>
            <a:avLst/>
            <a:gdLst>
              <a:gd name="T0" fmla="*/ 818 w 1051"/>
              <a:gd name="T1" fmla="*/ 817 h 1051"/>
              <a:gd name="T2" fmla="*/ 525 w 1051"/>
              <a:gd name="T3" fmla="*/ 817 h 1051"/>
              <a:gd name="T4" fmla="*/ 525 w 1051"/>
              <a:gd name="T5" fmla="*/ 730 h 1051"/>
              <a:gd name="T6" fmla="*/ 818 w 1051"/>
              <a:gd name="T7" fmla="*/ 730 h 1051"/>
              <a:gd name="T8" fmla="*/ 818 w 1051"/>
              <a:gd name="T9" fmla="*/ 817 h 1051"/>
              <a:gd name="T10" fmla="*/ 933 w 1051"/>
              <a:gd name="T11" fmla="*/ 932 h 1051"/>
              <a:gd name="T12" fmla="*/ 933 w 1051"/>
              <a:gd name="T13" fmla="*/ 117 h 1051"/>
              <a:gd name="T14" fmla="*/ 118 w 1051"/>
              <a:gd name="T15" fmla="*/ 932 h 1051"/>
              <a:gd name="T16" fmla="*/ 933 w 1051"/>
              <a:gd name="T17" fmla="*/ 932 h 1051"/>
              <a:gd name="T18" fmla="*/ 145 w 1051"/>
              <a:gd name="T19" fmla="*/ 262 h 1051"/>
              <a:gd name="T20" fmla="*/ 145 w 1051"/>
              <a:gd name="T21" fmla="*/ 350 h 1051"/>
              <a:gd name="T22" fmla="*/ 263 w 1051"/>
              <a:gd name="T23" fmla="*/ 350 h 1051"/>
              <a:gd name="T24" fmla="*/ 263 w 1051"/>
              <a:gd name="T25" fmla="*/ 467 h 1051"/>
              <a:gd name="T26" fmla="*/ 350 w 1051"/>
              <a:gd name="T27" fmla="*/ 467 h 1051"/>
              <a:gd name="T28" fmla="*/ 350 w 1051"/>
              <a:gd name="T29" fmla="*/ 350 h 1051"/>
              <a:gd name="T30" fmla="*/ 468 w 1051"/>
              <a:gd name="T31" fmla="*/ 350 h 1051"/>
              <a:gd name="T32" fmla="*/ 468 w 1051"/>
              <a:gd name="T33" fmla="*/ 262 h 1051"/>
              <a:gd name="T34" fmla="*/ 350 w 1051"/>
              <a:gd name="T35" fmla="*/ 262 h 1051"/>
              <a:gd name="T36" fmla="*/ 350 w 1051"/>
              <a:gd name="T37" fmla="*/ 145 h 1051"/>
              <a:gd name="T38" fmla="*/ 263 w 1051"/>
              <a:gd name="T39" fmla="*/ 145 h 1051"/>
              <a:gd name="T40" fmla="*/ 263 w 1051"/>
              <a:gd name="T41" fmla="*/ 262 h 1051"/>
              <a:gd name="T42" fmla="*/ 145 w 1051"/>
              <a:gd name="T43" fmla="*/ 262 h 1051"/>
              <a:gd name="T44" fmla="*/ 933 w 1051"/>
              <a:gd name="T45" fmla="*/ 0 h 1051"/>
              <a:gd name="T46" fmla="*/ 1050 w 1051"/>
              <a:gd name="T47" fmla="*/ 117 h 1051"/>
              <a:gd name="T48" fmla="*/ 1050 w 1051"/>
              <a:gd name="T49" fmla="*/ 932 h 1051"/>
              <a:gd name="T50" fmla="*/ 933 w 1051"/>
              <a:gd name="T51" fmla="*/ 1050 h 1051"/>
              <a:gd name="T52" fmla="*/ 118 w 1051"/>
              <a:gd name="T53" fmla="*/ 1050 h 1051"/>
              <a:gd name="T54" fmla="*/ 0 w 1051"/>
              <a:gd name="T55" fmla="*/ 932 h 1051"/>
              <a:gd name="T56" fmla="*/ 0 w 1051"/>
              <a:gd name="T57" fmla="*/ 117 h 1051"/>
              <a:gd name="T58" fmla="*/ 118 w 1051"/>
              <a:gd name="T59" fmla="*/ 0 h 1051"/>
              <a:gd name="T60" fmla="*/ 933 w 1051"/>
              <a:gd name="T6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51" h="1051">
                <a:moveTo>
                  <a:pt x="818" y="817"/>
                </a:moveTo>
                <a:lnTo>
                  <a:pt x="525" y="817"/>
                </a:lnTo>
                <a:lnTo>
                  <a:pt x="525" y="730"/>
                </a:lnTo>
                <a:lnTo>
                  <a:pt x="818" y="730"/>
                </a:lnTo>
                <a:lnTo>
                  <a:pt x="818" y="817"/>
                </a:lnTo>
                <a:close/>
                <a:moveTo>
                  <a:pt x="933" y="932"/>
                </a:moveTo>
                <a:lnTo>
                  <a:pt x="933" y="117"/>
                </a:lnTo>
                <a:lnTo>
                  <a:pt x="118" y="932"/>
                </a:lnTo>
                <a:lnTo>
                  <a:pt x="933" y="932"/>
                </a:lnTo>
                <a:close/>
                <a:moveTo>
                  <a:pt x="145" y="262"/>
                </a:moveTo>
                <a:lnTo>
                  <a:pt x="145" y="350"/>
                </a:lnTo>
                <a:lnTo>
                  <a:pt x="263" y="350"/>
                </a:lnTo>
                <a:lnTo>
                  <a:pt x="263" y="467"/>
                </a:lnTo>
                <a:lnTo>
                  <a:pt x="350" y="467"/>
                </a:lnTo>
                <a:lnTo>
                  <a:pt x="350" y="350"/>
                </a:lnTo>
                <a:lnTo>
                  <a:pt x="468" y="350"/>
                </a:lnTo>
                <a:lnTo>
                  <a:pt x="468" y="262"/>
                </a:lnTo>
                <a:lnTo>
                  <a:pt x="350" y="262"/>
                </a:lnTo>
                <a:lnTo>
                  <a:pt x="350" y="145"/>
                </a:lnTo>
                <a:lnTo>
                  <a:pt x="263" y="145"/>
                </a:lnTo>
                <a:lnTo>
                  <a:pt x="263" y="262"/>
                </a:lnTo>
                <a:lnTo>
                  <a:pt x="145" y="262"/>
                </a:lnTo>
                <a:close/>
                <a:moveTo>
                  <a:pt x="933" y="0"/>
                </a:moveTo>
                <a:cubicBezTo>
                  <a:pt x="996" y="0"/>
                  <a:pt x="1050" y="54"/>
                  <a:pt x="1050" y="117"/>
                </a:cubicBezTo>
                <a:lnTo>
                  <a:pt x="1050" y="932"/>
                </a:lnTo>
                <a:cubicBezTo>
                  <a:pt x="1050" y="995"/>
                  <a:pt x="996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83749" y="2343944"/>
            <a:ext cx="369888" cy="406400"/>
          </a:xfrm>
          <a:custGeom>
            <a:avLst/>
            <a:gdLst>
              <a:gd name="T0" fmla="*/ 514 w 1029"/>
              <a:gd name="T1" fmla="*/ 1012 h 1128"/>
              <a:gd name="T2" fmla="*/ 514 w 1029"/>
              <a:gd name="T3" fmla="*/ 167 h 1128"/>
              <a:gd name="T4" fmla="*/ 268 w 1029"/>
              <a:gd name="T5" fmla="*/ 413 h 1128"/>
              <a:gd name="T6" fmla="*/ 164 w 1029"/>
              <a:gd name="T7" fmla="*/ 662 h 1128"/>
              <a:gd name="T8" fmla="*/ 514 w 1029"/>
              <a:gd name="T9" fmla="*/ 1012 h 1128"/>
              <a:gd name="T10" fmla="*/ 845 w 1029"/>
              <a:gd name="T11" fmla="*/ 331 h 1128"/>
              <a:gd name="T12" fmla="*/ 845 w 1029"/>
              <a:gd name="T13" fmla="*/ 990 h 1128"/>
              <a:gd name="T14" fmla="*/ 514 w 1029"/>
              <a:gd name="T15" fmla="*/ 1127 h 1128"/>
              <a:gd name="T16" fmla="*/ 183 w 1029"/>
              <a:gd name="T17" fmla="*/ 990 h 1128"/>
              <a:gd name="T18" fmla="*/ 183 w 1029"/>
              <a:gd name="T19" fmla="*/ 331 h 1128"/>
              <a:gd name="T20" fmla="*/ 514 w 1029"/>
              <a:gd name="T21" fmla="*/ 0 h 1128"/>
              <a:gd name="T22" fmla="*/ 845 w 1029"/>
              <a:gd name="T23" fmla="*/ 331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9" h="1128">
                <a:moveTo>
                  <a:pt x="514" y="1012"/>
                </a:moveTo>
                <a:lnTo>
                  <a:pt x="514" y="167"/>
                </a:lnTo>
                <a:lnTo>
                  <a:pt x="268" y="413"/>
                </a:lnTo>
                <a:cubicBezTo>
                  <a:pt x="202" y="479"/>
                  <a:pt x="164" y="569"/>
                  <a:pt x="164" y="662"/>
                </a:cubicBezTo>
                <a:cubicBezTo>
                  <a:pt x="164" y="850"/>
                  <a:pt x="326" y="1012"/>
                  <a:pt x="514" y="1012"/>
                </a:cubicBezTo>
                <a:close/>
                <a:moveTo>
                  <a:pt x="845" y="331"/>
                </a:moveTo>
                <a:cubicBezTo>
                  <a:pt x="1028" y="514"/>
                  <a:pt x="1028" y="807"/>
                  <a:pt x="845" y="990"/>
                </a:cubicBezTo>
                <a:cubicBezTo>
                  <a:pt x="754" y="1080"/>
                  <a:pt x="635" y="1127"/>
                  <a:pt x="514" y="1127"/>
                </a:cubicBezTo>
                <a:cubicBezTo>
                  <a:pt x="394" y="1127"/>
                  <a:pt x="273" y="1080"/>
                  <a:pt x="183" y="990"/>
                </a:cubicBezTo>
                <a:cubicBezTo>
                  <a:pt x="0" y="807"/>
                  <a:pt x="0" y="514"/>
                  <a:pt x="183" y="331"/>
                </a:cubicBezTo>
                <a:lnTo>
                  <a:pt x="514" y="0"/>
                </a:lnTo>
                <a:lnTo>
                  <a:pt x="845" y="3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56901" y="2334419"/>
            <a:ext cx="377825" cy="425451"/>
          </a:xfrm>
          <a:custGeom>
            <a:avLst/>
            <a:gdLst>
              <a:gd name="T0" fmla="*/ 525 w 1051"/>
              <a:gd name="T1" fmla="*/ 167 h 1182"/>
              <a:gd name="T2" fmla="*/ 391 w 1051"/>
              <a:gd name="T3" fmla="*/ 298 h 1182"/>
              <a:gd name="T4" fmla="*/ 309 w 1051"/>
              <a:gd name="T5" fmla="*/ 216 h 1182"/>
              <a:gd name="T6" fmla="*/ 525 w 1051"/>
              <a:gd name="T7" fmla="*/ 0 h 1182"/>
              <a:gd name="T8" fmla="*/ 856 w 1051"/>
              <a:gd name="T9" fmla="*/ 331 h 1182"/>
              <a:gd name="T10" fmla="*/ 949 w 1051"/>
              <a:gd name="T11" fmla="*/ 856 h 1182"/>
              <a:gd name="T12" fmla="*/ 525 w 1051"/>
              <a:gd name="T13" fmla="*/ 435 h 1182"/>
              <a:gd name="T14" fmla="*/ 525 w 1051"/>
              <a:gd name="T15" fmla="*/ 167 h 1182"/>
              <a:gd name="T16" fmla="*/ 525 w 1051"/>
              <a:gd name="T17" fmla="*/ 1012 h 1182"/>
              <a:gd name="T18" fmla="*/ 525 w 1051"/>
              <a:gd name="T19" fmla="*/ 730 h 1182"/>
              <a:gd name="T20" fmla="*/ 246 w 1051"/>
              <a:gd name="T21" fmla="*/ 451 h 1182"/>
              <a:gd name="T22" fmla="*/ 175 w 1051"/>
              <a:gd name="T23" fmla="*/ 662 h 1182"/>
              <a:gd name="T24" fmla="*/ 525 w 1051"/>
              <a:gd name="T25" fmla="*/ 1012 h 1182"/>
              <a:gd name="T26" fmla="*/ 1031 w 1051"/>
              <a:gd name="T27" fmla="*/ 1085 h 1182"/>
              <a:gd name="T28" fmla="*/ 1050 w 1051"/>
              <a:gd name="T29" fmla="*/ 1107 h 1182"/>
              <a:gd name="T30" fmla="*/ 976 w 1051"/>
              <a:gd name="T31" fmla="*/ 1181 h 1182"/>
              <a:gd name="T32" fmla="*/ 818 w 1051"/>
              <a:gd name="T33" fmla="*/ 1023 h 1182"/>
              <a:gd name="T34" fmla="*/ 525 w 1051"/>
              <a:gd name="T35" fmla="*/ 1126 h 1182"/>
              <a:gd name="T36" fmla="*/ 194 w 1051"/>
              <a:gd name="T37" fmla="*/ 990 h 1182"/>
              <a:gd name="T38" fmla="*/ 161 w 1051"/>
              <a:gd name="T39" fmla="*/ 366 h 1182"/>
              <a:gd name="T40" fmla="*/ 0 w 1051"/>
              <a:gd name="T41" fmla="*/ 205 h 1182"/>
              <a:gd name="T42" fmla="*/ 74 w 1051"/>
              <a:gd name="T43" fmla="*/ 131 h 1182"/>
              <a:gd name="T44" fmla="*/ 1031 w 1051"/>
              <a:gd name="T45" fmla="*/ 1085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51" h="1182">
                <a:moveTo>
                  <a:pt x="525" y="167"/>
                </a:moveTo>
                <a:lnTo>
                  <a:pt x="391" y="298"/>
                </a:lnTo>
                <a:lnTo>
                  <a:pt x="309" y="216"/>
                </a:lnTo>
                <a:lnTo>
                  <a:pt x="525" y="0"/>
                </a:lnTo>
                <a:lnTo>
                  <a:pt x="856" y="331"/>
                </a:lnTo>
                <a:cubicBezTo>
                  <a:pt x="998" y="473"/>
                  <a:pt x="1028" y="684"/>
                  <a:pt x="949" y="856"/>
                </a:cubicBezTo>
                <a:lnTo>
                  <a:pt x="525" y="435"/>
                </a:lnTo>
                <a:lnTo>
                  <a:pt x="525" y="167"/>
                </a:lnTo>
                <a:close/>
                <a:moveTo>
                  <a:pt x="525" y="1012"/>
                </a:moveTo>
                <a:lnTo>
                  <a:pt x="525" y="730"/>
                </a:lnTo>
                <a:lnTo>
                  <a:pt x="246" y="451"/>
                </a:lnTo>
                <a:cubicBezTo>
                  <a:pt x="200" y="511"/>
                  <a:pt x="175" y="585"/>
                  <a:pt x="175" y="662"/>
                </a:cubicBezTo>
                <a:cubicBezTo>
                  <a:pt x="175" y="850"/>
                  <a:pt x="337" y="1012"/>
                  <a:pt x="525" y="1012"/>
                </a:cubicBezTo>
                <a:close/>
                <a:moveTo>
                  <a:pt x="1031" y="1085"/>
                </a:moveTo>
                <a:lnTo>
                  <a:pt x="1050" y="1107"/>
                </a:lnTo>
                <a:lnTo>
                  <a:pt x="976" y="1181"/>
                </a:lnTo>
                <a:lnTo>
                  <a:pt x="818" y="1023"/>
                </a:lnTo>
                <a:cubicBezTo>
                  <a:pt x="733" y="1091"/>
                  <a:pt x="629" y="1126"/>
                  <a:pt x="525" y="1126"/>
                </a:cubicBezTo>
                <a:cubicBezTo>
                  <a:pt x="405" y="1126"/>
                  <a:pt x="284" y="1080"/>
                  <a:pt x="194" y="990"/>
                </a:cubicBezTo>
                <a:cubicBezTo>
                  <a:pt x="25" y="818"/>
                  <a:pt x="14" y="550"/>
                  <a:pt x="161" y="366"/>
                </a:cubicBezTo>
                <a:lnTo>
                  <a:pt x="0" y="205"/>
                </a:lnTo>
                <a:lnTo>
                  <a:pt x="74" y="131"/>
                </a:lnTo>
                <a:cubicBezTo>
                  <a:pt x="392" y="450"/>
                  <a:pt x="709" y="770"/>
                  <a:pt x="1031" y="108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7" y="3207544"/>
            <a:ext cx="419100" cy="420689"/>
          </a:xfrm>
          <a:custGeom>
            <a:avLst/>
            <a:gdLst>
              <a:gd name="T0" fmla="*/ 350 w 1166"/>
              <a:gd name="T1" fmla="*/ 932 h 1168"/>
              <a:gd name="T2" fmla="*/ 582 w 1166"/>
              <a:gd name="T3" fmla="*/ 1167 h 1168"/>
              <a:gd name="T4" fmla="*/ 990 w 1166"/>
              <a:gd name="T5" fmla="*/ 175 h 1168"/>
              <a:gd name="T6" fmla="*/ 875 w 1166"/>
              <a:gd name="T7" fmla="*/ 293 h 1168"/>
              <a:gd name="T8" fmla="*/ 990 w 1166"/>
              <a:gd name="T9" fmla="*/ 468 h 1168"/>
              <a:gd name="T10" fmla="*/ 875 w 1166"/>
              <a:gd name="T11" fmla="*/ 350 h 1168"/>
              <a:gd name="T12" fmla="*/ 990 w 1166"/>
              <a:gd name="T13" fmla="*/ 468 h 1168"/>
              <a:gd name="T14" fmla="*/ 815 w 1166"/>
              <a:gd name="T15" fmla="*/ 175 h 1168"/>
              <a:gd name="T16" fmla="*/ 700 w 1166"/>
              <a:gd name="T17" fmla="*/ 293 h 1168"/>
              <a:gd name="T18" fmla="*/ 815 w 1166"/>
              <a:gd name="T19" fmla="*/ 468 h 1168"/>
              <a:gd name="T20" fmla="*/ 700 w 1166"/>
              <a:gd name="T21" fmla="*/ 350 h 1168"/>
              <a:gd name="T22" fmla="*/ 815 w 1166"/>
              <a:gd name="T23" fmla="*/ 468 h 1168"/>
              <a:gd name="T24" fmla="*/ 815 w 1166"/>
              <a:gd name="T25" fmla="*/ 583 h 1168"/>
              <a:gd name="T26" fmla="*/ 350 w 1166"/>
              <a:gd name="T27" fmla="*/ 699 h 1168"/>
              <a:gd name="T28" fmla="*/ 290 w 1166"/>
              <a:gd name="T29" fmla="*/ 293 h 1168"/>
              <a:gd name="T30" fmla="*/ 175 w 1166"/>
              <a:gd name="T31" fmla="*/ 175 h 1168"/>
              <a:gd name="T32" fmla="*/ 290 w 1166"/>
              <a:gd name="T33" fmla="*/ 293 h 1168"/>
              <a:gd name="T34" fmla="*/ 290 w 1166"/>
              <a:gd name="T35" fmla="*/ 350 h 1168"/>
              <a:gd name="T36" fmla="*/ 175 w 1166"/>
              <a:gd name="T37" fmla="*/ 468 h 1168"/>
              <a:gd name="T38" fmla="*/ 350 w 1166"/>
              <a:gd name="T39" fmla="*/ 350 h 1168"/>
              <a:gd name="T40" fmla="*/ 465 w 1166"/>
              <a:gd name="T41" fmla="*/ 468 h 1168"/>
              <a:gd name="T42" fmla="*/ 350 w 1166"/>
              <a:gd name="T43" fmla="*/ 350 h 1168"/>
              <a:gd name="T44" fmla="*/ 465 w 1166"/>
              <a:gd name="T45" fmla="*/ 293 h 1168"/>
              <a:gd name="T46" fmla="*/ 350 w 1166"/>
              <a:gd name="T47" fmla="*/ 175 h 1168"/>
              <a:gd name="T48" fmla="*/ 525 w 1166"/>
              <a:gd name="T49" fmla="*/ 350 h 1168"/>
              <a:gd name="T50" fmla="*/ 640 w 1166"/>
              <a:gd name="T51" fmla="*/ 468 h 1168"/>
              <a:gd name="T52" fmla="*/ 525 w 1166"/>
              <a:gd name="T53" fmla="*/ 350 h 1168"/>
              <a:gd name="T54" fmla="*/ 640 w 1166"/>
              <a:gd name="T55" fmla="*/ 293 h 1168"/>
              <a:gd name="T56" fmla="*/ 525 w 1166"/>
              <a:gd name="T57" fmla="*/ 175 h 1168"/>
              <a:gd name="T58" fmla="*/ 1165 w 1166"/>
              <a:gd name="T59" fmla="*/ 118 h 1168"/>
              <a:gd name="T60" fmla="*/ 1050 w 1166"/>
              <a:gd name="T61" fmla="*/ 817 h 1168"/>
              <a:gd name="T62" fmla="*/ 0 w 1166"/>
              <a:gd name="T63" fmla="*/ 699 h 1168"/>
              <a:gd name="T64" fmla="*/ 115 w 1166"/>
              <a:gd name="T65" fmla="*/ 0 h 1168"/>
              <a:gd name="T66" fmla="*/ 1165 w 1166"/>
              <a:gd name="T67" fmla="*/ 118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66" h="1168">
                <a:moveTo>
                  <a:pt x="582" y="1167"/>
                </a:moveTo>
                <a:lnTo>
                  <a:pt x="350" y="932"/>
                </a:lnTo>
                <a:lnTo>
                  <a:pt x="815" y="932"/>
                </a:lnTo>
                <a:lnTo>
                  <a:pt x="582" y="1167"/>
                </a:lnTo>
                <a:close/>
                <a:moveTo>
                  <a:pt x="990" y="293"/>
                </a:moveTo>
                <a:lnTo>
                  <a:pt x="990" y="175"/>
                </a:lnTo>
                <a:lnTo>
                  <a:pt x="875" y="175"/>
                </a:lnTo>
                <a:lnTo>
                  <a:pt x="875" y="293"/>
                </a:lnTo>
                <a:lnTo>
                  <a:pt x="990" y="293"/>
                </a:lnTo>
                <a:close/>
                <a:moveTo>
                  <a:pt x="990" y="468"/>
                </a:moveTo>
                <a:lnTo>
                  <a:pt x="990" y="350"/>
                </a:lnTo>
                <a:lnTo>
                  <a:pt x="875" y="350"/>
                </a:lnTo>
                <a:lnTo>
                  <a:pt x="875" y="468"/>
                </a:lnTo>
                <a:lnTo>
                  <a:pt x="990" y="468"/>
                </a:lnTo>
                <a:close/>
                <a:moveTo>
                  <a:pt x="815" y="293"/>
                </a:moveTo>
                <a:lnTo>
                  <a:pt x="815" y="175"/>
                </a:lnTo>
                <a:lnTo>
                  <a:pt x="700" y="175"/>
                </a:lnTo>
                <a:lnTo>
                  <a:pt x="700" y="293"/>
                </a:lnTo>
                <a:lnTo>
                  <a:pt x="815" y="293"/>
                </a:lnTo>
                <a:close/>
                <a:moveTo>
                  <a:pt x="815" y="468"/>
                </a:moveTo>
                <a:lnTo>
                  <a:pt x="815" y="350"/>
                </a:lnTo>
                <a:lnTo>
                  <a:pt x="700" y="350"/>
                </a:lnTo>
                <a:lnTo>
                  <a:pt x="700" y="468"/>
                </a:lnTo>
                <a:lnTo>
                  <a:pt x="815" y="468"/>
                </a:lnTo>
                <a:close/>
                <a:moveTo>
                  <a:pt x="815" y="699"/>
                </a:moveTo>
                <a:lnTo>
                  <a:pt x="815" y="583"/>
                </a:lnTo>
                <a:lnTo>
                  <a:pt x="350" y="583"/>
                </a:lnTo>
                <a:lnTo>
                  <a:pt x="350" y="699"/>
                </a:lnTo>
                <a:lnTo>
                  <a:pt x="815" y="699"/>
                </a:lnTo>
                <a:close/>
                <a:moveTo>
                  <a:pt x="290" y="293"/>
                </a:moveTo>
                <a:lnTo>
                  <a:pt x="290" y="175"/>
                </a:lnTo>
                <a:lnTo>
                  <a:pt x="175" y="175"/>
                </a:lnTo>
                <a:lnTo>
                  <a:pt x="175" y="293"/>
                </a:lnTo>
                <a:lnTo>
                  <a:pt x="290" y="293"/>
                </a:lnTo>
                <a:close/>
                <a:moveTo>
                  <a:pt x="290" y="468"/>
                </a:moveTo>
                <a:lnTo>
                  <a:pt x="290" y="350"/>
                </a:lnTo>
                <a:lnTo>
                  <a:pt x="175" y="350"/>
                </a:lnTo>
                <a:lnTo>
                  <a:pt x="175" y="468"/>
                </a:lnTo>
                <a:lnTo>
                  <a:pt x="290" y="468"/>
                </a:lnTo>
                <a:close/>
                <a:moveTo>
                  <a:pt x="350" y="350"/>
                </a:moveTo>
                <a:lnTo>
                  <a:pt x="350" y="468"/>
                </a:lnTo>
                <a:lnTo>
                  <a:pt x="465" y="468"/>
                </a:lnTo>
                <a:lnTo>
                  <a:pt x="465" y="350"/>
                </a:lnTo>
                <a:lnTo>
                  <a:pt x="350" y="350"/>
                </a:lnTo>
                <a:close/>
                <a:moveTo>
                  <a:pt x="350" y="293"/>
                </a:moveTo>
                <a:lnTo>
                  <a:pt x="465" y="293"/>
                </a:lnTo>
                <a:lnTo>
                  <a:pt x="465" y="175"/>
                </a:lnTo>
                <a:lnTo>
                  <a:pt x="350" y="175"/>
                </a:lnTo>
                <a:lnTo>
                  <a:pt x="350" y="293"/>
                </a:lnTo>
                <a:close/>
                <a:moveTo>
                  <a:pt x="525" y="350"/>
                </a:moveTo>
                <a:lnTo>
                  <a:pt x="525" y="468"/>
                </a:lnTo>
                <a:lnTo>
                  <a:pt x="640" y="468"/>
                </a:lnTo>
                <a:lnTo>
                  <a:pt x="640" y="350"/>
                </a:lnTo>
                <a:lnTo>
                  <a:pt x="525" y="350"/>
                </a:lnTo>
                <a:close/>
                <a:moveTo>
                  <a:pt x="525" y="293"/>
                </a:moveTo>
                <a:lnTo>
                  <a:pt x="640" y="293"/>
                </a:lnTo>
                <a:lnTo>
                  <a:pt x="640" y="175"/>
                </a:lnTo>
                <a:lnTo>
                  <a:pt x="525" y="175"/>
                </a:lnTo>
                <a:lnTo>
                  <a:pt x="525" y="293"/>
                </a:lnTo>
                <a:close/>
                <a:moveTo>
                  <a:pt x="1165" y="118"/>
                </a:moveTo>
                <a:lnTo>
                  <a:pt x="1165" y="699"/>
                </a:lnTo>
                <a:cubicBezTo>
                  <a:pt x="1165" y="762"/>
                  <a:pt x="1113" y="817"/>
                  <a:pt x="1050" y="817"/>
                </a:cubicBezTo>
                <a:lnTo>
                  <a:pt x="115" y="817"/>
                </a:lnTo>
                <a:cubicBezTo>
                  <a:pt x="52" y="817"/>
                  <a:pt x="0" y="762"/>
                  <a:pt x="0" y="699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1050" y="0"/>
                </a:lnTo>
                <a:cubicBezTo>
                  <a:pt x="1113" y="0"/>
                  <a:pt x="1165" y="55"/>
                  <a:pt x="1165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087564" y="3239294"/>
            <a:ext cx="504825" cy="357187"/>
          </a:xfrm>
          <a:custGeom>
            <a:avLst/>
            <a:gdLst>
              <a:gd name="T0" fmla="*/ 1168 w 1401"/>
              <a:gd name="T1" fmla="*/ 699 h 992"/>
              <a:gd name="T2" fmla="*/ 1168 w 1401"/>
              <a:gd name="T3" fmla="*/ 118 h 992"/>
              <a:gd name="T4" fmla="*/ 233 w 1401"/>
              <a:gd name="T5" fmla="*/ 118 h 992"/>
              <a:gd name="T6" fmla="*/ 233 w 1401"/>
              <a:gd name="T7" fmla="*/ 699 h 992"/>
              <a:gd name="T8" fmla="*/ 1168 w 1401"/>
              <a:gd name="T9" fmla="*/ 699 h 992"/>
              <a:gd name="T10" fmla="*/ 818 w 1401"/>
              <a:gd name="T11" fmla="*/ 874 h 992"/>
              <a:gd name="T12" fmla="*/ 818 w 1401"/>
              <a:gd name="T13" fmla="*/ 816 h 992"/>
              <a:gd name="T14" fmla="*/ 583 w 1401"/>
              <a:gd name="T15" fmla="*/ 816 h 992"/>
              <a:gd name="T16" fmla="*/ 583 w 1401"/>
              <a:gd name="T17" fmla="*/ 874 h 992"/>
              <a:gd name="T18" fmla="*/ 818 w 1401"/>
              <a:gd name="T19" fmla="*/ 874 h 992"/>
              <a:gd name="T20" fmla="*/ 1400 w 1401"/>
              <a:gd name="T21" fmla="*/ 874 h 992"/>
              <a:gd name="T22" fmla="*/ 1400 w 1401"/>
              <a:gd name="T23" fmla="*/ 991 h 992"/>
              <a:gd name="T24" fmla="*/ 0 w 1401"/>
              <a:gd name="T25" fmla="*/ 991 h 992"/>
              <a:gd name="T26" fmla="*/ 0 w 1401"/>
              <a:gd name="T27" fmla="*/ 874 h 992"/>
              <a:gd name="T28" fmla="*/ 118 w 1401"/>
              <a:gd name="T29" fmla="*/ 874 h 992"/>
              <a:gd name="T30" fmla="*/ 118 w 1401"/>
              <a:gd name="T31" fmla="*/ 0 h 992"/>
              <a:gd name="T32" fmla="*/ 1283 w 1401"/>
              <a:gd name="T33" fmla="*/ 0 h 992"/>
              <a:gd name="T34" fmla="*/ 1283 w 1401"/>
              <a:gd name="T35" fmla="*/ 874 h 992"/>
              <a:gd name="T36" fmla="*/ 1400 w 1401"/>
              <a:gd name="T37" fmla="*/ 874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01" h="992">
                <a:moveTo>
                  <a:pt x="1168" y="699"/>
                </a:moveTo>
                <a:lnTo>
                  <a:pt x="1168" y="118"/>
                </a:lnTo>
                <a:lnTo>
                  <a:pt x="233" y="118"/>
                </a:lnTo>
                <a:lnTo>
                  <a:pt x="233" y="699"/>
                </a:lnTo>
                <a:lnTo>
                  <a:pt x="1168" y="699"/>
                </a:lnTo>
                <a:close/>
                <a:moveTo>
                  <a:pt x="818" y="874"/>
                </a:moveTo>
                <a:lnTo>
                  <a:pt x="818" y="816"/>
                </a:lnTo>
                <a:lnTo>
                  <a:pt x="583" y="816"/>
                </a:lnTo>
                <a:lnTo>
                  <a:pt x="583" y="874"/>
                </a:lnTo>
                <a:lnTo>
                  <a:pt x="818" y="874"/>
                </a:lnTo>
                <a:close/>
                <a:moveTo>
                  <a:pt x="1400" y="874"/>
                </a:moveTo>
                <a:lnTo>
                  <a:pt x="1400" y="991"/>
                </a:lnTo>
                <a:lnTo>
                  <a:pt x="0" y="991"/>
                </a:lnTo>
                <a:lnTo>
                  <a:pt x="0" y="874"/>
                </a:lnTo>
                <a:lnTo>
                  <a:pt x="118" y="874"/>
                </a:lnTo>
                <a:lnTo>
                  <a:pt x="118" y="0"/>
                </a:lnTo>
                <a:lnTo>
                  <a:pt x="1283" y="0"/>
                </a:lnTo>
                <a:lnTo>
                  <a:pt x="1283" y="874"/>
                </a:lnTo>
                <a:lnTo>
                  <a:pt x="1400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05162" y="3209131"/>
            <a:ext cx="419100" cy="419100"/>
          </a:xfrm>
          <a:custGeom>
            <a:avLst/>
            <a:gdLst>
              <a:gd name="T0" fmla="*/ 836 w 1165"/>
              <a:gd name="T1" fmla="*/ 699 h 1165"/>
              <a:gd name="T2" fmla="*/ 1033 w 1165"/>
              <a:gd name="T3" fmla="*/ 699 h 1165"/>
              <a:gd name="T4" fmla="*/ 1049 w 1165"/>
              <a:gd name="T5" fmla="*/ 582 h 1165"/>
              <a:gd name="T6" fmla="*/ 1033 w 1165"/>
              <a:gd name="T7" fmla="*/ 465 h 1165"/>
              <a:gd name="T8" fmla="*/ 836 w 1165"/>
              <a:gd name="T9" fmla="*/ 465 h 1165"/>
              <a:gd name="T10" fmla="*/ 844 w 1165"/>
              <a:gd name="T11" fmla="*/ 582 h 1165"/>
              <a:gd name="T12" fmla="*/ 836 w 1165"/>
              <a:gd name="T13" fmla="*/ 699 h 1165"/>
              <a:gd name="T14" fmla="*/ 732 w 1165"/>
              <a:gd name="T15" fmla="*/ 1021 h 1165"/>
              <a:gd name="T16" fmla="*/ 987 w 1165"/>
              <a:gd name="T17" fmla="*/ 814 h 1165"/>
              <a:gd name="T18" fmla="*/ 814 w 1165"/>
              <a:gd name="T19" fmla="*/ 814 h 1165"/>
              <a:gd name="T20" fmla="*/ 732 w 1165"/>
              <a:gd name="T21" fmla="*/ 1021 h 1165"/>
              <a:gd name="T22" fmla="*/ 719 w 1165"/>
              <a:gd name="T23" fmla="*/ 699 h 1165"/>
              <a:gd name="T24" fmla="*/ 727 w 1165"/>
              <a:gd name="T25" fmla="*/ 582 h 1165"/>
              <a:gd name="T26" fmla="*/ 719 w 1165"/>
              <a:gd name="T27" fmla="*/ 465 h 1165"/>
              <a:gd name="T28" fmla="*/ 445 w 1165"/>
              <a:gd name="T29" fmla="*/ 465 h 1165"/>
              <a:gd name="T30" fmla="*/ 437 w 1165"/>
              <a:gd name="T31" fmla="*/ 582 h 1165"/>
              <a:gd name="T32" fmla="*/ 445 w 1165"/>
              <a:gd name="T33" fmla="*/ 699 h 1165"/>
              <a:gd name="T34" fmla="*/ 719 w 1165"/>
              <a:gd name="T35" fmla="*/ 699 h 1165"/>
              <a:gd name="T36" fmla="*/ 582 w 1165"/>
              <a:gd name="T37" fmla="*/ 1046 h 1165"/>
              <a:gd name="T38" fmla="*/ 694 w 1165"/>
              <a:gd name="T39" fmla="*/ 814 h 1165"/>
              <a:gd name="T40" fmla="*/ 470 w 1165"/>
              <a:gd name="T41" fmla="*/ 814 h 1165"/>
              <a:gd name="T42" fmla="*/ 582 w 1165"/>
              <a:gd name="T43" fmla="*/ 1046 h 1165"/>
              <a:gd name="T44" fmla="*/ 350 w 1165"/>
              <a:gd name="T45" fmla="*/ 350 h 1165"/>
              <a:gd name="T46" fmla="*/ 432 w 1165"/>
              <a:gd name="T47" fmla="*/ 142 h 1165"/>
              <a:gd name="T48" fmla="*/ 177 w 1165"/>
              <a:gd name="T49" fmla="*/ 350 h 1165"/>
              <a:gd name="T50" fmla="*/ 350 w 1165"/>
              <a:gd name="T51" fmla="*/ 350 h 1165"/>
              <a:gd name="T52" fmla="*/ 177 w 1165"/>
              <a:gd name="T53" fmla="*/ 814 h 1165"/>
              <a:gd name="T54" fmla="*/ 432 w 1165"/>
              <a:gd name="T55" fmla="*/ 1021 h 1165"/>
              <a:gd name="T56" fmla="*/ 350 w 1165"/>
              <a:gd name="T57" fmla="*/ 814 h 1165"/>
              <a:gd name="T58" fmla="*/ 177 w 1165"/>
              <a:gd name="T59" fmla="*/ 814 h 1165"/>
              <a:gd name="T60" fmla="*/ 131 w 1165"/>
              <a:gd name="T61" fmla="*/ 699 h 1165"/>
              <a:gd name="T62" fmla="*/ 328 w 1165"/>
              <a:gd name="T63" fmla="*/ 699 h 1165"/>
              <a:gd name="T64" fmla="*/ 319 w 1165"/>
              <a:gd name="T65" fmla="*/ 582 h 1165"/>
              <a:gd name="T66" fmla="*/ 328 w 1165"/>
              <a:gd name="T67" fmla="*/ 465 h 1165"/>
              <a:gd name="T68" fmla="*/ 131 w 1165"/>
              <a:gd name="T69" fmla="*/ 465 h 1165"/>
              <a:gd name="T70" fmla="*/ 114 w 1165"/>
              <a:gd name="T71" fmla="*/ 582 h 1165"/>
              <a:gd name="T72" fmla="*/ 131 w 1165"/>
              <a:gd name="T73" fmla="*/ 699 h 1165"/>
              <a:gd name="T74" fmla="*/ 582 w 1165"/>
              <a:gd name="T75" fmla="*/ 117 h 1165"/>
              <a:gd name="T76" fmla="*/ 470 w 1165"/>
              <a:gd name="T77" fmla="*/ 350 h 1165"/>
              <a:gd name="T78" fmla="*/ 694 w 1165"/>
              <a:gd name="T79" fmla="*/ 350 h 1165"/>
              <a:gd name="T80" fmla="*/ 582 w 1165"/>
              <a:gd name="T81" fmla="*/ 117 h 1165"/>
              <a:gd name="T82" fmla="*/ 987 w 1165"/>
              <a:gd name="T83" fmla="*/ 350 h 1165"/>
              <a:gd name="T84" fmla="*/ 732 w 1165"/>
              <a:gd name="T85" fmla="*/ 142 h 1165"/>
              <a:gd name="T86" fmla="*/ 814 w 1165"/>
              <a:gd name="T87" fmla="*/ 350 h 1165"/>
              <a:gd name="T88" fmla="*/ 987 w 1165"/>
              <a:gd name="T89" fmla="*/ 350 h 1165"/>
              <a:gd name="T90" fmla="*/ 582 w 1165"/>
              <a:gd name="T91" fmla="*/ 0 h 1165"/>
              <a:gd name="T92" fmla="*/ 1164 w 1165"/>
              <a:gd name="T93" fmla="*/ 582 h 1165"/>
              <a:gd name="T94" fmla="*/ 582 w 1165"/>
              <a:gd name="T95" fmla="*/ 1164 h 1165"/>
              <a:gd name="T96" fmla="*/ 0 w 1165"/>
              <a:gd name="T97" fmla="*/ 582 h 1165"/>
              <a:gd name="T98" fmla="*/ 582 w 1165"/>
              <a:gd name="T9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65" h="1165">
                <a:moveTo>
                  <a:pt x="836" y="699"/>
                </a:moveTo>
                <a:lnTo>
                  <a:pt x="1033" y="699"/>
                </a:lnTo>
                <a:cubicBezTo>
                  <a:pt x="1041" y="660"/>
                  <a:pt x="1049" y="622"/>
                  <a:pt x="1049" y="582"/>
                </a:cubicBezTo>
                <a:cubicBezTo>
                  <a:pt x="1049" y="541"/>
                  <a:pt x="1041" y="503"/>
                  <a:pt x="1033" y="465"/>
                </a:cubicBezTo>
                <a:lnTo>
                  <a:pt x="836" y="465"/>
                </a:lnTo>
                <a:cubicBezTo>
                  <a:pt x="842" y="503"/>
                  <a:pt x="844" y="541"/>
                  <a:pt x="844" y="582"/>
                </a:cubicBezTo>
                <a:cubicBezTo>
                  <a:pt x="844" y="622"/>
                  <a:pt x="842" y="660"/>
                  <a:pt x="836" y="699"/>
                </a:cubicBezTo>
                <a:close/>
                <a:moveTo>
                  <a:pt x="732" y="1021"/>
                </a:moveTo>
                <a:cubicBezTo>
                  <a:pt x="839" y="986"/>
                  <a:pt x="932" y="909"/>
                  <a:pt x="987" y="814"/>
                </a:cubicBezTo>
                <a:lnTo>
                  <a:pt x="814" y="814"/>
                </a:lnTo>
                <a:cubicBezTo>
                  <a:pt x="795" y="887"/>
                  <a:pt x="768" y="956"/>
                  <a:pt x="732" y="1021"/>
                </a:cubicBezTo>
                <a:close/>
                <a:moveTo>
                  <a:pt x="719" y="699"/>
                </a:moveTo>
                <a:cubicBezTo>
                  <a:pt x="724" y="660"/>
                  <a:pt x="727" y="622"/>
                  <a:pt x="727" y="582"/>
                </a:cubicBezTo>
                <a:cubicBezTo>
                  <a:pt x="727" y="541"/>
                  <a:pt x="724" y="503"/>
                  <a:pt x="719" y="465"/>
                </a:cubicBezTo>
                <a:lnTo>
                  <a:pt x="445" y="465"/>
                </a:lnTo>
                <a:cubicBezTo>
                  <a:pt x="440" y="503"/>
                  <a:pt x="437" y="541"/>
                  <a:pt x="437" y="582"/>
                </a:cubicBezTo>
                <a:cubicBezTo>
                  <a:pt x="437" y="622"/>
                  <a:pt x="440" y="660"/>
                  <a:pt x="445" y="699"/>
                </a:cubicBezTo>
                <a:lnTo>
                  <a:pt x="719" y="699"/>
                </a:lnTo>
                <a:close/>
                <a:moveTo>
                  <a:pt x="582" y="1046"/>
                </a:moveTo>
                <a:cubicBezTo>
                  <a:pt x="631" y="975"/>
                  <a:pt x="669" y="898"/>
                  <a:pt x="694" y="814"/>
                </a:cubicBezTo>
                <a:lnTo>
                  <a:pt x="470" y="814"/>
                </a:lnTo>
                <a:cubicBezTo>
                  <a:pt x="494" y="898"/>
                  <a:pt x="533" y="975"/>
                  <a:pt x="582" y="1046"/>
                </a:cubicBezTo>
                <a:close/>
                <a:moveTo>
                  <a:pt x="350" y="350"/>
                </a:moveTo>
                <a:cubicBezTo>
                  <a:pt x="369" y="276"/>
                  <a:pt x="396" y="208"/>
                  <a:pt x="432" y="142"/>
                </a:cubicBezTo>
                <a:cubicBezTo>
                  <a:pt x="325" y="178"/>
                  <a:pt x="232" y="254"/>
                  <a:pt x="177" y="350"/>
                </a:cubicBezTo>
                <a:lnTo>
                  <a:pt x="350" y="350"/>
                </a:lnTo>
                <a:close/>
                <a:moveTo>
                  <a:pt x="177" y="814"/>
                </a:moveTo>
                <a:cubicBezTo>
                  <a:pt x="232" y="909"/>
                  <a:pt x="325" y="986"/>
                  <a:pt x="432" y="1021"/>
                </a:cubicBezTo>
                <a:cubicBezTo>
                  <a:pt x="396" y="956"/>
                  <a:pt x="369" y="887"/>
                  <a:pt x="350" y="814"/>
                </a:cubicBezTo>
                <a:lnTo>
                  <a:pt x="177" y="814"/>
                </a:lnTo>
                <a:close/>
                <a:moveTo>
                  <a:pt x="131" y="699"/>
                </a:moveTo>
                <a:lnTo>
                  <a:pt x="328" y="699"/>
                </a:lnTo>
                <a:cubicBezTo>
                  <a:pt x="322" y="660"/>
                  <a:pt x="319" y="622"/>
                  <a:pt x="319" y="582"/>
                </a:cubicBezTo>
                <a:cubicBezTo>
                  <a:pt x="319" y="541"/>
                  <a:pt x="322" y="503"/>
                  <a:pt x="328" y="465"/>
                </a:cubicBezTo>
                <a:lnTo>
                  <a:pt x="131" y="465"/>
                </a:lnTo>
                <a:cubicBezTo>
                  <a:pt x="123" y="503"/>
                  <a:pt x="114" y="541"/>
                  <a:pt x="114" y="582"/>
                </a:cubicBezTo>
                <a:cubicBezTo>
                  <a:pt x="114" y="622"/>
                  <a:pt x="123" y="660"/>
                  <a:pt x="131" y="699"/>
                </a:cubicBezTo>
                <a:close/>
                <a:moveTo>
                  <a:pt x="582" y="117"/>
                </a:moveTo>
                <a:cubicBezTo>
                  <a:pt x="533" y="188"/>
                  <a:pt x="494" y="265"/>
                  <a:pt x="470" y="350"/>
                </a:cubicBezTo>
                <a:lnTo>
                  <a:pt x="694" y="350"/>
                </a:lnTo>
                <a:cubicBezTo>
                  <a:pt x="669" y="265"/>
                  <a:pt x="631" y="188"/>
                  <a:pt x="582" y="117"/>
                </a:cubicBezTo>
                <a:close/>
                <a:moveTo>
                  <a:pt x="987" y="350"/>
                </a:moveTo>
                <a:cubicBezTo>
                  <a:pt x="932" y="254"/>
                  <a:pt x="839" y="178"/>
                  <a:pt x="732" y="142"/>
                </a:cubicBezTo>
                <a:cubicBezTo>
                  <a:pt x="768" y="208"/>
                  <a:pt x="795" y="276"/>
                  <a:pt x="814" y="350"/>
                </a:cubicBezTo>
                <a:lnTo>
                  <a:pt x="987" y="350"/>
                </a:ln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59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89426" y="3271043"/>
            <a:ext cx="398463" cy="293688"/>
          </a:xfrm>
          <a:custGeom>
            <a:avLst/>
            <a:gdLst>
              <a:gd name="T0" fmla="*/ 853 w 1108"/>
              <a:gd name="T1" fmla="*/ 49 h 815"/>
              <a:gd name="T2" fmla="*/ 1107 w 1108"/>
              <a:gd name="T3" fmla="*/ 407 h 815"/>
              <a:gd name="T4" fmla="*/ 853 w 1108"/>
              <a:gd name="T5" fmla="*/ 764 h 815"/>
              <a:gd name="T6" fmla="*/ 757 w 1108"/>
              <a:gd name="T7" fmla="*/ 814 h 815"/>
              <a:gd name="T8" fmla="*/ 118 w 1108"/>
              <a:gd name="T9" fmla="*/ 814 h 815"/>
              <a:gd name="T10" fmla="*/ 0 w 1108"/>
              <a:gd name="T11" fmla="*/ 699 h 815"/>
              <a:gd name="T12" fmla="*/ 0 w 1108"/>
              <a:gd name="T13" fmla="*/ 115 h 815"/>
              <a:gd name="T14" fmla="*/ 118 w 1108"/>
              <a:gd name="T15" fmla="*/ 0 h 815"/>
              <a:gd name="T16" fmla="*/ 757 w 1108"/>
              <a:gd name="T17" fmla="*/ 0 h 815"/>
              <a:gd name="T18" fmla="*/ 853 w 1108"/>
              <a:gd name="T19" fmla="*/ 49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08" h="815">
                <a:moveTo>
                  <a:pt x="853" y="49"/>
                </a:moveTo>
                <a:lnTo>
                  <a:pt x="1107" y="407"/>
                </a:lnTo>
                <a:lnTo>
                  <a:pt x="853" y="764"/>
                </a:lnTo>
                <a:cubicBezTo>
                  <a:pt x="831" y="794"/>
                  <a:pt x="796" y="814"/>
                  <a:pt x="757" y="814"/>
                </a:cubicBezTo>
                <a:lnTo>
                  <a:pt x="118" y="814"/>
                </a:lnTo>
                <a:cubicBezTo>
                  <a:pt x="55" y="814"/>
                  <a:pt x="0" y="762"/>
                  <a:pt x="0" y="699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757" y="0"/>
                </a:lnTo>
                <a:cubicBezTo>
                  <a:pt x="796" y="0"/>
                  <a:pt x="831" y="19"/>
                  <a:pt x="853" y="49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64162" y="3271043"/>
            <a:ext cx="398462" cy="293688"/>
          </a:xfrm>
          <a:custGeom>
            <a:avLst/>
            <a:gdLst>
              <a:gd name="T0" fmla="*/ 757 w 1108"/>
              <a:gd name="T1" fmla="*/ 699 h 815"/>
              <a:gd name="T2" fmla="*/ 965 w 1108"/>
              <a:gd name="T3" fmla="*/ 407 h 815"/>
              <a:gd name="T4" fmla="*/ 757 w 1108"/>
              <a:gd name="T5" fmla="*/ 115 h 815"/>
              <a:gd name="T6" fmla="*/ 117 w 1108"/>
              <a:gd name="T7" fmla="*/ 115 h 815"/>
              <a:gd name="T8" fmla="*/ 117 w 1108"/>
              <a:gd name="T9" fmla="*/ 699 h 815"/>
              <a:gd name="T10" fmla="*/ 757 w 1108"/>
              <a:gd name="T11" fmla="*/ 699 h 815"/>
              <a:gd name="T12" fmla="*/ 853 w 1108"/>
              <a:gd name="T13" fmla="*/ 49 h 815"/>
              <a:gd name="T14" fmla="*/ 1107 w 1108"/>
              <a:gd name="T15" fmla="*/ 407 h 815"/>
              <a:gd name="T16" fmla="*/ 853 w 1108"/>
              <a:gd name="T17" fmla="*/ 764 h 815"/>
              <a:gd name="T18" fmla="*/ 757 w 1108"/>
              <a:gd name="T19" fmla="*/ 814 h 815"/>
              <a:gd name="T20" fmla="*/ 117 w 1108"/>
              <a:gd name="T21" fmla="*/ 814 h 815"/>
              <a:gd name="T22" fmla="*/ 0 w 1108"/>
              <a:gd name="T23" fmla="*/ 699 h 815"/>
              <a:gd name="T24" fmla="*/ 0 w 1108"/>
              <a:gd name="T25" fmla="*/ 115 h 815"/>
              <a:gd name="T26" fmla="*/ 117 w 1108"/>
              <a:gd name="T27" fmla="*/ 0 h 815"/>
              <a:gd name="T28" fmla="*/ 757 w 1108"/>
              <a:gd name="T29" fmla="*/ 0 h 815"/>
              <a:gd name="T30" fmla="*/ 853 w 1108"/>
              <a:gd name="T31" fmla="*/ 49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08" h="815">
                <a:moveTo>
                  <a:pt x="757" y="699"/>
                </a:moveTo>
                <a:lnTo>
                  <a:pt x="965" y="407"/>
                </a:lnTo>
                <a:lnTo>
                  <a:pt x="757" y="115"/>
                </a:lnTo>
                <a:lnTo>
                  <a:pt x="117" y="115"/>
                </a:lnTo>
                <a:lnTo>
                  <a:pt x="117" y="699"/>
                </a:lnTo>
                <a:lnTo>
                  <a:pt x="757" y="699"/>
                </a:lnTo>
                <a:close/>
                <a:moveTo>
                  <a:pt x="853" y="49"/>
                </a:moveTo>
                <a:lnTo>
                  <a:pt x="1107" y="407"/>
                </a:lnTo>
                <a:lnTo>
                  <a:pt x="853" y="764"/>
                </a:lnTo>
                <a:cubicBezTo>
                  <a:pt x="831" y="794"/>
                  <a:pt x="795" y="814"/>
                  <a:pt x="757" y="814"/>
                </a:cubicBezTo>
                <a:lnTo>
                  <a:pt x="117" y="814"/>
                </a:lnTo>
                <a:cubicBezTo>
                  <a:pt x="54" y="814"/>
                  <a:pt x="0" y="762"/>
                  <a:pt x="0" y="699"/>
                </a:cubicBezTo>
                <a:lnTo>
                  <a:pt x="0" y="115"/>
                </a:lnTo>
                <a:cubicBezTo>
                  <a:pt x="0" y="52"/>
                  <a:pt x="54" y="0"/>
                  <a:pt x="117" y="0"/>
                </a:cubicBezTo>
                <a:lnTo>
                  <a:pt x="757" y="0"/>
                </a:lnTo>
                <a:cubicBezTo>
                  <a:pt x="795" y="0"/>
                  <a:pt x="831" y="19"/>
                  <a:pt x="853" y="4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69062" y="3209131"/>
            <a:ext cx="336550" cy="419100"/>
          </a:xfrm>
          <a:custGeom>
            <a:avLst/>
            <a:gdLst>
              <a:gd name="T0" fmla="*/ 235 w 936"/>
              <a:gd name="T1" fmla="*/ 582 h 1165"/>
              <a:gd name="T2" fmla="*/ 350 w 936"/>
              <a:gd name="T3" fmla="*/ 582 h 1165"/>
              <a:gd name="T4" fmla="*/ 350 w 936"/>
              <a:gd name="T5" fmla="*/ 874 h 1165"/>
              <a:gd name="T6" fmla="*/ 235 w 936"/>
              <a:gd name="T7" fmla="*/ 874 h 1165"/>
              <a:gd name="T8" fmla="*/ 235 w 936"/>
              <a:gd name="T9" fmla="*/ 582 h 1165"/>
              <a:gd name="T10" fmla="*/ 235 w 936"/>
              <a:gd name="T11" fmla="*/ 175 h 1165"/>
              <a:gd name="T12" fmla="*/ 350 w 936"/>
              <a:gd name="T13" fmla="*/ 175 h 1165"/>
              <a:gd name="T14" fmla="*/ 350 w 936"/>
              <a:gd name="T15" fmla="*/ 350 h 1165"/>
              <a:gd name="T16" fmla="*/ 235 w 936"/>
              <a:gd name="T17" fmla="*/ 350 h 1165"/>
              <a:gd name="T18" fmla="*/ 235 w 936"/>
              <a:gd name="T19" fmla="*/ 175 h 1165"/>
              <a:gd name="T20" fmla="*/ 817 w 936"/>
              <a:gd name="T21" fmla="*/ 407 h 1165"/>
              <a:gd name="T22" fmla="*/ 817 w 936"/>
              <a:gd name="T23" fmla="*/ 115 h 1165"/>
              <a:gd name="T24" fmla="*/ 117 w 936"/>
              <a:gd name="T25" fmla="*/ 115 h 1165"/>
              <a:gd name="T26" fmla="*/ 117 w 936"/>
              <a:gd name="T27" fmla="*/ 407 h 1165"/>
              <a:gd name="T28" fmla="*/ 817 w 936"/>
              <a:gd name="T29" fmla="*/ 407 h 1165"/>
              <a:gd name="T30" fmla="*/ 817 w 936"/>
              <a:gd name="T31" fmla="*/ 1049 h 1165"/>
              <a:gd name="T32" fmla="*/ 817 w 936"/>
              <a:gd name="T33" fmla="*/ 522 h 1165"/>
              <a:gd name="T34" fmla="*/ 117 w 936"/>
              <a:gd name="T35" fmla="*/ 522 h 1165"/>
              <a:gd name="T36" fmla="*/ 117 w 936"/>
              <a:gd name="T37" fmla="*/ 1049 h 1165"/>
              <a:gd name="T38" fmla="*/ 817 w 936"/>
              <a:gd name="T39" fmla="*/ 1049 h 1165"/>
              <a:gd name="T40" fmla="*/ 817 w 936"/>
              <a:gd name="T41" fmla="*/ 0 h 1165"/>
              <a:gd name="T42" fmla="*/ 935 w 936"/>
              <a:gd name="T43" fmla="*/ 115 h 1165"/>
              <a:gd name="T44" fmla="*/ 935 w 936"/>
              <a:gd name="T45" fmla="*/ 1049 h 1165"/>
              <a:gd name="T46" fmla="*/ 817 w 936"/>
              <a:gd name="T47" fmla="*/ 1164 h 1165"/>
              <a:gd name="T48" fmla="*/ 117 w 936"/>
              <a:gd name="T49" fmla="*/ 1164 h 1165"/>
              <a:gd name="T50" fmla="*/ 0 w 936"/>
              <a:gd name="T51" fmla="*/ 1049 h 1165"/>
              <a:gd name="T52" fmla="*/ 0 w 936"/>
              <a:gd name="T53" fmla="*/ 115 h 1165"/>
              <a:gd name="T54" fmla="*/ 117 w 936"/>
              <a:gd name="T55" fmla="*/ 0 h 1165"/>
              <a:gd name="T56" fmla="*/ 817 w 936"/>
              <a:gd name="T5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36" h="1165">
                <a:moveTo>
                  <a:pt x="235" y="582"/>
                </a:moveTo>
                <a:lnTo>
                  <a:pt x="350" y="582"/>
                </a:lnTo>
                <a:lnTo>
                  <a:pt x="350" y="874"/>
                </a:lnTo>
                <a:lnTo>
                  <a:pt x="235" y="874"/>
                </a:lnTo>
                <a:lnTo>
                  <a:pt x="235" y="582"/>
                </a:lnTo>
                <a:close/>
                <a:moveTo>
                  <a:pt x="235" y="175"/>
                </a:moveTo>
                <a:lnTo>
                  <a:pt x="350" y="175"/>
                </a:lnTo>
                <a:lnTo>
                  <a:pt x="350" y="350"/>
                </a:lnTo>
                <a:lnTo>
                  <a:pt x="235" y="350"/>
                </a:lnTo>
                <a:lnTo>
                  <a:pt x="235" y="175"/>
                </a:lnTo>
                <a:close/>
                <a:moveTo>
                  <a:pt x="817" y="407"/>
                </a:moveTo>
                <a:lnTo>
                  <a:pt x="817" y="115"/>
                </a:lnTo>
                <a:lnTo>
                  <a:pt x="117" y="115"/>
                </a:lnTo>
                <a:lnTo>
                  <a:pt x="117" y="407"/>
                </a:lnTo>
                <a:lnTo>
                  <a:pt x="817" y="407"/>
                </a:lnTo>
                <a:close/>
                <a:moveTo>
                  <a:pt x="817" y="1049"/>
                </a:moveTo>
                <a:lnTo>
                  <a:pt x="817" y="522"/>
                </a:lnTo>
                <a:lnTo>
                  <a:pt x="117" y="522"/>
                </a:lnTo>
                <a:lnTo>
                  <a:pt x="117" y="1049"/>
                </a:lnTo>
                <a:lnTo>
                  <a:pt x="817" y="1049"/>
                </a:lnTo>
                <a:close/>
                <a:moveTo>
                  <a:pt x="817" y="0"/>
                </a:moveTo>
                <a:cubicBezTo>
                  <a:pt x="880" y="0"/>
                  <a:pt x="935" y="49"/>
                  <a:pt x="935" y="115"/>
                </a:cubicBezTo>
                <a:lnTo>
                  <a:pt x="935" y="1049"/>
                </a:lnTo>
                <a:cubicBezTo>
                  <a:pt x="935" y="1112"/>
                  <a:pt x="880" y="1164"/>
                  <a:pt x="817" y="1164"/>
                </a:cubicBezTo>
                <a:lnTo>
                  <a:pt x="117" y="1164"/>
                </a:lnTo>
                <a:cubicBezTo>
                  <a:pt x="54" y="1164"/>
                  <a:pt x="0" y="1112"/>
                  <a:pt x="0" y="1049"/>
                </a:cubicBezTo>
                <a:lnTo>
                  <a:pt x="0" y="115"/>
                </a:lnTo>
                <a:cubicBezTo>
                  <a:pt x="0" y="49"/>
                  <a:pt x="54" y="0"/>
                  <a:pt x="117" y="0"/>
                </a:cubicBez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502524" y="3271043"/>
            <a:ext cx="419100" cy="293688"/>
          </a:xfrm>
          <a:custGeom>
            <a:avLst/>
            <a:gdLst>
              <a:gd name="T0" fmla="*/ 989 w 1165"/>
              <a:gd name="T1" fmla="*/ 175 h 815"/>
              <a:gd name="T2" fmla="*/ 875 w 1165"/>
              <a:gd name="T3" fmla="*/ 290 h 815"/>
              <a:gd name="T4" fmla="*/ 989 w 1165"/>
              <a:gd name="T5" fmla="*/ 464 h 815"/>
              <a:gd name="T6" fmla="*/ 875 w 1165"/>
              <a:gd name="T7" fmla="*/ 350 h 815"/>
              <a:gd name="T8" fmla="*/ 989 w 1165"/>
              <a:gd name="T9" fmla="*/ 464 h 815"/>
              <a:gd name="T10" fmla="*/ 814 w 1165"/>
              <a:gd name="T11" fmla="*/ 175 h 815"/>
              <a:gd name="T12" fmla="*/ 700 w 1165"/>
              <a:gd name="T13" fmla="*/ 290 h 815"/>
              <a:gd name="T14" fmla="*/ 814 w 1165"/>
              <a:gd name="T15" fmla="*/ 464 h 815"/>
              <a:gd name="T16" fmla="*/ 700 w 1165"/>
              <a:gd name="T17" fmla="*/ 350 h 815"/>
              <a:gd name="T18" fmla="*/ 814 w 1165"/>
              <a:gd name="T19" fmla="*/ 464 h 815"/>
              <a:gd name="T20" fmla="*/ 814 w 1165"/>
              <a:gd name="T21" fmla="*/ 581 h 815"/>
              <a:gd name="T22" fmla="*/ 350 w 1165"/>
              <a:gd name="T23" fmla="*/ 699 h 815"/>
              <a:gd name="T24" fmla="*/ 289 w 1165"/>
              <a:gd name="T25" fmla="*/ 290 h 815"/>
              <a:gd name="T26" fmla="*/ 175 w 1165"/>
              <a:gd name="T27" fmla="*/ 175 h 815"/>
              <a:gd name="T28" fmla="*/ 289 w 1165"/>
              <a:gd name="T29" fmla="*/ 290 h 815"/>
              <a:gd name="T30" fmla="*/ 289 w 1165"/>
              <a:gd name="T31" fmla="*/ 350 h 815"/>
              <a:gd name="T32" fmla="*/ 175 w 1165"/>
              <a:gd name="T33" fmla="*/ 464 h 815"/>
              <a:gd name="T34" fmla="*/ 350 w 1165"/>
              <a:gd name="T35" fmla="*/ 350 h 815"/>
              <a:gd name="T36" fmla="*/ 464 w 1165"/>
              <a:gd name="T37" fmla="*/ 464 h 815"/>
              <a:gd name="T38" fmla="*/ 350 w 1165"/>
              <a:gd name="T39" fmla="*/ 350 h 815"/>
              <a:gd name="T40" fmla="*/ 350 w 1165"/>
              <a:gd name="T41" fmla="*/ 290 h 815"/>
              <a:gd name="T42" fmla="*/ 464 w 1165"/>
              <a:gd name="T43" fmla="*/ 175 h 815"/>
              <a:gd name="T44" fmla="*/ 525 w 1165"/>
              <a:gd name="T45" fmla="*/ 350 h 815"/>
              <a:gd name="T46" fmla="*/ 639 w 1165"/>
              <a:gd name="T47" fmla="*/ 464 h 815"/>
              <a:gd name="T48" fmla="*/ 525 w 1165"/>
              <a:gd name="T49" fmla="*/ 350 h 815"/>
              <a:gd name="T50" fmla="*/ 525 w 1165"/>
              <a:gd name="T51" fmla="*/ 290 h 815"/>
              <a:gd name="T52" fmla="*/ 639 w 1165"/>
              <a:gd name="T53" fmla="*/ 175 h 815"/>
              <a:gd name="T54" fmla="*/ 1050 w 1165"/>
              <a:gd name="T55" fmla="*/ 0 h 815"/>
              <a:gd name="T56" fmla="*/ 1164 w 1165"/>
              <a:gd name="T57" fmla="*/ 699 h 815"/>
              <a:gd name="T58" fmla="*/ 114 w 1165"/>
              <a:gd name="T59" fmla="*/ 814 h 815"/>
              <a:gd name="T60" fmla="*/ 0 w 1165"/>
              <a:gd name="T61" fmla="*/ 115 h 815"/>
              <a:gd name="T62" fmla="*/ 1050 w 1165"/>
              <a:gd name="T63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65" h="815">
                <a:moveTo>
                  <a:pt x="989" y="290"/>
                </a:moveTo>
                <a:lnTo>
                  <a:pt x="989" y="175"/>
                </a:lnTo>
                <a:lnTo>
                  <a:pt x="875" y="175"/>
                </a:lnTo>
                <a:lnTo>
                  <a:pt x="875" y="290"/>
                </a:lnTo>
                <a:lnTo>
                  <a:pt x="989" y="290"/>
                </a:lnTo>
                <a:close/>
                <a:moveTo>
                  <a:pt x="989" y="464"/>
                </a:moveTo>
                <a:lnTo>
                  <a:pt x="989" y="350"/>
                </a:lnTo>
                <a:lnTo>
                  <a:pt x="875" y="350"/>
                </a:lnTo>
                <a:lnTo>
                  <a:pt x="875" y="464"/>
                </a:lnTo>
                <a:lnTo>
                  <a:pt x="989" y="464"/>
                </a:lnTo>
                <a:close/>
                <a:moveTo>
                  <a:pt x="814" y="290"/>
                </a:moveTo>
                <a:lnTo>
                  <a:pt x="814" y="175"/>
                </a:lnTo>
                <a:lnTo>
                  <a:pt x="700" y="175"/>
                </a:lnTo>
                <a:lnTo>
                  <a:pt x="700" y="290"/>
                </a:lnTo>
                <a:lnTo>
                  <a:pt x="814" y="290"/>
                </a:lnTo>
                <a:close/>
                <a:moveTo>
                  <a:pt x="814" y="464"/>
                </a:moveTo>
                <a:lnTo>
                  <a:pt x="814" y="350"/>
                </a:lnTo>
                <a:lnTo>
                  <a:pt x="700" y="350"/>
                </a:lnTo>
                <a:lnTo>
                  <a:pt x="700" y="464"/>
                </a:lnTo>
                <a:lnTo>
                  <a:pt x="814" y="464"/>
                </a:lnTo>
                <a:close/>
                <a:moveTo>
                  <a:pt x="814" y="699"/>
                </a:moveTo>
                <a:lnTo>
                  <a:pt x="814" y="581"/>
                </a:lnTo>
                <a:lnTo>
                  <a:pt x="350" y="581"/>
                </a:lnTo>
                <a:lnTo>
                  <a:pt x="350" y="699"/>
                </a:lnTo>
                <a:lnTo>
                  <a:pt x="814" y="699"/>
                </a:lnTo>
                <a:close/>
                <a:moveTo>
                  <a:pt x="289" y="290"/>
                </a:moveTo>
                <a:lnTo>
                  <a:pt x="289" y="175"/>
                </a:lnTo>
                <a:lnTo>
                  <a:pt x="175" y="175"/>
                </a:lnTo>
                <a:lnTo>
                  <a:pt x="175" y="290"/>
                </a:lnTo>
                <a:lnTo>
                  <a:pt x="289" y="290"/>
                </a:lnTo>
                <a:close/>
                <a:moveTo>
                  <a:pt x="289" y="464"/>
                </a:moveTo>
                <a:lnTo>
                  <a:pt x="289" y="350"/>
                </a:lnTo>
                <a:lnTo>
                  <a:pt x="175" y="350"/>
                </a:lnTo>
                <a:lnTo>
                  <a:pt x="175" y="464"/>
                </a:lnTo>
                <a:lnTo>
                  <a:pt x="289" y="464"/>
                </a:lnTo>
                <a:close/>
                <a:moveTo>
                  <a:pt x="350" y="350"/>
                </a:moveTo>
                <a:lnTo>
                  <a:pt x="350" y="464"/>
                </a:lnTo>
                <a:lnTo>
                  <a:pt x="464" y="464"/>
                </a:lnTo>
                <a:lnTo>
                  <a:pt x="464" y="350"/>
                </a:lnTo>
                <a:lnTo>
                  <a:pt x="350" y="350"/>
                </a:lnTo>
                <a:close/>
                <a:moveTo>
                  <a:pt x="350" y="175"/>
                </a:moveTo>
                <a:lnTo>
                  <a:pt x="350" y="290"/>
                </a:lnTo>
                <a:lnTo>
                  <a:pt x="464" y="290"/>
                </a:lnTo>
                <a:lnTo>
                  <a:pt x="464" y="175"/>
                </a:lnTo>
                <a:lnTo>
                  <a:pt x="350" y="175"/>
                </a:lnTo>
                <a:close/>
                <a:moveTo>
                  <a:pt x="525" y="350"/>
                </a:moveTo>
                <a:lnTo>
                  <a:pt x="525" y="464"/>
                </a:lnTo>
                <a:lnTo>
                  <a:pt x="639" y="464"/>
                </a:lnTo>
                <a:lnTo>
                  <a:pt x="639" y="350"/>
                </a:lnTo>
                <a:lnTo>
                  <a:pt x="525" y="350"/>
                </a:lnTo>
                <a:close/>
                <a:moveTo>
                  <a:pt x="525" y="175"/>
                </a:moveTo>
                <a:lnTo>
                  <a:pt x="525" y="290"/>
                </a:lnTo>
                <a:lnTo>
                  <a:pt x="639" y="290"/>
                </a:lnTo>
                <a:lnTo>
                  <a:pt x="639" y="175"/>
                </a:lnTo>
                <a:lnTo>
                  <a:pt x="525" y="175"/>
                </a:lnTo>
                <a:close/>
                <a:moveTo>
                  <a:pt x="1050" y="0"/>
                </a:moveTo>
                <a:cubicBezTo>
                  <a:pt x="1112" y="0"/>
                  <a:pt x="1164" y="52"/>
                  <a:pt x="1164" y="115"/>
                </a:cubicBezTo>
                <a:lnTo>
                  <a:pt x="1164" y="699"/>
                </a:lnTo>
                <a:cubicBezTo>
                  <a:pt x="1164" y="762"/>
                  <a:pt x="1112" y="814"/>
                  <a:pt x="1050" y="814"/>
                </a:cubicBezTo>
                <a:lnTo>
                  <a:pt x="114" y="814"/>
                </a:lnTo>
                <a:cubicBezTo>
                  <a:pt x="52" y="814"/>
                  <a:pt x="0" y="762"/>
                  <a:pt x="0" y="699"/>
                </a:cubicBezTo>
                <a:lnTo>
                  <a:pt x="0" y="115"/>
                </a:lnTo>
                <a:cubicBezTo>
                  <a:pt x="0" y="52"/>
                  <a:pt x="52" y="0"/>
                  <a:pt x="114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640764" y="3218658"/>
            <a:ext cx="293687" cy="398461"/>
          </a:xfrm>
          <a:custGeom>
            <a:avLst/>
            <a:gdLst>
              <a:gd name="T0" fmla="*/ 815 w 816"/>
              <a:gd name="T1" fmla="*/ 524 h 1107"/>
              <a:gd name="T2" fmla="*/ 465 w 816"/>
              <a:gd name="T3" fmla="*/ 914 h 1107"/>
              <a:gd name="T4" fmla="*/ 465 w 816"/>
              <a:gd name="T5" fmla="*/ 1106 h 1107"/>
              <a:gd name="T6" fmla="*/ 350 w 816"/>
              <a:gd name="T7" fmla="*/ 1106 h 1107"/>
              <a:gd name="T8" fmla="*/ 350 w 816"/>
              <a:gd name="T9" fmla="*/ 914 h 1107"/>
              <a:gd name="T10" fmla="*/ 0 w 816"/>
              <a:gd name="T11" fmla="*/ 524 h 1107"/>
              <a:gd name="T12" fmla="*/ 99 w 816"/>
              <a:gd name="T13" fmla="*/ 524 h 1107"/>
              <a:gd name="T14" fmla="*/ 408 w 816"/>
              <a:gd name="T15" fmla="*/ 821 h 1107"/>
              <a:gd name="T16" fmla="*/ 717 w 816"/>
              <a:gd name="T17" fmla="*/ 524 h 1107"/>
              <a:gd name="T18" fmla="*/ 815 w 816"/>
              <a:gd name="T19" fmla="*/ 524 h 1107"/>
              <a:gd name="T20" fmla="*/ 408 w 816"/>
              <a:gd name="T21" fmla="*/ 698 h 1107"/>
              <a:gd name="T22" fmla="*/ 233 w 816"/>
              <a:gd name="T23" fmla="*/ 524 h 1107"/>
              <a:gd name="T24" fmla="*/ 233 w 816"/>
              <a:gd name="T25" fmla="*/ 175 h 1107"/>
              <a:gd name="T26" fmla="*/ 408 w 816"/>
              <a:gd name="T27" fmla="*/ 0 h 1107"/>
              <a:gd name="T28" fmla="*/ 583 w 816"/>
              <a:gd name="T29" fmla="*/ 175 h 1107"/>
              <a:gd name="T30" fmla="*/ 583 w 816"/>
              <a:gd name="T31" fmla="*/ 524 h 1107"/>
              <a:gd name="T32" fmla="*/ 408 w 816"/>
              <a:gd name="T33" fmla="*/ 698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16" h="1107">
                <a:moveTo>
                  <a:pt x="815" y="524"/>
                </a:moveTo>
                <a:cubicBezTo>
                  <a:pt x="815" y="723"/>
                  <a:pt x="657" y="887"/>
                  <a:pt x="465" y="914"/>
                </a:cubicBezTo>
                <a:lnTo>
                  <a:pt x="465" y="1106"/>
                </a:lnTo>
                <a:lnTo>
                  <a:pt x="350" y="1106"/>
                </a:lnTo>
                <a:lnTo>
                  <a:pt x="350" y="914"/>
                </a:lnTo>
                <a:cubicBezTo>
                  <a:pt x="159" y="887"/>
                  <a:pt x="0" y="723"/>
                  <a:pt x="0" y="524"/>
                </a:cubicBezTo>
                <a:lnTo>
                  <a:pt x="99" y="524"/>
                </a:lnTo>
                <a:cubicBezTo>
                  <a:pt x="99" y="698"/>
                  <a:pt x="247" y="821"/>
                  <a:pt x="408" y="821"/>
                </a:cubicBezTo>
                <a:cubicBezTo>
                  <a:pt x="570" y="821"/>
                  <a:pt x="717" y="698"/>
                  <a:pt x="717" y="524"/>
                </a:cubicBezTo>
                <a:lnTo>
                  <a:pt x="815" y="524"/>
                </a:lnTo>
                <a:close/>
                <a:moveTo>
                  <a:pt x="408" y="698"/>
                </a:moveTo>
                <a:cubicBezTo>
                  <a:pt x="313" y="698"/>
                  <a:pt x="233" y="619"/>
                  <a:pt x="233" y="524"/>
                </a:cubicBezTo>
                <a:lnTo>
                  <a:pt x="233" y="175"/>
                </a:lnTo>
                <a:cubicBezTo>
                  <a:pt x="233" y="79"/>
                  <a:pt x="313" y="0"/>
                  <a:pt x="408" y="0"/>
                </a:cubicBezTo>
                <a:cubicBezTo>
                  <a:pt x="504" y="0"/>
                  <a:pt x="583" y="79"/>
                  <a:pt x="583" y="175"/>
                </a:cubicBezTo>
                <a:lnTo>
                  <a:pt x="583" y="524"/>
                </a:lnTo>
                <a:cubicBezTo>
                  <a:pt x="583" y="619"/>
                  <a:pt x="504" y="698"/>
                  <a:pt x="408" y="69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40889" y="3291681"/>
            <a:ext cx="441325" cy="252412"/>
          </a:xfrm>
          <a:custGeom>
            <a:avLst/>
            <a:gdLst>
              <a:gd name="T0" fmla="*/ 1110 w 1226"/>
              <a:gd name="T1" fmla="*/ 0 h 700"/>
              <a:gd name="T2" fmla="*/ 1225 w 1226"/>
              <a:gd name="T3" fmla="*/ 0 h 700"/>
              <a:gd name="T4" fmla="*/ 1225 w 1226"/>
              <a:gd name="T5" fmla="*/ 699 h 700"/>
              <a:gd name="T6" fmla="*/ 1110 w 1226"/>
              <a:gd name="T7" fmla="*/ 699 h 700"/>
              <a:gd name="T8" fmla="*/ 1110 w 1226"/>
              <a:gd name="T9" fmla="*/ 0 h 700"/>
              <a:gd name="T10" fmla="*/ 618 w 1226"/>
              <a:gd name="T11" fmla="*/ 82 h 700"/>
              <a:gd name="T12" fmla="*/ 700 w 1226"/>
              <a:gd name="T13" fmla="*/ 0 h 700"/>
              <a:gd name="T14" fmla="*/ 1050 w 1226"/>
              <a:gd name="T15" fmla="*/ 350 h 700"/>
              <a:gd name="T16" fmla="*/ 700 w 1226"/>
              <a:gd name="T17" fmla="*/ 699 h 700"/>
              <a:gd name="T18" fmla="*/ 618 w 1226"/>
              <a:gd name="T19" fmla="*/ 617 h 700"/>
              <a:gd name="T20" fmla="*/ 829 w 1226"/>
              <a:gd name="T21" fmla="*/ 407 h 700"/>
              <a:gd name="T22" fmla="*/ 0 w 1226"/>
              <a:gd name="T23" fmla="*/ 407 h 700"/>
              <a:gd name="T24" fmla="*/ 0 w 1226"/>
              <a:gd name="T25" fmla="*/ 293 h 700"/>
              <a:gd name="T26" fmla="*/ 829 w 1226"/>
              <a:gd name="T27" fmla="*/ 293 h 700"/>
              <a:gd name="T28" fmla="*/ 618 w 1226"/>
              <a:gd name="T29" fmla="*/ 82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26" h="700">
                <a:moveTo>
                  <a:pt x="1110" y="0"/>
                </a:moveTo>
                <a:lnTo>
                  <a:pt x="1225" y="0"/>
                </a:lnTo>
                <a:lnTo>
                  <a:pt x="1225" y="699"/>
                </a:lnTo>
                <a:lnTo>
                  <a:pt x="1110" y="699"/>
                </a:lnTo>
                <a:lnTo>
                  <a:pt x="1110" y="0"/>
                </a:lnTo>
                <a:close/>
                <a:moveTo>
                  <a:pt x="618" y="82"/>
                </a:moveTo>
                <a:lnTo>
                  <a:pt x="700" y="0"/>
                </a:lnTo>
                <a:lnTo>
                  <a:pt x="1050" y="350"/>
                </a:lnTo>
                <a:lnTo>
                  <a:pt x="700" y="699"/>
                </a:lnTo>
                <a:lnTo>
                  <a:pt x="618" y="617"/>
                </a:lnTo>
                <a:lnTo>
                  <a:pt x="829" y="407"/>
                </a:lnTo>
                <a:lnTo>
                  <a:pt x="0" y="407"/>
                </a:lnTo>
                <a:lnTo>
                  <a:pt x="0" y="293"/>
                </a:lnTo>
                <a:lnTo>
                  <a:pt x="829" y="293"/>
                </a:lnTo>
                <a:lnTo>
                  <a:pt x="618" y="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36262" y="3291681"/>
            <a:ext cx="398462" cy="252412"/>
          </a:xfrm>
          <a:custGeom>
            <a:avLst/>
            <a:gdLst>
              <a:gd name="T0" fmla="*/ 989 w 1108"/>
              <a:gd name="T1" fmla="*/ 58 h 700"/>
              <a:gd name="T2" fmla="*/ 1107 w 1108"/>
              <a:gd name="T3" fmla="*/ 58 h 700"/>
              <a:gd name="T4" fmla="*/ 1107 w 1108"/>
              <a:gd name="T5" fmla="*/ 407 h 700"/>
              <a:gd name="T6" fmla="*/ 221 w 1108"/>
              <a:gd name="T7" fmla="*/ 407 h 700"/>
              <a:gd name="T8" fmla="*/ 432 w 1108"/>
              <a:gd name="T9" fmla="*/ 617 h 700"/>
              <a:gd name="T10" fmla="*/ 350 w 1108"/>
              <a:gd name="T11" fmla="*/ 699 h 700"/>
              <a:gd name="T12" fmla="*/ 0 w 1108"/>
              <a:gd name="T13" fmla="*/ 350 h 700"/>
              <a:gd name="T14" fmla="*/ 350 w 1108"/>
              <a:gd name="T15" fmla="*/ 0 h 700"/>
              <a:gd name="T16" fmla="*/ 432 w 1108"/>
              <a:gd name="T17" fmla="*/ 82 h 700"/>
              <a:gd name="T18" fmla="*/ 221 w 1108"/>
              <a:gd name="T19" fmla="*/ 293 h 700"/>
              <a:gd name="T20" fmla="*/ 989 w 1108"/>
              <a:gd name="T21" fmla="*/ 293 h 700"/>
              <a:gd name="T22" fmla="*/ 989 w 1108"/>
              <a:gd name="T23" fmla="*/ 58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08" h="700">
                <a:moveTo>
                  <a:pt x="989" y="58"/>
                </a:moveTo>
                <a:lnTo>
                  <a:pt x="1107" y="58"/>
                </a:lnTo>
                <a:lnTo>
                  <a:pt x="1107" y="407"/>
                </a:lnTo>
                <a:lnTo>
                  <a:pt x="221" y="407"/>
                </a:lnTo>
                <a:lnTo>
                  <a:pt x="432" y="617"/>
                </a:lnTo>
                <a:lnTo>
                  <a:pt x="350" y="699"/>
                </a:lnTo>
                <a:lnTo>
                  <a:pt x="0" y="350"/>
                </a:lnTo>
                <a:lnTo>
                  <a:pt x="350" y="0"/>
                </a:lnTo>
                <a:lnTo>
                  <a:pt x="432" y="82"/>
                </a:lnTo>
                <a:lnTo>
                  <a:pt x="221" y="293"/>
                </a:lnTo>
                <a:lnTo>
                  <a:pt x="989" y="293"/>
                </a:lnTo>
                <a:lnTo>
                  <a:pt x="989" y="5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9" y="4110833"/>
            <a:ext cx="504825" cy="357187"/>
          </a:xfrm>
          <a:custGeom>
            <a:avLst/>
            <a:gdLst>
              <a:gd name="T0" fmla="*/ 700 w 1401"/>
              <a:gd name="T1" fmla="*/ 932 h 993"/>
              <a:gd name="T2" fmla="*/ 757 w 1401"/>
              <a:gd name="T3" fmla="*/ 874 h 993"/>
              <a:gd name="T4" fmla="*/ 700 w 1401"/>
              <a:gd name="T5" fmla="*/ 817 h 993"/>
              <a:gd name="T6" fmla="*/ 643 w 1401"/>
              <a:gd name="T7" fmla="*/ 874 h 993"/>
              <a:gd name="T8" fmla="*/ 700 w 1401"/>
              <a:gd name="T9" fmla="*/ 932 h 993"/>
              <a:gd name="T10" fmla="*/ 232 w 1401"/>
              <a:gd name="T11" fmla="*/ 117 h 993"/>
              <a:gd name="T12" fmla="*/ 232 w 1401"/>
              <a:gd name="T13" fmla="*/ 757 h 993"/>
              <a:gd name="T14" fmla="*/ 1168 w 1401"/>
              <a:gd name="T15" fmla="*/ 757 h 993"/>
              <a:gd name="T16" fmla="*/ 1168 w 1401"/>
              <a:gd name="T17" fmla="*/ 117 h 993"/>
              <a:gd name="T18" fmla="*/ 232 w 1401"/>
              <a:gd name="T19" fmla="*/ 117 h 993"/>
              <a:gd name="T20" fmla="*/ 1168 w 1401"/>
              <a:gd name="T21" fmla="*/ 874 h 993"/>
              <a:gd name="T22" fmla="*/ 1400 w 1401"/>
              <a:gd name="T23" fmla="*/ 874 h 993"/>
              <a:gd name="T24" fmla="*/ 1282 w 1401"/>
              <a:gd name="T25" fmla="*/ 992 h 993"/>
              <a:gd name="T26" fmla="*/ 118 w 1401"/>
              <a:gd name="T27" fmla="*/ 992 h 993"/>
              <a:gd name="T28" fmla="*/ 0 w 1401"/>
              <a:gd name="T29" fmla="*/ 874 h 993"/>
              <a:gd name="T30" fmla="*/ 232 w 1401"/>
              <a:gd name="T31" fmla="*/ 874 h 993"/>
              <a:gd name="T32" fmla="*/ 118 w 1401"/>
              <a:gd name="T33" fmla="*/ 757 h 993"/>
              <a:gd name="T34" fmla="*/ 118 w 1401"/>
              <a:gd name="T35" fmla="*/ 117 h 993"/>
              <a:gd name="T36" fmla="*/ 232 w 1401"/>
              <a:gd name="T37" fmla="*/ 0 h 993"/>
              <a:gd name="T38" fmla="*/ 1168 w 1401"/>
              <a:gd name="T39" fmla="*/ 0 h 993"/>
              <a:gd name="T40" fmla="*/ 1282 w 1401"/>
              <a:gd name="T41" fmla="*/ 117 h 993"/>
              <a:gd name="T42" fmla="*/ 1282 w 1401"/>
              <a:gd name="T43" fmla="*/ 757 h 993"/>
              <a:gd name="T44" fmla="*/ 1168 w 1401"/>
              <a:gd name="T45" fmla="*/ 874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401" h="993">
                <a:moveTo>
                  <a:pt x="700" y="932"/>
                </a:moveTo>
                <a:cubicBezTo>
                  <a:pt x="733" y="932"/>
                  <a:pt x="757" y="907"/>
                  <a:pt x="757" y="874"/>
                </a:cubicBezTo>
                <a:cubicBezTo>
                  <a:pt x="757" y="842"/>
                  <a:pt x="733" y="817"/>
                  <a:pt x="700" y="817"/>
                </a:cubicBezTo>
                <a:cubicBezTo>
                  <a:pt x="667" y="817"/>
                  <a:pt x="643" y="842"/>
                  <a:pt x="643" y="874"/>
                </a:cubicBezTo>
                <a:cubicBezTo>
                  <a:pt x="643" y="907"/>
                  <a:pt x="667" y="932"/>
                  <a:pt x="700" y="932"/>
                </a:cubicBezTo>
                <a:close/>
                <a:moveTo>
                  <a:pt x="232" y="117"/>
                </a:moveTo>
                <a:lnTo>
                  <a:pt x="232" y="757"/>
                </a:lnTo>
                <a:lnTo>
                  <a:pt x="1168" y="757"/>
                </a:lnTo>
                <a:lnTo>
                  <a:pt x="1168" y="117"/>
                </a:lnTo>
                <a:lnTo>
                  <a:pt x="232" y="117"/>
                </a:lnTo>
                <a:close/>
                <a:moveTo>
                  <a:pt x="1168" y="874"/>
                </a:moveTo>
                <a:lnTo>
                  <a:pt x="1400" y="874"/>
                </a:lnTo>
                <a:cubicBezTo>
                  <a:pt x="1400" y="937"/>
                  <a:pt x="1345" y="992"/>
                  <a:pt x="1282" y="992"/>
                </a:cubicBezTo>
                <a:lnTo>
                  <a:pt x="118" y="992"/>
                </a:lnTo>
                <a:cubicBezTo>
                  <a:pt x="55" y="992"/>
                  <a:pt x="0" y="937"/>
                  <a:pt x="0" y="874"/>
                </a:cubicBezTo>
                <a:lnTo>
                  <a:pt x="232" y="874"/>
                </a:lnTo>
                <a:cubicBezTo>
                  <a:pt x="170" y="874"/>
                  <a:pt x="118" y="820"/>
                  <a:pt x="118" y="757"/>
                </a:cubicBezTo>
                <a:lnTo>
                  <a:pt x="118" y="117"/>
                </a:lnTo>
                <a:cubicBezTo>
                  <a:pt x="118" y="54"/>
                  <a:pt x="170" y="0"/>
                  <a:pt x="232" y="0"/>
                </a:cubicBezTo>
                <a:lnTo>
                  <a:pt x="1168" y="0"/>
                </a:lnTo>
                <a:cubicBezTo>
                  <a:pt x="1230" y="0"/>
                  <a:pt x="1282" y="54"/>
                  <a:pt x="1282" y="117"/>
                </a:cubicBezTo>
                <a:lnTo>
                  <a:pt x="1282" y="757"/>
                </a:lnTo>
                <a:cubicBezTo>
                  <a:pt x="1282" y="820"/>
                  <a:pt x="1230" y="874"/>
                  <a:pt x="1168" y="87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62174" y="4079081"/>
            <a:ext cx="419100" cy="419100"/>
          </a:xfrm>
          <a:custGeom>
            <a:avLst/>
            <a:gdLst>
              <a:gd name="T0" fmla="*/ 990 w 1166"/>
              <a:gd name="T1" fmla="*/ 290 h 1166"/>
              <a:gd name="T2" fmla="*/ 990 w 1166"/>
              <a:gd name="T3" fmla="*/ 175 h 1166"/>
              <a:gd name="T4" fmla="*/ 407 w 1166"/>
              <a:gd name="T5" fmla="*/ 175 h 1166"/>
              <a:gd name="T6" fmla="*/ 407 w 1166"/>
              <a:gd name="T7" fmla="*/ 290 h 1166"/>
              <a:gd name="T8" fmla="*/ 990 w 1166"/>
              <a:gd name="T9" fmla="*/ 290 h 1166"/>
              <a:gd name="T10" fmla="*/ 757 w 1166"/>
              <a:gd name="T11" fmla="*/ 758 h 1166"/>
              <a:gd name="T12" fmla="*/ 757 w 1166"/>
              <a:gd name="T13" fmla="*/ 640 h 1166"/>
              <a:gd name="T14" fmla="*/ 407 w 1166"/>
              <a:gd name="T15" fmla="*/ 640 h 1166"/>
              <a:gd name="T16" fmla="*/ 407 w 1166"/>
              <a:gd name="T17" fmla="*/ 758 h 1166"/>
              <a:gd name="T18" fmla="*/ 757 w 1166"/>
              <a:gd name="T19" fmla="*/ 758 h 1166"/>
              <a:gd name="T20" fmla="*/ 990 w 1166"/>
              <a:gd name="T21" fmla="*/ 525 h 1166"/>
              <a:gd name="T22" fmla="*/ 990 w 1166"/>
              <a:gd name="T23" fmla="*/ 408 h 1166"/>
              <a:gd name="T24" fmla="*/ 407 w 1166"/>
              <a:gd name="T25" fmla="*/ 408 h 1166"/>
              <a:gd name="T26" fmla="*/ 407 w 1166"/>
              <a:gd name="T27" fmla="*/ 525 h 1166"/>
              <a:gd name="T28" fmla="*/ 990 w 1166"/>
              <a:gd name="T29" fmla="*/ 525 h 1166"/>
              <a:gd name="T30" fmla="*/ 1050 w 1166"/>
              <a:gd name="T31" fmla="*/ 0 h 1166"/>
              <a:gd name="T32" fmla="*/ 1165 w 1166"/>
              <a:gd name="T33" fmla="*/ 115 h 1166"/>
              <a:gd name="T34" fmla="*/ 1165 w 1166"/>
              <a:gd name="T35" fmla="*/ 815 h 1166"/>
              <a:gd name="T36" fmla="*/ 1050 w 1166"/>
              <a:gd name="T37" fmla="*/ 933 h 1166"/>
              <a:gd name="T38" fmla="*/ 350 w 1166"/>
              <a:gd name="T39" fmla="*/ 933 h 1166"/>
              <a:gd name="T40" fmla="*/ 232 w 1166"/>
              <a:gd name="T41" fmla="*/ 815 h 1166"/>
              <a:gd name="T42" fmla="*/ 232 w 1166"/>
              <a:gd name="T43" fmla="*/ 115 h 1166"/>
              <a:gd name="T44" fmla="*/ 350 w 1166"/>
              <a:gd name="T45" fmla="*/ 0 h 1166"/>
              <a:gd name="T46" fmla="*/ 1050 w 1166"/>
              <a:gd name="T47" fmla="*/ 0 h 1166"/>
              <a:gd name="T48" fmla="*/ 115 w 1166"/>
              <a:gd name="T49" fmla="*/ 233 h 1166"/>
              <a:gd name="T50" fmla="*/ 115 w 1166"/>
              <a:gd name="T51" fmla="*/ 1050 h 1166"/>
              <a:gd name="T52" fmla="*/ 932 w 1166"/>
              <a:gd name="T53" fmla="*/ 1050 h 1166"/>
              <a:gd name="T54" fmla="*/ 932 w 1166"/>
              <a:gd name="T55" fmla="*/ 1165 h 1166"/>
              <a:gd name="T56" fmla="*/ 115 w 1166"/>
              <a:gd name="T57" fmla="*/ 1165 h 1166"/>
              <a:gd name="T58" fmla="*/ 0 w 1166"/>
              <a:gd name="T59" fmla="*/ 1050 h 1166"/>
              <a:gd name="T60" fmla="*/ 0 w 1166"/>
              <a:gd name="T61" fmla="*/ 233 h 1166"/>
              <a:gd name="T62" fmla="*/ 115 w 1166"/>
              <a:gd name="T63" fmla="*/ 233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66" h="1166">
                <a:moveTo>
                  <a:pt x="990" y="290"/>
                </a:moveTo>
                <a:lnTo>
                  <a:pt x="990" y="175"/>
                </a:lnTo>
                <a:lnTo>
                  <a:pt x="407" y="175"/>
                </a:lnTo>
                <a:lnTo>
                  <a:pt x="407" y="290"/>
                </a:lnTo>
                <a:lnTo>
                  <a:pt x="990" y="290"/>
                </a:lnTo>
                <a:close/>
                <a:moveTo>
                  <a:pt x="757" y="758"/>
                </a:moveTo>
                <a:lnTo>
                  <a:pt x="757" y="640"/>
                </a:lnTo>
                <a:lnTo>
                  <a:pt x="407" y="640"/>
                </a:lnTo>
                <a:lnTo>
                  <a:pt x="407" y="758"/>
                </a:lnTo>
                <a:lnTo>
                  <a:pt x="757" y="758"/>
                </a:lnTo>
                <a:close/>
                <a:moveTo>
                  <a:pt x="990" y="525"/>
                </a:moveTo>
                <a:lnTo>
                  <a:pt x="990" y="408"/>
                </a:lnTo>
                <a:lnTo>
                  <a:pt x="407" y="408"/>
                </a:lnTo>
                <a:lnTo>
                  <a:pt x="407" y="525"/>
                </a:lnTo>
                <a:lnTo>
                  <a:pt x="990" y="525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3"/>
                  <a:pt x="1050" y="933"/>
                </a:cubicBezTo>
                <a:lnTo>
                  <a:pt x="350" y="933"/>
                </a:lnTo>
                <a:cubicBezTo>
                  <a:pt x="287" y="933"/>
                  <a:pt x="232" y="878"/>
                  <a:pt x="232" y="815"/>
                </a:cubicBezTo>
                <a:lnTo>
                  <a:pt x="232" y="115"/>
                </a:lnTo>
                <a:cubicBezTo>
                  <a:pt x="232" y="52"/>
                  <a:pt x="287" y="0"/>
                  <a:pt x="350" y="0"/>
                </a:cubicBezTo>
                <a:lnTo>
                  <a:pt x="1050" y="0"/>
                </a:lnTo>
                <a:close/>
                <a:moveTo>
                  <a:pt x="115" y="233"/>
                </a:moveTo>
                <a:lnTo>
                  <a:pt x="115" y="1050"/>
                </a:lnTo>
                <a:lnTo>
                  <a:pt x="932" y="1050"/>
                </a:lnTo>
                <a:lnTo>
                  <a:pt x="932" y="1165"/>
                </a:ln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3"/>
                </a:lnTo>
                <a:lnTo>
                  <a:pt x="115" y="2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25799" y="4079081"/>
            <a:ext cx="419100" cy="419100"/>
          </a:xfrm>
          <a:custGeom>
            <a:avLst/>
            <a:gdLst>
              <a:gd name="T0" fmla="*/ 583 w 1166"/>
              <a:gd name="T1" fmla="*/ 0 h 1166"/>
              <a:gd name="T2" fmla="*/ 1165 w 1166"/>
              <a:gd name="T3" fmla="*/ 583 h 1166"/>
              <a:gd name="T4" fmla="*/ 583 w 1166"/>
              <a:gd name="T5" fmla="*/ 1165 h 1166"/>
              <a:gd name="T6" fmla="*/ 0 w 1166"/>
              <a:gd name="T7" fmla="*/ 583 h 1166"/>
              <a:gd name="T8" fmla="*/ 583 w 1166"/>
              <a:gd name="T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1166">
                <a:moveTo>
                  <a:pt x="583" y="0"/>
                </a:moveTo>
                <a:cubicBezTo>
                  <a:pt x="906" y="0"/>
                  <a:pt x="1165" y="261"/>
                  <a:pt x="1165" y="583"/>
                </a:cubicBezTo>
                <a:cubicBezTo>
                  <a:pt x="1165" y="906"/>
                  <a:pt x="906" y="1165"/>
                  <a:pt x="583" y="1165"/>
                </a:cubicBezTo>
                <a:cubicBezTo>
                  <a:pt x="260" y="1165"/>
                  <a:pt x="0" y="906"/>
                  <a:pt x="0" y="583"/>
                </a:cubicBezTo>
                <a:cubicBezTo>
                  <a:pt x="0" y="261"/>
                  <a:pt x="260" y="0"/>
                  <a:pt x="583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310064" y="4099719"/>
            <a:ext cx="377825" cy="377825"/>
          </a:xfrm>
          <a:custGeom>
            <a:avLst/>
            <a:gdLst>
              <a:gd name="T0" fmla="*/ 722 w 1051"/>
              <a:gd name="T1" fmla="*/ 500 h 1051"/>
              <a:gd name="T2" fmla="*/ 1050 w 1051"/>
              <a:gd name="T3" fmla="*/ 407 h 1051"/>
              <a:gd name="T4" fmla="*/ 1050 w 1051"/>
              <a:gd name="T5" fmla="*/ 525 h 1051"/>
              <a:gd name="T6" fmla="*/ 807 w 1051"/>
              <a:gd name="T7" fmla="*/ 585 h 1051"/>
              <a:gd name="T8" fmla="*/ 722 w 1051"/>
              <a:gd name="T9" fmla="*/ 500 h 1051"/>
              <a:gd name="T10" fmla="*/ 987 w 1051"/>
              <a:gd name="T11" fmla="*/ 765 h 1051"/>
              <a:gd name="T12" fmla="*/ 894 w 1051"/>
              <a:gd name="T13" fmla="*/ 672 h 1051"/>
              <a:gd name="T14" fmla="*/ 1050 w 1051"/>
              <a:gd name="T15" fmla="*/ 642 h 1051"/>
              <a:gd name="T16" fmla="*/ 1050 w 1051"/>
              <a:gd name="T17" fmla="*/ 757 h 1051"/>
              <a:gd name="T18" fmla="*/ 987 w 1051"/>
              <a:gd name="T19" fmla="*/ 765 h 1051"/>
              <a:gd name="T20" fmla="*/ 643 w 1051"/>
              <a:gd name="T21" fmla="*/ 0 h 1051"/>
              <a:gd name="T22" fmla="*/ 550 w 1051"/>
              <a:gd name="T23" fmla="*/ 328 h 1051"/>
              <a:gd name="T24" fmla="*/ 465 w 1051"/>
              <a:gd name="T25" fmla="*/ 243 h 1051"/>
              <a:gd name="T26" fmla="*/ 525 w 1051"/>
              <a:gd name="T27" fmla="*/ 0 h 1051"/>
              <a:gd name="T28" fmla="*/ 643 w 1051"/>
              <a:gd name="T29" fmla="*/ 0 h 1051"/>
              <a:gd name="T30" fmla="*/ 0 w 1051"/>
              <a:gd name="T31" fmla="*/ 74 h 1051"/>
              <a:gd name="T32" fmla="*/ 74 w 1051"/>
              <a:gd name="T33" fmla="*/ 0 h 1051"/>
              <a:gd name="T34" fmla="*/ 1050 w 1051"/>
              <a:gd name="T35" fmla="*/ 976 h 1051"/>
              <a:gd name="T36" fmla="*/ 977 w 1051"/>
              <a:gd name="T37" fmla="*/ 1050 h 1051"/>
              <a:gd name="T38" fmla="*/ 810 w 1051"/>
              <a:gd name="T39" fmla="*/ 883 h 1051"/>
              <a:gd name="T40" fmla="*/ 758 w 1051"/>
              <a:gd name="T41" fmla="*/ 1050 h 1051"/>
              <a:gd name="T42" fmla="*/ 643 w 1051"/>
              <a:gd name="T43" fmla="*/ 1050 h 1051"/>
              <a:gd name="T44" fmla="*/ 728 w 1051"/>
              <a:gd name="T45" fmla="*/ 801 h 1051"/>
              <a:gd name="T46" fmla="*/ 643 w 1051"/>
              <a:gd name="T47" fmla="*/ 719 h 1051"/>
              <a:gd name="T48" fmla="*/ 525 w 1051"/>
              <a:gd name="T49" fmla="*/ 1050 h 1051"/>
              <a:gd name="T50" fmla="*/ 408 w 1051"/>
              <a:gd name="T51" fmla="*/ 1050 h 1051"/>
              <a:gd name="T52" fmla="*/ 561 w 1051"/>
              <a:gd name="T53" fmla="*/ 634 h 1051"/>
              <a:gd name="T54" fmla="*/ 416 w 1051"/>
              <a:gd name="T55" fmla="*/ 489 h 1051"/>
              <a:gd name="T56" fmla="*/ 0 w 1051"/>
              <a:gd name="T57" fmla="*/ 642 h 1051"/>
              <a:gd name="T58" fmla="*/ 0 w 1051"/>
              <a:gd name="T59" fmla="*/ 525 h 1051"/>
              <a:gd name="T60" fmla="*/ 334 w 1051"/>
              <a:gd name="T61" fmla="*/ 407 h 1051"/>
              <a:gd name="T62" fmla="*/ 249 w 1051"/>
              <a:gd name="T63" fmla="*/ 322 h 1051"/>
              <a:gd name="T64" fmla="*/ 0 w 1051"/>
              <a:gd name="T65" fmla="*/ 407 h 1051"/>
              <a:gd name="T66" fmla="*/ 0 w 1051"/>
              <a:gd name="T67" fmla="*/ 292 h 1051"/>
              <a:gd name="T68" fmla="*/ 167 w 1051"/>
              <a:gd name="T69" fmla="*/ 240 h 1051"/>
              <a:gd name="T70" fmla="*/ 0 w 1051"/>
              <a:gd name="T71" fmla="*/ 74 h 1051"/>
              <a:gd name="T72" fmla="*/ 408 w 1051"/>
              <a:gd name="T73" fmla="*/ 0 h 1051"/>
              <a:gd name="T74" fmla="*/ 378 w 1051"/>
              <a:gd name="T75" fmla="*/ 156 h 1051"/>
              <a:gd name="T76" fmla="*/ 285 w 1051"/>
              <a:gd name="T77" fmla="*/ 63 h 1051"/>
              <a:gd name="T78" fmla="*/ 293 w 1051"/>
              <a:gd name="T79" fmla="*/ 0 h 1051"/>
              <a:gd name="T80" fmla="*/ 408 w 1051"/>
              <a:gd name="T8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051" h="1051">
                <a:moveTo>
                  <a:pt x="722" y="500"/>
                </a:moveTo>
                <a:cubicBezTo>
                  <a:pt x="818" y="443"/>
                  <a:pt x="930" y="407"/>
                  <a:pt x="1050" y="407"/>
                </a:cubicBezTo>
                <a:lnTo>
                  <a:pt x="1050" y="525"/>
                </a:lnTo>
                <a:cubicBezTo>
                  <a:pt x="963" y="525"/>
                  <a:pt x="881" y="547"/>
                  <a:pt x="807" y="585"/>
                </a:cubicBezTo>
                <a:lnTo>
                  <a:pt x="722" y="500"/>
                </a:lnTo>
                <a:close/>
                <a:moveTo>
                  <a:pt x="987" y="765"/>
                </a:moveTo>
                <a:lnTo>
                  <a:pt x="894" y="672"/>
                </a:lnTo>
                <a:cubicBezTo>
                  <a:pt x="941" y="653"/>
                  <a:pt x="996" y="642"/>
                  <a:pt x="1050" y="642"/>
                </a:cubicBezTo>
                <a:lnTo>
                  <a:pt x="1050" y="757"/>
                </a:lnTo>
                <a:cubicBezTo>
                  <a:pt x="1028" y="757"/>
                  <a:pt x="1007" y="760"/>
                  <a:pt x="987" y="765"/>
                </a:cubicBezTo>
                <a:close/>
                <a:moveTo>
                  <a:pt x="643" y="0"/>
                </a:moveTo>
                <a:cubicBezTo>
                  <a:pt x="643" y="120"/>
                  <a:pt x="607" y="232"/>
                  <a:pt x="550" y="328"/>
                </a:cubicBezTo>
                <a:lnTo>
                  <a:pt x="465" y="243"/>
                </a:lnTo>
                <a:cubicBezTo>
                  <a:pt x="503" y="169"/>
                  <a:pt x="525" y="87"/>
                  <a:pt x="525" y="0"/>
                </a:cubicBezTo>
                <a:lnTo>
                  <a:pt x="643" y="0"/>
                </a:lnTo>
                <a:close/>
                <a:moveTo>
                  <a:pt x="0" y="74"/>
                </a:moveTo>
                <a:lnTo>
                  <a:pt x="74" y="0"/>
                </a:lnTo>
                <a:lnTo>
                  <a:pt x="1050" y="976"/>
                </a:lnTo>
                <a:lnTo>
                  <a:pt x="977" y="1050"/>
                </a:lnTo>
                <a:lnTo>
                  <a:pt x="810" y="883"/>
                </a:lnTo>
                <a:cubicBezTo>
                  <a:pt x="777" y="929"/>
                  <a:pt x="758" y="987"/>
                  <a:pt x="758" y="1050"/>
                </a:cubicBezTo>
                <a:lnTo>
                  <a:pt x="643" y="1050"/>
                </a:lnTo>
                <a:cubicBezTo>
                  <a:pt x="643" y="957"/>
                  <a:pt x="676" y="869"/>
                  <a:pt x="728" y="801"/>
                </a:cubicBezTo>
                <a:lnTo>
                  <a:pt x="643" y="719"/>
                </a:lnTo>
                <a:cubicBezTo>
                  <a:pt x="569" y="809"/>
                  <a:pt x="525" y="924"/>
                  <a:pt x="525" y="1050"/>
                </a:cubicBezTo>
                <a:lnTo>
                  <a:pt x="408" y="1050"/>
                </a:lnTo>
                <a:cubicBezTo>
                  <a:pt x="408" y="891"/>
                  <a:pt x="465" y="746"/>
                  <a:pt x="561" y="634"/>
                </a:cubicBezTo>
                <a:lnTo>
                  <a:pt x="416" y="489"/>
                </a:lnTo>
                <a:cubicBezTo>
                  <a:pt x="304" y="585"/>
                  <a:pt x="159" y="642"/>
                  <a:pt x="0" y="642"/>
                </a:cubicBezTo>
                <a:lnTo>
                  <a:pt x="0" y="525"/>
                </a:lnTo>
                <a:cubicBezTo>
                  <a:pt x="126" y="525"/>
                  <a:pt x="244" y="481"/>
                  <a:pt x="334" y="407"/>
                </a:cubicBezTo>
                <a:lnTo>
                  <a:pt x="249" y="322"/>
                </a:lnTo>
                <a:cubicBezTo>
                  <a:pt x="181" y="374"/>
                  <a:pt x="93" y="407"/>
                  <a:pt x="0" y="407"/>
                </a:cubicBezTo>
                <a:lnTo>
                  <a:pt x="0" y="292"/>
                </a:lnTo>
                <a:cubicBezTo>
                  <a:pt x="63" y="292"/>
                  <a:pt x="121" y="273"/>
                  <a:pt x="167" y="240"/>
                </a:cubicBezTo>
                <a:lnTo>
                  <a:pt x="0" y="74"/>
                </a:lnTo>
                <a:close/>
                <a:moveTo>
                  <a:pt x="408" y="0"/>
                </a:moveTo>
                <a:cubicBezTo>
                  <a:pt x="408" y="55"/>
                  <a:pt x="397" y="109"/>
                  <a:pt x="378" y="156"/>
                </a:cubicBezTo>
                <a:lnTo>
                  <a:pt x="285" y="63"/>
                </a:lnTo>
                <a:cubicBezTo>
                  <a:pt x="290" y="44"/>
                  <a:pt x="293" y="22"/>
                  <a:pt x="293" y="0"/>
                </a:cubicBezTo>
                <a:lnTo>
                  <a:pt x="40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75276" y="4099719"/>
            <a:ext cx="377825" cy="377825"/>
          </a:xfrm>
          <a:custGeom>
            <a:avLst/>
            <a:gdLst>
              <a:gd name="T0" fmla="*/ 1050 w 1051"/>
              <a:gd name="T1" fmla="*/ 642 h 1051"/>
              <a:gd name="T2" fmla="*/ 1050 w 1051"/>
              <a:gd name="T3" fmla="*/ 757 h 1051"/>
              <a:gd name="T4" fmla="*/ 757 w 1051"/>
              <a:gd name="T5" fmla="*/ 1050 h 1051"/>
              <a:gd name="T6" fmla="*/ 642 w 1051"/>
              <a:gd name="T7" fmla="*/ 1050 h 1051"/>
              <a:gd name="T8" fmla="*/ 1050 w 1051"/>
              <a:gd name="T9" fmla="*/ 642 h 1051"/>
              <a:gd name="T10" fmla="*/ 875 w 1051"/>
              <a:gd name="T11" fmla="*/ 1050 h 1051"/>
              <a:gd name="T12" fmla="*/ 1050 w 1051"/>
              <a:gd name="T13" fmla="*/ 875 h 1051"/>
              <a:gd name="T14" fmla="*/ 1050 w 1051"/>
              <a:gd name="T15" fmla="*/ 1050 h 1051"/>
              <a:gd name="T16" fmla="*/ 875 w 1051"/>
              <a:gd name="T17" fmla="*/ 1050 h 1051"/>
              <a:gd name="T18" fmla="*/ 407 w 1051"/>
              <a:gd name="T19" fmla="*/ 1050 h 1051"/>
              <a:gd name="T20" fmla="*/ 1050 w 1051"/>
              <a:gd name="T21" fmla="*/ 407 h 1051"/>
              <a:gd name="T22" fmla="*/ 1050 w 1051"/>
              <a:gd name="T23" fmla="*/ 525 h 1051"/>
              <a:gd name="T24" fmla="*/ 525 w 1051"/>
              <a:gd name="T25" fmla="*/ 1050 h 1051"/>
              <a:gd name="T26" fmla="*/ 407 w 1051"/>
              <a:gd name="T27" fmla="*/ 1050 h 1051"/>
              <a:gd name="T28" fmla="*/ 0 w 1051"/>
              <a:gd name="T29" fmla="*/ 407 h 1051"/>
              <a:gd name="T30" fmla="*/ 0 w 1051"/>
              <a:gd name="T31" fmla="*/ 292 h 1051"/>
              <a:gd name="T32" fmla="*/ 292 w 1051"/>
              <a:gd name="T33" fmla="*/ 0 h 1051"/>
              <a:gd name="T34" fmla="*/ 407 w 1051"/>
              <a:gd name="T35" fmla="*/ 0 h 1051"/>
              <a:gd name="T36" fmla="*/ 0 w 1051"/>
              <a:gd name="T37" fmla="*/ 407 h 1051"/>
              <a:gd name="T38" fmla="*/ 642 w 1051"/>
              <a:gd name="T39" fmla="*/ 0 h 1051"/>
              <a:gd name="T40" fmla="*/ 0 w 1051"/>
              <a:gd name="T41" fmla="*/ 642 h 1051"/>
              <a:gd name="T42" fmla="*/ 0 w 1051"/>
              <a:gd name="T43" fmla="*/ 525 h 1051"/>
              <a:gd name="T44" fmla="*/ 525 w 1051"/>
              <a:gd name="T45" fmla="*/ 0 h 1051"/>
              <a:gd name="T46" fmla="*/ 642 w 1051"/>
              <a:gd name="T47" fmla="*/ 0 h 1051"/>
              <a:gd name="T48" fmla="*/ 175 w 1051"/>
              <a:gd name="T49" fmla="*/ 0 h 1051"/>
              <a:gd name="T50" fmla="*/ 0 w 1051"/>
              <a:gd name="T51" fmla="*/ 175 h 1051"/>
              <a:gd name="T52" fmla="*/ 0 w 1051"/>
              <a:gd name="T53" fmla="*/ 0 h 1051"/>
              <a:gd name="T54" fmla="*/ 175 w 1051"/>
              <a:gd name="T55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51" h="1051">
                <a:moveTo>
                  <a:pt x="1050" y="642"/>
                </a:moveTo>
                <a:lnTo>
                  <a:pt x="1050" y="757"/>
                </a:lnTo>
                <a:cubicBezTo>
                  <a:pt x="888" y="757"/>
                  <a:pt x="757" y="888"/>
                  <a:pt x="757" y="1050"/>
                </a:cubicBezTo>
                <a:lnTo>
                  <a:pt x="642" y="1050"/>
                </a:lnTo>
                <a:cubicBezTo>
                  <a:pt x="642" y="823"/>
                  <a:pt x="823" y="642"/>
                  <a:pt x="1050" y="642"/>
                </a:cubicBezTo>
                <a:close/>
                <a:moveTo>
                  <a:pt x="875" y="1050"/>
                </a:moveTo>
                <a:cubicBezTo>
                  <a:pt x="875" y="954"/>
                  <a:pt x="954" y="875"/>
                  <a:pt x="1050" y="875"/>
                </a:cubicBezTo>
                <a:lnTo>
                  <a:pt x="1050" y="1050"/>
                </a:lnTo>
                <a:lnTo>
                  <a:pt x="875" y="1050"/>
                </a:lnTo>
                <a:close/>
                <a:moveTo>
                  <a:pt x="407" y="1050"/>
                </a:moveTo>
                <a:cubicBezTo>
                  <a:pt x="407" y="697"/>
                  <a:pt x="697" y="407"/>
                  <a:pt x="1050" y="407"/>
                </a:cubicBezTo>
                <a:lnTo>
                  <a:pt x="1050" y="525"/>
                </a:lnTo>
                <a:cubicBezTo>
                  <a:pt x="760" y="525"/>
                  <a:pt x="525" y="760"/>
                  <a:pt x="525" y="1050"/>
                </a:cubicBezTo>
                <a:lnTo>
                  <a:pt x="407" y="1050"/>
                </a:lnTo>
                <a:close/>
                <a:moveTo>
                  <a:pt x="0" y="407"/>
                </a:moveTo>
                <a:lnTo>
                  <a:pt x="0" y="292"/>
                </a:lnTo>
                <a:cubicBezTo>
                  <a:pt x="161" y="292"/>
                  <a:pt x="292" y="161"/>
                  <a:pt x="292" y="0"/>
                </a:cubicBezTo>
                <a:lnTo>
                  <a:pt x="407" y="0"/>
                </a:lnTo>
                <a:cubicBezTo>
                  <a:pt x="407" y="227"/>
                  <a:pt x="227" y="407"/>
                  <a:pt x="0" y="407"/>
                </a:cubicBezTo>
                <a:close/>
                <a:moveTo>
                  <a:pt x="642" y="0"/>
                </a:moveTo>
                <a:cubicBezTo>
                  <a:pt x="642" y="353"/>
                  <a:pt x="355" y="642"/>
                  <a:pt x="0" y="642"/>
                </a:cubicBezTo>
                <a:lnTo>
                  <a:pt x="0" y="525"/>
                </a:lnTo>
                <a:cubicBezTo>
                  <a:pt x="290" y="525"/>
                  <a:pt x="525" y="290"/>
                  <a:pt x="525" y="0"/>
                </a:cubicBezTo>
                <a:lnTo>
                  <a:pt x="642" y="0"/>
                </a:lnTo>
                <a:close/>
                <a:moveTo>
                  <a:pt x="175" y="0"/>
                </a:moveTo>
                <a:cubicBezTo>
                  <a:pt x="175" y="96"/>
                  <a:pt x="95" y="175"/>
                  <a:pt x="0" y="175"/>
                </a:cubicBezTo>
                <a:lnTo>
                  <a:pt x="0" y="0"/>
                </a:lnTo>
                <a:lnTo>
                  <a:pt x="17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38901" y="4088606"/>
            <a:ext cx="377825" cy="400050"/>
          </a:xfrm>
          <a:custGeom>
            <a:avLst/>
            <a:gdLst>
              <a:gd name="T0" fmla="*/ 525 w 1051"/>
              <a:gd name="T1" fmla="*/ 815 h 1111"/>
              <a:gd name="T2" fmla="*/ 0 w 1051"/>
              <a:gd name="T3" fmla="*/ 407 h 1111"/>
              <a:gd name="T4" fmla="*/ 525 w 1051"/>
              <a:gd name="T5" fmla="*/ 0 h 1111"/>
              <a:gd name="T6" fmla="*/ 1050 w 1051"/>
              <a:gd name="T7" fmla="*/ 407 h 1111"/>
              <a:gd name="T8" fmla="*/ 525 w 1051"/>
              <a:gd name="T9" fmla="*/ 815 h 1111"/>
              <a:gd name="T10" fmla="*/ 525 w 1051"/>
              <a:gd name="T11" fmla="*/ 965 h 1111"/>
              <a:gd name="T12" fmla="*/ 955 w 1051"/>
              <a:gd name="T13" fmla="*/ 629 h 1111"/>
              <a:gd name="T14" fmla="*/ 1050 w 1051"/>
              <a:gd name="T15" fmla="*/ 702 h 1111"/>
              <a:gd name="T16" fmla="*/ 525 w 1051"/>
              <a:gd name="T17" fmla="*/ 1110 h 1111"/>
              <a:gd name="T18" fmla="*/ 0 w 1051"/>
              <a:gd name="T19" fmla="*/ 702 h 1111"/>
              <a:gd name="T20" fmla="*/ 96 w 1051"/>
              <a:gd name="T21" fmla="*/ 629 h 1111"/>
              <a:gd name="T22" fmla="*/ 525 w 1051"/>
              <a:gd name="T23" fmla="*/ 965 h 1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51" h="1111">
                <a:moveTo>
                  <a:pt x="525" y="815"/>
                </a:moveTo>
                <a:cubicBezTo>
                  <a:pt x="350" y="679"/>
                  <a:pt x="176" y="542"/>
                  <a:pt x="0" y="407"/>
                </a:cubicBezTo>
                <a:lnTo>
                  <a:pt x="525" y="0"/>
                </a:lnTo>
                <a:lnTo>
                  <a:pt x="1050" y="407"/>
                </a:lnTo>
                <a:cubicBezTo>
                  <a:pt x="875" y="542"/>
                  <a:pt x="700" y="679"/>
                  <a:pt x="525" y="815"/>
                </a:cubicBezTo>
                <a:close/>
                <a:moveTo>
                  <a:pt x="525" y="965"/>
                </a:moveTo>
                <a:lnTo>
                  <a:pt x="955" y="629"/>
                </a:lnTo>
                <a:lnTo>
                  <a:pt x="1050" y="702"/>
                </a:lnTo>
                <a:lnTo>
                  <a:pt x="525" y="1110"/>
                </a:lnTo>
                <a:lnTo>
                  <a:pt x="0" y="702"/>
                </a:lnTo>
                <a:lnTo>
                  <a:pt x="96" y="629"/>
                </a:lnTo>
                <a:lnTo>
                  <a:pt x="525" y="96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481887" y="4077494"/>
            <a:ext cx="419100" cy="422275"/>
          </a:xfrm>
          <a:custGeom>
            <a:avLst/>
            <a:gdLst>
              <a:gd name="T0" fmla="*/ 74 w 1166"/>
              <a:gd name="T1" fmla="*/ 0 h 1171"/>
              <a:gd name="T2" fmla="*/ 1165 w 1166"/>
              <a:gd name="T3" fmla="*/ 1093 h 1171"/>
              <a:gd name="T4" fmla="*/ 1091 w 1166"/>
              <a:gd name="T5" fmla="*/ 1167 h 1171"/>
              <a:gd name="T6" fmla="*/ 872 w 1166"/>
              <a:gd name="T7" fmla="*/ 946 h 1171"/>
              <a:gd name="T8" fmla="*/ 583 w 1166"/>
              <a:gd name="T9" fmla="*/ 1170 h 1171"/>
              <a:gd name="T10" fmla="*/ 58 w 1166"/>
              <a:gd name="T11" fmla="*/ 763 h 1171"/>
              <a:gd name="T12" fmla="*/ 153 w 1166"/>
              <a:gd name="T13" fmla="*/ 689 h 1171"/>
              <a:gd name="T14" fmla="*/ 583 w 1166"/>
              <a:gd name="T15" fmla="*/ 1025 h 1171"/>
              <a:gd name="T16" fmla="*/ 788 w 1166"/>
              <a:gd name="T17" fmla="*/ 864 h 1171"/>
              <a:gd name="T18" fmla="*/ 706 w 1166"/>
              <a:gd name="T19" fmla="*/ 782 h 1171"/>
              <a:gd name="T20" fmla="*/ 583 w 1166"/>
              <a:gd name="T21" fmla="*/ 875 h 1171"/>
              <a:gd name="T22" fmla="*/ 58 w 1166"/>
              <a:gd name="T23" fmla="*/ 467 h 1171"/>
              <a:gd name="T24" fmla="*/ 246 w 1166"/>
              <a:gd name="T25" fmla="*/ 320 h 1171"/>
              <a:gd name="T26" fmla="*/ 0 w 1166"/>
              <a:gd name="T27" fmla="*/ 74 h 1171"/>
              <a:gd name="T28" fmla="*/ 74 w 1166"/>
              <a:gd name="T29" fmla="*/ 0 h 1171"/>
              <a:gd name="T30" fmla="*/ 1108 w 1166"/>
              <a:gd name="T31" fmla="*/ 467 h 1171"/>
              <a:gd name="T32" fmla="*/ 872 w 1166"/>
              <a:gd name="T33" fmla="*/ 650 h 1171"/>
              <a:gd name="T34" fmla="*/ 413 w 1166"/>
              <a:gd name="T35" fmla="*/ 191 h 1171"/>
              <a:gd name="T36" fmla="*/ 583 w 1166"/>
              <a:gd name="T37" fmla="*/ 60 h 1171"/>
              <a:gd name="T38" fmla="*/ 1108 w 1166"/>
              <a:gd name="T39" fmla="*/ 467 h 1171"/>
              <a:gd name="T40" fmla="*/ 1039 w 1166"/>
              <a:gd name="T41" fmla="*/ 817 h 1171"/>
              <a:gd name="T42" fmla="*/ 955 w 1166"/>
              <a:gd name="T43" fmla="*/ 732 h 1171"/>
              <a:gd name="T44" fmla="*/ 1023 w 1166"/>
              <a:gd name="T45" fmla="*/ 680 h 1171"/>
              <a:gd name="T46" fmla="*/ 1108 w 1166"/>
              <a:gd name="T47" fmla="*/ 763 h 1171"/>
              <a:gd name="T48" fmla="*/ 1039 w 1166"/>
              <a:gd name="T49" fmla="*/ 817 h 1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66" h="1171">
                <a:moveTo>
                  <a:pt x="74" y="0"/>
                </a:moveTo>
                <a:lnTo>
                  <a:pt x="1165" y="1093"/>
                </a:lnTo>
                <a:lnTo>
                  <a:pt x="1091" y="1167"/>
                </a:lnTo>
                <a:lnTo>
                  <a:pt x="872" y="946"/>
                </a:lnTo>
                <a:lnTo>
                  <a:pt x="583" y="1170"/>
                </a:lnTo>
                <a:lnTo>
                  <a:pt x="58" y="763"/>
                </a:lnTo>
                <a:lnTo>
                  <a:pt x="153" y="689"/>
                </a:lnTo>
                <a:lnTo>
                  <a:pt x="583" y="1025"/>
                </a:lnTo>
                <a:lnTo>
                  <a:pt x="788" y="864"/>
                </a:lnTo>
                <a:lnTo>
                  <a:pt x="706" y="782"/>
                </a:lnTo>
                <a:lnTo>
                  <a:pt x="583" y="875"/>
                </a:lnTo>
                <a:cubicBezTo>
                  <a:pt x="408" y="739"/>
                  <a:pt x="233" y="603"/>
                  <a:pt x="58" y="467"/>
                </a:cubicBezTo>
                <a:lnTo>
                  <a:pt x="246" y="320"/>
                </a:lnTo>
                <a:lnTo>
                  <a:pt x="0" y="74"/>
                </a:lnTo>
                <a:lnTo>
                  <a:pt x="74" y="0"/>
                </a:lnTo>
                <a:close/>
                <a:moveTo>
                  <a:pt x="1108" y="467"/>
                </a:moveTo>
                <a:cubicBezTo>
                  <a:pt x="1029" y="528"/>
                  <a:pt x="951" y="589"/>
                  <a:pt x="872" y="650"/>
                </a:cubicBezTo>
                <a:lnTo>
                  <a:pt x="413" y="191"/>
                </a:lnTo>
                <a:lnTo>
                  <a:pt x="583" y="60"/>
                </a:lnTo>
                <a:lnTo>
                  <a:pt x="1108" y="467"/>
                </a:lnTo>
                <a:close/>
                <a:moveTo>
                  <a:pt x="1039" y="817"/>
                </a:moveTo>
                <a:lnTo>
                  <a:pt x="955" y="732"/>
                </a:lnTo>
                <a:lnTo>
                  <a:pt x="1023" y="680"/>
                </a:lnTo>
                <a:lnTo>
                  <a:pt x="1108" y="763"/>
                </a:lnTo>
                <a:lnTo>
                  <a:pt x="1039" y="8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624887" y="4163219"/>
            <a:ext cx="260350" cy="252412"/>
          </a:xfrm>
          <a:custGeom>
            <a:avLst/>
            <a:gdLst>
              <a:gd name="T0" fmla="*/ 607 w 725"/>
              <a:gd name="T1" fmla="*/ 0 h 701"/>
              <a:gd name="T2" fmla="*/ 724 w 725"/>
              <a:gd name="T3" fmla="*/ 0 h 701"/>
              <a:gd name="T4" fmla="*/ 724 w 725"/>
              <a:gd name="T5" fmla="*/ 700 h 701"/>
              <a:gd name="T6" fmla="*/ 607 w 725"/>
              <a:gd name="T7" fmla="*/ 700 h 701"/>
              <a:gd name="T8" fmla="*/ 607 w 725"/>
              <a:gd name="T9" fmla="*/ 0 h 701"/>
              <a:gd name="T10" fmla="*/ 0 w 725"/>
              <a:gd name="T11" fmla="*/ 82 h 701"/>
              <a:gd name="T12" fmla="*/ 82 w 725"/>
              <a:gd name="T13" fmla="*/ 0 h 701"/>
              <a:gd name="T14" fmla="*/ 432 w 725"/>
              <a:gd name="T15" fmla="*/ 350 h 701"/>
              <a:gd name="T16" fmla="*/ 82 w 725"/>
              <a:gd name="T17" fmla="*/ 700 h 701"/>
              <a:gd name="T18" fmla="*/ 0 w 725"/>
              <a:gd name="T19" fmla="*/ 618 h 701"/>
              <a:gd name="T20" fmla="*/ 268 w 725"/>
              <a:gd name="T21" fmla="*/ 350 h 701"/>
              <a:gd name="T22" fmla="*/ 0 w 725"/>
              <a:gd name="T23" fmla="*/ 82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5" h="701">
                <a:moveTo>
                  <a:pt x="607" y="0"/>
                </a:moveTo>
                <a:lnTo>
                  <a:pt x="724" y="0"/>
                </a:lnTo>
                <a:lnTo>
                  <a:pt x="724" y="700"/>
                </a:lnTo>
                <a:lnTo>
                  <a:pt x="607" y="700"/>
                </a:lnTo>
                <a:lnTo>
                  <a:pt x="607" y="0"/>
                </a:lnTo>
                <a:close/>
                <a:moveTo>
                  <a:pt x="0" y="82"/>
                </a:moveTo>
                <a:lnTo>
                  <a:pt x="82" y="0"/>
                </a:lnTo>
                <a:lnTo>
                  <a:pt x="432" y="350"/>
                </a:lnTo>
                <a:lnTo>
                  <a:pt x="82" y="700"/>
                </a:lnTo>
                <a:lnTo>
                  <a:pt x="0" y="618"/>
                </a:lnTo>
                <a:lnTo>
                  <a:pt x="268" y="350"/>
                </a:lnTo>
                <a:lnTo>
                  <a:pt x="0" y="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567864" y="4120356"/>
            <a:ext cx="504825" cy="336550"/>
          </a:xfrm>
          <a:custGeom>
            <a:avLst/>
            <a:gdLst>
              <a:gd name="T0" fmla="*/ 232 w 1401"/>
              <a:gd name="T1" fmla="*/ 118 h 936"/>
              <a:gd name="T2" fmla="*/ 232 w 1401"/>
              <a:gd name="T3" fmla="*/ 700 h 936"/>
              <a:gd name="T4" fmla="*/ 1167 w 1401"/>
              <a:gd name="T5" fmla="*/ 700 h 936"/>
              <a:gd name="T6" fmla="*/ 1167 w 1401"/>
              <a:gd name="T7" fmla="*/ 118 h 936"/>
              <a:gd name="T8" fmla="*/ 232 w 1401"/>
              <a:gd name="T9" fmla="*/ 118 h 936"/>
              <a:gd name="T10" fmla="*/ 1400 w 1401"/>
              <a:gd name="T11" fmla="*/ 818 h 936"/>
              <a:gd name="T12" fmla="*/ 1400 w 1401"/>
              <a:gd name="T13" fmla="*/ 935 h 936"/>
              <a:gd name="T14" fmla="*/ 0 w 1401"/>
              <a:gd name="T15" fmla="*/ 935 h 936"/>
              <a:gd name="T16" fmla="*/ 0 w 1401"/>
              <a:gd name="T17" fmla="*/ 818 h 936"/>
              <a:gd name="T18" fmla="*/ 232 w 1401"/>
              <a:gd name="T19" fmla="*/ 818 h 936"/>
              <a:gd name="T20" fmla="*/ 117 w 1401"/>
              <a:gd name="T21" fmla="*/ 700 h 936"/>
              <a:gd name="T22" fmla="*/ 117 w 1401"/>
              <a:gd name="T23" fmla="*/ 118 h 936"/>
              <a:gd name="T24" fmla="*/ 232 w 1401"/>
              <a:gd name="T25" fmla="*/ 0 h 936"/>
              <a:gd name="T26" fmla="*/ 1167 w 1401"/>
              <a:gd name="T27" fmla="*/ 0 h 936"/>
              <a:gd name="T28" fmla="*/ 1282 w 1401"/>
              <a:gd name="T29" fmla="*/ 118 h 936"/>
              <a:gd name="T30" fmla="*/ 1282 w 1401"/>
              <a:gd name="T31" fmla="*/ 700 h 936"/>
              <a:gd name="T32" fmla="*/ 1167 w 1401"/>
              <a:gd name="T33" fmla="*/ 818 h 936"/>
              <a:gd name="T34" fmla="*/ 1400 w 1401"/>
              <a:gd name="T35" fmla="*/ 818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01" h="936">
                <a:moveTo>
                  <a:pt x="232" y="118"/>
                </a:moveTo>
                <a:lnTo>
                  <a:pt x="232" y="700"/>
                </a:lnTo>
                <a:lnTo>
                  <a:pt x="1167" y="700"/>
                </a:lnTo>
                <a:lnTo>
                  <a:pt x="1167" y="118"/>
                </a:lnTo>
                <a:lnTo>
                  <a:pt x="232" y="118"/>
                </a:lnTo>
                <a:close/>
                <a:moveTo>
                  <a:pt x="1400" y="818"/>
                </a:moveTo>
                <a:lnTo>
                  <a:pt x="1400" y="935"/>
                </a:lnTo>
                <a:lnTo>
                  <a:pt x="0" y="935"/>
                </a:lnTo>
                <a:lnTo>
                  <a:pt x="0" y="818"/>
                </a:lnTo>
                <a:lnTo>
                  <a:pt x="232" y="818"/>
                </a:lnTo>
                <a:cubicBezTo>
                  <a:pt x="169" y="818"/>
                  <a:pt x="117" y="763"/>
                  <a:pt x="117" y="700"/>
                </a:cubicBezTo>
                <a:lnTo>
                  <a:pt x="117" y="118"/>
                </a:lnTo>
                <a:cubicBezTo>
                  <a:pt x="117" y="55"/>
                  <a:pt x="169" y="0"/>
                  <a:pt x="232" y="0"/>
                </a:cubicBezTo>
                <a:lnTo>
                  <a:pt x="1167" y="0"/>
                </a:lnTo>
                <a:cubicBezTo>
                  <a:pt x="1230" y="0"/>
                  <a:pt x="1282" y="55"/>
                  <a:pt x="1282" y="118"/>
                </a:cubicBezTo>
                <a:lnTo>
                  <a:pt x="1282" y="700"/>
                </a:lnTo>
                <a:cubicBezTo>
                  <a:pt x="1282" y="763"/>
                  <a:pt x="1230" y="818"/>
                  <a:pt x="1167" y="818"/>
                </a:cubicBezTo>
                <a:lnTo>
                  <a:pt x="1400" y="8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631489" y="4110833"/>
            <a:ext cx="504825" cy="357187"/>
          </a:xfrm>
          <a:custGeom>
            <a:avLst/>
            <a:gdLst>
              <a:gd name="T0" fmla="*/ 232 w 1401"/>
              <a:gd name="T1" fmla="*/ 117 h 993"/>
              <a:gd name="T2" fmla="*/ 232 w 1401"/>
              <a:gd name="T3" fmla="*/ 700 h 993"/>
              <a:gd name="T4" fmla="*/ 1168 w 1401"/>
              <a:gd name="T5" fmla="*/ 700 h 993"/>
              <a:gd name="T6" fmla="*/ 1168 w 1401"/>
              <a:gd name="T7" fmla="*/ 117 h 993"/>
              <a:gd name="T8" fmla="*/ 232 w 1401"/>
              <a:gd name="T9" fmla="*/ 117 h 993"/>
              <a:gd name="T10" fmla="*/ 1400 w 1401"/>
              <a:gd name="T11" fmla="*/ 874 h 993"/>
              <a:gd name="T12" fmla="*/ 1400 w 1401"/>
              <a:gd name="T13" fmla="*/ 992 h 993"/>
              <a:gd name="T14" fmla="*/ 0 w 1401"/>
              <a:gd name="T15" fmla="*/ 992 h 993"/>
              <a:gd name="T16" fmla="*/ 0 w 1401"/>
              <a:gd name="T17" fmla="*/ 874 h 993"/>
              <a:gd name="T18" fmla="*/ 232 w 1401"/>
              <a:gd name="T19" fmla="*/ 874 h 993"/>
              <a:gd name="T20" fmla="*/ 232 w 1401"/>
              <a:gd name="T21" fmla="*/ 817 h 993"/>
              <a:gd name="T22" fmla="*/ 118 w 1401"/>
              <a:gd name="T23" fmla="*/ 699 h 993"/>
              <a:gd name="T24" fmla="*/ 118 w 1401"/>
              <a:gd name="T25" fmla="*/ 117 h 993"/>
              <a:gd name="T26" fmla="*/ 232 w 1401"/>
              <a:gd name="T27" fmla="*/ 0 h 993"/>
              <a:gd name="T28" fmla="*/ 1168 w 1401"/>
              <a:gd name="T29" fmla="*/ 0 h 993"/>
              <a:gd name="T30" fmla="*/ 1282 w 1401"/>
              <a:gd name="T31" fmla="*/ 117 h 993"/>
              <a:gd name="T32" fmla="*/ 1282 w 1401"/>
              <a:gd name="T33" fmla="*/ 699 h 993"/>
              <a:gd name="T34" fmla="*/ 1168 w 1401"/>
              <a:gd name="T35" fmla="*/ 817 h 993"/>
              <a:gd name="T36" fmla="*/ 1168 w 1401"/>
              <a:gd name="T37" fmla="*/ 874 h 993"/>
              <a:gd name="T38" fmla="*/ 1400 w 1401"/>
              <a:gd name="T39" fmla="*/ 874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01" h="993">
                <a:moveTo>
                  <a:pt x="232" y="117"/>
                </a:moveTo>
                <a:lnTo>
                  <a:pt x="232" y="700"/>
                </a:lnTo>
                <a:lnTo>
                  <a:pt x="1168" y="700"/>
                </a:lnTo>
                <a:lnTo>
                  <a:pt x="1168" y="117"/>
                </a:lnTo>
                <a:lnTo>
                  <a:pt x="232" y="117"/>
                </a:lnTo>
                <a:close/>
                <a:moveTo>
                  <a:pt x="1400" y="874"/>
                </a:moveTo>
                <a:lnTo>
                  <a:pt x="1400" y="992"/>
                </a:lnTo>
                <a:lnTo>
                  <a:pt x="0" y="992"/>
                </a:lnTo>
                <a:lnTo>
                  <a:pt x="0" y="874"/>
                </a:lnTo>
                <a:lnTo>
                  <a:pt x="232" y="874"/>
                </a:lnTo>
                <a:lnTo>
                  <a:pt x="232" y="817"/>
                </a:lnTo>
                <a:cubicBezTo>
                  <a:pt x="170" y="817"/>
                  <a:pt x="118" y="762"/>
                  <a:pt x="118" y="699"/>
                </a:cubicBezTo>
                <a:lnTo>
                  <a:pt x="118" y="117"/>
                </a:lnTo>
                <a:cubicBezTo>
                  <a:pt x="118" y="54"/>
                  <a:pt x="170" y="0"/>
                  <a:pt x="232" y="0"/>
                </a:cubicBezTo>
                <a:lnTo>
                  <a:pt x="1168" y="0"/>
                </a:lnTo>
                <a:cubicBezTo>
                  <a:pt x="1230" y="0"/>
                  <a:pt x="1282" y="54"/>
                  <a:pt x="1282" y="117"/>
                </a:cubicBezTo>
                <a:lnTo>
                  <a:pt x="1282" y="699"/>
                </a:lnTo>
                <a:cubicBezTo>
                  <a:pt x="1282" y="762"/>
                  <a:pt x="1230" y="817"/>
                  <a:pt x="1168" y="817"/>
                </a:cubicBezTo>
                <a:lnTo>
                  <a:pt x="1168" y="874"/>
                </a:lnTo>
                <a:lnTo>
                  <a:pt x="1400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7" y="4950618"/>
            <a:ext cx="419100" cy="419100"/>
          </a:xfrm>
          <a:custGeom>
            <a:avLst/>
            <a:gdLst>
              <a:gd name="T0" fmla="*/ 115 w 1166"/>
              <a:gd name="T1" fmla="*/ 1050 h 1166"/>
              <a:gd name="T2" fmla="*/ 932 w 1166"/>
              <a:gd name="T3" fmla="*/ 1050 h 1166"/>
              <a:gd name="T4" fmla="*/ 932 w 1166"/>
              <a:gd name="T5" fmla="*/ 1165 h 1166"/>
              <a:gd name="T6" fmla="*/ 115 w 1166"/>
              <a:gd name="T7" fmla="*/ 1165 h 1166"/>
              <a:gd name="T8" fmla="*/ 0 w 1166"/>
              <a:gd name="T9" fmla="*/ 1050 h 1166"/>
              <a:gd name="T10" fmla="*/ 0 w 1166"/>
              <a:gd name="T11" fmla="*/ 232 h 1166"/>
              <a:gd name="T12" fmla="*/ 115 w 1166"/>
              <a:gd name="T13" fmla="*/ 232 h 1166"/>
              <a:gd name="T14" fmla="*/ 115 w 1166"/>
              <a:gd name="T15" fmla="*/ 1050 h 1166"/>
              <a:gd name="T16" fmla="*/ 932 w 1166"/>
              <a:gd name="T17" fmla="*/ 290 h 1166"/>
              <a:gd name="T18" fmla="*/ 932 w 1166"/>
              <a:gd name="T19" fmla="*/ 175 h 1166"/>
              <a:gd name="T20" fmla="*/ 700 w 1166"/>
              <a:gd name="T21" fmla="*/ 175 h 1166"/>
              <a:gd name="T22" fmla="*/ 700 w 1166"/>
              <a:gd name="T23" fmla="*/ 495 h 1166"/>
              <a:gd name="T24" fmla="*/ 612 w 1166"/>
              <a:gd name="T25" fmla="*/ 465 h 1166"/>
              <a:gd name="T26" fmla="*/ 465 w 1166"/>
              <a:gd name="T27" fmla="*/ 612 h 1166"/>
              <a:gd name="T28" fmla="*/ 612 w 1166"/>
              <a:gd name="T29" fmla="*/ 757 h 1166"/>
              <a:gd name="T30" fmla="*/ 757 w 1166"/>
              <a:gd name="T31" fmla="*/ 612 h 1166"/>
              <a:gd name="T32" fmla="*/ 757 w 1166"/>
              <a:gd name="T33" fmla="*/ 290 h 1166"/>
              <a:gd name="T34" fmla="*/ 932 w 1166"/>
              <a:gd name="T35" fmla="*/ 290 h 1166"/>
              <a:gd name="T36" fmla="*/ 1050 w 1166"/>
              <a:gd name="T37" fmla="*/ 0 h 1166"/>
              <a:gd name="T38" fmla="*/ 1165 w 1166"/>
              <a:gd name="T39" fmla="*/ 115 h 1166"/>
              <a:gd name="T40" fmla="*/ 1165 w 1166"/>
              <a:gd name="T41" fmla="*/ 815 h 1166"/>
              <a:gd name="T42" fmla="*/ 1050 w 1166"/>
              <a:gd name="T43" fmla="*/ 932 h 1166"/>
              <a:gd name="T44" fmla="*/ 350 w 1166"/>
              <a:gd name="T45" fmla="*/ 932 h 1166"/>
              <a:gd name="T46" fmla="*/ 232 w 1166"/>
              <a:gd name="T47" fmla="*/ 815 h 1166"/>
              <a:gd name="T48" fmla="*/ 232 w 1166"/>
              <a:gd name="T49" fmla="*/ 115 h 1166"/>
              <a:gd name="T50" fmla="*/ 350 w 1166"/>
              <a:gd name="T51" fmla="*/ 0 h 1166"/>
              <a:gd name="T52" fmla="*/ 1050 w 1166"/>
              <a:gd name="T5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166">
                <a:moveTo>
                  <a:pt x="115" y="1050"/>
                </a:moveTo>
                <a:lnTo>
                  <a:pt x="932" y="1050"/>
                </a:lnTo>
                <a:lnTo>
                  <a:pt x="932" y="1165"/>
                </a:ln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2"/>
                </a:lnTo>
                <a:lnTo>
                  <a:pt x="115" y="232"/>
                </a:lnTo>
                <a:lnTo>
                  <a:pt x="115" y="1050"/>
                </a:lnTo>
                <a:close/>
                <a:moveTo>
                  <a:pt x="932" y="290"/>
                </a:moveTo>
                <a:lnTo>
                  <a:pt x="932" y="175"/>
                </a:lnTo>
                <a:lnTo>
                  <a:pt x="700" y="175"/>
                </a:lnTo>
                <a:lnTo>
                  <a:pt x="700" y="495"/>
                </a:lnTo>
                <a:cubicBezTo>
                  <a:pt x="675" y="476"/>
                  <a:pt x="645" y="465"/>
                  <a:pt x="612" y="465"/>
                </a:cubicBezTo>
                <a:cubicBezTo>
                  <a:pt x="533" y="465"/>
                  <a:pt x="465" y="533"/>
                  <a:pt x="465" y="612"/>
                </a:cubicBezTo>
                <a:cubicBezTo>
                  <a:pt x="465" y="692"/>
                  <a:pt x="532" y="757"/>
                  <a:pt x="612" y="757"/>
                </a:cubicBezTo>
                <a:cubicBezTo>
                  <a:pt x="691" y="757"/>
                  <a:pt x="757" y="692"/>
                  <a:pt x="757" y="612"/>
                </a:cubicBezTo>
                <a:lnTo>
                  <a:pt x="757" y="290"/>
                </a:lnTo>
                <a:lnTo>
                  <a:pt x="932" y="290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2"/>
                  <a:pt x="1050" y="932"/>
                </a:cubicBezTo>
                <a:lnTo>
                  <a:pt x="350" y="932"/>
                </a:lnTo>
                <a:cubicBezTo>
                  <a:pt x="287" y="932"/>
                  <a:pt x="232" y="878"/>
                  <a:pt x="232" y="815"/>
                </a:cubicBezTo>
                <a:lnTo>
                  <a:pt x="232" y="115"/>
                </a:lnTo>
                <a:cubicBezTo>
                  <a:pt x="232" y="52"/>
                  <a:pt x="287" y="0"/>
                  <a:pt x="350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14549" y="4950618"/>
            <a:ext cx="463550" cy="419100"/>
          </a:xfrm>
          <a:custGeom>
            <a:avLst/>
            <a:gdLst>
              <a:gd name="T0" fmla="*/ 875 w 1286"/>
              <a:gd name="T1" fmla="*/ 700 h 1166"/>
              <a:gd name="T2" fmla="*/ 467 w 1286"/>
              <a:gd name="T3" fmla="*/ 932 h 1166"/>
              <a:gd name="T4" fmla="*/ 467 w 1286"/>
              <a:gd name="T5" fmla="*/ 465 h 1166"/>
              <a:gd name="T6" fmla="*/ 875 w 1286"/>
              <a:gd name="T7" fmla="*/ 700 h 1166"/>
              <a:gd name="T8" fmla="*/ 1167 w 1286"/>
              <a:gd name="T9" fmla="*/ 1050 h 1166"/>
              <a:gd name="T10" fmla="*/ 1167 w 1286"/>
              <a:gd name="T11" fmla="*/ 350 h 1166"/>
              <a:gd name="T12" fmla="*/ 117 w 1286"/>
              <a:gd name="T13" fmla="*/ 350 h 1166"/>
              <a:gd name="T14" fmla="*/ 117 w 1286"/>
              <a:gd name="T15" fmla="*/ 1050 h 1166"/>
              <a:gd name="T16" fmla="*/ 1167 w 1286"/>
              <a:gd name="T17" fmla="*/ 1050 h 1166"/>
              <a:gd name="T18" fmla="*/ 1285 w 1286"/>
              <a:gd name="T19" fmla="*/ 350 h 1166"/>
              <a:gd name="T20" fmla="*/ 1285 w 1286"/>
              <a:gd name="T21" fmla="*/ 1050 h 1166"/>
              <a:gd name="T22" fmla="*/ 1167 w 1286"/>
              <a:gd name="T23" fmla="*/ 1165 h 1166"/>
              <a:gd name="T24" fmla="*/ 117 w 1286"/>
              <a:gd name="T25" fmla="*/ 1165 h 1166"/>
              <a:gd name="T26" fmla="*/ 0 w 1286"/>
              <a:gd name="T27" fmla="*/ 1050 h 1166"/>
              <a:gd name="T28" fmla="*/ 0 w 1286"/>
              <a:gd name="T29" fmla="*/ 350 h 1166"/>
              <a:gd name="T30" fmla="*/ 117 w 1286"/>
              <a:gd name="T31" fmla="*/ 232 h 1166"/>
              <a:gd name="T32" fmla="*/ 560 w 1286"/>
              <a:gd name="T33" fmla="*/ 232 h 1166"/>
              <a:gd name="T34" fmla="*/ 369 w 1286"/>
              <a:gd name="T35" fmla="*/ 41 h 1166"/>
              <a:gd name="T36" fmla="*/ 410 w 1286"/>
              <a:gd name="T37" fmla="*/ 0 h 1166"/>
              <a:gd name="T38" fmla="*/ 642 w 1286"/>
              <a:gd name="T39" fmla="*/ 232 h 1166"/>
              <a:gd name="T40" fmla="*/ 875 w 1286"/>
              <a:gd name="T41" fmla="*/ 0 h 1166"/>
              <a:gd name="T42" fmla="*/ 916 w 1286"/>
              <a:gd name="T43" fmla="*/ 41 h 1166"/>
              <a:gd name="T44" fmla="*/ 724 w 1286"/>
              <a:gd name="T45" fmla="*/ 232 h 1166"/>
              <a:gd name="T46" fmla="*/ 1167 w 1286"/>
              <a:gd name="T47" fmla="*/ 232 h 1166"/>
              <a:gd name="T48" fmla="*/ 1285 w 1286"/>
              <a:gd name="T49" fmla="*/ 35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6" h="1166">
                <a:moveTo>
                  <a:pt x="875" y="700"/>
                </a:moveTo>
                <a:lnTo>
                  <a:pt x="467" y="932"/>
                </a:lnTo>
                <a:lnTo>
                  <a:pt x="467" y="465"/>
                </a:lnTo>
                <a:lnTo>
                  <a:pt x="875" y="700"/>
                </a:lnTo>
                <a:close/>
                <a:moveTo>
                  <a:pt x="1167" y="1050"/>
                </a:moveTo>
                <a:lnTo>
                  <a:pt x="1167" y="350"/>
                </a:lnTo>
                <a:lnTo>
                  <a:pt x="117" y="350"/>
                </a:lnTo>
                <a:lnTo>
                  <a:pt x="117" y="1050"/>
                </a:lnTo>
                <a:lnTo>
                  <a:pt x="1167" y="1050"/>
                </a:lnTo>
                <a:close/>
                <a:moveTo>
                  <a:pt x="1285" y="350"/>
                </a:moveTo>
                <a:lnTo>
                  <a:pt x="1285" y="1050"/>
                </a:lnTo>
                <a:cubicBezTo>
                  <a:pt x="1285" y="1113"/>
                  <a:pt x="1230" y="1165"/>
                  <a:pt x="1167" y="1165"/>
                </a:cubicBezTo>
                <a:lnTo>
                  <a:pt x="117" y="1165"/>
                </a:lnTo>
                <a:cubicBezTo>
                  <a:pt x="55" y="1165"/>
                  <a:pt x="0" y="1113"/>
                  <a:pt x="0" y="1050"/>
                </a:cubicBezTo>
                <a:lnTo>
                  <a:pt x="0" y="350"/>
                </a:lnTo>
                <a:cubicBezTo>
                  <a:pt x="0" y="284"/>
                  <a:pt x="55" y="232"/>
                  <a:pt x="117" y="232"/>
                </a:cubicBezTo>
                <a:lnTo>
                  <a:pt x="560" y="232"/>
                </a:lnTo>
                <a:lnTo>
                  <a:pt x="369" y="41"/>
                </a:lnTo>
                <a:lnTo>
                  <a:pt x="410" y="0"/>
                </a:lnTo>
                <a:lnTo>
                  <a:pt x="642" y="232"/>
                </a:lnTo>
                <a:lnTo>
                  <a:pt x="875" y="0"/>
                </a:lnTo>
                <a:lnTo>
                  <a:pt x="916" y="41"/>
                </a:lnTo>
                <a:lnTo>
                  <a:pt x="724" y="232"/>
                </a:lnTo>
                <a:lnTo>
                  <a:pt x="1167" y="232"/>
                </a:lnTo>
                <a:cubicBezTo>
                  <a:pt x="1230" y="232"/>
                  <a:pt x="1285" y="284"/>
                  <a:pt x="1285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236914" y="4939508"/>
            <a:ext cx="377825" cy="441325"/>
          </a:xfrm>
          <a:custGeom>
            <a:avLst/>
            <a:gdLst>
              <a:gd name="T0" fmla="*/ 703 w 1051"/>
              <a:gd name="T1" fmla="*/ 481 h 1226"/>
              <a:gd name="T2" fmla="*/ 758 w 1051"/>
              <a:gd name="T3" fmla="*/ 350 h 1226"/>
              <a:gd name="T4" fmla="*/ 525 w 1051"/>
              <a:gd name="T5" fmla="*/ 115 h 1226"/>
              <a:gd name="T6" fmla="*/ 293 w 1051"/>
              <a:gd name="T7" fmla="*/ 350 h 1226"/>
              <a:gd name="T8" fmla="*/ 408 w 1051"/>
              <a:gd name="T9" fmla="*/ 350 h 1226"/>
              <a:gd name="T10" fmla="*/ 525 w 1051"/>
              <a:gd name="T11" fmla="*/ 232 h 1226"/>
              <a:gd name="T12" fmla="*/ 643 w 1051"/>
              <a:gd name="T13" fmla="*/ 350 h 1226"/>
              <a:gd name="T14" fmla="*/ 607 w 1051"/>
              <a:gd name="T15" fmla="*/ 432 h 1226"/>
              <a:gd name="T16" fmla="*/ 536 w 1051"/>
              <a:gd name="T17" fmla="*/ 506 h 1226"/>
              <a:gd name="T18" fmla="*/ 468 w 1051"/>
              <a:gd name="T19" fmla="*/ 670 h 1226"/>
              <a:gd name="T20" fmla="*/ 468 w 1051"/>
              <a:gd name="T21" fmla="*/ 700 h 1226"/>
              <a:gd name="T22" fmla="*/ 583 w 1051"/>
              <a:gd name="T23" fmla="*/ 700 h 1226"/>
              <a:gd name="T24" fmla="*/ 651 w 1051"/>
              <a:gd name="T25" fmla="*/ 533 h 1226"/>
              <a:gd name="T26" fmla="*/ 703 w 1051"/>
              <a:gd name="T27" fmla="*/ 481 h 1226"/>
              <a:gd name="T28" fmla="*/ 583 w 1051"/>
              <a:gd name="T29" fmla="*/ 932 h 1226"/>
              <a:gd name="T30" fmla="*/ 583 w 1051"/>
              <a:gd name="T31" fmla="*/ 815 h 1226"/>
              <a:gd name="T32" fmla="*/ 468 w 1051"/>
              <a:gd name="T33" fmla="*/ 815 h 1226"/>
              <a:gd name="T34" fmla="*/ 468 w 1051"/>
              <a:gd name="T35" fmla="*/ 932 h 1226"/>
              <a:gd name="T36" fmla="*/ 583 w 1051"/>
              <a:gd name="T37" fmla="*/ 932 h 1226"/>
              <a:gd name="T38" fmla="*/ 933 w 1051"/>
              <a:gd name="T39" fmla="*/ 0 h 1226"/>
              <a:gd name="T40" fmla="*/ 1050 w 1051"/>
              <a:gd name="T41" fmla="*/ 115 h 1226"/>
              <a:gd name="T42" fmla="*/ 1050 w 1051"/>
              <a:gd name="T43" fmla="*/ 932 h 1226"/>
              <a:gd name="T44" fmla="*/ 933 w 1051"/>
              <a:gd name="T45" fmla="*/ 1050 h 1226"/>
              <a:gd name="T46" fmla="*/ 700 w 1051"/>
              <a:gd name="T47" fmla="*/ 1050 h 1226"/>
              <a:gd name="T48" fmla="*/ 525 w 1051"/>
              <a:gd name="T49" fmla="*/ 1225 h 1226"/>
              <a:gd name="T50" fmla="*/ 350 w 1051"/>
              <a:gd name="T51" fmla="*/ 1050 h 1226"/>
              <a:gd name="T52" fmla="*/ 118 w 1051"/>
              <a:gd name="T53" fmla="*/ 1050 h 1226"/>
              <a:gd name="T54" fmla="*/ 0 w 1051"/>
              <a:gd name="T55" fmla="*/ 932 h 1226"/>
              <a:gd name="T56" fmla="*/ 0 w 1051"/>
              <a:gd name="T57" fmla="*/ 115 h 1226"/>
              <a:gd name="T58" fmla="*/ 118 w 1051"/>
              <a:gd name="T59" fmla="*/ 0 h 1226"/>
              <a:gd name="T60" fmla="*/ 933 w 1051"/>
              <a:gd name="T61" fmla="*/ 0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51" h="1226">
                <a:moveTo>
                  <a:pt x="703" y="481"/>
                </a:moveTo>
                <a:cubicBezTo>
                  <a:pt x="736" y="448"/>
                  <a:pt x="758" y="402"/>
                  <a:pt x="758" y="350"/>
                </a:cubicBezTo>
                <a:cubicBezTo>
                  <a:pt x="758" y="221"/>
                  <a:pt x="653" y="115"/>
                  <a:pt x="525" y="115"/>
                </a:cubicBezTo>
                <a:cubicBezTo>
                  <a:pt x="396" y="115"/>
                  <a:pt x="293" y="221"/>
                  <a:pt x="293" y="350"/>
                </a:cubicBezTo>
                <a:lnTo>
                  <a:pt x="408" y="350"/>
                </a:lnTo>
                <a:cubicBezTo>
                  <a:pt x="408" y="287"/>
                  <a:pt x="463" y="232"/>
                  <a:pt x="525" y="232"/>
                </a:cubicBezTo>
                <a:cubicBezTo>
                  <a:pt x="588" y="232"/>
                  <a:pt x="643" y="287"/>
                  <a:pt x="643" y="350"/>
                </a:cubicBezTo>
                <a:cubicBezTo>
                  <a:pt x="643" y="383"/>
                  <a:pt x="629" y="410"/>
                  <a:pt x="607" y="432"/>
                </a:cubicBezTo>
                <a:lnTo>
                  <a:pt x="536" y="506"/>
                </a:lnTo>
                <a:cubicBezTo>
                  <a:pt x="495" y="550"/>
                  <a:pt x="468" y="607"/>
                  <a:pt x="468" y="670"/>
                </a:cubicBezTo>
                <a:lnTo>
                  <a:pt x="468" y="700"/>
                </a:lnTo>
                <a:lnTo>
                  <a:pt x="583" y="700"/>
                </a:lnTo>
                <a:cubicBezTo>
                  <a:pt x="583" y="612"/>
                  <a:pt x="610" y="577"/>
                  <a:pt x="651" y="533"/>
                </a:cubicBezTo>
                <a:lnTo>
                  <a:pt x="703" y="481"/>
                </a:lnTo>
                <a:close/>
                <a:moveTo>
                  <a:pt x="583" y="932"/>
                </a:moveTo>
                <a:lnTo>
                  <a:pt x="583" y="815"/>
                </a:lnTo>
                <a:lnTo>
                  <a:pt x="468" y="815"/>
                </a:lnTo>
                <a:lnTo>
                  <a:pt x="468" y="932"/>
                </a:lnTo>
                <a:lnTo>
                  <a:pt x="583" y="932"/>
                </a:lnTo>
                <a:close/>
                <a:moveTo>
                  <a:pt x="933" y="0"/>
                </a:moveTo>
                <a:cubicBezTo>
                  <a:pt x="996" y="0"/>
                  <a:pt x="1050" y="52"/>
                  <a:pt x="1050" y="115"/>
                </a:cubicBezTo>
                <a:lnTo>
                  <a:pt x="1050" y="932"/>
                </a:lnTo>
                <a:cubicBezTo>
                  <a:pt x="1050" y="995"/>
                  <a:pt x="996" y="1050"/>
                  <a:pt x="933" y="1050"/>
                </a:cubicBezTo>
                <a:lnTo>
                  <a:pt x="700" y="1050"/>
                </a:lnTo>
                <a:lnTo>
                  <a:pt x="525" y="1225"/>
                </a:lnTo>
                <a:lnTo>
                  <a:pt x="350" y="1050"/>
                </a:lnTo>
                <a:lnTo>
                  <a:pt x="118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5"/>
                </a:lnTo>
                <a:cubicBezTo>
                  <a:pt x="0" y="52"/>
                  <a:pt x="52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318001" y="5053808"/>
            <a:ext cx="377825" cy="211137"/>
          </a:xfrm>
          <a:custGeom>
            <a:avLst/>
            <a:gdLst>
              <a:gd name="T0" fmla="*/ 233 w 1051"/>
              <a:gd name="T1" fmla="*/ 0 h 586"/>
              <a:gd name="T2" fmla="*/ 1050 w 1051"/>
              <a:gd name="T3" fmla="*/ 0 h 586"/>
              <a:gd name="T4" fmla="*/ 1050 w 1051"/>
              <a:gd name="T5" fmla="*/ 117 h 586"/>
              <a:gd name="T6" fmla="*/ 233 w 1051"/>
              <a:gd name="T7" fmla="*/ 117 h 586"/>
              <a:gd name="T8" fmla="*/ 233 w 1051"/>
              <a:gd name="T9" fmla="*/ 0 h 586"/>
              <a:gd name="T10" fmla="*/ 233 w 1051"/>
              <a:gd name="T11" fmla="*/ 585 h 586"/>
              <a:gd name="T12" fmla="*/ 233 w 1051"/>
              <a:gd name="T13" fmla="*/ 467 h 586"/>
              <a:gd name="T14" fmla="*/ 1050 w 1051"/>
              <a:gd name="T15" fmla="*/ 467 h 586"/>
              <a:gd name="T16" fmla="*/ 1050 w 1051"/>
              <a:gd name="T17" fmla="*/ 585 h 586"/>
              <a:gd name="T18" fmla="*/ 233 w 1051"/>
              <a:gd name="T19" fmla="*/ 585 h 586"/>
              <a:gd name="T20" fmla="*/ 233 w 1051"/>
              <a:gd name="T21" fmla="*/ 350 h 586"/>
              <a:gd name="T22" fmla="*/ 233 w 1051"/>
              <a:gd name="T23" fmla="*/ 235 h 586"/>
              <a:gd name="T24" fmla="*/ 1050 w 1051"/>
              <a:gd name="T25" fmla="*/ 235 h 586"/>
              <a:gd name="T26" fmla="*/ 1050 w 1051"/>
              <a:gd name="T27" fmla="*/ 350 h 586"/>
              <a:gd name="T28" fmla="*/ 233 w 1051"/>
              <a:gd name="T29" fmla="*/ 350 h 586"/>
              <a:gd name="T30" fmla="*/ 0 w 1051"/>
              <a:gd name="T31" fmla="*/ 117 h 586"/>
              <a:gd name="T32" fmla="*/ 0 w 1051"/>
              <a:gd name="T33" fmla="*/ 0 h 586"/>
              <a:gd name="T34" fmla="*/ 118 w 1051"/>
              <a:gd name="T35" fmla="*/ 0 h 586"/>
              <a:gd name="T36" fmla="*/ 118 w 1051"/>
              <a:gd name="T37" fmla="*/ 117 h 586"/>
              <a:gd name="T38" fmla="*/ 0 w 1051"/>
              <a:gd name="T39" fmla="*/ 117 h 586"/>
              <a:gd name="T40" fmla="*/ 0 w 1051"/>
              <a:gd name="T41" fmla="*/ 585 h 586"/>
              <a:gd name="T42" fmla="*/ 0 w 1051"/>
              <a:gd name="T43" fmla="*/ 467 h 586"/>
              <a:gd name="T44" fmla="*/ 118 w 1051"/>
              <a:gd name="T45" fmla="*/ 467 h 586"/>
              <a:gd name="T46" fmla="*/ 118 w 1051"/>
              <a:gd name="T47" fmla="*/ 585 h 586"/>
              <a:gd name="T48" fmla="*/ 0 w 1051"/>
              <a:gd name="T49" fmla="*/ 585 h 586"/>
              <a:gd name="T50" fmla="*/ 0 w 1051"/>
              <a:gd name="T51" fmla="*/ 350 h 586"/>
              <a:gd name="T52" fmla="*/ 0 w 1051"/>
              <a:gd name="T53" fmla="*/ 235 h 586"/>
              <a:gd name="T54" fmla="*/ 118 w 1051"/>
              <a:gd name="T55" fmla="*/ 235 h 586"/>
              <a:gd name="T56" fmla="*/ 118 w 1051"/>
              <a:gd name="T57" fmla="*/ 350 h 586"/>
              <a:gd name="T58" fmla="*/ 0 w 1051"/>
              <a:gd name="T59" fmla="*/ 350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586">
                <a:moveTo>
                  <a:pt x="233" y="0"/>
                </a:moveTo>
                <a:lnTo>
                  <a:pt x="1050" y="0"/>
                </a:lnTo>
                <a:lnTo>
                  <a:pt x="1050" y="117"/>
                </a:lnTo>
                <a:lnTo>
                  <a:pt x="233" y="117"/>
                </a:lnTo>
                <a:lnTo>
                  <a:pt x="233" y="0"/>
                </a:lnTo>
                <a:close/>
                <a:moveTo>
                  <a:pt x="233" y="585"/>
                </a:moveTo>
                <a:lnTo>
                  <a:pt x="233" y="467"/>
                </a:lnTo>
                <a:lnTo>
                  <a:pt x="1050" y="467"/>
                </a:lnTo>
                <a:lnTo>
                  <a:pt x="1050" y="585"/>
                </a:lnTo>
                <a:lnTo>
                  <a:pt x="233" y="585"/>
                </a:lnTo>
                <a:close/>
                <a:moveTo>
                  <a:pt x="233" y="350"/>
                </a:moveTo>
                <a:lnTo>
                  <a:pt x="233" y="235"/>
                </a:lnTo>
                <a:lnTo>
                  <a:pt x="1050" y="235"/>
                </a:lnTo>
                <a:lnTo>
                  <a:pt x="1050" y="350"/>
                </a:lnTo>
                <a:lnTo>
                  <a:pt x="233" y="350"/>
                </a:lnTo>
                <a:close/>
                <a:moveTo>
                  <a:pt x="0" y="117"/>
                </a:moveTo>
                <a:lnTo>
                  <a:pt x="0" y="0"/>
                </a:lnTo>
                <a:lnTo>
                  <a:pt x="118" y="0"/>
                </a:lnTo>
                <a:lnTo>
                  <a:pt x="118" y="117"/>
                </a:lnTo>
                <a:lnTo>
                  <a:pt x="0" y="117"/>
                </a:lnTo>
                <a:close/>
                <a:moveTo>
                  <a:pt x="0" y="585"/>
                </a:moveTo>
                <a:lnTo>
                  <a:pt x="0" y="467"/>
                </a:lnTo>
                <a:lnTo>
                  <a:pt x="118" y="467"/>
                </a:lnTo>
                <a:lnTo>
                  <a:pt x="118" y="585"/>
                </a:lnTo>
                <a:lnTo>
                  <a:pt x="0" y="585"/>
                </a:lnTo>
                <a:close/>
                <a:moveTo>
                  <a:pt x="0" y="350"/>
                </a:moveTo>
                <a:lnTo>
                  <a:pt x="0" y="235"/>
                </a:lnTo>
                <a:lnTo>
                  <a:pt x="118" y="235"/>
                </a:lnTo>
                <a:lnTo>
                  <a:pt x="118" y="350"/>
                </a:lnTo>
                <a:lnTo>
                  <a:pt x="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76862" y="4950618"/>
            <a:ext cx="419100" cy="419100"/>
          </a:xfrm>
          <a:custGeom>
            <a:avLst/>
            <a:gdLst>
              <a:gd name="T0" fmla="*/ 815 w 1166"/>
              <a:gd name="T1" fmla="*/ 232 h 1166"/>
              <a:gd name="T2" fmla="*/ 815 w 1166"/>
              <a:gd name="T3" fmla="*/ 156 h 1166"/>
              <a:gd name="T4" fmla="*/ 1009 w 1166"/>
              <a:gd name="T5" fmla="*/ 350 h 1166"/>
              <a:gd name="T6" fmla="*/ 932 w 1166"/>
              <a:gd name="T7" fmla="*/ 350 h 1166"/>
              <a:gd name="T8" fmla="*/ 815 w 1166"/>
              <a:gd name="T9" fmla="*/ 232 h 1166"/>
              <a:gd name="T10" fmla="*/ 582 w 1166"/>
              <a:gd name="T11" fmla="*/ 990 h 1166"/>
              <a:gd name="T12" fmla="*/ 875 w 1166"/>
              <a:gd name="T13" fmla="*/ 700 h 1166"/>
              <a:gd name="T14" fmla="*/ 582 w 1166"/>
              <a:gd name="T15" fmla="*/ 407 h 1166"/>
              <a:gd name="T16" fmla="*/ 290 w 1166"/>
              <a:gd name="T17" fmla="*/ 700 h 1166"/>
              <a:gd name="T18" fmla="*/ 582 w 1166"/>
              <a:gd name="T19" fmla="*/ 990 h 1166"/>
              <a:gd name="T20" fmla="*/ 1165 w 1166"/>
              <a:gd name="T21" fmla="*/ 407 h 1166"/>
              <a:gd name="T22" fmla="*/ 1165 w 1166"/>
              <a:gd name="T23" fmla="*/ 1050 h 1166"/>
              <a:gd name="T24" fmla="*/ 1050 w 1166"/>
              <a:gd name="T25" fmla="*/ 1165 h 1166"/>
              <a:gd name="T26" fmla="*/ 115 w 1166"/>
              <a:gd name="T27" fmla="*/ 1165 h 1166"/>
              <a:gd name="T28" fmla="*/ 0 w 1166"/>
              <a:gd name="T29" fmla="*/ 1050 h 1166"/>
              <a:gd name="T30" fmla="*/ 0 w 1166"/>
              <a:gd name="T31" fmla="*/ 350 h 1166"/>
              <a:gd name="T32" fmla="*/ 115 w 1166"/>
              <a:gd name="T33" fmla="*/ 232 h 1166"/>
              <a:gd name="T34" fmla="*/ 301 w 1166"/>
              <a:gd name="T35" fmla="*/ 232 h 1166"/>
              <a:gd name="T36" fmla="*/ 407 w 1166"/>
              <a:gd name="T37" fmla="*/ 115 h 1166"/>
              <a:gd name="T38" fmla="*/ 757 w 1166"/>
              <a:gd name="T39" fmla="*/ 115 h 1166"/>
              <a:gd name="T40" fmla="*/ 757 w 1166"/>
              <a:gd name="T41" fmla="*/ 290 h 1166"/>
              <a:gd name="T42" fmla="*/ 875 w 1166"/>
              <a:gd name="T43" fmla="*/ 407 h 1166"/>
              <a:gd name="T44" fmla="*/ 1165 w 1166"/>
              <a:gd name="T45" fmla="*/ 407 h 1166"/>
              <a:gd name="T46" fmla="*/ 815 w 1166"/>
              <a:gd name="T47" fmla="*/ 77 h 1166"/>
              <a:gd name="T48" fmla="*/ 815 w 1166"/>
              <a:gd name="T49" fmla="*/ 0 h 1166"/>
              <a:gd name="T50" fmla="*/ 1165 w 1166"/>
              <a:gd name="T51" fmla="*/ 350 h 1166"/>
              <a:gd name="T52" fmla="*/ 1088 w 1166"/>
              <a:gd name="T53" fmla="*/ 350 h 1166"/>
              <a:gd name="T54" fmla="*/ 815 w 1166"/>
              <a:gd name="T55" fmla="*/ 77 h 1166"/>
              <a:gd name="T56" fmla="*/ 397 w 1166"/>
              <a:gd name="T57" fmla="*/ 700 h 1166"/>
              <a:gd name="T58" fmla="*/ 582 w 1166"/>
              <a:gd name="T59" fmla="*/ 511 h 1166"/>
              <a:gd name="T60" fmla="*/ 768 w 1166"/>
              <a:gd name="T61" fmla="*/ 700 h 1166"/>
              <a:gd name="T62" fmla="*/ 582 w 1166"/>
              <a:gd name="T63" fmla="*/ 886 h 1166"/>
              <a:gd name="T64" fmla="*/ 397 w 1166"/>
              <a:gd name="T65" fmla="*/ 70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6" h="1166">
                <a:moveTo>
                  <a:pt x="815" y="232"/>
                </a:moveTo>
                <a:lnTo>
                  <a:pt x="815" y="156"/>
                </a:lnTo>
                <a:cubicBezTo>
                  <a:pt x="922" y="156"/>
                  <a:pt x="1009" y="243"/>
                  <a:pt x="1009" y="350"/>
                </a:cubicBezTo>
                <a:lnTo>
                  <a:pt x="932" y="350"/>
                </a:lnTo>
                <a:cubicBezTo>
                  <a:pt x="932" y="284"/>
                  <a:pt x="881" y="232"/>
                  <a:pt x="815" y="232"/>
                </a:cubicBezTo>
                <a:close/>
                <a:moveTo>
                  <a:pt x="582" y="990"/>
                </a:moveTo>
                <a:cubicBezTo>
                  <a:pt x="744" y="990"/>
                  <a:pt x="875" y="861"/>
                  <a:pt x="875" y="700"/>
                </a:cubicBezTo>
                <a:cubicBezTo>
                  <a:pt x="875" y="539"/>
                  <a:pt x="743" y="407"/>
                  <a:pt x="582" y="407"/>
                </a:cubicBezTo>
                <a:cubicBezTo>
                  <a:pt x="420" y="407"/>
                  <a:pt x="290" y="539"/>
                  <a:pt x="290" y="700"/>
                </a:cubicBezTo>
                <a:cubicBezTo>
                  <a:pt x="290" y="861"/>
                  <a:pt x="421" y="990"/>
                  <a:pt x="582" y="990"/>
                </a:cubicBezTo>
                <a:close/>
                <a:moveTo>
                  <a:pt x="1165" y="407"/>
                </a:moveTo>
                <a:lnTo>
                  <a:pt x="1165" y="1050"/>
                </a:lnTo>
                <a:cubicBezTo>
                  <a:pt x="1165" y="1113"/>
                  <a:pt x="1113" y="1165"/>
                  <a:pt x="1050" y="1165"/>
                </a:cubicBez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01" y="232"/>
                </a:lnTo>
                <a:lnTo>
                  <a:pt x="407" y="115"/>
                </a:lnTo>
                <a:lnTo>
                  <a:pt x="757" y="115"/>
                </a:lnTo>
                <a:lnTo>
                  <a:pt x="757" y="290"/>
                </a:lnTo>
                <a:cubicBezTo>
                  <a:pt x="823" y="290"/>
                  <a:pt x="875" y="342"/>
                  <a:pt x="875" y="407"/>
                </a:cubicBezTo>
                <a:lnTo>
                  <a:pt x="1165" y="407"/>
                </a:lnTo>
                <a:close/>
                <a:moveTo>
                  <a:pt x="815" y="77"/>
                </a:moveTo>
                <a:lnTo>
                  <a:pt x="815" y="0"/>
                </a:lnTo>
                <a:cubicBezTo>
                  <a:pt x="1009" y="0"/>
                  <a:pt x="1165" y="156"/>
                  <a:pt x="1165" y="350"/>
                </a:cubicBezTo>
                <a:lnTo>
                  <a:pt x="1088" y="350"/>
                </a:lnTo>
                <a:cubicBezTo>
                  <a:pt x="1088" y="200"/>
                  <a:pt x="965" y="77"/>
                  <a:pt x="815" y="77"/>
                </a:cubicBezTo>
                <a:close/>
                <a:moveTo>
                  <a:pt x="397" y="700"/>
                </a:moveTo>
                <a:cubicBezTo>
                  <a:pt x="397" y="596"/>
                  <a:pt x="478" y="511"/>
                  <a:pt x="582" y="511"/>
                </a:cubicBezTo>
                <a:cubicBezTo>
                  <a:pt x="685" y="511"/>
                  <a:pt x="768" y="596"/>
                  <a:pt x="768" y="700"/>
                </a:cubicBezTo>
                <a:cubicBezTo>
                  <a:pt x="768" y="804"/>
                  <a:pt x="685" y="886"/>
                  <a:pt x="582" y="886"/>
                </a:cubicBezTo>
                <a:cubicBezTo>
                  <a:pt x="478" y="886"/>
                  <a:pt x="397" y="804"/>
                  <a:pt x="397" y="70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57949" y="5053808"/>
            <a:ext cx="419100" cy="211137"/>
          </a:xfrm>
          <a:custGeom>
            <a:avLst/>
            <a:gdLst>
              <a:gd name="T0" fmla="*/ 875 w 1166"/>
              <a:gd name="T1" fmla="*/ 0 h 586"/>
              <a:gd name="T2" fmla="*/ 1165 w 1166"/>
              <a:gd name="T3" fmla="*/ 292 h 586"/>
              <a:gd name="T4" fmla="*/ 875 w 1166"/>
              <a:gd name="T5" fmla="*/ 585 h 586"/>
              <a:gd name="T6" fmla="*/ 640 w 1166"/>
              <a:gd name="T7" fmla="*/ 585 h 586"/>
              <a:gd name="T8" fmla="*/ 640 w 1166"/>
              <a:gd name="T9" fmla="*/ 473 h 586"/>
              <a:gd name="T10" fmla="*/ 875 w 1166"/>
              <a:gd name="T11" fmla="*/ 473 h 586"/>
              <a:gd name="T12" fmla="*/ 1056 w 1166"/>
              <a:gd name="T13" fmla="*/ 292 h 586"/>
              <a:gd name="T14" fmla="*/ 875 w 1166"/>
              <a:gd name="T15" fmla="*/ 112 h 586"/>
              <a:gd name="T16" fmla="*/ 640 w 1166"/>
              <a:gd name="T17" fmla="*/ 112 h 586"/>
              <a:gd name="T18" fmla="*/ 640 w 1166"/>
              <a:gd name="T19" fmla="*/ 0 h 586"/>
              <a:gd name="T20" fmla="*/ 875 w 1166"/>
              <a:gd name="T21" fmla="*/ 0 h 586"/>
              <a:gd name="T22" fmla="*/ 350 w 1166"/>
              <a:gd name="T23" fmla="*/ 350 h 586"/>
              <a:gd name="T24" fmla="*/ 350 w 1166"/>
              <a:gd name="T25" fmla="*/ 235 h 586"/>
              <a:gd name="T26" fmla="*/ 815 w 1166"/>
              <a:gd name="T27" fmla="*/ 235 h 586"/>
              <a:gd name="T28" fmla="*/ 815 w 1166"/>
              <a:gd name="T29" fmla="*/ 350 h 586"/>
              <a:gd name="T30" fmla="*/ 350 w 1166"/>
              <a:gd name="T31" fmla="*/ 350 h 586"/>
              <a:gd name="T32" fmla="*/ 109 w 1166"/>
              <a:gd name="T33" fmla="*/ 292 h 586"/>
              <a:gd name="T34" fmla="*/ 290 w 1166"/>
              <a:gd name="T35" fmla="*/ 473 h 586"/>
              <a:gd name="T36" fmla="*/ 525 w 1166"/>
              <a:gd name="T37" fmla="*/ 473 h 586"/>
              <a:gd name="T38" fmla="*/ 525 w 1166"/>
              <a:gd name="T39" fmla="*/ 585 h 586"/>
              <a:gd name="T40" fmla="*/ 290 w 1166"/>
              <a:gd name="T41" fmla="*/ 585 h 586"/>
              <a:gd name="T42" fmla="*/ 0 w 1166"/>
              <a:gd name="T43" fmla="*/ 292 h 586"/>
              <a:gd name="T44" fmla="*/ 290 w 1166"/>
              <a:gd name="T45" fmla="*/ 0 h 586"/>
              <a:gd name="T46" fmla="*/ 525 w 1166"/>
              <a:gd name="T47" fmla="*/ 0 h 586"/>
              <a:gd name="T48" fmla="*/ 525 w 1166"/>
              <a:gd name="T49" fmla="*/ 112 h 586"/>
              <a:gd name="T50" fmla="*/ 290 w 1166"/>
              <a:gd name="T51" fmla="*/ 112 h 586"/>
              <a:gd name="T52" fmla="*/ 109 w 1166"/>
              <a:gd name="T53" fmla="*/ 292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586">
                <a:moveTo>
                  <a:pt x="875" y="0"/>
                </a:moveTo>
                <a:cubicBezTo>
                  <a:pt x="1036" y="0"/>
                  <a:pt x="1165" y="131"/>
                  <a:pt x="1165" y="292"/>
                </a:cubicBezTo>
                <a:cubicBezTo>
                  <a:pt x="1165" y="454"/>
                  <a:pt x="1036" y="585"/>
                  <a:pt x="875" y="585"/>
                </a:cubicBezTo>
                <a:lnTo>
                  <a:pt x="640" y="585"/>
                </a:lnTo>
                <a:lnTo>
                  <a:pt x="640" y="473"/>
                </a:lnTo>
                <a:lnTo>
                  <a:pt x="875" y="473"/>
                </a:lnTo>
                <a:cubicBezTo>
                  <a:pt x="974" y="473"/>
                  <a:pt x="1056" y="391"/>
                  <a:pt x="1056" y="292"/>
                </a:cubicBezTo>
                <a:cubicBezTo>
                  <a:pt x="1056" y="194"/>
                  <a:pt x="974" y="112"/>
                  <a:pt x="875" y="112"/>
                </a:cubicBezTo>
                <a:lnTo>
                  <a:pt x="640" y="112"/>
                </a:lnTo>
                <a:lnTo>
                  <a:pt x="640" y="0"/>
                </a:lnTo>
                <a:lnTo>
                  <a:pt x="875" y="0"/>
                </a:lnTo>
                <a:close/>
                <a:moveTo>
                  <a:pt x="350" y="350"/>
                </a:moveTo>
                <a:lnTo>
                  <a:pt x="350" y="235"/>
                </a:lnTo>
                <a:lnTo>
                  <a:pt x="815" y="235"/>
                </a:lnTo>
                <a:lnTo>
                  <a:pt x="815" y="350"/>
                </a:lnTo>
                <a:lnTo>
                  <a:pt x="350" y="350"/>
                </a:lnTo>
                <a:close/>
                <a:moveTo>
                  <a:pt x="109" y="292"/>
                </a:moveTo>
                <a:cubicBezTo>
                  <a:pt x="109" y="391"/>
                  <a:pt x="192" y="473"/>
                  <a:pt x="290" y="473"/>
                </a:cubicBezTo>
                <a:lnTo>
                  <a:pt x="525" y="473"/>
                </a:lnTo>
                <a:lnTo>
                  <a:pt x="525" y="585"/>
                </a:lnTo>
                <a:lnTo>
                  <a:pt x="290" y="585"/>
                </a:lnTo>
                <a:cubicBezTo>
                  <a:pt x="129" y="585"/>
                  <a:pt x="0" y="454"/>
                  <a:pt x="0" y="292"/>
                </a:cubicBezTo>
                <a:cubicBezTo>
                  <a:pt x="0" y="131"/>
                  <a:pt x="129" y="0"/>
                  <a:pt x="290" y="0"/>
                </a:cubicBezTo>
                <a:lnTo>
                  <a:pt x="525" y="0"/>
                </a:lnTo>
                <a:lnTo>
                  <a:pt x="525" y="112"/>
                </a:lnTo>
                <a:lnTo>
                  <a:pt x="290" y="112"/>
                </a:lnTo>
                <a:cubicBezTo>
                  <a:pt x="192" y="112"/>
                  <a:pt x="109" y="194"/>
                  <a:pt x="109" y="29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37449" y="5107783"/>
            <a:ext cx="419100" cy="104775"/>
          </a:xfrm>
          <a:custGeom>
            <a:avLst/>
            <a:gdLst>
              <a:gd name="T0" fmla="*/ 1020 w 1166"/>
              <a:gd name="T1" fmla="*/ 0 h 290"/>
              <a:gd name="T2" fmla="*/ 1165 w 1166"/>
              <a:gd name="T3" fmla="*/ 144 h 290"/>
              <a:gd name="T4" fmla="*/ 1020 w 1166"/>
              <a:gd name="T5" fmla="*/ 289 h 290"/>
              <a:gd name="T6" fmla="*/ 886 w 1166"/>
              <a:gd name="T7" fmla="*/ 202 h 290"/>
              <a:gd name="T8" fmla="*/ 717 w 1166"/>
              <a:gd name="T9" fmla="*/ 202 h 290"/>
              <a:gd name="T10" fmla="*/ 583 w 1166"/>
              <a:gd name="T11" fmla="*/ 289 h 290"/>
              <a:gd name="T12" fmla="*/ 449 w 1166"/>
              <a:gd name="T13" fmla="*/ 202 h 290"/>
              <a:gd name="T14" fmla="*/ 279 w 1166"/>
              <a:gd name="T15" fmla="*/ 202 h 290"/>
              <a:gd name="T16" fmla="*/ 145 w 1166"/>
              <a:gd name="T17" fmla="*/ 289 h 290"/>
              <a:gd name="T18" fmla="*/ 0 w 1166"/>
              <a:gd name="T19" fmla="*/ 144 h 290"/>
              <a:gd name="T20" fmla="*/ 145 w 1166"/>
              <a:gd name="T21" fmla="*/ 0 h 290"/>
              <a:gd name="T22" fmla="*/ 279 w 1166"/>
              <a:gd name="T23" fmla="*/ 87 h 290"/>
              <a:gd name="T24" fmla="*/ 449 w 1166"/>
              <a:gd name="T25" fmla="*/ 87 h 290"/>
              <a:gd name="T26" fmla="*/ 583 w 1166"/>
              <a:gd name="T27" fmla="*/ 0 h 290"/>
              <a:gd name="T28" fmla="*/ 717 w 1166"/>
              <a:gd name="T29" fmla="*/ 87 h 290"/>
              <a:gd name="T30" fmla="*/ 886 w 1166"/>
              <a:gd name="T31" fmla="*/ 87 h 290"/>
              <a:gd name="T32" fmla="*/ 1020 w 1166"/>
              <a:gd name="T3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6" h="290">
                <a:moveTo>
                  <a:pt x="1020" y="0"/>
                </a:moveTo>
                <a:cubicBezTo>
                  <a:pt x="1099" y="0"/>
                  <a:pt x="1165" y="65"/>
                  <a:pt x="1165" y="144"/>
                </a:cubicBezTo>
                <a:cubicBezTo>
                  <a:pt x="1165" y="224"/>
                  <a:pt x="1099" y="289"/>
                  <a:pt x="1020" y="289"/>
                </a:cubicBezTo>
                <a:cubicBezTo>
                  <a:pt x="960" y="289"/>
                  <a:pt x="908" y="254"/>
                  <a:pt x="886" y="202"/>
                </a:cubicBezTo>
                <a:lnTo>
                  <a:pt x="717" y="202"/>
                </a:lnTo>
                <a:cubicBezTo>
                  <a:pt x="695" y="254"/>
                  <a:pt x="644" y="289"/>
                  <a:pt x="583" y="289"/>
                </a:cubicBezTo>
                <a:cubicBezTo>
                  <a:pt x="523" y="289"/>
                  <a:pt x="470" y="254"/>
                  <a:pt x="449" y="202"/>
                </a:cubicBezTo>
                <a:lnTo>
                  <a:pt x="279" y="202"/>
                </a:lnTo>
                <a:cubicBezTo>
                  <a:pt x="257" y="254"/>
                  <a:pt x="205" y="289"/>
                  <a:pt x="145" y="289"/>
                </a:cubicBezTo>
                <a:cubicBezTo>
                  <a:pt x="66" y="289"/>
                  <a:pt x="0" y="224"/>
                  <a:pt x="0" y="144"/>
                </a:cubicBezTo>
                <a:cubicBezTo>
                  <a:pt x="0" y="65"/>
                  <a:pt x="66" y="0"/>
                  <a:pt x="145" y="0"/>
                </a:cubicBezTo>
                <a:cubicBezTo>
                  <a:pt x="205" y="0"/>
                  <a:pt x="257" y="35"/>
                  <a:pt x="279" y="87"/>
                </a:cubicBezTo>
                <a:lnTo>
                  <a:pt x="449" y="87"/>
                </a:lnTo>
                <a:cubicBezTo>
                  <a:pt x="470" y="35"/>
                  <a:pt x="523" y="0"/>
                  <a:pt x="583" y="0"/>
                </a:cubicBezTo>
                <a:cubicBezTo>
                  <a:pt x="644" y="0"/>
                  <a:pt x="695" y="35"/>
                  <a:pt x="717" y="87"/>
                </a:cubicBezTo>
                <a:lnTo>
                  <a:pt x="886" y="87"/>
                </a:lnTo>
                <a:cubicBezTo>
                  <a:pt x="908" y="35"/>
                  <a:pt x="960" y="0"/>
                  <a:pt x="1020" y="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639176" y="4991893"/>
            <a:ext cx="377825" cy="336550"/>
          </a:xfrm>
          <a:custGeom>
            <a:avLst/>
            <a:gdLst>
              <a:gd name="T0" fmla="*/ 0 w 1051"/>
              <a:gd name="T1" fmla="*/ 0 h 936"/>
              <a:gd name="T2" fmla="*/ 1050 w 1051"/>
              <a:gd name="T3" fmla="*/ 0 h 936"/>
              <a:gd name="T4" fmla="*/ 1050 w 1051"/>
              <a:gd name="T5" fmla="*/ 235 h 936"/>
              <a:gd name="T6" fmla="*/ 0 w 1051"/>
              <a:gd name="T7" fmla="*/ 235 h 936"/>
              <a:gd name="T8" fmla="*/ 0 w 1051"/>
              <a:gd name="T9" fmla="*/ 0 h 936"/>
              <a:gd name="T10" fmla="*/ 0 w 1051"/>
              <a:gd name="T11" fmla="*/ 525 h 936"/>
              <a:gd name="T12" fmla="*/ 0 w 1051"/>
              <a:gd name="T13" fmla="*/ 350 h 936"/>
              <a:gd name="T14" fmla="*/ 1050 w 1051"/>
              <a:gd name="T15" fmla="*/ 350 h 936"/>
              <a:gd name="T16" fmla="*/ 1050 w 1051"/>
              <a:gd name="T17" fmla="*/ 525 h 936"/>
              <a:gd name="T18" fmla="*/ 0 w 1051"/>
              <a:gd name="T19" fmla="*/ 525 h 936"/>
              <a:gd name="T20" fmla="*/ 0 w 1051"/>
              <a:gd name="T21" fmla="*/ 935 h 936"/>
              <a:gd name="T22" fmla="*/ 0 w 1051"/>
              <a:gd name="T23" fmla="*/ 875 h 936"/>
              <a:gd name="T24" fmla="*/ 1050 w 1051"/>
              <a:gd name="T25" fmla="*/ 875 h 936"/>
              <a:gd name="T26" fmla="*/ 1050 w 1051"/>
              <a:gd name="T27" fmla="*/ 935 h 936"/>
              <a:gd name="T28" fmla="*/ 0 w 1051"/>
              <a:gd name="T29" fmla="*/ 935 h 936"/>
              <a:gd name="T30" fmla="*/ 0 w 1051"/>
              <a:gd name="T31" fmla="*/ 760 h 936"/>
              <a:gd name="T32" fmla="*/ 0 w 1051"/>
              <a:gd name="T33" fmla="*/ 642 h 936"/>
              <a:gd name="T34" fmla="*/ 1050 w 1051"/>
              <a:gd name="T35" fmla="*/ 642 h 936"/>
              <a:gd name="T36" fmla="*/ 1050 w 1051"/>
              <a:gd name="T37" fmla="*/ 760 h 936"/>
              <a:gd name="T38" fmla="*/ 0 w 1051"/>
              <a:gd name="T39" fmla="*/ 76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1" h="936">
                <a:moveTo>
                  <a:pt x="0" y="0"/>
                </a:moveTo>
                <a:lnTo>
                  <a:pt x="1050" y="0"/>
                </a:lnTo>
                <a:lnTo>
                  <a:pt x="1050" y="235"/>
                </a:lnTo>
                <a:lnTo>
                  <a:pt x="0" y="235"/>
                </a:lnTo>
                <a:lnTo>
                  <a:pt x="0" y="0"/>
                </a:lnTo>
                <a:close/>
                <a:moveTo>
                  <a:pt x="0" y="525"/>
                </a:moveTo>
                <a:lnTo>
                  <a:pt x="0" y="350"/>
                </a:lnTo>
                <a:lnTo>
                  <a:pt x="1050" y="350"/>
                </a:lnTo>
                <a:lnTo>
                  <a:pt x="1050" y="525"/>
                </a:lnTo>
                <a:lnTo>
                  <a:pt x="0" y="525"/>
                </a:lnTo>
                <a:close/>
                <a:moveTo>
                  <a:pt x="0" y="935"/>
                </a:moveTo>
                <a:lnTo>
                  <a:pt x="0" y="875"/>
                </a:lnTo>
                <a:lnTo>
                  <a:pt x="1050" y="875"/>
                </a:lnTo>
                <a:lnTo>
                  <a:pt x="1050" y="935"/>
                </a:lnTo>
                <a:lnTo>
                  <a:pt x="0" y="935"/>
                </a:lnTo>
                <a:close/>
                <a:moveTo>
                  <a:pt x="0" y="760"/>
                </a:moveTo>
                <a:lnTo>
                  <a:pt x="0" y="642"/>
                </a:lnTo>
                <a:lnTo>
                  <a:pt x="1050" y="642"/>
                </a:lnTo>
                <a:lnTo>
                  <a:pt x="1050" y="760"/>
                </a:lnTo>
                <a:lnTo>
                  <a:pt x="0" y="76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718676" y="4991893"/>
            <a:ext cx="377825" cy="336550"/>
          </a:xfrm>
          <a:custGeom>
            <a:avLst/>
            <a:gdLst>
              <a:gd name="T0" fmla="*/ 0 w 1051"/>
              <a:gd name="T1" fmla="*/ 0 h 936"/>
              <a:gd name="T2" fmla="*/ 1050 w 1051"/>
              <a:gd name="T3" fmla="*/ 0 h 936"/>
              <a:gd name="T4" fmla="*/ 1050 w 1051"/>
              <a:gd name="T5" fmla="*/ 235 h 936"/>
              <a:gd name="T6" fmla="*/ 0 w 1051"/>
              <a:gd name="T7" fmla="*/ 235 h 936"/>
              <a:gd name="T8" fmla="*/ 0 w 1051"/>
              <a:gd name="T9" fmla="*/ 0 h 936"/>
              <a:gd name="T10" fmla="*/ 582 w 1051"/>
              <a:gd name="T11" fmla="*/ 467 h 936"/>
              <a:gd name="T12" fmla="*/ 582 w 1051"/>
              <a:gd name="T13" fmla="*/ 350 h 936"/>
              <a:gd name="T14" fmla="*/ 1050 w 1051"/>
              <a:gd name="T15" fmla="*/ 350 h 936"/>
              <a:gd name="T16" fmla="*/ 1050 w 1051"/>
              <a:gd name="T17" fmla="*/ 467 h 936"/>
              <a:gd name="T18" fmla="*/ 582 w 1051"/>
              <a:gd name="T19" fmla="*/ 467 h 936"/>
              <a:gd name="T20" fmla="*/ 0 w 1051"/>
              <a:gd name="T21" fmla="*/ 467 h 936"/>
              <a:gd name="T22" fmla="*/ 0 w 1051"/>
              <a:gd name="T23" fmla="*/ 350 h 936"/>
              <a:gd name="T24" fmla="*/ 467 w 1051"/>
              <a:gd name="T25" fmla="*/ 350 h 936"/>
              <a:gd name="T26" fmla="*/ 467 w 1051"/>
              <a:gd name="T27" fmla="*/ 467 h 936"/>
              <a:gd name="T28" fmla="*/ 0 w 1051"/>
              <a:gd name="T29" fmla="*/ 467 h 936"/>
              <a:gd name="T30" fmla="*/ 932 w 1051"/>
              <a:gd name="T31" fmla="*/ 935 h 936"/>
              <a:gd name="T32" fmla="*/ 932 w 1051"/>
              <a:gd name="T33" fmla="*/ 817 h 936"/>
              <a:gd name="T34" fmla="*/ 1050 w 1051"/>
              <a:gd name="T35" fmla="*/ 817 h 936"/>
              <a:gd name="T36" fmla="*/ 1050 w 1051"/>
              <a:gd name="T37" fmla="*/ 935 h 936"/>
              <a:gd name="T38" fmla="*/ 932 w 1051"/>
              <a:gd name="T39" fmla="*/ 935 h 936"/>
              <a:gd name="T40" fmla="*/ 700 w 1051"/>
              <a:gd name="T41" fmla="*/ 935 h 936"/>
              <a:gd name="T42" fmla="*/ 700 w 1051"/>
              <a:gd name="T43" fmla="*/ 817 h 936"/>
              <a:gd name="T44" fmla="*/ 817 w 1051"/>
              <a:gd name="T45" fmla="*/ 817 h 936"/>
              <a:gd name="T46" fmla="*/ 817 w 1051"/>
              <a:gd name="T47" fmla="*/ 935 h 936"/>
              <a:gd name="T48" fmla="*/ 700 w 1051"/>
              <a:gd name="T49" fmla="*/ 935 h 936"/>
              <a:gd name="T50" fmla="*/ 467 w 1051"/>
              <a:gd name="T51" fmla="*/ 935 h 936"/>
              <a:gd name="T52" fmla="*/ 467 w 1051"/>
              <a:gd name="T53" fmla="*/ 817 h 936"/>
              <a:gd name="T54" fmla="*/ 582 w 1051"/>
              <a:gd name="T55" fmla="*/ 817 h 936"/>
              <a:gd name="T56" fmla="*/ 582 w 1051"/>
              <a:gd name="T57" fmla="*/ 935 h 936"/>
              <a:gd name="T58" fmla="*/ 467 w 1051"/>
              <a:gd name="T59" fmla="*/ 935 h 936"/>
              <a:gd name="T60" fmla="*/ 232 w 1051"/>
              <a:gd name="T61" fmla="*/ 935 h 936"/>
              <a:gd name="T62" fmla="*/ 232 w 1051"/>
              <a:gd name="T63" fmla="*/ 817 h 936"/>
              <a:gd name="T64" fmla="*/ 350 w 1051"/>
              <a:gd name="T65" fmla="*/ 817 h 936"/>
              <a:gd name="T66" fmla="*/ 350 w 1051"/>
              <a:gd name="T67" fmla="*/ 935 h 936"/>
              <a:gd name="T68" fmla="*/ 232 w 1051"/>
              <a:gd name="T69" fmla="*/ 935 h 936"/>
              <a:gd name="T70" fmla="*/ 0 w 1051"/>
              <a:gd name="T71" fmla="*/ 935 h 936"/>
              <a:gd name="T72" fmla="*/ 0 w 1051"/>
              <a:gd name="T73" fmla="*/ 817 h 936"/>
              <a:gd name="T74" fmla="*/ 117 w 1051"/>
              <a:gd name="T75" fmla="*/ 817 h 936"/>
              <a:gd name="T76" fmla="*/ 117 w 1051"/>
              <a:gd name="T77" fmla="*/ 935 h 936"/>
              <a:gd name="T78" fmla="*/ 0 w 1051"/>
              <a:gd name="T79" fmla="*/ 935 h 936"/>
              <a:gd name="T80" fmla="*/ 757 w 1051"/>
              <a:gd name="T81" fmla="*/ 700 h 936"/>
              <a:gd name="T82" fmla="*/ 757 w 1051"/>
              <a:gd name="T83" fmla="*/ 585 h 936"/>
              <a:gd name="T84" fmla="*/ 1050 w 1051"/>
              <a:gd name="T85" fmla="*/ 585 h 936"/>
              <a:gd name="T86" fmla="*/ 1050 w 1051"/>
              <a:gd name="T87" fmla="*/ 700 h 936"/>
              <a:gd name="T88" fmla="*/ 757 w 1051"/>
              <a:gd name="T89" fmla="*/ 700 h 936"/>
              <a:gd name="T90" fmla="*/ 380 w 1051"/>
              <a:gd name="T91" fmla="*/ 700 h 936"/>
              <a:gd name="T92" fmla="*/ 380 w 1051"/>
              <a:gd name="T93" fmla="*/ 585 h 936"/>
              <a:gd name="T94" fmla="*/ 669 w 1051"/>
              <a:gd name="T95" fmla="*/ 585 h 936"/>
              <a:gd name="T96" fmla="*/ 669 w 1051"/>
              <a:gd name="T97" fmla="*/ 700 h 936"/>
              <a:gd name="T98" fmla="*/ 380 w 1051"/>
              <a:gd name="T99" fmla="*/ 700 h 936"/>
              <a:gd name="T100" fmla="*/ 0 w 1051"/>
              <a:gd name="T101" fmla="*/ 700 h 936"/>
              <a:gd name="T102" fmla="*/ 0 w 1051"/>
              <a:gd name="T103" fmla="*/ 585 h 936"/>
              <a:gd name="T104" fmla="*/ 292 w 1051"/>
              <a:gd name="T105" fmla="*/ 585 h 936"/>
              <a:gd name="T106" fmla="*/ 292 w 1051"/>
              <a:gd name="T107" fmla="*/ 700 h 936"/>
              <a:gd name="T108" fmla="*/ 0 w 1051"/>
              <a:gd name="T109" fmla="*/ 70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51" h="936">
                <a:moveTo>
                  <a:pt x="0" y="0"/>
                </a:moveTo>
                <a:lnTo>
                  <a:pt x="1050" y="0"/>
                </a:lnTo>
                <a:lnTo>
                  <a:pt x="1050" y="235"/>
                </a:lnTo>
                <a:lnTo>
                  <a:pt x="0" y="235"/>
                </a:lnTo>
                <a:lnTo>
                  <a:pt x="0" y="0"/>
                </a:lnTo>
                <a:close/>
                <a:moveTo>
                  <a:pt x="582" y="467"/>
                </a:moveTo>
                <a:lnTo>
                  <a:pt x="582" y="350"/>
                </a:lnTo>
                <a:lnTo>
                  <a:pt x="1050" y="350"/>
                </a:lnTo>
                <a:lnTo>
                  <a:pt x="1050" y="467"/>
                </a:lnTo>
                <a:lnTo>
                  <a:pt x="582" y="467"/>
                </a:lnTo>
                <a:close/>
                <a:moveTo>
                  <a:pt x="0" y="467"/>
                </a:moveTo>
                <a:lnTo>
                  <a:pt x="0" y="350"/>
                </a:lnTo>
                <a:lnTo>
                  <a:pt x="467" y="350"/>
                </a:lnTo>
                <a:lnTo>
                  <a:pt x="467" y="467"/>
                </a:lnTo>
                <a:lnTo>
                  <a:pt x="0" y="467"/>
                </a:lnTo>
                <a:close/>
                <a:moveTo>
                  <a:pt x="932" y="935"/>
                </a:moveTo>
                <a:lnTo>
                  <a:pt x="932" y="817"/>
                </a:lnTo>
                <a:lnTo>
                  <a:pt x="1050" y="817"/>
                </a:lnTo>
                <a:lnTo>
                  <a:pt x="1050" y="935"/>
                </a:lnTo>
                <a:lnTo>
                  <a:pt x="932" y="935"/>
                </a:lnTo>
                <a:close/>
                <a:moveTo>
                  <a:pt x="700" y="935"/>
                </a:moveTo>
                <a:lnTo>
                  <a:pt x="700" y="817"/>
                </a:lnTo>
                <a:lnTo>
                  <a:pt x="817" y="817"/>
                </a:lnTo>
                <a:lnTo>
                  <a:pt x="817" y="935"/>
                </a:lnTo>
                <a:lnTo>
                  <a:pt x="700" y="935"/>
                </a:lnTo>
                <a:close/>
                <a:moveTo>
                  <a:pt x="467" y="935"/>
                </a:moveTo>
                <a:lnTo>
                  <a:pt x="467" y="817"/>
                </a:lnTo>
                <a:lnTo>
                  <a:pt x="582" y="817"/>
                </a:lnTo>
                <a:lnTo>
                  <a:pt x="582" y="935"/>
                </a:lnTo>
                <a:lnTo>
                  <a:pt x="467" y="935"/>
                </a:lnTo>
                <a:close/>
                <a:moveTo>
                  <a:pt x="232" y="935"/>
                </a:moveTo>
                <a:lnTo>
                  <a:pt x="232" y="817"/>
                </a:lnTo>
                <a:lnTo>
                  <a:pt x="350" y="817"/>
                </a:lnTo>
                <a:lnTo>
                  <a:pt x="350" y="935"/>
                </a:lnTo>
                <a:lnTo>
                  <a:pt x="232" y="935"/>
                </a:lnTo>
                <a:close/>
                <a:moveTo>
                  <a:pt x="0" y="935"/>
                </a:moveTo>
                <a:lnTo>
                  <a:pt x="0" y="817"/>
                </a:lnTo>
                <a:lnTo>
                  <a:pt x="117" y="817"/>
                </a:lnTo>
                <a:lnTo>
                  <a:pt x="117" y="935"/>
                </a:lnTo>
                <a:lnTo>
                  <a:pt x="0" y="935"/>
                </a:lnTo>
                <a:close/>
                <a:moveTo>
                  <a:pt x="757" y="700"/>
                </a:moveTo>
                <a:lnTo>
                  <a:pt x="757" y="585"/>
                </a:lnTo>
                <a:lnTo>
                  <a:pt x="1050" y="585"/>
                </a:lnTo>
                <a:lnTo>
                  <a:pt x="1050" y="700"/>
                </a:lnTo>
                <a:lnTo>
                  <a:pt x="757" y="700"/>
                </a:lnTo>
                <a:close/>
                <a:moveTo>
                  <a:pt x="380" y="700"/>
                </a:moveTo>
                <a:lnTo>
                  <a:pt x="380" y="585"/>
                </a:lnTo>
                <a:lnTo>
                  <a:pt x="669" y="585"/>
                </a:lnTo>
                <a:lnTo>
                  <a:pt x="669" y="700"/>
                </a:lnTo>
                <a:lnTo>
                  <a:pt x="380" y="700"/>
                </a:lnTo>
                <a:close/>
                <a:moveTo>
                  <a:pt x="0" y="700"/>
                </a:moveTo>
                <a:lnTo>
                  <a:pt x="0" y="585"/>
                </a:lnTo>
                <a:lnTo>
                  <a:pt x="292" y="585"/>
                </a:lnTo>
                <a:lnTo>
                  <a:pt x="292" y="700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851861" y="4950618"/>
            <a:ext cx="293687" cy="419100"/>
          </a:xfrm>
          <a:custGeom>
            <a:avLst/>
            <a:gdLst>
              <a:gd name="T0" fmla="*/ 574 w 816"/>
              <a:gd name="T1" fmla="*/ 645 h 1166"/>
              <a:gd name="T2" fmla="*/ 700 w 816"/>
              <a:gd name="T3" fmla="*/ 407 h 1166"/>
              <a:gd name="T4" fmla="*/ 408 w 816"/>
              <a:gd name="T5" fmla="*/ 115 h 1166"/>
              <a:gd name="T6" fmla="*/ 115 w 816"/>
              <a:gd name="T7" fmla="*/ 407 h 1166"/>
              <a:gd name="T8" fmla="*/ 241 w 816"/>
              <a:gd name="T9" fmla="*/ 645 h 1166"/>
              <a:gd name="T10" fmla="*/ 290 w 816"/>
              <a:gd name="T11" fmla="*/ 681 h 1166"/>
              <a:gd name="T12" fmla="*/ 290 w 816"/>
              <a:gd name="T13" fmla="*/ 815 h 1166"/>
              <a:gd name="T14" fmla="*/ 525 w 816"/>
              <a:gd name="T15" fmla="*/ 815 h 1166"/>
              <a:gd name="T16" fmla="*/ 525 w 816"/>
              <a:gd name="T17" fmla="*/ 681 h 1166"/>
              <a:gd name="T18" fmla="*/ 574 w 816"/>
              <a:gd name="T19" fmla="*/ 645 h 1166"/>
              <a:gd name="T20" fmla="*/ 408 w 816"/>
              <a:gd name="T21" fmla="*/ 0 h 1166"/>
              <a:gd name="T22" fmla="*/ 815 w 816"/>
              <a:gd name="T23" fmla="*/ 407 h 1166"/>
              <a:gd name="T24" fmla="*/ 640 w 816"/>
              <a:gd name="T25" fmla="*/ 741 h 1166"/>
              <a:gd name="T26" fmla="*/ 640 w 816"/>
              <a:gd name="T27" fmla="*/ 875 h 1166"/>
              <a:gd name="T28" fmla="*/ 583 w 816"/>
              <a:gd name="T29" fmla="*/ 932 h 1166"/>
              <a:gd name="T30" fmla="*/ 233 w 816"/>
              <a:gd name="T31" fmla="*/ 932 h 1166"/>
              <a:gd name="T32" fmla="*/ 175 w 816"/>
              <a:gd name="T33" fmla="*/ 875 h 1166"/>
              <a:gd name="T34" fmla="*/ 175 w 816"/>
              <a:gd name="T35" fmla="*/ 741 h 1166"/>
              <a:gd name="T36" fmla="*/ 0 w 816"/>
              <a:gd name="T37" fmla="*/ 407 h 1166"/>
              <a:gd name="T38" fmla="*/ 408 w 816"/>
              <a:gd name="T39" fmla="*/ 0 h 1166"/>
              <a:gd name="T40" fmla="*/ 233 w 816"/>
              <a:gd name="T41" fmla="*/ 1107 h 1166"/>
              <a:gd name="T42" fmla="*/ 233 w 816"/>
              <a:gd name="T43" fmla="*/ 1050 h 1166"/>
              <a:gd name="T44" fmla="*/ 583 w 816"/>
              <a:gd name="T45" fmla="*/ 1050 h 1166"/>
              <a:gd name="T46" fmla="*/ 583 w 816"/>
              <a:gd name="T47" fmla="*/ 1107 h 1166"/>
              <a:gd name="T48" fmla="*/ 525 w 816"/>
              <a:gd name="T49" fmla="*/ 1165 h 1166"/>
              <a:gd name="T50" fmla="*/ 290 w 816"/>
              <a:gd name="T51" fmla="*/ 1165 h 1166"/>
              <a:gd name="T52" fmla="*/ 233 w 816"/>
              <a:gd name="T53" fmla="*/ 1107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6" h="1166">
                <a:moveTo>
                  <a:pt x="574" y="645"/>
                </a:moveTo>
                <a:cubicBezTo>
                  <a:pt x="654" y="591"/>
                  <a:pt x="700" y="503"/>
                  <a:pt x="700" y="407"/>
                </a:cubicBezTo>
                <a:cubicBezTo>
                  <a:pt x="700" y="246"/>
                  <a:pt x="570" y="115"/>
                  <a:pt x="408" y="115"/>
                </a:cubicBezTo>
                <a:cubicBezTo>
                  <a:pt x="247" y="115"/>
                  <a:pt x="115" y="246"/>
                  <a:pt x="115" y="407"/>
                </a:cubicBezTo>
                <a:cubicBezTo>
                  <a:pt x="115" y="503"/>
                  <a:pt x="162" y="591"/>
                  <a:pt x="241" y="645"/>
                </a:cubicBezTo>
                <a:lnTo>
                  <a:pt x="290" y="681"/>
                </a:lnTo>
                <a:lnTo>
                  <a:pt x="290" y="815"/>
                </a:lnTo>
                <a:lnTo>
                  <a:pt x="525" y="815"/>
                </a:lnTo>
                <a:lnTo>
                  <a:pt x="525" y="681"/>
                </a:lnTo>
                <a:lnTo>
                  <a:pt x="574" y="645"/>
                </a:lnTo>
                <a:close/>
                <a:moveTo>
                  <a:pt x="408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547"/>
                  <a:pt x="747" y="667"/>
                  <a:pt x="640" y="741"/>
                </a:cubicBezTo>
                <a:lnTo>
                  <a:pt x="640" y="875"/>
                </a:lnTo>
                <a:cubicBezTo>
                  <a:pt x="640" y="908"/>
                  <a:pt x="615" y="932"/>
                  <a:pt x="583" y="932"/>
                </a:cubicBezTo>
                <a:lnTo>
                  <a:pt x="233" y="932"/>
                </a:lnTo>
                <a:cubicBezTo>
                  <a:pt x="200" y="932"/>
                  <a:pt x="175" y="908"/>
                  <a:pt x="175" y="875"/>
                </a:cubicBezTo>
                <a:lnTo>
                  <a:pt x="175" y="741"/>
                </a:lnTo>
                <a:cubicBezTo>
                  <a:pt x="69" y="667"/>
                  <a:pt x="0" y="547"/>
                  <a:pt x="0" y="407"/>
                </a:cubicBezTo>
                <a:cubicBezTo>
                  <a:pt x="0" y="183"/>
                  <a:pt x="183" y="0"/>
                  <a:pt x="408" y="0"/>
                </a:cubicBezTo>
                <a:close/>
                <a:moveTo>
                  <a:pt x="233" y="1107"/>
                </a:moveTo>
                <a:lnTo>
                  <a:pt x="233" y="1050"/>
                </a:lnTo>
                <a:lnTo>
                  <a:pt x="583" y="1050"/>
                </a:lnTo>
                <a:lnTo>
                  <a:pt x="583" y="1107"/>
                </a:lnTo>
                <a:cubicBezTo>
                  <a:pt x="583" y="1140"/>
                  <a:pt x="558" y="1165"/>
                  <a:pt x="525" y="1165"/>
                </a:cubicBezTo>
                <a:lnTo>
                  <a:pt x="290" y="1165"/>
                </a:lnTo>
                <a:cubicBezTo>
                  <a:pt x="257" y="1165"/>
                  <a:pt x="233" y="1140"/>
                  <a:pt x="233" y="110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7" y="5820568"/>
            <a:ext cx="398462" cy="419100"/>
          </a:xfrm>
          <a:custGeom>
            <a:avLst/>
            <a:gdLst>
              <a:gd name="T0" fmla="*/ 640 w 1108"/>
              <a:gd name="T1" fmla="*/ 670 h 1165"/>
              <a:gd name="T2" fmla="*/ 640 w 1108"/>
              <a:gd name="T3" fmla="*/ 989 h 1165"/>
              <a:gd name="T4" fmla="*/ 757 w 1108"/>
              <a:gd name="T5" fmla="*/ 1077 h 1165"/>
              <a:gd name="T6" fmla="*/ 757 w 1108"/>
              <a:gd name="T7" fmla="*/ 1164 h 1165"/>
              <a:gd name="T8" fmla="*/ 552 w 1108"/>
              <a:gd name="T9" fmla="*/ 1107 h 1165"/>
              <a:gd name="T10" fmla="*/ 350 w 1108"/>
              <a:gd name="T11" fmla="*/ 1164 h 1165"/>
              <a:gd name="T12" fmla="*/ 350 w 1108"/>
              <a:gd name="T13" fmla="*/ 1077 h 1165"/>
              <a:gd name="T14" fmla="*/ 465 w 1108"/>
              <a:gd name="T15" fmla="*/ 989 h 1165"/>
              <a:gd name="T16" fmla="*/ 465 w 1108"/>
              <a:gd name="T17" fmla="*/ 670 h 1165"/>
              <a:gd name="T18" fmla="*/ 0 w 1108"/>
              <a:gd name="T19" fmla="*/ 814 h 1165"/>
              <a:gd name="T20" fmla="*/ 0 w 1108"/>
              <a:gd name="T21" fmla="*/ 700 h 1165"/>
              <a:gd name="T22" fmla="*/ 465 w 1108"/>
              <a:gd name="T23" fmla="*/ 407 h 1165"/>
              <a:gd name="T24" fmla="*/ 465 w 1108"/>
              <a:gd name="T25" fmla="*/ 87 h 1165"/>
              <a:gd name="T26" fmla="*/ 552 w 1108"/>
              <a:gd name="T27" fmla="*/ 0 h 1165"/>
              <a:gd name="T28" fmla="*/ 640 w 1108"/>
              <a:gd name="T29" fmla="*/ 87 h 1165"/>
              <a:gd name="T30" fmla="*/ 640 w 1108"/>
              <a:gd name="T31" fmla="*/ 407 h 1165"/>
              <a:gd name="T32" fmla="*/ 1107 w 1108"/>
              <a:gd name="T33" fmla="*/ 700 h 1165"/>
              <a:gd name="T34" fmla="*/ 1107 w 1108"/>
              <a:gd name="T35" fmla="*/ 814 h 1165"/>
              <a:gd name="T36" fmla="*/ 640 w 1108"/>
              <a:gd name="T37" fmla="*/ 67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08" h="1165">
                <a:moveTo>
                  <a:pt x="640" y="670"/>
                </a:moveTo>
                <a:lnTo>
                  <a:pt x="640" y="989"/>
                </a:lnTo>
                <a:lnTo>
                  <a:pt x="757" y="1077"/>
                </a:lnTo>
                <a:lnTo>
                  <a:pt x="757" y="1164"/>
                </a:lnTo>
                <a:lnTo>
                  <a:pt x="552" y="1107"/>
                </a:lnTo>
                <a:lnTo>
                  <a:pt x="350" y="1164"/>
                </a:lnTo>
                <a:lnTo>
                  <a:pt x="350" y="1077"/>
                </a:lnTo>
                <a:lnTo>
                  <a:pt x="465" y="989"/>
                </a:lnTo>
                <a:lnTo>
                  <a:pt x="465" y="670"/>
                </a:lnTo>
                <a:lnTo>
                  <a:pt x="0" y="814"/>
                </a:lnTo>
                <a:lnTo>
                  <a:pt x="0" y="700"/>
                </a:lnTo>
                <a:lnTo>
                  <a:pt x="465" y="407"/>
                </a:lnTo>
                <a:lnTo>
                  <a:pt x="465" y="87"/>
                </a:lnTo>
                <a:cubicBezTo>
                  <a:pt x="465" y="38"/>
                  <a:pt x="502" y="0"/>
                  <a:pt x="552" y="0"/>
                </a:cubicBezTo>
                <a:cubicBezTo>
                  <a:pt x="601" y="0"/>
                  <a:pt x="640" y="38"/>
                  <a:pt x="640" y="87"/>
                </a:cubicBezTo>
                <a:lnTo>
                  <a:pt x="640" y="407"/>
                </a:lnTo>
                <a:lnTo>
                  <a:pt x="1107" y="700"/>
                </a:lnTo>
                <a:lnTo>
                  <a:pt x="1107" y="814"/>
                </a:lnTo>
                <a:lnTo>
                  <a:pt x="640" y="67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39951" y="5841208"/>
            <a:ext cx="377825" cy="377825"/>
          </a:xfrm>
          <a:custGeom>
            <a:avLst/>
            <a:gdLst>
              <a:gd name="T0" fmla="*/ 875 w 1051"/>
              <a:gd name="T1" fmla="*/ 643 h 1051"/>
              <a:gd name="T2" fmla="*/ 875 w 1051"/>
              <a:gd name="T3" fmla="*/ 407 h 1051"/>
              <a:gd name="T4" fmla="*/ 643 w 1051"/>
              <a:gd name="T5" fmla="*/ 407 h 1051"/>
              <a:gd name="T6" fmla="*/ 643 w 1051"/>
              <a:gd name="T7" fmla="*/ 175 h 1051"/>
              <a:gd name="T8" fmla="*/ 408 w 1051"/>
              <a:gd name="T9" fmla="*/ 175 h 1051"/>
              <a:gd name="T10" fmla="*/ 408 w 1051"/>
              <a:gd name="T11" fmla="*/ 407 h 1051"/>
              <a:gd name="T12" fmla="*/ 175 w 1051"/>
              <a:gd name="T13" fmla="*/ 407 h 1051"/>
              <a:gd name="T14" fmla="*/ 175 w 1051"/>
              <a:gd name="T15" fmla="*/ 643 h 1051"/>
              <a:gd name="T16" fmla="*/ 408 w 1051"/>
              <a:gd name="T17" fmla="*/ 643 h 1051"/>
              <a:gd name="T18" fmla="*/ 408 w 1051"/>
              <a:gd name="T19" fmla="*/ 875 h 1051"/>
              <a:gd name="T20" fmla="*/ 643 w 1051"/>
              <a:gd name="T21" fmla="*/ 875 h 1051"/>
              <a:gd name="T22" fmla="*/ 643 w 1051"/>
              <a:gd name="T23" fmla="*/ 643 h 1051"/>
              <a:gd name="T24" fmla="*/ 875 w 1051"/>
              <a:gd name="T25" fmla="*/ 643 h 1051"/>
              <a:gd name="T26" fmla="*/ 933 w 1051"/>
              <a:gd name="T27" fmla="*/ 0 h 1051"/>
              <a:gd name="T28" fmla="*/ 1050 w 1051"/>
              <a:gd name="T29" fmla="*/ 118 h 1051"/>
              <a:gd name="T30" fmla="*/ 1050 w 1051"/>
              <a:gd name="T31" fmla="*/ 932 h 1051"/>
              <a:gd name="T32" fmla="*/ 933 w 1051"/>
              <a:gd name="T33" fmla="*/ 1050 h 1051"/>
              <a:gd name="T34" fmla="*/ 118 w 1051"/>
              <a:gd name="T35" fmla="*/ 1050 h 1051"/>
              <a:gd name="T36" fmla="*/ 0 w 1051"/>
              <a:gd name="T37" fmla="*/ 932 h 1051"/>
              <a:gd name="T38" fmla="*/ 0 w 1051"/>
              <a:gd name="T39" fmla="*/ 118 h 1051"/>
              <a:gd name="T40" fmla="*/ 118 w 1051"/>
              <a:gd name="T41" fmla="*/ 0 h 1051"/>
              <a:gd name="T42" fmla="*/ 933 w 1051"/>
              <a:gd name="T43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1051">
                <a:moveTo>
                  <a:pt x="875" y="643"/>
                </a:moveTo>
                <a:lnTo>
                  <a:pt x="875" y="407"/>
                </a:lnTo>
                <a:lnTo>
                  <a:pt x="643" y="407"/>
                </a:lnTo>
                <a:lnTo>
                  <a:pt x="643" y="175"/>
                </a:lnTo>
                <a:lnTo>
                  <a:pt x="408" y="175"/>
                </a:lnTo>
                <a:lnTo>
                  <a:pt x="408" y="407"/>
                </a:lnTo>
                <a:lnTo>
                  <a:pt x="175" y="407"/>
                </a:lnTo>
                <a:lnTo>
                  <a:pt x="175" y="643"/>
                </a:lnTo>
                <a:lnTo>
                  <a:pt x="408" y="643"/>
                </a:lnTo>
                <a:lnTo>
                  <a:pt x="408" y="875"/>
                </a:lnTo>
                <a:lnTo>
                  <a:pt x="643" y="875"/>
                </a:lnTo>
                <a:lnTo>
                  <a:pt x="643" y="643"/>
                </a:lnTo>
                <a:lnTo>
                  <a:pt x="875" y="643"/>
                </a:lnTo>
                <a:close/>
                <a:moveTo>
                  <a:pt x="933" y="0"/>
                </a:moveTo>
                <a:cubicBezTo>
                  <a:pt x="996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6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30564" y="5841208"/>
            <a:ext cx="346075" cy="377825"/>
          </a:xfrm>
          <a:custGeom>
            <a:avLst/>
            <a:gdLst>
              <a:gd name="T0" fmla="*/ 818 w 963"/>
              <a:gd name="T1" fmla="*/ 407 h 1051"/>
              <a:gd name="T2" fmla="*/ 875 w 963"/>
              <a:gd name="T3" fmla="*/ 350 h 1051"/>
              <a:gd name="T4" fmla="*/ 818 w 963"/>
              <a:gd name="T5" fmla="*/ 293 h 1051"/>
              <a:gd name="T6" fmla="*/ 760 w 963"/>
              <a:gd name="T7" fmla="*/ 350 h 1051"/>
              <a:gd name="T8" fmla="*/ 818 w 963"/>
              <a:gd name="T9" fmla="*/ 407 h 1051"/>
              <a:gd name="T10" fmla="*/ 468 w 963"/>
              <a:gd name="T11" fmla="*/ 407 h 1051"/>
              <a:gd name="T12" fmla="*/ 468 w 963"/>
              <a:gd name="T13" fmla="*/ 118 h 1051"/>
              <a:gd name="T14" fmla="*/ 118 w 963"/>
              <a:gd name="T15" fmla="*/ 118 h 1051"/>
              <a:gd name="T16" fmla="*/ 118 w 963"/>
              <a:gd name="T17" fmla="*/ 407 h 1051"/>
              <a:gd name="T18" fmla="*/ 468 w 963"/>
              <a:gd name="T19" fmla="*/ 407 h 1051"/>
              <a:gd name="T20" fmla="*/ 921 w 963"/>
              <a:gd name="T21" fmla="*/ 246 h 1051"/>
              <a:gd name="T22" fmla="*/ 962 w 963"/>
              <a:gd name="T23" fmla="*/ 350 h 1051"/>
              <a:gd name="T24" fmla="*/ 962 w 963"/>
              <a:gd name="T25" fmla="*/ 905 h 1051"/>
              <a:gd name="T26" fmla="*/ 818 w 963"/>
              <a:gd name="T27" fmla="*/ 1050 h 1051"/>
              <a:gd name="T28" fmla="*/ 673 w 963"/>
              <a:gd name="T29" fmla="*/ 905 h 1051"/>
              <a:gd name="T30" fmla="*/ 673 w 963"/>
              <a:gd name="T31" fmla="*/ 613 h 1051"/>
              <a:gd name="T32" fmla="*/ 585 w 963"/>
              <a:gd name="T33" fmla="*/ 613 h 1051"/>
              <a:gd name="T34" fmla="*/ 585 w 963"/>
              <a:gd name="T35" fmla="*/ 1050 h 1051"/>
              <a:gd name="T36" fmla="*/ 0 w 963"/>
              <a:gd name="T37" fmla="*/ 1050 h 1051"/>
              <a:gd name="T38" fmla="*/ 0 w 963"/>
              <a:gd name="T39" fmla="*/ 118 h 1051"/>
              <a:gd name="T40" fmla="*/ 118 w 963"/>
              <a:gd name="T41" fmla="*/ 0 h 1051"/>
              <a:gd name="T42" fmla="*/ 468 w 963"/>
              <a:gd name="T43" fmla="*/ 0 h 1051"/>
              <a:gd name="T44" fmla="*/ 585 w 963"/>
              <a:gd name="T45" fmla="*/ 118 h 1051"/>
              <a:gd name="T46" fmla="*/ 585 w 963"/>
              <a:gd name="T47" fmla="*/ 525 h 1051"/>
              <a:gd name="T48" fmla="*/ 643 w 963"/>
              <a:gd name="T49" fmla="*/ 525 h 1051"/>
              <a:gd name="T50" fmla="*/ 760 w 963"/>
              <a:gd name="T51" fmla="*/ 643 h 1051"/>
              <a:gd name="T52" fmla="*/ 760 w 963"/>
              <a:gd name="T53" fmla="*/ 905 h 1051"/>
              <a:gd name="T54" fmla="*/ 818 w 963"/>
              <a:gd name="T55" fmla="*/ 962 h 1051"/>
              <a:gd name="T56" fmla="*/ 875 w 963"/>
              <a:gd name="T57" fmla="*/ 905 h 1051"/>
              <a:gd name="T58" fmla="*/ 875 w 963"/>
              <a:gd name="T59" fmla="*/ 484 h 1051"/>
              <a:gd name="T60" fmla="*/ 818 w 963"/>
              <a:gd name="T61" fmla="*/ 495 h 1051"/>
              <a:gd name="T62" fmla="*/ 673 w 963"/>
              <a:gd name="T63" fmla="*/ 350 h 1051"/>
              <a:gd name="T64" fmla="*/ 766 w 963"/>
              <a:gd name="T65" fmla="*/ 213 h 1051"/>
              <a:gd name="T66" fmla="*/ 643 w 963"/>
              <a:gd name="T67" fmla="*/ 90 h 1051"/>
              <a:gd name="T68" fmla="*/ 705 w 963"/>
              <a:gd name="T69" fmla="*/ 30 h 1051"/>
              <a:gd name="T70" fmla="*/ 921 w 963"/>
              <a:gd name="T71" fmla="*/ 246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63" h="1051">
                <a:moveTo>
                  <a:pt x="818" y="407"/>
                </a:moveTo>
                <a:cubicBezTo>
                  <a:pt x="850" y="407"/>
                  <a:pt x="875" y="383"/>
                  <a:pt x="875" y="350"/>
                </a:cubicBezTo>
                <a:cubicBezTo>
                  <a:pt x="875" y="317"/>
                  <a:pt x="850" y="293"/>
                  <a:pt x="818" y="293"/>
                </a:cubicBezTo>
                <a:cubicBezTo>
                  <a:pt x="785" y="293"/>
                  <a:pt x="760" y="317"/>
                  <a:pt x="760" y="350"/>
                </a:cubicBezTo>
                <a:cubicBezTo>
                  <a:pt x="760" y="383"/>
                  <a:pt x="785" y="407"/>
                  <a:pt x="818" y="407"/>
                </a:cubicBezTo>
                <a:close/>
                <a:moveTo>
                  <a:pt x="468" y="407"/>
                </a:moveTo>
                <a:lnTo>
                  <a:pt x="468" y="118"/>
                </a:lnTo>
                <a:lnTo>
                  <a:pt x="118" y="118"/>
                </a:lnTo>
                <a:lnTo>
                  <a:pt x="118" y="407"/>
                </a:lnTo>
                <a:lnTo>
                  <a:pt x="468" y="407"/>
                </a:lnTo>
                <a:close/>
                <a:moveTo>
                  <a:pt x="921" y="246"/>
                </a:moveTo>
                <a:cubicBezTo>
                  <a:pt x="949" y="274"/>
                  <a:pt x="962" y="309"/>
                  <a:pt x="962" y="350"/>
                </a:cubicBezTo>
                <a:lnTo>
                  <a:pt x="962" y="905"/>
                </a:lnTo>
                <a:cubicBezTo>
                  <a:pt x="962" y="984"/>
                  <a:pt x="897" y="1050"/>
                  <a:pt x="818" y="1050"/>
                </a:cubicBezTo>
                <a:cubicBezTo>
                  <a:pt x="738" y="1050"/>
                  <a:pt x="673" y="984"/>
                  <a:pt x="673" y="905"/>
                </a:cubicBezTo>
                <a:lnTo>
                  <a:pt x="673" y="613"/>
                </a:lnTo>
                <a:lnTo>
                  <a:pt x="585" y="613"/>
                </a:lnTo>
                <a:lnTo>
                  <a:pt x="585" y="1050"/>
                </a:lnTo>
                <a:lnTo>
                  <a:pt x="0" y="1050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468" y="0"/>
                </a:lnTo>
                <a:cubicBezTo>
                  <a:pt x="530" y="0"/>
                  <a:pt x="585" y="55"/>
                  <a:pt x="585" y="118"/>
                </a:cubicBezTo>
                <a:lnTo>
                  <a:pt x="585" y="525"/>
                </a:lnTo>
                <a:lnTo>
                  <a:pt x="643" y="525"/>
                </a:lnTo>
                <a:cubicBezTo>
                  <a:pt x="705" y="525"/>
                  <a:pt x="760" y="580"/>
                  <a:pt x="760" y="643"/>
                </a:cubicBezTo>
                <a:lnTo>
                  <a:pt x="760" y="905"/>
                </a:lnTo>
                <a:cubicBezTo>
                  <a:pt x="760" y="938"/>
                  <a:pt x="785" y="962"/>
                  <a:pt x="818" y="962"/>
                </a:cubicBezTo>
                <a:cubicBezTo>
                  <a:pt x="850" y="962"/>
                  <a:pt x="875" y="938"/>
                  <a:pt x="875" y="905"/>
                </a:cubicBezTo>
                <a:lnTo>
                  <a:pt x="875" y="484"/>
                </a:lnTo>
                <a:cubicBezTo>
                  <a:pt x="856" y="492"/>
                  <a:pt x="839" y="495"/>
                  <a:pt x="818" y="495"/>
                </a:cubicBezTo>
                <a:cubicBezTo>
                  <a:pt x="738" y="495"/>
                  <a:pt x="673" y="429"/>
                  <a:pt x="673" y="350"/>
                </a:cubicBezTo>
                <a:cubicBezTo>
                  <a:pt x="673" y="287"/>
                  <a:pt x="711" y="235"/>
                  <a:pt x="766" y="213"/>
                </a:cubicBezTo>
                <a:lnTo>
                  <a:pt x="643" y="90"/>
                </a:lnTo>
                <a:lnTo>
                  <a:pt x="705" y="30"/>
                </a:lnTo>
                <a:lnTo>
                  <a:pt x="921" y="24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89426" y="5811044"/>
            <a:ext cx="377825" cy="441325"/>
          </a:xfrm>
          <a:custGeom>
            <a:avLst/>
            <a:gdLst>
              <a:gd name="T0" fmla="*/ 525 w 1051"/>
              <a:gd name="T1" fmla="*/ 262 h 1225"/>
              <a:gd name="T2" fmla="*/ 380 w 1051"/>
              <a:gd name="T3" fmla="*/ 410 h 1225"/>
              <a:gd name="T4" fmla="*/ 525 w 1051"/>
              <a:gd name="T5" fmla="*/ 555 h 1225"/>
              <a:gd name="T6" fmla="*/ 670 w 1051"/>
              <a:gd name="T7" fmla="*/ 410 h 1225"/>
              <a:gd name="T8" fmla="*/ 525 w 1051"/>
              <a:gd name="T9" fmla="*/ 262 h 1225"/>
              <a:gd name="T10" fmla="*/ 150 w 1051"/>
              <a:gd name="T11" fmla="*/ 541 h 1225"/>
              <a:gd name="T12" fmla="*/ 235 w 1051"/>
              <a:gd name="T13" fmla="*/ 410 h 1225"/>
              <a:gd name="T14" fmla="*/ 150 w 1051"/>
              <a:gd name="T15" fmla="*/ 278 h 1225"/>
              <a:gd name="T16" fmla="*/ 298 w 1051"/>
              <a:gd name="T17" fmla="*/ 131 h 1225"/>
              <a:gd name="T18" fmla="*/ 380 w 1051"/>
              <a:gd name="T19" fmla="*/ 158 h 1225"/>
              <a:gd name="T20" fmla="*/ 380 w 1051"/>
              <a:gd name="T21" fmla="*/ 147 h 1225"/>
              <a:gd name="T22" fmla="*/ 525 w 1051"/>
              <a:gd name="T23" fmla="*/ 0 h 1225"/>
              <a:gd name="T24" fmla="*/ 670 w 1051"/>
              <a:gd name="T25" fmla="*/ 147 h 1225"/>
              <a:gd name="T26" fmla="*/ 670 w 1051"/>
              <a:gd name="T27" fmla="*/ 158 h 1225"/>
              <a:gd name="T28" fmla="*/ 752 w 1051"/>
              <a:gd name="T29" fmla="*/ 131 h 1225"/>
              <a:gd name="T30" fmla="*/ 900 w 1051"/>
              <a:gd name="T31" fmla="*/ 278 h 1225"/>
              <a:gd name="T32" fmla="*/ 815 w 1051"/>
              <a:gd name="T33" fmla="*/ 410 h 1225"/>
              <a:gd name="T34" fmla="*/ 900 w 1051"/>
              <a:gd name="T35" fmla="*/ 541 h 1225"/>
              <a:gd name="T36" fmla="*/ 752 w 1051"/>
              <a:gd name="T37" fmla="*/ 686 h 1225"/>
              <a:gd name="T38" fmla="*/ 670 w 1051"/>
              <a:gd name="T39" fmla="*/ 661 h 1225"/>
              <a:gd name="T40" fmla="*/ 670 w 1051"/>
              <a:gd name="T41" fmla="*/ 672 h 1225"/>
              <a:gd name="T42" fmla="*/ 525 w 1051"/>
              <a:gd name="T43" fmla="*/ 817 h 1225"/>
              <a:gd name="T44" fmla="*/ 380 w 1051"/>
              <a:gd name="T45" fmla="*/ 672 h 1225"/>
              <a:gd name="T46" fmla="*/ 380 w 1051"/>
              <a:gd name="T47" fmla="*/ 661 h 1225"/>
              <a:gd name="T48" fmla="*/ 298 w 1051"/>
              <a:gd name="T49" fmla="*/ 686 h 1225"/>
              <a:gd name="T50" fmla="*/ 150 w 1051"/>
              <a:gd name="T51" fmla="*/ 541 h 1225"/>
              <a:gd name="T52" fmla="*/ 525 w 1051"/>
              <a:gd name="T53" fmla="*/ 1224 h 1225"/>
              <a:gd name="T54" fmla="*/ 0 w 1051"/>
              <a:gd name="T55" fmla="*/ 700 h 1225"/>
              <a:gd name="T56" fmla="*/ 525 w 1051"/>
              <a:gd name="T57" fmla="*/ 1224 h 1225"/>
              <a:gd name="T58" fmla="*/ 525 w 1051"/>
              <a:gd name="T59" fmla="*/ 1224 h 1225"/>
              <a:gd name="T60" fmla="*/ 1050 w 1051"/>
              <a:gd name="T61" fmla="*/ 700 h 1225"/>
              <a:gd name="T62" fmla="*/ 525 w 1051"/>
              <a:gd name="T63" fmla="*/ 12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225">
                <a:moveTo>
                  <a:pt x="525" y="262"/>
                </a:moveTo>
                <a:cubicBezTo>
                  <a:pt x="446" y="262"/>
                  <a:pt x="380" y="330"/>
                  <a:pt x="380" y="410"/>
                </a:cubicBezTo>
                <a:cubicBezTo>
                  <a:pt x="380" y="489"/>
                  <a:pt x="446" y="555"/>
                  <a:pt x="525" y="555"/>
                </a:cubicBezTo>
                <a:cubicBezTo>
                  <a:pt x="604" y="555"/>
                  <a:pt x="670" y="489"/>
                  <a:pt x="670" y="410"/>
                </a:cubicBezTo>
                <a:cubicBezTo>
                  <a:pt x="670" y="330"/>
                  <a:pt x="604" y="262"/>
                  <a:pt x="525" y="262"/>
                </a:cubicBezTo>
                <a:close/>
                <a:moveTo>
                  <a:pt x="150" y="541"/>
                </a:moveTo>
                <a:cubicBezTo>
                  <a:pt x="150" y="484"/>
                  <a:pt x="186" y="434"/>
                  <a:pt x="235" y="410"/>
                </a:cubicBezTo>
                <a:cubicBezTo>
                  <a:pt x="186" y="385"/>
                  <a:pt x="150" y="336"/>
                  <a:pt x="150" y="278"/>
                </a:cubicBezTo>
                <a:cubicBezTo>
                  <a:pt x="150" y="199"/>
                  <a:pt x="219" y="131"/>
                  <a:pt x="298" y="131"/>
                </a:cubicBezTo>
                <a:cubicBezTo>
                  <a:pt x="328" y="131"/>
                  <a:pt x="355" y="142"/>
                  <a:pt x="380" y="158"/>
                </a:cubicBezTo>
                <a:lnTo>
                  <a:pt x="380" y="147"/>
                </a:lnTo>
                <a:cubicBezTo>
                  <a:pt x="380" y="68"/>
                  <a:pt x="446" y="0"/>
                  <a:pt x="525" y="0"/>
                </a:cubicBezTo>
                <a:cubicBezTo>
                  <a:pt x="604" y="0"/>
                  <a:pt x="670" y="68"/>
                  <a:pt x="670" y="147"/>
                </a:cubicBezTo>
                <a:lnTo>
                  <a:pt x="670" y="158"/>
                </a:lnTo>
                <a:cubicBezTo>
                  <a:pt x="695" y="142"/>
                  <a:pt x="722" y="131"/>
                  <a:pt x="752" y="131"/>
                </a:cubicBezTo>
                <a:cubicBezTo>
                  <a:pt x="831" y="131"/>
                  <a:pt x="900" y="199"/>
                  <a:pt x="900" y="278"/>
                </a:cubicBezTo>
                <a:cubicBezTo>
                  <a:pt x="900" y="336"/>
                  <a:pt x="864" y="385"/>
                  <a:pt x="815" y="410"/>
                </a:cubicBezTo>
                <a:cubicBezTo>
                  <a:pt x="864" y="434"/>
                  <a:pt x="900" y="484"/>
                  <a:pt x="900" y="541"/>
                </a:cubicBezTo>
                <a:cubicBezTo>
                  <a:pt x="900" y="620"/>
                  <a:pt x="831" y="686"/>
                  <a:pt x="752" y="686"/>
                </a:cubicBezTo>
                <a:cubicBezTo>
                  <a:pt x="722" y="686"/>
                  <a:pt x="695" y="678"/>
                  <a:pt x="670" y="661"/>
                </a:cubicBezTo>
                <a:lnTo>
                  <a:pt x="670" y="672"/>
                </a:lnTo>
                <a:cubicBezTo>
                  <a:pt x="670" y="751"/>
                  <a:pt x="604" y="817"/>
                  <a:pt x="525" y="817"/>
                </a:cubicBezTo>
                <a:cubicBezTo>
                  <a:pt x="446" y="817"/>
                  <a:pt x="380" y="751"/>
                  <a:pt x="380" y="672"/>
                </a:cubicBezTo>
                <a:lnTo>
                  <a:pt x="380" y="661"/>
                </a:lnTo>
                <a:cubicBezTo>
                  <a:pt x="355" y="678"/>
                  <a:pt x="328" y="686"/>
                  <a:pt x="298" y="686"/>
                </a:cubicBezTo>
                <a:cubicBezTo>
                  <a:pt x="219" y="686"/>
                  <a:pt x="150" y="620"/>
                  <a:pt x="150" y="541"/>
                </a:cubicBezTo>
                <a:close/>
                <a:moveTo>
                  <a:pt x="525" y="1224"/>
                </a:moveTo>
                <a:cubicBezTo>
                  <a:pt x="235" y="1224"/>
                  <a:pt x="0" y="989"/>
                  <a:pt x="0" y="700"/>
                </a:cubicBezTo>
                <a:cubicBezTo>
                  <a:pt x="290" y="700"/>
                  <a:pt x="525" y="935"/>
                  <a:pt x="525" y="1224"/>
                </a:cubicBezTo>
                <a:close/>
                <a:moveTo>
                  <a:pt x="525" y="1224"/>
                </a:moveTo>
                <a:cubicBezTo>
                  <a:pt x="525" y="935"/>
                  <a:pt x="760" y="700"/>
                  <a:pt x="1050" y="700"/>
                </a:cubicBezTo>
                <a:cubicBezTo>
                  <a:pt x="1050" y="989"/>
                  <a:pt x="815" y="1224"/>
                  <a:pt x="525" y="122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64164" y="5820568"/>
            <a:ext cx="377825" cy="419100"/>
          </a:xfrm>
          <a:custGeom>
            <a:avLst/>
            <a:gdLst>
              <a:gd name="T0" fmla="*/ 919 w 1051"/>
              <a:gd name="T1" fmla="*/ 115 h 1165"/>
              <a:gd name="T2" fmla="*/ 131 w 1051"/>
              <a:gd name="T3" fmla="*/ 115 h 1165"/>
              <a:gd name="T4" fmla="*/ 156 w 1051"/>
              <a:gd name="T5" fmla="*/ 350 h 1165"/>
              <a:gd name="T6" fmla="*/ 894 w 1051"/>
              <a:gd name="T7" fmla="*/ 350 h 1165"/>
              <a:gd name="T8" fmla="*/ 919 w 1051"/>
              <a:gd name="T9" fmla="*/ 115 h 1165"/>
              <a:gd name="T10" fmla="*/ 525 w 1051"/>
              <a:gd name="T11" fmla="*/ 989 h 1165"/>
              <a:gd name="T12" fmla="*/ 700 w 1051"/>
              <a:gd name="T13" fmla="*/ 814 h 1165"/>
              <a:gd name="T14" fmla="*/ 525 w 1051"/>
              <a:gd name="T15" fmla="*/ 500 h 1165"/>
              <a:gd name="T16" fmla="*/ 350 w 1051"/>
              <a:gd name="T17" fmla="*/ 814 h 1165"/>
              <a:gd name="T18" fmla="*/ 525 w 1051"/>
              <a:gd name="T19" fmla="*/ 989 h 1165"/>
              <a:gd name="T20" fmla="*/ 0 w 1051"/>
              <a:gd name="T21" fmla="*/ 0 h 1165"/>
              <a:gd name="T22" fmla="*/ 1050 w 1051"/>
              <a:gd name="T23" fmla="*/ 0 h 1165"/>
              <a:gd name="T24" fmla="*/ 932 w 1051"/>
              <a:gd name="T25" fmla="*/ 1063 h 1165"/>
              <a:gd name="T26" fmla="*/ 817 w 1051"/>
              <a:gd name="T27" fmla="*/ 1164 h 1165"/>
              <a:gd name="T28" fmla="*/ 232 w 1051"/>
              <a:gd name="T29" fmla="*/ 1164 h 1165"/>
              <a:gd name="T30" fmla="*/ 117 w 1051"/>
              <a:gd name="T31" fmla="*/ 1063 h 1165"/>
              <a:gd name="T32" fmla="*/ 0 w 1051"/>
              <a:gd name="T33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51" h="1165">
                <a:moveTo>
                  <a:pt x="919" y="115"/>
                </a:moveTo>
                <a:lnTo>
                  <a:pt x="131" y="115"/>
                </a:lnTo>
                <a:lnTo>
                  <a:pt x="156" y="350"/>
                </a:lnTo>
                <a:lnTo>
                  <a:pt x="894" y="350"/>
                </a:lnTo>
                <a:lnTo>
                  <a:pt x="919" y="115"/>
                </a:lnTo>
                <a:close/>
                <a:moveTo>
                  <a:pt x="525" y="989"/>
                </a:moveTo>
                <a:cubicBezTo>
                  <a:pt x="620" y="989"/>
                  <a:pt x="700" y="910"/>
                  <a:pt x="700" y="814"/>
                </a:cubicBezTo>
                <a:cubicBezTo>
                  <a:pt x="700" y="697"/>
                  <a:pt x="525" y="500"/>
                  <a:pt x="525" y="500"/>
                </a:cubicBezTo>
                <a:cubicBezTo>
                  <a:pt x="525" y="500"/>
                  <a:pt x="350" y="697"/>
                  <a:pt x="350" y="814"/>
                </a:cubicBezTo>
                <a:cubicBezTo>
                  <a:pt x="350" y="910"/>
                  <a:pt x="429" y="989"/>
                  <a:pt x="525" y="989"/>
                </a:cubicBezTo>
                <a:close/>
                <a:moveTo>
                  <a:pt x="0" y="0"/>
                </a:moveTo>
                <a:lnTo>
                  <a:pt x="1050" y="0"/>
                </a:lnTo>
                <a:lnTo>
                  <a:pt x="932" y="1063"/>
                </a:lnTo>
                <a:cubicBezTo>
                  <a:pt x="924" y="1121"/>
                  <a:pt x="877" y="1164"/>
                  <a:pt x="817" y="1164"/>
                </a:cubicBezTo>
                <a:lnTo>
                  <a:pt x="232" y="1164"/>
                </a:lnTo>
                <a:cubicBezTo>
                  <a:pt x="172" y="1164"/>
                  <a:pt x="126" y="1121"/>
                  <a:pt x="117" y="106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18262" y="5861843"/>
            <a:ext cx="419100" cy="336550"/>
          </a:xfrm>
          <a:custGeom>
            <a:avLst/>
            <a:gdLst>
              <a:gd name="T0" fmla="*/ 815 w 1166"/>
              <a:gd name="T1" fmla="*/ 467 h 936"/>
              <a:gd name="T2" fmla="*/ 815 w 1166"/>
              <a:gd name="T3" fmla="*/ 174 h 936"/>
              <a:gd name="T4" fmla="*/ 758 w 1166"/>
              <a:gd name="T5" fmla="*/ 174 h 936"/>
              <a:gd name="T6" fmla="*/ 758 w 1166"/>
              <a:gd name="T7" fmla="*/ 292 h 936"/>
              <a:gd name="T8" fmla="*/ 700 w 1166"/>
              <a:gd name="T9" fmla="*/ 292 h 936"/>
              <a:gd name="T10" fmla="*/ 700 w 1166"/>
              <a:gd name="T11" fmla="*/ 174 h 936"/>
              <a:gd name="T12" fmla="*/ 640 w 1166"/>
              <a:gd name="T13" fmla="*/ 174 h 936"/>
              <a:gd name="T14" fmla="*/ 640 w 1166"/>
              <a:gd name="T15" fmla="*/ 349 h 936"/>
              <a:gd name="T16" fmla="*/ 758 w 1166"/>
              <a:gd name="T17" fmla="*/ 349 h 936"/>
              <a:gd name="T18" fmla="*/ 758 w 1166"/>
              <a:gd name="T19" fmla="*/ 467 h 936"/>
              <a:gd name="T20" fmla="*/ 815 w 1166"/>
              <a:gd name="T21" fmla="*/ 467 h 936"/>
              <a:gd name="T22" fmla="*/ 525 w 1166"/>
              <a:gd name="T23" fmla="*/ 349 h 936"/>
              <a:gd name="T24" fmla="*/ 525 w 1166"/>
              <a:gd name="T25" fmla="*/ 174 h 936"/>
              <a:gd name="T26" fmla="*/ 350 w 1166"/>
              <a:gd name="T27" fmla="*/ 174 h 936"/>
              <a:gd name="T28" fmla="*/ 350 w 1166"/>
              <a:gd name="T29" fmla="*/ 235 h 936"/>
              <a:gd name="T30" fmla="*/ 465 w 1166"/>
              <a:gd name="T31" fmla="*/ 235 h 936"/>
              <a:gd name="T32" fmla="*/ 465 w 1166"/>
              <a:gd name="T33" fmla="*/ 292 h 936"/>
              <a:gd name="T34" fmla="*/ 350 w 1166"/>
              <a:gd name="T35" fmla="*/ 292 h 936"/>
              <a:gd name="T36" fmla="*/ 350 w 1166"/>
              <a:gd name="T37" fmla="*/ 467 h 936"/>
              <a:gd name="T38" fmla="*/ 525 w 1166"/>
              <a:gd name="T39" fmla="*/ 467 h 936"/>
              <a:gd name="T40" fmla="*/ 525 w 1166"/>
              <a:gd name="T41" fmla="*/ 410 h 936"/>
              <a:gd name="T42" fmla="*/ 408 w 1166"/>
              <a:gd name="T43" fmla="*/ 410 h 936"/>
              <a:gd name="T44" fmla="*/ 408 w 1166"/>
              <a:gd name="T45" fmla="*/ 349 h 936"/>
              <a:gd name="T46" fmla="*/ 525 w 1166"/>
              <a:gd name="T47" fmla="*/ 349 h 936"/>
              <a:gd name="T48" fmla="*/ 990 w 1166"/>
              <a:gd name="T49" fmla="*/ 174 h 936"/>
              <a:gd name="T50" fmla="*/ 1165 w 1166"/>
              <a:gd name="T51" fmla="*/ 174 h 936"/>
              <a:gd name="T52" fmla="*/ 1165 w 1166"/>
              <a:gd name="T53" fmla="*/ 935 h 936"/>
              <a:gd name="T54" fmla="*/ 700 w 1166"/>
              <a:gd name="T55" fmla="*/ 935 h 936"/>
              <a:gd name="T56" fmla="*/ 700 w 1166"/>
              <a:gd name="T57" fmla="*/ 699 h 936"/>
              <a:gd name="T58" fmla="*/ 465 w 1166"/>
              <a:gd name="T59" fmla="*/ 699 h 936"/>
              <a:gd name="T60" fmla="*/ 465 w 1166"/>
              <a:gd name="T61" fmla="*/ 935 h 936"/>
              <a:gd name="T62" fmla="*/ 0 w 1166"/>
              <a:gd name="T63" fmla="*/ 935 h 936"/>
              <a:gd name="T64" fmla="*/ 0 w 1166"/>
              <a:gd name="T65" fmla="*/ 174 h 936"/>
              <a:gd name="T66" fmla="*/ 175 w 1166"/>
              <a:gd name="T67" fmla="*/ 174 h 936"/>
              <a:gd name="T68" fmla="*/ 175 w 1166"/>
              <a:gd name="T69" fmla="*/ 0 h 936"/>
              <a:gd name="T70" fmla="*/ 990 w 1166"/>
              <a:gd name="T71" fmla="*/ 0 h 936"/>
              <a:gd name="T72" fmla="*/ 990 w 1166"/>
              <a:gd name="T73" fmla="*/ 174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66" h="936">
                <a:moveTo>
                  <a:pt x="815" y="467"/>
                </a:moveTo>
                <a:lnTo>
                  <a:pt x="815" y="174"/>
                </a:lnTo>
                <a:lnTo>
                  <a:pt x="758" y="174"/>
                </a:lnTo>
                <a:lnTo>
                  <a:pt x="758" y="292"/>
                </a:lnTo>
                <a:lnTo>
                  <a:pt x="700" y="292"/>
                </a:lnTo>
                <a:lnTo>
                  <a:pt x="700" y="174"/>
                </a:lnTo>
                <a:lnTo>
                  <a:pt x="640" y="174"/>
                </a:lnTo>
                <a:lnTo>
                  <a:pt x="640" y="349"/>
                </a:lnTo>
                <a:lnTo>
                  <a:pt x="758" y="349"/>
                </a:lnTo>
                <a:lnTo>
                  <a:pt x="758" y="467"/>
                </a:lnTo>
                <a:lnTo>
                  <a:pt x="815" y="467"/>
                </a:lnTo>
                <a:close/>
                <a:moveTo>
                  <a:pt x="525" y="349"/>
                </a:moveTo>
                <a:lnTo>
                  <a:pt x="525" y="174"/>
                </a:lnTo>
                <a:lnTo>
                  <a:pt x="350" y="174"/>
                </a:lnTo>
                <a:lnTo>
                  <a:pt x="350" y="235"/>
                </a:lnTo>
                <a:lnTo>
                  <a:pt x="465" y="235"/>
                </a:lnTo>
                <a:lnTo>
                  <a:pt x="465" y="292"/>
                </a:lnTo>
                <a:lnTo>
                  <a:pt x="350" y="292"/>
                </a:lnTo>
                <a:lnTo>
                  <a:pt x="350" y="467"/>
                </a:lnTo>
                <a:lnTo>
                  <a:pt x="525" y="467"/>
                </a:lnTo>
                <a:lnTo>
                  <a:pt x="525" y="410"/>
                </a:lnTo>
                <a:lnTo>
                  <a:pt x="408" y="410"/>
                </a:lnTo>
                <a:lnTo>
                  <a:pt x="408" y="349"/>
                </a:lnTo>
                <a:lnTo>
                  <a:pt x="525" y="349"/>
                </a:lnTo>
                <a:close/>
                <a:moveTo>
                  <a:pt x="990" y="174"/>
                </a:moveTo>
                <a:lnTo>
                  <a:pt x="1165" y="174"/>
                </a:lnTo>
                <a:lnTo>
                  <a:pt x="1165" y="935"/>
                </a:lnTo>
                <a:lnTo>
                  <a:pt x="700" y="935"/>
                </a:lnTo>
                <a:lnTo>
                  <a:pt x="700" y="699"/>
                </a:lnTo>
                <a:lnTo>
                  <a:pt x="465" y="699"/>
                </a:lnTo>
                <a:lnTo>
                  <a:pt x="465" y="935"/>
                </a:lnTo>
                <a:lnTo>
                  <a:pt x="0" y="935"/>
                </a:lnTo>
                <a:lnTo>
                  <a:pt x="0" y="174"/>
                </a:lnTo>
                <a:lnTo>
                  <a:pt x="175" y="174"/>
                </a:lnTo>
                <a:lnTo>
                  <a:pt x="175" y="0"/>
                </a:lnTo>
                <a:lnTo>
                  <a:pt x="990" y="0"/>
                </a:lnTo>
                <a:lnTo>
                  <a:pt x="990" y="1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12051" y="5796758"/>
            <a:ext cx="377825" cy="466725"/>
          </a:xfrm>
          <a:custGeom>
            <a:avLst/>
            <a:gdLst>
              <a:gd name="T0" fmla="*/ 933 w 1051"/>
              <a:gd name="T1" fmla="*/ 1296 h 1297"/>
              <a:gd name="T2" fmla="*/ 875 w 1051"/>
              <a:gd name="T3" fmla="*/ 1236 h 1297"/>
              <a:gd name="T4" fmla="*/ 875 w 1051"/>
              <a:gd name="T5" fmla="*/ 1178 h 1297"/>
              <a:gd name="T6" fmla="*/ 175 w 1051"/>
              <a:gd name="T7" fmla="*/ 1178 h 1297"/>
              <a:gd name="T8" fmla="*/ 175 w 1051"/>
              <a:gd name="T9" fmla="*/ 1236 h 1297"/>
              <a:gd name="T10" fmla="*/ 118 w 1051"/>
              <a:gd name="T11" fmla="*/ 1296 h 1297"/>
              <a:gd name="T12" fmla="*/ 58 w 1051"/>
              <a:gd name="T13" fmla="*/ 1296 h 1297"/>
              <a:gd name="T14" fmla="*/ 0 w 1051"/>
              <a:gd name="T15" fmla="*/ 1236 h 1297"/>
              <a:gd name="T16" fmla="*/ 0 w 1051"/>
              <a:gd name="T17" fmla="*/ 771 h 1297"/>
              <a:gd name="T18" fmla="*/ 121 w 1051"/>
              <a:gd name="T19" fmla="*/ 421 h 1297"/>
              <a:gd name="T20" fmla="*/ 205 w 1051"/>
              <a:gd name="T21" fmla="*/ 361 h 1297"/>
              <a:gd name="T22" fmla="*/ 845 w 1051"/>
              <a:gd name="T23" fmla="*/ 361 h 1297"/>
              <a:gd name="T24" fmla="*/ 930 w 1051"/>
              <a:gd name="T25" fmla="*/ 421 h 1297"/>
              <a:gd name="T26" fmla="*/ 1050 w 1051"/>
              <a:gd name="T27" fmla="*/ 771 h 1297"/>
              <a:gd name="T28" fmla="*/ 1050 w 1051"/>
              <a:gd name="T29" fmla="*/ 1236 h 1297"/>
              <a:gd name="T30" fmla="*/ 993 w 1051"/>
              <a:gd name="T31" fmla="*/ 1296 h 1297"/>
              <a:gd name="T32" fmla="*/ 933 w 1051"/>
              <a:gd name="T33" fmla="*/ 1296 h 1297"/>
              <a:gd name="T34" fmla="*/ 118 w 1051"/>
              <a:gd name="T35" fmla="*/ 711 h 1297"/>
              <a:gd name="T36" fmla="*/ 933 w 1051"/>
              <a:gd name="T37" fmla="*/ 711 h 1297"/>
              <a:gd name="T38" fmla="*/ 845 w 1051"/>
              <a:gd name="T39" fmla="*/ 448 h 1297"/>
              <a:gd name="T40" fmla="*/ 205 w 1051"/>
              <a:gd name="T41" fmla="*/ 448 h 1297"/>
              <a:gd name="T42" fmla="*/ 118 w 1051"/>
              <a:gd name="T43" fmla="*/ 711 h 1297"/>
              <a:gd name="T44" fmla="*/ 845 w 1051"/>
              <a:gd name="T45" fmla="*/ 1003 h 1297"/>
              <a:gd name="T46" fmla="*/ 933 w 1051"/>
              <a:gd name="T47" fmla="*/ 916 h 1297"/>
              <a:gd name="T48" fmla="*/ 845 w 1051"/>
              <a:gd name="T49" fmla="*/ 828 h 1297"/>
              <a:gd name="T50" fmla="*/ 758 w 1051"/>
              <a:gd name="T51" fmla="*/ 916 h 1297"/>
              <a:gd name="T52" fmla="*/ 845 w 1051"/>
              <a:gd name="T53" fmla="*/ 1003 h 1297"/>
              <a:gd name="T54" fmla="*/ 205 w 1051"/>
              <a:gd name="T55" fmla="*/ 1003 h 1297"/>
              <a:gd name="T56" fmla="*/ 293 w 1051"/>
              <a:gd name="T57" fmla="*/ 916 h 1297"/>
              <a:gd name="T58" fmla="*/ 205 w 1051"/>
              <a:gd name="T59" fmla="*/ 828 h 1297"/>
              <a:gd name="T60" fmla="*/ 118 w 1051"/>
              <a:gd name="T61" fmla="*/ 916 h 1297"/>
              <a:gd name="T62" fmla="*/ 205 w 1051"/>
              <a:gd name="T63" fmla="*/ 1003 h 1297"/>
              <a:gd name="T64" fmla="*/ 233 w 1051"/>
              <a:gd name="T65" fmla="*/ 246 h 1297"/>
              <a:gd name="T66" fmla="*/ 145 w 1051"/>
              <a:gd name="T67" fmla="*/ 159 h 1297"/>
              <a:gd name="T68" fmla="*/ 233 w 1051"/>
              <a:gd name="T69" fmla="*/ 0 h 1297"/>
              <a:gd name="T70" fmla="*/ 320 w 1051"/>
              <a:gd name="T71" fmla="*/ 159 h 1297"/>
              <a:gd name="T72" fmla="*/ 233 w 1051"/>
              <a:gd name="T73" fmla="*/ 246 h 1297"/>
              <a:gd name="T74" fmla="*/ 525 w 1051"/>
              <a:gd name="T75" fmla="*/ 246 h 1297"/>
              <a:gd name="T76" fmla="*/ 438 w 1051"/>
              <a:gd name="T77" fmla="*/ 159 h 1297"/>
              <a:gd name="T78" fmla="*/ 525 w 1051"/>
              <a:gd name="T79" fmla="*/ 0 h 1297"/>
              <a:gd name="T80" fmla="*/ 613 w 1051"/>
              <a:gd name="T81" fmla="*/ 159 h 1297"/>
              <a:gd name="T82" fmla="*/ 525 w 1051"/>
              <a:gd name="T83" fmla="*/ 246 h 1297"/>
              <a:gd name="T84" fmla="*/ 818 w 1051"/>
              <a:gd name="T85" fmla="*/ 246 h 1297"/>
              <a:gd name="T86" fmla="*/ 730 w 1051"/>
              <a:gd name="T87" fmla="*/ 159 h 1297"/>
              <a:gd name="T88" fmla="*/ 818 w 1051"/>
              <a:gd name="T89" fmla="*/ 0 h 1297"/>
              <a:gd name="T90" fmla="*/ 905 w 1051"/>
              <a:gd name="T91" fmla="*/ 159 h 1297"/>
              <a:gd name="T92" fmla="*/ 818 w 1051"/>
              <a:gd name="T93" fmla="*/ 246 h 1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51" h="1297">
                <a:moveTo>
                  <a:pt x="933" y="1296"/>
                </a:moveTo>
                <a:cubicBezTo>
                  <a:pt x="900" y="1296"/>
                  <a:pt x="875" y="1269"/>
                  <a:pt x="875" y="1236"/>
                </a:cubicBezTo>
                <a:lnTo>
                  <a:pt x="875" y="1178"/>
                </a:lnTo>
                <a:lnTo>
                  <a:pt x="175" y="1178"/>
                </a:lnTo>
                <a:lnTo>
                  <a:pt x="175" y="1236"/>
                </a:lnTo>
                <a:cubicBezTo>
                  <a:pt x="175" y="1269"/>
                  <a:pt x="151" y="1296"/>
                  <a:pt x="118" y="1296"/>
                </a:cubicBezTo>
                <a:lnTo>
                  <a:pt x="58" y="1296"/>
                </a:lnTo>
                <a:cubicBezTo>
                  <a:pt x="25" y="1296"/>
                  <a:pt x="0" y="1269"/>
                  <a:pt x="0" y="1236"/>
                </a:cubicBezTo>
                <a:lnTo>
                  <a:pt x="0" y="771"/>
                </a:lnTo>
                <a:lnTo>
                  <a:pt x="121" y="421"/>
                </a:lnTo>
                <a:cubicBezTo>
                  <a:pt x="132" y="386"/>
                  <a:pt x="167" y="361"/>
                  <a:pt x="205" y="361"/>
                </a:cubicBezTo>
                <a:lnTo>
                  <a:pt x="845" y="361"/>
                </a:lnTo>
                <a:cubicBezTo>
                  <a:pt x="883" y="361"/>
                  <a:pt x="919" y="386"/>
                  <a:pt x="930" y="421"/>
                </a:cubicBezTo>
                <a:lnTo>
                  <a:pt x="1050" y="771"/>
                </a:lnTo>
                <a:lnTo>
                  <a:pt x="1050" y="1236"/>
                </a:lnTo>
                <a:cubicBezTo>
                  <a:pt x="1050" y="1269"/>
                  <a:pt x="1026" y="1296"/>
                  <a:pt x="993" y="1296"/>
                </a:cubicBezTo>
                <a:lnTo>
                  <a:pt x="933" y="1296"/>
                </a:lnTo>
                <a:close/>
                <a:moveTo>
                  <a:pt x="118" y="711"/>
                </a:moveTo>
                <a:lnTo>
                  <a:pt x="933" y="711"/>
                </a:lnTo>
                <a:lnTo>
                  <a:pt x="845" y="448"/>
                </a:lnTo>
                <a:lnTo>
                  <a:pt x="205" y="448"/>
                </a:lnTo>
                <a:lnTo>
                  <a:pt x="118" y="711"/>
                </a:lnTo>
                <a:close/>
                <a:moveTo>
                  <a:pt x="845" y="1003"/>
                </a:moveTo>
                <a:cubicBezTo>
                  <a:pt x="894" y="1003"/>
                  <a:pt x="933" y="965"/>
                  <a:pt x="933" y="916"/>
                </a:cubicBezTo>
                <a:cubicBezTo>
                  <a:pt x="933" y="867"/>
                  <a:pt x="894" y="828"/>
                  <a:pt x="845" y="828"/>
                </a:cubicBezTo>
                <a:cubicBezTo>
                  <a:pt x="796" y="828"/>
                  <a:pt x="758" y="867"/>
                  <a:pt x="758" y="916"/>
                </a:cubicBezTo>
                <a:cubicBezTo>
                  <a:pt x="758" y="965"/>
                  <a:pt x="796" y="1003"/>
                  <a:pt x="845" y="1003"/>
                </a:cubicBezTo>
                <a:close/>
                <a:moveTo>
                  <a:pt x="205" y="1003"/>
                </a:moveTo>
                <a:cubicBezTo>
                  <a:pt x="255" y="1003"/>
                  <a:pt x="293" y="965"/>
                  <a:pt x="293" y="916"/>
                </a:cubicBezTo>
                <a:cubicBezTo>
                  <a:pt x="293" y="867"/>
                  <a:pt x="255" y="828"/>
                  <a:pt x="205" y="828"/>
                </a:cubicBezTo>
                <a:cubicBezTo>
                  <a:pt x="156" y="828"/>
                  <a:pt x="118" y="867"/>
                  <a:pt x="118" y="916"/>
                </a:cubicBezTo>
                <a:cubicBezTo>
                  <a:pt x="118" y="965"/>
                  <a:pt x="156" y="1003"/>
                  <a:pt x="205" y="1003"/>
                </a:cubicBezTo>
                <a:close/>
                <a:moveTo>
                  <a:pt x="233" y="246"/>
                </a:moveTo>
                <a:cubicBezTo>
                  <a:pt x="184" y="246"/>
                  <a:pt x="145" y="208"/>
                  <a:pt x="145" y="159"/>
                </a:cubicBezTo>
                <a:cubicBezTo>
                  <a:pt x="145" y="101"/>
                  <a:pt x="233" y="0"/>
                  <a:pt x="233" y="0"/>
                </a:cubicBezTo>
                <a:cubicBezTo>
                  <a:pt x="233" y="0"/>
                  <a:pt x="320" y="101"/>
                  <a:pt x="320" y="159"/>
                </a:cubicBezTo>
                <a:cubicBezTo>
                  <a:pt x="320" y="208"/>
                  <a:pt x="282" y="246"/>
                  <a:pt x="233" y="246"/>
                </a:cubicBezTo>
                <a:close/>
                <a:moveTo>
                  <a:pt x="525" y="246"/>
                </a:moveTo>
                <a:cubicBezTo>
                  <a:pt x="476" y="246"/>
                  <a:pt x="438" y="208"/>
                  <a:pt x="438" y="159"/>
                </a:cubicBezTo>
                <a:cubicBezTo>
                  <a:pt x="438" y="101"/>
                  <a:pt x="525" y="0"/>
                  <a:pt x="525" y="0"/>
                </a:cubicBezTo>
                <a:cubicBezTo>
                  <a:pt x="525" y="0"/>
                  <a:pt x="613" y="101"/>
                  <a:pt x="613" y="159"/>
                </a:cubicBezTo>
                <a:cubicBezTo>
                  <a:pt x="613" y="208"/>
                  <a:pt x="575" y="246"/>
                  <a:pt x="525" y="246"/>
                </a:cubicBezTo>
                <a:close/>
                <a:moveTo>
                  <a:pt x="818" y="246"/>
                </a:moveTo>
                <a:cubicBezTo>
                  <a:pt x="769" y="246"/>
                  <a:pt x="730" y="208"/>
                  <a:pt x="730" y="159"/>
                </a:cubicBezTo>
                <a:cubicBezTo>
                  <a:pt x="730" y="101"/>
                  <a:pt x="818" y="0"/>
                  <a:pt x="818" y="0"/>
                </a:cubicBezTo>
                <a:cubicBezTo>
                  <a:pt x="818" y="0"/>
                  <a:pt x="905" y="101"/>
                  <a:pt x="905" y="159"/>
                </a:cubicBezTo>
                <a:cubicBezTo>
                  <a:pt x="905" y="208"/>
                  <a:pt x="867" y="246"/>
                  <a:pt x="818" y="24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566149" y="5841208"/>
            <a:ext cx="419100" cy="377825"/>
          </a:xfrm>
          <a:custGeom>
            <a:avLst/>
            <a:gdLst>
              <a:gd name="T0" fmla="*/ 0 w 1165"/>
              <a:gd name="T1" fmla="*/ 1050 h 1051"/>
              <a:gd name="T2" fmla="*/ 0 w 1165"/>
              <a:gd name="T3" fmla="*/ 932 h 1051"/>
              <a:gd name="T4" fmla="*/ 1050 w 1165"/>
              <a:gd name="T5" fmla="*/ 932 h 1051"/>
              <a:gd name="T6" fmla="*/ 1050 w 1165"/>
              <a:gd name="T7" fmla="*/ 1050 h 1051"/>
              <a:gd name="T8" fmla="*/ 0 w 1165"/>
              <a:gd name="T9" fmla="*/ 1050 h 1051"/>
              <a:gd name="T10" fmla="*/ 1050 w 1165"/>
              <a:gd name="T11" fmla="*/ 293 h 1051"/>
              <a:gd name="T12" fmla="*/ 1050 w 1165"/>
              <a:gd name="T13" fmla="*/ 118 h 1051"/>
              <a:gd name="T14" fmla="*/ 932 w 1165"/>
              <a:gd name="T15" fmla="*/ 118 h 1051"/>
              <a:gd name="T16" fmla="*/ 932 w 1165"/>
              <a:gd name="T17" fmla="*/ 293 h 1051"/>
              <a:gd name="T18" fmla="*/ 1050 w 1165"/>
              <a:gd name="T19" fmla="*/ 293 h 1051"/>
              <a:gd name="T20" fmla="*/ 1050 w 1165"/>
              <a:gd name="T21" fmla="*/ 0 h 1051"/>
              <a:gd name="T22" fmla="*/ 1164 w 1165"/>
              <a:gd name="T23" fmla="*/ 118 h 1051"/>
              <a:gd name="T24" fmla="*/ 1164 w 1165"/>
              <a:gd name="T25" fmla="*/ 293 h 1051"/>
              <a:gd name="T26" fmla="*/ 1050 w 1165"/>
              <a:gd name="T27" fmla="*/ 407 h 1051"/>
              <a:gd name="T28" fmla="*/ 932 w 1165"/>
              <a:gd name="T29" fmla="*/ 407 h 1051"/>
              <a:gd name="T30" fmla="*/ 932 w 1165"/>
              <a:gd name="T31" fmla="*/ 582 h 1051"/>
              <a:gd name="T32" fmla="*/ 700 w 1165"/>
              <a:gd name="T33" fmla="*/ 818 h 1051"/>
              <a:gd name="T34" fmla="*/ 350 w 1165"/>
              <a:gd name="T35" fmla="*/ 818 h 1051"/>
              <a:gd name="T36" fmla="*/ 115 w 1165"/>
              <a:gd name="T37" fmla="*/ 582 h 1051"/>
              <a:gd name="T38" fmla="*/ 115 w 1165"/>
              <a:gd name="T39" fmla="*/ 0 h 1051"/>
              <a:gd name="T40" fmla="*/ 1050 w 1165"/>
              <a:gd name="T4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65" h="1051">
                <a:moveTo>
                  <a:pt x="0" y="1050"/>
                </a:moveTo>
                <a:lnTo>
                  <a:pt x="0" y="932"/>
                </a:lnTo>
                <a:lnTo>
                  <a:pt x="1050" y="932"/>
                </a:lnTo>
                <a:lnTo>
                  <a:pt x="1050" y="1050"/>
                </a:lnTo>
                <a:lnTo>
                  <a:pt x="0" y="1050"/>
                </a:lnTo>
                <a:close/>
                <a:moveTo>
                  <a:pt x="1050" y="293"/>
                </a:moveTo>
                <a:lnTo>
                  <a:pt x="1050" y="118"/>
                </a:lnTo>
                <a:lnTo>
                  <a:pt x="932" y="118"/>
                </a:lnTo>
                <a:lnTo>
                  <a:pt x="932" y="293"/>
                </a:lnTo>
                <a:lnTo>
                  <a:pt x="1050" y="293"/>
                </a:lnTo>
                <a:close/>
                <a:moveTo>
                  <a:pt x="1050" y="0"/>
                </a:moveTo>
                <a:cubicBezTo>
                  <a:pt x="1115" y="0"/>
                  <a:pt x="1164" y="52"/>
                  <a:pt x="1164" y="118"/>
                </a:cubicBezTo>
                <a:lnTo>
                  <a:pt x="1164" y="293"/>
                </a:lnTo>
                <a:cubicBezTo>
                  <a:pt x="1164" y="358"/>
                  <a:pt x="1115" y="407"/>
                  <a:pt x="1050" y="407"/>
                </a:cubicBezTo>
                <a:lnTo>
                  <a:pt x="932" y="407"/>
                </a:lnTo>
                <a:lnTo>
                  <a:pt x="932" y="582"/>
                </a:lnTo>
                <a:cubicBezTo>
                  <a:pt x="932" y="711"/>
                  <a:pt x="828" y="818"/>
                  <a:pt x="700" y="818"/>
                </a:cubicBezTo>
                <a:lnTo>
                  <a:pt x="350" y="818"/>
                </a:lnTo>
                <a:cubicBezTo>
                  <a:pt x="221" y="818"/>
                  <a:pt x="115" y="711"/>
                  <a:pt x="115" y="582"/>
                </a:cubicBezTo>
                <a:lnTo>
                  <a:pt x="115" y="0"/>
                </a:ln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61526" y="5841208"/>
            <a:ext cx="377825" cy="377825"/>
          </a:xfrm>
          <a:custGeom>
            <a:avLst/>
            <a:gdLst>
              <a:gd name="T0" fmla="*/ 260 w 1051"/>
              <a:gd name="T1" fmla="*/ 232 h 1051"/>
              <a:gd name="T2" fmla="*/ 790 w 1051"/>
              <a:gd name="T3" fmla="*/ 232 h 1051"/>
              <a:gd name="T4" fmla="*/ 894 w 1051"/>
              <a:gd name="T5" fmla="*/ 118 h 1051"/>
              <a:gd name="T6" fmla="*/ 156 w 1051"/>
              <a:gd name="T7" fmla="*/ 118 h 1051"/>
              <a:gd name="T8" fmla="*/ 260 w 1051"/>
              <a:gd name="T9" fmla="*/ 232 h 1051"/>
              <a:gd name="T10" fmla="*/ 1050 w 1051"/>
              <a:gd name="T11" fmla="*/ 118 h 1051"/>
              <a:gd name="T12" fmla="*/ 582 w 1051"/>
              <a:gd name="T13" fmla="*/ 643 h 1051"/>
              <a:gd name="T14" fmla="*/ 582 w 1051"/>
              <a:gd name="T15" fmla="*/ 932 h 1051"/>
              <a:gd name="T16" fmla="*/ 875 w 1051"/>
              <a:gd name="T17" fmla="*/ 932 h 1051"/>
              <a:gd name="T18" fmla="*/ 875 w 1051"/>
              <a:gd name="T19" fmla="*/ 1050 h 1051"/>
              <a:gd name="T20" fmla="*/ 175 w 1051"/>
              <a:gd name="T21" fmla="*/ 1050 h 1051"/>
              <a:gd name="T22" fmla="*/ 175 w 1051"/>
              <a:gd name="T23" fmla="*/ 932 h 1051"/>
              <a:gd name="T24" fmla="*/ 467 w 1051"/>
              <a:gd name="T25" fmla="*/ 932 h 1051"/>
              <a:gd name="T26" fmla="*/ 467 w 1051"/>
              <a:gd name="T27" fmla="*/ 643 h 1051"/>
              <a:gd name="T28" fmla="*/ 0 w 1051"/>
              <a:gd name="T29" fmla="*/ 118 h 1051"/>
              <a:gd name="T30" fmla="*/ 0 w 1051"/>
              <a:gd name="T31" fmla="*/ 0 h 1051"/>
              <a:gd name="T32" fmla="*/ 1050 w 1051"/>
              <a:gd name="T33" fmla="*/ 0 h 1051"/>
              <a:gd name="T34" fmla="*/ 1050 w 1051"/>
              <a:gd name="T35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51" h="1051">
                <a:moveTo>
                  <a:pt x="260" y="232"/>
                </a:moveTo>
                <a:lnTo>
                  <a:pt x="790" y="232"/>
                </a:lnTo>
                <a:lnTo>
                  <a:pt x="894" y="118"/>
                </a:lnTo>
                <a:lnTo>
                  <a:pt x="156" y="118"/>
                </a:lnTo>
                <a:lnTo>
                  <a:pt x="260" y="232"/>
                </a:lnTo>
                <a:close/>
                <a:moveTo>
                  <a:pt x="1050" y="118"/>
                </a:moveTo>
                <a:lnTo>
                  <a:pt x="582" y="643"/>
                </a:lnTo>
                <a:lnTo>
                  <a:pt x="582" y="932"/>
                </a:lnTo>
                <a:lnTo>
                  <a:pt x="875" y="932"/>
                </a:lnTo>
                <a:lnTo>
                  <a:pt x="875" y="1050"/>
                </a:lnTo>
                <a:lnTo>
                  <a:pt x="175" y="1050"/>
                </a:lnTo>
                <a:lnTo>
                  <a:pt x="175" y="932"/>
                </a:lnTo>
                <a:lnTo>
                  <a:pt x="467" y="932"/>
                </a:lnTo>
                <a:lnTo>
                  <a:pt x="467" y="643"/>
                </a:lnTo>
                <a:lnTo>
                  <a:pt x="0" y="118"/>
                </a:lnTo>
                <a:lnTo>
                  <a:pt x="0" y="0"/>
                </a:lnTo>
                <a:lnTo>
                  <a:pt x="1050" y="0"/>
                </a:lnTo>
                <a:lnTo>
                  <a:pt x="1050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715624" y="5861843"/>
            <a:ext cx="419100" cy="336550"/>
          </a:xfrm>
          <a:custGeom>
            <a:avLst/>
            <a:gdLst>
              <a:gd name="T0" fmla="*/ 1050 w 1166"/>
              <a:gd name="T1" fmla="*/ 817 h 936"/>
              <a:gd name="T2" fmla="*/ 1050 w 1166"/>
              <a:gd name="T3" fmla="*/ 117 h 936"/>
              <a:gd name="T4" fmla="*/ 115 w 1166"/>
              <a:gd name="T5" fmla="*/ 117 h 936"/>
              <a:gd name="T6" fmla="*/ 115 w 1166"/>
              <a:gd name="T7" fmla="*/ 817 h 936"/>
              <a:gd name="T8" fmla="*/ 1050 w 1166"/>
              <a:gd name="T9" fmla="*/ 817 h 936"/>
              <a:gd name="T10" fmla="*/ 1165 w 1166"/>
              <a:gd name="T11" fmla="*/ 117 h 936"/>
              <a:gd name="T12" fmla="*/ 1165 w 1166"/>
              <a:gd name="T13" fmla="*/ 817 h 936"/>
              <a:gd name="T14" fmla="*/ 1050 w 1166"/>
              <a:gd name="T15" fmla="*/ 935 h 936"/>
              <a:gd name="T16" fmla="*/ 115 w 1166"/>
              <a:gd name="T17" fmla="*/ 935 h 936"/>
              <a:gd name="T18" fmla="*/ 0 w 1166"/>
              <a:gd name="T19" fmla="*/ 817 h 936"/>
              <a:gd name="T20" fmla="*/ 0 w 1166"/>
              <a:gd name="T21" fmla="*/ 117 h 936"/>
              <a:gd name="T22" fmla="*/ 115 w 1166"/>
              <a:gd name="T23" fmla="*/ 0 h 936"/>
              <a:gd name="T24" fmla="*/ 1050 w 1166"/>
              <a:gd name="T25" fmla="*/ 0 h 936"/>
              <a:gd name="T26" fmla="*/ 1165 w 1166"/>
              <a:gd name="T27" fmla="*/ 117 h 936"/>
              <a:gd name="T28" fmla="*/ 525 w 1166"/>
              <a:gd name="T29" fmla="*/ 699 h 936"/>
              <a:gd name="T30" fmla="*/ 408 w 1166"/>
              <a:gd name="T31" fmla="*/ 699 h 936"/>
              <a:gd name="T32" fmla="*/ 408 w 1166"/>
              <a:gd name="T33" fmla="*/ 585 h 936"/>
              <a:gd name="T34" fmla="*/ 640 w 1166"/>
              <a:gd name="T35" fmla="*/ 585 h 936"/>
              <a:gd name="T36" fmla="*/ 640 w 1166"/>
              <a:gd name="T37" fmla="*/ 524 h 936"/>
              <a:gd name="T38" fmla="*/ 465 w 1166"/>
              <a:gd name="T39" fmla="*/ 524 h 936"/>
              <a:gd name="T40" fmla="*/ 408 w 1166"/>
              <a:gd name="T41" fmla="*/ 467 h 936"/>
              <a:gd name="T42" fmla="*/ 408 w 1166"/>
              <a:gd name="T43" fmla="*/ 292 h 936"/>
              <a:gd name="T44" fmla="*/ 465 w 1166"/>
              <a:gd name="T45" fmla="*/ 235 h 936"/>
              <a:gd name="T46" fmla="*/ 525 w 1166"/>
              <a:gd name="T47" fmla="*/ 235 h 936"/>
              <a:gd name="T48" fmla="*/ 525 w 1166"/>
              <a:gd name="T49" fmla="*/ 174 h 936"/>
              <a:gd name="T50" fmla="*/ 640 w 1166"/>
              <a:gd name="T51" fmla="*/ 174 h 936"/>
              <a:gd name="T52" fmla="*/ 640 w 1166"/>
              <a:gd name="T53" fmla="*/ 235 h 936"/>
              <a:gd name="T54" fmla="*/ 758 w 1166"/>
              <a:gd name="T55" fmla="*/ 235 h 936"/>
              <a:gd name="T56" fmla="*/ 758 w 1166"/>
              <a:gd name="T57" fmla="*/ 349 h 936"/>
              <a:gd name="T58" fmla="*/ 525 w 1166"/>
              <a:gd name="T59" fmla="*/ 349 h 936"/>
              <a:gd name="T60" fmla="*/ 525 w 1166"/>
              <a:gd name="T61" fmla="*/ 410 h 936"/>
              <a:gd name="T62" fmla="*/ 700 w 1166"/>
              <a:gd name="T63" fmla="*/ 410 h 936"/>
              <a:gd name="T64" fmla="*/ 758 w 1166"/>
              <a:gd name="T65" fmla="*/ 467 h 936"/>
              <a:gd name="T66" fmla="*/ 758 w 1166"/>
              <a:gd name="T67" fmla="*/ 642 h 936"/>
              <a:gd name="T68" fmla="*/ 700 w 1166"/>
              <a:gd name="T69" fmla="*/ 699 h 936"/>
              <a:gd name="T70" fmla="*/ 640 w 1166"/>
              <a:gd name="T71" fmla="*/ 699 h 936"/>
              <a:gd name="T72" fmla="*/ 640 w 1166"/>
              <a:gd name="T73" fmla="*/ 760 h 936"/>
              <a:gd name="T74" fmla="*/ 525 w 1166"/>
              <a:gd name="T75" fmla="*/ 760 h 936"/>
              <a:gd name="T76" fmla="*/ 525 w 1166"/>
              <a:gd name="T77" fmla="*/ 699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6" h="936">
                <a:moveTo>
                  <a:pt x="1050" y="817"/>
                </a:moveTo>
                <a:lnTo>
                  <a:pt x="1050" y="117"/>
                </a:lnTo>
                <a:lnTo>
                  <a:pt x="115" y="117"/>
                </a:lnTo>
                <a:lnTo>
                  <a:pt x="115" y="817"/>
                </a:lnTo>
                <a:lnTo>
                  <a:pt x="1050" y="817"/>
                </a:lnTo>
                <a:close/>
                <a:moveTo>
                  <a:pt x="1165" y="117"/>
                </a:moveTo>
                <a:lnTo>
                  <a:pt x="1165" y="817"/>
                </a:lnTo>
                <a:cubicBezTo>
                  <a:pt x="1165" y="883"/>
                  <a:pt x="1116" y="935"/>
                  <a:pt x="1050" y="935"/>
                </a:cubicBezTo>
                <a:lnTo>
                  <a:pt x="115" y="935"/>
                </a:lnTo>
                <a:cubicBezTo>
                  <a:pt x="49" y="935"/>
                  <a:pt x="0" y="883"/>
                  <a:pt x="0" y="817"/>
                </a:cubicBezTo>
                <a:lnTo>
                  <a:pt x="0" y="117"/>
                </a:lnTo>
                <a:cubicBezTo>
                  <a:pt x="0" y="51"/>
                  <a:pt x="49" y="0"/>
                  <a:pt x="115" y="0"/>
                </a:cubicBezTo>
                <a:lnTo>
                  <a:pt x="1050" y="0"/>
                </a:lnTo>
                <a:cubicBezTo>
                  <a:pt x="1116" y="0"/>
                  <a:pt x="1165" y="51"/>
                  <a:pt x="1165" y="117"/>
                </a:cubicBezTo>
                <a:close/>
                <a:moveTo>
                  <a:pt x="525" y="699"/>
                </a:moveTo>
                <a:lnTo>
                  <a:pt x="408" y="699"/>
                </a:lnTo>
                <a:lnTo>
                  <a:pt x="408" y="585"/>
                </a:lnTo>
                <a:lnTo>
                  <a:pt x="640" y="585"/>
                </a:lnTo>
                <a:lnTo>
                  <a:pt x="640" y="524"/>
                </a:lnTo>
                <a:lnTo>
                  <a:pt x="465" y="524"/>
                </a:lnTo>
                <a:cubicBezTo>
                  <a:pt x="432" y="524"/>
                  <a:pt x="408" y="500"/>
                  <a:pt x="408" y="467"/>
                </a:cubicBezTo>
                <a:lnTo>
                  <a:pt x="408" y="292"/>
                </a:lnTo>
                <a:cubicBezTo>
                  <a:pt x="408" y="259"/>
                  <a:pt x="432" y="235"/>
                  <a:pt x="465" y="235"/>
                </a:cubicBezTo>
                <a:lnTo>
                  <a:pt x="525" y="235"/>
                </a:lnTo>
                <a:lnTo>
                  <a:pt x="525" y="174"/>
                </a:lnTo>
                <a:lnTo>
                  <a:pt x="640" y="174"/>
                </a:lnTo>
                <a:lnTo>
                  <a:pt x="640" y="235"/>
                </a:lnTo>
                <a:lnTo>
                  <a:pt x="758" y="235"/>
                </a:lnTo>
                <a:lnTo>
                  <a:pt x="758" y="349"/>
                </a:lnTo>
                <a:lnTo>
                  <a:pt x="525" y="349"/>
                </a:lnTo>
                <a:lnTo>
                  <a:pt x="525" y="410"/>
                </a:lnTo>
                <a:lnTo>
                  <a:pt x="700" y="410"/>
                </a:lnTo>
                <a:cubicBezTo>
                  <a:pt x="733" y="410"/>
                  <a:pt x="758" y="434"/>
                  <a:pt x="758" y="467"/>
                </a:cubicBezTo>
                <a:lnTo>
                  <a:pt x="758" y="642"/>
                </a:lnTo>
                <a:cubicBezTo>
                  <a:pt x="758" y="675"/>
                  <a:pt x="733" y="699"/>
                  <a:pt x="700" y="699"/>
                </a:cubicBezTo>
                <a:lnTo>
                  <a:pt x="640" y="699"/>
                </a:lnTo>
                <a:lnTo>
                  <a:pt x="640" y="760"/>
                </a:lnTo>
                <a:lnTo>
                  <a:pt x="525" y="760"/>
                </a:lnTo>
                <a:lnTo>
                  <a:pt x="525" y="69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8069" y="658813"/>
            <a:ext cx="463550" cy="315914"/>
          </a:xfrm>
          <a:custGeom>
            <a:avLst/>
            <a:gdLst>
              <a:gd name="T0" fmla="*/ 1050 w 1286"/>
              <a:gd name="T1" fmla="*/ 115 h 876"/>
              <a:gd name="T2" fmla="*/ 1285 w 1286"/>
              <a:gd name="T3" fmla="*/ 350 h 876"/>
              <a:gd name="T4" fmla="*/ 1285 w 1286"/>
              <a:gd name="T5" fmla="*/ 875 h 876"/>
              <a:gd name="T6" fmla="*/ 1167 w 1286"/>
              <a:gd name="T7" fmla="*/ 875 h 876"/>
              <a:gd name="T8" fmla="*/ 1167 w 1286"/>
              <a:gd name="T9" fmla="*/ 700 h 876"/>
              <a:gd name="T10" fmla="*/ 118 w 1286"/>
              <a:gd name="T11" fmla="*/ 700 h 876"/>
              <a:gd name="T12" fmla="*/ 118 w 1286"/>
              <a:gd name="T13" fmla="*/ 875 h 876"/>
              <a:gd name="T14" fmla="*/ 0 w 1286"/>
              <a:gd name="T15" fmla="*/ 875 h 876"/>
              <a:gd name="T16" fmla="*/ 0 w 1286"/>
              <a:gd name="T17" fmla="*/ 0 h 876"/>
              <a:gd name="T18" fmla="*/ 118 w 1286"/>
              <a:gd name="T19" fmla="*/ 0 h 876"/>
              <a:gd name="T20" fmla="*/ 118 w 1286"/>
              <a:gd name="T21" fmla="*/ 525 h 876"/>
              <a:gd name="T22" fmla="*/ 585 w 1286"/>
              <a:gd name="T23" fmla="*/ 525 h 876"/>
              <a:gd name="T24" fmla="*/ 585 w 1286"/>
              <a:gd name="T25" fmla="*/ 115 h 876"/>
              <a:gd name="T26" fmla="*/ 1050 w 1286"/>
              <a:gd name="T27" fmla="*/ 115 h 876"/>
              <a:gd name="T28" fmla="*/ 350 w 1286"/>
              <a:gd name="T29" fmla="*/ 465 h 876"/>
              <a:gd name="T30" fmla="*/ 175 w 1286"/>
              <a:gd name="T31" fmla="*/ 290 h 876"/>
              <a:gd name="T32" fmla="*/ 350 w 1286"/>
              <a:gd name="T33" fmla="*/ 115 h 876"/>
              <a:gd name="T34" fmla="*/ 525 w 1286"/>
              <a:gd name="T35" fmla="*/ 290 h 876"/>
              <a:gd name="T36" fmla="*/ 350 w 1286"/>
              <a:gd name="T37" fmla="*/ 465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6" h="876">
                <a:moveTo>
                  <a:pt x="1050" y="115"/>
                </a:moveTo>
                <a:cubicBezTo>
                  <a:pt x="1178" y="115"/>
                  <a:pt x="1285" y="222"/>
                  <a:pt x="1285" y="350"/>
                </a:cubicBezTo>
                <a:lnTo>
                  <a:pt x="1285" y="875"/>
                </a:lnTo>
                <a:lnTo>
                  <a:pt x="1167" y="875"/>
                </a:lnTo>
                <a:lnTo>
                  <a:pt x="1167" y="700"/>
                </a:lnTo>
                <a:lnTo>
                  <a:pt x="118" y="700"/>
                </a:lnTo>
                <a:lnTo>
                  <a:pt x="118" y="875"/>
                </a:lnTo>
                <a:lnTo>
                  <a:pt x="0" y="875"/>
                </a:lnTo>
                <a:lnTo>
                  <a:pt x="0" y="0"/>
                </a:lnTo>
                <a:lnTo>
                  <a:pt x="118" y="0"/>
                </a:lnTo>
                <a:lnTo>
                  <a:pt x="118" y="525"/>
                </a:lnTo>
                <a:lnTo>
                  <a:pt x="585" y="525"/>
                </a:lnTo>
                <a:lnTo>
                  <a:pt x="585" y="115"/>
                </a:lnTo>
                <a:lnTo>
                  <a:pt x="1050" y="115"/>
                </a:lnTo>
                <a:close/>
                <a:moveTo>
                  <a:pt x="350" y="465"/>
                </a:moveTo>
                <a:cubicBezTo>
                  <a:pt x="254" y="465"/>
                  <a:pt x="175" y="385"/>
                  <a:pt x="175" y="290"/>
                </a:cubicBezTo>
                <a:cubicBezTo>
                  <a:pt x="175" y="194"/>
                  <a:pt x="254" y="115"/>
                  <a:pt x="350" y="115"/>
                </a:cubicBezTo>
                <a:cubicBezTo>
                  <a:pt x="446" y="115"/>
                  <a:pt x="525" y="194"/>
                  <a:pt x="525" y="290"/>
                </a:cubicBezTo>
                <a:cubicBezTo>
                  <a:pt x="525" y="386"/>
                  <a:pt x="446" y="465"/>
                  <a:pt x="350" y="46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32806" y="647701"/>
            <a:ext cx="463550" cy="336550"/>
          </a:xfrm>
          <a:custGeom>
            <a:avLst/>
            <a:gdLst>
              <a:gd name="T0" fmla="*/ 992 w 1286"/>
              <a:gd name="T1" fmla="*/ 847 h 936"/>
              <a:gd name="T2" fmla="*/ 1080 w 1286"/>
              <a:gd name="T3" fmla="*/ 760 h 936"/>
              <a:gd name="T4" fmla="*/ 992 w 1286"/>
              <a:gd name="T5" fmla="*/ 672 h 936"/>
              <a:gd name="T6" fmla="*/ 905 w 1286"/>
              <a:gd name="T7" fmla="*/ 760 h 936"/>
              <a:gd name="T8" fmla="*/ 992 w 1286"/>
              <a:gd name="T9" fmla="*/ 847 h 936"/>
              <a:gd name="T10" fmla="*/ 1080 w 1286"/>
              <a:gd name="T11" fmla="*/ 323 h 936"/>
              <a:gd name="T12" fmla="*/ 935 w 1286"/>
              <a:gd name="T13" fmla="*/ 323 h 936"/>
              <a:gd name="T14" fmla="*/ 935 w 1286"/>
              <a:gd name="T15" fmla="*/ 467 h 936"/>
              <a:gd name="T16" fmla="*/ 1195 w 1286"/>
              <a:gd name="T17" fmla="*/ 467 h 936"/>
              <a:gd name="T18" fmla="*/ 1080 w 1286"/>
              <a:gd name="T19" fmla="*/ 323 h 936"/>
              <a:gd name="T20" fmla="*/ 293 w 1286"/>
              <a:gd name="T21" fmla="*/ 847 h 936"/>
              <a:gd name="T22" fmla="*/ 380 w 1286"/>
              <a:gd name="T23" fmla="*/ 760 h 936"/>
              <a:gd name="T24" fmla="*/ 293 w 1286"/>
              <a:gd name="T25" fmla="*/ 672 h 936"/>
              <a:gd name="T26" fmla="*/ 205 w 1286"/>
              <a:gd name="T27" fmla="*/ 760 h 936"/>
              <a:gd name="T28" fmla="*/ 293 w 1286"/>
              <a:gd name="T29" fmla="*/ 847 h 936"/>
              <a:gd name="T30" fmla="*/ 1285 w 1286"/>
              <a:gd name="T31" fmla="*/ 467 h 936"/>
              <a:gd name="T32" fmla="*/ 1285 w 1286"/>
              <a:gd name="T33" fmla="*/ 760 h 936"/>
              <a:gd name="T34" fmla="*/ 1167 w 1286"/>
              <a:gd name="T35" fmla="*/ 760 h 936"/>
              <a:gd name="T36" fmla="*/ 992 w 1286"/>
              <a:gd name="T37" fmla="*/ 935 h 936"/>
              <a:gd name="T38" fmla="*/ 818 w 1286"/>
              <a:gd name="T39" fmla="*/ 760 h 936"/>
              <a:gd name="T40" fmla="*/ 468 w 1286"/>
              <a:gd name="T41" fmla="*/ 760 h 936"/>
              <a:gd name="T42" fmla="*/ 293 w 1286"/>
              <a:gd name="T43" fmla="*/ 935 h 936"/>
              <a:gd name="T44" fmla="*/ 118 w 1286"/>
              <a:gd name="T45" fmla="*/ 760 h 936"/>
              <a:gd name="T46" fmla="*/ 0 w 1286"/>
              <a:gd name="T47" fmla="*/ 760 h 936"/>
              <a:gd name="T48" fmla="*/ 0 w 1286"/>
              <a:gd name="T49" fmla="*/ 118 h 936"/>
              <a:gd name="T50" fmla="*/ 118 w 1286"/>
              <a:gd name="T51" fmla="*/ 0 h 936"/>
              <a:gd name="T52" fmla="*/ 935 w 1286"/>
              <a:gd name="T53" fmla="*/ 0 h 936"/>
              <a:gd name="T54" fmla="*/ 935 w 1286"/>
              <a:gd name="T55" fmla="*/ 235 h 936"/>
              <a:gd name="T56" fmla="*/ 1110 w 1286"/>
              <a:gd name="T57" fmla="*/ 235 h 936"/>
              <a:gd name="T58" fmla="*/ 1285 w 1286"/>
              <a:gd name="T59" fmla="*/ 46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936">
                <a:moveTo>
                  <a:pt x="992" y="847"/>
                </a:moveTo>
                <a:cubicBezTo>
                  <a:pt x="1041" y="847"/>
                  <a:pt x="1080" y="809"/>
                  <a:pt x="1080" y="760"/>
                </a:cubicBezTo>
                <a:cubicBezTo>
                  <a:pt x="1080" y="711"/>
                  <a:pt x="1041" y="672"/>
                  <a:pt x="992" y="672"/>
                </a:cubicBezTo>
                <a:cubicBezTo>
                  <a:pt x="942" y="672"/>
                  <a:pt x="905" y="711"/>
                  <a:pt x="905" y="760"/>
                </a:cubicBezTo>
                <a:cubicBezTo>
                  <a:pt x="905" y="809"/>
                  <a:pt x="942" y="847"/>
                  <a:pt x="992" y="847"/>
                </a:cubicBezTo>
                <a:close/>
                <a:moveTo>
                  <a:pt x="1080" y="323"/>
                </a:moveTo>
                <a:lnTo>
                  <a:pt x="935" y="323"/>
                </a:lnTo>
                <a:lnTo>
                  <a:pt x="935" y="467"/>
                </a:lnTo>
                <a:lnTo>
                  <a:pt x="1195" y="467"/>
                </a:lnTo>
                <a:lnTo>
                  <a:pt x="1080" y="323"/>
                </a:lnTo>
                <a:close/>
                <a:moveTo>
                  <a:pt x="293" y="847"/>
                </a:moveTo>
                <a:cubicBezTo>
                  <a:pt x="342" y="847"/>
                  <a:pt x="380" y="809"/>
                  <a:pt x="380" y="760"/>
                </a:cubicBezTo>
                <a:cubicBezTo>
                  <a:pt x="380" y="711"/>
                  <a:pt x="342" y="672"/>
                  <a:pt x="293" y="672"/>
                </a:cubicBezTo>
                <a:cubicBezTo>
                  <a:pt x="244" y="672"/>
                  <a:pt x="205" y="711"/>
                  <a:pt x="205" y="760"/>
                </a:cubicBezTo>
                <a:cubicBezTo>
                  <a:pt x="205" y="809"/>
                  <a:pt x="244" y="847"/>
                  <a:pt x="293" y="847"/>
                </a:cubicBezTo>
                <a:close/>
                <a:moveTo>
                  <a:pt x="1285" y="467"/>
                </a:moveTo>
                <a:lnTo>
                  <a:pt x="1285" y="760"/>
                </a:lnTo>
                <a:lnTo>
                  <a:pt x="1167" y="760"/>
                </a:lnTo>
                <a:cubicBezTo>
                  <a:pt x="1167" y="855"/>
                  <a:pt x="1087" y="935"/>
                  <a:pt x="992" y="935"/>
                </a:cubicBezTo>
                <a:cubicBezTo>
                  <a:pt x="896" y="935"/>
                  <a:pt x="818" y="855"/>
                  <a:pt x="818" y="760"/>
                </a:cubicBezTo>
                <a:lnTo>
                  <a:pt x="468" y="760"/>
                </a:lnTo>
                <a:cubicBezTo>
                  <a:pt x="468" y="855"/>
                  <a:pt x="388" y="935"/>
                  <a:pt x="293" y="935"/>
                </a:cubicBezTo>
                <a:cubicBezTo>
                  <a:pt x="197" y="935"/>
                  <a:pt x="118" y="855"/>
                  <a:pt x="118" y="760"/>
                </a:cubicBezTo>
                <a:lnTo>
                  <a:pt x="0" y="760"/>
                </a:ln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5" y="0"/>
                </a:lnTo>
                <a:lnTo>
                  <a:pt x="935" y="235"/>
                </a:lnTo>
                <a:lnTo>
                  <a:pt x="1110" y="235"/>
                </a:lnTo>
                <a:lnTo>
                  <a:pt x="1285" y="4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29769" y="647701"/>
            <a:ext cx="419100" cy="336550"/>
          </a:xfrm>
          <a:custGeom>
            <a:avLst/>
            <a:gdLst>
              <a:gd name="T0" fmla="*/ 789 w 1165"/>
              <a:gd name="T1" fmla="*/ 746 h 936"/>
              <a:gd name="T2" fmla="*/ 727 w 1165"/>
              <a:gd name="T3" fmla="*/ 508 h 936"/>
              <a:gd name="T4" fmla="*/ 918 w 1165"/>
              <a:gd name="T5" fmla="*/ 350 h 936"/>
              <a:gd name="T6" fmla="*/ 672 w 1165"/>
              <a:gd name="T7" fmla="*/ 336 h 936"/>
              <a:gd name="T8" fmla="*/ 582 w 1165"/>
              <a:gd name="T9" fmla="*/ 107 h 936"/>
              <a:gd name="T10" fmla="*/ 492 w 1165"/>
              <a:gd name="T11" fmla="*/ 336 h 936"/>
              <a:gd name="T12" fmla="*/ 243 w 1165"/>
              <a:gd name="T13" fmla="*/ 350 h 936"/>
              <a:gd name="T14" fmla="*/ 437 w 1165"/>
              <a:gd name="T15" fmla="*/ 508 h 936"/>
              <a:gd name="T16" fmla="*/ 374 w 1165"/>
              <a:gd name="T17" fmla="*/ 746 h 936"/>
              <a:gd name="T18" fmla="*/ 582 w 1165"/>
              <a:gd name="T19" fmla="*/ 612 h 936"/>
              <a:gd name="T20" fmla="*/ 789 w 1165"/>
              <a:gd name="T21" fmla="*/ 746 h 936"/>
              <a:gd name="T22" fmla="*/ 1049 w 1165"/>
              <a:gd name="T23" fmla="*/ 467 h 936"/>
              <a:gd name="T24" fmla="*/ 1164 w 1165"/>
              <a:gd name="T25" fmla="*/ 585 h 936"/>
              <a:gd name="T26" fmla="*/ 1164 w 1165"/>
              <a:gd name="T27" fmla="*/ 817 h 936"/>
              <a:gd name="T28" fmla="*/ 1049 w 1165"/>
              <a:gd name="T29" fmla="*/ 935 h 936"/>
              <a:gd name="T30" fmla="*/ 114 w 1165"/>
              <a:gd name="T31" fmla="*/ 935 h 936"/>
              <a:gd name="T32" fmla="*/ 0 w 1165"/>
              <a:gd name="T33" fmla="*/ 817 h 936"/>
              <a:gd name="T34" fmla="*/ 0 w 1165"/>
              <a:gd name="T35" fmla="*/ 585 h 936"/>
              <a:gd name="T36" fmla="*/ 114 w 1165"/>
              <a:gd name="T37" fmla="*/ 467 h 936"/>
              <a:gd name="T38" fmla="*/ 0 w 1165"/>
              <a:gd name="T39" fmla="*/ 350 h 936"/>
              <a:gd name="T40" fmla="*/ 0 w 1165"/>
              <a:gd name="T41" fmla="*/ 118 h 936"/>
              <a:gd name="T42" fmla="*/ 114 w 1165"/>
              <a:gd name="T43" fmla="*/ 0 h 936"/>
              <a:gd name="T44" fmla="*/ 1049 w 1165"/>
              <a:gd name="T45" fmla="*/ 0 h 936"/>
              <a:gd name="T46" fmla="*/ 1164 w 1165"/>
              <a:gd name="T47" fmla="*/ 118 h 936"/>
              <a:gd name="T48" fmla="*/ 1164 w 1165"/>
              <a:gd name="T49" fmla="*/ 350 h 936"/>
              <a:gd name="T50" fmla="*/ 1049 w 1165"/>
              <a:gd name="T51" fmla="*/ 46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5" h="936">
                <a:moveTo>
                  <a:pt x="789" y="746"/>
                </a:moveTo>
                <a:lnTo>
                  <a:pt x="727" y="508"/>
                </a:lnTo>
                <a:lnTo>
                  <a:pt x="918" y="350"/>
                </a:lnTo>
                <a:lnTo>
                  <a:pt x="672" y="336"/>
                </a:lnTo>
                <a:lnTo>
                  <a:pt x="582" y="107"/>
                </a:lnTo>
                <a:lnTo>
                  <a:pt x="492" y="336"/>
                </a:lnTo>
                <a:lnTo>
                  <a:pt x="243" y="350"/>
                </a:lnTo>
                <a:lnTo>
                  <a:pt x="437" y="508"/>
                </a:lnTo>
                <a:lnTo>
                  <a:pt x="374" y="746"/>
                </a:lnTo>
                <a:lnTo>
                  <a:pt x="582" y="612"/>
                </a:lnTo>
                <a:lnTo>
                  <a:pt x="789" y="746"/>
                </a:lnTo>
                <a:close/>
                <a:moveTo>
                  <a:pt x="1049" y="467"/>
                </a:moveTo>
                <a:cubicBezTo>
                  <a:pt x="1049" y="530"/>
                  <a:pt x="1101" y="585"/>
                  <a:pt x="1164" y="585"/>
                </a:cubicBezTo>
                <a:lnTo>
                  <a:pt x="1164" y="817"/>
                </a:lnTo>
                <a:cubicBezTo>
                  <a:pt x="1164" y="880"/>
                  <a:pt x="1112" y="935"/>
                  <a:pt x="1049" y="935"/>
                </a:cubicBezTo>
                <a:lnTo>
                  <a:pt x="114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585"/>
                </a:lnTo>
                <a:cubicBezTo>
                  <a:pt x="65" y="585"/>
                  <a:pt x="114" y="530"/>
                  <a:pt x="114" y="467"/>
                </a:cubicBezTo>
                <a:cubicBezTo>
                  <a:pt x="114" y="405"/>
                  <a:pt x="62" y="350"/>
                  <a:pt x="0" y="350"/>
                </a:cubicBezTo>
                <a:lnTo>
                  <a:pt x="0" y="118"/>
                </a:lnTo>
                <a:cubicBezTo>
                  <a:pt x="0" y="55"/>
                  <a:pt x="52" y="0"/>
                  <a:pt x="114" y="0"/>
                </a:cubicBezTo>
                <a:lnTo>
                  <a:pt x="1049" y="0"/>
                </a:lnTo>
                <a:cubicBezTo>
                  <a:pt x="1112" y="0"/>
                  <a:pt x="1164" y="55"/>
                  <a:pt x="1164" y="118"/>
                </a:cubicBezTo>
                <a:lnTo>
                  <a:pt x="1164" y="350"/>
                </a:lnTo>
                <a:cubicBezTo>
                  <a:pt x="1101" y="350"/>
                  <a:pt x="1049" y="405"/>
                  <a:pt x="1049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25146" y="606426"/>
            <a:ext cx="377825" cy="419100"/>
          </a:xfrm>
          <a:custGeom>
            <a:avLst/>
            <a:gdLst>
              <a:gd name="T0" fmla="*/ 525 w 1051"/>
              <a:gd name="T1" fmla="*/ 757 h 1165"/>
              <a:gd name="T2" fmla="*/ 642 w 1051"/>
              <a:gd name="T3" fmla="*/ 640 h 1165"/>
              <a:gd name="T4" fmla="*/ 525 w 1051"/>
              <a:gd name="T5" fmla="*/ 525 h 1165"/>
              <a:gd name="T6" fmla="*/ 407 w 1051"/>
              <a:gd name="T7" fmla="*/ 640 h 1165"/>
              <a:gd name="T8" fmla="*/ 525 w 1051"/>
              <a:gd name="T9" fmla="*/ 757 h 1165"/>
              <a:gd name="T10" fmla="*/ 232 w 1051"/>
              <a:gd name="T11" fmla="*/ 290 h 1165"/>
              <a:gd name="T12" fmla="*/ 350 w 1051"/>
              <a:gd name="T13" fmla="*/ 408 h 1165"/>
              <a:gd name="T14" fmla="*/ 467 w 1051"/>
              <a:gd name="T15" fmla="*/ 290 h 1165"/>
              <a:gd name="T16" fmla="*/ 350 w 1051"/>
              <a:gd name="T17" fmla="*/ 175 h 1165"/>
              <a:gd name="T18" fmla="*/ 232 w 1051"/>
              <a:gd name="T19" fmla="*/ 290 h 1165"/>
              <a:gd name="T20" fmla="*/ 525 w 1051"/>
              <a:gd name="T21" fmla="*/ 0 h 1165"/>
              <a:gd name="T22" fmla="*/ 1050 w 1051"/>
              <a:gd name="T23" fmla="*/ 233 h 1165"/>
              <a:gd name="T24" fmla="*/ 525 w 1051"/>
              <a:gd name="T25" fmla="*/ 1164 h 1165"/>
              <a:gd name="T26" fmla="*/ 0 w 1051"/>
              <a:gd name="T27" fmla="*/ 233 h 1165"/>
              <a:gd name="T28" fmla="*/ 525 w 1051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1" h="1165">
                <a:moveTo>
                  <a:pt x="525" y="757"/>
                </a:moveTo>
                <a:cubicBezTo>
                  <a:pt x="588" y="757"/>
                  <a:pt x="642" y="703"/>
                  <a:pt x="642" y="640"/>
                </a:cubicBezTo>
                <a:cubicBezTo>
                  <a:pt x="642" y="577"/>
                  <a:pt x="588" y="525"/>
                  <a:pt x="525" y="525"/>
                </a:cubicBezTo>
                <a:cubicBezTo>
                  <a:pt x="462" y="525"/>
                  <a:pt x="407" y="577"/>
                  <a:pt x="407" y="640"/>
                </a:cubicBezTo>
                <a:cubicBezTo>
                  <a:pt x="407" y="703"/>
                  <a:pt x="462" y="757"/>
                  <a:pt x="525" y="757"/>
                </a:cubicBezTo>
                <a:close/>
                <a:moveTo>
                  <a:pt x="232" y="290"/>
                </a:moveTo>
                <a:cubicBezTo>
                  <a:pt x="232" y="353"/>
                  <a:pt x="287" y="408"/>
                  <a:pt x="350" y="408"/>
                </a:cubicBezTo>
                <a:cubicBezTo>
                  <a:pt x="413" y="408"/>
                  <a:pt x="467" y="353"/>
                  <a:pt x="467" y="290"/>
                </a:cubicBezTo>
                <a:cubicBezTo>
                  <a:pt x="467" y="227"/>
                  <a:pt x="413" y="175"/>
                  <a:pt x="350" y="175"/>
                </a:cubicBezTo>
                <a:cubicBezTo>
                  <a:pt x="287" y="175"/>
                  <a:pt x="232" y="227"/>
                  <a:pt x="232" y="290"/>
                </a:cubicBezTo>
                <a:close/>
                <a:moveTo>
                  <a:pt x="525" y="0"/>
                </a:moveTo>
                <a:cubicBezTo>
                  <a:pt x="733" y="0"/>
                  <a:pt x="921" y="91"/>
                  <a:pt x="1050" y="233"/>
                </a:cubicBezTo>
                <a:lnTo>
                  <a:pt x="525" y="1164"/>
                </a:lnTo>
                <a:lnTo>
                  <a:pt x="0" y="233"/>
                </a:lnTo>
                <a:cubicBezTo>
                  <a:pt x="129" y="91"/>
                  <a:pt x="317" y="0"/>
                  <a:pt x="525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99883" y="606428"/>
            <a:ext cx="377825" cy="420687"/>
          </a:xfrm>
          <a:custGeom>
            <a:avLst/>
            <a:gdLst>
              <a:gd name="T0" fmla="*/ 757 w 1051"/>
              <a:gd name="T1" fmla="*/ 642 h 1168"/>
              <a:gd name="T2" fmla="*/ 582 w 1051"/>
              <a:gd name="T3" fmla="*/ 642 h 1168"/>
              <a:gd name="T4" fmla="*/ 582 w 1051"/>
              <a:gd name="T5" fmla="*/ 467 h 1168"/>
              <a:gd name="T6" fmla="*/ 468 w 1051"/>
              <a:gd name="T7" fmla="*/ 467 h 1168"/>
              <a:gd name="T8" fmla="*/ 468 w 1051"/>
              <a:gd name="T9" fmla="*/ 642 h 1168"/>
              <a:gd name="T10" fmla="*/ 293 w 1051"/>
              <a:gd name="T11" fmla="*/ 642 h 1168"/>
              <a:gd name="T12" fmla="*/ 293 w 1051"/>
              <a:gd name="T13" fmla="*/ 760 h 1168"/>
              <a:gd name="T14" fmla="*/ 468 w 1051"/>
              <a:gd name="T15" fmla="*/ 760 h 1168"/>
              <a:gd name="T16" fmla="*/ 468 w 1051"/>
              <a:gd name="T17" fmla="*/ 935 h 1168"/>
              <a:gd name="T18" fmla="*/ 582 w 1051"/>
              <a:gd name="T19" fmla="*/ 935 h 1168"/>
              <a:gd name="T20" fmla="*/ 582 w 1051"/>
              <a:gd name="T21" fmla="*/ 760 h 1168"/>
              <a:gd name="T22" fmla="*/ 757 w 1051"/>
              <a:gd name="T23" fmla="*/ 760 h 1168"/>
              <a:gd name="T24" fmla="*/ 757 w 1051"/>
              <a:gd name="T25" fmla="*/ 642 h 1168"/>
              <a:gd name="T26" fmla="*/ 1050 w 1051"/>
              <a:gd name="T27" fmla="*/ 235 h 1168"/>
              <a:gd name="T28" fmla="*/ 1050 w 1051"/>
              <a:gd name="T29" fmla="*/ 350 h 1168"/>
              <a:gd name="T30" fmla="*/ 932 w 1051"/>
              <a:gd name="T31" fmla="*/ 700 h 1168"/>
              <a:gd name="T32" fmla="*/ 1050 w 1051"/>
              <a:gd name="T33" fmla="*/ 1049 h 1168"/>
              <a:gd name="T34" fmla="*/ 1050 w 1051"/>
              <a:gd name="T35" fmla="*/ 1167 h 1168"/>
              <a:gd name="T36" fmla="*/ 0 w 1051"/>
              <a:gd name="T37" fmla="*/ 1167 h 1168"/>
              <a:gd name="T38" fmla="*/ 0 w 1051"/>
              <a:gd name="T39" fmla="*/ 1049 h 1168"/>
              <a:gd name="T40" fmla="*/ 118 w 1051"/>
              <a:gd name="T41" fmla="*/ 700 h 1168"/>
              <a:gd name="T42" fmla="*/ 0 w 1051"/>
              <a:gd name="T43" fmla="*/ 350 h 1168"/>
              <a:gd name="T44" fmla="*/ 0 w 1051"/>
              <a:gd name="T45" fmla="*/ 235 h 1168"/>
              <a:gd name="T46" fmla="*/ 741 w 1051"/>
              <a:gd name="T47" fmla="*/ 235 h 1168"/>
              <a:gd name="T48" fmla="*/ 826 w 1051"/>
              <a:gd name="T49" fmla="*/ 0 h 1168"/>
              <a:gd name="T50" fmla="*/ 962 w 1051"/>
              <a:gd name="T51" fmla="*/ 52 h 1168"/>
              <a:gd name="T52" fmla="*/ 897 w 1051"/>
              <a:gd name="T53" fmla="*/ 235 h 1168"/>
              <a:gd name="T54" fmla="*/ 1050 w 1051"/>
              <a:gd name="T55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51" h="1168">
                <a:moveTo>
                  <a:pt x="757" y="642"/>
                </a:moveTo>
                <a:lnTo>
                  <a:pt x="582" y="642"/>
                </a:lnTo>
                <a:lnTo>
                  <a:pt x="582" y="467"/>
                </a:lnTo>
                <a:lnTo>
                  <a:pt x="468" y="467"/>
                </a:lnTo>
                <a:lnTo>
                  <a:pt x="468" y="642"/>
                </a:lnTo>
                <a:lnTo>
                  <a:pt x="293" y="642"/>
                </a:lnTo>
                <a:lnTo>
                  <a:pt x="293" y="760"/>
                </a:lnTo>
                <a:lnTo>
                  <a:pt x="468" y="760"/>
                </a:lnTo>
                <a:lnTo>
                  <a:pt x="468" y="935"/>
                </a:lnTo>
                <a:lnTo>
                  <a:pt x="582" y="935"/>
                </a:lnTo>
                <a:lnTo>
                  <a:pt x="582" y="760"/>
                </a:lnTo>
                <a:lnTo>
                  <a:pt x="757" y="760"/>
                </a:lnTo>
                <a:lnTo>
                  <a:pt x="757" y="642"/>
                </a:lnTo>
                <a:close/>
                <a:moveTo>
                  <a:pt x="1050" y="235"/>
                </a:moveTo>
                <a:lnTo>
                  <a:pt x="1050" y="350"/>
                </a:lnTo>
                <a:lnTo>
                  <a:pt x="932" y="700"/>
                </a:lnTo>
                <a:lnTo>
                  <a:pt x="1050" y="1049"/>
                </a:lnTo>
                <a:lnTo>
                  <a:pt x="1050" y="1167"/>
                </a:lnTo>
                <a:lnTo>
                  <a:pt x="0" y="1167"/>
                </a:lnTo>
                <a:lnTo>
                  <a:pt x="0" y="1049"/>
                </a:lnTo>
                <a:lnTo>
                  <a:pt x="118" y="700"/>
                </a:lnTo>
                <a:lnTo>
                  <a:pt x="0" y="350"/>
                </a:lnTo>
                <a:lnTo>
                  <a:pt x="0" y="235"/>
                </a:lnTo>
                <a:lnTo>
                  <a:pt x="741" y="235"/>
                </a:lnTo>
                <a:lnTo>
                  <a:pt x="826" y="0"/>
                </a:lnTo>
                <a:lnTo>
                  <a:pt x="962" y="52"/>
                </a:lnTo>
                <a:lnTo>
                  <a:pt x="897" y="235"/>
                </a:lnTo>
                <a:lnTo>
                  <a:pt x="1050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527006" y="627064"/>
            <a:ext cx="273050" cy="377825"/>
          </a:xfrm>
          <a:custGeom>
            <a:avLst/>
            <a:gdLst>
              <a:gd name="T0" fmla="*/ 420 w 757"/>
              <a:gd name="T1" fmla="*/ 467 h 1050"/>
              <a:gd name="T2" fmla="*/ 535 w 757"/>
              <a:gd name="T3" fmla="*/ 350 h 1050"/>
              <a:gd name="T4" fmla="*/ 420 w 757"/>
              <a:gd name="T5" fmla="*/ 232 h 1050"/>
              <a:gd name="T6" fmla="*/ 232 w 757"/>
              <a:gd name="T7" fmla="*/ 232 h 1050"/>
              <a:gd name="T8" fmla="*/ 232 w 757"/>
              <a:gd name="T9" fmla="*/ 467 h 1050"/>
              <a:gd name="T10" fmla="*/ 420 w 757"/>
              <a:gd name="T11" fmla="*/ 467 h 1050"/>
              <a:gd name="T12" fmla="*/ 407 w 757"/>
              <a:gd name="T13" fmla="*/ 0 h 1050"/>
              <a:gd name="T14" fmla="*/ 756 w 757"/>
              <a:gd name="T15" fmla="*/ 350 h 1050"/>
              <a:gd name="T16" fmla="*/ 407 w 757"/>
              <a:gd name="T17" fmla="*/ 699 h 1050"/>
              <a:gd name="T18" fmla="*/ 232 w 757"/>
              <a:gd name="T19" fmla="*/ 699 h 1050"/>
              <a:gd name="T20" fmla="*/ 232 w 757"/>
              <a:gd name="T21" fmla="*/ 1049 h 1050"/>
              <a:gd name="T22" fmla="*/ 0 w 757"/>
              <a:gd name="T23" fmla="*/ 1049 h 1050"/>
              <a:gd name="T24" fmla="*/ 0 w 757"/>
              <a:gd name="T25" fmla="*/ 0 h 1050"/>
              <a:gd name="T26" fmla="*/ 407 w 757"/>
              <a:gd name="T2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57" h="1050">
                <a:moveTo>
                  <a:pt x="420" y="467"/>
                </a:moveTo>
                <a:cubicBezTo>
                  <a:pt x="483" y="467"/>
                  <a:pt x="535" y="412"/>
                  <a:pt x="535" y="350"/>
                </a:cubicBezTo>
                <a:cubicBezTo>
                  <a:pt x="535" y="287"/>
                  <a:pt x="483" y="232"/>
                  <a:pt x="420" y="232"/>
                </a:cubicBezTo>
                <a:lnTo>
                  <a:pt x="232" y="232"/>
                </a:lnTo>
                <a:lnTo>
                  <a:pt x="232" y="467"/>
                </a:lnTo>
                <a:lnTo>
                  <a:pt x="420" y="467"/>
                </a:lnTo>
                <a:close/>
                <a:moveTo>
                  <a:pt x="407" y="0"/>
                </a:moveTo>
                <a:cubicBezTo>
                  <a:pt x="601" y="0"/>
                  <a:pt x="756" y="156"/>
                  <a:pt x="756" y="350"/>
                </a:cubicBezTo>
                <a:cubicBezTo>
                  <a:pt x="756" y="544"/>
                  <a:pt x="601" y="699"/>
                  <a:pt x="407" y="699"/>
                </a:cubicBezTo>
                <a:lnTo>
                  <a:pt x="232" y="699"/>
                </a:lnTo>
                <a:lnTo>
                  <a:pt x="232" y="1049"/>
                </a:lnTo>
                <a:lnTo>
                  <a:pt x="0" y="1049"/>
                </a:lnTo>
                <a:lnTo>
                  <a:pt x="0" y="0"/>
                </a:lnTo>
                <a:lnTo>
                  <a:pt x="40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28719" y="606426"/>
            <a:ext cx="419100" cy="419100"/>
          </a:xfrm>
          <a:custGeom>
            <a:avLst/>
            <a:gdLst>
              <a:gd name="T0" fmla="*/ 202 w 1165"/>
              <a:gd name="T1" fmla="*/ 290 h 1165"/>
              <a:gd name="T2" fmla="*/ 290 w 1165"/>
              <a:gd name="T3" fmla="*/ 203 h 1165"/>
              <a:gd name="T4" fmla="*/ 202 w 1165"/>
              <a:gd name="T5" fmla="*/ 115 h 1165"/>
              <a:gd name="T6" fmla="*/ 115 w 1165"/>
              <a:gd name="T7" fmla="*/ 203 h 1165"/>
              <a:gd name="T8" fmla="*/ 202 w 1165"/>
              <a:gd name="T9" fmla="*/ 290 h 1165"/>
              <a:gd name="T10" fmla="*/ 1131 w 1165"/>
              <a:gd name="T11" fmla="*/ 558 h 1165"/>
              <a:gd name="T12" fmla="*/ 1164 w 1165"/>
              <a:gd name="T13" fmla="*/ 640 h 1165"/>
              <a:gd name="T14" fmla="*/ 1131 w 1165"/>
              <a:gd name="T15" fmla="*/ 722 h 1165"/>
              <a:gd name="T16" fmla="*/ 721 w 1165"/>
              <a:gd name="T17" fmla="*/ 1132 h 1165"/>
              <a:gd name="T18" fmla="*/ 639 w 1165"/>
              <a:gd name="T19" fmla="*/ 1164 h 1165"/>
              <a:gd name="T20" fmla="*/ 558 w 1165"/>
              <a:gd name="T21" fmla="*/ 1132 h 1165"/>
              <a:gd name="T22" fmla="*/ 33 w 1165"/>
              <a:gd name="T23" fmla="*/ 607 h 1165"/>
              <a:gd name="T24" fmla="*/ 0 w 1165"/>
              <a:gd name="T25" fmla="*/ 525 h 1165"/>
              <a:gd name="T26" fmla="*/ 0 w 1165"/>
              <a:gd name="T27" fmla="*/ 115 h 1165"/>
              <a:gd name="T28" fmla="*/ 115 w 1165"/>
              <a:gd name="T29" fmla="*/ 0 h 1165"/>
              <a:gd name="T30" fmla="*/ 525 w 1165"/>
              <a:gd name="T31" fmla="*/ 0 h 1165"/>
              <a:gd name="T32" fmla="*/ 607 w 1165"/>
              <a:gd name="T33" fmla="*/ 33 h 1165"/>
              <a:gd name="T34" fmla="*/ 1131 w 1165"/>
              <a:gd name="T35" fmla="*/ 558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5" h="1165">
                <a:moveTo>
                  <a:pt x="202" y="290"/>
                </a:moveTo>
                <a:cubicBezTo>
                  <a:pt x="251" y="290"/>
                  <a:pt x="290" y="252"/>
                  <a:pt x="290" y="203"/>
                </a:cubicBezTo>
                <a:cubicBezTo>
                  <a:pt x="290" y="153"/>
                  <a:pt x="251" y="115"/>
                  <a:pt x="202" y="115"/>
                </a:cubicBezTo>
                <a:cubicBezTo>
                  <a:pt x="153" y="115"/>
                  <a:pt x="115" y="153"/>
                  <a:pt x="115" y="203"/>
                </a:cubicBezTo>
                <a:cubicBezTo>
                  <a:pt x="115" y="252"/>
                  <a:pt x="153" y="290"/>
                  <a:pt x="202" y="290"/>
                </a:cubicBezTo>
                <a:close/>
                <a:moveTo>
                  <a:pt x="1131" y="558"/>
                </a:moveTo>
                <a:cubicBezTo>
                  <a:pt x="1153" y="580"/>
                  <a:pt x="1164" y="607"/>
                  <a:pt x="1164" y="640"/>
                </a:cubicBezTo>
                <a:cubicBezTo>
                  <a:pt x="1164" y="673"/>
                  <a:pt x="1153" y="700"/>
                  <a:pt x="1131" y="722"/>
                </a:cubicBezTo>
                <a:lnTo>
                  <a:pt x="721" y="1132"/>
                </a:lnTo>
                <a:cubicBezTo>
                  <a:pt x="700" y="1154"/>
                  <a:pt x="672" y="1164"/>
                  <a:pt x="639" y="1164"/>
                </a:cubicBezTo>
                <a:cubicBezTo>
                  <a:pt x="607" y="1164"/>
                  <a:pt x="579" y="1154"/>
                  <a:pt x="558" y="1132"/>
                </a:cubicBezTo>
                <a:lnTo>
                  <a:pt x="33" y="607"/>
                </a:lnTo>
                <a:cubicBezTo>
                  <a:pt x="11" y="585"/>
                  <a:pt x="0" y="558"/>
                  <a:pt x="0" y="525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525" y="0"/>
                </a:lnTo>
                <a:cubicBezTo>
                  <a:pt x="558" y="0"/>
                  <a:pt x="585" y="11"/>
                  <a:pt x="607" y="33"/>
                </a:cubicBezTo>
                <a:lnTo>
                  <a:pt x="1131" y="55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24096" y="595314"/>
            <a:ext cx="377825" cy="441325"/>
          </a:xfrm>
          <a:custGeom>
            <a:avLst/>
            <a:gdLst>
              <a:gd name="T0" fmla="*/ 525 w 1051"/>
              <a:gd name="T1" fmla="*/ 700 h 1226"/>
              <a:gd name="T2" fmla="*/ 818 w 1051"/>
              <a:gd name="T3" fmla="*/ 410 h 1226"/>
              <a:gd name="T4" fmla="*/ 700 w 1051"/>
              <a:gd name="T5" fmla="*/ 410 h 1226"/>
              <a:gd name="T6" fmla="*/ 525 w 1051"/>
              <a:gd name="T7" fmla="*/ 585 h 1226"/>
              <a:gd name="T8" fmla="*/ 350 w 1051"/>
              <a:gd name="T9" fmla="*/ 410 h 1226"/>
              <a:gd name="T10" fmla="*/ 233 w 1051"/>
              <a:gd name="T11" fmla="*/ 410 h 1226"/>
              <a:gd name="T12" fmla="*/ 525 w 1051"/>
              <a:gd name="T13" fmla="*/ 700 h 1226"/>
              <a:gd name="T14" fmla="*/ 525 w 1051"/>
              <a:gd name="T15" fmla="*/ 118 h 1226"/>
              <a:gd name="T16" fmla="*/ 350 w 1051"/>
              <a:gd name="T17" fmla="*/ 293 h 1226"/>
              <a:gd name="T18" fmla="*/ 700 w 1051"/>
              <a:gd name="T19" fmla="*/ 293 h 1226"/>
              <a:gd name="T20" fmla="*/ 525 w 1051"/>
              <a:gd name="T21" fmla="*/ 118 h 1226"/>
              <a:gd name="T22" fmla="*/ 932 w 1051"/>
              <a:gd name="T23" fmla="*/ 293 h 1226"/>
              <a:gd name="T24" fmla="*/ 1050 w 1051"/>
              <a:gd name="T25" fmla="*/ 410 h 1226"/>
              <a:gd name="T26" fmla="*/ 1050 w 1051"/>
              <a:gd name="T27" fmla="*/ 1110 h 1226"/>
              <a:gd name="T28" fmla="*/ 932 w 1051"/>
              <a:gd name="T29" fmla="*/ 1225 h 1226"/>
              <a:gd name="T30" fmla="*/ 118 w 1051"/>
              <a:gd name="T31" fmla="*/ 1225 h 1226"/>
              <a:gd name="T32" fmla="*/ 0 w 1051"/>
              <a:gd name="T33" fmla="*/ 1110 h 1226"/>
              <a:gd name="T34" fmla="*/ 0 w 1051"/>
              <a:gd name="T35" fmla="*/ 410 h 1226"/>
              <a:gd name="T36" fmla="*/ 118 w 1051"/>
              <a:gd name="T37" fmla="*/ 293 h 1226"/>
              <a:gd name="T38" fmla="*/ 233 w 1051"/>
              <a:gd name="T39" fmla="*/ 293 h 1226"/>
              <a:gd name="T40" fmla="*/ 525 w 1051"/>
              <a:gd name="T41" fmla="*/ 0 h 1226"/>
              <a:gd name="T42" fmla="*/ 818 w 1051"/>
              <a:gd name="T43" fmla="*/ 293 h 1226"/>
              <a:gd name="T44" fmla="*/ 932 w 1051"/>
              <a:gd name="T45" fmla="*/ 293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51" h="1226">
                <a:moveTo>
                  <a:pt x="525" y="700"/>
                </a:moveTo>
                <a:cubicBezTo>
                  <a:pt x="686" y="700"/>
                  <a:pt x="818" y="571"/>
                  <a:pt x="818" y="410"/>
                </a:cubicBezTo>
                <a:lnTo>
                  <a:pt x="700" y="410"/>
                </a:lnTo>
                <a:cubicBezTo>
                  <a:pt x="700" y="506"/>
                  <a:pt x="621" y="585"/>
                  <a:pt x="525" y="585"/>
                </a:cubicBezTo>
                <a:cubicBezTo>
                  <a:pt x="430" y="585"/>
                  <a:pt x="350" y="506"/>
                  <a:pt x="350" y="410"/>
                </a:cubicBezTo>
                <a:lnTo>
                  <a:pt x="233" y="410"/>
                </a:lnTo>
                <a:cubicBezTo>
                  <a:pt x="233" y="571"/>
                  <a:pt x="364" y="700"/>
                  <a:pt x="525" y="700"/>
                </a:cubicBezTo>
                <a:close/>
                <a:moveTo>
                  <a:pt x="525" y="118"/>
                </a:moveTo>
                <a:cubicBezTo>
                  <a:pt x="430" y="118"/>
                  <a:pt x="350" y="197"/>
                  <a:pt x="350" y="293"/>
                </a:cubicBezTo>
                <a:lnTo>
                  <a:pt x="700" y="293"/>
                </a:lnTo>
                <a:cubicBezTo>
                  <a:pt x="700" y="197"/>
                  <a:pt x="621" y="118"/>
                  <a:pt x="525" y="118"/>
                </a:cubicBezTo>
                <a:close/>
                <a:moveTo>
                  <a:pt x="932" y="293"/>
                </a:moveTo>
                <a:cubicBezTo>
                  <a:pt x="995" y="293"/>
                  <a:pt x="1050" y="347"/>
                  <a:pt x="1050" y="410"/>
                </a:cubicBezTo>
                <a:lnTo>
                  <a:pt x="1050" y="1110"/>
                </a:lnTo>
                <a:cubicBezTo>
                  <a:pt x="1050" y="1173"/>
                  <a:pt x="995" y="1225"/>
                  <a:pt x="932" y="1225"/>
                </a:cubicBezTo>
                <a:lnTo>
                  <a:pt x="118" y="1225"/>
                </a:lnTo>
                <a:cubicBezTo>
                  <a:pt x="55" y="1225"/>
                  <a:pt x="0" y="1173"/>
                  <a:pt x="0" y="1110"/>
                </a:cubicBezTo>
                <a:lnTo>
                  <a:pt x="0" y="410"/>
                </a:lnTo>
                <a:cubicBezTo>
                  <a:pt x="0" y="347"/>
                  <a:pt x="55" y="293"/>
                  <a:pt x="118" y="293"/>
                </a:cubicBezTo>
                <a:lnTo>
                  <a:pt x="233" y="293"/>
                </a:lnTo>
                <a:cubicBezTo>
                  <a:pt x="233" y="131"/>
                  <a:pt x="364" y="0"/>
                  <a:pt x="525" y="0"/>
                </a:cubicBezTo>
                <a:cubicBezTo>
                  <a:pt x="686" y="0"/>
                  <a:pt x="818" y="131"/>
                  <a:pt x="818" y="293"/>
                </a:cubicBezTo>
                <a:lnTo>
                  <a:pt x="932" y="2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700421" y="600077"/>
            <a:ext cx="377825" cy="431800"/>
          </a:xfrm>
          <a:custGeom>
            <a:avLst/>
            <a:gdLst>
              <a:gd name="T0" fmla="*/ 524 w 1050"/>
              <a:gd name="T1" fmla="*/ 350 h 1198"/>
              <a:gd name="T2" fmla="*/ 349 w 1050"/>
              <a:gd name="T3" fmla="*/ 175 h 1198"/>
              <a:gd name="T4" fmla="*/ 524 w 1050"/>
              <a:gd name="T5" fmla="*/ 0 h 1198"/>
              <a:gd name="T6" fmla="*/ 699 w 1050"/>
              <a:gd name="T7" fmla="*/ 175 h 1198"/>
              <a:gd name="T8" fmla="*/ 524 w 1050"/>
              <a:gd name="T9" fmla="*/ 350 h 1198"/>
              <a:gd name="T10" fmla="*/ 524 w 1050"/>
              <a:gd name="T11" fmla="*/ 555 h 1198"/>
              <a:gd name="T12" fmla="*/ 1049 w 1050"/>
              <a:gd name="T13" fmla="*/ 350 h 1198"/>
              <a:gd name="T14" fmla="*/ 1049 w 1050"/>
              <a:gd name="T15" fmla="*/ 989 h 1198"/>
              <a:gd name="T16" fmla="*/ 524 w 1050"/>
              <a:gd name="T17" fmla="*/ 1197 h 1198"/>
              <a:gd name="T18" fmla="*/ 0 w 1050"/>
              <a:gd name="T19" fmla="*/ 989 h 1198"/>
              <a:gd name="T20" fmla="*/ 0 w 1050"/>
              <a:gd name="T21" fmla="*/ 350 h 1198"/>
              <a:gd name="T22" fmla="*/ 524 w 1050"/>
              <a:gd name="T23" fmla="*/ 555 h 1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50" h="1198">
                <a:moveTo>
                  <a:pt x="524" y="350"/>
                </a:moveTo>
                <a:cubicBezTo>
                  <a:pt x="429" y="350"/>
                  <a:pt x="349" y="270"/>
                  <a:pt x="349" y="175"/>
                </a:cubicBezTo>
                <a:cubicBezTo>
                  <a:pt x="349" y="79"/>
                  <a:pt x="429" y="0"/>
                  <a:pt x="524" y="0"/>
                </a:cubicBezTo>
                <a:cubicBezTo>
                  <a:pt x="620" y="0"/>
                  <a:pt x="699" y="79"/>
                  <a:pt x="699" y="175"/>
                </a:cubicBezTo>
                <a:cubicBezTo>
                  <a:pt x="699" y="270"/>
                  <a:pt x="620" y="350"/>
                  <a:pt x="524" y="350"/>
                </a:cubicBezTo>
                <a:close/>
                <a:moveTo>
                  <a:pt x="524" y="555"/>
                </a:moveTo>
                <a:cubicBezTo>
                  <a:pt x="661" y="426"/>
                  <a:pt x="847" y="350"/>
                  <a:pt x="1049" y="350"/>
                </a:cubicBezTo>
                <a:lnTo>
                  <a:pt x="1049" y="989"/>
                </a:lnTo>
                <a:cubicBezTo>
                  <a:pt x="847" y="989"/>
                  <a:pt x="661" y="1068"/>
                  <a:pt x="524" y="1197"/>
                </a:cubicBezTo>
                <a:cubicBezTo>
                  <a:pt x="388" y="1068"/>
                  <a:pt x="202" y="989"/>
                  <a:pt x="0" y="989"/>
                </a:cubicBezTo>
                <a:lnTo>
                  <a:pt x="0" y="350"/>
                </a:lnTo>
                <a:cubicBezTo>
                  <a:pt x="202" y="350"/>
                  <a:pt x="388" y="426"/>
                  <a:pt x="524" y="55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95794" y="606426"/>
            <a:ext cx="336550" cy="419100"/>
          </a:xfrm>
          <a:custGeom>
            <a:avLst/>
            <a:gdLst>
              <a:gd name="T0" fmla="*/ 467 w 936"/>
              <a:gd name="T1" fmla="*/ 1050 h 1165"/>
              <a:gd name="T2" fmla="*/ 817 w 936"/>
              <a:gd name="T3" fmla="*/ 700 h 1165"/>
              <a:gd name="T4" fmla="*/ 467 w 936"/>
              <a:gd name="T5" fmla="*/ 350 h 1165"/>
              <a:gd name="T6" fmla="*/ 118 w 936"/>
              <a:gd name="T7" fmla="*/ 700 h 1165"/>
              <a:gd name="T8" fmla="*/ 467 w 936"/>
              <a:gd name="T9" fmla="*/ 1050 h 1165"/>
              <a:gd name="T10" fmla="*/ 175 w 936"/>
              <a:gd name="T11" fmla="*/ 115 h 1165"/>
              <a:gd name="T12" fmla="*/ 118 w 936"/>
              <a:gd name="T13" fmla="*/ 175 h 1165"/>
              <a:gd name="T14" fmla="*/ 175 w 936"/>
              <a:gd name="T15" fmla="*/ 233 h 1165"/>
              <a:gd name="T16" fmla="*/ 235 w 936"/>
              <a:gd name="T17" fmla="*/ 175 h 1165"/>
              <a:gd name="T18" fmla="*/ 175 w 936"/>
              <a:gd name="T19" fmla="*/ 115 h 1165"/>
              <a:gd name="T20" fmla="*/ 350 w 936"/>
              <a:gd name="T21" fmla="*/ 115 h 1165"/>
              <a:gd name="T22" fmla="*/ 292 w 936"/>
              <a:gd name="T23" fmla="*/ 175 h 1165"/>
              <a:gd name="T24" fmla="*/ 350 w 936"/>
              <a:gd name="T25" fmla="*/ 233 h 1165"/>
              <a:gd name="T26" fmla="*/ 410 w 936"/>
              <a:gd name="T27" fmla="*/ 175 h 1165"/>
              <a:gd name="T28" fmla="*/ 350 w 936"/>
              <a:gd name="T29" fmla="*/ 115 h 1165"/>
              <a:gd name="T30" fmla="*/ 817 w 936"/>
              <a:gd name="T31" fmla="*/ 0 h 1165"/>
              <a:gd name="T32" fmla="*/ 935 w 936"/>
              <a:gd name="T33" fmla="*/ 115 h 1165"/>
              <a:gd name="T34" fmla="*/ 935 w 936"/>
              <a:gd name="T35" fmla="*/ 1050 h 1165"/>
              <a:gd name="T36" fmla="*/ 817 w 936"/>
              <a:gd name="T37" fmla="*/ 1164 h 1165"/>
              <a:gd name="T38" fmla="*/ 118 w 936"/>
              <a:gd name="T39" fmla="*/ 1164 h 1165"/>
              <a:gd name="T40" fmla="*/ 0 w 936"/>
              <a:gd name="T41" fmla="*/ 1050 h 1165"/>
              <a:gd name="T42" fmla="*/ 0 w 936"/>
              <a:gd name="T43" fmla="*/ 115 h 1165"/>
              <a:gd name="T44" fmla="*/ 118 w 936"/>
              <a:gd name="T45" fmla="*/ 0 h 1165"/>
              <a:gd name="T46" fmla="*/ 817 w 936"/>
              <a:gd name="T47" fmla="*/ 0 h 1165"/>
              <a:gd name="T48" fmla="*/ 303 w 936"/>
              <a:gd name="T49" fmla="*/ 864 h 1165"/>
              <a:gd name="T50" fmla="*/ 631 w 936"/>
              <a:gd name="T51" fmla="*/ 533 h 1165"/>
              <a:gd name="T52" fmla="*/ 631 w 936"/>
              <a:gd name="T53" fmla="*/ 864 h 1165"/>
              <a:gd name="T54" fmla="*/ 303 w 936"/>
              <a:gd name="T55" fmla="*/ 86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36" h="1165">
                <a:moveTo>
                  <a:pt x="467" y="1050"/>
                </a:moveTo>
                <a:cubicBezTo>
                  <a:pt x="661" y="1050"/>
                  <a:pt x="817" y="894"/>
                  <a:pt x="817" y="700"/>
                </a:cubicBezTo>
                <a:cubicBezTo>
                  <a:pt x="817" y="506"/>
                  <a:pt x="661" y="350"/>
                  <a:pt x="467" y="350"/>
                </a:cubicBezTo>
                <a:cubicBezTo>
                  <a:pt x="273" y="350"/>
                  <a:pt x="118" y="506"/>
                  <a:pt x="118" y="700"/>
                </a:cubicBezTo>
                <a:cubicBezTo>
                  <a:pt x="118" y="894"/>
                  <a:pt x="273" y="1050"/>
                  <a:pt x="467" y="1050"/>
                </a:cubicBezTo>
                <a:close/>
                <a:moveTo>
                  <a:pt x="175" y="115"/>
                </a:moveTo>
                <a:cubicBezTo>
                  <a:pt x="142" y="115"/>
                  <a:pt x="118" y="142"/>
                  <a:pt x="118" y="175"/>
                </a:cubicBezTo>
                <a:cubicBezTo>
                  <a:pt x="118" y="208"/>
                  <a:pt x="142" y="233"/>
                  <a:pt x="175" y="233"/>
                </a:cubicBezTo>
                <a:cubicBezTo>
                  <a:pt x="208" y="233"/>
                  <a:pt x="235" y="208"/>
                  <a:pt x="235" y="175"/>
                </a:cubicBezTo>
                <a:cubicBezTo>
                  <a:pt x="235" y="142"/>
                  <a:pt x="208" y="115"/>
                  <a:pt x="175" y="115"/>
                </a:cubicBezTo>
                <a:close/>
                <a:moveTo>
                  <a:pt x="350" y="115"/>
                </a:moveTo>
                <a:cubicBezTo>
                  <a:pt x="317" y="115"/>
                  <a:pt x="292" y="142"/>
                  <a:pt x="292" y="175"/>
                </a:cubicBezTo>
                <a:cubicBezTo>
                  <a:pt x="292" y="208"/>
                  <a:pt x="317" y="233"/>
                  <a:pt x="350" y="233"/>
                </a:cubicBezTo>
                <a:cubicBezTo>
                  <a:pt x="383" y="233"/>
                  <a:pt x="410" y="208"/>
                  <a:pt x="410" y="175"/>
                </a:cubicBezTo>
                <a:cubicBezTo>
                  <a:pt x="410" y="142"/>
                  <a:pt x="383" y="115"/>
                  <a:pt x="350" y="115"/>
                </a:cubicBezTo>
                <a:close/>
                <a:moveTo>
                  <a:pt x="817" y="0"/>
                </a:moveTo>
                <a:cubicBezTo>
                  <a:pt x="883" y="0"/>
                  <a:pt x="935" y="50"/>
                  <a:pt x="935" y="115"/>
                </a:cubicBezTo>
                <a:lnTo>
                  <a:pt x="935" y="1050"/>
                </a:lnTo>
                <a:cubicBezTo>
                  <a:pt x="935" y="1115"/>
                  <a:pt x="883" y="1164"/>
                  <a:pt x="817" y="1164"/>
                </a:cubicBezTo>
                <a:lnTo>
                  <a:pt x="118" y="1164"/>
                </a:lnTo>
                <a:cubicBezTo>
                  <a:pt x="52" y="1164"/>
                  <a:pt x="0" y="1115"/>
                  <a:pt x="0" y="1050"/>
                </a:cubicBezTo>
                <a:lnTo>
                  <a:pt x="0" y="115"/>
                </a:lnTo>
                <a:cubicBezTo>
                  <a:pt x="0" y="50"/>
                  <a:pt x="52" y="0"/>
                  <a:pt x="118" y="0"/>
                </a:cubicBezTo>
                <a:lnTo>
                  <a:pt x="817" y="0"/>
                </a:lnTo>
                <a:close/>
                <a:moveTo>
                  <a:pt x="303" y="864"/>
                </a:moveTo>
                <a:lnTo>
                  <a:pt x="631" y="533"/>
                </a:lnTo>
                <a:cubicBezTo>
                  <a:pt x="722" y="623"/>
                  <a:pt x="722" y="774"/>
                  <a:pt x="631" y="864"/>
                </a:cubicBezTo>
                <a:cubicBezTo>
                  <a:pt x="541" y="954"/>
                  <a:pt x="394" y="954"/>
                  <a:pt x="303" y="86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8071" y="1497014"/>
            <a:ext cx="377825" cy="377825"/>
          </a:xfrm>
          <a:custGeom>
            <a:avLst/>
            <a:gdLst>
              <a:gd name="T0" fmla="*/ 118 w 1051"/>
              <a:gd name="T1" fmla="*/ 467 h 1050"/>
              <a:gd name="T2" fmla="*/ 932 w 1051"/>
              <a:gd name="T3" fmla="*/ 467 h 1050"/>
              <a:gd name="T4" fmla="*/ 845 w 1051"/>
              <a:gd name="T5" fmla="*/ 205 h 1050"/>
              <a:gd name="T6" fmla="*/ 205 w 1051"/>
              <a:gd name="T7" fmla="*/ 205 h 1050"/>
              <a:gd name="T8" fmla="*/ 118 w 1051"/>
              <a:gd name="T9" fmla="*/ 467 h 1050"/>
              <a:gd name="T10" fmla="*/ 845 w 1051"/>
              <a:gd name="T11" fmla="*/ 757 h 1050"/>
              <a:gd name="T12" fmla="*/ 932 w 1051"/>
              <a:gd name="T13" fmla="*/ 670 h 1050"/>
              <a:gd name="T14" fmla="*/ 845 w 1051"/>
              <a:gd name="T15" fmla="*/ 582 h 1050"/>
              <a:gd name="T16" fmla="*/ 757 w 1051"/>
              <a:gd name="T17" fmla="*/ 670 h 1050"/>
              <a:gd name="T18" fmla="*/ 845 w 1051"/>
              <a:gd name="T19" fmla="*/ 757 h 1050"/>
              <a:gd name="T20" fmla="*/ 205 w 1051"/>
              <a:gd name="T21" fmla="*/ 757 h 1050"/>
              <a:gd name="T22" fmla="*/ 293 w 1051"/>
              <a:gd name="T23" fmla="*/ 670 h 1050"/>
              <a:gd name="T24" fmla="*/ 205 w 1051"/>
              <a:gd name="T25" fmla="*/ 582 h 1050"/>
              <a:gd name="T26" fmla="*/ 118 w 1051"/>
              <a:gd name="T27" fmla="*/ 670 h 1050"/>
              <a:gd name="T28" fmla="*/ 205 w 1051"/>
              <a:gd name="T29" fmla="*/ 757 h 1050"/>
              <a:gd name="T30" fmla="*/ 929 w 1051"/>
              <a:gd name="T31" fmla="*/ 175 h 1050"/>
              <a:gd name="T32" fmla="*/ 1050 w 1051"/>
              <a:gd name="T33" fmla="*/ 525 h 1050"/>
              <a:gd name="T34" fmla="*/ 1050 w 1051"/>
              <a:gd name="T35" fmla="*/ 992 h 1050"/>
              <a:gd name="T36" fmla="*/ 992 w 1051"/>
              <a:gd name="T37" fmla="*/ 1049 h 1050"/>
              <a:gd name="T38" fmla="*/ 932 w 1051"/>
              <a:gd name="T39" fmla="*/ 1049 h 1050"/>
              <a:gd name="T40" fmla="*/ 875 w 1051"/>
              <a:gd name="T41" fmla="*/ 992 h 1050"/>
              <a:gd name="T42" fmla="*/ 875 w 1051"/>
              <a:gd name="T43" fmla="*/ 932 h 1050"/>
              <a:gd name="T44" fmla="*/ 175 w 1051"/>
              <a:gd name="T45" fmla="*/ 932 h 1050"/>
              <a:gd name="T46" fmla="*/ 175 w 1051"/>
              <a:gd name="T47" fmla="*/ 992 h 1050"/>
              <a:gd name="T48" fmla="*/ 118 w 1051"/>
              <a:gd name="T49" fmla="*/ 1049 h 1050"/>
              <a:gd name="T50" fmla="*/ 58 w 1051"/>
              <a:gd name="T51" fmla="*/ 1049 h 1050"/>
              <a:gd name="T52" fmla="*/ 0 w 1051"/>
              <a:gd name="T53" fmla="*/ 992 h 1050"/>
              <a:gd name="T54" fmla="*/ 0 w 1051"/>
              <a:gd name="T55" fmla="*/ 525 h 1050"/>
              <a:gd name="T56" fmla="*/ 121 w 1051"/>
              <a:gd name="T57" fmla="*/ 175 h 1050"/>
              <a:gd name="T58" fmla="*/ 205 w 1051"/>
              <a:gd name="T59" fmla="*/ 118 h 1050"/>
              <a:gd name="T60" fmla="*/ 350 w 1051"/>
              <a:gd name="T61" fmla="*/ 118 h 1050"/>
              <a:gd name="T62" fmla="*/ 350 w 1051"/>
              <a:gd name="T63" fmla="*/ 0 h 1050"/>
              <a:gd name="T64" fmla="*/ 700 w 1051"/>
              <a:gd name="T65" fmla="*/ 0 h 1050"/>
              <a:gd name="T66" fmla="*/ 700 w 1051"/>
              <a:gd name="T67" fmla="*/ 118 h 1050"/>
              <a:gd name="T68" fmla="*/ 845 w 1051"/>
              <a:gd name="T69" fmla="*/ 118 h 1050"/>
              <a:gd name="T70" fmla="*/ 929 w 1051"/>
              <a:gd name="T71" fmla="*/ 175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51" h="1050">
                <a:moveTo>
                  <a:pt x="118" y="467"/>
                </a:moveTo>
                <a:lnTo>
                  <a:pt x="932" y="467"/>
                </a:lnTo>
                <a:lnTo>
                  <a:pt x="845" y="205"/>
                </a:lnTo>
                <a:lnTo>
                  <a:pt x="205" y="205"/>
                </a:lnTo>
                <a:lnTo>
                  <a:pt x="118" y="467"/>
                </a:lnTo>
                <a:close/>
                <a:moveTo>
                  <a:pt x="845" y="757"/>
                </a:moveTo>
                <a:cubicBezTo>
                  <a:pt x="894" y="757"/>
                  <a:pt x="932" y="719"/>
                  <a:pt x="932" y="670"/>
                </a:cubicBezTo>
                <a:cubicBezTo>
                  <a:pt x="932" y="620"/>
                  <a:pt x="894" y="582"/>
                  <a:pt x="845" y="582"/>
                </a:cubicBezTo>
                <a:cubicBezTo>
                  <a:pt x="796" y="582"/>
                  <a:pt x="757" y="620"/>
                  <a:pt x="757" y="670"/>
                </a:cubicBezTo>
                <a:cubicBezTo>
                  <a:pt x="757" y="719"/>
                  <a:pt x="796" y="757"/>
                  <a:pt x="845" y="757"/>
                </a:cubicBezTo>
                <a:close/>
                <a:moveTo>
                  <a:pt x="205" y="757"/>
                </a:moveTo>
                <a:cubicBezTo>
                  <a:pt x="254" y="757"/>
                  <a:pt x="293" y="719"/>
                  <a:pt x="293" y="670"/>
                </a:cubicBezTo>
                <a:cubicBezTo>
                  <a:pt x="293" y="620"/>
                  <a:pt x="254" y="582"/>
                  <a:pt x="205" y="582"/>
                </a:cubicBezTo>
                <a:cubicBezTo>
                  <a:pt x="156" y="582"/>
                  <a:pt x="118" y="620"/>
                  <a:pt x="118" y="670"/>
                </a:cubicBezTo>
                <a:cubicBezTo>
                  <a:pt x="118" y="719"/>
                  <a:pt x="156" y="757"/>
                  <a:pt x="205" y="757"/>
                </a:cubicBezTo>
                <a:close/>
                <a:moveTo>
                  <a:pt x="929" y="175"/>
                </a:moveTo>
                <a:lnTo>
                  <a:pt x="1050" y="525"/>
                </a:lnTo>
                <a:lnTo>
                  <a:pt x="1050" y="992"/>
                </a:lnTo>
                <a:cubicBezTo>
                  <a:pt x="1050" y="1025"/>
                  <a:pt x="1025" y="1049"/>
                  <a:pt x="992" y="1049"/>
                </a:cubicBezTo>
                <a:lnTo>
                  <a:pt x="932" y="1049"/>
                </a:lnTo>
                <a:cubicBezTo>
                  <a:pt x="899" y="1049"/>
                  <a:pt x="875" y="1025"/>
                  <a:pt x="875" y="992"/>
                </a:cubicBezTo>
                <a:lnTo>
                  <a:pt x="875" y="932"/>
                </a:lnTo>
                <a:lnTo>
                  <a:pt x="175" y="932"/>
                </a:lnTo>
                <a:lnTo>
                  <a:pt x="175" y="992"/>
                </a:lnTo>
                <a:cubicBezTo>
                  <a:pt x="175" y="1025"/>
                  <a:pt x="151" y="1049"/>
                  <a:pt x="118" y="1049"/>
                </a:cubicBezTo>
                <a:lnTo>
                  <a:pt x="58" y="1049"/>
                </a:lnTo>
                <a:cubicBezTo>
                  <a:pt x="25" y="1049"/>
                  <a:pt x="0" y="1025"/>
                  <a:pt x="0" y="992"/>
                </a:cubicBezTo>
                <a:lnTo>
                  <a:pt x="0" y="525"/>
                </a:lnTo>
                <a:lnTo>
                  <a:pt x="121" y="175"/>
                </a:lnTo>
                <a:cubicBezTo>
                  <a:pt x="131" y="139"/>
                  <a:pt x="167" y="118"/>
                  <a:pt x="205" y="118"/>
                </a:cubicBezTo>
                <a:lnTo>
                  <a:pt x="350" y="118"/>
                </a:lnTo>
                <a:lnTo>
                  <a:pt x="350" y="0"/>
                </a:lnTo>
                <a:lnTo>
                  <a:pt x="700" y="0"/>
                </a:lnTo>
                <a:lnTo>
                  <a:pt x="700" y="118"/>
                </a:lnTo>
                <a:lnTo>
                  <a:pt x="845" y="118"/>
                </a:lnTo>
                <a:cubicBezTo>
                  <a:pt x="883" y="118"/>
                  <a:pt x="919" y="139"/>
                  <a:pt x="929" y="17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34396" y="1497014"/>
            <a:ext cx="377825" cy="377825"/>
          </a:xfrm>
          <a:custGeom>
            <a:avLst/>
            <a:gdLst>
              <a:gd name="T0" fmla="*/ 700 w 1050"/>
              <a:gd name="T1" fmla="*/ 817 h 1050"/>
              <a:gd name="T2" fmla="*/ 700 w 1050"/>
              <a:gd name="T3" fmla="*/ 232 h 1050"/>
              <a:gd name="T4" fmla="*/ 582 w 1050"/>
              <a:gd name="T5" fmla="*/ 232 h 1050"/>
              <a:gd name="T6" fmla="*/ 582 w 1050"/>
              <a:gd name="T7" fmla="*/ 467 h 1050"/>
              <a:gd name="T8" fmla="*/ 467 w 1050"/>
              <a:gd name="T9" fmla="*/ 467 h 1050"/>
              <a:gd name="T10" fmla="*/ 467 w 1050"/>
              <a:gd name="T11" fmla="*/ 232 h 1050"/>
              <a:gd name="T12" fmla="*/ 350 w 1050"/>
              <a:gd name="T13" fmla="*/ 232 h 1050"/>
              <a:gd name="T14" fmla="*/ 350 w 1050"/>
              <a:gd name="T15" fmla="*/ 582 h 1050"/>
              <a:gd name="T16" fmla="*/ 582 w 1050"/>
              <a:gd name="T17" fmla="*/ 582 h 1050"/>
              <a:gd name="T18" fmla="*/ 582 w 1050"/>
              <a:gd name="T19" fmla="*/ 817 h 1050"/>
              <a:gd name="T20" fmla="*/ 700 w 1050"/>
              <a:gd name="T21" fmla="*/ 817 h 1050"/>
              <a:gd name="T22" fmla="*/ 932 w 1050"/>
              <a:gd name="T23" fmla="*/ 0 h 1050"/>
              <a:gd name="T24" fmla="*/ 1049 w 1050"/>
              <a:gd name="T25" fmla="*/ 118 h 1050"/>
              <a:gd name="T26" fmla="*/ 1049 w 1050"/>
              <a:gd name="T27" fmla="*/ 932 h 1050"/>
              <a:gd name="T28" fmla="*/ 932 w 1050"/>
              <a:gd name="T29" fmla="*/ 1049 h 1050"/>
              <a:gd name="T30" fmla="*/ 118 w 1050"/>
              <a:gd name="T31" fmla="*/ 1049 h 1050"/>
              <a:gd name="T32" fmla="*/ 0 w 1050"/>
              <a:gd name="T33" fmla="*/ 932 h 1050"/>
              <a:gd name="T34" fmla="*/ 0 w 1050"/>
              <a:gd name="T35" fmla="*/ 118 h 1050"/>
              <a:gd name="T36" fmla="*/ 118 w 1050"/>
              <a:gd name="T37" fmla="*/ 0 h 1050"/>
              <a:gd name="T38" fmla="*/ 932 w 1050"/>
              <a:gd name="T3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0" h="1050">
                <a:moveTo>
                  <a:pt x="700" y="817"/>
                </a:moveTo>
                <a:lnTo>
                  <a:pt x="700" y="232"/>
                </a:lnTo>
                <a:lnTo>
                  <a:pt x="582" y="232"/>
                </a:lnTo>
                <a:lnTo>
                  <a:pt x="582" y="467"/>
                </a:lnTo>
                <a:lnTo>
                  <a:pt x="467" y="467"/>
                </a:lnTo>
                <a:lnTo>
                  <a:pt x="467" y="232"/>
                </a:lnTo>
                <a:lnTo>
                  <a:pt x="350" y="232"/>
                </a:lnTo>
                <a:lnTo>
                  <a:pt x="350" y="582"/>
                </a:lnTo>
                <a:lnTo>
                  <a:pt x="582" y="582"/>
                </a:lnTo>
                <a:lnTo>
                  <a:pt x="582" y="817"/>
                </a:lnTo>
                <a:lnTo>
                  <a:pt x="700" y="817"/>
                </a:lnTo>
                <a:close/>
                <a:moveTo>
                  <a:pt x="932" y="0"/>
                </a:moveTo>
                <a:cubicBezTo>
                  <a:pt x="995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5" y="1049"/>
                  <a:pt x="932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12308" y="1497014"/>
            <a:ext cx="377825" cy="377825"/>
          </a:xfrm>
          <a:custGeom>
            <a:avLst/>
            <a:gdLst>
              <a:gd name="T0" fmla="*/ 699 w 1050"/>
              <a:gd name="T1" fmla="*/ 437 h 1050"/>
              <a:gd name="T2" fmla="*/ 699 w 1050"/>
              <a:gd name="T3" fmla="*/ 350 h 1050"/>
              <a:gd name="T4" fmla="*/ 585 w 1050"/>
              <a:gd name="T5" fmla="*/ 232 h 1050"/>
              <a:gd name="T6" fmla="*/ 350 w 1050"/>
              <a:gd name="T7" fmla="*/ 232 h 1050"/>
              <a:gd name="T8" fmla="*/ 350 w 1050"/>
              <a:gd name="T9" fmla="*/ 350 h 1050"/>
              <a:gd name="T10" fmla="*/ 585 w 1050"/>
              <a:gd name="T11" fmla="*/ 350 h 1050"/>
              <a:gd name="T12" fmla="*/ 585 w 1050"/>
              <a:gd name="T13" fmla="*/ 467 h 1050"/>
              <a:gd name="T14" fmla="*/ 467 w 1050"/>
              <a:gd name="T15" fmla="*/ 467 h 1050"/>
              <a:gd name="T16" fmla="*/ 467 w 1050"/>
              <a:gd name="T17" fmla="*/ 582 h 1050"/>
              <a:gd name="T18" fmla="*/ 585 w 1050"/>
              <a:gd name="T19" fmla="*/ 582 h 1050"/>
              <a:gd name="T20" fmla="*/ 585 w 1050"/>
              <a:gd name="T21" fmla="*/ 700 h 1050"/>
              <a:gd name="T22" fmla="*/ 350 w 1050"/>
              <a:gd name="T23" fmla="*/ 700 h 1050"/>
              <a:gd name="T24" fmla="*/ 350 w 1050"/>
              <a:gd name="T25" fmla="*/ 817 h 1050"/>
              <a:gd name="T26" fmla="*/ 585 w 1050"/>
              <a:gd name="T27" fmla="*/ 817 h 1050"/>
              <a:gd name="T28" fmla="*/ 699 w 1050"/>
              <a:gd name="T29" fmla="*/ 700 h 1050"/>
              <a:gd name="T30" fmla="*/ 699 w 1050"/>
              <a:gd name="T31" fmla="*/ 612 h 1050"/>
              <a:gd name="T32" fmla="*/ 612 w 1050"/>
              <a:gd name="T33" fmla="*/ 525 h 1050"/>
              <a:gd name="T34" fmla="*/ 699 w 1050"/>
              <a:gd name="T35" fmla="*/ 437 h 1050"/>
              <a:gd name="T36" fmla="*/ 935 w 1050"/>
              <a:gd name="T37" fmla="*/ 0 h 1050"/>
              <a:gd name="T38" fmla="*/ 1049 w 1050"/>
              <a:gd name="T39" fmla="*/ 118 h 1050"/>
              <a:gd name="T40" fmla="*/ 1049 w 1050"/>
              <a:gd name="T41" fmla="*/ 932 h 1050"/>
              <a:gd name="T42" fmla="*/ 935 w 1050"/>
              <a:gd name="T43" fmla="*/ 1049 h 1050"/>
              <a:gd name="T44" fmla="*/ 117 w 1050"/>
              <a:gd name="T45" fmla="*/ 1049 h 1050"/>
              <a:gd name="T46" fmla="*/ 0 w 1050"/>
              <a:gd name="T47" fmla="*/ 932 h 1050"/>
              <a:gd name="T48" fmla="*/ 0 w 1050"/>
              <a:gd name="T49" fmla="*/ 118 h 1050"/>
              <a:gd name="T50" fmla="*/ 117 w 1050"/>
              <a:gd name="T51" fmla="*/ 0 h 1050"/>
              <a:gd name="T52" fmla="*/ 935 w 1050"/>
              <a:gd name="T53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0" h="1050">
                <a:moveTo>
                  <a:pt x="699" y="437"/>
                </a:moveTo>
                <a:lnTo>
                  <a:pt x="699" y="350"/>
                </a:lnTo>
                <a:cubicBezTo>
                  <a:pt x="699" y="284"/>
                  <a:pt x="648" y="232"/>
                  <a:pt x="585" y="232"/>
                </a:cubicBezTo>
                <a:lnTo>
                  <a:pt x="350" y="232"/>
                </a:lnTo>
                <a:lnTo>
                  <a:pt x="350" y="350"/>
                </a:lnTo>
                <a:lnTo>
                  <a:pt x="585" y="350"/>
                </a:lnTo>
                <a:lnTo>
                  <a:pt x="585" y="467"/>
                </a:lnTo>
                <a:lnTo>
                  <a:pt x="467" y="467"/>
                </a:lnTo>
                <a:lnTo>
                  <a:pt x="467" y="582"/>
                </a:lnTo>
                <a:lnTo>
                  <a:pt x="585" y="582"/>
                </a:lnTo>
                <a:lnTo>
                  <a:pt x="585" y="700"/>
                </a:lnTo>
                <a:lnTo>
                  <a:pt x="350" y="700"/>
                </a:lnTo>
                <a:lnTo>
                  <a:pt x="350" y="817"/>
                </a:lnTo>
                <a:lnTo>
                  <a:pt x="585" y="817"/>
                </a:lnTo>
                <a:cubicBezTo>
                  <a:pt x="648" y="817"/>
                  <a:pt x="699" y="765"/>
                  <a:pt x="699" y="700"/>
                </a:cubicBezTo>
                <a:lnTo>
                  <a:pt x="699" y="612"/>
                </a:lnTo>
                <a:cubicBezTo>
                  <a:pt x="699" y="563"/>
                  <a:pt x="661" y="525"/>
                  <a:pt x="612" y="525"/>
                </a:cubicBezTo>
                <a:cubicBezTo>
                  <a:pt x="661" y="525"/>
                  <a:pt x="699" y="487"/>
                  <a:pt x="699" y="437"/>
                </a:cubicBezTo>
                <a:close/>
                <a:moveTo>
                  <a:pt x="935" y="0"/>
                </a:moveTo>
                <a:cubicBezTo>
                  <a:pt x="997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7" y="1049"/>
                  <a:pt x="935" y="1049"/>
                </a:cubicBezTo>
                <a:lnTo>
                  <a:pt x="117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7" y="0"/>
                </a:cubicBezTo>
                <a:lnTo>
                  <a:pt x="93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310856" y="1466853"/>
            <a:ext cx="336550" cy="441325"/>
          </a:xfrm>
          <a:custGeom>
            <a:avLst/>
            <a:gdLst>
              <a:gd name="T0" fmla="*/ 648 w 936"/>
              <a:gd name="T1" fmla="*/ 410 h 1225"/>
              <a:gd name="T2" fmla="*/ 648 w 936"/>
              <a:gd name="T3" fmla="*/ 292 h 1225"/>
              <a:gd name="T4" fmla="*/ 467 w 936"/>
              <a:gd name="T5" fmla="*/ 112 h 1225"/>
              <a:gd name="T6" fmla="*/ 287 w 936"/>
              <a:gd name="T7" fmla="*/ 292 h 1225"/>
              <a:gd name="T8" fmla="*/ 287 w 936"/>
              <a:gd name="T9" fmla="*/ 410 h 1225"/>
              <a:gd name="T10" fmla="*/ 648 w 936"/>
              <a:gd name="T11" fmla="*/ 410 h 1225"/>
              <a:gd name="T12" fmla="*/ 467 w 936"/>
              <a:gd name="T13" fmla="*/ 934 h 1225"/>
              <a:gd name="T14" fmla="*/ 585 w 936"/>
              <a:gd name="T15" fmla="*/ 817 h 1225"/>
              <a:gd name="T16" fmla="*/ 467 w 936"/>
              <a:gd name="T17" fmla="*/ 699 h 1225"/>
              <a:gd name="T18" fmla="*/ 350 w 936"/>
              <a:gd name="T19" fmla="*/ 817 h 1225"/>
              <a:gd name="T20" fmla="*/ 467 w 936"/>
              <a:gd name="T21" fmla="*/ 934 h 1225"/>
              <a:gd name="T22" fmla="*/ 935 w 936"/>
              <a:gd name="T23" fmla="*/ 524 h 1225"/>
              <a:gd name="T24" fmla="*/ 935 w 936"/>
              <a:gd name="T25" fmla="*/ 1109 h 1225"/>
              <a:gd name="T26" fmla="*/ 817 w 936"/>
              <a:gd name="T27" fmla="*/ 1224 h 1225"/>
              <a:gd name="T28" fmla="*/ 118 w 936"/>
              <a:gd name="T29" fmla="*/ 1224 h 1225"/>
              <a:gd name="T30" fmla="*/ 0 w 936"/>
              <a:gd name="T31" fmla="*/ 1109 h 1225"/>
              <a:gd name="T32" fmla="*/ 0 w 936"/>
              <a:gd name="T33" fmla="*/ 524 h 1225"/>
              <a:gd name="T34" fmla="*/ 118 w 936"/>
              <a:gd name="T35" fmla="*/ 410 h 1225"/>
              <a:gd name="T36" fmla="*/ 175 w 936"/>
              <a:gd name="T37" fmla="*/ 410 h 1225"/>
              <a:gd name="T38" fmla="*/ 175 w 936"/>
              <a:gd name="T39" fmla="*/ 292 h 1225"/>
              <a:gd name="T40" fmla="*/ 467 w 936"/>
              <a:gd name="T41" fmla="*/ 0 h 1225"/>
              <a:gd name="T42" fmla="*/ 760 w 936"/>
              <a:gd name="T43" fmla="*/ 292 h 1225"/>
              <a:gd name="T44" fmla="*/ 760 w 936"/>
              <a:gd name="T45" fmla="*/ 410 h 1225"/>
              <a:gd name="T46" fmla="*/ 817 w 936"/>
              <a:gd name="T47" fmla="*/ 410 h 1225"/>
              <a:gd name="T48" fmla="*/ 935 w 936"/>
              <a:gd name="T49" fmla="*/ 52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36" h="1225">
                <a:moveTo>
                  <a:pt x="648" y="410"/>
                </a:moveTo>
                <a:lnTo>
                  <a:pt x="648" y="292"/>
                </a:lnTo>
                <a:cubicBezTo>
                  <a:pt x="648" y="194"/>
                  <a:pt x="565" y="112"/>
                  <a:pt x="467" y="112"/>
                </a:cubicBezTo>
                <a:cubicBezTo>
                  <a:pt x="368" y="112"/>
                  <a:pt x="287" y="194"/>
                  <a:pt x="287" y="292"/>
                </a:cubicBezTo>
                <a:lnTo>
                  <a:pt x="287" y="410"/>
                </a:lnTo>
                <a:lnTo>
                  <a:pt x="648" y="410"/>
                </a:lnTo>
                <a:close/>
                <a:moveTo>
                  <a:pt x="467" y="934"/>
                </a:moveTo>
                <a:cubicBezTo>
                  <a:pt x="530" y="934"/>
                  <a:pt x="585" y="880"/>
                  <a:pt x="585" y="817"/>
                </a:cubicBezTo>
                <a:cubicBezTo>
                  <a:pt x="585" y="754"/>
                  <a:pt x="530" y="699"/>
                  <a:pt x="467" y="699"/>
                </a:cubicBezTo>
                <a:cubicBezTo>
                  <a:pt x="404" y="699"/>
                  <a:pt x="350" y="754"/>
                  <a:pt x="350" y="817"/>
                </a:cubicBezTo>
                <a:cubicBezTo>
                  <a:pt x="350" y="880"/>
                  <a:pt x="404" y="934"/>
                  <a:pt x="467" y="934"/>
                </a:cubicBezTo>
                <a:close/>
                <a:moveTo>
                  <a:pt x="935" y="524"/>
                </a:moveTo>
                <a:lnTo>
                  <a:pt x="935" y="1109"/>
                </a:lnTo>
                <a:cubicBezTo>
                  <a:pt x="935" y="1172"/>
                  <a:pt x="880" y="1224"/>
                  <a:pt x="817" y="1224"/>
                </a:cubicBezTo>
                <a:lnTo>
                  <a:pt x="118" y="1224"/>
                </a:lnTo>
                <a:cubicBezTo>
                  <a:pt x="55" y="1224"/>
                  <a:pt x="0" y="1172"/>
                  <a:pt x="0" y="1109"/>
                </a:cubicBezTo>
                <a:lnTo>
                  <a:pt x="0" y="524"/>
                </a:lnTo>
                <a:cubicBezTo>
                  <a:pt x="0" y="461"/>
                  <a:pt x="55" y="410"/>
                  <a:pt x="118" y="410"/>
                </a:cubicBezTo>
                <a:lnTo>
                  <a:pt x="175" y="410"/>
                </a:lnTo>
                <a:lnTo>
                  <a:pt x="175" y="292"/>
                </a:lnTo>
                <a:cubicBezTo>
                  <a:pt x="175" y="131"/>
                  <a:pt x="305" y="0"/>
                  <a:pt x="467" y="0"/>
                </a:cubicBezTo>
                <a:cubicBezTo>
                  <a:pt x="628" y="0"/>
                  <a:pt x="760" y="131"/>
                  <a:pt x="760" y="292"/>
                </a:cubicBezTo>
                <a:lnTo>
                  <a:pt x="760" y="410"/>
                </a:lnTo>
                <a:lnTo>
                  <a:pt x="817" y="410"/>
                </a:lnTo>
                <a:cubicBezTo>
                  <a:pt x="880" y="410"/>
                  <a:pt x="935" y="461"/>
                  <a:pt x="935" y="52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88769" y="1466853"/>
            <a:ext cx="336550" cy="441325"/>
          </a:xfrm>
          <a:custGeom>
            <a:avLst/>
            <a:gdLst>
              <a:gd name="T0" fmla="*/ 817 w 935"/>
              <a:gd name="T1" fmla="*/ 1109 h 1225"/>
              <a:gd name="T2" fmla="*/ 817 w 935"/>
              <a:gd name="T3" fmla="*/ 524 h 1225"/>
              <a:gd name="T4" fmla="*/ 117 w 935"/>
              <a:gd name="T5" fmla="*/ 524 h 1225"/>
              <a:gd name="T6" fmla="*/ 117 w 935"/>
              <a:gd name="T7" fmla="*/ 1109 h 1225"/>
              <a:gd name="T8" fmla="*/ 817 w 935"/>
              <a:gd name="T9" fmla="*/ 1109 h 1225"/>
              <a:gd name="T10" fmla="*/ 287 w 935"/>
              <a:gd name="T11" fmla="*/ 292 h 1225"/>
              <a:gd name="T12" fmla="*/ 287 w 935"/>
              <a:gd name="T13" fmla="*/ 410 h 1225"/>
              <a:gd name="T14" fmla="*/ 647 w 935"/>
              <a:gd name="T15" fmla="*/ 410 h 1225"/>
              <a:gd name="T16" fmla="*/ 647 w 935"/>
              <a:gd name="T17" fmla="*/ 292 h 1225"/>
              <a:gd name="T18" fmla="*/ 467 w 935"/>
              <a:gd name="T19" fmla="*/ 112 h 1225"/>
              <a:gd name="T20" fmla="*/ 287 w 935"/>
              <a:gd name="T21" fmla="*/ 292 h 1225"/>
              <a:gd name="T22" fmla="*/ 934 w 935"/>
              <a:gd name="T23" fmla="*/ 524 h 1225"/>
              <a:gd name="T24" fmla="*/ 934 w 935"/>
              <a:gd name="T25" fmla="*/ 1109 h 1225"/>
              <a:gd name="T26" fmla="*/ 817 w 935"/>
              <a:gd name="T27" fmla="*/ 1224 h 1225"/>
              <a:gd name="T28" fmla="*/ 117 w 935"/>
              <a:gd name="T29" fmla="*/ 1224 h 1225"/>
              <a:gd name="T30" fmla="*/ 0 w 935"/>
              <a:gd name="T31" fmla="*/ 1109 h 1225"/>
              <a:gd name="T32" fmla="*/ 0 w 935"/>
              <a:gd name="T33" fmla="*/ 524 h 1225"/>
              <a:gd name="T34" fmla="*/ 117 w 935"/>
              <a:gd name="T35" fmla="*/ 410 h 1225"/>
              <a:gd name="T36" fmla="*/ 175 w 935"/>
              <a:gd name="T37" fmla="*/ 410 h 1225"/>
              <a:gd name="T38" fmla="*/ 175 w 935"/>
              <a:gd name="T39" fmla="*/ 292 h 1225"/>
              <a:gd name="T40" fmla="*/ 467 w 935"/>
              <a:gd name="T41" fmla="*/ 0 h 1225"/>
              <a:gd name="T42" fmla="*/ 760 w 935"/>
              <a:gd name="T43" fmla="*/ 292 h 1225"/>
              <a:gd name="T44" fmla="*/ 760 w 935"/>
              <a:gd name="T45" fmla="*/ 410 h 1225"/>
              <a:gd name="T46" fmla="*/ 817 w 935"/>
              <a:gd name="T47" fmla="*/ 410 h 1225"/>
              <a:gd name="T48" fmla="*/ 934 w 935"/>
              <a:gd name="T49" fmla="*/ 524 h 1225"/>
              <a:gd name="T50" fmla="*/ 467 w 935"/>
              <a:gd name="T51" fmla="*/ 934 h 1225"/>
              <a:gd name="T52" fmla="*/ 350 w 935"/>
              <a:gd name="T53" fmla="*/ 817 h 1225"/>
              <a:gd name="T54" fmla="*/ 467 w 935"/>
              <a:gd name="T55" fmla="*/ 699 h 1225"/>
              <a:gd name="T56" fmla="*/ 585 w 935"/>
              <a:gd name="T57" fmla="*/ 817 h 1225"/>
              <a:gd name="T58" fmla="*/ 467 w 935"/>
              <a:gd name="T59" fmla="*/ 93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35" h="1225">
                <a:moveTo>
                  <a:pt x="817" y="1109"/>
                </a:moveTo>
                <a:lnTo>
                  <a:pt x="817" y="524"/>
                </a:lnTo>
                <a:lnTo>
                  <a:pt x="117" y="524"/>
                </a:lnTo>
                <a:lnTo>
                  <a:pt x="117" y="1109"/>
                </a:lnTo>
                <a:lnTo>
                  <a:pt x="817" y="1109"/>
                </a:lnTo>
                <a:close/>
                <a:moveTo>
                  <a:pt x="287" y="292"/>
                </a:moveTo>
                <a:lnTo>
                  <a:pt x="287" y="410"/>
                </a:lnTo>
                <a:lnTo>
                  <a:pt x="647" y="410"/>
                </a:lnTo>
                <a:lnTo>
                  <a:pt x="647" y="292"/>
                </a:lnTo>
                <a:cubicBezTo>
                  <a:pt x="647" y="194"/>
                  <a:pt x="565" y="112"/>
                  <a:pt x="467" y="112"/>
                </a:cubicBezTo>
                <a:cubicBezTo>
                  <a:pt x="368" y="112"/>
                  <a:pt x="287" y="194"/>
                  <a:pt x="287" y="292"/>
                </a:cubicBezTo>
                <a:close/>
                <a:moveTo>
                  <a:pt x="934" y="524"/>
                </a:moveTo>
                <a:lnTo>
                  <a:pt x="934" y="1109"/>
                </a:lnTo>
                <a:cubicBezTo>
                  <a:pt x="934" y="1172"/>
                  <a:pt x="880" y="1224"/>
                  <a:pt x="817" y="1224"/>
                </a:cubicBezTo>
                <a:lnTo>
                  <a:pt x="117" y="1224"/>
                </a:lnTo>
                <a:cubicBezTo>
                  <a:pt x="54" y="1224"/>
                  <a:pt x="0" y="1172"/>
                  <a:pt x="0" y="1109"/>
                </a:cubicBezTo>
                <a:lnTo>
                  <a:pt x="0" y="524"/>
                </a:lnTo>
                <a:cubicBezTo>
                  <a:pt x="0" y="461"/>
                  <a:pt x="54" y="410"/>
                  <a:pt x="117" y="410"/>
                </a:cubicBezTo>
                <a:lnTo>
                  <a:pt x="175" y="410"/>
                </a:lnTo>
                <a:lnTo>
                  <a:pt x="175" y="292"/>
                </a:lnTo>
                <a:cubicBezTo>
                  <a:pt x="175" y="131"/>
                  <a:pt x="306" y="0"/>
                  <a:pt x="467" y="0"/>
                </a:cubicBezTo>
                <a:cubicBezTo>
                  <a:pt x="628" y="0"/>
                  <a:pt x="760" y="131"/>
                  <a:pt x="760" y="292"/>
                </a:cubicBezTo>
                <a:lnTo>
                  <a:pt x="760" y="410"/>
                </a:lnTo>
                <a:lnTo>
                  <a:pt x="817" y="410"/>
                </a:lnTo>
                <a:cubicBezTo>
                  <a:pt x="880" y="410"/>
                  <a:pt x="934" y="461"/>
                  <a:pt x="934" y="524"/>
                </a:cubicBezTo>
                <a:close/>
                <a:moveTo>
                  <a:pt x="467" y="934"/>
                </a:moveTo>
                <a:cubicBezTo>
                  <a:pt x="404" y="934"/>
                  <a:pt x="350" y="880"/>
                  <a:pt x="350" y="817"/>
                </a:cubicBezTo>
                <a:cubicBezTo>
                  <a:pt x="350" y="754"/>
                  <a:pt x="404" y="699"/>
                  <a:pt x="467" y="699"/>
                </a:cubicBezTo>
                <a:cubicBezTo>
                  <a:pt x="530" y="699"/>
                  <a:pt x="585" y="754"/>
                  <a:pt x="585" y="817"/>
                </a:cubicBezTo>
                <a:cubicBezTo>
                  <a:pt x="585" y="880"/>
                  <a:pt x="530" y="934"/>
                  <a:pt x="467" y="93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65094" y="1466853"/>
            <a:ext cx="336550" cy="441325"/>
          </a:xfrm>
          <a:custGeom>
            <a:avLst/>
            <a:gdLst>
              <a:gd name="T0" fmla="*/ 817 w 935"/>
              <a:gd name="T1" fmla="*/ 1109 h 1225"/>
              <a:gd name="T2" fmla="*/ 817 w 935"/>
              <a:gd name="T3" fmla="*/ 524 h 1225"/>
              <a:gd name="T4" fmla="*/ 117 w 935"/>
              <a:gd name="T5" fmla="*/ 524 h 1225"/>
              <a:gd name="T6" fmla="*/ 117 w 935"/>
              <a:gd name="T7" fmla="*/ 1109 h 1225"/>
              <a:gd name="T8" fmla="*/ 817 w 935"/>
              <a:gd name="T9" fmla="*/ 1109 h 1225"/>
              <a:gd name="T10" fmla="*/ 817 w 935"/>
              <a:gd name="T11" fmla="*/ 410 h 1225"/>
              <a:gd name="T12" fmla="*/ 934 w 935"/>
              <a:gd name="T13" fmla="*/ 524 h 1225"/>
              <a:gd name="T14" fmla="*/ 934 w 935"/>
              <a:gd name="T15" fmla="*/ 1109 h 1225"/>
              <a:gd name="T16" fmla="*/ 817 w 935"/>
              <a:gd name="T17" fmla="*/ 1224 h 1225"/>
              <a:gd name="T18" fmla="*/ 117 w 935"/>
              <a:gd name="T19" fmla="*/ 1224 h 1225"/>
              <a:gd name="T20" fmla="*/ 0 w 935"/>
              <a:gd name="T21" fmla="*/ 1109 h 1225"/>
              <a:gd name="T22" fmla="*/ 0 w 935"/>
              <a:gd name="T23" fmla="*/ 524 h 1225"/>
              <a:gd name="T24" fmla="*/ 117 w 935"/>
              <a:gd name="T25" fmla="*/ 410 h 1225"/>
              <a:gd name="T26" fmla="*/ 647 w 935"/>
              <a:gd name="T27" fmla="*/ 410 h 1225"/>
              <a:gd name="T28" fmla="*/ 647 w 935"/>
              <a:gd name="T29" fmla="*/ 292 h 1225"/>
              <a:gd name="T30" fmla="*/ 467 w 935"/>
              <a:gd name="T31" fmla="*/ 112 h 1225"/>
              <a:gd name="T32" fmla="*/ 287 w 935"/>
              <a:gd name="T33" fmla="*/ 292 h 1225"/>
              <a:gd name="T34" fmla="*/ 174 w 935"/>
              <a:gd name="T35" fmla="*/ 292 h 1225"/>
              <a:gd name="T36" fmla="*/ 467 w 935"/>
              <a:gd name="T37" fmla="*/ 0 h 1225"/>
              <a:gd name="T38" fmla="*/ 759 w 935"/>
              <a:gd name="T39" fmla="*/ 292 h 1225"/>
              <a:gd name="T40" fmla="*/ 759 w 935"/>
              <a:gd name="T41" fmla="*/ 410 h 1225"/>
              <a:gd name="T42" fmla="*/ 817 w 935"/>
              <a:gd name="T43" fmla="*/ 410 h 1225"/>
              <a:gd name="T44" fmla="*/ 467 w 935"/>
              <a:gd name="T45" fmla="*/ 934 h 1225"/>
              <a:gd name="T46" fmla="*/ 349 w 935"/>
              <a:gd name="T47" fmla="*/ 817 h 1225"/>
              <a:gd name="T48" fmla="*/ 467 w 935"/>
              <a:gd name="T49" fmla="*/ 699 h 1225"/>
              <a:gd name="T50" fmla="*/ 584 w 935"/>
              <a:gd name="T51" fmla="*/ 817 h 1225"/>
              <a:gd name="T52" fmla="*/ 467 w 935"/>
              <a:gd name="T53" fmla="*/ 934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35" h="1225">
                <a:moveTo>
                  <a:pt x="817" y="1109"/>
                </a:moveTo>
                <a:lnTo>
                  <a:pt x="817" y="524"/>
                </a:lnTo>
                <a:lnTo>
                  <a:pt x="117" y="524"/>
                </a:lnTo>
                <a:lnTo>
                  <a:pt x="117" y="1109"/>
                </a:lnTo>
                <a:lnTo>
                  <a:pt x="817" y="1109"/>
                </a:lnTo>
                <a:close/>
                <a:moveTo>
                  <a:pt x="817" y="410"/>
                </a:moveTo>
                <a:cubicBezTo>
                  <a:pt x="880" y="410"/>
                  <a:pt x="934" y="461"/>
                  <a:pt x="934" y="524"/>
                </a:cubicBezTo>
                <a:lnTo>
                  <a:pt x="934" y="1109"/>
                </a:lnTo>
                <a:cubicBezTo>
                  <a:pt x="934" y="1172"/>
                  <a:pt x="880" y="1224"/>
                  <a:pt x="817" y="1224"/>
                </a:cubicBezTo>
                <a:lnTo>
                  <a:pt x="117" y="1224"/>
                </a:lnTo>
                <a:cubicBezTo>
                  <a:pt x="54" y="1224"/>
                  <a:pt x="0" y="1172"/>
                  <a:pt x="0" y="1109"/>
                </a:cubicBezTo>
                <a:lnTo>
                  <a:pt x="0" y="524"/>
                </a:lnTo>
                <a:cubicBezTo>
                  <a:pt x="0" y="461"/>
                  <a:pt x="54" y="410"/>
                  <a:pt x="117" y="410"/>
                </a:cubicBezTo>
                <a:lnTo>
                  <a:pt x="647" y="410"/>
                </a:lnTo>
                <a:lnTo>
                  <a:pt x="647" y="292"/>
                </a:lnTo>
                <a:cubicBezTo>
                  <a:pt x="647" y="194"/>
                  <a:pt x="565" y="112"/>
                  <a:pt x="467" y="112"/>
                </a:cubicBezTo>
                <a:cubicBezTo>
                  <a:pt x="369" y="112"/>
                  <a:pt x="287" y="194"/>
                  <a:pt x="287" y="292"/>
                </a:cubicBezTo>
                <a:lnTo>
                  <a:pt x="174" y="292"/>
                </a:lnTo>
                <a:cubicBezTo>
                  <a:pt x="174" y="131"/>
                  <a:pt x="306" y="0"/>
                  <a:pt x="467" y="0"/>
                </a:cubicBezTo>
                <a:cubicBezTo>
                  <a:pt x="628" y="0"/>
                  <a:pt x="759" y="131"/>
                  <a:pt x="759" y="292"/>
                </a:cubicBezTo>
                <a:lnTo>
                  <a:pt x="759" y="410"/>
                </a:lnTo>
                <a:lnTo>
                  <a:pt x="817" y="410"/>
                </a:lnTo>
                <a:close/>
                <a:moveTo>
                  <a:pt x="467" y="934"/>
                </a:moveTo>
                <a:cubicBezTo>
                  <a:pt x="404" y="934"/>
                  <a:pt x="349" y="880"/>
                  <a:pt x="349" y="817"/>
                </a:cubicBezTo>
                <a:cubicBezTo>
                  <a:pt x="349" y="754"/>
                  <a:pt x="404" y="699"/>
                  <a:pt x="467" y="699"/>
                </a:cubicBezTo>
                <a:cubicBezTo>
                  <a:pt x="530" y="699"/>
                  <a:pt x="584" y="754"/>
                  <a:pt x="584" y="817"/>
                </a:cubicBezTo>
                <a:cubicBezTo>
                  <a:pt x="584" y="880"/>
                  <a:pt x="530" y="934"/>
                  <a:pt x="467" y="93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479506" y="1455739"/>
            <a:ext cx="463550" cy="461963"/>
          </a:xfrm>
          <a:custGeom>
            <a:avLst/>
            <a:gdLst>
              <a:gd name="T0" fmla="*/ 643 w 1286"/>
              <a:gd name="T1" fmla="*/ 1049 h 1285"/>
              <a:gd name="T2" fmla="*/ 1050 w 1286"/>
              <a:gd name="T3" fmla="*/ 642 h 1285"/>
              <a:gd name="T4" fmla="*/ 643 w 1286"/>
              <a:gd name="T5" fmla="*/ 235 h 1285"/>
              <a:gd name="T6" fmla="*/ 235 w 1286"/>
              <a:gd name="T7" fmla="*/ 642 h 1285"/>
              <a:gd name="T8" fmla="*/ 643 w 1286"/>
              <a:gd name="T9" fmla="*/ 1049 h 1285"/>
              <a:gd name="T10" fmla="*/ 1165 w 1286"/>
              <a:gd name="T11" fmla="*/ 584 h 1285"/>
              <a:gd name="T12" fmla="*/ 1285 w 1286"/>
              <a:gd name="T13" fmla="*/ 584 h 1285"/>
              <a:gd name="T14" fmla="*/ 1285 w 1286"/>
              <a:gd name="T15" fmla="*/ 699 h 1285"/>
              <a:gd name="T16" fmla="*/ 1165 w 1286"/>
              <a:gd name="T17" fmla="*/ 699 h 1285"/>
              <a:gd name="T18" fmla="*/ 700 w 1286"/>
              <a:gd name="T19" fmla="*/ 1164 h 1285"/>
              <a:gd name="T20" fmla="*/ 700 w 1286"/>
              <a:gd name="T21" fmla="*/ 1284 h 1285"/>
              <a:gd name="T22" fmla="*/ 585 w 1286"/>
              <a:gd name="T23" fmla="*/ 1284 h 1285"/>
              <a:gd name="T24" fmla="*/ 585 w 1286"/>
              <a:gd name="T25" fmla="*/ 1164 h 1285"/>
              <a:gd name="T26" fmla="*/ 121 w 1286"/>
              <a:gd name="T27" fmla="*/ 699 h 1285"/>
              <a:gd name="T28" fmla="*/ 0 w 1286"/>
              <a:gd name="T29" fmla="*/ 699 h 1285"/>
              <a:gd name="T30" fmla="*/ 0 w 1286"/>
              <a:gd name="T31" fmla="*/ 584 h 1285"/>
              <a:gd name="T32" fmla="*/ 121 w 1286"/>
              <a:gd name="T33" fmla="*/ 584 h 1285"/>
              <a:gd name="T34" fmla="*/ 585 w 1286"/>
              <a:gd name="T35" fmla="*/ 120 h 1285"/>
              <a:gd name="T36" fmla="*/ 585 w 1286"/>
              <a:gd name="T37" fmla="*/ 0 h 1285"/>
              <a:gd name="T38" fmla="*/ 700 w 1286"/>
              <a:gd name="T39" fmla="*/ 0 h 1285"/>
              <a:gd name="T40" fmla="*/ 700 w 1286"/>
              <a:gd name="T41" fmla="*/ 120 h 1285"/>
              <a:gd name="T42" fmla="*/ 1165 w 1286"/>
              <a:gd name="T43" fmla="*/ 584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1285">
                <a:moveTo>
                  <a:pt x="643" y="1049"/>
                </a:moveTo>
                <a:cubicBezTo>
                  <a:pt x="869" y="1049"/>
                  <a:pt x="1050" y="869"/>
                  <a:pt x="1050" y="642"/>
                </a:cubicBezTo>
                <a:cubicBezTo>
                  <a:pt x="1050" y="415"/>
                  <a:pt x="870" y="235"/>
                  <a:pt x="643" y="235"/>
                </a:cubicBezTo>
                <a:cubicBezTo>
                  <a:pt x="416" y="235"/>
                  <a:pt x="235" y="415"/>
                  <a:pt x="235" y="642"/>
                </a:cubicBezTo>
                <a:cubicBezTo>
                  <a:pt x="235" y="869"/>
                  <a:pt x="416" y="1049"/>
                  <a:pt x="643" y="1049"/>
                </a:cubicBezTo>
                <a:close/>
                <a:moveTo>
                  <a:pt x="1165" y="584"/>
                </a:moveTo>
                <a:lnTo>
                  <a:pt x="1285" y="584"/>
                </a:lnTo>
                <a:lnTo>
                  <a:pt x="1285" y="699"/>
                </a:lnTo>
                <a:lnTo>
                  <a:pt x="1165" y="699"/>
                </a:lnTo>
                <a:cubicBezTo>
                  <a:pt x="1137" y="942"/>
                  <a:pt x="943" y="1136"/>
                  <a:pt x="700" y="1164"/>
                </a:cubicBezTo>
                <a:lnTo>
                  <a:pt x="700" y="1284"/>
                </a:lnTo>
                <a:lnTo>
                  <a:pt x="585" y="1284"/>
                </a:lnTo>
                <a:lnTo>
                  <a:pt x="585" y="1164"/>
                </a:lnTo>
                <a:cubicBezTo>
                  <a:pt x="342" y="1136"/>
                  <a:pt x="148" y="942"/>
                  <a:pt x="121" y="699"/>
                </a:cubicBezTo>
                <a:lnTo>
                  <a:pt x="0" y="699"/>
                </a:lnTo>
                <a:lnTo>
                  <a:pt x="0" y="584"/>
                </a:lnTo>
                <a:lnTo>
                  <a:pt x="121" y="584"/>
                </a:lnTo>
                <a:cubicBezTo>
                  <a:pt x="148" y="341"/>
                  <a:pt x="342" y="147"/>
                  <a:pt x="585" y="120"/>
                </a:cubicBezTo>
                <a:lnTo>
                  <a:pt x="585" y="0"/>
                </a:lnTo>
                <a:lnTo>
                  <a:pt x="700" y="0"/>
                </a:lnTo>
                <a:lnTo>
                  <a:pt x="700" y="120"/>
                </a:lnTo>
                <a:cubicBezTo>
                  <a:pt x="943" y="147"/>
                  <a:pt x="1137" y="341"/>
                  <a:pt x="1165" y="58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98696" y="1477963"/>
            <a:ext cx="377825" cy="419100"/>
          </a:xfrm>
          <a:custGeom>
            <a:avLst/>
            <a:gdLst>
              <a:gd name="T0" fmla="*/ 565 w 1050"/>
              <a:gd name="T1" fmla="*/ 552 h 1165"/>
              <a:gd name="T2" fmla="*/ 1049 w 1050"/>
              <a:gd name="T3" fmla="*/ 1033 h 1165"/>
              <a:gd name="T4" fmla="*/ 975 w 1050"/>
              <a:gd name="T5" fmla="*/ 1106 h 1165"/>
              <a:gd name="T6" fmla="*/ 779 w 1050"/>
              <a:gd name="T7" fmla="*/ 912 h 1165"/>
              <a:gd name="T8" fmla="*/ 582 w 1050"/>
              <a:gd name="T9" fmla="*/ 1164 h 1165"/>
              <a:gd name="T10" fmla="*/ 175 w 1050"/>
              <a:gd name="T11" fmla="*/ 407 h 1165"/>
              <a:gd name="T12" fmla="*/ 186 w 1050"/>
              <a:gd name="T13" fmla="*/ 317 h 1165"/>
              <a:gd name="T14" fmla="*/ 0 w 1050"/>
              <a:gd name="T15" fmla="*/ 131 h 1165"/>
              <a:gd name="T16" fmla="*/ 74 w 1050"/>
              <a:gd name="T17" fmla="*/ 57 h 1165"/>
              <a:gd name="T18" fmla="*/ 560 w 1050"/>
              <a:gd name="T19" fmla="*/ 544 h 1165"/>
              <a:gd name="T20" fmla="*/ 565 w 1050"/>
              <a:gd name="T21" fmla="*/ 552 h 1165"/>
              <a:gd name="T22" fmla="*/ 475 w 1050"/>
              <a:gd name="T23" fmla="*/ 311 h 1165"/>
              <a:gd name="T24" fmla="*/ 287 w 1050"/>
              <a:gd name="T25" fmla="*/ 125 h 1165"/>
              <a:gd name="T26" fmla="*/ 582 w 1050"/>
              <a:gd name="T27" fmla="*/ 0 h 1165"/>
              <a:gd name="T28" fmla="*/ 989 w 1050"/>
              <a:gd name="T29" fmla="*/ 407 h 1165"/>
              <a:gd name="T30" fmla="*/ 891 w 1050"/>
              <a:gd name="T31" fmla="*/ 727 h 1165"/>
              <a:gd name="T32" fmla="*/ 680 w 1050"/>
              <a:gd name="T33" fmla="*/ 513 h 1165"/>
              <a:gd name="T34" fmla="*/ 727 w 1050"/>
              <a:gd name="T35" fmla="*/ 407 h 1165"/>
              <a:gd name="T36" fmla="*/ 582 w 1050"/>
              <a:gd name="T37" fmla="*/ 262 h 1165"/>
              <a:gd name="T38" fmla="*/ 475 w 1050"/>
              <a:gd name="T39" fmla="*/ 311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0" h="1165">
                <a:moveTo>
                  <a:pt x="565" y="552"/>
                </a:moveTo>
                <a:cubicBezTo>
                  <a:pt x="727" y="712"/>
                  <a:pt x="889" y="872"/>
                  <a:pt x="1049" y="1033"/>
                </a:cubicBezTo>
                <a:lnTo>
                  <a:pt x="975" y="1106"/>
                </a:lnTo>
                <a:lnTo>
                  <a:pt x="779" y="912"/>
                </a:lnTo>
                <a:cubicBezTo>
                  <a:pt x="680" y="1057"/>
                  <a:pt x="582" y="1164"/>
                  <a:pt x="582" y="1164"/>
                </a:cubicBezTo>
                <a:cubicBezTo>
                  <a:pt x="582" y="1164"/>
                  <a:pt x="175" y="713"/>
                  <a:pt x="175" y="407"/>
                </a:cubicBezTo>
                <a:cubicBezTo>
                  <a:pt x="175" y="377"/>
                  <a:pt x="180" y="347"/>
                  <a:pt x="186" y="317"/>
                </a:cubicBezTo>
                <a:lnTo>
                  <a:pt x="0" y="131"/>
                </a:lnTo>
                <a:lnTo>
                  <a:pt x="74" y="57"/>
                </a:lnTo>
                <a:lnTo>
                  <a:pt x="560" y="544"/>
                </a:lnTo>
                <a:lnTo>
                  <a:pt x="565" y="552"/>
                </a:lnTo>
                <a:close/>
                <a:moveTo>
                  <a:pt x="475" y="311"/>
                </a:moveTo>
                <a:lnTo>
                  <a:pt x="287" y="125"/>
                </a:lnTo>
                <a:cubicBezTo>
                  <a:pt x="360" y="49"/>
                  <a:pt x="467" y="0"/>
                  <a:pt x="582" y="0"/>
                </a:cubicBezTo>
                <a:cubicBezTo>
                  <a:pt x="809" y="0"/>
                  <a:pt x="989" y="180"/>
                  <a:pt x="989" y="407"/>
                </a:cubicBezTo>
                <a:cubicBezTo>
                  <a:pt x="989" y="505"/>
                  <a:pt x="948" y="617"/>
                  <a:pt x="891" y="727"/>
                </a:cubicBezTo>
                <a:lnTo>
                  <a:pt x="680" y="513"/>
                </a:lnTo>
                <a:cubicBezTo>
                  <a:pt x="710" y="486"/>
                  <a:pt x="727" y="451"/>
                  <a:pt x="727" y="407"/>
                </a:cubicBezTo>
                <a:cubicBezTo>
                  <a:pt x="727" y="328"/>
                  <a:pt x="661" y="262"/>
                  <a:pt x="582" y="262"/>
                </a:cubicBezTo>
                <a:cubicBezTo>
                  <a:pt x="538" y="262"/>
                  <a:pt x="503" y="281"/>
                  <a:pt x="475" y="31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33744" y="1455739"/>
            <a:ext cx="461962" cy="461963"/>
          </a:xfrm>
          <a:custGeom>
            <a:avLst/>
            <a:gdLst>
              <a:gd name="T0" fmla="*/ 891 w 1285"/>
              <a:gd name="T1" fmla="*/ 964 h 1285"/>
              <a:gd name="T2" fmla="*/ 320 w 1285"/>
              <a:gd name="T3" fmla="*/ 393 h 1285"/>
              <a:gd name="T4" fmla="*/ 235 w 1285"/>
              <a:gd name="T5" fmla="*/ 642 h 1285"/>
              <a:gd name="T6" fmla="*/ 642 w 1285"/>
              <a:gd name="T7" fmla="*/ 1049 h 1285"/>
              <a:gd name="T8" fmla="*/ 891 w 1285"/>
              <a:gd name="T9" fmla="*/ 964 h 1285"/>
              <a:gd name="T10" fmla="*/ 118 w 1285"/>
              <a:gd name="T11" fmla="*/ 191 h 1285"/>
              <a:gd name="T12" fmla="*/ 191 w 1285"/>
              <a:gd name="T13" fmla="*/ 117 h 1285"/>
              <a:gd name="T14" fmla="*/ 1167 w 1285"/>
              <a:gd name="T15" fmla="*/ 1093 h 1285"/>
              <a:gd name="T16" fmla="*/ 1093 w 1285"/>
              <a:gd name="T17" fmla="*/ 1166 h 1285"/>
              <a:gd name="T18" fmla="*/ 973 w 1285"/>
              <a:gd name="T19" fmla="*/ 1046 h 1285"/>
              <a:gd name="T20" fmla="*/ 700 w 1285"/>
              <a:gd name="T21" fmla="*/ 1164 h 1285"/>
              <a:gd name="T22" fmla="*/ 700 w 1285"/>
              <a:gd name="T23" fmla="*/ 1284 h 1285"/>
              <a:gd name="T24" fmla="*/ 585 w 1285"/>
              <a:gd name="T25" fmla="*/ 1284 h 1285"/>
              <a:gd name="T26" fmla="*/ 585 w 1285"/>
              <a:gd name="T27" fmla="*/ 1164 h 1285"/>
              <a:gd name="T28" fmla="*/ 120 w 1285"/>
              <a:gd name="T29" fmla="*/ 699 h 1285"/>
              <a:gd name="T30" fmla="*/ 0 w 1285"/>
              <a:gd name="T31" fmla="*/ 699 h 1285"/>
              <a:gd name="T32" fmla="*/ 0 w 1285"/>
              <a:gd name="T33" fmla="*/ 584 h 1285"/>
              <a:gd name="T34" fmla="*/ 120 w 1285"/>
              <a:gd name="T35" fmla="*/ 584 h 1285"/>
              <a:gd name="T36" fmla="*/ 238 w 1285"/>
              <a:gd name="T37" fmla="*/ 311 h 1285"/>
              <a:gd name="T38" fmla="*/ 118 w 1285"/>
              <a:gd name="T39" fmla="*/ 191 h 1285"/>
              <a:gd name="T40" fmla="*/ 1164 w 1285"/>
              <a:gd name="T41" fmla="*/ 584 h 1285"/>
              <a:gd name="T42" fmla="*/ 1284 w 1285"/>
              <a:gd name="T43" fmla="*/ 584 h 1285"/>
              <a:gd name="T44" fmla="*/ 1284 w 1285"/>
              <a:gd name="T45" fmla="*/ 699 h 1285"/>
              <a:gd name="T46" fmla="*/ 1164 w 1285"/>
              <a:gd name="T47" fmla="*/ 699 h 1285"/>
              <a:gd name="T48" fmla="*/ 1107 w 1285"/>
              <a:gd name="T49" fmla="*/ 885 h 1285"/>
              <a:gd name="T50" fmla="*/ 1019 w 1285"/>
              <a:gd name="T51" fmla="*/ 798 h 1285"/>
              <a:gd name="T52" fmla="*/ 1049 w 1285"/>
              <a:gd name="T53" fmla="*/ 642 h 1285"/>
              <a:gd name="T54" fmla="*/ 642 w 1285"/>
              <a:gd name="T55" fmla="*/ 235 h 1285"/>
              <a:gd name="T56" fmla="*/ 486 w 1285"/>
              <a:gd name="T57" fmla="*/ 265 h 1285"/>
              <a:gd name="T58" fmla="*/ 399 w 1285"/>
              <a:gd name="T59" fmla="*/ 177 h 1285"/>
              <a:gd name="T60" fmla="*/ 585 w 1285"/>
              <a:gd name="T61" fmla="*/ 120 h 1285"/>
              <a:gd name="T62" fmla="*/ 585 w 1285"/>
              <a:gd name="T63" fmla="*/ 0 h 1285"/>
              <a:gd name="T64" fmla="*/ 700 w 1285"/>
              <a:gd name="T65" fmla="*/ 0 h 1285"/>
              <a:gd name="T66" fmla="*/ 700 w 1285"/>
              <a:gd name="T67" fmla="*/ 120 h 1285"/>
              <a:gd name="T68" fmla="*/ 1164 w 1285"/>
              <a:gd name="T69" fmla="*/ 584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5" h="1285">
                <a:moveTo>
                  <a:pt x="891" y="964"/>
                </a:moveTo>
                <a:lnTo>
                  <a:pt x="320" y="393"/>
                </a:lnTo>
                <a:cubicBezTo>
                  <a:pt x="268" y="461"/>
                  <a:pt x="235" y="549"/>
                  <a:pt x="235" y="642"/>
                </a:cubicBezTo>
                <a:cubicBezTo>
                  <a:pt x="235" y="869"/>
                  <a:pt x="415" y="1049"/>
                  <a:pt x="642" y="1049"/>
                </a:cubicBezTo>
                <a:cubicBezTo>
                  <a:pt x="735" y="1049"/>
                  <a:pt x="823" y="1016"/>
                  <a:pt x="891" y="964"/>
                </a:cubicBezTo>
                <a:close/>
                <a:moveTo>
                  <a:pt x="118" y="191"/>
                </a:moveTo>
                <a:lnTo>
                  <a:pt x="191" y="117"/>
                </a:lnTo>
                <a:lnTo>
                  <a:pt x="1167" y="1093"/>
                </a:lnTo>
                <a:lnTo>
                  <a:pt x="1093" y="1166"/>
                </a:lnTo>
                <a:lnTo>
                  <a:pt x="973" y="1046"/>
                </a:lnTo>
                <a:cubicBezTo>
                  <a:pt x="896" y="1109"/>
                  <a:pt x="803" y="1153"/>
                  <a:pt x="700" y="1164"/>
                </a:cubicBezTo>
                <a:lnTo>
                  <a:pt x="700" y="1284"/>
                </a:lnTo>
                <a:lnTo>
                  <a:pt x="585" y="1284"/>
                </a:lnTo>
                <a:lnTo>
                  <a:pt x="585" y="1164"/>
                </a:lnTo>
                <a:cubicBezTo>
                  <a:pt x="342" y="1136"/>
                  <a:pt x="148" y="942"/>
                  <a:pt x="120" y="699"/>
                </a:cubicBezTo>
                <a:lnTo>
                  <a:pt x="0" y="699"/>
                </a:lnTo>
                <a:lnTo>
                  <a:pt x="0" y="584"/>
                </a:lnTo>
                <a:lnTo>
                  <a:pt x="120" y="584"/>
                </a:lnTo>
                <a:cubicBezTo>
                  <a:pt x="131" y="481"/>
                  <a:pt x="175" y="388"/>
                  <a:pt x="238" y="311"/>
                </a:cubicBezTo>
                <a:lnTo>
                  <a:pt x="118" y="191"/>
                </a:lnTo>
                <a:close/>
                <a:moveTo>
                  <a:pt x="1164" y="584"/>
                </a:moveTo>
                <a:lnTo>
                  <a:pt x="1284" y="584"/>
                </a:lnTo>
                <a:lnTo>
                  <a:pt x="1284" y="699"/>
                </a:lnTo>
                <a:lnTo>
                  <a:pt x="1164" y="699"/>
                </a:lnTo>
                <a:cubicBezTo>
                  <a:pt x="1156" y="765"/>
                  <a:pt x="1137" y="830"/>
                  <a:pt x="1107" y="885"/>
                </a:cubicBezTo>
                <a:lnTo>
                  <a:pt x="1019" y="798"/>
                </a:lnTo>
                <a:cubicBezTo>
                  <a:pt x="1038" y="751"/>
                  <a:pt x="1049" y="696"/>
                  <a:pt x="1049" y="642"/>
                </a:cubicBezTo>
                <a:cubicBezTo>
                  <a:pt x="1049" y="415"/>
                  <a:pt x="869" y="235"/>
                  <a:pt x="642" y="235"/>
                </a:cubicBezTo>
                <a:cubicBezTo>
                  <a:pt x="588" y="235"/>
                  <a:pt x="533" y="245"/>
                  <a:pt x="486" y="265"/>
                </a:cubicBezTo>
                <a:lnTo>
                  <a:pt x="399" y="177"/>
                </a:lnTo>
                <a:cubicBezTo>
                  <a:pt x="456" y="147"/>
                  <a:pt x="519" y="128"/>
                  <a:pt x="585" y="120"/>
                </a:cubicBezTo>
                <a:lnTo>
                  <a:pt x="585" y="0"/>
                </a:lnTo>
                <a:lnTo>
                  <a:pt x="700" y="0"/>
                </a:lnTo>
                <a:lnTo>
                  <a:pt x="700" y="120"/>
                </a:lnTo>
                <a:cubicBezTo>
                  <a:pt x="943" y="147"/>
                  <a:pt x="1137" y="341"/>
                  <a:pt x="1164" y="58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754521" y="1487489"/>
            <a:ext cx="377825" cy="398463"/>
          </a:xfrm>
          <a:custGeom>
            <a:avLst/>
            <a:gdLst>
              <a:gd name="T0" fmla="*/ 932 w 1051"/>
              <a:gd name="T1" fmla="*/ 757 h 1108"/>
              <a:gd name="T2" fmla="*/ 932 w 1051"/>
              <a:gd name="T3" fmla="*/ 640 h 1108"/>
              <a:gd name="T4" fmla="*/ 817 w 1051"/>
              <a:gd name="T5" fmla="*/ 640 h 1108"/>
              <a:gd name="T6" fmla="*/ 817 w 1051"/>
              <a:gd name="T7" fmla="*/ 757 h 1108"/>
              <a:gd name="T8" fmla="*/ 932 w 1051"/>
              <a:gd name="T9" fmla="*/ 757 h 1108"/>
              <a:gd name="T10" fmla="*/ 932 w 1051"/>
              <a:gd name="T11" fmla="*/ 990 h 1108"/>
              <a:gd name="T12" fmla="*/ 932 w 1051"/>
              <a:gd name="T13" fmla="*/ 875 h 1108"/>
              <a:gd name="T14" fmla="*/ 817 w 1051"/>
              <a:gd name="T15" fmla="*/ 875 h 1108"/>
              <a:gd name="T16" fmla="*/ 817 w 1051"/>
              <a:gd name="T17" fmla="*/ 990 h 1108"/>
              <a:gd name="T18" fmla="*/ 932 w 1051"/>
              <a:gd name="T19" fmla="*/ 990 h 1108"/>
              <a:gd name="T20" fmla="*/ 582 w 1051"/>
              <a:gd name="T21" fmla="*/ 290 h 1108"/>
              <a:gd name="T22" fmla="*/ 582 w 1051"/>
              <a:gd name="T23" fmla="*/ 175 h 1108"/>
              <a:gd name="T24" fmla="*/ 468 w 1051"/>
              <a:gd name="T25" fmla="*/ 175 h 1108"/>
              <a:gd name="T26" fmla="*/ 468 w 1051"/>
              <a:gd name="T27" fmla="*/ 290 h 1108"/>
              <a:gd name="T28" fmla="*/ 582 w 1051"/>
              <a:gd name="T29" fmla="*/ 290 h 1108"/>
              <a:gd name="T30" fmla="*/ 582 w 1051"/>
              <a:gd name="T31" fmla="*/ 525 h 1108"/>
              <a:gd name="T32" fmla="*/ 582 w 1051"/>
              <a:gd name="T33" fmla="*/ 408 h 1108"/>
              <a:gd name="T34" fmla="*/ 468 w 1051"/>
              <a:gd name="T35" fmla="*/ 408 h 1108"/>
              <a:gd name="T36" fmla="*/ 468 w 1051"/>
              <a:gd name="T37" fmla="*/ 525 h 1108"/>
              <a:gd name="T38" fmla="*/ 582 w 1051"/>
              <a:gd name="T39" fmla="*/ 525 h 1108"/>
              <a:gd name="T40" fmla="*/ 582 w 1051"/>
              <a:gd name="T41" fmla="*/ 757 h 1108"/>
              <a:gd name="T42" fmla="*/ 582 w 1051"/>
              <a:gd name="T43" fmla="*/ 640 h 1108"/>
              <a:gd name="T44" fmla="*/ 468 w 1051"/>
              <a:gd name="T45" fmla="*/ 640 h 1108"/>
              <a:gd name="T46" fmla="*/ 468 w 1051"/>
              <a:gd name="T47" fmla="*/ 757 h 1108"/>
              <a:gd name="T48" fmla="*/ 582 w 1051"/>
              <a:gd name="T49" fmla="*/ 757 h 1108"/>
              <a:gd name="T50" fmla="*/ 582 w 1051"/>
              <a:gd name="T51" fmla="*/ 990 h 1108"/>
              <a:gd name="T52" fmla="*/ 582 w 1051"/>
              <a:gd name="T53" fmla="*/ 875 h 1108"/>
              <a:gd name="T54" fmla="*/ 468 w 1051"/>
              <a:gd name="T55" fmla="*/ 875 h 1108"/>
              <a:gd name="T56" fmla="*/ 468 w 1051"/>
              <a:gd name="T57" fmla="*/ 990 h 1108"/>
              <a:gd name="T58" fmla="*/ 582 w 1051"/>
              <a:gd name="T59" fmla="*/ 990 h 1108"/>
              <a:gd name="T60" fmla="*/ 233 w 1051"/>
              <a:gd name="T61" fmla="*/ 525 h 1108"/>
              <a:gd name="T62" fmla="*/ 233 w 1051"/>
              <a:gd name="T63" fmla="*/ 408 h 1108"/>
              <a:gd name="T64" fmla="*/ 118 w 1051"/>
              <a:gd name="T65" fmla="*/ 408 h 1108"/>
              <a:gd name="T66" fmla="*/ 118 w 1051"/>
              <a:gd name="T67" fmla="*/ 525 h 1108"/>
              <a:gd name="T68" fmla="*/ 233 w 1051"/>
              <a:gd name="T69" fmla="*/ 525 h 1108"/>
              <a:gd name="T70" fmla="*/ 233 w 1051"/>
              <a:gd name="T71" fmla="*/ 757 h 1108"/>
              <a:gd name="T72" fmla="*/ 233 w 1051"/>
              <a:gd name="T73" fmla="*/ 640 h 1108"/>
              <a:gd name="T74" fmla="*/ 118 w 1051"/>
              <a:gd name="T75" fmla="*/ 640 h 1108"/>
              <a:gd name="T76" fmla="*/ 118 w 1051"/>
              <a:gd name="T77" fmla="*/ 757 h 1108"/>
              <a:gd name="T78" fmla="*/ 233 w 1051"/>
              <a:gd name="T79" fmla="*/ 757 h 1108"/>
              <a:gd name="T80" fmla="*/ 233 w 1051"/>
              <a:gd name="T81" fmla="*/ 990 h 1108"/>
              <a:gd name="T82" fmla="*/ 233 w 1051"/>
              <a:gd name="T83" fmla="*/ 875 h 1108"/>
              <a:gd name="T84" fmla="*/ 118 w 1051"/>
              <a:gd name="T85" fmla="*/ 875 h 1108"/>
              <a:gd name="T86" fmla="*/ 118 w 1051"/>
              <a:gd name="T87" fmla="*/ 990 h 1108"/>
              <a:gd name="T88" fmla="*/ 233 w 1051"/>
              <a:gd name="T89" fmla="*/ 990 h 1108"/>
              <a:gd name="T90" fmla="*/ 700 w 1051"/>
              <a:gd name="T91" fmla="*/ 525 h 1108"/>
              <a:gd name="T92" fmla="*/ 1050 w 1051"/>
              <a:gd name="T93" fmla="*/ 525 h 1108"/>
              <a:gd name="T94" fmla="*/ 1050 w 1051"/>
              <a:gd name="T95" fmla="*/ 1107 h 1108"/>
              <a:gd name="T96" fmla="*/ 0 w 1051"/>
              <a:gd name="T97" fmla="*/ 1107 h 1108"/>
              <a:gd name="T98" fmla="*/ 0 w 1051"/>
              <a:gd name="T99" fmla="*/ 290 h 1108"/>
              <a:gd name="T100" fmla="*/ 350 w 1051"/>
              <a:gd name="T101" fmla="*/ 290 h 1108"/>
              <a:gd name="T102" fmla="*/ 350 w 1051"/>
              <a:gd name="T103" fmla="*/ 175 h 1108"/>
              <a:gd name="T104" fmla="*/ 525 w 1051"/>
              <a:gd name="T105" fmla="*/ 0 h 1108"/>
              <a:gd name="T106" fmla="*/ 700 w 1051"/>
              <a:gd name="T107" fmla="*/ 175 h 1108"/>
              <a:gd name="T108" fmla="*/ 700 w 1051"/>
              <a:gd name="T109" fmla="*/ 525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51" h="1108">
                <a:moveTo>
                  <a:pt x="932" y="757"/>
                </a:moveTo>
                <a:lnTo>
                  <a:pt x="932" y="640"/>
                </a:lnTo>
                <a:lnTo>
                  <a:pt x="817" y="640"/>
                </a:lnTo>
                <a:lnTo>
                  <a:pt x="817" y="757"/>
                </a:lnTo>
                <a:lnTo>
                  <a:pt x="932" y="757"/>
                </a:lnTo>
                <a:close/>
                <a:moveTo>
                  <a:pt x="932" y="990"/>
                </a:moveTo>
                <a:lnTo>
                  <a:pt x="932" y="875"/>
                </a:lnTo>
                <a:lnTo>
                  <a:pt x="817" y="875"/>
                </a:lnTo>
                <a:lnTo>
                  <a:pt x="817" y="990"/>
                </a:lnTo>
                <a:lnTo>
                  <a:pt x="932" y="990"/>
                </a:lnTo>
                <a:close/>
                <a:moveTo>
                  <a:pt x="582" y="290"/>
                </a:moveTo>
                <a:lnTo>
                  <a:pt x="582" y="175"/>
                </a:lnTo>
                <a:lnTo>
                  <a:pt x="468" y="175"/>
                </a:lnTo>
                <a:lnTo>
                  <a:pt x="468" y="290"/>
                </a:lnTo>
                <a:lnTo>
                  <a:pt x="582" y="290"/>
                </a:lnTo>
                <a:close/>
                <a:moveTo>
                  <a:pt x="582" y="525"/>
                </a:moveTo>
                <a:lnTo>
                  <a:pt x="582" y="408"/>
                </a:lnTo>
                <a:lnTo>
                  <a:pt x="468" y="408"/>
                </a:lnTo>
                <a:lnTo>
                  <a:pt x="468" y="525"/>
                </a:lnTo>
                <a:lnTo>
                  <a:pt x="582" y="525"/>
                </a:lnTo>
                <a:close/>
                <a:moveTo>
                  <a:pt x="582" y="757"/>
                </a:moveTo>
                <a:lnTo>
                  <a:pt x="582" y="640"/>
                </a:lnTo>
                <a:lnTo>
                  <a:pt x="468" y="640"/>
                </a:lnTo>
                <a:lnTo>
                  <a:pt x="468" y="757"/>
                </a:lnTo>
                <a:lnTo>
                  <a:pt x="582" y="757"/>
                </a:lnTo>
                <a:close/>
                <a:moveTo>
                  <a:pt x="582" y="990"/>
                </a:moveTo>
                <a:lnTo>
                  <a:pt x="582" y="875"/>
                </a:lnTo>
                <a:lnTo>
                  <a:pt x="468" y="875"/>
                </a:lnTo>
                <a:lnTo>
                  <a:pt x="468" y="990"/>
                </a:lnTo>
                <a:lnTo>
                  <a:pt x="582" y="990"/>
                </a:lnTo>
                <a:close/>
                <a:moveTo>
                  <a:pt x="233" y="525"/>
                </a:moveTo>
                <a:lnTo>
                  <a:pt x="233" y="408"/>
                </a:lnTo>
                <a:lnTo>
                  <a:pt x="118" y="408"/>
                </a:lnTo>
                <a:lnTo>
                  <a:pt x="118" y="525"/>
                </a:lnTo>
                <a:lnTo>
                  <a:pt x="233" y="525"/>
                </a:lnTo>
                <a:close/>
                <a:moveTo>
                  <a:pt x="233" y="757"/>
                </a:moveTo>
                <a:lnTo>
                  <a:pt x="233" y="640"/>
                </a:lnTo>
                <a:lnTo>
                  <a:pt x="118" y="640"/>
                </a:lnTo>
                <a:lnTo>
                  <a:pt x="118" y="757"/>
                </a:lnTo>
                <a:lnTo>
                  <a:pt x="233" y="757"/>
                </a:lnTo>
                <a:close/>
                <a:moveTo>
                  <a:pt x="233" y="990"/>
                </a:moveTo>
                <a:lnTo>
                  <a:pt x="233" y="875"/>
                </a:lnTo>
                <a:lnTo>
                  <a:pt x="118" y="875"/>
                </a:lnTo>
                <a:lnTo>
                  <a:pt x="118" y="990"/>
                </a:lnTo>
                <a:lnTo>
                  <a:pt x="233" y="990"/>
                </a:lnTo>
                <a:close/>
                <a:moveTo>
                  <a:pt x="700" y="525"/>
                </a:moveTo>
                <a:lnTo>
                  <a:pt x="1050" y="525"/>
                </a:lnTo>
                <a:lnTo>
                  <a:pt x="1050" y="1107"/>
                </a:lnTo>
                <a:lnTo>
                  <a:pt x="0" y="1107"/>
                </a:lnTo>
                <a:lnTo>
                  <a:pt x="0" y="290"/>
                </a:lnTo>
                <a:lnTo>
                  <a:pt x="350" y="290"/>
                </a:lnTo>
                <a:lnTo>
                  <a:pt x="350" y="175"/>
                </a:lnTo>
                <a:lnTo>
                  <a:pt x="525" y="0"/>
                </a:lnTo>
                <a:lnTo>
                  <a:pt x="700" y="175"/>
                </a:lnTo>
                <a:lnTo>
                  <a:pt x="700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8071" y="2368553"/>
            <a:ext cx="377825" cy="377825"/>
          </a:xfrm>
          <a:custGeom>
            <a:avLst/>
            <a:gdLst>
              <a:gd name="T0" fmla="*/ 700 w 1051"/>
              <a:gd name="T1" fmla="*/ 350 h 1051"/>
              <a:gd name="T2" fmla="*/ 700 w 1051"/>
              <a:gd name="T3" fmla="*/ 233 h 1051"/>
              <a:gd name="T4" fmla="*/ 350 w 1051"/>
              <a:gd name="T5" fmla="*/ 233 h 1051"/>
              <a:gd name="T6" fmla="*/ 350 w 1051"/>
              <a:gd name="T7" fmla="*/ 583 h 1051"/>
              <a:gd name="T8" fmla="*/ 582 w 1051"/>
              <a:gd name="T9" fmla="*/ 583 h 1051"/>
              <a:gd name="T10" fmla="*/ 582 w 1051"/>
              <a:gd name="T11" fmla="*/ 700 h 1051"/>
              <a:gd name="T12" fmla="*/ 350 w 1051"/>
              <a:gd name="T13" fmla="*/ 700 h 1051"/>
              <a:gd name="T14" fmla="*/ 350 w 1051"/>
              <a:gd name="T15" fmla="*/ 818 h 1051"/>
              <a:gd name="T16" fmla="*/ 582 w 1051"/>
              <a:gd name="T17" fmla="*/ 818 h 1051"/>
              <a:gd name="T18" fmla="*/ 700 w 1051"/>
              <a:gd name="T19" fmla="*/ 700 h 1051"/>
              <a:gd name="T20" fmla="*/ 700 w 1051"/>
              <a:gd name="T21" fmla="*/ 583 h 1051"/>
              <a:gd name="T22" fmla="*/ 582 w 1051"/>
              <a:gd name="T23" fmla="*/ 468 h 1051"/>
              <a:gd name="T24" fmla="*/ 468 w 1051"/>
              <a:gd name="T25" fmla="*/ 468 h 1051"/>
              <a:gd name="T26" fmla="*/ 468 w 1051"/>
              <a:gd name="T27" fmla="*/ 350 h 1051"/>
              <a:gd name="T28" fmla="*/ 700 w 1051"/>
              <a:gd name="T29" fmla="*/ 350 h 1051"/>
              <a:gd name="T30" fmla="*/ 932 w 1051"/>
              <a:gd name="T31" fmla="*/ 0 h 1051"/>
              <a:gd name="T32" fmla="*/ 1050 w 1051"/>
              <a:gd name="T33" fmla="*/ 118 h 1051"/>
              <a:gd name="T34" fmla="*/ 1050 w 1051"/>
              <a:gd name="T35" fmla="*/ 932 h 1051"/>
              <a:gd name="T36" fmla="*/ 932 w 1051"/>
              <a:gd name="T37" fmla="*/ 1050 h 1051"/>
              <a:gd name="T38" fmla="*/ 118 w 1051"/>
              <a:gd name="T39" fmla="*/ 1050 h 1051"/>
              <a:gd name="T40" fmla="*/ 0 w 1051"/>
              <a:gd name="T41" fmla="*/ 932 h 1051"/>
              <a:gd name="T42" fmla="*/ 0 w 1051"/>
              <a:gd name="T43" fmla="*/ 118 h 1051"/>
              <a:gd name="T44" fmla="*/ 118 w 1051"/>
              <a:gd name="T45" fmla="*/ 0 h 1051"/>
              <a:gd name="T46" fmla="*/ 932 w 1051"/>
              <a:gd name="T4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051">
                <a:moveTo>
                  <a:pt x="700" y="350"/>
                </a:moveTo>
                <a:lnTo>
                  <a:pt x="700" y="233"/>
                </a:lnTo>
                <a:lnTo>
                  <a:pt x="350" y="233"/>
                </a:lnTo>
                <a:lnTo>
                  <a:pt x="350" y="583"/>
                </a:lnTo>
                <a:lnTo>
                  <a:pt x="582" y="583"/>
                </a:lnTo>
                <a:lnTo>
                  <a:pt x="582" y="700"/>
                </a:lnTo>
                <a:lnTo>
                  <a:pt x="350" y="700"/>
                </a:lnTo>
                <a:lnTo>
                  <a:pt x="350" y="818"/>
                </a:lnTo>
                <a:lnTo>
                  <a:pt x="582" y="818"/>
                </a:lnTo>
                <a:cubicBezTo>
                  <a:pt x="645" y="818"/>
                  <a:pt x="700" y="766"/>
                  <a:pt x="700" y="700"/>
                </a:cubicBezTo>
                <a:lnTo>
                  <a:pt x="700" y="583"/>
                </a:lnTo>
                <a:cubicBezTo>
                  <a:pt x="700" y="517"/>
                  <a:pt x="645" y="468"/>
                  <a:pt x="582" y="468"/>
                </a:cubicBezTo>
                <a:lnTo>
                  <a:pt x="468" y="468"/>
                </a:lnTo>
                <a:lnTo>
                  <a:pt x="468" y="350"/>
                </a:lnTo>
                <a:lnTo>
                  <a:pt x="700" y="350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34396" y="2368553"/>
            <a:ext cx="377825" cy="377825"/>
          </a:xfrm>
          <a:custGeom>
            <a:avLst/>
            <a:gdLst>
              <a:gd name="T0" fmla="*/ 700 w 1050"/>
              <a:gd name="T1" fmla="*/ 932 h 1051"/>
              <a:gd name="T2" fmla="*/ 700 w 1050"/>
              <a:gd name="T3" fmla="*/ 241 h 1051"/>
              <a:gd name="T4" fmla="*/ 350 w 1050"/>
              <a:gd name="T5" fmla="*/ 118 h 1051"/>
              <a:gd name="T6" fmla="*/ 350 w 1050"/>
              <a:gd name="T7" fmla="*/ 809 h 1051"/>
              <a:gd name="T8" fmla="*/ 700 w 1050"/>
              <a:gd name="T9" fmla="*/ 932 h 1051"/>
              <a:gd name="T10" fmla="*/ 1019 w 1050"/>
              <a:gd name="T11" fmla="*/ 0 h 1051"/>
              <a:gd name="T12" fmla="*/ 1049 w 1050"/>
              <a:gd name="T13" fmla="*/ 31 h 1051"/>
              <a:gd name="T14" fmla="*/ 1049 w 1050"/>
              <a:gd name="T15" fmla="*/ 910 h 1051"/>
              <a:gd name="T16" fmla="*/ 1028 w 1050"/>
              <a:gd name="T17" fmla="*/ 938 h 1051"/>
              <a:gd name="T18" fmla="*/ 700 w 1050"/>
              <a:gd name="T19" fmla="*/ 1050 h 1051"/>
              <a:gd name="T20" fmla="*/ 350 w 1050"/>
              <a:gd name="T21" fmla="*/ 927 h 1051"/>
              <a:gd name="T22" fmla="*/ 38 w 1050"/>
              <a:gd name="T23" fmla="*/ 1047 h 1051"/>
              <a:gd name="T24" fmla="*/ 30 w 1050"/>
              <a:gd name="T25" fmla="*/ 1050 h 1051"/>
              <a:gd name="T26" fmla="*/ 0 w 1050"/>
              <a:gd name="T27" fmla="*/ 1020 h 1051"/>
              <a:gd name="T28" fmla="*/ 0 w 1050"/>
              <a:gd name="T29" fmla="*/ 140 h 1051"/>
              <a:gd name="T30" fmla="*/ 22 w 1050"/>
              <a:gd name="T31" fmla="*/ 113 h 1051"/>
              <a:gd name="T32" fmla="*/ 350 w 1050"/>
              <a:gd name="T33" fmla="*/ 0 h 1051"/>
              <a:gd name="T34" fmla="*/ 700 w 1050"/>
              <a:gd name="T35" fmla="*/ 123 h 1051"/>
              <a:gd name="T36" fmla="*/ 1011 w 1050"/>
              <a:gd name="T37" fmla="*/ 3 h 1051"/>
              <a:gd name="T38" fmla="*/ 1019 w 1050"/>
              <a:gd name="T3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0" h="1051">
                <a:moveTo>
                  <a:pt x="700" y="932"/>
                </a:moveTo>
                <a:lnTo>
                  <a:pt x="700" y="241"/>
                </a:lnTo>
                <a:lnTo>
                  <a:pt x="350" y="118"/>
                </a:lnTo>
                <a:lnTo>
                  <a:pt x="350" y="809"/>
                </a:lnTo>
                <a:lnTo>
                  <a:pt x="700" y="932"/>
                </a:lnTo>
                <a:close/>
                <a:moveTo>
                  <a:pt x="1019" y="0"/>
                </a:moveTo>
                <a:cubicBezTo>
                  <a:pt x="1036" y="0"/>
                  <a:pt x="1049" y="14"/>
                  <a:pt x="1049" y="31"/>
                </a:cubicBezTo>
                <a:lnTo>
                  <a:pt x="1049" y="910"/>
                </a:lnTo>
                <a:cubicBezTo>
                  <a:pt x="1049" y="924"/>
                  <a:pt x="1039" y="935"/>
                  <a:pt x="1028" y="938"/>
                </a:cubicBezTo>
                <a:lnTo>
                  <a:pt x="700" y="1050"/>
                </a:lnTo>
                <a:lnTo>
                  <a:pt x="350" y="927"/>
                </a:lnTo>
                <a:lnTo>
                  <a:pt x="38" y="1047"/>
                </a:lnTo>
                <a:lnTo>
                  <a:pt x="30" y="1050"/>
                </a:lnTo>
                <a:cubicBezTo>
                  <a:pt x="14" y="1050"/>
                  <a:pt x="0" y="1036"/>
                  <a:pt x="0" y="1020"/>
                </a:cubicBezTo>
                <a:lnTo>
                  <a:pt x="0" y="140"/>
                </a:lnTo>
                <a:cubicBezTo>
                  <a:pt x="0" y="126"/>
                  <a:pt x="11" y="115"/>
                  <a:pt x="22" y="113"/>
                </a:cubicBezTo>
                <a:lnTo>
                  <a:pt x="350" y="0"/>
                </a:lnTo>
                <a:lnTo>
                  <a:pt x="700" y="123"/>
                </a:lnTo>
                <a:lnTo>
                  <a:pt x="1011" y="3"/>
                </a:lnTo>
                <a:lnTo>
                  <a:pt x="1019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191669" y="2389188"/>
            <a:ext cx="419100" cy="336550"/>
          </a:xfrm>
          <a:custGeom>
            <a:avLst/>
            <a:gdLst>
              <a:gd name="T0" fmla="*/ 583 w 1166"/>
              <a:gd name="T1" fmla="*/ 410 h 935"/>
              <a:gd name="T2" fmla="*/ 1050 w 1166"/>
              <a:gd name="T3" fmla="*/ 117 h 935"/>
              <a:gd name="T4" fmla="*/ 115 w 1166"/>
              <a:gd name="T5" fmla="*/ 117 h 935"/>
              <a:gd name="T6" fmla="*/ 583 w 1166"/>
              <a:gd name="T7" fmla="*/ 410 h 935"/>
              <a:gd name="T8" fmla="*/ 1050 w 1166"/>
              <a:gd name="T9" fmla="*/ 235 h 935"/>
              <a:gd name="T10" fmla="*/ 583 w 1166"/>
              <a:gd name="T11" fmla="*/ 525 h 935"/>
              <a:gd name="T12" fmla="*/ 115 w 1166"/>
              <a:gd name="T13" fmla="*/ 235 h 935"/>
              <a:gd name="T14" fmla="*/ 115 w 1166"/>
              <a:gd name="T15" fmla="*/ 817 h 935"/>
              <a:gd name="T16" fmla="*/ 1050 w 1166"/>
              <a:gd name="T17" fmla="*/ 817 h 935"/>
              <a:gd name="T18" fmla="*/ 1050 w 1166"/>
              <a:gd name="T19" fmla="*/ 235 h 935"/>
              <a:gd name="T20" fmla="*/ 1050 w 1166"/>
              <a:gd name="T21" fmla="*/ 0 h 935"/>
              <a:gd name="T22" fmla="*/ 1165 w 1166"/>
              <a:gd name="T23" fmla="*/ 117 h 935"/>
              <a:gd name="T24" fmla="*/ 1165 w 1166"/>
              <a:gd name="T25" fmla="*/ 817 h 935"/>
              <a:gd name="T26" fmla="*/ 1050 w 1166"/>
              <a:gd name="T27" fmla="*/ 934 h 935"/>
              <a:gd name="T28" fmla="*/ 115 w 1166"/>
              <a:gd name="T29" fmla="*/ 934 h 935"/>
              <a:gd name="T30" fmla="*/ 0 w 1166"/>
              <a:gd name="T31" fmla="*/ 817 h 935"/>
              <a:gd name="T32" fmla="*/ 0 w 1166"/>
              <a:gd name="T33" fmla="*/ 117 h 935"/>
              <a:gd name="T34" fmla="*/ 115 w 1166"/>
              <a:gd name="T35" fmla="*/ 0 h 935"/>
              <a:gd name="T36" fmla="*/ 1050 w 1166"/>
              <a:gd name="T37" fmla="*/ 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6" h="935">
                <a:moveTo>
                  <a:pt x="583" y="410"/>
                </a:moveTo>
                <a:lnTo>
                  <a:pt x="1050" y="117"/>
                </a:lnTo>
                <a:lnTo>
                  <a:pt x="115" y="117"/>
                </a:lnTo>
                <a:lnTo>
                  <a:pt x="583" y="410"/>
                </a:lnTo>
                <a:close/>
                <a:moveTo>
                  <a:pt x="1050" y="235"/>
                </a:moveTo>
                <a:lnTo>
                  <a:pt x="583" y="525"/>
                </a:lnTo>
                <a:lnTo>
                  <a:pt x="115" y="235"/>
                </a:lnTo>
                <a:lnTo>
                  <a:pt x="115" y="817"/>
                </a:lnTo>
                <a:lnTo>
                  <a:pt x="1050" y="817"/>
                </a:lnTo>
                <a:lnTo>
                  <a:pt x="1050" y="235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80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80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269581" y="2347913"/>
            <a:ext cx="419100" cy="419100"/>
          </a:xfrm>
          <a:custGeom>
            <a:avLst/>
            <a:gdLst>
              <a:gd name="T0" fmla="*/ 888 w 1165"/>
              <a:gd name="T1" fmla="*/ 773 h 1165"/>
              <a:gd name="T2" fmla="*/ 932 w 1165"/>
              <a:gd name="T3" fmla="*/ 670 h 1165"/>
              <a:gd name="T4" fmla="*/ 787 w 1165"/>
              <a:gd name="T5" fmla="*/ 525 h 1165"/>
              <a:gd name="T6" fmla="*/ 683 w 1165"/>
              <a:gd name="T7" fmla="*/ 566 h 1165"/>
              <a:gd name="T8" fmla="*/ 640 w 1165"/>
              <a:gd name="T9" fmla="*/ 609 h 1165"/>
              <a:gd name="T10" fmla="*/ 599 w 1165"/>
              <a:gd name="T11" fmla="*/ 566 h 1165"/>
              <a:gd name="T12" fmla="*/ 495 w 1165"/>
              <a:gd name="T13" fmla="*/ 525 h 1165"/>
              <a:gd name="T14" fmla="*/ 350 w 1165"/>
              <a:gd name="T15" fmla="*/ 670 h 1165"/>
              <a:gd name="T16" fmla="*/ 391 w 1165"/>
              <a:gd name="T17" fmla="*/ 773 h 1165"/>
              <a:gd name="T18" fmla="*/ 640 w 1165"/>
              <a:gd name="T19" fmla="*/ 1022 h 1165"/>
              <a:gd name="T20" fmla="*/ 888 w 1165"/>
              <a:gd name="T21" fmla="*/ 773 h 1165"/>
              <a:gd name="T22" fmla="*/ 202 w 1165"/>
              <a:gd name="T23" fmla="*/ 290 h 1165"/>
              <a:gd name="T24" fmla="*/ 290 w 1165"/>
              <a:gd name="T25" fmla="*/ 202 h 1165"/>
              <a:gd name="T26" fmla="*/ 202 w 1165"/>
              <a:gd name="T27" fmla="*/ 115 h 1165"/>
              <a:gd name="T28" fmla="*/ 115 w 1165"/>
              <a:gd name="T29" fmla="*/ 202 h 1165"/>
              <a:gd name="T30" fmla="*/ 202 w 1165"/>
              <a:gd name="T31" fmla="*/ 290 h 1165"/>
              <a:gd name="T32" fmla="*/ 1132 w 1165"/>
              <a:gd name="T33" fmla="*/ 558 h 1165"/>
              <a:gd name="T34" fmla="*/ 1164 w 1165"/>
              <a:gd name="T35" fmla="*/ 640 h 1165"/>
              <a:gd name="T36" fmla="*/ 1132 w 1165"/>
              <a:gd name="T37" fmla="*/ 721 h 1165"/>
              <a:gd name="T38" fmla="*/ 722 w 1165"/>
              <a:gd name="T39" fmla="*/ 1131 h 1165"/>
              <a:gd name="T40" fmla="*/ 640 w 1165"/>
              <a:gd name="T41" fmla="*/ 1164 h 1165"/>
              <a:gd name="T42" fmla="*/ 558 w 1165"/>
              <a:gd name="T43" fmla="*/ 1131 h 1165"/>
              <a:gd name="T44" fmla="*/ 33 w 1165"/>
              <a:gd name="T45" fmla="*/ 607 h 1165"/>
              <a:gd name="T46" fmla="*/ 0 w 1165"/>
              <a:gd name="T47" fmla="*/ 525 h 1165"/>
              <a:gd name="T48" fmla="*/ 0 w 1165"/>
              <a:gd name="T49" fmla="*/ 115 h 1165"/>
              <a:gd name="T50" fmla="*/ 115 w 1165"/>
              <a:gd name="T51" fmla="*/ 0 h 1165"/>
              <a:gd name="T52" fmla="*/ 525 w 1165"/>
              <a:gd name="T53" fmla="*/ 0 h 1165"/>
              <a:gd name="T54" fmla="*/ 607 w 1165"/>
              <a:gd name="T55" fmla="*/ 33 h 1165"/>
              <a:gd name="T56" fmla="*/ 1132 w 1165"/>
              <a:gd name="T57" fmla="*/ 558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5" h="1165">
                <a:moveTo>
                  <a:pt x="888" y="773"/>
                </a:moveTo>
                <a:cubicBezTo>
                  <a:pt x="916" y="746"/>
                  <a:pt x="932" y="711"/>
                  <a:pt x="932" y="670"/>
                </a:cubicBezTo>
                <a:cubicBezTo>
                  <a:pt x="932" y="590"/>
                  <a:pt x="867" y="525"/>
                  <a:pt x="787" y="525"/>
                </a:cubicBezTo>
                <a:cubicBezTo>
                  <a:pt x="746" y="525"/>
                  <a:pt x="711" y="538"/>
                  <a:pt x="683" y="566"/>
                </a:cubicBezTo>
                <a:lnTo>
                  <a:pt x="640" y="609"/>
                </a:lnTo>
                <a:lnTo>
                  <a:pt x="599" y="566"/>
                </a:lnTo>
                <a:cubicBezTo>
                  <a:pt x="571" y="538"/>
                  <a:pt x="536" y="525"/>
                  <a:pt x="495" y="525"/>
                </a:cubicBezTo>
                <a:cubicBezTo>
                  <a:pt x="416" y="525"/>
                  <a:pt x="350" y="590"/>
                  <a:pt x="350" y="670"/>
                </a:cubicBezTo>
                <a:cubicBezTo>
                  <a:pt x="350" y="711"/>
                  <a:pt x="364" y="746"/>
                  <a:pt x="391" y="773"/>
                </a:cubicBezTo>
                <a:lnTo>
                  <a:pt x="640" y="1022"/>
                </a:lnTo>
                <a:lnTo>
                  <a:pt x="888" y="773"/>
                </a:lnTo>
                <a:close/>
                <a:moveTo>
                  <a:pt x="202" y="290"/>
                </a:moveTo>
                <a:cubicBezTo>
                  <a:pt x="252" y="290"/>
                  <a:pt x="290" y="251"/>
                  <a:pt x="290" y="202"/>
                </a:cubicBezTo>
                <a:cubicBezTo>
                  <a:pt x="290" y="153"/>
                  <a:pt x="251" y="115"/>
                  <a:pt x="202" y="115"/>
                </a:cubicBezTo>
                <a:cubicBezTo>
                  <a:pt x="152" y="115"/>
                  <a:pt x="115" y="153"/>
                  <a:pt x="115" y="202"/>
                </a:cubicBezTo>
                <a:cubicBezTo>
                  <a:pt x="115" y="251"/>
                  <a:pt x="153" y="290"/>
                  <a:pt x="202" y="290"/>
                </a:cubicBezTo>
                <a:close/>
                <a:moveTo>
                  <a:pt x="1132" y="558"/>
                </a:moveTo>
                <a:cubicBezTo>
                  <a:pt x="1154" y="579"/>
                  <a:pt x="1164" y="607"/>
                  <a:pt x="1164" y="640"/>
                </a:cubicBezTo>
                <a:cubicBezTo>
                  <a:pt x="1164" y="672"/>
                  <a:pt x="1154" y="700"/>
                  <a:pt x="1132" y="721"/>
                </a:cubicBezTo>
                <a:lnTo>
                  <a:pt x="722" y="1131"/>
                </a:lnTo>
                <a:cubicBezTo>
                  <a:pt x="700" y="1153"/>
                  <a:pt x="673" y="1164"/>
                  <a:pt x="640" y="1164"/>
                </a:cubicBezTo>
                <a:cubicBezTo>
                  <a:pt x="607" y="1164"/>
                  <a:pt x="580" y="1153"/>
                  <a:pt x="558" y="1131"/>
                </a:cubicBezTo>
                <a:lnTo>
                  <a:pt x="33" y="607"/>
                </a:lnTo>
                <a:cubicBezTo>
                  <a:pt x="11" y="585"/>
                  <a:pt x="0" y="558"/>
                  <a:pt x="0" y="525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525" y="0"/>
                </a:lnTo>
                <a:cubicBezTo>
                  <a:pt x="558" y="0"/>
                  <a:pt x="585" y="11"/>
                  <a:pt x="607" y="33"/>
                </a:cubicBezTo>
                <a:lnTo>
                  <a:pt x="1132" y="55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45906" y="2400303"/>
            <a:ext cx="419100" cy="314325"/>
          </a:xfrm>
          <a:custGeom>
            <a:avLst/>
            <a:gdLst>
              <a:gd name="T0" fmla="*/ 0 w 1165"/>
              <a:gd name="T1" fmla="*/ 377 h 875"/>
              <a:gd name="T2" fmla="*/ 377 w 1165"/>
              <a:gd name="T3" fmla="*/ 0 h 875"/>
              <a:gd name="T4" fmla="*/ 582 w 1165"/>
              <a:gd name="T5" fmla="*/ 0 h 875"/>
              <a:gd name="T6" fmla="*/ 582 w 1165"/>
              <a:gd name="T7" fmla="*/ 115 h 875"/>
              <a:gd name="T8" fmla="*/ 377 w 1165"/>
              <a:gd name="T9" fmla="*/ 115 h 875"/>
              <a:gd name="T10" fmla="*/ 115 w 1165"/>
              <a:gd name="T11" fmla="*/ 377 h 875"/>
              <a:gd name="T12" fmla="*/ 377 w 1165"/>
              <a:gd name="T13" fmla="*/ 639 h 875"/>
              <a:gd name="T14" fmla="*/ 407 w 1165"/>
              <a:gd name="T15" fmla="*/ 639 h 875"/>
              <a:gd name="T16" fmla="*/ 407 w 1165"/>
              <a:gd name="T17" fmla="*/ 525 h 875"/>
              <a:gd name="T18" fmla="*/ 582 w 1165"/>
              <a:gd name="T19" fmla="*/ 699 h 875"/>
              <a:gd name="T20" fmla="*/ 407 w 1165"/>
              <a:gd name="T21" fmla="*/ 874 h 875"/>
              <a:gd name="T22" fmla="*/ 407 w 1165"/>
              <a:gd name="T23" fmla="*/ 757 h 875"/>
              <a:gd name="T24" fmla="*/ 377 w 1165"/>
              <a:gd name="T25" fmla="*/ 757 h 875"/>
              <a:gd name="T26" fmla="*/ 0 w 1165"/>
              <a:gd name="T27" fmla="*/ 377 h 875"/>
              <a:gd name="T28" fmla="*/ 700 w 1165"/>
              <a:gd name="T29" fmla="*/ 639 h 875"/>
              <a:gd name="T30" fmla="*/ 1164 w 1165"/>
              <a:gd name="T31" fmla="*/ 639 h 875"/>
              <a:gd name="T32" fmla="*/ 1164 w 1165"/>
              <a:gd name="T33" fmla="*/ 757 h 875"/>
              <a:gd name="T34" fmla="*/ 700 w 1165"/>
              <a:gd name="T35" fmla="*/ 757 h 875"/>
              <a:gd name="T36" fmla="*/ 700 w 1165"/>
              <a:gd name="T37" fmla="*/ 639 h 875"/>
              <a:gd name="T38" fmla="*/ 700 w 1165"/>
              <a:gd name="T39" fmla="*/ 320 h 875"/>
              <a:gd name="T40" fmla="*/ 1164 w 1165"/>
              <a:gd name="T41" fmla="*/ 320 h 875"/>
              <a:gd name="T42" fmla="*/ 1164 w 1165"/>
              <a:gd name="T43" fmla="*/ 437 h 875"/>
              <a:gd name="T44" fmla="*/ 700 w 1165"/>
              <a:gd name="T45" fmla="*/ 437 h 875"/>
              <a:gd name="T46" fmla="*/ 700 w 1165"/>
              <a:gd name="T47" fmla="*/ 320 h 875"/>
              <a:gd name="T48" fmla="*/ 700 w 1165"/>
              <a:gd name="T49" fmla="*/ 0 h 875"/>
              <a:gd name="T50" fmla="*/ 1164 w 1165"/>
              <a:gd name="T51" fmla="*/ 0 h 875"/>
              <a:gd name="T52" fmla="*/ 1164 w 1165"/>
              <a:gd name="T53" fmla="*/ 115 h 875"/>
              <a:gd name="T54" fmla="*/ 700 w 1165"/>
              <a:gd name="T55" fmla="*/ 115 h 875"/>
              <a:gd name="T56" fmla="*/ 700 w 1165"/>
              <a:gd name="T57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5" h="875">
                <a:moveTo>
                  <a:pt x="0" y="377"/>
                </a:moveTo>
                <a:cubicBezTo>
                  <a:pt x="0" y="169"/>
                  <a:pt x="169" y="0"/>
                  <a:pt x="377" y="0"/>
                </a:cubicBezTo>
                <a:lnTo>
                  <a:pt x="582" y="0"/>
                </a:lnTo>
                <a:lnTo>
                  <a:pt x="582" y="115"/>
                </a:lnTo>
                <a:lnTo>
                  <a:pt x="377" y="115"/>
                </a:lnTo>
                <a:cubicBezTo>
                  <a:pt x="232" y="115"/>
                  <a:pt x="115" y="232"/>
                  <a:pt x="115" y="377"/>
                </a:cubicBezTo>
                <a:cubicBezTo>
                  <a:pt x="115" y="522"/>
                  <a:pt x="232" y="639"/>
                  <a:pt x="377" y="639"/>
                </a:cubicBezTo>
                <a:lnTo>
                  <a:pt x="407" y="639"/>
                </a:lnTo>
                <a:lnTo>
                  <a:pt x="407" y="525"/>
                </a:lnTo>
                <a:lnTo>
                  <a:pt x="582" y="699"/>
                </a:lnTo>
                <a:lnTo>
                  <a:pt x="407" y="874"/>
                </a:lnTo>
                <a:lnTo>
                  <a:pt x="407" y="757"/>
                </a:lnTo>
                <a:lnTo>
                  <a:pt x="377" y="757"/>
                </a:lnTo>
                <a:cubicBezTo>
                  <a:pt x="169" y="757"/>
                  <a:pt x="0" y="585"/>
                  <a:pt x="0" y="377"/>
                </a:cubicBezTo>
                <a:close/>
                <a:moveTo>
                  <a:pt x="700" y="639"/>
                </a:moveTo>
                <a:lnTo>
                  <a:pt x="1164" y="639"/>
                </a:lnTo>
                <a:lnTo>
                  <a:pt x="1164" y="757"/>
                </a:lnTo>
                <a:lnTo>
                  <a:pt x="700" y="757"/>
                </a:lnTo>
                <a:lnTo>
                  <a:pt x="700" y="639"/>
                </a:lnTo>
                <a:close/>
                <a:moveTo>
                  <a:pt x="700" y="320"/>
                </a:moveTo>
                <a:lnTo>
                  <a:pt x="1164" y="320"/>
                </a:lnTo>
                <a:lnTo>
                  <a:pt x="1164" y="437"/>
                </a:lnTo>
                <a:lnTo>
                  <a:pt x="700" y="437"/>
                </a:lnTo>
                <a:lnTo>
                  <a:pt x="700" y="320"/>
                </a:lnTo>
                <a:close/>
                <a:moveTo>
                  <a:pt x="700" y="0"/>
                </a:moveTo>
                <a:lnTo>
                  <a:pt x="1164" y="0"/>
                </a:lnTo>
                <a:lnTo>
                  <a:pt x="1164" y="115"/>
                </a:lnTo>
                <a:lnTo>
                  <a:pt x="700" y="115"/>
                </a:ln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23819" y="2347913"/>
            <a:ext cx="419100" cy="419100"/>
          </a:xfrm>
          <a:custGeom>
            <a:avLst/>
            <a:gdLst>
              <a:gd name="T0" fmla="*/ 582 w 1165"/>
              <a:gd name="T1" fmla="*/ 1049 h 1165"/>
              <a:gd name="T2" fmla="*/ 1049 w 1165"/>
              <a:gd name="T3" fmla="*/ 582 h 1165"/>
              <a:gd name="T4" fmla="*/ 582 w 1165"/>
              <a:gd name="T5" fmla="*/ 115 h 1165"/>
              <a:gd name="T6" fmla="*/ 115 w 1165"/>
              <a:gd name="T7" fmla="*/ 582 h 1165"/>
              <a:gd name="T8" fmla="*/ 582 w 1165"/>
              <a:gd name="T9" fmla="*/ 1049 h 1165"/>
              <a:gd name="T10" fmla="*/ 582 w 1165"/>
              <a:gd name="T11" fmla="*/ 0 h 1165"/>
              <a:gd name="T12" fmla="*/ 1164 w 1165"/>
              <a:gd name="T13" fmla="*/ 582 h 1165"/>
              <a:gd name="T14" fmla="*/ 1164 w 1165"/>
              <a:gd name="T15" fmla="*/ 1049 h 1165"/>
              <a:gd name="T16" fmla="*/ 1049 w 1165"/>
              <a:gd name="T17" fmla="*/ 1164 h 1165"/>
              <a:gd name="T18" fmla="*/ 582 w 1165"/>
              <a:gd name="T19" fmla="*/ 1164 h 1165"/>
              <a:gd name="T20" fmla="*/ 0 w 1165"/>
              <a:gd name="T21" fmla="*/ 582 h 1165"/>
              <a:gd name="T22" fmla="*/ 582 w 1165"/>
              <a:gd name="T23" fmla="*/ 0 h 1165"/>
              <a:gd name="T24" fmla="*/ 639 w 1165"/>
              <a:gd name="T25" fmla="*/ 290 h 1165"/>
              <a:gd name="T26" fmla="*/ 639 w 1165"/>
              <a:gd name="T27" fmla="*/ 525 h 1165"/>
              <a:gd name="T28" fmla="*/ 874 w 1165"/>
              <a:gd name="T29" fmla="*/ 525 h 1165"/>
              <a:gd name="T30" fmla="*/ 874 w 1165"/>
              <a:gd name="T31" fmla="*/ 640 h 1165"/>
              <a:gd name="T32" fmla="*/ 639 w 1165"/>
              <a:gd name="T33" fmla="*/ 640 h 1165"/>
              <a:gd name="T34" fmla="*/ 639 w 1165"/>
              <a:gd name="T35" fmla="*/ 875 h 1165"/>
              <a:gd name="T36" fmla="*/ 524 w 1165"/>
              <a:gd name="T37" fmla="*/ 875 h 1165"/>
              <a:gd name="T38" fmla="*/ 524 w 1165"/>
              <a:gd name="T39" fmla="*/ 640 h 1165"/>
              <a:gd name="T40" fmla="*/ 289 w 1165"/>
              <a:gd name="T41" fmla="*/ 640 h 1165"/>
              <a:gd name="T42" fmla="*/ 289 w 1165"/>
              <a:gd name="T43" fmla="*/ 525 h 1165"/>
              <a:gd name="T44" fmla="*/ 524 w 1165"/>
              <a:gd name="T45" fmla="*/ 525 h 1165"/>
              <a:gd name="T46" fmla="*/ 524 w 1165"/>
              <a:gd name="T47" fmla="*/ 290 h 1165"/>
              <a:gd name="T48" fmla="*/ 639 w 1165"/>
              <a:gd name="T49" fmla="*/ 29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65" h="1165">
                <a:moveTo>
                  <a:pt x="582" y="1049"/>
                </a:moveTo>
                <a:cubicBezTo>
                  <a:pt x="839" y="1049"/>
                  <a:pt x="1049" y="839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49"/>
                  <a:pt x="582" y="1049"/>
                </a:cubicBezTo>
                <a:close/>
                <a:moveTo>
                  <a:pt x="582" y="0"/>
                </a:moveTo>
                <a:cubicBezTo>
                  <a:pt x="904" y="0"/>
                  <a:pt x="1164" y="260"/>
                  <a:pt x="1164" y="582"/>
                </a:cubicBezTo>
                <a:lnTo>
                  <a:pt x="1164" y="1049"/>
                </a:lnTo>
                <a:cubicBezTo>
                  <a:pt x="1164" y="1112"/>
                  <a:pt x="1112" y="1164"/>
                  <a:pt x="1049" y="1164"/>
                </a:cubicBezTo>
                <a:lnTo>
                  <a:pt x="582" y="1164"/>
                </a:lnTo>
                <a:cubicBezTo>
                  <a:pt x="259" y="1164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639" y="290"/>
                </a:moveTo>
                <a:lnTo>
                  <a:pt x="639" y="525"/>
                </a:lnTo>
                <a:lnTo>
                  <a:pt x="874" y="525"/>
                </a:lnTo>
                <a:lnTo>
                  <a:pt x="874" y="640"/>
                </a:lnTo>
                <a:lnTo>
                  <a:pt x="639" y="640"/>
                </a:lnTo>
                <a:lnTo>
                  <a:pt x="639" y="875"/>
                </a:lnTo>
                <a:lnTo>
                  <a:pt x="524" y="875"/>
                </a:lnTo>
                <a:lnTo>
                  <a:pt x="524" y="640"/>
                </a:lnTo>
                <a:lnTo>
                  <a:pt x="289" y="640"/>
                </a:lnTo>
                <a:lnTo>
                  <a:pt x="289" y="525"/>
                </a:lnTo>
                <a:lnTo>
                  <a:pt x="524" y="525"/>
                </a:lnTo>
                <a:lnTo>
                  <a:pt x="524" y="290"/>
                </a:lnTo>
                <a:lnTo>
                  <a:pt x="639" y="29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479506" y="2441578"/>
            <a:ext cx="463550" cy="231775"/>
          </a:xfrm>
          <a:custGeom>
            <a:avLst/>
            <a:gdLst>
              <a:gd name="T0" fmla="*/ 643 w 1286"/>
              <a:gd name="T1" fmla="*/ 0 h 643"/>
              <a:gd name="T2" fmla="*/ 1285 w 1286"/>
              <a:gd name="T3" fmla="*/ 642 h 643"/>
              <a:gd name="T4" fmla="*/ 1167 w 1286"/>
              <a:gd name="T5" fmla="*/ 642 h 643"/>
              <a:gd name="T6" fmla="*/ 643 w 1286"/>
              <a:gd name="T7" fmla="*/ 118 h 643"/>
              <a:gd name="T8" fmla="*/ 118 w 1286"/>
              <a:gd name="T9" fmla="*/ 642 h 643"/>
              <a:gd name="T10" fmla="*/ 0 w 1286"/>
              <a:gd name="T11" fmla="*/ 642 h 643"/>
              <a:gd name="T12" fmla="*/ 643 w 1286"/>
              <a:gd name="T13" fmla="*/ 0 h 643"/>
              <a:gd name="T14" fmla="*/ 643 w 1286"/>
              <a:gd name="T15" fmla="*/ 232 h 643"/>
              <a:gd name="T16" fmla="*/ 1050 w 1286"/>
              <a:gd name="T17" fmla="*/ 642 h 643"/>
              <a:gd name="T18" fmla="*/ 935 w 1286"/>
              <a:gd name="T19" fmla="*/ 642 h 643"/>
              <a:gd name="T20" fmla="*/ 643 w 1286"/>
              <a:gd name="T21" fmla="*/ 350 h 643"/>
              <a:gd name="T22" fmla="*/ 350 w 1286"/>
              <a:gd name="T23" fmla="*/ 642 h 643"/>
              <a:gd name="T24" fmla="*/ 235 w 1286"/>
              <a:gd name="T25" fmla="*/ 642 h 643"/>
              <a:gd name="T26" fmla="*/ 643 w 1286"/>
              <a:gd name="T27" fmla="*/ 232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643">
                <a:moveTo>
                  <a:pt x="643" y="0"/>
                </a:moveTo>
                <a:cubicBezTo>
                  <a:pt x="995" y="0"/>
                  <a:pt x="1285" y="290"/>
                  <a:pt x="1285" y="642"/>
                </a:cubicBezTo>
                <a:lnTo>
                  <a:pt x="1167" y="642"/>
                </a:lnTo>
                <a:cubicBezTo>
                  <a:pt x="1167" y="353"/>
                  <a:pt x="933" y="118"/>
                  <a:pt x="643" y="118"/>
                </a:cubicBezTo>
                <a:cubicBezTo>
                  <a:pt x="354" y="118"/>
                  <a:pt x="118" y="353"/>
                  <a:pt x="118" y="642"/>
                </a:cubicBezTo>
                <a:lnTo>
                  <a:pt x="0" y="642"/>
                </a:lnTo>
                <a:cubicBezTo>
                  <a:pt x="0" y="290"/>
                  <a:pt x="290" y="0"/>
                  <a:pt x="643" y="0"/>
                </a:cubicBezTo>
                <a:close/>
                <a:moveTo>
                  <a:pt x="643" y="232"/>
                </a:moveTo>
                <a:cubicBezTo>
                  <a:pt x="867" y="232"/>
                  <a:pt x="1050" y="418"/>
                  <a:pt x="1050" y="642"/>
                </a:cubicBezTo>
                <a:lnTo>
                  <a:pt x="935" y="642"/>
                </a:lnTo>
                <a:cubicBezTo>
                  <a:pt x="935" y="481"/>
                  <a:pt x="805" y="350"/>
                  <a:pt x="643" y="350"/>
                </a:cubicBezTo>
                <a:cubicBezTo>
                  <a:pt x="482" y="350"/>
                  <a:pt x="350" y="481"/>
                  <a:pt x="350" y="642"/>
                </a:cubicBezTo>
                <a:lnTo>
                  <a:pt x="235" y="642"/>
                </a:lnTo>
                <a:cubicBezTo>
                  <a:pt x="235" y="418"/>
                  <a:pt x="419" y="232"/>
                  <a:pt x="643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598696" y="2368553"/>
            <a:ext cx="377825" cy="377825"/>
          </a:xfrm>
          <a:custGeom>
            <a:avLst/>
            <a:gdLst>
              <a:gd name="T0" fmla="*/ 699 w 1050"/>
              <a:gd name="T1" fmla="*/ 468 h 1051"/>
              <a:gd name="T2" fmla="*/ 699 w 1050"/>
              <a:gd name="T3" fmla="*/ 350 h 1051"/>
              <a:gd name="T4" fmla="*/ 582 w 1050"/>
              <a:gd name="T5" fmla="*/ 233 h 1051"/>
              <a:gd name="T6" fmla="*/ 350 w 1050"/>
              <a:gd name="T7" fmla="*/ 233 h 1051"/>
              <a:gd name="T8" fmla="*/ 350 w 1050"/>
              <a:gd name="T9" fmla="*/ 350 h 1051"/>
              <a:gd name="T10" fmla="*/ 582 w 1050"/>
              <a:gd name="T11" fmla="*/ 350 h 1051"/>
              <a:gd name="T12" fmla="*/ 582 w 1050"/>
              <a:gd name="T13" fmla="*/ 468 h 1051"/>
              <a:gd name="T14" fmla="*/ 467 w 1050"/>
              <a:gd name="T15" fmla="*/ 468 h 1051"/>
              <a:gd name="T16" fmla="*/ 350 w 1050"/>
              <a:gd name="T17" fmla="*/ 583 h 1051"/>
              <a:gd name="T18" fmla="*/ 350 w 1050"/>
              <a:gd name="T19" fmla="*/ 818 h 1051"/>
              <a:gd name="T20" fmla="*/ 699 w 1050"/>
              <a:gd name="T21" fmla="*/ 818 h 1051"/>
              <a:gd name="T22" fmla="*/ 699 w 1050"/>
              <a:gd name="T23" fmla="*/ 700 h 1051"/>
              <a:gd name="T24" fmla="*/ 467 w 1050"/>
              <a:gd name="T25" fmla="*/ 700 h 1051"/>
              <a:gd name="T26" fmla="*/ 467 w 1050"/>
              <a:gd name="T27" fmla="*/ 583 h 1051"/>
              <a:gd name="T28" fmla="*/ 582 w 1050"/>
              <a:gd name="T29" fmla="*/ 583 h 1051"/>
              <a:gd name="T30" fmla="*/ 699 w 1050"/>
              <a:gd name="T31" fmla="*/ 468 h 1051"/>
              <a:gd name="T32" fmla="*/ 932 w 1050"/>
              <a:gd name="T33" fmla="*/ 0 h 1051"/>
              <a:gd name="T34" fmla="*/ 1049 w 1050"/>
              <a:gd name="T35" fmla="*/ 118 h 1051"/>
              <a:gd name="T36" fmla="*/ 1049 w 1050"/>
              <a:gd name="T37" fmla="*/ 932 h 1051"/>
              <a:gd name="T38" fmla="*/ 932 w 1050"/>
              <a:gd name="T39" fmla="*/ 1050 h 1051"/>
              <a:gd name="T40" fmla="*/ 117 w 1050"/>
              <a:gd name="T41" fmla="*/ 1050 h 1051"/>
              <a:gd name="T42" fmla="*/ 0 w 1050"/>
              <a:gd name="T43" fmla="*/ 932 h 1051"/>
              <a:gd name="T44" fmla="*/ 0 w 1050"/>
              <a:gd name="T45" fmla="*/ 118 h 1051"/>
              <a:gd name="T46" fmla="*/ 117 w 1050"/>
              <a:gd name="T47" fmla="*/ 0 h 1051"/>
              <a:gd name="T48" fmla="*/ 932 w 1050"/>
              <a:gd name="T4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1">
                <a:moveTo>
                  <a:pt x="699" y="468"/>
                </a:moveTo>
                <a:lnTo>
                  <a:pt x="699" y="350"/>
                </a:lnTo>
                <a:cubicBezTo>
                  <a:pt x="699" y="285"/>
                  <a:pt x="645" y="233"/>
                  <a:pt x="582" y="233"/>
                </a:cubicBezTo>
                <a:lnTo>
                  <a:pt x="350" y="233"/>
                </a:lnTo>
                <a:lnTo>
                  <a:pt x="350" y="350"/>
                </a:lnTo>
                <a:lnTo>
                  <a:pt x="582" y="350"/>
                </a:lnTo>
                <a:lnTo>
                  <a:pt x="582" y="468"/>
                </a:lnTo>
                <a:lnTo>
                  <a:pt x="467" y="468"/>
                </a:lnTo>
                <a:cubicBezTo>
                  <a:pt x="404" y="468"/>
                  <a:pt x="350" y="517"/>
                  <a:pt x="350" y="583"/>
                </a:cubicBezTo>
                <a:lnTo>
                  <a:pt x="350" y="818"/>
                </a:lnTo>
                <a:lnTo>
                  <a:pt x="699" y="818"/>
                </a:lnTo>
                <a:lnTo>
                  <a:pt x="699" y="700"/>
                </a:lnTo>
                <a:lnTo>
                  <a:pt x="467" y="700"/>
                </a:lnTo>
                <a:lnTo>
                  <a:pt x="467" y="583"/>
                </a:lnTo>
                <a:lnTo>
                  <a:pt x="582" y="583"/>
                </a:lnTo>
                <a:cubicBezTo>
                  <a:pt x="645" y="583"/>
                  <a:pt x="699" y="533"/>
                  <a:pt x="699" y="468"/>
                </a:cubicBezTo>
                <a:close/>
                <a:moveTo>
                  <a:pt x="932" y="0"/>
                </a:moveTo>
                <a:cubicBezTo>
                  <a:pt x="995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76608" y="2368553"/>
            <a:ext cx="377825" cy="377825"/>
          </a:xfrm>
          <a:custGeom>
            <a:avLst/>
            <a:gdLst>
              <a:gd name="T0" fmla="*/ 642 w 1050"/>
              <a:gd name="T1" fmla="*/ 818 h 1051"/>
              <a:gd name="T2" fmla="*/ 642 w 1050"/>
              <a:gd name="T3" fmla="*/ 233 h 1051"/>
              <a:gd name="T4" fmla="*/ 407 w 1050"/>
              <a:gd name="T5" fmla="*/ 233 h 1051"/>
              <a:gd name="T6" fmla="*/ 407 w 1050"/>
              <a:gd name="T7" fmla="*/ 350 h 1051"/>
              <a:gd name="T8" fmla="*/ 524 w 1050"/>
              <a:gd name="T9" fmla="*/ 350 h 1051"/>
              <a:gd name="T10" fmla="*/ 524 w 1050"/>
              <a:gd name="T11" fmla="*/ 818 h 1051"/>
              <a:gd name="T12" fmla="*/ 642 w 1050"/>
              <a:gd name="T13" fmla="*/ 818 h 1051"/>
              <a:gd name="T14" fmla="*/ 931 w 1050"/>
              <a:gd name="T15" fmla="*/ 0 h 1051"/>
              <a:gd name="T16" fmla="*/ 1049 w 1050"/>
              <a:gd name="T17" fmla="*/ 118 h 1051"/>
              <a:gd name="T18" fmla="*/ 1049 w 1050"/>
              <a:gd name="T19" fmla="*/ 932 h 1051"/>
              <a:gd name="T20" fmla="*/ 931 w 1050"/>
              <a:gd name="T21" fmla="*/ 1050 h 1051"/>
              <a:gd name="T22" fmla="*/ 117 w 1050"/>
              <a:gd name="T23" fmla="*/ 1050 h 1051"/>
              <a:gd name="T24" fmla="*/ 0 w 1050"/>
              <a:gd name="T25" fmla="*/ 932 h 1051"/>
              <a:gd name="T26" fmla="*/ 0 w 1050"/>
              <a:gd name="T27" fmla="*/ 118 h 1051"/>
              <a:gd name="T28" fmla="*/ 117 w 1050"/>
              <a:gd name="T29" fmla="*/ 0 h 1051"/>
              <a:gd name="T30" fmla="*/ 931 w 1050"/>
              <a:gd name="T3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0" h="1051">
                <a:moveTo>
                  <a:pt x="642" y="818"/>
                </a:moveTo>
                <a:lnTo>
                  <a:pt x="642" y="233"/>
                </a:lnTo>
                <a:lnTo>
                  <a:pt x="407" y="233"/>
                </a:lnTo>
                <a:lnTo>
                  <a:pt x="407" y="350"/>
                </a:lnTo>
                <a:lnTo>
                  <a:pt x="524" y="350"/>
                </a:lnTo>
                <a:lnTo>
                  <a:pt x="524" y="818"/>
                </a:lnTo>
                <a:lnTo>
                  <a:pt x="642" y="818"/>
                </a:lnTo>
                <a:close/>
                <a:moveTo>
                  <a:pt x="931" y="0"/>
                </a:moveTo>
                <a:cubicBezTo>
                  <a:pt x="994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4" y="1050"/>
                  <a:pt x="931" y="1050"/>
                </a:cubicBez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931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54521" y="2368553"/>
            <a:ext cx="377825" cy="377825"/>
          </a:xfrm>
          <a:custGeom>
            <a:avLst/>
            <a:gdLst>
              <a:gd name="T0" fmla="*/ 700 w 1051"/>
              <a:gd name="T1" fmla="*/ 350 h 1051"/>
              <a:gd name="T2" fmla="*/ 700 w 1051"/>
              <a:gd name="T3" fmla="*/ 233 h 1051"/>
              <a:gd name="T4" fmla="*/ 468 w 1051"/>
              <a:gd name="T5" fmla="*/ 233 h 1051"/>
              <a:gd name="T6" fmla="*/ 350 w 1051"/>
              <a:gd name="T7" fmla="*/ 350 h 1051"/>
              <a:gd name="T8" fmla="*/ 350 w 1051"/>
              <a:gd name="T9" fmla="*/ 700 h 1051"/>
              <a:gd name="T10" fmla="*/ 468 w 1051"/>
              <a:gd name="T11" fmla="*/ 818 h 1051"/>
              <a:gd name="T12" fmla="*/ 582 w 1051"/>
              <a:gd name="T13" fmla="*/ 818 h 1051"/>
              <a:gd name="T14" fmla="*/ 700 w 1051"/>
              <a:gd name="T15" fmla="*/ 700 h 1051"/>
              <a:gd name="T16" fmla="*/ 700 w 1051"/>
              <a:gd name="T17" fmla="*/ 583 h 1051"/>
              <a:gd name="T18" fmla="*/ 582 w 1051"/>
              <a:gd name="T19" fmla="*/ 468 h 1051"/>
              <a:gd name="T20" fmla="*/ 468 w 1051"/>
              <a:gd name="T21" fmla="*/ 468 h 1051"/>
              <a:gd name="T22" fmla="*/ 468 w 1051"/>
              <a:gd name="T23" fmla="*/ 350 h 1051"/>
              <a:gd name="T24" fmla="*/ 700 w 1051"/>
              <a:gd name="T25" fmla="*/ 350 h 1051"/>
              <a:gd name="T26" fmla="*/ 932 w 1051"/>
              <a:gd name="T27" fmla="*/ 0 h 1051"/>
              <a:gd name="T28" fmla="*/ 1050 w 1051"/>
              <a:gd name="T29" fmla="*/ 118 h 1051"/>
              <a:gd name="T30" fmla="*/ 1050 w 1051"/>
              <a:gd name="T31" fmla="*/ 932 h 1051"/>
              <a:gd name="T32" fmla="*/ 932 w 1051"/>
              <a:gd name="T33" fmla="*/ 1050 h 1051"/>
              <a:gd name="T34" fmla="*/ 118 w 1051"/>
              <a:gd name="T35" fmla="*/ 1050 h 1051"/>
              <a:gd name="T36" fmla="*/ 0 w 1051"/>
              <a:gd name="T37" fmla="*/ 932 h 1051"/>
              <a:gd name="T38" fmla="*/ 0 w 1051"/>
              <a:gd name="T39" fmla="*/ 118 h 1051"/>
              <a:gd name="T40" fmla="*/ 118 w 1051"/>
              <a:gd name="T41" fmla="*/ 0 h 1051"/>
              <a:gd name="T42" fmla="*/ 932 w 1051"/>
              <a:gd name="T43" fmla="*/ 0 h 1051"/>
              <a:gd name="T44" fmla="*/ 468 w 1051"/>
              <a:gd name="T45" fmla="*/ 700 h 1051"/>
              <a:gd name="T46" fmla="*/ 468 w 1051"/>
              <a:gd name="T47" fmla="*/ 583 h 1051"/>
              <a:gd name="T48" fmla="*/ 582 w 1051"/>
              <a:gd name="T49" fmla="*/ 583 h 1051"/>
              <a:gd name="T50" fmla="*/ 582 w 1051"/>
              <a:gd name="T51" fmla="*/ 700 h 1051"/>
              <a:gd name="T52" fmla="*/ 468 w 1051"/>
              <a:gd name="T53" fmla="*/ 70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051">
                <a:moveTo>
                  <a:pt x="700" y="350"/>
                </a:moveTo>
                <a:lnTo>
                  <a:pt x="700" y="233"/>
                </a:lnTo>
                <a:lnTo>
                  <a:pt x="468" y="233"/>
                </a:lnTo>
                <a:cubicBezTo>
                  <a:pt x="405" y="233"/>
                  <a:pt x="350" y="285"/>
                  <a:pt x="350" y="350"/>
                </a:cubicBezTo>
                <a:lnTo>
                  <a:pt x="350" y="700"/>
                </a:lnTo>
                <a:cubicBezTo>
                  <a:pt x="350" y="766"/>
                  <a:pt x="405" y="818"/>
                  <a:pt x="468" y="818"/>
                </a:cubicBezTo>
                <a:lnTo>
                  <a:pt x="582" y="818"/>
                </a:lnTo>
                <a:cubicBezTo>
                  <a:pt x="645" y="818"/>
                  <a:pt x="700" y="766"/>
                  <a:pt x="700" y="700"/>
                </a:cubicBezTo>
                <a:lnTo>
                  <a:pt x="700" y="583"/>
                </a:lnTo>
                <a:cubicBezTo>
                  <a:pt x="700" y="517"/>
                  <a:pt x="645" y="468"/>
                  <a:pt x="582" y="468"/>
                </a:cubicBezTo>
                <a:lnTo>
                  <a:pt x="468" y="468"/>
                </a:lnTo>
                <a:lnTo>
                  <a:pt x="468" y="350"/>
                </a:lnTo>
                <a:lnTo>
                  <a:pt x="700" y="350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lose/>
                <a:moveTo>
                  <a:pt x="468" y="700"/>
                </a:moveTo>
                <a:lnTo>
                  <a:pt x="468" y="583"/>
                </a:lnTo>
                <a:lnTo>
                  <a:pt x="582" y="583"/>
                </a:lnTo>
                <a:lnTo>
                  <a:pt x="582" y="700"/>
                </a:lnTo>
                <a:lnTo>
                  <a:pt x="468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8069" y="3198814"/>
            <a:ext cx="419100" cy="460375"/>
          </a:xfrm>
          <a:custGeom>
            <a:avLst/>
            <a:gdLst>
              <a:gd name="T0" fmla="*/ 1164 w 1165"/>
              <a:gd name="T1" fmla="*/ 467 h 1281"/>
              <a:gd name="T2" fmla="*/ 1164 w 1165"/>
              <a:gd name="T3" fmla="*/ 1166 h 1281"/>
              <a:gd name="T4" fmla="*/ 1050 w 1165"/>
              <a:gd name="T5" fmla="*/ 1280 h 1281"/>
              <a:gd name="T6" fmla="*/ 115 w 1165"/>
              <a:gd name="T7" fmla="*/ 1280 h 1281"/>
              <a:gd name="T8" fmla="*/ 0 w 1165"/>
              <a:gd name="T9" fmla="*/ 1166 h 1281"/>
              <a:gd name="T10" fmla="*/ 0 w 1165"/>
              <a:gd name="T11" fmla="*/ 467 h 1281"/>
              <a:gd name="T12" fmla="*/ 115 w 1165"/>
              <a:gd name="T13" fmla="*/ 349 h 1281"/>
              <a:gd name="T14" fmla="*/ 233 w 1165"/>
              <a:gd name="T15" fmla="*/ 349 h 1281"/>
              <a:gd name="T16" fmla="*/ 233 w 1165"/>
              <a:gd name="T17" fmla="*/ 0 h 1281"/>
              <a:gd name="T18" fmla="*/ 700 w 1165"/>
              <a:gd name="T19" fmla="*/ 0 h 1281"/>
              <a:gd name="T20" fmla="*/ 700 w 1165"/>
              <a:gd name="T21" fmla="*/ 232 h 1281"/>
              <a:gd name="T22" fmla="*/ 350 w 1165"/>
              <a:gd name="T23" fmla="*/ 232 h 1281"/>
              <a:gd name="T24" fmla="*/ 350 w 1165"/>
              <a:gd name="T25" fmla="*/ 698 h 1281"/>
              <a:gd name="T26" fmla="*/ 465 w 1165"/>
              <a:gd name="T27" fmla="*/ 698 h 1281"/>
              <a:gd name="T28" fmla="*/ 465 w 1165"/>
              <a:gd name="T29" fmla="*/ 349 h 1281"/>
              <a:gd name="T30" fmla="*/ 1050 w 1165"/>
              <a:gd name="T31" fmla="*/ 349 h 1281"/>
              <a:gd name="T32" fmla="*/ 1164 w 1165"/>
              <a:gd name="T33" fmla="*/ 467 h 1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5" h="1281">
                <a:moveTo>
                  <a:pt x="1164" y="467"/>
                </a:moveTo>
                <a:lnTo>
                  <a:pt x="1164" y="1166"/>
                </a:lnTo>
                <a:cubicBezTo>
                  <a:pt x="1164" y="1228"/>
                  <a:pt x="1113" y="1280"/>
                  <a:pt x="1050" y="1280"/>
                </a:cubicBezTo>
                <a:lnTo>
                  <a:pt x="115" y="1280"/>
                </a:lnTo>
                <a:cubicBezTo>
                  <a:pt x="52" y="1280"/>
                  <a:pt x="0" y="1228"/>
                  <a:pt x="0" y="1166"/>
                </a:cubicBezTo>
                <a:lnTo>
                  <a:pt x="0" y="467"/>
                </a:lnTo>
                <a:cubicBezTo>
                  <a:pt x="0" y="404"/>
                  <a:pt x="52" y="349"/>
                  <a:pt x="115" y="349"/>
                </a:cubicBezTo>
                <a:lnTo>
                  <a:pt x="233" y="349"/>
                </a:lnTo>
                <a:lnTo>
                  <a:pt x="233" y="0"/>
                </a:lnTo>
                <a:lnTo>
                  <a:pt x="700" y="0"/>
                </a:lnTo>
                <a:lnTo>
                  <a:pt x="700" y="232"/>
                </a:lnTo>
                <a:lnTo>
                  <a:pt x="350" y="232"/>
                </a:lnTo>
                <a:lnTo>
                  <a:pt x="350" y="698"/>
                </a:lnTo>
                <a:lnTo>
                  <a:pt x="465" y="698"/>
                </a:lnTo>
                <a:lnTo>
                  <a:pt x="465" y="349"/>
                </a:lnTo>
                <a:lnTo>
                  <a:pt x="1050" y="349"/>
                </a:lnTo>
                <a:cubicBezTo>
                  <a:pt x="1113" y="349"/>
                  <a:pt x="1164" y="404"/>
                  <a:pt x="1164" y="467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29631" y="3219451"/>
            <a:ext cx="419100" cy="419100"/>
          </a:xfrm>
          <a:custGeom>
            <a:avLst/>
            <a:gdLst>
              <a:gd name="T0" fmla="*/ 175 w 1166"/>
              <a:gd name="T1" fmla="*/ 699 h 1165"/>
              <a:gd name="T2" fmla="*/ 990 w 1166"/>
              <a:gd name="T3" fmla="*/ 699 h 1165"/>
              <a:gd name="T4" fmla="*/ 727 w 1166"/>
              <a:gd name="T5" fmla="*/ 350 h 1165"/>
              <a:gd name="T6" fmla="*/ 525 w 1166"/>
              <a:gd name="T7" fmla="*/ 612 h 1165"/>
              <a:gd name="T8" fmla="*/ 377 w 1166"/>
              <a:gd name="T9" fmla="*/ 438 h 1165"/>
              <a:gd name="T10" fmla="*/ 175 w 1166"/>
              <a:gd name="T11" fmla="*/ 699 h 1165"/>
              <a:gd name="T12" fmla="*/ 1050 w 1166"/>
              <a:gd name="T13" fmla="*/ 0 h 1165"/>
              <a:gd name="T14" fmla="*/ 1165 w 1166"/>
              <a:gd name="T15" fmla="*/ 115 h 1165"/>
              <a:gd name="T16" fmla="*/ 1165 w 1166"/>
              <a:gd name="T17" fmla="*/ 814 h 1165"/>
              <a:gd name="T18" fmla="*/ 1050 w 1166"/>
              <a:gd name="T19" fmla="*/ 931 h 1165"/>
              <a:gd name="T20" fmla="*/ 233 w 1166"/>
              <a:gd name="T21" fmla="*/ 931 h 1165"/>
              <a:gd name="T22" fmla="*/ 0 w 1166"/>
              <a:gd name="T23" fmla="*/ 1164 h 1165"/>
              <a:gd name="T24" fmla="*/ 0 w 1166"/>
              <a:gd name="T25" fmla="*/ 115 h 1165"/>
              <a:gd name="T26" fmla="*/ 115 w 1166"/>
              <a:gd name="T27" fmla="*/ 0 h 1165"/>
              <a:gd name="T28" fmla="*/ 1050 w 1166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5">
                <a:moveTo>
                  <a:pt x="175" y="699"/>
                </a:moveTo>
                <a:lnTo>
                  <a:pt x="990" y="699"/>
                </a:lnTo>
                <a:lnTo>
                  <a:pt x="727" y="350"/>
                </a:lnTo>
                <a:lnTo>
                  <a:pt x="525" y="612"/>
                </a:lnTo>
                <a:lnTo>
                  <a:pt x="377" y="438"/>
                </a:lnTo>
                <a:lnTo>
                  <a:pt x="175" y="699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4"/>
                </a:lnTo>
                <a:cubicBezTo>
                  <a:pt x="1165" y="877"/>
                  <a:pt x="1113" y="931"/>
                  <a:pt x="1050" y="931"/>
                </a:cubicBezTo>
                <a:lnTo>
                  <a:pt x="233" y="931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66281" y="3228978"/>
            <a:ext cx="293688" cy="398461"/>
          </a:xfrm>
          <a:custGeom>
            <a:avLst/>
            <a:gdLst>
              <a:gd name="T0" fmla="*/ 815 w 816"/>
              <a:gd name="T1" fmla="*/ 525 h 1107"/>
              <a:gd name="T2" fmla="*/ 465 w 816"/>
              <a:gd name="T3" fmla="*/ 915 h 1107"/>
              <a:gd name="T4" fmla="*/ 465 w 816"/>
              <a:gd name="T5" fmla="*/ 1106 h 1107"/>
              <a:gd name="T6" fmla="*/ 350 w 816"/>
              <a:gd name="T7" fmla="*/ 1106 h 1107"/>
              <a:gd name="T8" fmla="*/ 350 w 816"/>
              <a:gd name="T9" fmla="*/ 915 h 1107"/>
              <a:gd name="T10" fmla="*/ 0 w 816"/>
              <a:gd name="T11" fmla="*/ 525 h 1107"/>
              <a:gd name="T12" fmla="*/ 99 w 816"/>
              <a:gd name="T13" fmla="*/ 525 h 1107"/>
              <a:gd name="T14" fmla="*/ 407 w 816"/>
              <a:gd name="T15" fmla="*/ 819 h 1107"/>
              <a:gd name="T16" fmla="*/ 716 w 816"/>
              <a:gd name="T17" fmla="*/ 525 h 1107"/>
              <a:gd name="T18" fmla="*/ 815 w 816"/>
              <a:gd name="T19" fmla="*/ 525 h 1107"/>
              <a:gd name="T20" fmla="*/ 407 w 816"/>
              <a:gd name="T21" fmla="*/ 699 h 1107"/>
              <a:gd name="T22" fmla="*/ 233 w 816"/>
              <a:gd name="T23" fmla="*/ 525 h 1107"/>
              <a:gd name="T24" fmla="*/ 233 w 816"/>
              <a:gd name="T25" fmla="*/ 175 h 1107"/>
              <a:gd name="T26" fmla="*/ 407 w 816"/>
              <a:gd name="T27" fmla="*/ 0 h 1107"/>
              <a:gd name="T28" fmla="*/ 582 w 816"/>
              <a:gd name="T29" fmla="*/ 175 h 1107"/>
              <a:gd name="T30" fmla="*/ 582 w 816"/>
              <a:gd name="T31" fmla="*/ 525 h 1107"/>
              <a:gd name="T32" fmla="*/ 407 w 816"/>
              <a:gd name="T33" fmla="*/ 699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16" h="1107">
                <a:moveTo>
                  <a:pt x="815" y="525"/>
                </a:moveTo>
                <a:cubicBezTo>
                  <a:pt x="815" y="723"/>
                  <a:pt x="656" y="887"/>
                  <a:pt x="465" y="915"/>
                </a:cubicBezTo>
                <a:lnTo>
                  <a:pt x="465" y="1106"/>
                </a:lnTo>
                <a:lnTo>
                  <a:pt x="350" y="1106"/>
                </a:lnTo>
                <a:lnTo>
                  <a:pt x="350" y="915"/>
                </a:lnTo>
                <a:cubicBezTo>
                  <a:pt x="159" y="887"/>
                  <a:pt x="0" y="723"/>
                  <a:pt x="0" y="525"/>
                </a:cubicBezTo>
                <a:lnTo>
                  <a:pt x="99" y="525"/>
                </a:lnTo>
                <a:cubicBezTo>
                  <a:pt x="99" y="699"/>
                  <a:pt x="245" y="819"/>
                  <a:pt x="407" y="819"/>
                </a:cubicBezTo>
                <a:cubicBezTo>
                  <a:pt x="568" y="819"/>
                  <a:pt x="716" y="699"/>
                  <a:pt x="716" y="525"/>
                </a:cubicBezTo>
                <a:lnTo>
                  <a:pt x="815" y="525"/>
                </a:lnTo>
                <a:close/>
                <a:moveTo>
                  <a:pt x="407" y="699"/>
                </a:moveTo>
                <a:cubicBezTo>
                  <a:pt x="312" y="699"/>
                  <a:pt x="233" y="619"/>
                  <a:pt x="233" y="525"/>
                </a:cubicBezTo>
                <a:lnTo>
                  <a:pt x="233" y="175"/>
                </a:lnTo>
                <a:cubicBezTo>
                  <a:pt x="233" y="79"/>
                  <a:pt x="311" y="0"/>
                  <a:pt x="407" y="0"/>
                </a:cubicBezTo>
                <a:cubicBezTo>
                  <a:pt x="502" y="0"/>
                  <a:pt x="582" y="79"/>
                  <a:pt x="582" y="175"/>
                </a:cubicBezTo>
                <a:lnTo>
                  <a:pt x="582" y="525"/>
                </a:lnTo>
                <a:cubicBezTo>
                  <a:pt x="582" y="619"/>
                  <a:pt x="503" y="699"/>
                  <a:pt x="407" y="69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96571" y="3228978"/>
            <a:ext cx="377825" cy="398461"/>
          </a:xfrm>
          <a:custGeom>
            <a:avLst/>
            <a:gdLst>
              <a:gd name="T0" fmla="*/ 74 w 1050"/>
              <a:gd name="T1" fmla="*/ 58 h 1107"/>
              <a:gd name="T2" fmla="*/ 1049 w 1050"/>
              <a:gd name="T3" fmla="*/ 1032 h 1107"/>
              <a:gd name="T4" fmla="*/ 975 w 1050"/>
              <a:gd name="T5" fmla="*/ 1106 h 1107"/>
              <a:gd name="T6" fmla="*/ 732 w 1050"/>
              <a:gd name="T7" fmla="*/ 863 h 1107"/>
              <a:gd name="T8" fmla="*/ 582 w 1050"/>
              <a:gd name="T9" fmla="*/ 915 h 1107"/>
              <a:gd name="T10" fmla="*/ 582 w 1050"/>
              <a:gd name="T11" fmla="*/ 1106 h 1107"/>
              <a:gd name="T12" fmla="*/ 467 w 1050"/>
              <a:gd name="T13" fmla="*/ 1106 h 1107"/>
              <a:gd name="T14" fmla="*/ 467 w 1050"/>
              <a:gd name="T15" fmla="*/ 915 h 1107"/>
              <a:gd name="T16" fmla="*/ 117 w 1050"/>
              <a:gd name="T17" fmla="*/ 525 h 1107"/>
              <a:gd name="T18" fmla="*/ 216 w 1050"/>
              <a:gd name="T19" fmla="*/ 525 h 1107"/>
              <a:gd name="T20" fmla="*/ 524 w 1050"/>
              <a:gd name="T21" fmla="*/ 819 h 1107"/>
              <a:gd name="T22" fmla="*/ 658 w 1050"/>
              <a:gd name="T23" fmla="*/ 789 h 1107"/>
              <a:gd name="T24" fmla="*/ 563 w 1050"/>
              <a:gd name="T25" fmla="*/ 693 h 1107"/>
              <a:gd name="T26" fmla="*/ 524 w 1050"/>
              <a:gd name="T27" fmla="*/ 699 h 1107"/>
              <a:gd name="T28" fmla="*/ 350 w 1050"/>
              <a:gd name="T29" fmla="*/ 525 h 1107"/>
              <a:gd name="T30" fmla="*/ 350 w 1050"/>
              <a:gd name="T31" fmla="*/ 481 h 1107"/>
              <a:gd name="T32" fmla="*/ 0 w 1050"/>
              <a:gd name="T33" fmla="*/ 131 h 1107"/>
              <a:gd name="T34" fmla="*/ 74 w 1050"/>
              <a:gd name="T35" fmla="*/ 58 h 1107"/>
              <a:gd name="T36" fmla="*/ 699 w 1050"/>
              <a:gd name="T37" fmla="*/ 533 h 1107"/>
              <a:gd name="T38" fmla="*/ 350 w 1050"/>
              <a:gd name="T39" fmla="*/ 186 h 1107"/>
              <a:gd name="T40" fmla="*/ 350 w 1050"/>
              <a:gd name="T41" fmla="*/ 175 h 1107"/>
              <a:gd name="T42" fmla="*/ 524 w 1050"/>
              <a:gd name="T43" fmla="*/ 0 h 1107"/>
              <a:gd name="T44" fmla="*/ 699 w 1050"/>
              <a:gd name="T45" fmla="*/ 175 h 1107"/>
              <a:gd name="T46" fmla="*/ 699 w 1050"/>
              <a:gd name="T47" fmla="*/ 533 h 1107"/>
              <a:gd name="T48" fmla="*/ 932 w 1050"/>
              <a:gd name="T49" fmla="*/ 525 h 1107"/>
              <a:gd name="T50" fmla="*/ 880 w 1050"/>
              <a:gd name="T51" fmla="*/ 715 h 1107"/>
              <a:gd name="T52" fmla="*/ 809 w 1050"/>
              <a:gd name="T53" fmla="*/ 641 h 1107"/>
              <a:gd name="T54" fmla="*/ 833 w 1050"/>
              <a:gd name="T55" fmla="*/ 525 h 1107"/>
              <a:gd name="T56" fmla="*/ 932 w 1050"/>
              <a:gd name="T57" fmla="*/ 525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050" h="1107">
                <a:moveTo>
                  <a:pt x="74" y="58"/>
                </a:moveTo>
                <a:lnTo>
                  <a:pt x="1049" y="1032"/>
                </a:lnTo>
                <a:lnTo>
                  <a:pt x="975" y="1106"/>
                </a:lnTo>
                <a:lnTo>
                  <a:pt x="732" y="863"/>
                </a:lnTo>
                <a:cubicBezTo>
                  <a:pt x="688" y="890"/>
                  <a:pt x="634" y="906"/>
                  <a:pt x="582" y="915"/>
                </a:cubicBezTo>
                <a:lnTo>
                  <a:pt x="582" y="1106"/>
                </a:lnTo>
                <a:lnTo>
                  <a:pt x="467" y="1106"/>
                </a:lnTo>
                <a:lnTo>
                  <a:pt x="467" y="915"/>
                </a:lnTo>
                <a:cubicBezTo>
                  <a:pt x="276" y="887"/>
                  <a:pt x="117" y="723"/>
                  <a:pt x="117" y="525"/>
                </a:cubicBezTo>
                <a:lnTo>
                  <a:pt x="216" y="525"/>
                </a:lnTo>
                <a:cubicBezTo>
                  <a:pt x="216" y="699"/>
                  <a:pt x="363" y="819"/>
                  <a:pt x="524" y="819"/>
                </a:cubicBezTo>
                <a:cubicBezTo>
                  <a:pt x="571" y="819"/>
                  <a:pt x="617" y="808"/>
                  <a:pt x="658" y="789"/>
                </a:cubicBezTo>
                <a:lnTo>
                  <a:pt x="563" y="693"/>
                </a:lnTo>
                <a:cubicBezTo>
                  <a:pt x="552" y="696"/>
                  <a:pt x="538" y="699"/>
                  <a:pt x="524" y="699"/>
                </a:cubicBezTo>
                <a:cubicBezTo>
                  <a:pt x="429" y="699"/>
                  <a:pt x="350" y="619"/>
                  <a:pt x="350" y="525"/>
                </a:cubicBezTo>
                <a:lnTo>
                  <a:pt x="350" y="481"/>
                </a:lnTo>
                <a:lnTo>
                  <a:pt x="0" y="131"/>
                </a:lnTo>
                <a:lnTo>
                  <a:pt x="74" y="58"/>
                </a:lnTo>
                <a:close/>
                <a:moveTo>
                  <a:pt x="699" y="533"/>
                </a:moveTo>
                <a:lnTo>
                  <a:pt x="350" y="186"/>
                </a:lnTo>
                <a:lnTo>
                  <a:pt x="350" y="175"/>
                </a:lnTo>
                <a:cubicBezTo>
                  <a:pt x="350" y="79"/>
                  <a:pt x="428" y="0"/>
                  <a:pt x="524" y="0"/>
                </a:cubicBezTo>
                <a:cubicBezTo>
                  <a:pt x="619" y="0"/>
                  <a:pt x="699" y="79"/>
                  <a:pt x="699" y="175"/>
                </a:cubicBezTo>
                <a:lnTo>
                  <a:pt x="699" y="533"/>
                </a:lnTo>
                <a:close/>
                <a:moveTo>
                  <a:pt x="932" y="525"/>
                </a:moveTo>
                <a:cubicBezTo>
                  <a:pt x="932" y="592"/>
                  <a:pt x="913" y="658"/>
                  <a:pt x="880" y="715"/>
                </a:cubicBezTo>
                <a:lnTo>
                  <a:pt x="809" y="641"/>
                </a:lnTo>
                <a:cubicBezTo>
                  <a:pt x="825" y="606"/>
                  <a:pt x="833" y="568"/>
                  <a:pt x="833" y="525"/>
                </a:cubicBezTo>
                <a:lnTo>
                  <a:pt x="932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410996" y="3228978"/>
            <a:ext cx="293687" cy="398461"/>
          </a:xfrm>
          <a:custGeom>
            <a:avLst/>
            <a:gdLst>
              <a:gd name="T0" fmla="*/ 815 w 816"/>
              <a:gd name="T1" fmla="*/ 525 h 1107"/>
              <a:gd name="T2" fmla="*/ 465 w 816"/>
              <a:gd name="T3" fmla="*/ 915 h 1107"/>
              <a:gd name="T4" fmla="*/ 465 w 816"/>
              <a:gd name="T5" fmla="*/ 1106 h 1107"/>
              <a:gd name="T6" fmla="*/ 350 w 816"/>
              <a:gd name="T7" fmla="*/ 1106 h 1107"/>
              <a:gd name="T8" fmla="*/ 350 w 816"/>
              <a:gd name="T9" fmla="*/ 915 h 1107"/>
              <a:gd name="T10" fmla="*/ 0 w 816"/>
              <a:gd name="T11" fmla="*/ 525 h 1107"/>
              <a:gd name="T12" fmla="*/ 99 w 816"/>
              <a:gd name="T13" fmla="*/ 525 h 1107"/>
              <a:gd name="T14" fmla="*/ 407 w 816"/>
              <a:gd name="T15" fmla="*/ 819 h 1107"/>
              <a:gd name="T16" fmla="*/ 716 w 816"/>
              <a:gd name="T17" fmla="*/ 525 h 1107"/>
              <a:gd name="T18" fmla="*/ 815 w 816"/>
              <a:gd name="T19" fmla="*/ 525 h 1107"/>
              <a:gd name="T20" fmla="*/ 336 w 816"/>
              <a:gd name="T21" fmla="*/ 170 h 1107"/>
              <a:gd name="T22" fmla="*/ 336 w 816"/>
              <a:gd name="T23" fmla="*/ 530 h 1107"/>
              <a:gd name="T24" fmla="*/ 407 w 816"/>
              <a:gd name="T25" fmla="*/ 598 h 1107"/>
              <a:gd name="T26" fmla="*/ 476 w 816"/>
              <a:gd name="T27" fmla="*/ 530 h 1107"/>
              <a:gd name="T28" fmla="*/ 479 w 816"/>
              <a:gd name="T29" fmla="*/ 170 h 1107"/>
              <a:gd name="T30" fmla="*/ 408 w 816"/>
              <a:gd name="T31" fmla="*/ 98 h 1107"/>
              <a:gd name="T32" fmla="*/ 336 w 816"/>
              <a:gd name="T33" fmla="*/ 170 h 1107"/>
              <a:gd name="T34" fmla="*/ 407 w 816"/>
              <a:gd name="T35" fmla="*/ 699 h 1107"/>
              <a:gd name="T36" fmla="*/ 233 w 816"/>
              <a:gd name="T37" fmla="*/ 525 h 1107"/>
              <a:gd name="T38" fmla="*/ 233 w 816"/>
              <a:gd name="T39" fmla="*/ 175 h 1107"/>
              <a:gd name="T40" fmla="*/ 407 w 816"/>
              <a:gd name="T41" fmla="*/ 0 h 1107"/>
              <a:gd name="T42" fmla="*/ 582 w 816"/>
              <a:gd name="T43" fmla="*/ 175 h 1107"/>
              <a:gd name="T44" fmla="*/ 582 w 816"/>
              <a:gd name="T45" fmla="*/ 525 h 1107"/>
              <a:gd name="T46" fmla="*/ 407 w 816"/>
              <a:gd name="T47" fmla="*/ 699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16" h="1107">
                <a:moveTo>
                  <a:pt x="815" y="525"/>
                </a:moveTo>
                <a:cubicBezTo>
                  <a:pt x="815" y="723"/>
                  <a:pt x="656" y="887"/>
                  <a:pt x="465" y="915"/>
                </a:cubicBezTo>
                <a:lnTo>
                  <a:pt x="465" y="1106"/>
                </a:lnTo>
                <a:lnTo>
                  <a:pt x="350" y="1106"/>
                </a:lnTo>
                <a:lnTo>
                  <a:pt x="350" y="915"/>
                </a:lnTo>
                <a:cubicBezTo>
                  <a:pt x="159" y="887"/>
                  <a:pt x="0" y="723"/>
                  <a:pt x="0" y="525"/>
                </a:cubicBezTo>
                <a:lnTo>
                  <a:pt x="99" y="525"/>
                </a:lnTo>
                <a:cubicBezTo>
                  <a:pt x="99" y="699"/>
                  <a:pt x="245" y="819"/>
                  <a:pt x="407" y="819"/>
                </a:cubicBezTo>
                <a:cubicBezTo>
                  <a:pt x="568" y="819"/>
                  <a:pt x="716" y="699"/>
                  <a:pt x="716" y="525"/>
                </a:cubicBezTo>
                <a:lnTo>
                  <a:pt x="815" y="525"/>
                </a:lnTo>
                <a:close/>
                <a:moveTo>
                  <a:pt x="336" y="170"/>
                </a:moveTo>
                <a:lnTo>
                  <a:pt x="336" y="530"/>
                </a:lnTo>
                <a:cubicBezTo>
                  <a:pt x="336" y="568"/>
                  <a:pt x="368" y="598"/>
                  <a:pt x="407" y="598"/>
                </a:cubicBezTo>
                <a:cubicBezTo>
                  <a:pt x="445" y="598"/>
                  <a:pt x="476" y="568"/>
                  <a:pt x="476" y="530"/>
                </a:cubicBezTo>
                <a:lnTo>
                  <a:pt x="479" y="170"/>
                </a:lnTo>
                <a:cubicBezTo>
                  <a:pt x="479" y="131"/>
                  <a:pt x="446" y="98"/>
                  <a:pt x="408" y="98"/>
                </a:cubicBezTo>
                <a:cubicBezTo>
                  <a:pt x="369" y="98"/>
                  <a:pt x="336" y="131"/>
                  <a:pt x="336" y="170"/>
                </a:cubicBezTo>
                <a:close/>
                <a:moveTo>
                  <a:pt x="407" y="699"/>
                </a:moveTo>
                <a:cubicBezTo>
                  <a:pt x="312" y="699"/>
                  <a:pt x="233" y="619"/>
                  <a:pt x="233" y="525"/>
                </a:cubicBezTo>
                <a:lnTo>
                  <a:pt x="233" y="175"/>
                </a:lnTo>
                <a:cubicBezTo>
                  <a:pt x="233" y="79"/>
                  <a:pt x="311" y="0"/>
                  <a:pt x="407" y="0"/>
                </a:cubicBezTo>
                <a:cubicBezTo>
                  <a:pt x="502" y="0"/>
                  <a:pt x="582" y="79"/>
                  <a:pt x="582" y="175"/>
                </a:cubicBezTo>
                <a:lnTo>
                  <a:pt x="582" y="525"/>
                </a:lnTo>
                <a:cubicBezTo>
                  <a:pt x="582" y="619"/>
                  <a:pt x="503" y="699"/>
                  <a:pt x="407" y="69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20644" y="3219451"/>
            <a:ext cx="419100" cy="419100"/>
          </a:xfrm>
          <a:custGeom>
            <a:avLst/>
            <a:gdLst>
              <a:gd name="T0" fmla="*/ 932 w 1166"/>
              <a:gd name="T1" fmla="*/ 350 h 1165"/>
              <a:gd name="T2" fmla="*/ 932 w 1166"/>
              <a:gd name="T3" fmla="*/ 233 h 1165"/>
              <a:gd name="T4" fmla="*/ 233 w 1166"/>
              <a:gd name="T5" fmla="*/ 233 h 1165"/>
              <a:gd name="T6" fmla="*/ 233 w 1166"/>
              <a:gd name="T7" fmla="*/ 350 h 1165"/>
              <a:gd name="T8" fmla="*/ 932 w 1166"/>
              <a:gd name="T9" fmla="*/ 350 h 1165"/>
              <a:gd name="T10" fmla="*/ 932 w 1166"/>
              <a:gd name="T11" fmla="*/ 525 h 1165"/>
              <a:gd name="T12" fmla="*/ 932 w 1166"/>
              <a:gd name="T13" fmla="*/ 408 h 1165"/>
              <a:gd name="T14" fmla="*/ 233 w 1166"/>
              <a:gd name="T15" fmla="*/ 408 h 1165"/>
              <a:gd name="T16" fmla="*/ 233 w 1166"/>
              <a:gd name="T17" fmla="*/ 525 h 1165"/>
              <a:gd name="T18" fmla="*/ 932 w 1166"/>
              <a:gd name="T19" fmla="*/ 525 h 1165"/>
              <a:gd name="T20" fmla="*/ 932 w 1166"/>
              <a:gd name="T21" fmla="*/ 699 h 1165"/>
              <a:gd name="T22" fmla="*/ 932 w 1166"/>
              <a:gd name="T23" fmla="*/ 582 h 1165"/>
              <a:gd name="T24" fmla="*/ 233 w 1166"/>
              <a:gd name="T25" fmla="*/ 582 h 1165"/>
              <a:gd name="T26" fmla="*/ 233 w 1166"/>
              <a:gd name="T27" fmla="*/ 699 h 1165"/>
              <a:gd name="T28" fmla="*/ 932 w 1166"/>
              <a:gd name="T29" fmla="*/ 699 h 1165"/>
              <a:gd name="T30" fmla="*/ 1050 w 1166"/>
              <a:gd name="T31" fmla="*/ 0 h 1165"/>
              <a:gd name="T32" fmla="*/ 1165 w 1166"/>
              <a:gd name="T33" fmla="*/ 115 h 1165"/>
              <a:gd name="T34" fmla="*/ 1165 w 1166"/>
              <a:gd name="T35" fmla="*/ 814 h 1165"/>
              <a:gd name="T36" fmla="*/ 1050 w 1166"/>
              <a:gd name="T37" fmla="*/ 931 h 1165"/>
              <a:gd name="T38" fmla="*/ 233 w 1166"/>
              <a:gd name="T39" fmla="*/ 931 h 1165"/>
              <a:gd name="T40" fmla="*/ 0 w 1166"/>
              <a:gd name="T41" fmla="*/ 1164 h 1165"/>
              <a:gd name="T42" fmla="*/ 0 w 1166"/>
              <a:gd name="T43" fmla="*/ 115 h 1165"/>
              <a:gd name="T44" fmla="*/ 115 w 1166"/>
              <a:gd name="T45" fmla="*/ 0 h 1165"/>
              <a:gd name="T46" fmla="*/ 1050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932" y="350"/>
                </a:moveTo>
                <a:lnTo>
                  <a:pt x="932" y="233"/>
                </a:lnTo>
                <a:lnTo>
                  <a:pt x="233" y="233"/>
                </a:lnTo>
                <a:lnTo>
                  <a:pt x="233" y="350"/>
                </a:lnTo>
                <a:lnTo>
                  <a:pt x="932" y="350"/>
                </a:lnTo>
                <a:close/>
                <a:moveTo>
                  <a:pt x="932" y="525"/>
                </a:moveTo>
                <a:lnTo>
                  <a:pt x="932" y="408"/>
                </a:lnTo>
                <a:lnTo>
                  <a:pt x="233" y="408"/>
                </a:lnTo>
                <a:lnTo>
                  <a:pt x="233" y="525"/>
                </a:lnTo>
                <a:lnTo>
                  <a:pt x="932" y="525"/>
                </a:lnTo>
                <a:close/>
                <a:moveTo>
                  <a:pt x="932" y="699"/>
                </a:moveTo>
                <a:lnTo>
                  <a:pt x="932" y="582"/>
                </a:lnTo>
                <a:lnTo>
                  <a:pt x="233" y="582"/>
                </a:lnTo>
                <a:lnTo>
                  <a:pt x="233" y="699"/>
                </a:lnTo>
                <a:lnTo>
                  <a:pt x="932" y="699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4"/>
                </a:lnTo>
                <a:cubicBezTo>
                  <a:pt x="1165" y="877"/>
                  <a:pt x="1113" y="931"/>
                  <a:pt x="1050" y="931"/>
                </a:cubicBezTo>
                <a:lnTo>
                  <a:pt x="233" y="931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568408" y="3251201"/>
            <a:ext cx="269875" cy="354012"/>
          </a:xfrm>
          <a:custGeom>
            <a:avLst/>
            <a:gdLst>
              <a:gd name="T0" fmla="*/ 112 w 750"/>
              <a:gd name="T1" fmla="*/ 262 h 983"/>
              <a:gd name="T2" fmla="*/ 375 w 750"/>
              <a:gd name="T3" fmla="*/ 0 h 983"/>
              <a:gd name="T4" fmla="*/ 637 w 750"/>
              <a:gd name="T5" fmla="*/ 262 h 983"/>
              <a:gd name="T6" fmla="*/ 432 w 750"/>
              <a:gd name="T7" fmla="*/ 262 h 983"/>
              <a:gd name="T8" fmla="*/ 432 w 750"/>
              <a:gd name="T9" fmla="*/ 633 h 983"/>
              <a:gd name="T10" fmla="*/ 82 w 750"/>
              <a:gd name="T11" fmla="*/ 982 h 983"/>
              <a:gd name="T12" fmla="*/ 0 w 750"/>
              <a:gd name="T13" fmla="*/ 900 h 983"/>
              <a:gd name="T14" fmla="*/ 317 w 750"/>
              <a:gd name="T15" fmla="*/ 586 h 983"/>
              <a:gd name="T16" fmla="*/ 317 w 750"/>
              <a:gd name="T17" fmla="*/ 262 h 983"/>
              <a:gd name="T18" fmla="*/ 112 w 750"/>
              <a:gd name="T19" fmla="*/ 262 h 983"/>
              <a:gd name="T20" fmla="*/ 667 w 750"/>
              <a:gd name="T21" fmla="*/ 982 h 983"/>
              <a:gd name="T22" fmla="*/ 467 w 750"/>
              <a:gd name="T23" fmla="*/ 786 h 983"/>
              <a:gd name="T24" fmla="*/ 549 w 750"/>
              <a:gd name="T25" fmla="*/ 704 h 983"/>
              <a:gd name="T26" fmla="*/ 749 w 750"/>
              <a:gd name="T27" fmla="*/ 900 h 983"/>
              <a:gd name="T28" fmla="*/ 667 w 750"/>
              <a:gd name="T29" fmla="*/ 982 h 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50" h="983">
                <a:moveTo>
                  <a:pt x="112" y="262"/>
                </a:moveTo>
                <a:lnTo>
                  <a:pt x="375" y="0"/>
                </a:lnTo>
                <a:lnTo>
                  <a:pt x="637" y="262"/>
                </a:lnTo>
                <a:lnTo>
                  <a:pt x="432" y="262"/>
                </a:lnTo>
                <a:lnTo>
                  <a:pt x="432" y="633"/>
                </a:lnTo>
                <a:lnTo>
                  <a:pt x="82" y="982"/>
                </a:lnTo>
                <a:lnTo>
                  <a:pt x="0" y="900"/>
                </a:lnTo>
                <a:lnTo>
                  <a:pt x="317" y="586"/>
                </a:lnTo>
                <a:lnTo>
                  <a:pt x="317" y="262"/>
                </a:lnTo>
                <a:lnTo>
                  <a:pt x="112" y="262"/>
                </a:lnTo>
                <a:close/>
                <a:moveTo>
                  <a:pt x="667" y="982"/>
                </a:moveTo>
                <a:lnTo>
                  <a:pt x="467" y="786"/>
                </a:lnTo>
                <a:lnTo>
                  <a:pt x="549" y="704"/>
                </a:lnTo>
                <a:lnTo>
                  <a:pt x="749" y="900"/>
                </a:lnTo>
                <a:lnTo>
                  <a:pt x="667" y="9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87583" y="3303588"/>
            <a:ext cx="377825" cy="252412"/>
          </a:xfrm>
          <a:custGeom>
            <a:avLst/>
            <a:gdLst>
              <a:gd name="T0" fmla="*/ 0 w 1050"/>
              <a:gd name="T1" fmla="*/ 0 h 699"/>
              <a:gd name="T2" fmla="*/ 1049 w 1050"/>
              <a:gd name="T3" fmla="*/ 0 h 699"/>
              <a:gd name="T4" fmla="*/ 1049 w 1050"/>
              <a:gd name="T5" fmla="*/ 117 h 699"/>
              <a:gd name="T6" fmla="*/ 0 w 1050"/>
              <a:gd name="T7" fmla="*/ 117 h 699"/>
              <a:gd name="T8" fmla="*/ 0 w 1050"/>
              <a:gd name="T9" fmla="*/ 0 h 699"/>
              <a:gd name="T10" fmla="*/ 0 w 1050"/>
              <a:gd name="T11" fmla="*/ 406 h 699"/>
              <a:gd name="T12" fmla="*/ 0 w 1050"/>
              <a:gd name="T13" fmla="*/ 292 h 699"/>
              <a:gd name="T14" fmla="*/ 1049 w 1050"/>
              <a:gd name="T15" fmla="*/ 292 h 699"/>
              <a:gd name="T16" fmla="*/ 1049 w 1050"/>
              <a:gd name="T17" fmla="*/ 406 h 699"/>
              <a:gd name="T18" fmla="*/ 0 w 1050"/>
              <a:gd name="T19" fmla="*/ 406 h 699"/>
              <a:gd name="T20" fmla="*/ 0 w 1050"/>
              <a:gd name="T21" fmla="*/ 698 h 699"/>
              <a:gd name="T22" fmla="*/ 0 w 1050"/>
              <a:gd name="T23" fmla="*/ 581 h 699"/>
              <a:gd name="T24" fmla="*/ 1049 w 1050"/>
              <a:gd name="T25" fmla="*/ 581 h 699"/>
              <a:gd name="T26" fmla="*/ 1049 w 1050"/>
              <a:gd name="T27" fmla="*/ 698 h 699"/>
              <a:gd name="T28" fmla="*/ 0 w 1050"/>
              <a:gd name="T29" fmla="*/ 698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0" h="699">
                <a:moveTo>
                  <a:pt x="0" y="0"/>
                </a:moveTo>
                <a:lnTo>
                  <a:pt x="1049" y="0"/>
                </a:lnTo>
                <a:lnTo>
                  <a:pt x="1049" y="117"/>
                </a:lnTo>
                <a:lnTo>
                  <a:pt x="0" y="117"/>
                </a:lnTo>
                <a:lnTo>
                  <a:pt x="0" y="0"/>
                </a:lnTo>
                <a:close/>
                <a:moveTo>
                  <a:pt x="0" y="406"/>
                </a:moveTo>
                <a:lnTo>
                  <a:pt x="0" y="292"/>
                </a:lnTo>
                <a:lnTo>
                  <a:pt x="1049" y="292"/>
                </a:lnTo>
                <a:lnTo>
                  <a:pt x="1049" y="406"/>
                </a:lnTo>
                <a:lnTo>
                  <a:pt x="0" y="406"/>
                </a:lnTo>
                <a:close/>
                <a:moveTo>
                  <a:pt x="0" y="698"/>
                </a:moveTo>
                <a:lnTo>
                  <a:pt x="0" y="581"/>
                </a:lnTo>
                <a:lnTo>
                  <a:pt x="1049" y="581"/>
                </a:lnTo>
                <a:lnTo>
                  <a:pt x="1049" y="698"/>
                </a:lnTo>
                <a:lnTo>
                  <a:pt x="0" y="69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60733" y="3240089"/>
            <a:ext cx="377825" cy="377825"/>
          </a:xfrm>
          <a:custGeom>
            <a:avLst/>
            <a:gdLst>
              <a:gd name="T0" fmla="*/ 817 w 1050"/>
              <a:gd name="T1" fmla="*/ 816 h 1049"/>
              <a:gd name="T2" fmla="*/ 817 w 1050"/>
              <a:gd name="T3" fmla="*/ 232 h 1049"/>
              <a:gd name="T4" fmla="*/ 232 w 1050"/>
              <a:gd name="T5" fmla="*/ 232 h 1049"/>
              <a:gd name="T6" fmla="*/ 232 w 1050"/>
              <a:gd name="T7" fmla="*/ 816 h 1049"/>
              <a:gd name="T8" fmla="*/ 817 w 1050"/>
              <a:gd name="T9" fmla="*/ 816 h 1049"/>
              <a:gd name="T10" fmla="*/ 1049 w 1050"/>
              <a:gd name="T11" fmla="*/ 467 h 1049"/>
              <a:gd name="T12" fmla="*/ 932 w 1050"/>
              <a:gd name="T13" fmla="*/ 467 h 1049"/>
              <a:gd name="T14" fmla="*/ 932 w 1050"/>
              <a:gd name="T15" fmla="*/ 581 h 1049"/>
              <a:gd name="T16" fmla="*/ 1049 w 1050"/>
              <a:gd name="T17" fmla="*/ 581 h 1049"/>
              <a:gd name="T18" fmla="*/ 1049 w 1050"/>
              <a:gd name="T19" fmla="*/ 698 h 1049"/>
              <a:gd name="T20" fmla="*/ 932 w 1050"/>
              <a:gd name="T21" fmla="*/ 698 h 1049"/>
              <a:gd name="T22" fmla="*/ 932 w 1050"/>
              <a:gd name="T23" fmla="*/ 816 h 1049"/>
              <a:gd name="T24" fmla="*/ 817 w 1050"/>
              <a:gd name="T25" fmla="*/ 931 h 1049"/>
              <a:gd name="T26" fmla="*/ 700 w 1050"/>
              <a:gd name="T27" fmla="*/ 931 h 1049"/>
              <a:gd name="T28" fmla="*/ 700 w 1050"/>
              <a:gd name="T29" fmla="*/ 1048 h 1049"/>
              <a:gd name="T30" fmla="*/ 582 w 1050"/>
              <a:gd name="T31" fmla="*/ 1048 h 1049"/>
              <a:gd name="T32" fmla="*/ 582 w 1050"/>
              <a:gd name="T33" fmla="*/ 931 h 1049"/>
              <a:gd name="T34" fmla="*/ 467 w 1050"/>
              <a:gd name="T35" fmla="*/ 931 h 1049"/>
              <a:gd name="T36" fmla="*/ 467 w 1050"/>
              <a:gd name="T37" fmla="*/ 1048 h 1049"/>
              <a:gd name="T38" fmla="*/ 350 w 1050"/>
              <a:gd name="T39" fmla="*/ 1048 h 1049"/>
              <a:gd name="T40" fmla="*/ 350 w 1050"/>
              <a:gd name="T41" fmla="*/ 931 h 1049"/>
              <a:gd name="T42" fmla="*/ 232 w 1050"/>
              <a:gd name="T43" fmla="*/ 931 h 1049"/>
              <a:gd name="T44" fmla="*/ 117 w 1050"/>
              <a:gd name="T45" fmla="*/ 816 h 1049"/>
              <a:gd name="T46" fmla="*/ 117 w 1050"/>
              <a:gd name="T47" fmla="*/ 698 h 1049"/>
              <a:gd name="T48" fmla="*/ 0 w 1050"/>
              <a:gd name="T49" fmla="*/ 698 h 1049"/>
              <a:gd name="T50" fmla="*/ 0 w 1050"/>
              <a:gd name="T51" fmla="*/ 581 h 1049"/>
              <a:gd name="T52" fmla="*/ 117 w 1050"/>
              <a:gd name="T53" fmla="*/ 581 h 1049"/>
              <a:gd name="T54" fmla="*/ 117 w 1050"/>
              <a:gd name="T55" fmla="*/ 467 h 1049"/>
              <a:gd name="T56" fmla="*/ 0 w 1050"/>
              <a:gd name="T57" fmla="*/ 467 h 1049"/>
              <a:gd name="T58" fmla="*/ 0 w 1050"/>
              <a:gd name="T59" fmla="*/ 350 h 1049"/>
              <a:gd name="T60" fmla="*/ 117 w 1050"/>
              <a:gd name="T61" fmla="*/ 350 h 1049"/>
              <a:gd name="T62" fmla="*/ 117 w 1050"/>
              <a:gd name="T63" fmla="*/ 232 h 1049"/>
              <a:gd name="T64" fmla="*/ 232 w 1050"/>
              <a:gd name="T65" fmla="*/ 117 h 1049"/>
              <a:gd name="T66" fmla="*/ 350 w 1050"/>
              <a:gd name="T67" fmla="*/ 117 h 1049"/>
              <a:gd name="T68" fmla="*/ 350 w 1050"/>
              <a:gd name="T69" fmla="*/ 0 h 1049"/>
              <a:gd name="T70" fmla="*/ 467 w 1050"/>
              <a:gd name="T71" fmla="*/ 0 h 1049"/>
              <a:gd name="T72" fmla="*/ 467 w 1050"/>
              <a:gd name="T73" fmla="*/ 117 h 1049"/>
              <a:gd name="T74" fmla="*/ 582 w 1050"/>
              <a:gd name="T75" fmla="*/ 117 h 1049"/>
              <a:gd name="T76" fmla="*/ 582 w 1050"/>
              <a:gd name="T77" fmla="*/ 0 h 1049"/>
              <a:gd name="T78" fmla="*/ 700 w 1050"/>
              <a:gd name="T79" fmla="*/ 0 h 1049"/>
              <a:gd name="T80" fmla="*/ 700 w 1050"/>
              <a:gd name="T81" fmla="*/ 117 h 1049"/>
              <a:gd name="T82" fmla="*/ 817 w 1050"/>
              <a:gd name="T83" fmla="*/ 117 h 1049"/>
              <a:gd name="T84" fmla="*/ 932 w 1050"/>
              <a:gd name="T85" fmla="*/ 232 h 1049"/>
              <a:gd name="T86" fmla="*/ 932 w 1050"/>
              <a:gd name="T87" fmla="*/ 350 h 1049"/>
              <a:gd name="T88" fmla="*/ 1049 w 1050"/>
              <a:gd name="T89" fmla="*/ 350 h 1049"/>
              <a:gd name="T90" fmla="*/ 1049 w 1050"/>
              <a:gd name="T91" fmla="*/ 467 h 1049"/>
              <a:gd name="T92" fmla="*/ 582 w 1050"/>
              <a:gd name="T93" fmla="*/ 581 h 1049"/>
              <a:gd name="T94" fmla="*/ 582 w 1050"/>
              <a:gd name="T95" fmla="*/ 467 h 1049"/>
              <a:gd name="T96" fmla="*/ 467 w 1050"/>
              <a:gd name="T97" fmla="*/ 467 h 1049"/>
              <a:gd name="T98" fmla="*/ 467 w 1050"/>
              <a:gd name="T99" fmla="*/ 581 h 1049"/>
              <a:gd name="T100" fmla="*/ 582 w 1050"/>
              <a:gd name="T101" fmla="*/ 581 h 1049"/>
              <a:gd name="T102" fmla="*/ 700 w 1050"/>
              <a:gd name="T103" fmla="*/ 350 h 1049"/>
              <a:gd name="T104" fmla="*/ 700 w 1050"/>
              <a:gd name="T105" fmla="*/ 698 h 1049"/>
              <a:gd name="T106" fmla="*/ 350 w 1050"/>
              <a:gd name="T107" fmla="*/ 698 h 1049"/>
              <a:gd name="T108" fmla="*/ 350 w 1050"/>
              <a:gd name="T109" fmla="*/ 350 h 1049"/>
              <a:gd name="T110" fmla="*/ 700 w 1050"/>
              <a:gd name="T111" fmla="*/ 350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50" h="1049">
                <a:moveTo>
                  <a:pt x="817" y="816"/>
                </a:moveTo>
                <a:lnTo>
                  <a:pt x="817" y="232"/>
                </a:lnTo>
                <a:lnTo>
                  <a:pt x="232" y="232"/>
                </a:lnTo>
                <a:lnTo>
                  <a:pt x="232" y="816"/>
                </a:lnTo>
                <a:lnTo>
                  <a:pt x="817" y="816"/>
                </a:lnTo>
                <a:close/>
                <a:moveTo>
                  <a:pt x="1049" y="467"/>
                </a:moveTo>
                <a:lnTo>
                  <a:pt x="932" y="467"/>
                </a:lnTo>
                <a:lnTo>
                  <a:pt x="932" y="581"/>
                </a:lnTo>
                <a:lnTo>
                  <a:pt x="1049" y="581"/>
                </a:lnTo>
                <a:lnTo>
                  <a:pt x="1049" y="698"/>
                </a:lnTo>
                <a:lnTo>
                  <a:pt x="932" y="698"/>
                </a:lnTo>
                <a:lnTo>
                  <a:pt x="932" y="816"/>
                </a:lnTo>
                <a:cubicBezTo>
                  <a:pt x="932" y="879"/>
                  <a:pt x="880" y="931"/>
                  <a:pt x="817" y="931"/>
                </a:cubicBezTo>
                <a:lnTo>
                  <a:pt x="700" y="931"/>
                </a:lnTo>
                <a:lnTo>
                  <a:pt x="700" y="1048"/>
                </a:lnTo>
                <a:lnTo>
                  <a:pt x="582" y="1048"/>
                </a:lnTo>
                <a:lnTo>
                  <a:pt x="582" y="931"/>
                </a:lnTo>
                <a:lnTo>
                  <a:pt x="467" y="931"/>
                </a:lnTo>
                <a:lnTo>
                  <a:pt x="467" y="1048"/>
                </a:lnTo>
                <a:lnTo>
                  <a:pt x="350" y="1048"/>
                </a:lnTo>
                <a:lnTo>
                  <a:pt x="350" y="931"/>
                </a:lnTo>
                <a:lnTo>
                  <a:pt x="232" y="931"/>
                </a:lnTo>
                <a:cubicBezTo>
                  <a:pt x="169" y="931"/>
                  <a:pt x="117" y="879"/>
                  <a:pt x="117" y="816"/>
                </a:cubicBezTo>
                <a:lnTo>
                  <a:pt x="117" y="698"/>
                </a:lnTo>
                <a:lnTo>
                  <a:pt x="0" y="698"/>
                </a:lnTo>
                <a:lnTo>
                  <a:pt x="0" y="581"/>
                </a:lnTo>
                <a:lnTo>
                  <a:pt x="117" y="581"/>
                </a:lnTo>
                <a:lnTo>
                  <a:pt x="117" y="467"/>
                </a:lnTo>
                <a:lnTo>
                  <a:pt x="0" y="467"/>
                </a:lnTo>
                <a:lnTo>
                  <a:pt x="0" y="350"/>
                </a:lnTo>
                <a:lnTo>
                  <a:pt x="117" y="350"/>
                </a:lnTo>
                <a:lnTo>
                  <a:pt x="117" y="232"/>
                </a:lnTo>
                <a:cubicBezTo>
                  <a:pt x="117" y="169"/>
                  <a:pt x="169" y="117"/>
                  <a:pt x="232" y="117"/>
                </a:cubicBezTo>
                <a:lnTo>
                  <a:pt x="350" y="117"/>
                </a:lnTo>
                <a:lnTo>
                  <a:pt x="350" y="0"/>
                </a:lnTo>
                <a:lnTo>
                  <a:pt x="467" y="0"/>
                </a:lnTo>
                <a:lnTo>
                  <a:pt x="467" y="117"/>
                </a:lnTo>
                <a:lnTo>
                  <a:pt x="582" y="117"/>
                </a:lnTo>
                <a:lnTo>
                  <a:pt x="582" y="0"/>
                </a:lnTo>
                <a:lnTo>
                  <a:pt x="700" y="0"/>
                </a:lnTo>
                <a:lnTo>
                  <a:pt x="700" y="117"/>
                </a:lnTo>
                <a:lnTo>
                  <a:pt x="817" y="117"/>
                </a:lnTo>
                <a:cubicBezTo>
                  <a:pt x="880" y="117"/>
                  <a:pt x="932" y="169"/>
                  <a:pt x="932" y="232"/>
                </a:cubicBezTo>
                <a:lnTo>
                  <a:pt x="932" y="350"/>
                </a:lnTo>
                <a:lnTo>
                  <a:pt x="1049" y="350"/>
                </a:lnTo>
                <a:lnTo>
                  <a:pt x="1049" y="467"/>
                </a:lnTo>
                <a:close/>
                <a:moveTo>
                  <a:pt x="582" y="581"/>
                </a:moveTo>
                <a:lnTo>
                  <a:pt x="582" y="467"/>
                </a:lnTo>
                <a:lnTo>
                  <a:pt x="467" y="467"/>
                </a:lnTo>
                <a:lnTo>
                  <a:pt x="467" y="581"/>
                </a:lnTo>
                <a:lnTo>
                  <a:pt x="582" y="581"/>
                </a:lnTo>
                <a:close/>
                <a:moveTo>
                  <a:pt x="700" y="350"/>
                </a:moveTo>
                <a:lnTo>
                  <a:pt x="700" y="698"/>
                </a:lnTo>
                <a:lnTo>
                  <a:pt x="350" y="698"/>
                </a:lnTo>
                <a:lnTo>
                  <a:pt x="350" y="350"/>
                </a:lnTo>
                <a:lnTo>
                  <a:pt x="70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13244" y="3260726"/>
            <a:ext cx="419100" cy="336550"/>
          </a:xfrm>
          <a:custGeom>
            <a:avLst/>
            <a:gdLst>
              <a:gd name="T0" fmla="*/ 1049 w 1165"/>
              <a:gd name="T1" fmla="*/ 235 h 935"/>
              <a:gd name="T2" fmla="*/ 1049 w 1165"/>
              <a:gd name="T3" fmla="*/ 118 h 935"/>
              <a:gd name="T4" fmla="*/ 582 w 1165"/>
              <a:gd name="T5" fmla="*/ 410 h 935"/>
              <a:gd name="T6" fmla="*/ 114 w 1165"/>
              <a:gd name="T7" fmla="*/ 118 h 935"/>
              <a:gd name="T8" fmla="*/ 114 w 1165"/>
              <a:gd name="T9" fmla="*/ 235 h 935"/>
              <a:gd name="T10" fmla="*/ 582 w 1165"/>
              <a:gd name="T11" fmla="*/ 524 h 935"/>
              <a:gd name="T12" fmla="*/ 1049 w 1165"/>
              <a:gd name="T13" fmla="*/ 235 h 935"/>
              <a:gd name="T14" fmla="*/ 1164 w 1165"/>
              <a:gd name="T15" fmla="*/ 118 h 935"/>
              <a:gd name="T16" fmla="*/ 1164 w 1165"/>
              <a:gd name="T17" fmla="*/ 816 h 935"/>
              <a:gd name="T18" fmla="*/ 1049 w 1165"/>
              <a:gd name="T19" fmla="*/ 934 h 935"/>
              <a:gd name="T20" fmla="*/ 114 w 1165"/>
              <a:gd name="T21" fmla="*/ 934 h 935"/>
              <a:gd name="T22" fmla="*/ 0 w 1165"/>
              <a:gd name="T23" fmla="*/ 816 h 935"/>
              <a:gd name="T24" fmla="*/ 0 w 1165"/>
              <a:gd name="T25" fmla="*/ 118 h 935"/>
              <a:gd name="T26" fmla="*/ 114 w 1165"/>
              <a:gd name="T27" fmla="*/ 0 h 935"/>
              <a:gd name="T28" fmla="*/ 1049 w 1165"/>
              <a:gd name="T29" fmla="*/ 0 h 935"/>
              <a:gd name="T30" fmla="*/ 1164 w 1165"/>
              <a:gd name="T31" fmla="*/ 118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5" h="935">
                <a:moveTo>
                  <a:pt x="1049" y="235"/>
                </a:moveTo>
                <a:lnTo>
                  <a:pt x="1049" y="118"/>
                </a:lnTo>
                <a:lnTo>
                  <a:pt x="582" y="410"/>
                </a:lnTo>
                <a:lnTo>
                  <a:pt x="114" y="118"/>
                </a:lnTo>
                <a:lnTo>
                  <a:pt x="114" y="235"/>
                </a:lnTo>
                <a:lnTo>
                  <a:pt x="582" y="524"/>
                </a:lnTo>
                <a:lnTo>
                  <a:pt x="1049" y="235"/>
                </a:lnTo>
                <a:close/>
                <a:moveTo>
                  <a:pt x="1164" y="118"/>
                </a:moveTo>
                <a:lnTo>
                  <a:pt x="1164" y="816"/>
                </a:lnTo>
                <a:cubicBezTo>
                  <a:pt x="1164" y="879"/>
                  <a:pt x="1112" y="934"/>
                  <a:pt x="1049" y="934"/>
                </a:cubicBezTo>
                <a:lnTo>
                  <a:pt x="114" y="934"/>
                </a:lnTo>
                <a:cubicBezTo>
                  <a:pt x="51" y="934"/>
                  <a:pt x="0" y="879"/>
                  <a:pt x="0" y="816"/>
                </a:cubicBezTo>
                <a:lnTo>
                  <a:pt x="0" y="118"/>
                </a:lnTo>
                <a:cubicBezTo>
                  <a:pt x="0" y="55"/>
                  <a:pt x="51" y="0"/>
                  <a:pt x="114" y="0"/>
                </a:cubicBezTo>
                <a:lnTo>
                  <a:pt x="1049" y="0"/>
                </a:lnTo>
                <a:cubicBezTo>
                  <a:pt x="1112" y="0"/>
                  <a:pt x="1164" y="55"/>
                  <a:pt x="1164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8069" y="4089401"/>
            <a:ext cx="419100" cy="419100"/>
          </a:xfrm>
          <a:custGeom>
            <a:avLst/>
            <a:gdLst>
              <a:gd name="T0" fmla="*/ 1164 w 1165"/>
              <a:gd name="T1" fmla="*/ 115 h 1165"/>
              <a:gd name="T2" fmla="*/ 1164 w 1165"/>
              <a:gd name="T3" fmla="*/ 1164 h 1165"/>
              <a:gd name="T4" fmla="*/ 932 w 1165"/>
              <a:gd name="T5" fmla="*/ 932 h 1165"/>
              <a:gd name="T6" fmla="*/ 115 w 1165"/>
              <a:gd name="T7" fmla="*/ 932 h 1165"/>
              <a:gd name="T8" fmla="*/ 0 w 1165"/>
              <a:gd name="T9" fmla="*/ 814 h 1165"/>
              <a:gd name="T10" fmla="*/ 0 w 1165"/>
              <a:gd name="T11" fmla="*/ 115 h 1165"/>
              <a:gd name="T12" fmla="*/ 115 w 1165"/>
              <a:gd name="T13" fmla="*/ 0 h 1165"/>
              <a:gd name="T14" fmla="*/ 1050 w 1165"/>
              <a:gd name="T15" fmla="*/ 0 h 1165"/>
              <a:gd name="T16" fmla="*/ 1164 w 1165"/>
              <a:gd name="T17" fmla="*/ 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5" h="1165">
                <a:moveTo>
                  <a:pt x="1164" y="115"/>
                </a:moveTo>
                <a:lnTo>
                  <a:pt x="1164" y="1164"/>
                </a:lnTo>
                <a:lnTo>
                  <a:pt x="932" y="932"/>
                </a:lnTo>
                <a:lnTo>
                  <a:pt x="115" y="932"/>
                </a:lnTo>
                <a:cubicBezTo>
                  <a:pt x="52" y="932"/>
                  <a:pt x="0" y="877"/>
                  <a:pt x="0" y="814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ubicBezTo>
                  <a:pt x="1113" y="0"/>
                  <a:pt x="1164" y="52"/>
                  <a:pt x="1164" y="115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089946" y="4152901"/>
            <a:ext cx="503237" cy="293688"/>
          </a:xfrm>
          <a:custGeom>
            <a:avLst/>
            <a:gdLst>
              <a:gd name="T0" fmla="*/ 1107 w 1400"/>
              <a:gd name="T1" fmla="*/ 699 h 815"/>
              <a:gd name="T2" fmla="*/ 1282 w 1400"/>
              <a:gd name="T3" fmla="*/ 524 h 815"/>
              <a:gd name="T4" fmla="*/ 1107 w 1400"/>
              <a:gd name="T5" fmla="*/ 349 h 815"/>
              <a:gd name="T6" fmla="*/ 932 w 1400"/>
              <a:gd name="T7" fmla="*/ 524 h 815"/>
              <a:gd name="T8" fmla="*/ 1107 w 1400"/>
              <a:gd name="T9" fmla="*/ 699 h 815"/>
              <a:gd name="T10" fmla="*/ 457 w 1400"/>
              <a:gd name="T11" fmla="*/ 582 h 815"/>
              <a:gd name="T12" fmla="*/ 293 w 1400"/>
              <a:gd name="T13" fmla="*/ 582 h 815"/>
              <a:gd name="T14" fmla="*/ 293 w 1400"/>
              <a:gd name="T15" fmla="*/ 464 h 815"/>
              <a:gd name="T16" fmla="*/ 457 w 1400"/>
              <a:gd name="T17" fmla="*/ 464 h 815"/>
              <a:gd name="T18" fmla="*/ 293 w 1400"/>
              <a:gd name="T19" fmla="*/ 349 h 815"/>
              <a:gd name="T20" fmla="*/ 118 w 1400"/>
              <a:gd name="T21" fmla="*/ 524 h 815"/>
              <a:gd name="T22" fmla="*/ 293 w 1400"/>
              <a:gd name="T23" fmla="*/ 699 h 815"/>
              <a:gd name="T24" fmla="*/ 457 w 1400"/>
              <a:gd name="T25" fmla="*/ 582 h 815"/>
              <a:gd name="T26" fmla="*/ 1134 w 1400"/>
              <a:gd name="T27" fmla="*/ 235 h 815"/>
              <a:gd name="T28" fmla="*/ 1399 w 1400"/>
              <a:gd name="T29" fmla="*/ 524 h 815"/>
              <a:gd name="T30" fmla="*/ 1107 w 1400"/>
              <a:gd name="T31" fmla="*/ 814 h 815"/>
              <a:gd name="T32" fmla="*/ 817 w 1400"/>
              <a:gd name="T33" fmla="*/ 524 h 815"/>
              <a:gd name="T34" fmla="*/ 834 w 1400"/>
              <a:gd name="T35" fmla="*/ 421 h 815"/>
              <a:gd name="T36" fmla="*/ 672 w 1400"/>
              <a:gd name="T37" fmla="*/ 582 h 815"/>
              <a:gd name="T38" fmla="*/ 577 w 1400"/>
              <a:gd name="T39" fmla="*/ 582 h 815"/>
              <a:gd name="T40" fmla="*/ 293 w 1400"/>
              <a:gd name="T41" fmla="*/ 814 h 815"/>
              <a:gd name="T42" fmla="*/ 0 w 1400"/>
              <a:gd name="T43" fmla="*/ 524 h 815"/>
              <a:gd name="T44" fmla="*/ 293 w 1400"/>
              <a:gd name="T45" fmla="*/ 232 h 815"/>
              <a:gd name="T46" fmla="*/ 968 w 1400"/>
              <a:gd name="T47" fmla="*/ 232 h 815"/>
              <a:gd name="T48" fmla="*/ 850 w 1400"/>
              <a:gd name="T49" fmla="*/ 114 h 815"/>
              <a:gd name="T50" fmla="*/ 642 w 1400"/>
              <a:gd name="T51" fmla="*/ 114 h 815"/>
              <a:gd name="T52" fmla="*/ 642 w 1400"/>
              <a:gd name="T53" fmla="*/ 0 h 815"/>
              <a:gd name="T54" fmla="*/ 899 w 1400"/>
              <a:gd name="T55" fmla="*/ 0 h 815"/>
              <a:gd name="T56" fmla="*/ 1134 w 1400"/>
              <a:gd name="T57" fmla="*/ 235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00" h="815">
                <a:moveTo>
                  <a:pt x="1107" y="699"/>
                </a:moveTo>
                <a:cubicBezTo>
                  <a:pt x="1203" y="699"/>
                  <a:pt x="1282" y="620"/>
                  <a:pt x="1282" y="524"/>
                </a:cubicBezTo>
                <a:cubicBezTo>
                  <a:pt x="1282" y="429"/>
                  <a:pt x="1203" y="349"/>
                  <a:pt x="1107" y="349"/>
                </a:cubicBezTo>
                <a:cubicBezTo>
                  <a:pt x="1011" y="349"/>
                  <a:pt x="932" y="429"/>
                  <a:pt x="932" y="524"/>
                </a:cubicBezTo>
                <a:cubicBezTo>
                  <a:pt x="932" y="620"/>
                  <a:pt x="1011" y="699"/>
                  <a:pt x="1107" y="699"/>
                </a:cubicBezTo>
                <a:close/>
                <a:moveTo>
                  <a:pt x="457" y="582"/>
                </a:moveTo>
                <a:lnTo>
                  <a:pt x="293" y="582"/>
                </a:lnTo>
                <a:lnTo>
                  <a:pt x="293" y="464"/>
                </a:lnTo>
                <a:lnTo>
                  <a:pt x="457" y="464"/>
                </a:lnTo>
                <a:cubicBezTo>
                  <a:pt x="432" y="396"/>
                  <a:pt x="366" y="349"/>
                  <a:pt x="293" y="349"/>
                </a:cubicBezTo>
                <a:cubicBezTo>
                  <a:pt x="197" y="349"/>
                  <a:pt x="118" y="429"/>
                  <a:pt x="118" y="524"/>
                </a:cubicBezTo>
                <a:cubicBezTo>
                  <a:pt x="118" y="620"/>
                  <a:pt x="197" y="699"/>
                  <a:pt x="293" y="699"/>
                </a:cubicBezTo>
                <a:cubicBezTo>
                  <a:pt x="366" y="699"/>
                  <a:pt x="432" y="650"/>
                  <a:pt x="457" y="582"/>
                </a:cubicBezTo>
                <a:close/>
                <a:moveTo>
                  <a:pt x="1134" y="235"/>
                </a:moveTo>
                <a:cubicBezTo>
                  <a:pt x="1285" y="246"/>
                  <a:pt x="1399" y="369"/>
                  <a:pt x="1399" y="524"/>
                </a:cubicBezTo>
                <a:cubicBezTo>
                  <a:pt x="1399" y="688"/>
                  <a:pt x="1271" y="814"/>
                  <a:pt x="1107" y="814"/>
                </a:cubicBezTo>
                <a:cubicBezTo>
                  <a:pt x="943" y="814"/>
                  <a:pt x="817" y="688"/>
                  <a:pt x="817" y="524"/>
                </a:cubicBezTo>
                <a:cubicBezTo>
                  <a:pt x="817" y="489"/>
                  <a:pt x="823" y="453"/>
                  <a:pt x="834" y="421"/>
                </a:cubicBezTo>
                <a:lnTo>
                  <a:pt x="672" y="582"/>
                </a:lnTo>
                <a:lnTo>
                  <a:pt x="577" y="582"/>
                </a:lnTo>
                <a:cubicBezTo>
                  <a:pt x="549" y="716"/>
                  <a:pt x="435" y="814"/>
                  <a:pt x="293" y="814"/>
                </a:cubicBezTo>
                <a:cubicBezTo>
                  <a:pt x="129" y="814"/>
                  <a:pt x="0" y="688"/>
                  <a:pt x="0" y="524"/>
                </a:cubicBezTo>
                <a:cubicBezTo>
                  <a:pt x="0" y="360"/>
                  <a:pt x="129" y="232"/>
                  <a:pt x="293" y="232"/>
                </a:cubicBezTo>
                <a:lnTo>
                  <a:pt x="968" y="232"/>
                </a:lnTo>
                <a:lnTo>
                  <a:pt x="850" y="114"/>
                </a:lnTo>
                <a:lnTo>
                  <a:pt x="642" y="114"/>
                </a:lnTo>
                <a:lnTo>
                  <a:pt x="642" y="0"/>
                </a:lnTo>
                <a:lnTo>
                  <a:pt x="899" y="0"/>
                </a:lnTo>
                <a:lnTo>
                  <a:pt x="1134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166271" y="4110039"/>
            <a:ext cx="503237" cy="377825"/>
          </a:xfrm>
          <a:custGeom>
            <a:avLst/>
            <a:gdLst>
              <a:gd name="T0" fmla="*/ 1106 w 1400"/>
              <a:gd name="T1" fmla="*/ 612 h 1051"/>
              <a:gd name="T2" fmla="*/ 1194 w 1400"/>
              <a:gd name="T3" fmla="*/ 525 h 1051"/>
              <a:gd name="T4" fmla="*/ 1106 w 1400"/>
              <a:gd name="T5" fmla="*/ 437 h 1051"/>
              <a:gd name="T6" fmla="*/ 1019 w 1400"/>
              <a:gd name="T7" fmla="*/ 525 h 1051"/>
              <a:gd name="T8" fmla="*/ 1106 w 1400"/>
              <a:gd name="T9" fmla="*/ 612 h 1051"/>
              <a:gd name="T10" fmla="*/ 817 w 1400"/>
              <a:gd name="T11" fmla="*/ 612 h 1051"/>
              <a:gd name="T12" fmla="*/ 904 w 1400"/>
              <a:gd name="T13" fmla="*/ 525 h 1051"/>
              <a:gd name="T14" fmla="*/ 817 w 1400"/>
              <a:gd name="T15" fmla="*/ 437 h 1051"/>
              <a:gd name="T16" fmla="*/ 729 w 1400"/>
              <a:gd name="T17" fmla="*/ 525 h 1051"/>
              <a:gd name="T18" fmla="*/ 817 w 1400"/>
              <a:gd name="T19" fmla="*/ 612 h 1051"/>
              <a:gd name="T20" fmla="*/ 524 w 1400"/>
              <a:gd name="T21" fmla="*/ 612 h 1051"/>
              <a:gd name="T22" fmla="*/ 612 w 1400"/>
              <a:gd name="T23" fmla="*/ 525 h 1051"/>
              <a:gd name="T24" fmla="*/ 524 w 1400"/>
              <a:gd name="T25" fmla="*/ 437 h 1051"/>
              <a:gd name="T26" fmla="*/ 437 w 1400"/>
              <a:gd name="T27" fmla="*/ 525 h 1051"/>
              <a:gd name="T28" fmla="*/ 524 w 1400"/>
              <a:gd name="T29" fmla="*/ 612 h 1051"/>
              <a:gd name="T30" fmla="*/ 1281 w 1400"/>
              <a:gd name="T31" fmla="*/ 0 h 1051"/>
              <a:gd name="T32" fmla="*/ 1399 w 1400"/>
              <a:gd name="T33" fmla="*/ 118 h 1051"/>
              <a:gd name="T34" fmla="*/ 1399 w 1400"/>
              <a:gd name="T35" fmla="*/ 932 h 1051"/>
              <a:gd name="T36" fmla="*/ 1281 w 1400"/>
              <a:gd name="T37" fmla="*/ 1050 h 1051"/>
              <a:gd name="T38" fmla="*/ 412 w 1400"/>
              <a:gd name="T39" fmla="*/ 1050 h 1051"/>
              <a:gd name="T40" fmla="*/ 314 w 1400"/>
              <a:gd name="T41" fmla="*/ 998 h 1051"/>
              <a:gd name="T42" fmla="*/ 0 w 1400"/>
              <a:gd name="T43" fmla="*/ 525 h 1051"/>
              <a:gd name="T44" fmla="*/ 314 w 1400"/>
              <a:gd name="T45" fmla="*/ 52 h 1051"/>
              <a:gd name="T46" fmla="*/ 407 w 1400"/>
              <a:gd name="T47" fmla="*/ 0 h 1051"/>
              <a:gd name="T48" fmla="*/ 1281 w 1400"/>
              <a:gd name="T4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00" h="1051">
                <a:moveTo>
                  <a:pt x="1106" y="612"/>
                </a:moveTo>
                <a:cubicBezTo>
                  <a:pt x="1156" y="612"/>
                  <a:pt x="1194" y="574"/>
                  <a:pt x="1194" y="525"/>
                </a:cubicBezTo>
                <a:cubicBezTo>
                  <a:pt x="1194" y="476"/>
                  <a:pt x="1155" y="437"/>
                  <a:pt x="1106" y="437"/>
                </a:cubicBezTo>
                <a:cubicBezTo>
                  <a:pt x="1056" y="437"/>
                  <a:pt x="1019" y="476"/>
                  <a:pt x="1019" y="525"/>
                </a:cubicBezTo>
                <a:cubicBezTo>
                  <a:pt x="1019" y="574"/>
                  <a:pt x="1057" y="612"/>
                  <a:pt x="1106" y="612"/>
                </a:cubicBezTo>
                <a:close/>
                <a:moveTo>
                  <a:pt x="817" y="612"/>
                </a:moveTo>
                <a:cubicBezTo>
                  <a:pt x="866" y="612"/>
                  <a:pt x="904" y="574"/>
                  <a:pt x="904" y="525"/>
                </a:cubicBezTo>
                <a:cubicBezTo>
                  <a:pt x="904" y="476"/>
                  <a:pt x="866" y="437"/>
                  <a:pt x="817" y="437"/>
                </a:cubicBezTo>
                <a:cubicBezTo>
                  <a:pt x="768" y="437"/>
                  <a:pt x="729" y="476"/>
                  <a:pt x="729" y="525"/>
                </a:cubicBezTo>
                <a:cubicBezTo>
                  <a:pt x="729" y="574"/>
                  <a:pt x="768" y="612"/>
                  <a:pt x="817" y="612"/>
                </a:cubicBezTo>
                <a:close/>
                <a:moveTo>
                  <a:pt x="524" y="612"/>
                </a:moveTo>
                <a:cubicBezTo>
                  <a:pt x="573" y="612"/>
                  <a:pt x="612" y="574"/>
                  <a:pt x="612" y="525"/>
                </a:cubicBezTo>
                <a:cubicBezTo>
                  <a:pt x="612" y="476"/>
                  <a:pt x="573" y="437"/>
                  <a:pt x="524" y="437"/>
                </a:cubicBezTo>
                <a:cubicBezTo>
                  <a:pt x="475" y="437"/>
                  <a:pt x="437" y="476"/>
                  <a:pt x="437" y="525"/>
                </a:cubicBezTo>
                <a:cubicBezTo>
                  <a:pt x="437" y="574"/>
                  <a:pt x="475" y="612"/>
                  <a:pt x="524" y="612"/>
                </a:cubicBezTo>
                <a:close/>
                <a:moveTo>
                  <a:pt x="1281" y="0"/>
                </a:moveTo>
                <a:cubicBezTo>
                  <a:pt x="1344" y="0"/>
                  <a:pt x="1399" y="55"/>
                  <a:pt x="1399" y="118"/>
                </a:cubicBezTo>
                <a:lnTo>
                  <a:pt x="1399" y="932"/>
                </a:lnTo>
                <a:cubicBezTo>
                  <a:pt x="1399" y="995"/>
                  <a:pt x="1344" y="1050"/>
                  <a:pt x="1281" y="1050"/>
                </a:cubicBezTo>
                <a:lnTo>
                  <a:pt x="412" y="1050"/>
                </a:lnTo>
                <a:cubicBezTo>
                  <a:pt x="371" y="1050"/>
                  <a:pt x="336" y="1028"/>
                  <a:pt x="314" y="998"/>
                </a:cubicBezTo>
                <a:lnTo>
                  <a:pt x="0" y="525"/>
                </a:lnTo>
                <a:lnTo>
                  <a:pt x="314" y="52"/>
                </a:lnTo>
                <a:cubicBezTo>
                  <a:pt x="336" y="22"/>
                  <a:pt x="366" y="0"/>
                  <a:pt x="407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450558" y="4130676"/>
            <a:ext cx="85725" cy="336550"/>
          </a:xfrm>
          <a:custGeom>
            <a:avLst/>
            <a:gdLst>
              <a:gd name="T0" fmla="*/ 118 w 236"/>
              <a:gd name="T1" fmla="*/ 699 h 935"/>
              <a:gd name="T2" fmla="*/ 235 w 236"/>
              <a:gd name="T3" fmla="*/ 817 h 935"/>
              <a:gd name="T4" fmla="*/ 118 w 236"/>
              <a:gd name="T5" fmla="*/ 934 h 935"/>
              <a:gd name="T6" fmla="*/ 0 w 236"/>
              <a:gd name="T7" fmla="*/ 817 h 935"/>
              <a:gd name="T8" fmla="*/ 118 w 236"/>
              <a:gd name="T9" fmla="*/ 699 h 935"/>
              <a:gd name="T10" fmla="*/ 118 w 236"/>
              <a:gd name="T11" fmla="*/ 349 h 935"/>
              <a:gd name="T12" fmla="*/ 235 w 236"/>
              <a:gd name="T13" fmla="*/ 467 h 935"/>
              <a:gd name="T14" fmla="*/ 118 w 236"/>
              <a:gd name="T15" fmla="*/ 584 h 935"/>
              <a:gd name="T16" fmla="*/ 0 w 236"/>
              <a:gd name="T17" fmla="*/ 467 h 935"/>
              <a:gd name="T18" fmla="*/ 118 w 236"/>
              <a:gd name="T19" fmla="*/ 349 h 935"/>
              <a:gd name="T20" fmla="*/ 118 w 236"/>
              <a:gd name="T21" fmla="*/ 235 h 935"/>
              <a:gd name="T22" fmla="*/ 0 w 236"/>
              <a:gd name="T23" fmla="*/ 117 h 935"/>
              <a:gd name="T24" fmla="*/ 118 w 236"/>
              <a:gd name="T25" fmla="*/ 0 h 935"/>
              <a:gd name="T26" fmla="*/ 235 w 236"/>
              <a:gd name="T27" fmla="*/ 117 h 935"/>
              <a:gd name="T28" fmla="*/ 118 w 236"/>
              <a:gd name="T29" fmla="*/ 235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6" h="935">
                <a:moveTo>
                  <a:pt x="118" y="699"/>
                </a:moveTo>
                <a:cubicBezTo>
                  <a:pt x="180" y="699"/>
                  <a:pt x="235" y="755"/>
                  <a:pt x="235" y="817"/>
                </a:cubicBezTo>
                <a:cubicBezTo>
                  <a:pt x="235" y="880"/>
                  <a:pt x="180" y="934"/>
                  <a:pt x="118" y="934"/>
                </a:cubicBezTo>
                <a:cubicBezTo>
                  <a:pt x="55" y="934"/>
                  <a:pt x="0" y="880"/>
                  <a:pt x="0" y="817"/>
                </a:cubicBezTo>
                <a:cubicBezTo>
                  <a:pt x="0" y="755"/>
                  <a:pt x="55" y="699"/>
                  <a:pt x="118" y="699"/>
                </a:cubicBezTo>
                <a:close/>
                <a:moveTo>
                  <a:pt x="118" y="349"/>
                </a:moveTo>
                <a:cubicBezTo>
                  <a:pt x="180" y="349"/>
                  <a:pt x="235" y="404"/>
                  <a:pt x="235" y="467"/>
                </a:cubicBezTo>
                <a:cubicBezTo>
                  <a:pt x="235" y="530"/>
                  <a:pt x="180" y="584"/>
                  <a:pt x="118" y="584"/>
                </a:cubicBezTo>
                <a:cubicBezTo>
                  <a:pt x="55" y="584"/>
                  <a:pt x="0" y="530"/>
                  <a:pt x="0" y="467"/>
                </a:cubicBezTo>
                <a:cubicBezTo>
                  <a:pt x="0" y="404"/>
                  <a:pt x="55" y="349"/>
                  <a:pt x="118" y="349"/>
                </a:cubicBezTo>
                <a:close/>
                <a:moveTo>
                  <a:pt x="118" y="235"/>
                </a:moveTo>
                <a:cubicBezTo>
                  <a:pt x="55" y="235"/>
                  <a:pt x="0" y="180"/>
                  <a:pt x="0" y="117"/>
                </a:cubicBezTo>
                <a:cubicBezTo>
                  <a:pt x="0" y="54"/>
                  <a:pt x="55" y="0"/>
                  <a:pt x="118" y="0"/>
                </a:cubicBezTo>
                <a:cubicBezTo>
                  <a:pt x="180" y="0"/>
                  <a:pt x="235" y="54"/>
                  <a:pt x="235" y="117"/>
                </a:cubicBezTo>
                <a:cubicBezTo>
                  <a:pt x="235" y="180"/>
                  <a:pt x="180" y="235"/>
                  <a:pt x="118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99881" y="4256089"/>
            <a:ext cx="336550" cy="85725"/>
          </a:xfrm>
          <a:custGeom>
            <a:avLst/>
            <a:gdLst>
              <a:gd name="T0" fmla="*/ 467 w 935"/>
              <a:gd name="T1" fmla="*/ 0 h 236"/>
              <a:gd name="T2" fmla="*/ 585 w 935"/>
              <a:gd name="T3" fmla="*/ 118 h 236"/>
              <a:gd name="T4" fmla="*/ 467 w 935"/>
              <a:gd name="T5" fmla="*/ 235 h 236"/>
              <a:gd name="T6" fmla="*/ 349 w 935"/>
              <a:gd name="T7" fmla="*/ 118 h 236"/>
              <a:gd name="T8" fmla="*/ 467 w 935"/>
              <a:gd name="T9" fmla="*/ 0 h 236"/>
              <a:gd name="T10" fmla="*/ 817 w 935"/>
              <a:gd name="T11" fmla="*/ 0 h 236"/>
              <a:gd name="T12" fmla="*/ 934 w 935"/>
              <a:gd name="T13" fmla="*/ 118 h 236"/>
              <a:gd name="T14" fmla="*/ 817 w 935"/>
              <a:gd name="T15" fmla="*/ 235 h 236"/>
              <a:gd name="T16" fmla="*/ 699 w 935"/>
              <a:gd name="T17" fmla="*/ 118 h 236"/>
              <a:gd name="T18" fmla="*/ 817 w 935"/>
              <a:gd name="T19" fmla="*/ 0 h 236"/>
              <a:gd name="T20" fmla="*/ 117 w 935"/>
              <a:gd name="T21" fmla="*/ 0 h 236"/>
              <a:gd name="T22" fmla="*/ 235 w 935"/>
              <a:gd name="T23" fmla="*/ 118 h 236"/>
              <a:gd name="T24" fmla="*/ 117 w 935"/>
              <a:gd name="T25" fmla="*/ 235 h 236"/>
              <a:gd name="T26" fmla="*/ 0 w 935"/>
              <a:gd name="T27" fmla="*/ 118 h 236"/>
              <a:gd name="T28" fmla="*/ 117 w 935"/>
              <a:gd name="T29" fmla="*/ 0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5" h="236">
                <a:moveTo>
                  <a:pt x="467" y="0"/>
                </a:moveTo>
                <a:cubicBezTo>
                  <a:pt x="530" y="0"/>
                  <a:pt x="585" y="55"/>
                  <a:pt x="585" y="118"/>
                </a:cubicBezTo>
                <a:cubicBezTo>
                  <a:pt x="585" y="181"/>
                  <a:pt x="530" y="235"/>
                  <a:pt x="467" y="235"/>
                </a:cubicBezTo>
                <a:cubicBezTo>
                  <a:pt x="404" y="235"/>
                  <a:pt x="349" y="181"/>
                  <a:pt x="349" y="118"/>
                </a:cubicBezTo>
                <a:cubicBezTo>
                  <a:pt x="349" y="55"/>
                  <a:pt x="404" y="0"/>
                  <a:pt x="467" y="0"/>
                </a:cubicBezTo>
                <a:close/>
                <a:moveTo>
                  <a:pt x="817" y="0"/>
                </a:moveTo>
                <a:cubicBezTo>
                  <a:pt x="880" y="0"/>
                  <a:pt x="934" y="55"/>
                  <a:pt x="934" y="118"/>
                </a:cubicBezTo>
                <a:cubicBezTo>
                  <a:pt x="934" y="181"/>
                  <a:pt x="880" y="235"/>
                  <a:pt x="817" y="235"/>
                </a:cubicBezTo>
                <a:cubicBezTo>
                  <a:pt x="754" y="235"/>
                  <a:pt x="699" y="181"/>
                  <a:pt x="699" y="118"/>
                </a:cubicBezTo>
                <a:cubicBezTo>
                  <a:pt x="699" y="55"/>
                  <a:pt x="754" y="0"/>
                  <a:pt x="817" y="0"/>
                </a:cubicBezTo>
                <a:close/>
                <a:moveTo>
                  <a:pt x="117" y="0"/>
                </a:moveTo>
                <a:cubicBezTo>
                  <a:pt x="180" y="0"/>
                  <a:pt x="235" y="55"/>
                  <a:pt x="235" y="118"/>
                </a:cubicBezTo>
                <a:cubicBezTo>
                  <a:pt x="235" y="181"/>
                  <a:pt x="180" y="235"/>
                  <a:pt x="117" y="235"/>
                </a:cubicBezTo>
                <a:cubicBezTo>
                  <a:pt x="54" y="235"/>
                  <a:pt x="0" y="181"/>
                  <a:pt x="0" y="118"/>
                </a:cubicBezTo>
                <a:cubicBezTo>
                  <a:pt x="0" y="55"/>
                  <a:pt x="54" y="0"/>
                  <a:pt x="117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33344" y="4089401"/>
            <a:ext cx="419100" cy="419100"/>
          </a:xfrm>
          <a:custGeom>
            <a:avLst/>
            <a:gdLst>
              <a:gd name="T0" fmla="*/ 582 w 1166"/>
              <a:gd name="T1" fmla="*/ 699 h 1165"/>
              <a:gd name="T2" fmla="*/ 880 w 1166"/>
              <a:gd name="T3" fmla="*/ 902 h 1165"/>
              <a:gd name="T4" fmla="*/ 285 w 1166"/>
              <a:gd name="T5" fmla="*/ 902 h 1165"/>
              <a:gd name="T6" fmla="*/ 582 w 1166"/>
              <a:gd name="T7" fmla="*/ 699 h 1165"/>
              <a:gd name="T8" fmla="*/ 377 w 1166"/>
              <a:gd name="T9" fmla="*/ 524 h 1165"/>
              <a:gd name="T10" fmla="*/ 290 w 1166"/>
              <a:gd name="T11" fmla="*/ 437 h 1165"/>
              <a:gd name="T12" fmla="*/ 377 w 1166"/>
              <a:gd name="T13" fmla="*/ 350 h 1165"/>
              <a:gd name="T14" fmla="*/ 465 w 1166"/>
              <a:gd name="T15" fmla="*/ 437 h 1165"/>
              <a:gd name="T16" fmla="*/ 377 w 1166"/>
              <a:gd name="T17" fmla="*/ 524 h 1165"/>
              <a:gd name="T18" fmla="*/ 787 w 1166"/>
              <a:gd name="T19" fmla="*/ 524 h 1165"/>
              <a:gd name="T20" fmla="*/ 700 w 1166"/>
              <a:gd name="T21" fmla="*/ 437 h 1165"/>
              <a:gd name="T22" fmla="*/ 787 w 1166"/>
              <a:gd name="T23" fmla="*/ 350 h 1165"/>
              <a:gd name="T24" fmla="*/ 875 w 1166"/>
              <a:gd name="T25" fmla="*/ 437 h 1165"/>
              <a:gd name="T26" fmla="*/ 787 w 1166"/>
              <a:gd name="T27" fmla="*/ 524 h 1165"/>
              <a:gd name="T28" fmla="*/ 582 w 1166"/>
              <a:gd name="T29" fmla="*/ 1049 h 1165"/>
              <a:gd name="T30" fmla="*/ 1050 w 1166"/>
              <a:gd name="T31" fmla="*/ 582 h 1165"/>
              <a:gd name="T32" fmla="*/ 582 w 1166"/>
              <a:gd name="T33" fmla="*/ 115 h 1165"/>
              <a:gd name="T34" fmla="*/ 115 w 1166"/>
              <a:gd name="T35" fmla="*/ 582 h 1165"/>
              <a:gd name="T36" fmla="*/ 582 w 1166"/>
              <a:gd name="T37" fmla="*/ 1049 h 1165"/>
              <a:gd name="T38" fmla="*/ 582 w 1166"/>
              <a:gd name="T39" fmla="*/ 0 h 1165"/>
              <a:gd name="T40" fmla="*/ 1165 w 1166"/>
              <a:gd name="T41" fmla="*/ 582 h 1165"/>
              <a:gd name="T42" fmla="*/ 582 w 1166"/>
              <a:gd name="T43" fmla="*/ 1164 h 1165"/>
              <a:gd name="T44" fmla="*/ 0 w 1166"/>
              <a:gd name="T45" fmla="*/ 582 h 1165"/>
              <a:gd name="T46" fmla="*/ 582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582" y="699"/>
                </a:moveTo>
                <a:cubicBezTo>
                  <a:pt x="719" y="699"/>
                  <a:pt x="834" y="781"/>
                  <a:pt x="880" y="902"/>
                </a:cubicBezTo>
                <a:lnTo>
                  <a:pt x="285" y="902"/>
                </a:lnTo>
                <a:cubicBezTo>
                  <a:pt x="331" y="781"/>
                  <a:pt x="446" y="699"/>
                  <a:pt x="582" y="699"/>
                </a:cubicBezTo>
                <a:close/>
                <a:moveTo>
                  <a:pt x="377" y="524"/>
                </a:moveTo>
                <a:cubicBezTo>
                  <a:pt x="328" y="524"/>
                  <a:pt x="290" y="486"/>
                  <a:pt x="290" y="437"/>
                </a:cubicBezTo>
                <a:cubicBezTo>
                  <a:pt x="290" y="388"/>
                  <a:pt x="328" y="350"/>
                  <a:pt x="377" y="350"/>
                </a:cubicBezTo>
                <a:cubicBezTo>
                  <a:pt x="427" y="350"/>
                  <a:pt x="465" y="388"/>
                  <a:pt x="465" y="437"/>
                </a:cubicBezTo>
                <a:cubicBezTo>
                  <a:pt x="465" y="486"/>
                  <a:pt x="427" y="524"/>
                  <a:pt x="377" y="524"/>
                </a:cubicBezTo>
                <a:close/>
                <a:moveTo>
                  <a:pt x="787" y="524"/>
                </a:moveTo>
                <a:cubicBezTo>
                  <a:pt x="738" y="524"/>
                  <a:pt x="700" y="486"/>
                  <a:pt x="700" y="437"/>
                </a:cubicBezTo>
                <a:cubicBezTo>
                  <a:pt x="700" y="388"/>
                  <a:pt x="738" y="350"/>
                  <a:pt x="787" y="350"/>
                </a:cubicBezTo>
                <a:cubicBezTo>
                  <a:pt x="837" y="350"/>
                  <a:pt x="875" y="388"/>
                  <a:pt x="875" y="437"/>
                </a:cubicBezTo>
                <a:cubicBezTo>
                  <a:pt x="875" y="486"/>
                  <a:pt x="837" y="524"/>
                  <a:pt x="787" y="524"/>
                </a:cubicBezTo>
                <a:close/>
                <a:moveTo>
                  <a:pt x="582" y="1049"/>
                </a:moveTo>
                <a:cubicBezTo>
                  <a:pt x="839" y="1049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6" y="115"/>
                  <a:pt x="115" y="325"/>
                  <a:pt x="115" y="582"/>
                </a:cubicBezTo>
                <a:cubicBezTo>
                  <a:pt x="115" y="839"/>
                  <a:pt x="326" y="1049"/>
                  <a:pt x="582" y="1049"/>
                </a:cubicBezTo>
                <a:close/>
                <a:moveTo>
                  <a:pt x="582" y="0"/>
                </a:moveTo>
                <a:cubicBezTo>
                  <a:pt x="905" y="0"/>
                  <a:pt x="1165" y="260"/>
                  <a:pt x="1165" y="582"/>
                </a:cubicBezTo>
                <a:cubicBezTo>
                  <a:pt x="1165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60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508081" y="4110039"/>
            <a:ext cx="419100" cy="377825"/>
          </a:xfrm>
          <a:custGeom>
            <a:avLst/>
            <a:gdLst>
              <a:gd name="T0" fmla="*/ 1049 w 1165"/>
              <a:gd name="T1" fmla="*/ 232 h 1051"/>
              <a:gd name="T2" fmla="*/ 582 w 1165"/>
              <a:gd name="T3" fmla="*/ 232 h 1051"/>
              <a:gd name="T4" fmla="*/ 582 w 1165"/>
              <a:gd name="T5" fmla="*/ 293 h 1051"/>
              <a:gd name="T6" fmla="*/ 289 w 1165"/>
              <a:gd name="T7" fmla="*/ 582 h 1051"/>
              <a:gd name="T8" fmla="*/ 582 w 1165"/>
              <a:gd name="T9" fmla="*/ 875 h 1051"/>
              <a:gd name="T10" fmla="*/ 582 w 1165"/>
              <a:gd name="T11" fmla="*/ 771 h 1051"/>
              <a:gd name="T12" fmla="*/ 396 w 1165"/>
              <a:gd name="T13" fmla="*/ 582 h 1051"/>
              <a:gd name="T14" fmla="*/ 582 w 1165"/>
              <a:gd name="T15" fmla="*/ 396 h 1051"/>
              <a:gd name="T16" fmla="*/ 582 w 1165"/>
              <a:gd name="T17" fmla="*/ 771 h 1051"/>
              <a:gd name="T18" fmla="*/ 768 w 1165"/>
              <a:gd name="T19" fmla="*/ 582 h 1051"/>
              <a:gd name="T20" fmla="*/ 582 w 1165"/>
              <a:gd name="T21" fmla="*/ 396 h 1051"/>
              <a:gd name="T22" fmla="*/ 582 w 1165"/>
              <a:gd name="T23" fmla="*/ 293 h 1051"/>
              <a:gd name="T24" fmla="*/ 874 w 1165"/>
              <a:gd name="T25" fmla="*/ 582 h 1051"/>
              <a:gd name="T26" fmla="*/ 582 w 1165"/>
              <a:gd name="T27" fmla="*/ 875 h 1051"/>
              <a:gd name="T28" fmla="*/ 582 w 1165"/>
              <a:gd name="T29" fmla="*/ 932 h 1051"/>
              <a:gd name="T30" fmla="*/ 1049 w 1165"/>
              <a:gd name="T31" fmla="*/ 932 h 1051"/>
              <a:gd name="T32" fmla="*/ 1049 w 1165"/>
              <a:gd name="T33" fmla="*/ 232 h 1051"/>
              <a:gd name="T34" fmla="*/ 1164 w 1165"/>
              <a:gd name="T35" fmla="*/ 232 h 1051"/>
              <a:gd name="T36" fmla="*/ 1164 w 1165"/>
              <a:gd name="T37" fmla="*/ 932 h 1051"/>
              <a:gd name="T38" fmla="*/ 1049 w 1165"/>
              <a:gd name="T39" fmla="*/ 1050 h 1051"/>
              <a:gd name="T40" fmla="*/ 114 w 1165"/>
              <a:gd name="T41" fmla="*/ 1050 h 1051"/>
              <a:gd name="T42" fmla="*/ 0 w 1165"/>
              <a:gd name="T43" fmla="*/ 932 h 1051"/>
              <a:gd name="T44" fmla="*/ 0 w 1165"/>
              <a:gd name="T45" fmla="*/ 232 h 1051"/>
              <a:gd name="T46" fmla="*/ 114 w 1165"/>
              <a:gd name="T47" fmla="*/ 118 h 1051"/>
              <a:gd name="T48" fmla="*/ 303 w 1165"/>
              <a:gd name="T49" fmla="*/ 118 h 1051"/>
              <a:gd name="T50" fmla="*/ 407 w 1165"/>
              <a:gd name="T51" fmla="*/ 0 h 1051"/>
              <a:gd name="T52" fmla="*/ 757 w 1165"/>
              <a:gd name="T53" fmla="*/ 0 h 1051"/>
              <a:gd name="T54" fmla="*/ 861 w 1165"/>
              <a:gd name="T55" fmla="*/ 118 h 1051"/>
              <a:gd name="T56" fmla="*/ 1049 w 1165"/>
              <a:gd name="T57" fmla="*/ 118 h 1051"/>
              <a:gd name="T58" fmla="*/ 1164 w 1165"/>
              <a:gd name="T59" fmla="*/ 23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5" h="1051">
                <a:moveTo>
                  <a:pt x="1049" y="232"/>
                </a:moveTo>
                <a:lnTo>
                  <a:pt x="582" y="232"/>
                </a:lnTo>
                <a:lnTo>
                  <a:pt x="582" y="293"/>
                </a:lnTo>
                <a:cubicBezTo>
                  <a:pt x="418" y="293"/>
                  <a:pt x="289" y="418"/>
                  <a:pt x="289" y="582"/>
                </a:cubicBezTo>
                <a:cubicBezTo>
                  <a:pt x="289" y="746"/>
                  <a:pt x="418" y="875"/>
                  <a:pt x="582" y="875"/>
                </a:cubicBezTo>
                <a:lnTo>
                  <a:pt x="582" y="771"/>
                </a:lnTo>
                <a:cubicBezTo>
                  <a:pt x="478" y="771"/>
                  <a:pt x="396" y="686"/>
                  <a:pt x="396" y="582"/>
                </a:cubicBezTo>
                <a:cubicBezTo>
                  <a:pt x="396" y="478"/>
                  <a:pt x="478" y="396"/>
                  <a:pt x="582" y="396"/>
                </a:cubicBezTo>
                <a:lnTo>
                  <a:pt x="582" y="771"/>
                </a:lnTo>
                <a:cubicBezTo>
                  <a:pt x="686" y="771"/>
                  <a:pt x="768" y="686"/>
                  <a:pt x="768" y="582"/>
                </a:cubicBezTo>
                <a:cubicBezTo>
                  <a:pt x="768" y="478"/>
                  <a:pt x="686" y="396"/>
                  <a:pt x="582" y="396"/>
                </a:cubicBezTo>
                <a:lnTo>
                  <a:pt x="582" y="293"/>
                </a:lnTo>
                <a:cubicBezTo>
                  <a:pt x="746" y="293"/>
                  <a:pt x="874" y="418"/>
                  <a:pt x="874" y="582"/>
                </a:cubicBezTo>
                <a:cubicBezTo>
                  <a:pt x="874" y="746"/>
                  <a:pt x="746" y="875"/>
                  <a:pt x="582" y="875"/>
                </a:cubicBezTo>
                <a:lnTo>
                  <a:pt x="582" y="932"/>
                </a:lnTo>
                <a:lnTo>
                  <a:pt x="1049" y="932"/>
                </a:lnTo>
                <a:lnTo>
                  <a:pt x="1049" y="232"/>
                </a:lnTo>
                <a:close/>
                <a:moveTo>
                  <a:pt x="1164" y="232"/>
                </a:moveTo>
                <a:lnTo>
                  <a:pt x="1164" y="932"/>
                </a:lnTo>
                <a:cubicBezTo>
                  <a:pt x="1164" y="995"/>
                  <a:pt x="1112" y="1050"/>
                  <a:pt x="1049" y="1050"/>
                </a:cubicBezTo>
                <a:lnTo>
                  <a:pt x="114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232"/>
                </a:lnTo>
                <a:cubicBezTo>
                  <a:pt x="0" y="170"/>
                  <a:pt x="52" y="118"/>
                  <a:pt x="114" y="118"/>
                </a:cubicBezTo>
                <a:lnTo>
                  <a:pt x="303" y="118"/>
                </a:lnTo>
                <a:lnTo>
                  <a:pt x="407" y="0"/>
                </a:lnTo>
                <a:lnTo>
                  <a:pt x="757" y="0"/>
                </a:lnTo>
                <a:lnTo>
                  <a:pt x="861" y="118"/>
                </a:lnTo>
                <a:lnTo>
                  <a:pt x="1049" y="118"/>
                </a:lnTo>
                <a:cubicBezTo>
                  <a:pt x="1112" y="118"/>
                  <a:pt x="1164" y="170"/>
                  <a:pt x="1164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625683" y="4110039"/>
            <a:ext cx="333375" cy="377825"/>
          </a:xfrm>
          <a:custGeom>
            <a:avLst/>
            <a:gdLst>
              <a:gd name="T0" fmla="*/ 74 w 925"/>
              <a:gd name="T1" fmla="*/ 63 h 1051"/>
              <a:gd name="T2" fmla="*/ 924 w 925"/>
              <a:gd name="T3" fmla="*/ 916 h 1051"/>
              <a:gd name="T4" fmla="*/ 850 w 925"/>
              <a:gd name="T5" fmla="*/ 989 h 1051"/>
              <a:gd name="T6" fmla="*/ 722 w 925"/>
              <a:gd name="T7" fmla="*/ 858 h 1051"/>
              <a:gd name="T8" fmla="*/ 580 w 925"/>
              <a:gd name="T9" fmla="*/ 924 h 1051"/>
              <a:gd name="T10" fmla="*/ 580 w 925"/>
              <a:gd name="T11" fmla="*/ 1050 h 1051"/>
              <a:gd name="T12" fmla="*/ 405 w 925"/>
              <a:gd name="T13" fmla="*/ 1050 h 1051"/>
              <a:gd name="T14" fmla="*/ 405 w 925"/>
              <a:gd name="T15" fmla="*/ 924 h 1051"/>
              <a:gd name="T16" fmla="*/ 189 w 925"/>
              <a:gd name="T17" fmla="*/ 700 h 1051"/>
              <a:gd name="T18" fmla="*/ 317 w 925"/>
              <a:gd name="T19" fmla="*/ 700 h 1051"/>
              <a:gd name="T20" fmla="*/ 492 w 925"/>
              <a:gd name="T21" fmla="*/ 823 h 1051"/>
              <a:gd name="T22" fmla="*/ 632 w 925"/>
              <a:gd name="T23" fmla="*/ 768 h 1051"/>
              <a:gd name="T24" fmla="*/ 427 w 925"/>
              <a:gd name="T25" fmla="*/ 566 h 1051"/>
              <a:gd name="T26" fmla="*/ 200 w 925"/>
              <a:gd name="T27" fmla="*/ 336 h 1051"/>
              <a:gd name="T28" fmla="*/ 0 w 925"/>
              <a:gd name="T29" fmla="*/ 137 h 1051"/>
              <a:gd name="T30" fmla="*/ 74 w 925"/>
              <a:gd name="T31" fmla="*/ 63 h 1051"/>
              <a:gd name="T32" fmla="*/ 402 w 925"/>
              <a:gd name="T33" fmla="*/ 243 h 1051"/>
              <a:gd name="T34" fmla="*/ 317 w 925"/>
              <a:gd name="T35" fmla="*/ 159 h 1051"/>
              <a:gd name="T36" fmla="*/ 405 w 925"/>
              <a:gd name="T37" fmla="*/ 126 h 1051"/>
              <a:gd name="T38" fmla="*/ 405 w 925"/>
              <a:gd name="T39" fmla="*/ 0 h 1051"/>
              <a:gd name="T40" fmla="*/ 580 w 925"/>
              <a:gd name="T41" fmla="*/ 0 h 1051"/>
              <a:gd name="T42" fmla="*/ 580 w 925"/>
              <a:gd name="T43" fmla="*/ 129 h 1051"/>
              <a:gd name="T44" fmla="*/ 766 w 925"/>
              <a:gd name="T45" fmla="*/ 350 h 1051"/>
              <a:gd name="T46" fmla="*/ 637 w 925"/>
              <a:gd name="T47" fmla="*/ 350 h 1051"/>
              <a:gd name="T48" fmla="*/ 492 w 925"/>
              <a:gd name="T49" fmla="*/ 227 h 1051"/>
              <a:gd name="T50" fmla="*/ 402 w 925"/>
              <a:gd name="T51" fmla="*/ 24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25" h="1051">
                <a:moveTo>
                  <a:pt x="74" y="63"/>
                </a:moveTo>
                <a:lnTo>
                  <a:pt x="924" y="916"/>
                </a:lnTo>
                <a:lnTo>
                  <a:pt x="850" y="989"/>
                </a:lnTo>
                <a:lnTo>
                  <a:pt x="722" y="858"/>
                </a:lnTo>
                <a:cubicBezTo>
                  <a:pt x="686" y="891"/>
                  <a:pt x="634" y="913"/>
                  <a:pt x="580" y="924"/>
                </a:cubicBezTo>
                <a:lnTo>
                  <a:pt x="580" y="1050"/>
                </a:lnTo>
                <a:lnTo>
                  <a:pt x="405" y="1050"/>
                </a:lnTo>
                <a:lnTo>
                  <a:pt x="405" y="924"/>
                </a:lnTo>
                <a:cubicBezTo>
                  <a:pt x="293" y="899"/>
                  <a:pt x="197" y="828"/>
                  <a:pt x="189" y="700"/>
                </a:cubicBezTo>
                <a:lnTo>
                  <a:pt x="317" y="700"/>
                </a:lnTo>
                <a:cubicBezTo>
                  <a:pt x="323" y="768"/>
                  <a:pt x="372" y="823"/>
                  <a:pt x="492" y="823"/>
                </a:cubicBezTo>
                <a:cubicBezTo>
                  <a:pt x="572" y="823"/>
                  <a:pt x="613" y="795"/>
                  <a:pt x="632" y="768"/>
                </a:cubicBezTo>
                <a:lnTo>
                  <a:pt x="427" y="566"/>
                </a:lnTo>
                <a:cubicBezTo>
                  <a:pt x="290" y="525"/>
                  <a:pt x="200" y="457"/>
                  <a:pt x="200" y="336"/>
                </a:cubicBezTo>
                <a:lnTo>
                  <a:pt x="0" y="137"/>
                </a:lnTo>
                <a:lnTo>
                  <a:pt x="74" y="63"/>
                </a:lnTo>
                <a:close/>
                <a:moveTo>
                  <a:pt x="402" y="243"/>
                </a:moveTo>
                <a:lnTo>
                  <a:pt x="317" y="159"/>
                </a:lnTo>
                <a:cubicBezTo>
                  <a:pt x="345" y="145"/>
                  <a:pt x="375" y="134"/>
                  <a:pt x="405" y="126"/>
                </a:cubicBezTo>
                <a:lnTo>
                  <a:pt x="405" y="0"/>
                </a:lnTo>
                <a:lnTo>
                  <a:pt x="580" y="0"/>
                </a:lnTo>
                <a:lnTo>
                  <a:pt x="580" y="129"/>
                </a:lnTo>
                <a:cubicBezTo>
                  <a:pt x="703" y="159"/>
                  <a:pt x="763" y="249"/>
                  <a:pt x="766" y="350"/>
                </a:cubicBezTo>
                <a:lnTo>
                  <a:pt x="637" y="350"/>
                </a:lnTo>
                <a:cubicBezTo>
                  <a:pt x="634" y="276"/>
                  <a:pt x="596" y="227"/>
                  <a:pt x="492" y="227"/>
                </a:cubicBezTo>
                <a:cubicBezTo>
                  <a:pt x="457" y="227"/>
                  <a:pt x="427" y="232"/>
                  <a:pt x="402" y="24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57556" y="4089401"/>
            <a:ext cx="419100" cy="419100"/>
          </a:xfrm>
          <a:custGeom>
            <a:avLst/>
            <a:gdLst>
              <a:gd name="T0" fmla="*/ 848 w 1166"/>
              <a:gd name="T1" fmla="*/ 754 h 1165"/>
              <a:gd name="T2" fmla="*/ 602 w 1166"/>
              <a:gd name="T3" fmla="*/ 524 h 1165"/>
              <a:gd name="T4" fmla="*/ 449 w 1166"/>
              <a:gd name="T5" fmla="*/ 412 h 1165"/>
              <a:gd name="T6" fmla="*/ 588 w 1166"/>
              <a:gd name="T7" fmla="*/ 317 h 1165"/>
              <a:gd name="T8" fmla="*/ 717 w 1166"/>
              <a:gd name="T9" fmla="*/ 426 h 1165"/>
              <a:gd name="T10" fmla="*/ 831 w 1166"/>
              <a:gd name="T11" fmla="*/ 426 h 1165"/>
              <a:gd name="T12" fmla="*/ 665 w 1166"/>
              <a:gd name="T13" fmla="*/ 229 h 1165"/>
              <a:gd name="T14" fmla="*/ 665 w 1166"/>
              <a:gd name="T15" fmla="*/ 115 h 1165"/>
              <a:gd name="T16" fmla="*/ 509 w 1166"/>
              <a:gd name="T17" fmla="*/ 115 h 1165"/>
              <a:gd name="T18" fmla="*/ 509 w 1166"/>
              <a:gd name="T19" fmla="*/ 229 h 1165"/>
              <a:gd name="T20" fmla="*/ 328 w 1166"/>
              <a:gd name="T21" fmla="*/ 415 h 1165"/>
              <a:gd name="T22" fmla="*/ 572 w 1166"/>
              <a:gd name="T23" fmla="*/ 628 h 1165"/>
              <a:gd name="T24" fmla="*/ 727 w 1166"/>
              <a:gd name="T25" fmla="*/ 754 h 1165"/>
              <a:gd name="T26" fmla="*/ 588 w 1166"/>
              <a:gd name="T27" fmla="*/ 847 h 1165"/>
              <a:gd name="T28" fmla="*/ 432 w 1166"/>
              <a:gd name="T29" fmla="*/ 738 h 1165"/>
              <a:gd name="T30" fmla="*/ 318 w 1166"/>
              <a:gd name="T31" fmla="*/ 738 h 1165"/>
              <a:gd name="T32" fmla="*/ 509 w 1166"/>
              <a:gd name="T33" fmla="*/ 934 h 1165"/>
              <a:gd name="T34" fmla="*/ 509 w 1166"/>
              <a:gd name="T35" fmla="*/ 1049 h 1165"/>
              <a:gd name="T36" fmla="*/ 665 w 1166"/>
              <a:gd name="T37" fmla="*/ 1049 h 1165"/>
              <a:gd name="T38" fmla="*/ 665 w 1166"/>
              <a:gd name="T39" fmla="*/ 937 h 1165"/>
              <a:gd name="T40" fmla="*/ 848 w 1166"/>
              <a:gd name="T41" fmla="*/ 754 h 1165"/>
              <a:gd name="T42" fmla="*/ 583 w 1166"/>
              <a:gd name="T43" fmla="*/ 0 h 1165"/>
              <a:gd name="T44" fmla="*/ 1165 w 1166"/>
              <a:gd name="T45" fmla="*/ 582 h 1165"/>
              <a:gd name="T46" fmla="*/ 583 w 1166"/>
              <a:gd name="T47" fmla="*/ 1164 h 1165"/>
              <a:gd name="T48" fmla="*/ 0 w 1166"/>
              <a:gd name="T49" fmla="*/ 582 h 1165"/>
              <a:gd name="T50" fmla="*/ 583 w 1166"/>
              <a:gd name="T51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6" h="1165">
                <a:moveTo>
                  <a:pt x="848" y="754"/>
                </a:moveTo>
                <a:cubicBezTo>
                  <a:pt x="848" y="606"/>
                  <a:pt x="719" y="555"/>
                  <a:pt x="602" y="524"/>
                </a:cubicBezTo>
                <a:cubicBezTo>
                  <a:pt x="484" y="494"/>
                  <a:pt x="449" y="462"/>
                  <a:pt x="449" y="412"/>
                </a:cubicBezTo>
                <a:cubicBezTo>
                  <a:pt x="449" y="358"/>
                  <a:pt x="501" y="317"/>
                  <a:pt x="588" y="317"/>
                </a:cubicBezTo>
                <a:cubicBezTo>
                  <a:pt x="681" y="317"/>
                  <a:pt x="714" y="360"/>
                  <a:pt x="717" y="426"/>
                </a:cubicBezTo>
                <a:lnTo>
                  <a:pt x="831" y="426"/>
                </a:lnTo>
                <a:cubicBezTo>
                  <a:pt x="829" y="336"/>
                  <a:pt x="774" y="257"/>
                  <a:pt x="665" y="229"/>
                </a:cubicBezTo>
                <a:lnTo>
                  <a:pt x="665" y="115"/>
                </a:lnTo>
                <a:lnTo>
                  <a:pt x="509" y="115"/>
                </a:lnTo>
                <a:lnTo>
                  <a:pt x="509" y="229"/>
                </a:lnTo>
                <a:cubicBezTo>
                  <a:pt x="408" y="251"/>
                  <a:pt x="328" y="314"/>
                  <a:pt x="328" y="415"/>
                </a:cubicBezTo>
                <a:cubicBezTo>
                  <a:pt x="328" y="535"/>
                  <a:pt x="427" y="593"/>
                  <a:pt x="572" y="628"/>
                </a:cubicBezTo>
                <a:cubicBezTo>
                  <a:pt x="703" y="658"/>
                  <a:pt x="727" y="705"/>
                  <a:pt x="727" y="754"/>
                </a:cubicBezTo>
                <a:cubicBezTo>
                  <a:pt x="727" y="790"/>
                  <a:pt x="703" y="847"/>
                  <a:pt x="588" y="847"/>
                </a:cubicBezTo>
                <a:cubicBezTo>
                  <a:pt x="481" y="847"/>
                  <a:pt x="438" y="798"/>
                  <a:pt x="432" y="738"/>
                </a:cubicBezTo>
                <a:lnTo>
                  <a:pt x="318" y="738"/>
                </a:lnTo>
                <a:cubicBezTo>
                  <a:pt x="323" y="850"/>
                  <a:pt x="410" y="912"/>
                  <a:pt x="509" y="934"/>
                </a:cubicBezTo>
                <a:lnTo>
                  <a:pt x="509" y="1049"/>
                </a:lnTo>
                <a:lnTo>
                  <a:pt x="665" y="1049"/>
                </a:lnTo>
                <a:lnTo>
                  <a:pt x="665" y="937"/>
                </a:lnTo>
                <a:cubicBezTo>
                  <a:pt x="766" y="918"/>
                  <a:pt x="848" y="861"/>
                  <a:pt x="848" y="754"/>
                </a:cubicBezTo>
                <a:close/>
                <a:moveTo>
                  <a:pt x="583" y="0"/>
                </a:moveTo>
                <a:cubicBezTo>
                  <a:pt x="906" y="0"/>
                  <a:pt x="1165" y="260"/>
                  <a:pt x="1165" y="582"/>
                </a:cubicBezTo>
                <a:cubicBezTo>
                  <a:pt x="1165" y="905"/>
                  <a:pt x="906" y="1164"/>
                  <a:pt x="583" y="1164"/>
                </a:cubicBezTo>
                <a:cubicBezTo>
                  <a:pt x="261" y="1164"/>
                  <a:pt x="0" y="905"/>
                  <a:pt x="0" y="582"/>
                </a:cubicBezTo>
                <a:cubicBezTo>
                  <a:pt x="0" y="260"/>
                  <a:pt x="261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54519" y="4108451"/>
            <a:ext cx="379412" cy="379412"/>
          </a:xfrm>
          <a:custGeom>
            <a:avLst/>
            <a:gdLst>
              <a:gd name="T0" fmla="*/ 1033 w 1056"/>
              <a:gd name="T1" fmla="*/ 240 h 1056"/>
              <a:gd name="T2" fmla="*/ 927 w 1056"/>
              <a:gd name="T3" fmla="*/ 347 h 1056"/>
              <a:gd name="T4" fmla="*/ 708 w 1056"/>
              <a:gd name="T5" fmla="*/ 128 h 1056"/>
              <a:gd name="T6" fmla="*/ 815 w 1056"/>
              <a:gd name="T7" fmla="*/ 22 h 1056"/>
              <a:gd name="T8" fmla="*/ 897 w 1056"/>
              <a:gd name="T9" fmla="*/ 22 h 1056"/>
              <a:gd name="T10" fmla="*/ 1033 w 1056"/>
              <a:gd name="T11" fmla="*/ 158 h 1056"/>
              <a:gd name="T12" fmla="*/ 1033 w 1056"/>
              <a:gd name="T13" fmla="*/ 240 h 1056"/>
              <a:gd name="T14" fmla="*/ 0 w 1056"/>
              <a:gd name="T15" fmla="*/ 836 h 1056"/>
              <a:gd name="T16" fmla="*/ 645 w 1056"/>
              <a:gd name="T17" fmla="*/ 191 h 1056"/>
              <a:gd name="T18" fmla="*/ 864 w 1056"/>
              <a:gd name="T19" fmla="*/ 410 h 1056"/>
              <a:gd name="T20" fmla="*/ 219 w 1056"/>
              <a:gd name="T21" fmla="*/ 1055 h 1056"/>
              <a:gd name="T22" fmla="*/ 0 w 1056"/>
              <a:gd name="T23" fmla="*/ 1055 h 1056"/>
              <a:gd name="T24" fmla="*/ 0 w 1056"/>
              <a:gd name="T25" fmla="*/ 836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56" h="1056">
                <a:moveTo>
                  <a:pt x="1033" y="240"/>
                </a:moveTo>
                <a:lnTo>
                  <a:pt x="927" y="347"/>
                </a:lnTo>
                <a:lnTo>
                  <a:pt x="708" y="128"/>
                </a:lnTo>
                <a:lnTo>
                  <a:pt x="815" y="22"/>
                </a:lnTo>
                <a:cubicBezTo>
                  <a:pt x="837" y="0"/>
                  <a:pt x="875" y="0"/>
                  <a:pt x="897" y="22"/>
                </a:cubicBezTo>
                <a:lnTo>
                  <a:pt x="1033" y="158"/>
                </a:lnTo>
                <a:cubicBezTo>
                  <a:pt x="1055" y="180"/>
                  <a:pt x="1055" y="218"/>
                  <a:pt x="1033" y="240"/>
                </a:cubicBezTo>
                <a:close/>
                <a:moveTo>
                  <a:pt x="0" y="836"/>
                </a:moveTo>
                <a:lnTo>
                  <a:pt x="645" y="191"/>
                </a:lnTo>
                <a:lnTo>
                  <a:pt x="864" y="410"/>
                </a:lnTo>
                <a:lnTo>
                  <a:pt x="219" y="1055"/>
                </a:lnTo>
                <a:lnTo>
                  <a:pt x="0" y="1055"/>
                </a:lnTo>
                <a:lnTo>
                  <a:pt x="0" y="83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8069" y="4940302"/>
            <a:ext cx="336550" cy="460375"/>
          </a:xfrm>
          <a:custGeom>
            <a:avLst/>
            <a:gdLst>
              <a:gd name="T0" fmla="*/ 410 w 936"/>
              <a:gd name="T1" fmla="*/ 0 h 1280"/>
              <a:gd name="T2" fmla="*/ 410 w 936"/>
              <a:gd name="T3" fmla="*/ 462 h 1280"/>
              <a:gd name="T4" fmla="*/ 0 w 936"/>
              <a:gd name="T5" fmla="*/ 462 h 1280"/>
              <a:gd name="T6" fmla="*/ 410 w 936"/>
              <a:gd name="T7" fmla="*/ 0 h 1280"/>
              <a:gd name="T8" fmla="*/ 0 w 936"/>
              <a:gd name="T9" fmla="*/ 811 h 1280"/>
              <a:gd name="T10" fmla="*/ 0 w 936"/>
              <a:gd name="T11" fmla="*/ 579 h 1280"/>
              <a:gd name="T12" fmla="*/ 935 w 936"/>
              <a:gd name="T13" fmla="*/ 579 h 1280"/>
              <a:gd name="T14" fmla="*/ 935 w 936"/>
              <a:gd name="T15" fmla="*/ 811 h 1280"/>
              <a:gd name="T16" fmla="*/ 468 w 936"/>
              <a:gd name="T17" fmla="*/ 1279 h 1280"/>
              <a:gd name="T18" fmla="*/ 0 w 936"/>
              <a:gd name="T19" fmla="*/ 811 h 1280"/>
              <a:gd name="T20" fmla="*/ 525 w 936"/>
              <a:gd name="T21" fmla="*/ 0 h 1280"/>
              <a:gd name="T22" fmla="*/ 935 w 936"/>
              <a:gd name="T23" fmla="*/ 462 h 1280"/>
              <a:gd name="T24" fmla="*/ 525 w 936"/>
              <a:gd name="T25" fmla="*/ 462 h 1280"/>
              <a:gd name="T26" fmla="*/ 525 w 936"/>
              <a:gd name="T27" fmla="*/ 0 h 1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36" h="1280">
                <a:moveTo>
                  <a:pt x="410" y="0"/>
                </a:moveTo>
                <a:lnTo>
                  <a:pt x="410" y="462"/>
                </a:lnTo>
                <a:lnTo>
                  <a:pt x="0" y="462"/>
                </a:lnTo>
                <a:cubicBezTo>
                  <a:pt x="0" y="224"/>
                  <a:pt x="181" y="27"/>
                  <a:pt x="410" y="0"/>
                </a:cubicBezTo>
                <a:close/>
                <a:moveTo>
                  <a:pt x="0" y="811"/>
                </a:moveTo>
                <a:lnTo>
                  <a:pt x="0" y="579"/>
                </a:lnTo>
                <a:lnTo>
                  <a:pt x="935" y="579"/>
                </a:lnTo>
                <a:lnTo>
                  <a:pt x="935" y="811"/>
                </a:lnTo>
                <a:cubicBezTo>
                  <a:pt x="935" y="1068"/>
                  <a:pt x="725" y="1279"/>
                  <a:pt x="468" y="1279"/>
                </a:cubicBezTo>
                <a:cubicBezTo>
                  <a:pt x="211" y="1279"/>
                  <a:pt x="0" y="1068"/>
                  <a:pt x="0" y="811"/>
                </a:cubicBezTo>
                <a:close/>
                <a:moveTo>
                  <a:pt x="525" y="0"/>
                </a:moveTo>
                <a:cubicBezTo>
                  <a:pt x="755" y="27"/>
                  <a:pt x="935" y="224"/>
                  <a:pt x="935" y="462"/>
                </a:cubicBezTo>
                <a:lnTo>
                  <a:pt x="525" y="462"/>
                </a:lnTo>
                <a:lnTo>
                  <a:pt x="52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56619" y="4962527"/>
            <a:ext cx="296862" cy="415925"/>
          </a:xfrm>
          <a:custGeom>
            <a:avLst/>
            <a:gdLst>
              <a:gd name="T0" fmla="*/ 465 w 826"/>
              <a:gd name="T1" fmla="*/ 815 h 1157"/>
              <a:gd name="T2" fmla="*/ 465 w 826"/>
              <a:gd name="T3" fmla="*/ 1041 h 1157"/>
              <a:gd name="T4" fmla="*/ 814 w 826"/>
              <a:gd name="T5" fmla="*/ 1041 h 1157"/>
              <a:gd name="T6" fmla="*/ 814 w 826"/>
              <a:gd name="T7" fmla="*/ 1156 h 1157"/>
              <a:gd name="T8" fmla="*/ 0 w 826"/>
              <a:gd name="T9" fmla="*/ 1156 h 1157"/>
              <a:gd name="T10" fmla="*/ 0 w 826"/>
              <a:gd name="T11" fmla="*/ 1041 h 1157"/>
              <a:gd name="T12" fmla="*/ 350 w 826"/>
              <a:gd name="T13" fmla="*/ 1041 h 1157"/>
              <a:gd name="T14" fmla="*/ 350 w 826"/>
              <a:gd name="T15" fmla="*/ 812 h 1157"/>
              <a:gd name="T16" fmla="*/ 8 w 826"/>
              <a:gd name="T17" fmla="*/ 410 h 1157"/>
              <a:gd name="T18" fmla="*/ 418 w 826"/>
              <a:gd name="T19" fmla="*/ 0 h 1157"/>
              <a:gd name="T20" fmla="*/ 825 w 826"/>
              <a:gd name="T21" fmla="*/ 410 h 1157"/>
              <a:gd name="T22" fmla="*/ 465 w 826"/>
              <a:gd name="T23" fmla="*/ 815 h 1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26" h="1157">
                <a:moveTo>
                  <a:pt x="465" y="815"/>
                </a:moveTo>
                <a:lnTo>
                  <a:pt x="465" y="1041"/>
                </a:lnTo>
                <a:lnTo>
                  <a:pt x="814" y="1041"/>
                </a:lnTo>
                <a:lnTo>
                  <a:pt x="814" y="1156"/>
                </a:lnTo>
                <a:lnTo>
                  <a:pt x="0" y="1156"/>
                </a:lnTo>
                <a:lnTo>
                  <a:pt x="0" y="1041"/>
                </a:lnTo>
                <a:lnTo>
                  <a:pt x="350" y="1041"/>
                </a:lnTo>
                <a:lnTo>
                  <a:pt x="350" y="812"/>
                </a:lnTo>
                <a:cubicBezTo>
                  <a:pt x="156" y="779"/>
                  <a:pt x="8" y="612"/>
                  <a:pt x="8" y="410"/>
                </a:cubicBezTo>
                <a:cubicBezTo>
                  <a:pt x="8" y="183"/>
                  <a:pt x="191" y="0"/>
                  <a:pt x="418" y="0"/>
                </a:cubicBezTo>
                <a:cubicBezTo>
                  <a:pt x="645" y="0"/>
                  <a:pt x="825" y="183"/>
                  <a:pt x="825" y="410"/>
                </a:cubicBezTo>
                <a:cubicBezTo>
                  <a:pt x="825" y="621"/>
                  <a:pt x="667" y="790"/>
                  <a:pt x="465" y="815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74208" y="4962527"/>
            <a:ext cx="423863" cy="415925"/>
          </a:xfrm>
          <a:custGeom>
            <a:avLst/>
            <a:gdLst>
              <a:gd name="T0" fmla="*/ 145 w 1176"/>
              <a:gd name="T1" fmla="*/ 517 h 1157"/>
              <a:gd name="T2" fmla="*/ 58 w 1176"/>
              <a:gd name="T3" fmla="*/ 429 h 1157"/>
              <a:gd name="T4" fmla="*/ 145 w 1176"/>
              <a:gd name="T5" fmla="*/ 342 h 1157"/>
              <a:gd name="T6" fmla="*/ 233 w 1176"/>
              <a:gd name="T7" fmla="*/ 429 h 1157"/>
              <a:gd name="T8" fmla="*/ 145 w 1176"/>
              <a:gd name="T9" fmla="*/ 517 h 1157"/>
              <a:gd name="T10" fmla="*/ 1175 w 1176"/>
              <a:gd name="T11" fmla="*/ 410 h 1157"/>
              <a:gd name="T12" fmla="*/ 815 w 1176"/>
              <a:gd name="T13" fmla="*/ 815 h 1157"/>
              <a:gd name="T14" fmla="*/ 815 w 1176"/>
              <a:gd name="T15" fmla="*/ 1041 h 1157"/>
              <a:gd name="T16" fmla="*/ 990 w 1176"/>
              <a:gd name="T17" fmla="*/ 1041 h 1157"/>
              <a:gd name="T18" fmla="*/ 990 w 1176"/>
              <a:gd name="T19" fmla="*/ 1156 h 1157"/>
              <a:gd name="T20" fmla="*/ 58 w 1176"/>
              <a:gd name="T21" fmla="*/ 1156 h 1157"/>
              <a:gd name="T22" fmla="*/ 58 w 1176"/>
              <a:gd name="T23" fmla="*/ 867 h 1157"/>
              <a:gd name="T24" fmla="*/ 0 w 1176"/>
              <a:gd name="T25" fmla="*/ 867 h 1157"/>
              <a:gd name="T26" fmla="*/ 0 w 1176"/>
              <a:gd name="T27" fmla="*/ 632 h 1157"/>
              <a:gd name="T28" fmla="*/ 58 w 1176"/>
              <a:gd name="T29" fmla="*/ 574 h 1157"/>
              <a:gd name="T30" fmla="*/ 233 w 1176"/>
              <a:gd name="T31" fmla="*/ 574 h 1157"/>
              <a:gd name="T32" fmla="*/ 290 w 1176"/>
              <a:gd name="T33" fmla="*/ 632 h 1157"/>
              <a:gd name="T34" fmla="*/ 290 w 1176"/>
              <a:gd name="T35" fmla="*/ 867 h 1157"/>
              <a:gd name="T36" fmla="*/ 233 w 1176"/>
              <a:gd name="T37" fmla="*/ 867 h 1157"/>
              <a:gd name="T38" fmla="*/ 233 w 1176"/>
              <a:gd name="T39" fmla="*/ 1041 h 1157"/>
              <a:gd name="T40" fmla="*/ 700 w 1176"/>
              <a:gd name="T41" fmla="*/ 1041 h 1157"/>
              <a:gd name="T42" fmla="*/ 700 w 1176"/>
              <a:gd name="T43" fmla="*/ 812 h 1157"/>
              <a:gd name="T44" fmla="*/ 358 w 1176"/>
              <a:gd name="T45" fmla="*/ 410 h 1157"/>
              <a:gd name="T46" fmla="*/ 768 w 1176"/>
              <a:gd name="T47" fmla="*/ 0 h 1157"/>
              <a:gd name="T48" fmla="*/ 1175 w 1176"/>
              <a:gd name="T49" fmla="*/ 410 h 1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76" h="1157">
                <a:moveTo>
                  <a:pt x="145" y="517"/>
                </a:moveTo>
                <a:cubicBezTo>
                  <a:pt x="96" y="517"/>
                  <a:pt x="58" y="478"/>
                  <a:pt x="58" y="429"/>
                </a:cubicBezTo>
                <a:cubicBezTo>
                  <a:pt x="58" y="380"/>
                  <a:pt x="96" y="342"/>
                  <a:pt x="145" y="342"/>
                </a:cubicBezTo>
                <a:cubicBezTo>
                  <a:pt x="194" y="342"/>
                  <a:pt x="233" y="380"/>
                  <a:pt x="233" y="429"/>
                </a:cubicBezTo>
                <a:cubicBezTo>
                  <a:pt x="233" y="478"/>
                  <a:pt x="194" y="517"/>
                  <a:pt x="145" y="517"/>
                </a:cubicBezTo>
                <a:close/>
                <a:moveTo>
                  <a:pt x="1175" y="410"/>
                </a:moveTo>
                <a:cubicBezTo>
                  <a:pt x="1175" y="621"/>
                  <a:pt x="1017" y="790"/>
                  <a:pt x="815" y="815"/>
                </a:cubicBezTo>
                <a:lnTo>
                  <a:pt x="815" y="1041"/>
                </a:lnTo>
                <a:lnTo>
                  <a:pt x="990" y="1041"/>
                </a:lnTo>
                <a:lnTo>
                  <a:pt x="990" y="1156"/>
                </a:lnTo>
                <a:lnTo>
                  <a:pt x="58" y="1156"/>
                </a:lnTo>
                <a:lnTo>
                  <a:pt x="58" y="867"/>
                </a:lnTo>
                <a:lnTo>
                  <a:pt x="0" y="867"/>
                </a:lnTo>
                <a:lnTo>
                  <a:pt x="0" y="632"/>
                </a:lnTo>
                <a:cubicBezTo>
                  <a:pt x="0" y="599"/>
                  <a:pt x="25" y="574"/>
                  <a:pt x="58" y="574"/>
                </a:cubicBezTo>
                <a:lnTo>
                  <a:pt x="233" y="574"/>
                </a:lnTo>
                <a:cubicBezTo>
                  <a:pt x="265" y="574"/>
                  <a:pt x="290" y="599"/>
                  <a:pt x="290" y="632"/>
                </a:cubicBezTo>
                <a:lnTo>
                  <a:pt x="290" y="867"/>
                </a:lnTo>
                <a:lnTo>
                  <a:pt x="233" y="867"/>
                </a:lnTo>
                <a:lnTo>
                  <a:pt x="233" y="1041"/>
                </a:lnTo>
                <a:lnTo>
                  <a:pt x="700" y="1041"/>
                </a:lnTo>
                <a:lnTo>
                  <a:pt x="700" y="812"/>
                </a:lnTo>
                <a:cubicBezTo>
                  <a:pt x="506" y="779"/>
                  <a:pt x="358" y="612"/>
                  <a:pt x="358" y="410"/>
                </a:cubicBezTo>
                <a:cubicBezTo>
                  <a:pt x="358" y="183"/>
                  <a:pt x="541" y="0"/>
                  <a:pt x="768" y="0"/>
                </a:cubicBezTo>
                <a:cubicBezTo>
                  <a:pt x="995" y="0"/>
                  <a:pt x="1175" y="183"/>
                  <a:pt x="1175" y="41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34658" y="4938714"/>
            <a:ext cx="461963" cy="461963"/>
          </a:xfrm>
          <a:custGeom>
            <a:avLst/>
            <a:gdLst>
              <a:gd name="T0" fmla="*/ 642 w 1285"/>
              <a:gd name="T1" fmla="*/ 1049 h 1285"/>
              <a:gd name="T2" fmla="*/ 1049 w 1285"/>
              <a:gd name="T3" fmla="*/ 642 h 1285"/>
              <a:gd name="T4" fmla="*/ 642 w 1285"/>
              <a:gd name="T5" fmla="*/ 235 h 1285"/>
              <a:gd name="T6" fmla="*/ 235 w 1285"/>
              <a:gd name="T7" fmla="*/ 642 h 1285"/>
              <a:gd name="T8" fmla="*/ 642 w 1285"/>
              <a:gd name="T9" fmla="*/ 1049 h 1285"/>
              <a:gd name="T10" fmla="*/ 1164 w 1285"/>
              <a:gd name="T11" fmla="*/ 585 h 1285"/>
              <a:gd name="T12" fmla="*/ 1284 w 1285"/>
              <a:gd name="T13" fmla="*/ 585 h 1285"/>
              <a:gd name="T14" fmla="*/ 1284 w 1285"/>
              <a:gd name="T15" fmla="*/ 700 h 1285"/>
              <a:gd name="T16" fmla="*/ 1164 w 1285"/>
              <a:gd name="T17" fmla="*/ 700 h 1285"/>
              <a:gd name="T18" fmla="*/ 699 w 1285"/>
              <a:gd name="T19" fmla="*/ 1164 h 1285"/>
              <a:gd name="T20" fmla="*/ 699 w 1285"/>
              <a:gd name="T21" fmla="*/ 1284 h 1285"/>
              <a:gd name="T22" fmla="*/ 585 w 1285"/>
              <a:gd name="T23" fmla="*/ 1284 h 1285"/>
              <a:gd name="T24" fmla="*/ 585 w 1285"/>
              <a:gd name="T25" fmla="*/ 1164 h 1285"/>
              <a:gd name="T26" fmla="*/ 120 w 1285"/>
              <a:gd name="T27" fmla="*/ 700 h 1285"/>
              <a:gd name="T28" fmla="*/ 0 w 1285"/>
              <a:gd name="T29" fmla="*/ 700 h 1285"/>
              <a:gd name="T30" fmla="*/ 0 w 1285"/>
              <a:gd name="T31" fmla="*/ 585 h 1285"/>
              <a:gd name="T32" fmla="*/ 120 w 1285"/>
              <a:gd name="T33" fmla="*/ 585 h 1285"/>
              <a:gd name="T34" fmla="*/ 585 w 1285"/>
              <a:gd name="T35" fmla="*/ 120 h 1285"/>
              <a:gd name="T36" fmla="*/ 585 w 1285"/>
              <a:gd name="T37" fmla="*/ 0 h 1285"/>
              <a:gd name="T38" fmla="*/ 699 w 1285"/>
              <a:gd name="T39" fmla="*/ 0 h 1285"/>
              <a:gd name="T40" fmla="*/ 699 w 1285"/>
              <a:gd name="T41" fmla="*/ 120 h 1285"/>
              <a:gd name="T42" fmla="*/ 1164 w 1285"/>
              <a:gd name="T43" fmla="*/ 585 h 1285"/>
              <a:gd name="T44" fmla="*/ 642 w 1285"/>
              <a:gd name="T45" fmla="*/ 410 h 1285"/>
              <a:gd name="T46" fmla="*/ 874 w 1285"/>
              <a:gd name="T47" fmla="*/ 642 h 1285"/>
              <a:gd name="T48" fmla="*/ 642 w 1285"/>
              <a:gd name="T49" fmla="*/ 875 h 1285"/>
              <a:gd name="T50" fmla="*/ 410 w 1285"/>
              <a:gd name="T51" fmla="*/ 642 h 1285"/>
              <a:gd name="T52" fmla="*/ 642 w 1285"/>
              <a:gd name="T53" fmla="*/ 41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85" h="1285">
                <a:moveTo>
                  <a:pt x="642" y="1049"/>
                </a:moveTo>
                <a:cubicBezTo>
                  <a:pt x="869" y="1049"/>
                  <a:pt x="1049" y="869"/>
                  <a:pt x="1049" y="642"/>
                </a:cubicBezTo>
                <a:cubicBezTo>
                  <a:pt x="1049" y="415"/>
                  <a:pt x="869" y="235"/>
                  <a:pt x="642" y="235"/>
                </a:cubicBezTo>
                <a:cubicBezTo>
                  <a:pt x="415" y="235"/>
                  <a:pt x="235" y="415"/>
                  <a:pt x="235" y="642"/>
                </a:cubicBezTo>
                <a:cubicBezTo>
                  <a:pt x="235" y="869"/>
                  <a:pt x="415" y="1049"/>
                  <a:pt x="642" y="1049"/>
                </a:cubicBezTo>
                <a:close/>
                <a:moveTo>
                  <a:pt x="1164" y="585"/>
                </a:moveTo>
                <a:lnTo>
                  <a:pt x="1284" y="585"/>
                </a:lnTo>
                <a:lnTo>
                  <a:pt x="1284" y="700"/>
                </a:lnTo>
                <a:lnTo>
                  <a:pt x="1164" y="700"/>
                </a:lnTo>
                <a:cubicBezTo>
                  <a:pt x="1137" y="943"/>
                  <a:pt x="943" y="1137"/>
                  <a:pt x="699" y="1164"/>
                </a:cubicBezTo>
                <a:lnTo>
                  <a:pt x="699" y="1284"/>
                </a:lnTo>
                <a:lnTo>
                  <a:pt x="585" y="1284"/>
                </a:lnTo>
                <a:lnTo>
                  <a:pt x="585" y="1164"/>
                </a:lnTo>
                <a:cubicBezTo>
                  <a:pt x="341" y="1137"/>
                  <a:pt x="147" y="943"/>
                  <a:pt x="120" y="700"/>
                </a:cubicBezTo>
                <a:lnTo>
                  <a:pt x="0" y="700"/>
                </a:lnTo>
                <a:lnTo>
                  <a:pt x="0" y="585"/>
                </a:lnTo>
                <a:lnTo>
                  <a:pt x="120" y="585"/>
                </a:lnTo>
                <a:cubicBezTo>
                  <a:pt x="147" y="342"/>
                  <a:pt x="341" y="148"/>
                  <a:pt x="585" y="120"/>
                </a:cubicBezTo>
                <a:lnTo>
                  <a:pt x="585" y="0"/>
                </a:lnTo>
                <a:lnTo>
                  <a:pt x="699" y="0"/>
                </a:lnTo>
                <a:lnTo>
                  <a:pt x="699" y="120"/>
                </a:lnTo>
                <a:cubicBezTo>
                  <a:pt x="943" y="148"/>
                  <a:pt x="1137" y="342"/>
                  <a:pt x="1164" y="585"/>
                </a:cubicBezTo>
                <a:close/>
                <a:moveTo>
                  <a:pt x="642" y="410"/>
                </a:moveTo>
                <a:cubicBezTo>
                  <a:pt x="771" y="410"/>
                  <a:pt x="874" y="514"/>
                  <a:pt x="874" y="642"/>
                </a:cubicBezTo>
                <a:cubicBezTo>
                  <a:pt x="874" y="771"/>
                  <a:pt x="770" y="875"/>
                  <a:pt x="642" y="875"/>
                </a:cubicBezTo>
                <a:cubicBezTo>
                  <a:pt x="513" y="875"/>
                  <a:pt x="410" y="771"/>
                  <a:pt x="410" y="642"/>
                </a:cubicBezTo>
                <a:cubicBezTo>
                  <a:pt x="410" y="514"/>
                  <a:pt x="514" y="410"/>
                  <a:pt x="642" y="41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14158" y="4981577"/>
            <a:ext cx="461963" cy="377825"/>
          </a:xfrm>
          <a:custGeom>
            <a:avLst/>
            <a:gdLst>
              <a:gd name="T0" fmla="*/ 410 w 1285"/>
              <a:gd name="T1" fmla="*/ 699 h 1050"/>
              <a:gd name="T2" fmla="*/ 585 w 1285"/>
              <a:gd name="T3" fmla="*/ 524 h 1050"/>
              <a:gd name="T4" fmla="*/ 642 w 1285"/>
              <a:gd name="T5" fmla="*/ 535 h 1050"/>
              <a:gd name="T6" fmla="*/ 642 w 1285"/>
              <a:gd name="T7" fmla="*/ 174 h 1050"/>
              <a:gd name="T8" fmla="*/ 935 w 1285"/>
              <a:gd name="T9" fmla="*/ 174 h 1050"/>
              <a:gd name="T10" fmla="*/ 935 w 1285"/>
              <a:gd name="T11" fmla="*/ 292 h 1050"/>
              <a:gd name="T12" fmla="*/ 760 w 1285"/>
              <a:gd name="T13" fmla="*/ 292 h 1050"/>
              <a:gd name="T14" fmla="*/ 760 w 1285"/>
              <a:gd name="T15" fmla="*/ 702 h 1050"/>
              <a:gd name="T16" fmla="*/ 585 w 1285"/>
              <a:gd name="T17" fmla="*/ 874 h 1050"/>
              <a:gd name="T18" fmla="*/ 410 w 1285"/>
              <a:gd name="T19" fmla="*/ 699 h 1050"/>
              <a:gd name="T20" fmla="*/ 1167 w 1285"/>
              <a:gd name="T21" fmla="*/ 931 h 1050"/>
              <a:gd name="T22" fmla="*/ 1167 w 1285"/>
              <a:gd name="T23" fmla="*/ 117 h 1050"/>
              <a:gd name="T24" fmla="*/ 118 w 1285"/>
              <a:gd name="T25" fmla="*/ 117 h 1050"/>
              <a:gd name="T26" fmla="*/ 118 w 1285"/>
              <a:gd name="T27" fmla="*/ 931 h 1050"/>
              <a:gd name="T28" fmla="*/ 1167 w 1285"/>
              <a:gd name="T29" fmla="*/ 931 h 1050"/>
              <a:gd name="T30" fmla="*/ 1167 w 1285"/>
              <a:gd name="T31" fmla="*/ 0 h 1050"/>
              <a:gd name="T32" fmla="*/ 1284 w 1285"/>
              <a:gd name="T33" fmla="*/ 117 h 1050"/>
              <a:gd name="T34" fmla="*/ 1284 w 1285"/>
              <a:gd name="T35" fmla="*/ 931 h 1050"/>
              <a:gd name="T36" fmla="*/ 1167 w 1285"/>
              <a:gd name="T37" fmla="*/ 1049 h 1050"/>
              <a:gd name="T38" fmla="*/ 118 w 1285"/>
              <a:gd name="T39" fmla="*/ 1049 h 1050"/>
              <a:gd name="T40" fmla="*/ 0 w 1285"/>
              <a:gd name="T41" fmla="*/ 931 h 1050"/>
              <a:gd name="T42" fmla="*/ 0 w 1285"/>
              <a:gd name="T43" fmla="*/ 117 h 1050"/>
              <a:gd name="T44" fmla="*/ 118 w 1285"/>
              <a:gd name="T45" fmla="*/ 0 h 1050"/>
              <a:gd name="T46" fmla="*/ 1167 w 1285"/>
              <a:gd name="T47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5" h="1050">
                <a:moveTo>
                  <a:pt x="410" y="699"/>
                </a:moveTo>
                <a:cubicBezTo>
                  <a:pt x="410" y="603"/>
                  <a:pt x="489" y="524"/>
                  <a:pt x="585" y="524"/>
                </a:cubicBezTo>
                <a:cubicBezTo>
                  <a:pt x="604" y="524"/>
                  <a:pt x="623" y="530"/>
                  <a:pt x="642" y="535"/>
                </a:cubicBezTo>
                <a:lnTo>
                  <a:pt x="642" y="174"/>
                </a:lnTo>
                <a:lnTo>
                  <a:pt x="935" y="174"/>
                </a:lnTo>
                <a:lnTo>
                  <a:pt x="935" y="292"/>
                </a:lnTo>
                <a:lnTo>
                  <a:pt x="760" y="292"/>
                </a:lnTo>
                <a:lnTo>
                  <a:pt x="760" y="702"/>
                </a:lnTo>
                <a:cubicBezTo>
                  <a:pt x="760" y="797"/>
                  <a:pt x="681" y="874"/>
                  <a:pt x="585" y="874"/>
                </a:cubicBezTo>
                <a:cubicBezTo>
                  <a:pt x="489" y="874"/>
                  <a:pt x="410" y="795"/>
                  <a:pt x="410" y="699"/>
                </a:cubicBezTo>
                <a:close/>
                <a:moveTo>
                  <a:pt x="1167" y="931"/>
                </a:moveTo>
                <a:lnTo>
                  <a:pt x="1167" y="117"/>
                </a:lnTo>
                <a:lnTo>
                  <a:pt x="118" y="117"/>
                </a:lnTo>
                <a:lnTo>
                  <a:pt x="118" y="931"/>
                </a:lnTo>
                <a:lnTo>
                  <a:pt x="1167" y="931"/>
                </a:lnTo>
                <a:close/>
                <a:moveTo>
                  <a:pt x="1167" y="0"/>
                </a:moveTo>
                <a:cubicBezTo>
                  <a:pt x="1230" y="0"/>
                  <a:pt x="1284" y="54"/>
                  <a:pt x="1284" y="117"/>
                </a:cubicBezTo>
                <a:lnTo>
                  <a:pt x="1284" y="931"/>
                </a:lnTo>
                <a:cubicBezTo>
                  <a:pt x="1284" y="994"/>
                  <a:pt x="1230" y="1049"/>
                  <a:pt x="1167" y="1049"/>
                </a:cubicBezTo>
                <a:lnTo>
                  <a:pt x="118" y="1049"/>
                </a:lnTo>
                <a:cubicBezTo>
                  <a:pt x="55" y="1049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98433" y="4981577"/>
            <a:ext cx="252413" cy="377825"/>
          </a:xfrm>
          <a:custGeom>
            <a:avLst/>
            <a:gdLst>
              <a:gd name="T0" fmla="*/ 349 w 700"/>
              <a:gd name="T1" fmla="*/ 0 h 1050"/>
              <a:gd name="T2" fmla="*/ 699 w 700"/>
              <a:gd name="T3" fmla="*/ 0 h 1050"/>
              <a:gd name="T4" fmla="*/ 699 w 700"/>
              <a:gd name="T5" fmla="*/ 232 h 1050"/>
              <a:gd name="T6" fmla="*/ 467 w 700"/>
              <a:gd name="T7" fmla="*/ 232 h 1050"/>
              <a:gd name="T8" fmla="*/ 467 w 700"/>
              <a:gd name="T9" fmla="*/ 817 h 1050"/>
              <a:gd name="T10" fmla="*/ 232 w 700"/>
              <a:gd name="T11" fmla="*/ 1049 h 1050"/>
              <a:gd name="T12" fmla="*/ 0 w 700"/>
              <a:gd name="T13" fmla="*/ 817 h 1050"/>
              <a:gd name="T14" fmla="*/ 232 w 700"/>
              <a:gd name="T15" fmla="*/ 582 h 1050"/>
              <a:gd name="T16" fmla="*/ 349 w 700"/>
              <a:gd name="T17" fmla="*/ 614 h 1050"/>
              <a:gd name="T18" fmla="*/ 349 w 700"/>
              <a:gd name="T1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0" h="1050">
                <a:moveTo>
                  <a:pt x="349" y="0"/>
                </a:moveTo>
                <a:lnTo>
                  <a:pt x="699" y="0"/>
                </a:lnTo>
                <a:lnTo>
                  <a:pt x="699" y="232"/>
                </a:lnTo>
                <a:lnTo>
                  <a:pt x="467" y="232"/>
                </a:lnTo>
                <a:lnTo>
                  <a:pt x="467" y="817"/>
                </a:lnTo>
                <a:cubicBezTo>
                  <a:pt x="467" y="945"/>
                  <a:pt x="360" y="1049"/>
                  <a:pt x="232" y="1049"/>
                </a:cubicBezTo>
                <a:cubicBezTo>
                  <a:pt x="103" y="1049"/>
                  <a:pt x="0" y="946"/>
                  <a:pt x="0" y="817"/>
                </a:cubicBezTo>
                <a:cubicBezTo>
                  <a:pt x="0" y="689"/>
                  <a:pt x="103" y="582"/>
                  <a:pt x="232" y="582"/>
                </a:cubicBezTo>
                <a:cubicBezTo>
                  <a:pt x="276" y="582"/>
                  <a:pt x="314" y="595"/>
                  <a:pt x="349" y="614"/>
                </a:cubicBezTo>
                <a:lnTo>
                  <a:pt x="349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493794" y="5029203"/>
            <a:ext cx="419100" cy="282575"/>
          </a:xfrm>
          <a:custGeom>
            <a:avLst/>
            <a:gdLst>
              <a:gd name="T0" fmla="*/ 1165 w 1166"/>
              <a:gd name="T1" fmla="*/ 112 h 785"/>
              <a:gd name="T2" fmla="*/ 987 w 1166"/>
              <a:gd name="T3" fmla="*/ 312 h 785"/>
              <a:gd name="T4" fmla="*/ 1107 w 1166"/>
              <a:gd name="T5" fmla="*/ 670 h 785"/>
              <a:gd name="T6" fmla="*/ 990 w 1166"/>
              <a:gd name="T7" fmla="*/ 670 h 785"/>
              <a:gd name="T8" fmla="*/ 905 w 1166"/>
              <a:gd name="T9" fmla="*/ 404 h 785"/>
              <a:gd name="T10" fmla="*/ 670 w 1166"/>
              <a:gd name="T11" fmla="*/ 670 h 785"/>
              <a:gd name="T12" fmla="*/ 438 w 1166"/>
              <a:gd name="T13" fmla="*/ 435 h 785"/>
              <a:gd name="T14" fmla="*/ 88 w 1166"/>
              <a:gd name="T15" fmla="*/ 784 h 785"/>
              <a:gd name="T16" fmla="*/ 0 w 1166"/>
              <a:gd name="T17" fmla="*/ 697 h 785"/>
              <a:gd name="T18" fmla="*/ 438 w 1166"/>
              <a:gd name="T19" fmla="*/ 260 h 785"/>
              <a:gd name="T20" fmla="*/ 670 w 1166"/>
              <a:gd name="T21" fmla="*/ 495 h 785"/>
              <a:gd name="T22" fmla="*/ 837 w 1166"/>
              <a:gd name="T23" fmla="*/ 303 h 785"/>
              <a:gd name="T24" fmla="*/ 443 w 1166"/>
              <a:gd name="T25" fmla="*/ 115 h 785"/>
              <a:gd name="T26" fmla="*/ 82 w 1166"/>
              <a:gd name="T27" fmla="*/ 257 h 785"/>
              <a:gd name="T28" fmla="*/ 0 w 1166"/>
              <a:gd name="T29" fmla="*/ 175 h 785"/>
              <a:gd name="T30" fmla="*/ 443 w 1166"/>
              <a:gd name="T31" fmla="*/ 0 h 785"/>
              <a:gd name="T32" fmla="*/ 916 w 1166"/>
              <a:gd name="T33" fmla="*/ 216 h 785"/>
              <a:gd name="T34" fmla="*/ 1083 w 1166"/>
              <a:gd name="T35" fmla="*/ 30 h 785"/>
              <a:gd name="T36" fmla="*/ 1165 w 1166"/>
              <a:gd name="T37" fmla="*/ 112 h 7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6" h="785">
                <a:moveTo>
                  <a:pt x="1165" y="112"/>
                </a:moveTo>
                <a:lnTo>
                  <a:pt x="987" y="312"/>
                </a:lnTo>
                <a:cubicBezTo>
                  <a:pt x="1050" y="413"/>
                  <a:pt x="1094" y="536"/>
                  <a:pt x="1107" y="670"/>
                </a:cubicBezTo>
                <a:lnTo>
                  <a:pt x="990" y="670"/>
                </a:lnTo>
                <a:cubicBezTo>
                  <a:pt x="979" y="574"/>
                  <a:pt x="949" y="484"/>
                  <a:pt x="905" y="404"/>
                </a:cubicBezTo>
                <a:lnTo>
                  <a:pt x="670" y="670"/>
                </a:lnTo>
                <a:lnTo>
                  <a:pt x="438" y="435"/>
                </a:lnTo>
                <a:lnTo>
                  <a:pt x="88" y="784"/>
                </a:lnTo>
                <a:lnTo>
                  <a:pt x="0" y="697"/>
                </a:lnTo>
                <a:lnTo>
                  <a:pt x="438" y="260"/>
                </a:lnTo>
                <a:lnTo>
                  <a:pt x="670" y="495"/>
                </a:lnTo>
                <a:lnTo>
                  <a:pt x="837" y="303"/>
                </a:lnTo>
                <a:cubicBezTo>
                  <a:pt x="738" y="189"/>
                  <a:pt x="602" y="115"/>
                  <a:pt x="443" y="115"/>
                </a:cubicBezTo>
                <a:cubicBezTo>
                  <a:pt x="307" y="115"/>
                  <a:pt x="181" y="169"/>
                  <a:pt x="82" y="257"/>
                </a:cubicBezTo>
                <a:lnTo>
                  <a:pt x="0" y="175"/>
                </a:lnTo>
                <a:cubicBezTo>
                  <a:pt x="121" y="68"/>
                  <a:pt x="274" y="0"/>
                  <a:pt x="443" y="0"/>
                </a:cubicBezTo>
                <a:cubicBezTo>
                  <a:pt x="632" y="0"/>
                  <a:pt x="796" y="82"/>
                  <a:pt x="916" y="216"/>
                </a:cubicBezTo>
                <a:lnTo>
                  <a:pt x="1083" y="30"/>
                </a:lnTo>
                <a:lnTo>
                  <a:pt x="1165" y="11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73294" y="5002213"/>
            <a:ext cx="419100" cy="336550"/>
          </a:xfrm>
          <a:custGeom>
            <a:avLst/>
            <a:gdLst>
              <a:gd name="T0" fmla="*/ 869 w 1165"/>
              <a:gd name="T1" fmla="*/ 464 h 936"/>
              <a:gd name="T2" fmla="*/ 989 w 1165"/>
              <a:gd name="T3" fmla="*/ 410 h 936"/>
              <a:gd name="T4" fmla="*/ 869 w 1165"/>
              <a:gd name="T5" fmla="*/ 355 h 936"/>
              <a:gd name="T6" fmla="*/ 814 w 1165"/>
              <a:gd name="T7" fmla="*/ 235 h 936"/>
              <a:gd name="T8" fmla="*/ 759 w 1165"/>
              <a:gd name="T9" fmla="*/ 355 h 936"/>
              <a:gd name="T10" fmla="*/ 639 w 1165"/>
              <a:gd name="T11" fmla="*/ 410 h 936"/>
              <a:gd name="T12" fmla="*/ 759 w 1165"/>
              <a:gd name="T13" fmla="*/ 464 h 936"/>
              <a:gd name="T14" fmla="*/ 814 w 1165"/>
              <a:gd name="T15" fmla="*/ 585 h 936"/>
              <a:gd name="T16" fmla="*/ 869 w 1165"/>
              <a:gd name="T17" fmla="*/ 464 h 936"/>
              <a:gd name="T18" fmla="*/ 538 w 1165"/>
              <a:gd name="T19" fmla="*/ 656 h 936"/>
              <a:gd name="T20" fmla="*/ 699 w 1165"/>
              <a:gd name="T21" fmla="*/ 585 h 936"/>
              <a:gd name="T22" fmla="*/ 538 w 1165"/>
              <a:gd name="T23" fmla="*/ 511 h 936"/>
              <a:gd name="T24" fmla="*/ 464 w 1165"/>
              <a:gd name="T25" fmla="*/ 350 h 936"/>
              <a:gd name="T26" fmla="*/ 393 w 1165"/>
              <a:gd name="T27" fmla="*/ 511 h 936"/>
              <a:gd name="T28" fmla="*/ 232 w 1165"/>
              <a:gd name="T29" fmla="*/ 585 h 936"/>
              <a:gd name="T30" fmla="*/ 393 w 1165"/>
              <a:gd name="T31" fmla="*/ 656 h 936"/>
              <a:gd name="T32" fmla="*/ 464 w 1165"/>
              <a:gd name="T33" fmla="*/ 817 h 936"/>
              <a:gd name="T34" fmla="*/ 538 w 1165"/>
              <a:gd name="T35" fmla="*/ 656 h 936"/>
              <a:gd name="T36" fmla="*/ 931 w 1165"/>
              <a:gd name="T37" fmla="*/ 0 h 936"/>
              <a:gd name="T38" fmla="*/ 1164 w 1165"/>
              <a:gd name="T39" fmla="*/ 0 h 936"/>
              <a:gd name="T40" fmla="*/ 1164 w 1165"/>
              <a:gd name="T41" fmla="*/ 817 h 936"/>
              <a:gd name="T42" fmla="*/ 1049 w 1165"/>
              <a:gd name="T43" fmla="*/ 935 h 936"/>
              <a:gd name="T44" fmla="*/ 114 w 1165"/>
              <a:gd name="T45" fmla="*/ 935 h 936"/>
              <a:gd name="T46" fmla="*/ 0 w 1165"/>
              <a:gd name="T47" fmla="*/ 817 h 936"/>
              <a:gd name="T48" fmla="*/ 0 w 1165"/>
              <a:gd name="T49" fmla="*/ 117 h 936"/>
              <a:gd name="T50" fmla="*/ 114 w 1165"/>
              <a:gd name="T51" fmla="*/ 0 h 936"/>
              <a:gd name="T52" fmla="*/ 175 w 1165"/>
              <a:gd name="T53" fmla="*/ 0 h 936"/>
              <a:gd name="T54" fmla="*/ 289 w 1165"/>
              <a:gd name="T55" fmla="*/ 175 h 936"/>
              <a:gd name="T56" fmla="*/ 464 w 1165"/>
              <a:gd name="T57" fmla="*/ 175 h 936"/>
              <a:gd name="T58" fmla="*/ 349 w 1165"/>
              <a:gd name="T59" fmla="*/ 0 h 936"/>
              <a:gd name="T60" fmla="*/ 464 w 1165"/>
              <a:gd name="T61" fmla="*/ 0 h 936"/>
              <a:gd name="T62" fmla="*/ 582 w 1165"/>
              <a:gd name="T63" fmla="*/ 175 h 936"/>
              <a:gd name="T64" fmla="*/ 757 w 1165"/>
              <a:gd name="T65" fmla="*/ 175 h 936"/>
              <a:gd name="T66" fmla="*/ 639 w 1165"/>
              <a:gd name="T67" fmla="*/ 0 h 936"/>
              <a:gd name="T68" fmla="*/ 757 w 1165"/>
              <a:gd name="T69" fmla="*/ 0 h 936"/>
              <a:gd name="T70" fmla="*/ 874 w 1165"/>
              <a:gd name="T71" fmla="*/ 175 h 936"/>
              <a:gd name="T72" fmla="*/ 1049 w 1165"/>
              <a:gd name="T73" fmla="*/ 175 h 936"/>
              <a:gd name="T74" fmla="*/ 931 w 1165"/>
              <a:gd name="T75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165" h="936">
                <a:moveTo>
                  <a:pt x="869" y="464"/>
                </a:moveTo>
                <a:lnTo>
                  <a:pt x="989" y="410"/>
                </a:lnTo>
                <a:lnTo>
                  <a:pt x="869" y="355"/>
                </a:lnTo>
                <a:lnTo>
                  <a:pt x="814" y="235"/>
                </a:lnTo>
                <a:lnTo>
                  <a:pt x="759" y="355"/>
                </a:lnTo>
                <a:lnTo>
                  <a:pt x="639" y="410"/>
                </a:lnTo>
                <a:lnTo>
                  <a:pt x="759" y="464"/>
                </a:lnTo>
                <a:lnTo>
                  <a:pt x="814" y="585"/>
                </a:lnTo>
                <a:lnTo>
                  <a:pt x="869" y="464"/>
                </a:lnTo>
                <a:close/>
                <a:moveTo>
                  <a:pt x="538" y="656"/>
                </a:moveTo>
                <a:lnTo>
                  <a:pt x="699" y="585"/>
                </a:lnTo>
                <a:lnTo>
                  <a:pt x="538" y="511"/>
                </a:lnTo>
                <a:lnTo>
                  <a:pt x="464" y="350"/>
                </a:lnTo>
                <a:lnTo>
                  <a:pt x="393" y="511"/>
                </a:lnTo>
                <a:lnTo>
                  <a:pt x="232" y="585"/>
                </a:lnTo>
                <a:lnTo>
                  <a:pt x="393" y="656"/>
                </a:lnTo>
                <a:lnTo>
                  <a:pt x="464" y="817"/>
                </a:lnTo>
                <a:lnTo>
                  <a:pt x="538" y="656"/>
                </a:lnTo>
                <a:close/>
                <a:moveTo>
                  <a:pt x="931" y="0"/>
                </a:moveTo>
                <a:lnTo>
                  <a:pt x="1164" y="0"/>
                </a:lnTo>
                <a:lnTo>
                  <a:pt x="1164" y="817"/>
                </a:lnTo>
                <a:cubicBezTo>
                  <a:pt x="1164" y="880"/>
                  <a:pt x="1112" y="935"/>
                  <a:pt x="1049" y="935"/>
                </a:cubicBezTo>
                <a:lnTo>
                  <a:pt x="114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2" y="0"/>
                  <a:pt x="114" y="0"/>
                </a:cubicBezTo>
                <a:lnTo>
                  <a:pt x="175" y="0"/>
                </a:lnTo>
                <a:lnTo>
                  <a:pt x="289" y="175"/>
                </a:lnTo>
                <a:lnTo>
                  <a:pt x="464" y="175"/>
                </a:lnTo>
                <a:lnTo>
                  <a:pt x="349" y="0"/>
                </a:lnTo>
                <a:lnTo>
                  <a:pt x="464" y="0"/>
                </a:lnTo>
                <a:lnTo>
                  <a:pt x="582" y="175"/>
                </a:lnTo>
                <a:lnTo>
                  <a:pt x="757" y="175"/>
                </a:lnTo>
                <a:lnTo>
                  <a:pt x="639" y="0"/>
                </a:lnTo>
                <a:lnTo>
                  <a:pt x="757" y="0"/>
                </a:lnTo>
                <a:lnTo>
                  <a:pt x="874" y="175"/>
                </a:lnTo>
                <a:lnTo>
                  <a:pt x="1049" y="175"/>
                </a:lnTo>
                <a:lnTo>
                  <a:pt x="931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54381" y="5002213"/>
            <a:ext cx="419100" cy="336550"/>
          </a:xfrm>
          <a:custGeom>
            <a:avLst/>
            <a:gdLst>
              <a:gd name="T0" fmla="*/ 932 w 1165"/>
              <a:gd name="T1" fmla="*/ 0 h 936"/>
              <a:gd name="T2" fmla="*/ 1164 w 1165"/>
              <a:gd name="T3" fmla="*/ 0 h 936"/>
              <a:gd name="T4" fmla="*/ 1164 w 1165"/>
              <a:gd name="T5" fmla="*/ 817 h 936"/>
              <a:gd name="T6" fmla="*/ 1049 w 1165"/>
              <a:gd name="T7" fmla="*/ 935 h 936"/>
              <a:gd name="T8" fmla="*/ 115 w 1165"/>
              <a:gd name="T9" fmla="*/ 935 h 936"/>
              <a:gd name="T10" fmla="*/ 0 w 1165"/>
              <a:gd name="T11" fmla="*/ 817 h 936"/>
              <a:gd name="T12" fmla="*/ 0 w 1165"/>
              <a:gd name="T13" fmla="*/ 117 h 936"/>
              <a:gd name="T14" fmla="*/ 115 w 1165"/>
              <a:gd name="T15" fmla="*/ 0 h 936"/>
              <a:gd name="T16" fmla="*/ 175 w 1165"/>
              <a:gd name="T17" fmla="*/ 0 h 936"/>
              <a:gd name="T18" fmla="*/ 289 w 1165"/>
              <a:gd name="T19" fmla="*/ 235 h 936"/>
              <a:gd name="T20" fmla="*/ 464 w 1165"/>
              <a:gd name="T21" fmla="*/ 235 h 936"/>
              <a:gd name="T22" fmla="*/ 350 w 1165"/>
              <a:gd name="T23" fmla="*/ 0 h 936"/>
              <a:gd name="T24" fmla="*/ 464 w 1165"/>
              <a:gd name="T25" fmla="*/ 0 h 936"/>
              <a:gd name="T26" fmla="*/ 582 w 1165"/>
              <a:gd name="T27" fmla="*/ 235 h 936"/>
              <a:gd name="T28" fmla="*/ 757 w 1165"/>
              <a:gd name="T29" fmla="*/ 235 h 936"/>
              <a:gd name="T30" fmla="*/ 639 w 1165"/>
              <a:gd name="T31" fmla="*/ 0 h 936"/>
              <a:gd name="T32" fmla="*/ 757 w 1165"/>
              <a:gd name="T33" fmla="*/ 0 h 936"/>
              <a:gd name="T34" fmla="*/ 874 w 1165"/>
              <a:gd name="T35" fmla="*/ 235 h 936"/>
              <a:gd name="T36" fmla="*/ 1049 w 1165"/>
              <a:gd name="T37" fmla="*/ 235 h 936"/>
              <a:gd name="T38" fmla="*/ 932 w 1165"/>
              <a:gd name="T39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5" h="936">
                <a:moveTo>
                  <a:pt x="932" y="0"/>
                </a:moveTo>
                <a:lnTo>
                  <a:pt x="1164" y="0"/>
                </a:lnTo>
                <a:lnTo>
                  <a:pt x="1164" y="817"/>
                </a:lnTo>
                <a:cubicBezTo>
                  <a:pt x="1164" y="880"/>
                  <a:pt x="1112" y="935"/>
                  <a:pt x="1049" y="935"/>
                </a:cubicBezTo>
                <a:lnTo>
                  <a:pt x="115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2" y="0"/>
                  <a:pt x="115" y="0"/>
                </a:cubicBezTo>
                <a:lnTo>
                  <a:pt x="175" y="0"/>
                </a:lnTo>
                <a:lnTo>
                  <a:pt x="289" y="235"/>
                </a:lnTo>
                <a:lnTo>
                  <a:pt x="464" y="235"/>
                </a:lnTo>
                <a:lnTo>
                  <a:pt x="350" y="0"/>
                </a:lnTo>
                <a:lnTo>
                  <a:pt x="464" y="0"/>
                </a:lnTo>
                <a:lnTo>
                  <a:pt x="582" y="235"/>
                </a:lnTo>
                <a:lnTo>
                  <a:pt x="757" y="235"/>
                </a:lnTo>
                <a:lnTo>
                  <a:pt x="639" y="0"/>
                </a:lnTo>
                <a:lnTo>
                  <a:pt x="757" y="0"/>
                </a:lnTo>
                <a:lnTo>
                  <a:pt x="874" y="235"/>
                </a:lnTo>
                <a:lnTo>
                  <a:pt x="1049" y="235"/>
                </a:lnTo>
                <a:lnTo>
                  <a:pt x="93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54521" y="4981577"/>
            <a:ext cx="377825" cy="377825"/>
          </a:xfrm>
          <a:custGeom>
            <a:avLst/>
            <a:gdLst>
              <a:gd name="T0" fmla="*/ 757 w 1051"/>
              <a:gd name="T1" fmla="*/ 407 h 1050"/>
              <a:gd name="T2" fmla="*/ 525 w 1051"/>
              <a:gd name="T3" fmla="*/ 642 h 1050"/>
              <a:gd name="T4" fmla="*/ 293 w 1051"/>
              <a:gd name="T5" fmla="*/ 407 h 1050"/>
              <a:gd name="T6" fmla="*/ 407 w 1051"/>
              <a:gd name="T7" fmla="*/ 407 h 1050"/>
              <a:gd name="T8" fmla="*/ 407 w 1051"/>
              <a:gd name="T9" fmla="*/ 232 h 1050"/>
              <a:gd name="T10" fmla="*/ 642 w 1051"/>
              <a:gd name="T11" fmla="*/ 232 h 1050"/>
              <a:gd name="T12" fmla="*/ 642 w 1051"/>
              <a:gd name="T13" fmla="*/ 407 h 1050"/>
              <a:gd name="T14" fmla="*/ 757 w 1051"/>
              <a:gd name="T15" fmla="*/ 407 h 1050"/>
              <a:gd name="T16" fmla="*/ 932 w 1051"/>
              <a:gd name="T17" fmla="*/ 699 h 1050"/>
              <a:gd name="T18" fmla="*/ 932 w 1051"/>
              <a:gd name="T19" fmla="*/ 117 h 1050"/>
              <a:gd name="T20" fmla="*/ 115 w 1051"/>
              <a:gd name="T21" fmla="*/ 117 h 1050"/>
              <a:gd name="T22" fmla="*/ 115 w 1051"/>
              <a:gd name="T23" fmla="*/ 699 h 1050"/>
              <a:gd name="T24" fmla="*/ 350 w 1051"/>
              <a:gd name="T25" fmla="*/ 699 h 1050"/>
              <a:gd name="T26" fmla="*/ 525 w 1051"/>
              <a:gd name="T27" fmla="*/ 874 h 1050"/>
              <a:gd name="T28" fmla="*/ 700 w 1051"/>
              <a:gd name="T29" fmla="*/ 699 h 1050"/>
              <a:gd name="T30" fmla="*/ 932 w 1051"/>
              <a:gd name="T31" fmla="*/ 699 h 1050"/>
              <a:gd name="T32" fmla="*/ 932 w 1051"/>
              <a:gd name="T33" fmla="*/ 0 h 1050"/>
              <a:gd name="T34" fmla="*/ 1050 w 1051"/>
              <a:gd name="T35" fmla="*/ 117 h 1050"/>
              <a:gd name="T36" fmla="*/ 1050 w 1051"/>
              <a:gd name="T37" fmla="*/ 931 h 1050"/>
              <a:gd name="T38" fmla="*/ 932 w 1051"/>
              <a:gd name="T39" fmla="*/ 1049 h 1050"/>
              <a:gd name="T40" fmla="*/ 115 w 1051"/>
              <a:gd name="T41" fmla="*/ 1049 h 1050"/>
              <a:gd name="T42" fmla="*/ 0 w 1051"/>
              <a:gd name="T43" fmla="*/ 931 h 1050"/>
              <a:gd name="T44" fmla="*/ 0 w 1051"/>
              <a:gd name="T45" fmla="*/ 117 h 1050"/>
              <a:gd name="T46" fmla="*/ 115 w 1051"/>
              <a:gd name="T47" fmla="*/ 0 h 1050"/>
              <a:gd name="T48" fmla="*/ 932 w 1051"/>
              <a:gd name="T4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050">
                <a:moveTo>
                  <a:pt x="757" y="407"/>
                </a:moveTo>
                <a:lnTo>
                  <a:pt x="525" y="642"/>
                </a:lnTo>
                <a:lnTo>
                  <a:pt x="293" y="407"/>
                </a:lnTo>
                <a:lnTo>
                  <a:pt x="407" y="407"/>
                </a:lnTo>
                <a:lnTo>
                  <a:pt x="407" y="232"/>
                </a:lnTo>
                <a:lnTo>
                  <a:pt x="642" y="232"/>
                </a:lnTo>
                <a:lnTo>
                  <a:pt x="642" y="407"/>
                </a:lnTo>
                <a:lnTo>
                  <a:pt x="757" y="407"/>
                </a:lnTo>
                <a:close/>
                <a:moveTo>
                  <a:pt x="932" y="699"/>
                </a:moveTo>
                <a:lnTo>
                  <a:pt x="932" y="117"/>
                </a:lnTo>
                <a:lnTo>
                  <a:pt x="115" y="117"/>
                </a:lnTo>
                <a:lnTo>
                  <a:pt x="115" y="699"/>
                </a:lnTo>
                <a:lnTo>
                  <a:pt x="350" y="699"/>
                </a:lnTo>
                <a:cubicBezTo>
                  <a:pt x="350" y="795"/>
                  <a:pt x="429" y="874"/>
                  <a:pt x="525" y="874"/>
                </a:cubicBezTo>
                <a:cubicBezTo>
                  <a:pt x="621" y="874"/>
                  <a:pt x="700" y="795"/>
                  <a:pt x="700" y="699"/>
                </a:cubicBezTo>
                <a:lnTo>
                  <a:pt x="932" y="699"/>
                </a:lnTo>
                <a:close/>
                <a:moveTo>
                  <a:pt x="932" y="0"/>
                </a:moveTo>
                <a:cubicBezTo>
                  <a:pt x="995" y="0"/>
                  <a:pt x="1050" y="54"/>
                  <a:pt x="1050" y="117"/>
                </a:cubicBezTo>
                <a:lnTo>
                  <a:pt x="1050" y="931"/>
                </a:lnTo>
                <a:cubicBezTo>
                  <a:pt x="1050" y="994"/>
                  <a:pt x="995" y="1049"/>
                  <a:pt x="932" y="1049"/>
                </a:cubicBezTo>
                <a:lnTo>
                  <a:pt x="115" y="1049"/>
                </a:lnTo>
                <a:cubicBezTo>
                  <a:pt x="49" y="1049"/>
                  <a:pt x="0" y="994"/>
                  <a:pt x="0" y="931"/>
                </a:cubicBezTo>
                <a:lnTo>
                  <a:pt x="0" y="117"/>
                </a:lnTo>
                <a:cubicBezTo>
                  <a:pt x="0" y="54"/>
                  <a:pt x="49" y="0"/>
                  <a:pt x="115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8071" y="5915026"/>
            <a:ext cx="155575" cy="252412"/>
          </a:xfrm>
          <a:custGeom>
            <a:avLst/>
            <a:gdLst>
              <a:gd name="T0" fmla="*/ 432 w 433"/>
              <a:gd name="T1" fmla="*/ 82 h 700"/>
              <a:gd name="T2" fmla="*/ 164 w 433"/>
              <a:gd name="T3" fmla="*/ 350 h 700"/>
              <a:gd name="T4" fmla="*/ 432 w 433"/>
              <a:gd name="T5" fmla="*/ 617 h 700"/>
              <a:gd name="T6" fmla="*/ 350 w 433"/>
              <a:gd name="T7" fmla="*/ 699 h 700"/>
              <a:gd name="T8" fmla="*/ 0 w 433"/>
              <a:gd name="T9" fmla="*/ 350 h 700"/>
              <a:gd name="T10" fmla="*/ 350 w 433"/>
              <a:gd name="T11" fmla="*/ 0 h 700"/>
              <a:gd name="T12" fmla="*/ 432 w 433"/>
              <a:gd name="T13" fmla="*/ 82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3" h="700">
                <a:moveTo>
                  <a:pt x="432" y="82"/>
                </a:moveTo>
                <a:lnTo>
                  <a:pt x="164" y="350"/>
                </a:lnTo>
                <a:lnTo>
                  <a:pt x="432" y="617"/>
                </a:lnTo>
                <a:lnTo>
                  <a:pt x="350" y="699"/>
                </a:lnTo>
                <a:lnTo>
                  <a:pt x="0" y="350"/>
                </a:lnTo>
                <a:lnTo>
                  <a:pt x="350" y="0"/>
                </a:lnTo>
                <a:lnTo>
                  <a:pt x="432" y="8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028031" y="5842003"/>
            <a:ext cx="419100" cy="398461"/>
          </a:xfrm>
          <a:custGeom>
            <a:avLst/>
            <a:gdLst>
              <a:gd name="T0" fmla="*/ 525 w 1166"/>
              <a:gd name="T1" fmla="*/ 905 h 1108"/>
              <a:gd name="T2" fmla="*/ 758 w 1166"/>
              <a:gd name="T3" fmla="*/ 670 h 1108"/>
              <a:gd name="T4" fmla="*/ 525 w 1166"/>
              <a:gd name="T5" fmla="*/ 437 h 1108"/>
              <a:gd name="T6" fmla="*/ 465 w 1166"/>
              <a:gd name="T7" fmla="*/ 495 h 1108"/>
              <a:gd name="T8" fmla="*/ 640 w 1166"/>
              <a:gd name="T9" fmla="*/ 670 h 1108"/>
              <a:gd name="T10" fmla="*/ 465 w 1166"/>
              <a:gd name="T11" fmla="*/ 845 h 1108"/>
              <a:gd name="T12" fmla="*/ 525 w 1166"/>
              <a:gd name="T13" fmla="*/ 905 h 1108"/>
              <a:gd name="T14" fmla="*/ 465 w 1166"/>
              <a:gd name="T15" fmla="*/ 118 h 1108"/>
              <a:gd name="T16" fmla="*/ 465 w 1166"/>
              <a:gd name="T17" fmla="*/ 232 h 1108"/>
              <a:gd name="T18" fmla="*/ 700 w 1166"/>
              <a:gd name="T19" fmla="*/ 232 h 1108"/>
              <a:gd name="T20" fmla="*/ 700 w 1166"/>
              <a:gd name="T21" fmla="*/ 118 h 1108"/>
              <a:gd name="T22" fmla="*/ 465 w 1166"/>
              <a:gd name="T23" fmla="*/ 118 h 1108"/>
              <a:gd name="T24" fmla="*/ 700 w 1166"/>
              <a:gd name="T25" fmla="*/ 0 h 1108"/>
              <a:gd name="T26" fmla="*/ 815 w 1166"/>
              <a:gd name="T27" fmla="*/ 118 h 1108"/>
              <a:gd name="T28" fmla="*/ 815 w 1166"/>
              <a:gd name="T29" fmla="*/ 232 h 1108"/>
              <a:gd name="T30" fmla="*/ 1050 w 1166"/>
              <a:gd name="T31" fmla="*/ 232 h 1108"/>
              <a:gd name="T32" fmla="*/ 1165 w 1166"/>
              <a:gd name="T33" fmla="*/ 350 h 1108"/>
              <a:gd name="T34" fmla="*/ 1165 w 1166"/>
              <a:gd name="T35" fmla="*/ 992 h 1108"/>
              <a:gd name="T36" fmla="*/ 1050 w 1166"/>
              <a:gd name="T37" fmla="*/ 1107 h 1108"/>
              <a:gd name="T38" fmla="*/ 115 w 1166"/>
              <a:gd name="T39" fmla="*/ 1107 h 1108"/>
              <a:gd name="T40" fmla="*/ 0 w 1166"/>
              <a:gd name="T41" fmla="*/ 992 h 1108"/>
              <a:gd name="T42" fmla="*/ 0 w 1166"/>
              <a:gd name="T43" fmla="*/ 350 h 1108"/>
              <a:gd name="T44" fmla="*/ 115 w 1166"/>
              <a:gd name="T45" fmla="*/ 232 h 1108"/>
              <a:gd name="T46" fmla="*/ 350 w 1166"/>
              <a:gd name="T47" fmla="*/ 232 h 1108"/>
              <a:gd name="T48" fmla="*/ 350 w 1166"/>
              <a:gd name="T49" fmla="*/ 118 h 1108"/>
              <a:gd name="T50" fmla="*/ 465 w 1166"/>
              <a:gd name="T51" fmla="*/ 0 h 1108"/>
              <a:gd name="T52" fmla="*/ 700 w 1166"/>
              <a:gd name="T53" fmla="*/ 0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108">
                <a:moveTo>
                  <a:pt x="525" y="905"/>
                </a:moveTo>
                <a:lnTo>
                  <a:pt x="758" y="670"/>
                </a:lnTo>
                <a:lnTo>
                  <a:pt x="525" y="437"/>
                </a:lnTo>
                <a:lnTo>
                  <a:pt x="465" y="495"/>
                </a:lnTo>
                <a:lnTo>
                  <a:pt x="640" y="670"/>
                </a:lnTo>
                <a:lnTo>
                  <a:pt x="465" y="845"/>
                </a:lnTo>
                <a:lnTo>
                  <a:pt x="525" y="905"/>
                </a:lnTo>
                <a:close/>
                <a:moveTo>
                  <a:pt x="465" y="118"/>
                </a:moveTo>
                <a:lnTo>
                  <a:pt x="465" y="232"/>
                </a:lnTo>
                <a:lnTo>
                  <a:pt x="700" y="232"/>
                </a:lnTo>
                <a:lnTo>
                  <a:pt x="700" y="118"/>
                </a:lnTo>
                <a:lnTo>
                  <a:pt x="465" y="118"/>
                </a:lnTo>
                <a:close/>
                <a:moveTo>
                  <a:pt x="700" y="0"/>
                </a:moveTo>
                <a:cubicBezTo>
                  <a:pt x="764" y="0"/>
                  <a:pt x="815" y="53"/>
                  <a:pt x="815" y="118"/>
                </a:cubicBezTo>
                <a:lnTo>
                  <a:pt x="815" y="232"/>
                </a:lnTo>
                <a:lnTo>
                  <a:pt x="1050" y="232"/>
                </a:lnTo>
                <a:cubicBezTo>
                  <a:pt x="1113" y="232"/>
                  <a:pt x="1165" y="287"/>
                  <a:pt x="1165" y="350"/>
                </a:cubicBezTo>
                <a:lnTo>
                  <a:pt x="1165" y="992"/>
                </a:lnTo>
                <a:cubicBezTo>
                  <a:pt x="1165" y="1055"/>
                  <a:pt x="1113" y="1107"/>
                  <a:pt x="1050" y="1107"/>
                </a:cubicBezTo>
                <a:lnTo>
                  <a:pt x="115" y="1107"/>
                </a:lnTo>
                <a:cubicBezTo>
                  <a:pt x="52" y="1107"/>
                  <a:pt x="0" y="1055"/>
                  <a:pt x="0" y="992"/>
                </a:cubicBezTo>
                <a:lnTo>
                  <a:pt x="0" y="350"/>
                </a:lnTo>
                <a:cubicBezTo>
                  <a:pt x="0" y="287"/>
                  <a:pt x="52" y="232"/>
                  <a:pt x="115" y="232"/>
                </a:cubicBezTo>
                <a:lnTo>
                  <a:pt x="350" y="232"/>
                </a:lnTo>
                <a:lnTo>
                  <a:pt x="350" y="118"/>
                </a:lnTo>
                <a:cubicBezTo>
                  <a:pt x="350" y="55"/>
                  <a:pt x="402" y="0"/>
                  <a:pt x="465" y="0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109119" y="5821363"/>
            <a:ext cx="461962" cy="439738"/>
          </a:xfrm>
          <a:custGeom>
            <a:avLst/>
            <a:gdLst>
              <a:gd name="T0" fmla="*/ 699 w 1285"/>
              <a:gd name="T1" fmla="*/ 667 h 1220"/>
              <a:gd name="T2" fmla="*/ 699 w 1285"/>
              <a:gd name="T3" fmla="*/ 317 h 1220"/>
              <a:gd name="T4" fmla="*/ 585 w 1285"/>
              <a:gd name="T5" fmla="*/ 317 h 1220"/>
              <a:gd name="T6" fmla="*/ 585 w 1285"/>
              <a:gd name="T7" fmla="*/ 667 h 1220"/>
              <a:gd name="T8" fmla="*/ 699 w 1285"/>
              <a:gd name="T9" fmla="*/ 667 h 1220"/>
              <a:gd name="T10" fmla="*/ 699 w 1285"/>
              <a:gd name="T11" fmla="*/ 902 h 1220"/>
              <a:gd name="T12" fmla="*/ 699 w 1285"/>
              <a:gd name="T13" fmla="*/ 784 h 1220"/>
              <a:gd name="T14" fmla="*/ 585 w 1285"/>
              <a:gd name="T15" fmla="*/ 784 h 1220"/>
              <a:gd name="T16" fmla="*/ 585 w 1285"/>
              <a:gd name="T17" fmla="*/ 902 h 1220"/>
              <a:gd name="T18" fmla="*/ 699 w 1285"/>
              <a:gd name="T19" fmla="*/ 902 h 1220"/>
              <a:gd name="T20" fmla="*/ 1284 w 1285"/>
              <a:gd name="T21" fmla="*/ 610 h 1220"/>
              <a:gd name="T22" fmla="*/ 1142 w 1285"/>
              <a:gd name="T23" fmla="*/ 771 h 1220"/>
              <a:gd name="T24" fmla="*/ 1161 w 1285"/>
              <a:gd name="T25" fmla="*/ 987 h 1220"/>
              <a:gd name="T26" fmla="*/ 951 w 1285"/>
              <a:gd name="T27" fmla="*/ 1033 h 1220"/>
              <a:gd name="T28" fmla="*/ 841 w 1285"/>
              <a:gd name="T29" fmla="*/ 1219 h 1220"/>
              <a:gd name="T30" fmla="*/ 642 w 1285"/>
              <a:gd name="T31" fmla="*/ 1134 h 1220"/>
              <a:gd name="T32" fmla="*/ 442 w 1285"/>
              <a:gd name="T33" fmla="*/ 1219 h 1220"/>
              <a:gd name="T34" fmla="*/ 333 w 1285"/>
              <a:gd name="T35" fmla="*/ 1036 h 1220"/>
              <a:gd name="T36" fmla="*/ 123 w 1285"/>
              <a:gd name="T37" fmla="*/ 987 h 1220"/>
              <a:gd name="T38" fmla="*/ 142 w 1285"/>
              <a:gd name="T39" fmla="*/ 771 h 1220"/>
              <a:gd name="T40" fmla="*/ 0 w 1285"/>
              <a:gd name="T41" fmla="*/ 610 h 1220"/>
              <a:gd name="T42" fmla="*/ 142 w 1285"/>
              <a:gd name="T43" fmla="*/ 446 h 1220"/>
              <a:gd name="T44" fmla="*/ 123 w 1285"/>
              <a:gd name="T45" fmla="*/ 232 h 1220"/>
              <a:gd name="T46" fmla="*/ 333 w 1285"/>
              <a:gd name="T47" fmla="*/ 186 h 1220"/>
              <a:gd name="T48" fmla="*/ 442 w 1285"/>
              <a:gd name="T49" fmla="*/ 0 h 1220"/>
              <a:gd name="T50" fmla="*/ 642 w 1285"/>
              <a:gd name="T51" fmla="*/ 85 h 1220"/>
              <a:gd name="T52" fmla="*/ 841 w 1285"/>
              <a:gd name="T53" fmla="*/ 0 h 1220"/>
              <a:gd name="T54" fmla="*/ 951 w 1285"/>
              <a:gd name="T55" fmla="*/ 186 h 1220"/>
              <a:gd name="T56" fmla="*/ 1161 w 1285"/>
              <a:gd name="T57" fmla="*/ 232 h 1220"/>
              <a:gd name="T58" fmla="*/ 1142 w 1285"/>
              <a:gd name="T59" fmla="*/ 448 h 1220"/>
              <a:gd name="T60" fmla="*/ 1284 w 1285"/>
              <a:gd name="T61" fmla="*/ 610 h 1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5" h="1220">
                <a:moveTo>
                  <a:pt x="699" y="667"/>
                </a:moveTo>
                <a:lnTo>
                  <a:pt x="699" y="317"/>
                </a:lnTo>
                <a:lnTo>
                  <a:pt x="585" y="317"/>
                </a:lnTo>
                <a:lnTo>
                  <a:pt x="585" y="667"/>
                </a:lnTo>
                <a:lnTo>
                  <a:pt x="699" y="667"/>
                </a:lnTo>
                <a:close/>
                <a:moveTo>
                  <a:pt x="699" y="902"/>
                </a:moveTo>
                <a:lnTo>
                  <a:pt x="699" y="784"/>
                </a:lnTo>
                <a:lnTo>
                  <a:pt x="585" y="784"/>
                </a:lnTo>
                <a:lnTo>
                  <a:pt x="585" y="902"/>
                </a:lnTo>
                <a:lnTo>
                  <a:pt x="699" y="902"/>
                </a:lnTo>
                <a:close/>
                <a:moveTo>
                  <a:pt x="1284" y="610"/>
                </a:moveTo>
                <a:lnTo>
                  <a:pt x="1142" y="771"/>
                </a:lnTo>
                <a:lnTo>
                  <a:pt x="1161" y="987"/>
                </a:lnTo>
                <a:lnTo>
                  <a:pt x="951" y="1033"/>
                </a:lnTo>
                <a:lnTo>
                  <a:pt x="841" y="1219"/>
                </a:lnTo>
                <a:lnTo>
                  <a:pt x="642" y="1134"/>
                </a:lnTo>
                <a:lnTo>
                  <a:pt x="442" y="1219"/>
                </a:lnTo>
                <a:lnTo>
                  <a:pt x="333" y="1036"/>
                </a:lnTo>
                <a:lnTo>
                  <a:pt x="123" y="987"/>
                </a:lnTo>
                <a:lnTo>
                  <a:pt x="142" y="771"/>
                </a:lnTo>
                <a:lnTo>
                  <a:pt x="0" y="610"/>
                </a:lnTo>
                <a:lnTo>
                  <a:pt x="142" y="446"/>
                </a:lnTo>
                <a:lnTo>
                  <a:pt x="123" y="232"/>
                </a:lnTo>
                <a:lnTo>
                  <a:pt x="333" y="186"/>
                </a:lnTo>
                <a:lnTo>
                  <a:pt x="442" y="0"/>
                </a:lnTo>
                <a:lnTo>
                  <a:pt x="642" y="85"/>
                </a:lnTo>
                <a:lnTo>
                  <a:pt x="841" y="0"/>
                </a:lnTo>
                <a:lnTo>
                  <a:pt x="951" y="186"/>
                </a:lnTo>
                <a:lnTo>
                  <a:pt x="1161" y="232"/>
                </a:lnTo>
                <a:lnTo>
                  <a:pt x="1142" y="448"/>
                </a:lnTo>
                <a:lnTo>
                  <a:pt x="1284" y="61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198144" y="5846764"/>
            <a:ext cx="488950" cy="387350"/>
          </a:xfrm>
          <a:custGeom>
            <a:avLst/>
            <a:gdLst>
              <a:gd name="T0" fmla="*/ 1170 w 1356"/>
              <a:gd name="T1" fmla="*/ 463 h 1078"/>
              <a:gd name="T2" fmla="*/ 1172 w 1356"/>
              <a:gd name="T3" fmla="*/ 465 h 1078"/>
              <a:gd name="T4" fmla="*/ 677 w 1356"/>
              <a:gd name="T5" fmla="*/ 1077 h 1078"/>
              <a:gd name="T6" fmla="*/ 183 w 1356"/>
              <a:gd name="T7" fmla="*/ 465 h 1078"/>
              <a:gd name="T8" fmla="*/ 185 w 1356"/>
              <a:gd name="T9" fmla="*/ 463 h 1078"/>
              <a:gd name="T10" fmla="*/ 0 w 1356"/>
              <a:gd name="T11" fmla="*/ 233 h 1078"/>
              <a:gd name="T12" fmla="*/ 677 w 1356"/>
              <a:gd name="T13" fmla="*/ 0 h 1078"/>
              <a:gd name="T14" fmla="*/ 1355 w 1356"/>
              <a:gd name="T15" fmla="*/ 233 h 1078"/>
              <a:gd name="T16" fmla="*/ 1170 w 1356"/>
              <a:gd name="T17" fmla="*/ 463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6" h="1078">
                <a:moveTo>
                  <a:pt x="1170" y="463"/>
                </a:moveTo>
                <a:cubicBezTo>
                  <a:pt x="1171" y="464"/>
                  <a:pt x="1171" y="464"/>
                  <a:pt x="1172" y="465"/>
                </a:cubicBezTo>
                <a:lnTo>
                  <a:pt x="677" y="1077"/>
                </a:lnTo>
                <a:lnTo>
                  <a:pt x="183" y="465"/>
                </a:lnTo>
                <a:cubicBezTo>
                  <a:pt x="183" y="464"/>
                  <a:pt x="184" y="464"/>
                  <a:pt x="185" y="463"/>
                </a:cubicBezTo>
                <a:lnTo>
                  <a:pt x="0" y="233"/>
                </a:lnTo>
                <a:cubicBezTo>
                  <a:pt x="27" y="213"/>
                  <a:pt x="286" y="0"/>
                  <a:pt x="677" y="0"/>
                </a:cubicBezTo>
                <a:cubicBezTo>
                  <a:pt x="1067" y="0"/>
                  <a:pt x="1328" y="213"/>
                  <a:pt x="1355" y="233"/>
                </a:cubicBezTo>
                <a:lnTo>
                  <a:pt x="1170" y="46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12569" y="5821364"/>
            <a:ext cx="461962" cy="441325"/>
          </a:xfrm>
          <a:custGeom>
            <a:avLst/>
            <a:gdLst>
              <a:gd name="T0" fmla="*/ 1167 w 1285"/>
              <a:gd name="T1" fmla="*/ 875 h 1226"/>
              <a:gd name="T2" fmla="*/ 1167 w 1285"/>
              <a:gd name="T3" fmla="*/ 787 h 1226"/>
              <a:gd name="T4" fmla="*/ 1079 w 1285"/>
              <a:gd name="T5" fmla="*/ 700 h 1226"/>
              <a:gd name="T6" fmla="*/ 992 w 1285"/>
              <a:gd name="T7" fmla="*/ 787 h 1226"/>
              <a:gd name="T8" fmla="*/ 992 w 1285"/>
              <a:gd name="T9" fmla="*/ 875 h 1226"/>
              <a:gd name="T10" fmla="*/ 1167 w 1285"/>
              <a:gd name="T11" fmla="*/ 875 h 1226"/>
              <a:gd name="T12" fmla="*/ 1224 w 1285"/>
              <a:gd name="T13" fmla="*/ 875 h 1226"/>
              <a:gd name="T14" fmla="*/ 1284 w 1285"/>
              <a:gd name="T15" fmla="*/ 935 h 1226"/>
              <a:gd name="T16" fmla="*/ 1284 w 1285"/>
              <a:gd name="T17" fmla="*/ 1167 h 1226"/>
              <a:gd name="T18" fmla="*/ 1224 w 1285"/>
              <a:gd name="T19" fmla="*/ 1225 h 1226"/>
              <a:gd name="T20" fmla="*/ 934 w 1285"/>
              <a:gd name="T21" fmla="*/ 1225 h 1226"/>
              <a:gd name="T22" fmla="*/ 874 w 1285"/>
              <a:gd name="T23" fmla="*/ 1167 h 1226"/>
              <a:gd name="T24" fmla="*/ 874 w 1285"/>
              <a:gd name="T25" fmla="*/ 935 h 1226"/>
              <a:gd name="T26" fmla="*/ 934 w 1285"/>
              <a:gd name="T27" fmla="*/ 875 h 1226"/>
              <a:gd name="T28" fmla="*/ 934 w 1285"/>
              <a:gd name="T29" fmla="*/ 787 h 1226"/>
              <a:gd name="T30" fmla="*/ 1079 w 1285"/>
              <a:gd name="T31" fmla="*/ 643 h 1226"/>
              <a:gd name="T32" fmla="*/ 1224 w 1285"/>
              <a:gd name="T33" fmla="*/ 787 h 1226"/>
              <a:gd name="T34" fmla="*/ 1224 w 1285"/>
              <a:gd name="T35" fmla="*/ 875 h 1226"/>
              <a:gd name="T36" fmla="*/ 1079 w 1285"/>
              <a:gd name="T37" fmla="*/ 525 h 1226"/>
              <a:gd name="T38" fmla="*/ 817 w 1285"/>
              <a:gd name="T39" fmla="*/ 787 h 1226"/>
              <a:gd name="T40" fmla="*/ 817 w 1285"/>
              <a:gd name="T41" fmla="*/ 804 h 1226"/>
              <a:gd name="T42" fmla="*/ 759 w 1285"/>
              <a:gd name="T43" fmla="*/ 935 h 1226"/>
              <a:gd name="T44" fmla="*/ 759 w 1285"/>
              <a:gd name="T45" fmla="*/ 1110 h 1226"/>
              <a:gd name="T46" fmla="*/ 0 w 1285"/>
              <a:gd name="T47" fmla="*/ 1110 h 1226"/>
              <a:gd name="T48" fmla="*/ 1109 w 1285"/>
              <a:gd name="T49" fmla="*/ 0 h 1226"/>
              <a:gd name="T50" fmla="*/ 1109 w 1285"/>
              <a:gd name="T51" fmla="*/ 528 h 1226"/>
              <a:gd name="T52" fmla="*/ 1079 w 1285"/>
              <a:gd name="T53" fmla="*/ 525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85" h="1226">
                <a:moveTo>
                  <a:pt x="1167" y="875"/>
                </a:moveTo>
                <a:lnTo>
                  <a:pt x="1167" y="787"/>
                </a:lnTo>
                <a:cubicBezTo>
                  <a:pt x="1167" y="738"/>
                  <a:pt x="1128" y="700"/>
                  <a:pt x="1079" y="700"/>
                </a:cubicBezTo>
                <a:cubicBezTo>
                  <a:pt x="1030" y="700"/>
                  <a:pt x="992" y="738"/>
                  <a:pt x="992" y="787"/>
                </a:cubicBezTo>
                <a:lnTo>
                  <a:pt x="992" y="875"/>
                </a:lnTo>
                <a:lnTo>
                  <a:pt x="1167" y="875"/>
                </a:lnTo>
                <a:close/>
                <a:moveTo>
                  <a:pt x="1224" y="875"/>
                </a:moveTo>
                <a:cubicBezTo>
                  <a:pt x="1257" y="875"/>
                  <a:pt x="1284" y="902"/>
                  <a:pt x="1284" y="935"/>
                </a:cubicBezTo>
                <a:lnTo>
                  <a:pt x="1284" y="1167"/>
                </a:lnTo>
                <a:cubicBezTo>
                  <a:pt x="1284" y="1200"/>
                  <a:pt x="1257" y="1225"/>
                  <a:pt x="1224" y="1225"/>
                </a:cubicBezTo>
                <a:lnTo>
                  <a:pt x="934" y="1225"/>
                </a:lnTo>
                <a:cubicBezTo>
                  <a:pt x="901" y="1225"/>
                  <a:pt x="874" y="1200"/>
                  <a:pt x="874" y="1167"/>
                </a:cubicBezTo>
                <a:lnTo>
                  <a:pt x="874" y="935"/>
                </a:lnTo>
                <a:cubicBezTo>
                  <a:pt x="874" y="902"/>
                  <a:pt x="901" y="875"/>
                  <a:pt x="934" y="875"/>
                </a:cubicBezTo>
                <a:lnTo>
                  <a:pt x="934" y="787"/>
                </a:lnTo>
                <a:cubicBezTo>
                  <a:pt x="934" y="708"/>
                  <a:pt x="1000" y="643"/>
                  <a:pt x="1079" y="643"/>
                </a:cubicBezTo>
                <a:cubicBezTo>
                  <a:pt x="1158" y="643"/>
                  <a:pt x="1224" y="708"/>
                  <a:pt x="1224" y="787"/>
                </a:cubicBezTo>
                <a:lnTo>
                  <a:pt x="1224" y="875"/>
                </a:lnTo>
                <a:close/>
                <a:moveTo>
                  <a:pt x="1079" y="525"/>
                </a:moveTo>
                <a:cubicBezTo>
                  <a:pt x="934" y="525"/>
                  <a:pt x="817" y="643"/>
                  <a:pt x="817" y="787"/>
                </a:cubicBezTo>
                <a:lnTo>
                  <a:pt x="817" y="804"/>
                </a:lnTo>
                <a:cubicBezTo>
                  <a:pt x="781" y="837"/>
                  <a:pt x="759" y="883"/>
                  <a:pt x="759" y="935"/>
                </a:cubicBezTo>
                <a:lnTo>
                  <a:pt x="759" y="1110"/>
                </a:lnTo>
                <a:lnTo>
                  <a:pt x="0" y="1110"/>
                </a:lnTo>
                <a:lnTo>
                  <a:pt x="1109" y="0"/>
                </a:lnTo>
                <a:lnTo>
                  <a:pt x="1109" y="528"/>
                </a:lnTo>
                <a:cubicBezTo>
                  <a:pt x="1098" y="528"/>
                  <a:pt x="1090" y="525"/>
                  <a:pt x="1079" y="52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14294" y="5864228"/>
            <a:ext cx="461962" cy="339725"/>
          </a:xfrm>
          <a:custGeom>
            <a:avLst/>
            <a:gdLst>
              <a:gd name="T0" fmla="*/ 235 w 1285"/>
              <a:gd name="T1" fmla="*/ 533 h 944"/>
              <a:gd name="T2" fmla="*/ 661 w 1285"/>
              <a:gd name="T3" fmla="*/ 367 h 944"/>
              <a:gd name="T4" fmla="*/ 585 w 1285"/>
              <a:gd name="T5" fmla="*/ 533 h 944"/>
              <a:gd name="T6" fmla="*/ 350 w 1285"/>
              <a:gd name="T7" fmla="*/ 651 h 944"/>
              <a:gd name="T8" fmla="*/ 235 w 1285"/>
              <a:gd name="T9" fmla="*/ 533 h 944"/>
              <a:gd name="T10" fmla="*/ 935 w 1285"/>
              <a:gd name="T11" fmla="*/ 651 h 944"/>
              <a:gd name="T12" fmla="*/ 864 w 1285"/>
              <a:gd name="T13" fmla="*/ 593 h 944"/>
              <a:gd name="T14" fmla="*/ 896 w 1285"/>
              <a:gd name="T15" fmla="*/ 424 h 944"/>
              <a:gd name="T16" fmla="*/ 1049 w 1285"/>
              <a:gd name="T17" fmla="*/ 533 h 944"/>
              <a:gd name="T18" fmla="*/ 935 w 1285"/>
              <a:gd name="T19" fmla="*/ 651 h 944"/>
              <a:gd name="T20" fmla="*/ 1167 w 1285"/>
              <a:gd name="T21" fmla="*/ 419 h 944"/>
              <a:gd name="T22" fmla="*/ 926 w 1285"/>
              <a:gd name="T23" fmla="*/ 257 h 944"/>
              <a:gd name="T24" fmla="*/ 956 w 1285"/>
              <a:gd name="T25" fmla="*/ 93 h 944"/>
              <a:gd name="T26" fmla="*/ 1284 w 1285"/>
              <a:gd name="T27" fmla="*/ 301 h 944"/>
              <a:gd name="T28" fmla="*/ 1167 w 1285"/>
              <a:gd name="T29" fmla="*/ 419 h 944"/>
              <a:gd name="T30" fmla="*/ 0 w 1285"/>
              <a:gd name="T31" fmla="*/ 301 h 944"/>
              <a:gd name="T32" fmla="*/ 801 w 1285"/>
              <a:gd name="T33" fmla="*/ 50 h 944"/>
              <a:gd name="T34" fmla="*/ 732 w 1285"/>
              <a:gd name="T35" fmla="*/ 205 h 944"/>
              <a:gd name="T36" fmla="*/ 117 w 1285"/>
              <a:gd name="T37" fmla="*/ 419 h 944"/>
              <a:gd name="T38" fmla="*/ 0 w 1285"/>
              <a:gd name="T39" fmla="*/ 301 h 944"/>
              <a:gd name="T40" fmla="*/ 899 w 1285"/>
              <a:gd name="T41" fmla="*/ 96 h 944"/>
              <a:gd name="T42" fmla="*/ 757 w 1285"/>
              <a:gd name="T43" fmla="*/ 848 h 944"/>
              <a:gd name="T44" fmla="*/ 757 w 1285"/>
              <a:gd name="T45" fmla="*/ 850 h 944"/>
              <a:gd name="T46" fmla="*/ 642 w 1285"/>
              <a:gd name="T47" fmla="*/ 943 h 944"/>
              <a:gd name="T48" fmla="*/ 525 w 1285"/>
              <a:gd name="T49" fmla="*/ 826 h 944"/>
              <a:gd name="T50" fmla="*/ 538 w 1285"/>
              <a:gd name="T51" fmla="*/ 768 h 944"/>
              <a:gd name="T52" fmla="*/ 842 w 1285"/>
              <a:gd name="T53" fmla="*/ 91 h 944"/>
              <a:gd name="T54" fmla="*/ 869 w 1285"/>
              <a:gd name="T55" fmla="*/ 69 h 944"/>
              <a:gd name="T56" fmla="*/ 899 w 1285"/>
              <a:gd name="T57" fmla="*/ 96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5" h="944">
                <a:moveTo>
                  <a:pt x="235" y="533"/>
                </a:moveTo>
                <a:cubicBezTo>
                  <a:pt x="353" y="416"/>
                  <a:pt x="508" y="361"/>
                  <a:pt x="661" y="367"/>
                </a:cubicBezTo>
                <a:lnTo>
                  <a:pt x="585" y="533"/>
                </a:lnTo>
                <a:cubicBezTo>
                  <a:pt x="500" y="544"/>
                  <a:pt x="415" y="585"/>
                  <a:pt x="350" y="651"/>
                </a:cubicBezTo>
                <a:lnTo>
                  <a:pt x="235" y="533"/>
                </a:lnTo>
                <a:close/>
                <a:moveTo>
                  <a:pt x="935" y="651"/>
                </a:moveTo>
                <a:cubicBezTo>
                  <a:pt x="913" y="629"/>
                  <a:pt x="888" y="610"/>
                  <a:pt x="864" y="593"/>
                </a:cubicBezTo>
                <a:lnTo>
                  <a:pt x="896" y="424"/>
                </a:lnTo>
                <a:cubicBezTo>
                  <a:pt x="951" y="451"/>
                  <a:pt x="1003" y="487"/>
                  <a:pt x="1049" y="533"/>
                </a:cubicBezTo>
                <a:lnTo>
                  <a:pt x="935" y="651"/>
                </a:lnTo>
                <a:close/>
                <a:moveTo>
                  <a:pt x="1167" y="419"/>
                </a:moveTo>
                <a:cubicBezTo>
                  <a:pt x="1096" y="348"/>
                  <a:pt x="1014" y="293"/>
                  <a:pt x="926" y="257"/>
                </a:cubicBezTo>
                <a:lnTo>
                  <a:pt x="956" y="93"/>
                </a:lnTo>
                <a:cubicBezTo>
                  <a:pt x="1077" y="137"/>
                  <a:pt x="1189" y="205"/>
                  <a:pt x="1284" y="301"/>
                </a:cubicBezTo>
                <a:lnTo>
                  <a:pt x="1167" y="419"/>
                </a:lnTo>
                <a:close/>
                <a:moveTo>
                  <a:pt x="0" y="301"/>
                </a:moveTo>
                <a:cubicBezTo>
                  <a:pt x="219" y="82"/>
                  <a:pt x="519" y="0"/>
                  <a:pt x="801" y="50"/>
                </a:cubicBezTo>
                <a:lnTo>
                  <a:pt x="732" y="205"/>
                </a:lnTo>
                <a:cubicBezTo>
                  <a:pt x="514" y="178"/>
                  <a:pt x="284" y="252"/>
                  <a:pt x="117" y="419"/>
                </a:cubicBezTo>
                <a:lnTo>
                  <a:pt x="0" y="301"/>
                </a:lnTo>
                <a:close/>
                <a:moveTo>
                  <a:pt x="899" y="96"/>
                </a:moveTo>
                <a:lnTo>
                  <a:pt x="757" y="848"/>
                </a:lnTo>
                <a:lnTo>
                  <a:pt x="757" y="850"/>
                </a:lnTo>
                <a:cubicBezTo>
                  <a:pt x="746" y="902"/>
                  <a:pt x="697" y="943"/>
                  <a:pt x="642" y="943"/>
                </a:cubicBezTo>
                <a:cubicBezTo>
                  <a:pt x="577" y="943"/>
                  <a:pt x="525" y="891"/>
                  <a:pt x="525" y="826"/>
                </a:cubicBezTo>
                <a:cubicBezTo>
                  <a:pt x="525" y="807"/>
                  <a:pt x="530" y="785"/>
                  <a:pt x="538" y="768"/>
                </a:cubicBezTo>
                <a:lnTo>
                  <a:pt x="842" y="91"/>
                </a:lnTo>
                <a:cubicBezTo>
                  <a:pt x="846" y="78"/>
                  <a:pt x="854" y="69"/>
                  <a:pt x="869" y="69"/>
                </a:cubicBezTo>
                <a:cubicBezTo>
                  <a:pt x="885" y="69"/>
                  <a:pt x="899" y="80"/>
                  <a:pt x="899" y="9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38244" y="5832476"/>
            <a:ext cx="419100" cy="419100"/>
          </a:xfrm>
          <a:custGeom>
            <a:avLst/>
            <a:gdLst>
              <a:gd name="T0" fmla="*/ 1164 w 1165"/>
              <a:gd name="T1" fmla="*/ 1164 h 1165"/>
              <a:gd name="T2" fmla="*/ 0 w 1165"/>
              <a:gd name="T3" fmla="*/ 1164 h 1165"/>
              <a:gd name="T4" fmla="*/ 1164 w 1165"/>
              <a:gd name="T5" fmla="*/ 0 h 1165"/>
              <a:gd name="T6" fmla="*/ 1164 w 1165"/>
              <a:gd name="T7" fmla="*/ 116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65" h="1165">
                <a:moveTo>
                  <a:pt x="1164" y="1164"/>
                </a:moveTo>
                <a:lnTo>
                  <a:pt x="0" y="1164"/>
                </a:lnTo>
                <a:lnTo>
                  <a:pt x="1164" y="0"/>
                </a:lnTo>
                <a:lnTo>
                  <a:pt x="1164" y="1164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660608" y="5853114"/>
            <a:ext cx="377825" cy="377825"/>
          </a:xfrm>
          <a:custGeom>
            <a:avLst/>
            <a:gdLst>
              <a:gd name="T0" fmla="*/ 1050 w 1051"/>
              <a:gd name="T1" fmla="*/ 0 h 1050"/>
              <a:gd name="T2" fmla="*/ 610 w 1051"/>
              <a:gd name="T3" fmla="*/ 1049 h 1050"/>
              <a:gd name="T4" fmla="*/ 552 w 1051"/>
              <a:gd name="T5" fmla="*/ 1049 h 1050"/>
              <a:gd name="T6" fmla="*/ 399 w 1051"/>
              <a:gd name="T7" fmla="*/ 650 h 1050"/>
              <a:gd name="T8" fmla="*/ 0 w 1051"/>
              <a:gd name="T9" fmla="*/ 497 h 1050"/>
              <a:gd name="T10" fmla="*/ 0 w 1051"/>
              <a:gd name="T11" fmla="*/ 440 h 1050"/>
              <a:gd name="T12" fmla="*/ 1050 w 1051"/>
              <a:gd name="T13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1" h="1050">
                <a:moveTo>
                  <a:pt x="1050" y="0"/>
                </a:moveTo>
                <a:lnTo>
                  <a:pt x="610" y="1049"/>
                </a:lnTo>
                <a:lnTo>
                  <a:pt x="552" y="1049"/>
                </a:lnTo>
                <a:lnTo>
                  <a:pt x="399" y="650"/>
                </a:lnTo>
                <a:lnTo>
                  <a:pt x="0" y="497"/>
                </a:lnTo>
                <a:lnTo>
                  <a:pt x="0" y="440"/>
                </a:lnTo>
                <a:lnTo>
                  <a:pt x="105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794083" y="5842003"/>
            <a:ext cx="315913" cy="398461"/>
          </a:xfrm>
          <a:custGeom>
            <a:avLst/>
            <a:gdLst>
              <a:gd name="T0" fmla="*/ 437 w 876"/>
              <a:gd name="T1" fmla="*/ 0 h 1108"/>
              <a:gd name="T2" fmla="*/ 875 w 876"/>
              <a:gd name="T3" fmla="*/ 1066 h 1108"/>
              <a:gd name="T4" fmla="*/ 834 w 876"/>
              <a:gd name="T5" fmla="*/ 1107 h 1108"/>
              <a:gd name="T6" fmla="*/ 437 w 876"/>
              <a:gd name="T7" fmla="*/ 932 h 1108"/>
              <a:gd name="T8" fmla="*/ 41 w 876"/>
              <a:gd name="T9" fmla="*/ 1107 h 1108"/>
              <a:gd name="T10" fmla="*/ 0 w 876"/>
              <a:gd name="T11" fmla="*/ 1066 h 1108"/>
              <a:gd name="T12" fmla="*/ 437 w 876"/>
              <a:gd name="T13" fmla="*/ 0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76" h="1108">
                <a:moveTo>
                  <a:pt x="437" y="0"/>
                </a:moveTo>
                <a:lnTo>
                  <a:pt x="875" y="1066"/>
                </a:lnTo>
                <a:lnTo>
                  <a:pt x="834" y="1107"/>
                </a:lnTo>
                <a:lnTo>
                  <a:pt x="437" y="932"/>
                </a:lnTo>
                <a:lnTo>
                  <a:pt x="41" y="1107"/>
                </a:lnTo>
                <a:lnTo>
                  <a:pt x="0" y="1066"/>
                </a:lnTo>
                <a:lnTo>
                  <a:pt x="437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976771" y="5915026"/>
            <a:ext cx="155575" cy="252412"/>
          </a:xfrm>
          <a:custGeom>
            <a:avLst/>
            <a:gdLst>
              <a:gd name="T0" fmla="*/ 82 w 433"/>
              <a:gd name="T1" fmla="*/ 0 h 700"/>
              <a:gd name="T2" fmla="*/ 432 w 433"/>
              <a:gd name="T3" fmla="*/ 350 h 700"/>
              <a:gd name="T4" fmla="*/ 82 w 433"/>
              <a:gd name="T5" fmla="*/ 699 h 700"/>
              <a:gd name="T6" fmla="*/ 0 w 433"/>
              <a:gd name="T7" fmla="*/ 617 h 700"/>
              <a:gd name="T8" fmla="*/ 268 w 433"/>
              <a:gd name="T9" fmla="*/ 350 h 700"/>
              <a:gd name="T10" fmla="*/ 0 w 433"/>
              <a:gd name="T11" fmla="*/ 82 h 700"/>
              <a:gd name="T12" fmla="*/ 82 w 433"/>
              <a:gd name="T13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3" h="700">
                <a:moveTo>
                  <a:pt x="82" y="0"/>
                </a:moveTo>
                <a:lnTo>
                  <a:pt x="432" y="350"/>
                </a:lnTo>
                <a:lnTo>
                  <a:pt x="82" y="699"/>
                </a:lnTo>
                <a:lnTo>
                  <a:pt x="0" y="617"/>
                </a:lnTo>
                <a:lnTo>
                  <a:pt x="268" y="350"/>
                </a:lnTo>
                <a:lnTo>
                  <a:pt x="0" y="82"/>
                </a:lnTo>
                <a:lnTo>
                  <a:pt x="8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4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8862" y="618332"/>
            <a:ext cx="419100" cy="419100"/>
          </a:xfrm>
          <a:custGeom>
            <a:avLst/>
            <a:gdLst>
              <a:gd name="T0" fmla="*/ 932 w 1165"/>
              <a:gd name="T1" fmla="*/ 932 h 1166"/>
              <a:gd name="T2" fmla="*/ 233 w 1165"/>
              <a:gd name="T3" fmla="*/ 932 h 1166"/>
              <a:gd name="T4" fmla="*/ 233 w 1165"/>
              <a:gd name="T5" fmla="*/ 233 h 1166"/>
              <a:gd name="T6" fmla="*/ 465 w 1165"/>
              <a:gd name="T7" fmla="*/ 233 h 1166"/>
              <a:gd name="T8" fmla="*/ 465 w 1165"/>
              <a:gd name="T9" fmla="*/ 350 h 1166"/>
              <a:gd name="T10" fmla="*/ 350 w 1165"/>
              <a:gd name="T11" fmla="*/ 350 h 1166"/>
              <a:gd name="T12" fmla="*/ 350 w 1165"/>
              <a:gd name="T13" fmla="*/ 815 h 1166"/>
              <a:gd name="T14" fmla="*/ 815 w 1165"/>
              <a:gd name="T15" fmla="*/ 815 h 1166"/>
              <a:gd name="T16" fmla="*/ 815 w 1165"/>
              <a:gd name="T17" fmla="*/ 350 h 1166"/>
              <a:gd name="T18" fmla="*/ 640 w 1165"/>
              <a:gd name="T19" fmla="*/ 350 h 1166"/>
              <a:gd name="T20" fmla="*/ 640 w 1165"/>
              <a:gd name="T21" fmla="*/ 481 h 1166"/>
              <a:gd name="T22" fmla="*/ 700 w 1165"/>
              <a:gd name="T23" fmla="*/ 582 h 1166"/>
              <a:gd name="T24" fmla="*/ 582 w 1165"/>
              <a:gd name="T25" fmla="*/ 700 h 1166"/>
              <a:gd name="T26" fmla="*/ 465 w 1165"/>
              <a:gd name="T27" fmla="*/ 582 h 1166"/>
              <a:gd name="T28" fmla="*/ 525 w 1165"/>
              <a:gd name="T29" fmla="*/ 481 h 1166"/>
              <a:gd name="T30" fmla="*/ 525 w 1165"/>
              <a:gd name="T31" fmla="*/ 350 h 1166"/>
              <a:gd name="T32" fmla="*/ 640 w 1165"/>
              <a:gd name="T33" fmla="*/ 233 h 1166"/>
              <a:gd name="T34" fmla="*/ 932 w 1165"/>
              <a:gd name="T35" fmla="*/ 233 h 1166"/>
              <a:gd name="T36" fmla="*/ 932 w 1165"/>
              <a:gd name="T37" fmla="*/ 932 h 1166"/>
              <a:gd name="T38" fmla="*/ 1050 w 1165"/>
              <a:gd name="T39" fmla="*/ 1050 h 1166"/>
              <a:gd name="T40" fmla="*/ 1050 w 1165"/>
              <a:gd name="T41" fmla="*/ 115 h 1166"/>
              <a:gd name="T42" fmla="*/ 115 w 1165"/>
              <a:gd name="T43" fmla="*/ 115 h 1166"/>
              <a:gd name="T44" fmla="*/ 115 w 1165"/>
              <a:gd name="T45" fmla="*/ 1050 h 1166"/>
              <a:gd name="T46" fmla="*/ 1050 w 1165"/>
              <a:gd name="T47" fmla="*/ 1050 h 1166"/>
              <a:gd name="T48" fmla="*/ 1050 w 1165"/>
              <a:gd name="T49" fmla="*/ 0 h 1166"/>
              <a:gd name="T50" fmla="*/ 1164 w 1165"/>
              <a:gd name="T51" fmla="*/ 115 h 1166"/>
              <a:gd name="T52" fmla="*/ 1164 w 1165"/>
              <a:gd name="T53" fmla="*/ 1050 h 1166"/>
              <a:gd name="T54" fmla="*/ 1050 w 1165"/>
              <a:gd name="T55" fmla="*/ 1165 h 1166"/>
              <a:gd name="T56" fmla="*/ 115 w 1165"/>
              <a:gd name="T57" fmla="*/ 1165 h 1166"/>
              <a:gd name="T58" fmla="*/ 0 w 1165"/>
              <a:gd name="T59" fmla="*/ 1050 h 1166"/>
              <a:gd name="T60" fmla="*/ 0 w 1165"/>
              <a:gd name="T61" fmla="*/ 115 h 1166"/>
              <a:gd name="T62" fmla="*/ 115 w 1165"/>
              <a:gd name="T63" fmla="*/ 0 h 1166"/>
              <a:gd name="T64" fmla="*/ 1050 w 1165"/>
              <a:gd name="T6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5" h="1166">
                <a:moveTo>
                  <a:pt x="932" y="932"/>
                </a:moveTo>
                <a:lnTo>
                  <a:pt x="233" y="932"/>
                </a:lnTo>
                <a:lnTo>
                  <a:pt x="233" y="233"/>
                </a:lnTo>
                <a:lnTo>
                  <a:pt x="465" y="233"/>
                </a:lnTo>
                <a:lnTo>
                  <a:pt x="465" y="350"/>
                </a:lnTo>
                <a:lnTo>
                  <a:pt x="350" y="350"/>
                </a:lnTo>
                <a:lnTo>
                  <a:pt x="350" y="815"/>
                </a:lnTo>
                <a:lnTo>
                  <a:pt x="815" y="815"/>
                </a:lnTo>
                <a:lnTo>
                  <a:pt x="815" y="350"/>
                </a:lnTo>
                <a:lnTo>
                  <a:pt x="640" y="350"/>
                </a:lnTo>
                <a:lnTo>
                  <a:pt x="640" y="481"/>
                </a:lnTo>
                <a:cubicBezTo>
                  <a:pt x="675" y="501"/>
                  <a:pt x="700" y="539"/>
                  <a:pt x="700" y="582"/>
                </a:cubicBezTo>
                <a:cubicBezTo>
                  <a:pt x="700" y="645"/>
                  <a:pt x="645" y="700"/>
                  <a:pt x="582" y="700"/>
                </a:cubicBezTo>
                <a:cubicBezTo>
                  <a:pt x="520" y="700"/>
                  <a:pt x="465" y="645"/>
                  <a:pt x="465" y="582"/>
                </a:cubicBezTo>
                <a:cubicBezTo>
                  <a:pt x="465" y="539"/>
                  <a:pt x="489" y="501"/>
                  <a:pt x="525" y="481"/>
                </a:cubicBezTo>
                <a:lnTo>
                  <a:pt x="525" y="350"/>
                </a:lnTo>
                <a:cubicBezTo>
                  <a:pt x="525" y="287"/>
                  <a:pt x="577" y="233"/>
                  <a:pt x="640" y="233"/>
                </a:cubicBezTo>
                <a:lnTo>
                  <a:pt x="932" y="233"/>
                </a:lnTo>
                <a:lnTo>
                  <a:pt x="932" y="932"/>
                </a:lnTo>
                <a:close/>
                <a:moveTo>
                  <a:pt x="1050" y="1050"/>
                </a:moveTo>
                <a:lnTo>
                  <a:pt x="1050" y="115"/>
                </a:lnTo>
                <a:lnTo>
                  <a:pt x="115" y="115"/>
                </a:lnTo>
                <a:lnTo>
                  <a:pt x="115" y="1050"/>
                </a:lnTo>
                <a:lnTo>
                  <a:pt x="1050" y="1050"/>
                </a:lnTo>
                <a:close/>
                <a:moveTo>
                  <a:pt x="1050" y="0"/>
                </a:moveTo>
                <a:cubicBezTo>
                  <a:pt x="1113" y="0"/>
                  <a:pt x="1164" y="52"/>
                  <a:pt x="1164" y="115"/>
                </a:cubicBezTo>
                <a:lnTo>
                  <a:pt x="1164" y="1050"/>
                </a:lnTo>
                <a:cubicBezTo>
                  <a:pt x="1164" y="1113"/>
                  <a:pt x="1113" y="1165"/>
                  <a:pt x="1050" y="1165"/>
                </a:cubicBez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74874" y="623096"/>
            <a:ext cx="336550" cy="409575"/>
          </a:xfrm>
          <a:custGeom>
            <a:avLst/>
            <a:gdLst>
              <a:gd name="T0" fmla="*/ 818 w 936"/>
              <a:gd name="T1" fmla="*/ 787 h 1138"/>
              <a:gd name="T2" fmla="*/ 935 w 936"/>
              <a:gd name="T3" fmla="*/ 905 h 1138"/>
              <a:gd name="T4" fmla="*/ 935 w 936"/>
              <a:gd name="T5" fmla="*/ 962 h 1138"/>
              <a:gd name="T6" fmla="*/ 0 w 936"/>
              <a:gd name="T7" fmla="*/ 962 h 1138"/>
              <a:gd name="T8" fmla="*/ 0 w 936"/>
              <a:gd name="T9" fmla="*/ 905 h 1138"/>
              <a:gd name="T10" fmla="*/ 118 w 936"/>
              <a:gd name="T11" fmla="*/ 787 h 1138"/>
              <a:gd name="T12" fmla="*/ 118 w 936"/>
              <a:gd name="T13" fmla="*/ 497 h 1138"/>
              <a:gd name="T14" fmla="*/ 380 w 936"/>
              <a:gd name="T15" fmla="*/ 129 h 1138"/>
              <a:gd name="T16" fmla="*/ 380 w 936"/>
              <a:gd name="T17" fmla="*/ 88 h 1138"/>
              <a:gd name="T18" fmla="*/ 468 w 936"/>
              <a:gd name="T19" fmla="*/ 0 h 1138"/>
              <a:gd name="T20" fmla="*/ 555 w 936"/>
              <a:gd name="T21" fmla="*/ 88 h 1138"/>
              <a:gd name="T22" fmla="*/ 555 w 936"/>
              <a:gd name="T23" fmla="*/ 129 h 1138"/>
              <a:gd name="T24" fmla="*/ 818 w 936"/>
              <a:gd name="T25" fmla="*/ 497 h 1138"/>
              <a:gd name="T26" fmla="*/ 818 w 936"/>
              <a:gd name="T27" fmla="*/ 787 h 1138"/>
              <a:gd name="T28" fmla="*/ 468 w 936"/>
              <a:gd name="T29" fmla="*/ 1137 h 1138"/>
              <a:gd name="T30" fmla="*/ 350 w 936"/>
              <a:gd name="T31" fmla="*/ 1022 h 1138"/>
              <a:gd name="T32" fmla="*/ 585 w 936"/>
              <a:gd name="T33" fmla="*/ 1022 h 1138"/>
              <a:gd name="T34" fmla="*/ 468 w 936"/>
              <a:gd name="T35" fmla="*/ 1137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36" h="1138">
                <a:moveTo>
                  <a:pt x="818" y="787"/>
                </a:moveTo>
                <a:lnTo>
                  <a:pt x="935" y="905"/>
                </a:lnTo>
                <a:lnTo>
                  <a:pt x="935" y="962"/>
                </a:lnTo>
                <a:lnTo>
                  <a:pt x="0" y="962"/>
                </a:lnTo>
                <a:lnTo>
                  <a:pt x="0" y="905"/>
                </a:lnTo>
                <a:lnTo>
                  <a:pt x="118" y="787"/>
                </a:lnTo>
                <a:lnTo>
                  <a:pt x="118" y="497"/>
                </a:lnTo>
                <a:cubicBezTo>
                  <a:pt x="118" y="317"/>
                  <a:pt x="214" y="170"/>
                  <a:pt x="380" y="129"/>
                </a:cubicBezTo>
                <a:lnTo>
                  <a:pt x="380" y="88"/>
                </a:lnTo>
                <a:cubicBezTo>
                  <a:pt x="380" y="38"/>
                  <a:pt x="419" y="0"/>
                  <a:pt x="468" y="0"/>
                </a:cubicBezTo>
                <a:cubicBezTo>
                  <a:pt x="517" y="0"/>
                  <a:pt x="555" y="38"/>
                  <a:pt x="555" y="88"/>
                </a:cubicBezTo>
                <a:lnTo>
                  <a:pt x="555" y="129"/>
                </a:lnTo>
                <a:cubicBezTo>
                  <a:pt x="722" y="170"/>
                  <a:pt x="818" y="320"/>
                  <a:pt x="818" y="497"/>
                </a:cubicBezTo>
                <a:lnTo>
                  <a:pt x="818" y="787"/>
                </a:lnTo>
                <a:close/>
                <a:moveTo>
                  <a:pt x="468" y="1137"/>
                </a:moveTo>
                <a:cubicBezTo>
                  <a:pt x="402" y="1137"/>
                  <a:pt x="350" y="1085"/>
                  <a:pt x="350" y="1022"/>
                </a:cubicBezTo>
                <a:lnTo>
                  <a:pt x="585" y="1022"/>
                </a:lnTo>
                <a:cubicBezTo>
                  <a:pt x="585" y="1085"/>
                  <a:pt x="531" y="1137"/>
                  <a:pt x="468" y="113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51199" y="623096"/>
            <a:ext cx="336550" cy="409575"/>
          </a:xfrm>
          <a:custGeom>
            <a:avLst/>
            <a:gdLst>
              <a:gd name="T0" fmla="*/ 612 w 935"/>
              <a:gd name="T1" fmla="*/ 426 h 1138"/>
              <a:gd name="T2" fmla="*/ 612 w 935"/>
              <a:gd name="T3" fmla="*/ 323 h 1138"/>
              <a:gd name="T4" fmla="*/ 322 w 935"/>
              <a:gd name="T5" fmla="*/ 323 h 1138"/>
              <a:gd name="T6" fmla="*/ 322 w 935"/>
              <a:gd name="T7" fmla="*/ 426 h 1138"/>
              <a:gd name="T8" fmla="*/ 484 w 935"/>
              <a:gd name="T9" fmla="*/ 426 h 1138"/>
              <a:gd name="T10" fmla="*/ 322 w 935"/>
              <a:gd name="T11" fmla="*/ 626 h 1138"/>
              <a:gd name="T12" fmla="*/ 322 w 935"/>
              <a:gd name="T13" fmla="*/ 730 h 1138"/>
              <a:gd name="T14" fmla="*/ 612 w 935"/>
              <a:gd name="T15" fmla="*/ 730 h 1138"/>
              <a:gd name="T16" fmla="*/ 612 w 935"/>
              <a:gd name="T17" fmla="*/ 626 h 1138"/>
              <a:gd name="T18" fmla="*/ 451 w 935"/>
              <a:gd name="T19" fmla="*/ 626 h 1138"/>
              <a:gd name="T20" fmla="*/ 612 w 935"/>
              <a:gd name="T21" fmla="*/ 426 h 1138"/>
              <a:gd name="T22" fmla="*/ 817 w 935"/>
              <a:gd name="T23" fmla="*/ 787 h 1138"/>
              <a:gd name="T24" fmla="*/ 934 w 935"/>
              <a:gd name="T25" fmla="*/ 905 h 1138"/>
              <a:gd name="T26" fmla="*/ 934 w 935"/>
              <a:gd name="T27" fmla="*/ 962 h 1138"/>
              <a:gd name="T28" fmla="*/ 0 w 935"/>
              <a:gd name="T29" fmla="*/ 962 h 1138"/>
              <a:gd name="T30" fmla="*/ 0 w 935"/>
              <a:gd name="T31" fmla="*/ 905 h 1138"/>
              <a:gd name="T32" fmla="*/ 117 w 935"/>
              <a:gd name="T33" fmla="*/ 787 h 1138"/>
              <a:gd name="T34" fmla="*/ 117 w 935"/>
              <a:gd name="T35" fmla="*/ 497 h 1138"/>
              <a:gd name="T36" fmla="*/ 380 w 935"/>
              <a:gd name="T37" fmla="*/ 129 h 1138"/>
              <a:gd name="T38" fmla="*/ 380 w 935"/>
              <a:gd name="T39" fmla="*/ 88 h 1138"/>
              <a:gd name="T40" fmla="*/ 467 w 935"/>
              <a:gd name="T41" fmla="*/ 0 h 1138"/>
              <a:gd name="T42" fmla="*/ 555 w 935"/>
              <a:gd name="T43" fmla="*/ 88 h 1138"/>
              <a:gd name="T44" fmla="*/ 555 w 935"/>
              <a:gd name="T45" fmla="*/ 129 h 1138"/>
              <a:gd name="T46" fmla="*/ 817 w 935"/>
              <a:gd name="T47" fmla="*/ 497 h 1138"/>
              <a:gd name="T48" fmla="*/ 817 w 935"/>
              <a:gd name="T49" fmla="*/ 787 h 1138"/>
              <a:gd name="T50" fmla="*/ 467 w 935"/>
              <a:gd name="T51" fmla="*/ 1137 h 1138"/>
              <a:gd name="T52" fmla="*/ 350 w 935"/>
              <a:gd name="T53" fmla="*/ 1022 h 1138"/>
              <a:gd name="T54" fmla="*/ 585 w 935"/>
              <a:gd name="T55" fmla="*/ 1022 h 1138"/>
              <a:gd name="T56" fmla="*/ 467 w 935"/>
              <a:gd name="T57" fmla="*/ 1137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35" h="1138">
                <a:moveTo>
                  <a:pt x="612" y="426"/>
                </a:moveTo>
                <a:lnTo>
                  <a:pt x="612" y="323"/>
                </a:lnTo>
                <a:lnTo>
                  <a:pt x="322" y="323"/>
                </a:lnTo>
                <a:lnTo>
                  <a:pt x="322" y="426"/>
                </a:lnTo>
                <a:lnTo>
                  <a:pt x="484" y="426"/>
                </a:lnTo>
                <a:lnTo>
                  <a:pt x="322" y="626"/>
                </a:lnTo>
                <a:lnTo>
                  <a:pt x="322" y="730"/>
                </a:lnTo>
                <a:lnTo>
                  <a:pt x="612" y="730"/>
                </a:lnTo>
                <a:lnTo>
                  <a:pt x="612" y="626"/>
                </a:lnTo>
                <a:lnTo>
                  <a:pt x="451" y="626"/>
                </a:lnTo>
                <a:lnTo>
                  <a:pt x="612" y="426"/>
                </a:lnTo>
                <a:close/>
                <a:moveTo>
                  <a:pt x="817" y="787"/>
                </a:moveTo>
                <a:lnTo>
                  <a:pt x="934" y="905"/>
                </a:lnTo>
                <a:lnTo>
                  <a:pt x="934" y="962"/>
                </a:lnTo>
                <a:lnTo>
                  <a:pt x="0" y="962"/>
                </a:lnTo>
                <a:lnTo>
                  <a:pt x="0" y="905"/>
                </a:lnTo>
                <a:lnTo>
                  <a:pt x="117" y="787"/>
                </a:lnTo>
                <a:lnTo>
                  <a:pt x="117" y="497"/>
                </a:lnTo>
                <a:cubicBezTo>
                  <a:pt x="117" y="320"/>
                  <a:pt x="213" y="170"/>
                  <a:pt x="380" y="129"/>
                </a:cubicBezTo>
                <a:lnTo>
                  <a:pt x="380" y="88"/>
                </a:lnTo>
                <a:cubicBezTo>
                  <a:pt x="380" y="38"/>
                  <a:pt x="418" y="0"/>
                  <a:pt x="467" y="0"/>
                </a:cubicBezTo>
                <a:cubicBezTo>
                  <a:pt x="516" y="0"/>
                  <a:pt x="555" y="38"/>
                  <a:pt x="555" y="88"/>
                </a:cubicBezTo>
                <a:lnTo>
                  <a:pt x="555" y="129"/>
                </a:lnTo>
                <a:cubicBezTo>
                  <a:pt x="721" y="170"/>
                  <a:pt x="817" y="320"/>
                  <a:pt x="817" y="497"/>
                </a:cubicBezTo>
                <a:lnTo>
                  <a:pt x="817" y="787"/>
                </a:lnTo>
                <a:close/>
                <a:moveTo>
                  <a:pt x="467" y="1137"/>
                </a:moveTo>
                <a:cubicBezTo>
                  <a:pt x="402" y="1137"/>
                  <a:pt x="350" y="1085"/>
                  <a:pt x="350" y="1022"/>
                </a:cubicBezTo>
                <a:lnTo>
                  <a:pt x="585" y="1022"/>
                </a:lnTo>
                <a:cubicBezTo>
                  <a:pt x="585" y="1085"/>
                  <a:pt x="530" y="1137"/>
                  <a:pt x="467" y="113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14824" y="623096"/>
            <a:ext cx="357188" cy="409575"/>
          </a:xfrm>
          <a:custGeom>
            <a:avLst/>
            <a:gdLst>
              <a:gd name="T0" fmla="*/ 817 w 993"/>
              <a:gd name="T1" fmla="*/ 711 h 1138"/>
              <a:gd name="T2" fmla="*/ 295 w 993"/>
              <a:gd name="T3" fmla="*/ 161 h 1138"/>
              <a:gd name="T4" fmla="*/ 336 w 993"/>
              <a:gd name="T5" fmla="*/ 142 h 1138"/>
              <a:gd name="T6" fmla="*/ 338 w 993"/>
              <a:gd name="T7" fmla="*/ 142 h 1138"/>
              <a:gd name="T8" fmla="*/ 355 w 993"/>
              <a:gd name="T9" fmla="*/ 134 h 1138"/>
              <a:gd name="T10" fmla="*/ 379 w 993"/>
              <a:gd name="T11" fmla="*/ 129 h 1138"/>
              <a:gd name="T12" fmla="*/ 379 w 993"/>
              <a:gd name="T13" fmla="*/ 88 h 1138"/>
              <a:gd name="T14" fmla="*/ 467 w 993"/>
              <a:gd name="T15" fmla="*/ 0 h 1138"/>
              <a:gd name="T16" fmla="*/ 554 w 993"/>
              <a:gd name="T17" fmla="*/ 88 h 1138"/>
              <a:gd name="T18" fmla="*/ 554 w 993"/>
              <a:gd name="T19" fmla="*/ 129 h 1138"/>
              <a:gd name="T20" fmla="*/ 817 w 993"/>
              <a:gd name="T21" fmla="*/ 497 h 1138"/>
              <a:gd name="T22" fmla="*/ 817 w 993"/>
              <a:gd name="T23" fmla="*/ 711 h 1138"/>
              <a:gd name="T24" fmla="*/ 467 w 993"/>
              <a:gd name="T25" fmla="*/ 1137 h 1138"/>
              <a:gd name="T26" fmla="*/ 349 w 993"/>
              <a:gd name="T27" fmla="*/ 1022 h 1138"/>
              <a:gd name="T28" fmla="*/ 584 w 993"/>
              <a:gd name="T29" fmla="*/ 1022 h 1138"/>
              <a:gd name="T30" fmla="*/ 467 w 993"/>
              <a:gd name="T31" fmla="*/ 1137 h 1138"/>
              <a:gd name="T32" fmla="*/ 224 w 993"/>
              <a:gd name="T33" fmla="*/ 213 h 1138"/>
              <a:gd name="T34" fmla="*/ 992 w 993"/>
              <a:gd name="T35" fmla="*/ 1006 h 1138"/>
              <a:gd name="T36" fmla="*/ 918 w 993"/>
              <a:gd name="T37" fmla="*/ 1080 h 1138"/>
              <a:gd name="T38" fmla="*/ 800 w 993"/>
              <a:gd name="T39" fmla="*/ 962 h 1138"/>
              <a:gd name="T40" fmla="*/ 0 w 993"/>
              <a:gd name="T41" fmla="*/ 962 h 1138"/>
              <a:gd name="T42" fmla="*/ 0 w 993"/>
              <a:gd name="T43" fmla="*/ 905 h 1138"/>
              <a:gd name="T44" fmla="*/ 117 w 993"/>
              <a:gd name="T45" fmla="*/ 787 h 1138"/>
              <a:gd name="T46" fmla="*/ 117 w 993"/>
              <a:gd name="T47" fmla="*/ 495 h 1138"/>
              <a:gd name="T48" fmla="*/ 164 w 993"/>
              <a:gd name="T49" fmla="*/ 295 h 1138"/>
              <a:gd name="T50" fmla="*/ 0 w 993"/>
              <a:gd name="T51" fmla="*/ 134 h 1138"/>
              <a:gd name="T52" fmla="*/ 73 w 993"/>
              <a:gd name="T53" fmla="*/ 57 h 1138"/>
              <a:gd name="T54" fmla="*/ 224 w 993"/>
              <a:gd name="T55" fmla="*/ 213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93" h="1138">
                <a:moveTo>
                  <a:pt x="817" y="711"/>
                </a:moveTo>
                <a:lnTo>
                  <a:pt x="295" y="161"/>
                </a:lnTo>
                <a:cubicBezTo>
                  <a:pt x="308" y="156"/>
                  <a:pt x="322" y="148"/>
                  <a:pt x="336" y="142"/>
                </a:cubicBezTo>
                <a:lnTo>
                  <a:pt x="338" y="142"/>
                </a:lnTo>
                <a:lnTo>
                  <a:pt x="355" y="134"/>
                </a:lnTo>
                <a:cubicBezTo>
                  <a:pt x="363" y="131"/>
                  <a:pt x="371" y="131"/>
                  <a:pt x="379" y="129"/>
                </a:cubicBezTo>
                <a:lnTo>
                  <a:pt x="379" y="88"/>
                </a:lnTo>
                <a:cubicBezTo>
                  <a:pt x="379" y="38"/>
                  <a:pt x="418" y="0"/>
                  <a:pt x="467" y="0"/>
                </a:cubicBezTo>
                <a:cubicBezTo>
                  <a:pt x="516" y="0"/>
                  <a:pt x="554" y="38"/>
                  <a:pt x="554" y="88"/>
                </a:cubicBezTo>
                <a:lnTo>
                  <a:pt x="554" y="129"/>
                </a:lnTo>
                <a:cubicBezTo>
                  <a:pt x="721" y="169"/>
                  <a:pt x="817" y="317"/>
                  <a:pt x="817" y="497"/>
                </a:cubicBezTo>
                <a:lnTo>
                  <a:pt x="817" y="711"/>
                </a:lnTo>
                <a:close/>
                <a:moveTo>
                  <a:pt x="467" y="1137"/>
                </a:moveTo>
                <a:cubicBezTo>
                  <a:pt x="401" y="1137"/>
                  <a:pt x="349" y="1088"/>
                  <a:pt x="349" y="1022"/>
                </a:cubicBezTo>
                <a:lnTo>
                  <a:pt x="584" y="1022"/>
                </a:lnTo>
                <a:cubicBezTo>
                  <a:pt x="584" y="1088"/>
                  <a:pt x="532" y="1137"/>
                  <a:pt x="467" y="1137"/>
                </a:cubicBezTo>
                <a:close/>
                <a:moveTo>
                  <a:pt x="224" y="213"/>
                </a:moveTo>
                <a:cubicBezTo>
                  <a:pt x="480" y="478"/>
                  <a:pt x="737" y="741"/>
                  <a:pt x="992" y="1006"/>
                </a:cubicBezTo>
                <a:lnTo>
                  <a:pt x="918" y="1080"/>
                </a:lnTo>
                <a:lnTo>
                  <a:pt x="800" y="962"/>
                </a:lnTo>
                <a:lnTo>
                  <a:pt x="0" y="962"/>
                </a:lnTo>
                <a:lnTo>
                  <a:pt x="0" y="905"/>
                </a:lnTo>
                <a:lnTo>
                  <a:pt x="117" y="787"/>
                </a:lnTo>
                <a:lnTo>
                  <a:pt x="117" y="495"/>
                </a:lnTo>
                <a:cubicBezTo>
                  <a:pt x="117" y="421"/>
                  <a:pt x="133" y="353"/>
                  <a:pt x="164" y="295"/>
                </a:cubicBezTo>
                <a:lnTo>
                  <a:pt x="0" y="134"/>
                </a:lnTo>
                <a:lnTo>
                  <a:pt x="73" y="57"/>
                </a:lnTo>
                <a:lnTo>
                  <a:pt x="224" y="21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400674" y="623096"/>
            <a:ext cx="336550" cy="409575"/>
          </a:xfrm>
          <a:custGeom>
            <a:avLst/>
            <a:gdLst>
              <a:gd name="T0" fmla="*/ 699 w 935"/>
              <a:gd name="T1" fmla="*/ 497 h 1138"/>
              <a:gd name="T2" fmla="*/ 467 w 935"/>
              <a:gd name="T3" fmla="*/ 235 h 1138"/>
              <a:gd name="T4" fmla="*/ 235 w 935"/>
              <a:gd name="T5" fmla="*/ 497 h 1138"/>
              <a:gd name="T6" fmla="*/ 235 w 935"/>
              <a:gd name="T7" fmla="*/ 847 h 1138"/>
              <a:gd name="T8" fmla="*/ 699 w 935"/>
              <a:gd name="T9" fmla="*/ 847 h 1138"/>
              <a:gd name="T10" fmla="*/ 699 w 935"/>
              <a:gd name="T11" fmla="*/ 497 h 1138"/>
              <a:gd name="T12" fmla="*/ 817 w 935"/>
              <a:gd name="T13" fmla="*/ 787 h 1138"/>
              <a:gd name="T14" fmla="*/ 934 w 935"/>
              <a:gd name="T15" fmla="*/ 905 h 1138"/>
              <a:gd name="T16" fmla="*/ 934 w 935"/>
              <a:gd name="T17" fmla="*/ 962 h 1138"/>
              <a:gd name="T18" fmla="*/ 0 w 935"/>
              <a:gd name="T19" fmla="*/ 962 h 1138"/>
              <a:gd name="T20" fmla="*/ 0 w 935"/>
              <a:gd name="T21" fmla="*/ 905 h 1138"/>
              <a:gd name="T22" fmla="*/ 117 w 935"/>
              <a:gd name="T23" fmla="*/ 787 h 1138"/>
              <a:gd name="T24" fmla="*/ 117 w 935"/>
              <a:gd name="T25" fmla="*/ 497 h 1138"/>
              <a:gd name="T26" fmla="*/ 380 w 935"/>
              <a:gd name="T27" fmla="*/ 129 h 1138"/>
              <a:gd name="T28" fmla="*/ 380 w 935"/>
              <a:gd name="T29" fmla="*/ 88 h 1138"/>
              <a:gd name="T30" fmla="*/ 467 w 935"/>
              <a:gd name="T31" fmla="*/ 0 h 1138"/>
              <a:gd name="T32" fmla="*/ 554 w 935"/>
              <a:gd name="T33" fmla="*/ 88 h 1138"/>
              <a:gd name="T34" fmla="*/ 554 w 935"/>
              <a:gd name="T35" fmla="*/ 129 h 1138"/>
              <a:gd name="T36" fmla="*/ 817 w 935"/>
              <a:gd name="T37" fmla="*/ 497 h 1138"/>
              <a:gd name="T38" fmla="*/ 817 w 935"/>
              <a:gd name="T39" fmla="*/ 787 h 1138"/>
              <a:gd name="T40" fmla="*/ 467 w 935"/>
              <a:gd name="T41" fmla="*/ 1137 h 1138"/>
              <a:gd name="T42" fmla="*/ 349 w 935"/>
              <a:gd name="T43" fmla="*/ 1022 h 1138"/>
              <a:gd name="T44" fmla="*/ 585 w 935"/>
              <a:gd name="T45" fmla="*/ 1022 h 1138"/>
              <a:gd name="T46" fmla="*/ 467 w 935"/>
              <a:gd name="T47" fmla="*/ 1137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35" h="1138">
                <a:moveTo>
                  <a:pt x="699" y="497"/>
                </a:moveTo>
                <a:cubicBezTo>
                  <a:pt x="699" y="353"/>
                  <a:pt x="612" y="235"/>
                  <a:pt x="467" y="235"/>
                </a:cubicBezTo>
                <a:cubicBezTo>
                  <a:pt x="322" y="235"/>
                  <a:pt x="235" y="353"/>
                  <a:pt x="235" y="497"/>
                </a:cubicBezTo>
                <a:lnTo>
                  <a:pt x="235" y="847"/>
                </a:lnTo>
                <a:lnTo>
                  <a:pt x="699" y="847"/>
                </a:lnTo>
                <a:lnTo>
                  <a:pt x="699" y="497"/>
                </a:lnTo>
                <a:close/>
                <a:moveTo>
                  <a:pt x="817" y="787"/>
                </a:moveTo>
                <a:lnTo>
                  <a:pt x="934" y="905"/>
                </a:lnTo>
                <a:lnTo>
                  <a:pt x="934" y="962"/>
                </a:lnTo>
                <a:lnTo>
                  <a:pt x="0" y="962"/>
                </a:lnTo>
                <a:lnTo>
                  <a:pt x="0" y="905"/>
                </a:lnTo>
                <a:lnTo>
                  <a:pt x="117" y="787"/>
                </a:lnTo>
                <a:lnTo>
                  <a:pt x="117" y="497"/>
                </a:lnTo>
                <a:cubicBezTo>
                  <a:pt x="117" y="317"/>
                  <a:pt x="213" y="170"/>
                  <a:pt x="380" y="129"/>
                </a:cubicBezTo>
                <a:lnTo>
                  <a:pt x="380" y="88"/>
                </a:lnTo>
                <a:cubicBezTo>
                  <a:pt x="380" y="38"/>
                  <a:pt x="418" y="0"/>
                  <a:pt x="467" y="0"/>
                </a:cubicBezTo>
                <a:cubicBezTo>
                  <a:pt x="516" y="0"/>
                  <a:pt x="554" y="38"/>
                  <a:pt x="554" y="88"/>
                </a:cubicBezTo>
                <a:lnTo>
                  <a:pt x="554" y="129"/>
                </a:lnTo>
                <a:cubicBezTo>
                  <a:pt x="721" y="170"/>
                  <a:pt x="817" y="320"/>
                  <a:pt x="817" y="497"/>
                </a:cubicBezTo>
                <a:lnTo>
                  <a:pt x="817" y="787"/>
                </a:lnTo>
                <a:close/>
                <a:moveTo>
                  <a:pt x="467" y="1137"/>
                </a:moveTo>
                <a:cubicBezTo>
                  <a:pt x="404" y="1137"/>
                  <a:pt x="349" y="1085"/>
                  <a:pt x="349" y="1022"/>
                </a:cubicBezTo>
                <a:lnTo>
                  <a:pt x="585" y="1022"/>
                </a:lnTo>
                <a:cubicBezTo>
                  <a:pt x="585" y="1085"/>
                  <a:pt x="530" y="1137"/>
                  <a:pt x="467" y="113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34137" y="623096"/>
            <a:ext cx="419100" cy="409575"/>
          </a:xfrm>
          <a:custGeom>
            <a:avLst/>
            <a:gdLst>
              <a:gd name="T0" fmla="*/ 582 w 1166"/>
              <a:gd name="T1" fmla="*/ 1137 h 1138"/>
              <a:gd name="T2" fmla="*/ 465 w 1166"/>
              <a:gd name="T3" fmla="*/ 1022 h 1138"/>
              <a:gd name="T4" fmla="*/ 697 w 1166"/>
              <a:gd name="T5" fmla="*/ 1022 h 1138"/>
              <a:gd name="T6" fmla="*/ 582 w 1166"/>
              <a:gd name="T7" fmla="*/ 1137 h 1138"/>
              <a:gd name="T8" fmla="*/ 932 w 1166"/>
              <a:gd name="T9" fmla="*/ 497 h 1138"/>
              <a:gd name="T10" fmla="*/ 932 w 1166"/>
              <a:gd name="T11" fmla="*/ 787 h 1138"/>
              <a:gd name="T12" fmla="*/ 1050 w 1166"/>
              <a:gd name="T13" fmla="*/ 905 h 1138"/>
              <a:gd name="T14" fmla="*/ 1050 w 1166"/>
              <a:gd name="T15" fmla="*/ 962 h 1138"/>
              <a:gd name="T16" fmla="*/ 115 w 1166"/>
              <a:gd name="T17" fmla="*/ 962 h 1138"/>
              <a:gd name="T18" fmla="*/ 115 w 1166"/>
              <a:gd name="T19" fmla="*/ 905 h 1138"/>
              <a:gd name="T20" fmla="*/ 233 w 1166"/>
              <a:gd name="T21" fmla="*/ 787 h 1138"/>
              <a:gd name="T22" fmla="*/ 233 w 1166"/>
              <a:gd name="T23" fmla="*/ 497 h 1138"/>
              <a:gd name="T24" fmla="*/ 495 w 1166"/>
              <a:gd name="T25" fmla="*/ 129 h 1138"/>
              <a:gd name="T26" fmla="*/ 495 w 1166"/>
              <a:gd name="T27" fmla="*/ 88 h 1138"/>
              <a:gd name="T28" fmla="*/ 582 w 1166"/>
              <a:gd name="T29" fmla="*/ 0 h 1138"/>
              <a:gd name="T30" fmla="*/ 670 w 1166"/>
              <a:gd name="T31" fmla="*/ 88 h 1138"/>
              <a:gd name="T32" fmla="*/ 670 w 1166"/>
              <a:gd name="T33" fmla="*/ 129 h 1138"/>
              <a:gd name="T34" fmla="*/ 932 w 1166"/>
              <a:gd name="T35" fmla="*/ 497 h 1138"/>
              <a:gd name="T36" fmla="*/ 1047 w 1166"/>
              <a:gd name="T37" fmla="*/ 467 h 1138"/>
              <a:gd name="T38" fmla="*/ 842 w 1166"/>
              <a:gd name="T39" fmla="*/ 93 h 1138"/>
              <a:gd name="T40" fmla="*/ 924 w 1166"/>
              <a:gd name="T41" fmla="*/ 11 h 1138"/>
              <a:gd name="T42" fmla="*/ 1165 w 1166"/>
              <a:gd name="T43" fmla="*/ 467 h 1138"/>
              <a:gd name="T44" fmla="*/ 1047 w 1166"/>
              <a:gd name="T45" fmla="*/ 467 h 1138"/>
              <a:gd name="T46" fmla="*/ 326 w 1166"/>
              <a:gd name="T47" fmla="*/ 93 h 1138"/>
              <a:gd name="T48" fmla="*/ 118 w 1166"/>
              <a:gd name="T49" fmla="*/ 467 h 1138"/>
              <a:gd name="T50" fmla="*/ 0 w 1166"/>
              <a:gd name="T51" fmla="*/ 467 h 1138"/>
              <a:gd name="T52" fmla="*/ 241 w 1166"/>
              <a:gd name="T53" fmla="*/ 11 h 1138"/>
              <a:gd name="T54" fmla="*/ 326 w 1166"/>
              <a:gd name="T55" fmla="*/ 93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66" h="1138">
                <a:moveTo>
                  <a:pt x="582" y="1137"/>
                </a:moveTo>
                <a:cubicBezTo>
                  <a:pt x="517" y="1137"/>
                  <a:pt x="465" y="1085"/>
                  <a:pt x="465" y="1022"/>
                </a:cubicBezTo>
                <a:lnTo>
                  <a:pt x="697" y="1022"/>
                </a:lnTo>
                <a:cubicBezTo>
                  <a:pt x="697" y="1090"/>
                  <a:pt x="646" y="1137"/>
                  <a:pt x="582" y="1137"/>
                </a:cubicBezTo>
                <a:close/>
                <a:moveTo>
                  <a:pt x="932" y="497"/>
                </a:moveTo>
                <a:lnTo>
                  <a:pt x="932" y="787"/>
                </a:lnTo>
                <a:lnTo>
                  <a:pt x="1050" y="905"/>
                </a:lnTo>
                <a:lnTo>
                  <a:pt x="1050" y="962"/>
                </a:lnTo>
                <a:lnTo>
                  <a:pt x="115" y="962"/>
                </a:lnTo>
                <a:lnTo>
                  <a:pt x="115" y="905"/>
                </a:lnTo>
                <a:lnTo>
                  <a:pt x="233" y="787"/>
                </a:lnTo>
                <a:lnTo>
                  <a:pt x="233" y="497"/>
                </a:lnTo>
                <a:cubicBezTo>
                  <a:pt x="233" y="317"/>
                  <a:pt x="328" y="170"/>
                  <a:pt x="495" y="129"/>
                </a:cubicBezTo>
                <a:lnTo>
                  <a:pt x="495" y="88"/>
                </a:lnTo>
                <a:cubicBezTo>
                  <a:pt x="495" y="38"/>
                  <a:pt x="533" y="0"/>
                  <a:pt x="582" y="0"/>
                </a:cubicBezTo>
                <a:cubicBezTo>
                  <a:pt x="632" y="0"/>
                  <a:pt x="670" y="38"/>
                  <a:pt x="670" y="88"/>
                </a:cubicBezTo>
                <a:lnTo>
                  <a:pt x="670" y="129"/>
                </a:lnTo>
                <a:cubicBezTo>
                  <a:pt x="837" y="170"/>
                  <a:pt x="932" y="320"/>
                  <a:pt x="932" y="497"/>
                </a:cubicBezTo>
                <a:close/>
                <a:moveTo>
                  <a:pt x="1047" y="467"/>
                </a:moveTo>
                <a:cubicBezTo>
                  <a:pt x="1039" y="312"/>
                  <a:pt x="960" y="178"/>
                  <a:pt x="842" y="93"/>
                </a:cubicBezTo>
                <a:lnTo>
                  <a:pt x="924" y="11"/>
                </a:lnTo>
                <a:cubicBezTo>
                  <a:pt x="1063" y="118"/>
                  <a:pt x="1156" y="282"/>
                  <a:pt x="1165" y="467"/>
                </a:cubicBezTo>
                <a:lnTo>
                  <a:pt x="1047" y="467"/>
                </a:lnTo>
                <a:close/>
                <a:moveTo>
                  <a:pt x="326" y="93"/>
                </a:moveTo>
                <a:cubicBezTo>
                  <a:pt x="205" y="178"/>
                  <a:pt x="126" y="312"/>
                  <a:pt x="118" y="467"/>
                </a:cubicBezTo>
                <a:lnTo>
                  <a:pt x="0" y="467"/>
                </a:lnTo>
                <a:cubicBezTo>
                  <a:pt x="9" y="282"/>
                  <a:pt x="101" y="118"/>
                  <a:pt x="241" y="11"/>
                </a:cubicBezTo>
                <a:lnTo>
                  <a:pt x="326" y="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08874" y="659607"/>
            <a:ext cx="419100" cy="336550"/>
          </a:xfrm>
          <a:custGeom>
            <a:avLst/>
            <a:gdLst>
              <a:gd name="T0" fmla="*/ 757 w 1165"/>
              <a:gd name="T1" fmla="*/ 88 h 936"/>
              <a:gd name="T2" fmla="*/ 757 w 1165"/>
              <a:gd name="T3" fmla="*/ 410 h 936"/>
              <a:gd name="T4" fmla="*/ 1076 w 1165"/>
              <a:gd name="T5" fmla="*/ 410 h 936"/>
              <a:gd name="T6" fmla="*/ 757 w 1165"/>
              <a:gd name="T7" fmla="*/ 88 h 936"/>
              <a:gd name="T8" fmla="*/ 1164 w 1165"/>
              <a:gd name="T9" fmla="*/ 350 h 936"/>
              <a:gd name="T10" fmla="*/ 1164 w 1165"/>
              <a:gd name="T11" fmla="*/ 817 h 936"/>
              <a:gd name="T12" fmla="*/ 1049 w 1165"/>
              <a:gd name="T13" fmla="*/ 932 h 936"/>
              <a:gd name="T14" fmla="*/ 114 w 1165"/>
              <a:gd name="T15" fmla="*/ 935 h 936"/>
              <a:gd name="T16" fmla="*/ 0 w 1165"/>
              <a:gd name="T17" fmla="*/ 817 h 936"/>
              <a:gd name="T18" fmla="*/ 0 w 1165"/>
              <a:gd name="T19" fmla="*/ 118 h 936"/>
              <a:gd name="T20" fmla="*/ 114 w 1165"/>
              <a:gd name="T21" fmla="*/ 0 h 936"/>
              <a:gd name="T22" fmla="*/ 814 w 1165"/>
              <a:gd name="T23" fmla="*/ 0 h 936"/>
              <a:gd name="T24" fmla="*/ 1164 w 1165"/>
              <a:gd name="T25" fmla="*/ 35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5" h="936">
                <a:moveTo>
                  <a:pt x="757" y="88"/>
                </a:moveTo>
                <a:lnTo>
                  <a:pt x="757" y="410"/>
                </a:lnTo>
                <a:lnTo>
                  <a:pt x="1076" y="410"/>
                </a:lnTo>
                <a:lnTo>
                  <a:pt x="757" y="88"/>
                </a:lnTo>
                <a:close/>
                <a:moveTo>
                  <a:pt x="1164" y="350"/>
                </a:moveTo>
                <a:lnTo>
                  <a:pt x="1164" y="817"/>
                </a:lnTo>
                <a:cubicBezTo>
                  <a:pt x="1164" y="880"/>
                  <a:pt x="1112" y="932"/>
                  <a:pt x="1049" y="932"/>
                </a:cubicBezTo>
                <a:lnTo>
                  <a:pt x="114" y="935"/>
                </a:lnTo>
                <a:cubicBezTo>
                  <a:pt x="52" y="935"/>
                  <a:pt x="0" y="880"/>
                  <a:pt x="0" y="817"/>
                </a:cubicBezTo>
                <a:lnTo>
                  <a:pt x="0" y="118"/>
                </a:lnTo>
                <a:cubicBezTo>
                  <a:pt x="0" y="55"/>
                  <a:pt x="52" y="0"/>
                  <a:pt x="114" y="0"/>
                </a:cubicBezTo>
                <a:lnTo>
                  <a:pt x="814" y="0"/>
                </a:lnTo>
                <a:lnTo>
                  <a:pt x="1164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24887" y="618332"/>
            <a:ext cx="336550" cy="419100"/>
          </a:xfrm>
          <a:custGeom>
            <a:avLst/>
            <a:gdLst>
              <a:gd name="T0" fmla="*/ 525 w 936"/>
              <a:gd name="T1" fmla="*/ 408 h 1166"/>
              <a:gd name="T2" fmla="*/ 847 w 936"/>
              <a:gd name="T3" fmla="*/ 408 h 1166"/>
              <a:gd name="T4" fmla="*/ 525 w 936"/>
              <a:gd name="T5" fmla="*/ 88 h 1166"/>
              <a:gd name="T6" fmla="*/ 525 w 936"/>
              <a:gd name="T7" fmla="*/ 408 h 1166"/>
              <a:gd name="T8" fmla="*/ 699 w 936"/>
              <a:gd name="T9" fmla="*/ 815 h 1166"/>
              <a:gd name="T10" fmla="*/ 699 w 936"/>
              <a:gd name="T11" fmla="*/ 700 h 1166"/>
              <a:gd name="T12" fmla="*/ 525 w 936"/>
              <a:gd name="T13" fmla="*/ 700 h 1166"/>
              <a:gd name="T14" fmla="*/ 525 w 936"/>
              <a:gd name="T15" fmla="*/ 525 h 1166"/>
              <a:gd name="T16" fmla="*/ 410 w 936"/>
              <a:gd name="T17" fmla="*/ 525 h 1166"/>
              <a:gd name="T18" fmla="*/ 410 w 936"/>
              <a:gd name="T19" fmla="*/ 700 h 1166"/>
              <a:gd name="T20" fmla="*/ 235 w 936"/>
              <a:gd name="T21" fmla="*/ 700 h 1166"/>
              <a:gd name="T22" fmla="*/ 235 w 936"/>
              <a:gd name="T23" fmla="*/ 815 h 1166"/>
              <a:gd name="T24" fmla="*/ 410 w 936"/>
              <a:gd name="T25" fmla="*/ 815 h 1166"/>
              <a:gd name="T26" fmla="*/ 410 w 936"/>
              <a:gd name="T27" fmla="*/ 990 h 1166"/>
              <a:gd name="T28" fmla="*/ 525 w 936"/>
              <a:gd name="T29" fmla="*/ 990 h 1166"/>
              <a:gd name="T30" fmla="*/ 525 w 936"/>
              <a:gd name="T31" fmla="*/ 815 h 1166"/>
              <a:gd name="T32" fmla="*/ 699 w 936"/>
              <a:gd name="T33" fmla="*/ 815 h 1166"/>
              <a:gd name="T34" fmla="*/ 585 w 936"/>
              <a:gd name="T35" fmla="*/ 0 h 1166"/>
              <a:gd name="T36" fmla="*/ 935 w 936"/>
              <a:gd name="T37" fmla="*/ 350 h 1166"/>
              <a:gd name="T38" fmla="*/ 935 w 936"/>
              <a:gd name="T39" fmla="*/ 1050 h 1166"/>
              <a:gd name="T40" fmla="*/ 817 w 936"/>
              <a:gd name="T41" fmla="*/ 1165 h 1166"/>
              <a:gd name="T42" fmla="*/ 117 w 936"/>
              <a:gd name="T43" fmla="*/ 1165 h 1166"/>
              <a:gd name="T44" fmla="*/ 0 w 936"/>
              <a:gd name="T45" fmla="*/ 1050 h 1166"/>
              <a:gd name="T46" fmla="*/ 3 w 936"/>
              <a:gd name="T47" fmla="*/ 115 h 1166"/>
              <a:gd name="T48" fmla="*/ 117 w 936"/>
              <a:gd name="T49" fmla="*/ 0 h 1166"/>
              <a:gd name="T50" fmla="*/ 585 w 936"/>
              <a:gd name="T51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36" h="1166">
                <a:moveTo>
                  <a:pt x="525" y="408"/>
                </a:moveTo>
                <a:lnTo>
                  <a:pt x="847" y="408"/>
                </a:lnTo>
                <a:lnTo>
                  <a:pt x="525" y="88"/>
                </a:lnTo>
                <a:lnTo>
                  <a:pt x="525" y="408"/>
                </a:lnTo>
                <a:close/>
                <a:moveTo>
                  <a:pt x="699" y="815"/>
                </a:moveTo>
                <a:lnTo>
                  <a:pt x="699" y="700"/>
                </a:lnTo>
                <a:lnTo>
                  <a:pt x="525" y="700"/>
                </a:lnTo>
                <a:lnTo>
                  <a:pt x="525" y="525"/>
                </a:lnTo>
                <a:lnTo>
                  <a:pt x="410" y="525"/>
                </a:lnTo>
                <a:lnTo>
                  <a:pt x="410" y="700"/>
                </a:lnTo>
                <a:lnTo>
                  <a:pt x="235" y="700"/>
                </a:lnTo>
                <a:lnTo>
                  <a:pt x="235" y="815"/>
                </a:lnTo>
                <a:lnTo>
                  <a:pt x="410" y="815"/>
                </a:lnTo>
                <a:lnTo>
                  <a:pt x="410" y="990"/>
                </a:lnTo>
                <a:lnTo>
                  <a:pt x="525" y="990"/>
                </a:lnTo>
                <a:lnTo>
                  <a:pt x="525" y="815"/>
                </a:lnTo>
                <a:lnTo>
                  <a:pt x="699" y="815"/>
                </a:lnTo>
                <a:close/>
                <a:moveTo>
                  <a:pt x="585" y="0"/>
                </a:moveTo>
                <a:lnTo>
                  <a:pt x="935" y="350"/>
                </a:lnTo>
                <a:lnTo>
                  <a:pt x="935" y="1050"/>
                </a:lnTo>
                <a:cubicBezTo>
                  <a:pt x="935" y="1113"/>
                  <a:pt x="880" y="1165"/>
                  <a:pt x="817" y="1165"/>
                </a:cubicBezTo>
                <a:lnTo>
                  <a:pt x="117" y="1165"/>
                </a:lnTo>
                <a:cubicBezTo>
                  <a:pt x="55" y="1165"/>
                  <a:pt x="0" y="1113"/>
                  <a:pt x="0" y="1050"/>
                </a:cubicBezTo>
                <a:lnTo>
                  <a:pt x="3" y="115"/>
                </a:lnTo>
                <a:cubicBezTo>
                  <a:pt x="3" y="52"/>
                  <a:pt x="55" y="0"/>
                  <a:pt x="117" y="0"/>
                </a:cubicBezTo>
                <a:lnTo>
                  <a:pt x="58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58349" y="618332"/>
            <a:ext cx="419100" cy="419100"/>
          </a:xfrm>
          <a:custGeom>
            <a:avLst/>
            <a:gdLst>
              <a:gd name="T0" fmla="*/ 952 w 1166"/>
              <a:gd name="T1" fmla="*/ 869 h 1166"/>
              <a:gd name="T2" fmla="*/ 1050 w 1166"/>
              <a:gd name="T3" fmla="*/ 582 h 1166"/>
              <a:gd name="T4" fmla="*/ 583 w 1166"/>
              <a:gd name="T5" fmla="*/ 115 h 1166"/>
              <a:gd name="T6" fmla="*/ 296 w 1166"/>
              <a:gd name="T7" fmla="*/ 214 h 1166"/>
              <a:gd name="T8" fmla="*/ 952 w 1166"/>
              <a:gd name="T9" fmla="*/ 869 h 1166"/>
              <a:gd name="T10" fmla="*/ 583 w 1166"/>
              <a:gd name="T11" fmla="*/ 1050 h 1166"/>
              <a:gd name="T12" fmla="*/ 870 w 1166"/>
              <a:gd name="T13" fmla="*/ 951 h 1166"/>
              <a:gd name="T14" fmla="*/ 214 w 1166"/>
              <a:gd name="T15" fmla="*/ 296 h 1166"/>
              <a:gd name="T16" fmla="*/ 115 w 1166"/>
              <a:gd name="T17" fmla="*/ 582 h 1166"/>
              <a:gd name="T18" fmla="*/ 583 w 1166"/>
              <a:gd name="T19" fmla="*/ 1050 h 1166"/>
              <a:gd name="T20" fmla="*/ 583 w 1166"/>
              <a:gd name="T21" fmla="*/ 0 h 1166"/>
              <a:gd name="T22" fmla="*/ 1165 w 1166"/>
              <a:gd name="T23" fmla="*/ 582 h 1166"/>
              <a:gd name="T24" fmla="*/ 583 w 1166"/>
              <a:gd name="T25" fmla="*/ 1165 h 1166"/>
              <a:gd name="T26" fmla="*/ 0 w 1166"/>
              <a:gd name="T27" fmla="*/ 582 h 1166"/>
              <a:gd name="T28" fmla="*/ 583 w 1166"/>
              <a:gd name="T2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6">
                <a:moveTo>
                  <a:pt x="952" y="869"/>
                </a:moveTo>
                <a:cubicBezTo>
                  <a:pt x="1014" y="790"/>
                  <a:pt x="1050" y="689"/>
                  <a:pt x="1050" y="582"/>
                </a:cubicBezTo>
                <a:cubicBezTo>
                  <a:pt x="1050" y="326"/>
                  <a:pt x="839" y="115"/>
                  <a:pt x="583" y="115"/>
                </a:cubicBezTo>
                <a:cubicBezTo>
                  <a:pt x="476" y="115"/>
                  <a:pt x="375" y="151"/>
                  <a:pt x="296" y="214"/>
                </a:cubicBezTo>
                <a:lnTo>
                  <a:pt x="952" y="869"/>
                </a:lnTo>
                <a:close/>
                <a:moveTo>
                  <a:pt x="583" y="1050"/>
                </a:moveTo>
                <a:cubicBezTo>
                  <a:pt x="689" y="1050"/>
                  <a:pt x="790" y="1014"/>
                  <a:pt x="870" y="951"/>
                </a:cubicBezTo>
                <a:lnTo>
                  <a:pt x="214" y="296"/>
                </a:lnTo>
                <a:cubicBezTo>
                  <a:pt x="151" y="375"/>
                  <a:pt x="115" y="476"/>
                  <a:pt x="115" y="582"/>
                </a:cubicBezTo>
                <a:cubicBezTo>
                  <a:pt x="115" y="839"/>
                  <a:pt x="326" y="1050"/>
                  <a:pt x="583" y="1050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6" y="1165"/>
                  <a:pt x="583" y="1165"/>
                </a:cubicBezTo>
                <a:cubicBezTo>
                  <a:pt x="261" y="1165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55314" y="596107"/>
            <a:ext cx="377825" cy="463550"/>
          </a:xfrm>
          <a:custGeom>
            <a:avLst/>
            <a:gdLst>
              <a:gd name="T0" fmla="*/ 345 w 1051"/>
              <a:gd name="T1" fmla="*/ 293 h 1286"/>
              <a:gd name="T2" fmla="*/ 345 w 1051"/>
              <a:gd name="T3" fmla="*/ 364 h 1286"/>
              <a:gd name="T4" fmla="*/ 238 w 1051"/>
              <a:gd name="T5" fmla="*/ 257 h 1286"/>
              <a:gd name="T6" fmla="*/ 525 w 1051"/>
              <a:gd name="T7" fmla="*/ 0 h 1286"/>
              <a:gd name="T8" fmla="*/ 817 w 1051"/>
              <a:gd name="T9" fmla="*/ 293 h 1286"/>
              <a:gd name="T10" fmla="*/ 817 w 1051"/>
              <a:gd name="T11" fmla="*/ 410 h 1286"/>
              <a:gd name="T12" fmla="*/ 875 w 1051"/>
              <a:gd name="T13" fmla="*/ 410 h 1286"/>
              <a:gd name="T14" fmla="*/ 992 w 1051"/>
              <a:gd name="T15" fmla="*/ 525 h 1286"/>
              <a:gd name="T16" fmla="*/ 992 w 1051"/>
              <a:gd name="T17" fmla="*/ 1011 h 1286"/>
              <a:gd name="T18" fmla="*/ 388 w 1051"/>
              <a:gd name="T19" fmla="*/ 410 h 1286"/>
              <a:gd name="T20" fmla="*/ 705 w 1051"/>
              <a:gd name="T21" fmla="*/ 410 h 1286"/>
              <a:gd name="T22" fmla="*/ 705 w 1051"/>
              <a:gd name="T23" fmla="*/ 293 h 1286"/>
              <a:gd name="T24" fmla="*/ 525 w 1051"/>
              <a:gd name="T25" fmla="*/ 112 h 1286"/>
              <a:gd name="T26" fmla="*/ 345 w 1051"/>
              <a:gd name="T27" fmla="*/ 293 h 1286"/>
              <a:gd name="T28" fmla="*/ 1050 w 1051"/>
              <a:gd name="T29" fmla="*/ 1214 h 1286"/>
              <a:gd name="T30" fmla="*/ 979 w 1051"/>
              <a:gd name="T31" fmla="*/ 1285 h 1286"/>
              <a:gd name="T32" fmla="*/ 913 w 1051"/>
              <a:gd name="T33" fmla="*/ 1219 h 1286"/>
              <a:gd name="T34" fmla="*/ 875 w 1051"/>
              <a:gd name="T35" fmla="*/ 1225 h 1286"/>
              <a:gd name="T36" fmla="*/ 175 w 1051"/>
              <a:gd name="T37" fmla="*/ 1225 h 1286"/>
              <a:gd name="T38" fmla="*/ 58 w 1051"/>
              <a:gd name="T39" fmla="*/ 1110 h 1286"/>
              <a:gd name="T40" fmla="*/ 58 w 1051"/>
              <a:gd name="T41" fmla="*/ 525 h 1286"/>
              <a:gd name="T42" fmla="*/ 121 w 1051"/>
              <a:gd name="T43" fmla="*/ 424 h 1286"/>
              <a:gd name="T44" fmla="*/ 0 w 1051"/>
              <a:gd name="T45" fmla="*/ 306 h 1286"/>
              <a:gd name="T46" fmla="*/ 71 w 1051"/>
              <a:gd name="T47" fmla="*/ 235 h 1286"/>
              <a:gd name="T48" fmla="*/ 1050 w 1051"/>
              <a:gd name="T49" fmla="*/ 1214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286">
                <a:moveTo>
                  <a:pt x="345" y="293"/>
                </a:moveTo>
                <a:lnTo>
                  <a:pt x="345" y="364"/>
                </a:lnTo>
                <a:lnTo>
                  <a:pt x="238" y="257"/>
                </a:lnTo>
                <a:cubicBezTo>
                  <a:pt x="254" y="112"/>
                  <a:pt x="375" y="0"/>
                  <a:pt x="525" y="0"/>
                </a:cubicBezTo>
                <a:cubicBezTo>
                  <a:pt x="686" y="0"/>
                  <a:pt x="817" y="131"/>
                  <a:pt x="817" y="293"/>
                </a:cubicBezTo>
                <a:lnTo>
                  <a:pt x="817" y="410"/>
                </a:lnTo>
                <a:lnTo>
                  <a:pt x="875" y="410"/>
                </a:lnTo>
                <a:cubicBezTo>
                  <a:pt x="938" y="410"/>
                  <a:pt x="992" y="462"/>
                  <a:pt x="992" y="525"/>
                </a:cubicBezTo>
                <a:lnTo>
                  <a:pt x="992" y="1011"/>
                </a:lnTo>
                <a:lnTo>
                  <a:pt x="388" y="410"/>
                </a:lnTo>
                <a:lnTo>
                  <a:pt x="705" y="410"/>
                </a:lnTo>
                <a:lnTo>
                  <a:pt x="705" y="293"/>
                </a:lnTo>
                <a:cubicBezTo>
                  <a:pt x="705" y="194"/>
                  <a:pt x="623" y="112"/>
                  <a:pt x="525" y="112"/>
                </a:cubicBezTo>
                <a:cubicBezTo>
                  <a:pt x="427" y="112"/>
                  <a:pt x="345" y="194"/>
                  <a:pt x="345" y="293"/>
                </a:cubicBezTo>
                <a:close/>
                <a:moveTo>
                  <a:pt x="1050" y="1214"/>
                </a:moveTo>
                <a:lnTo>
                  <a:pt x="979" y="1285"/>
                </a:lnTo>
                <a:lnTo>
                  <a:pt x="913" y="1219"/>
                </a:lnTo>
                <a:cubicBezTo>
                  <a:pt x="902" y="1222"/>
                  <a:pt x="888" y="1225"/>
                  <a:pt x="875" y="1225"/>
                </a:cubicBezTo>
                <a:lnTo>
                  <a:pt x="175" y="1225"/>
                </a:lnTo>
                <a:cubicBezTo>
                  <a:pt x="112" y="1225"/>
                  <a:pt x="58" y="1173"/>
                  <a:pt x="58" y="1110"/>
                </a:cubicBezTo>
                <a:lnTo>
                  <a:pt x="58" y="525"/>
                </a:lnTo>
                <a:cubicBezTo>
                  <a:pt x="58" y="481"/>
                  <a:pt x="85" y="443"/>
                  <a:pt x="121" y="424"/>
                </a:cubicBezTo>
                <a:lnTo>
                  <a:pt x="0" y="306"/>
                </a:lnTo>
                <a:lnTo>
                  <a:pt x="71" y="235"/>
                </a:lnTo>
                <a:lnTo>
                  <a:pt x="1050" y="12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8862" y="1488282"/>
            <a:ext cx="419100" cy="419100"/>
          </a:xfrm>
          <a:custGeom>
            <a:avLst/>
            <a:gdLst>
              <a:gd name="T0" fmla="*/ 484 w 1165"/>
              <a:gd name="T1" fmla="*/ 699 h 1165"/>
              <a:gd name="T2" fmla="*/ 875 w 1165"/>
              <a:gd name="T3" fmla="*/ 309 h 1165"/>
              <a:gd name="T4" fmla="*/ 793 w 1165"/>
              <a:gd name="T5" fmla="*/ 227 h 1165"/>
              <a:gd name="T6" fmla="*/ 484 w 1165"/>
              <a:gd name="T7" fmla="*/ 535 h 1165"/>
              <a:gd name="T8" fmla="*/ 372 w 1165"/>
              <a:gd name="T9" fmla="*/ 423 h 1165"/>
              <a:gd name="T10" fmla="*/ 290 w 1165"/>
              <a:gd name="T11" fmla="*/ 505 h 1165"/>
              <a:gd name="T12" fmla="*/ 484 w 1165"/>
              <a:gd name="T13" fmla="*/ 699 h 1165"/>
              <a:gd name="T14" fmla="*/ 875 w 1165"/>
              <a:gd name="T15" fmla="*/ 932 h 1165"/>
              <a:gd name="T16" fmla="*/ 875 w 1165"/>
              <a:gd name="T17" fmla="*/ 814 h 1165"/>
              <a:gd name="T18" fmla="*/ 290 w 1165"/>
              <a:gd name="T19" fmla="*/ 814 h 1165"/>
              <a:gd name="T20" fmla="*/ 290 w 1165"/>
              <a:gd name="T21" fmla="*/ 932 h 1165"/>
              <a:gd name="T22" fmla="*/ 875 w 1165"/>
              <a:gd name="T23" fmla="*/ 932 h 1165"/>
              <a:gd name="T24" fmla="*/ 582 w 1165"/>
              <a:gd name="T25" fmla="*/ 0 h 1165"/>
              <a:gd name="T26" fmla="*/ 1164 w 1165"/>
              <a:gd name="T27" fmla="*/ 582 h 1165"/>
              <a:gd name="T28" fmla="*/ 582 w 1165"/>
              <a:gd name="T29" fmla="*/ 1164 h 1165"/>
              <a:gd name="T30" fmla="*/ 0 w 1165"/>
              <a:gd name="T31" fmla="*/ 582 h 1165"/>
              <a:gd name="T32" fmla="*/ 582 w 1165"/>
              <a:gd name="T33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5" h="1165">
                <a:moveTo>
                  <a:pt x="484" y="699"/>
                </a:moveTo>
                <a:lnTo>
                  <a:pt x="875" y="309"/>
                </a:lnTo>
                <a:lnTo>
                  <a:pt x="793" y="227"/>
                </a:lnTo>
                <a:lnTo>
                  <a:pt x="484" y="535"/>
                </a:lnTo>
                <a:lnTo>
                  <a:pt x="372" y="423"/>
                </a:lnTo>
                <a:lnTo>
                  <a:pt x="290" y="505"/>
                </a:lnTo>
                <a:lnTo>
                  <a:pt x="484" y="699"/>
                </a:lnTo>
                <a:close/>
                <a:moveTo>
                  <a:pt x="875" y="932"/>
                </a:moveTo>
                <a:lnTo>
                  <a:pt x="875" y="814"/>
                </a:lnTo>
                <a:lnTo>
                  <a:pt x="290" y="814"/>
                </a:lnTo>
                <a:lnTo>
                  <a:pt x="290" y="932"/>
                </a:lnTo>
                <a:lnTo>
                  <a:pt x="875" y="932"/>
                </a:lnTo>
                <a:close/>
                <a:moveTo>
                  <a:pt x="582" y="0"/>
                </a:moveTo>
                <a:cubicBezTo>
                  <a:pt x="902" y="0"/>
                  <a:pt x="1164" y="262"/>
                  <a:pt x="1164" y="582"/>
                </a:cubicBezTo>
                <a:cubicBezTo>
                  <a:pt x="1164" y="902"/>
                  <a:pt x="902" y="1164"/>
                  <a:pt x="582" y="1164"/>
                </a:cubicBezTo>
                <a:cubicBezTo>
                  <a:pt x="263" y="1164"/>
                  <a:pt x="0" y="902"/>
                  <a:pt x="0" y="582"/>
                </a:cubicBezTo>
                <a:cubicBezTo>
                  <a:pt x="0" y="262"/>
                  <a:pt x="263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08201" y="1447008"/>
            <a:ext cx="461963" cy="503236"/>
          </a:xfrm>
          <a:custGeom>
            <a:avLst/>
            <a:gdLst>
              <a:gd name="T0" fmla="*/ 1284 w 1285"/>
              <a:gd name="T1" fmla="*/ 320 h 1400"/>
              <a:gd name="T2" fmla="*/ 1284 w 1285"/>
              <a:gd name="T3" fmla="*/ 1167 h 1400"/>
              <a:gd name="T4" fmla="*/ 1049 w 1285"/>
              <a:gd name="T5" fmla="*/ 1399 h 1400"/>
              <a:gd name="T6" fmla="*/ 625 w 1285"/>
              <a:gd name="T7" fmla="*/ 1399 h 1400"/>
              <a:gd name="T8" fmla="*/ 459 w 1285"/>
              <a:gd name="T9" fmla="*/ 1331 h 1400"/>
              <a:gd name="T10" fmla="*/ 0 w 1285"/>
              <a:gd name="T11" fmla="*/ 864 h 1400"/>
              <a:gd name="T12" fmla="*/ 76 w 1285"/>
              <a:gd name="T13" fmla="*/ 793 h 1400"/>
              <a:gd name="T14" fmla="*/ 122 w 1285"/>
              <a:gd name="T15" fmla="*/ 776 h 1400"/>
              <a:gd name="T16" fmla="*/ 158 w 1285"/>
              <a:gd name="T17" fmla="*/ 785 h 1400"/>
              <a:gd name="T18" fmla="*/ 409 w 1285"/>
              <a:gd name="T19" fmla="*/ 927 h 1400"/>
              <a:gd name="T20" fmla="*/ 409 w 1285"/>
              <a:gd name="T21" fmla="*/ 233 h 1400"/>
              <a:gd name="T22" fmla="*/ 497 w 1285"/>
              <a:gd name="T23" fmla="*/ 145 h 1400"/>
              <a:gd name="T24" fmla="*/ 584 w 1285"/>
              <a:gd name="T25" fmla="*/ 233 h 1400"/>
              <a:gd name="T26" fmla="*/ 584 w 1285"/>
              <a:gd name="T27" fmla="*/ 642 h 1400"/>
              <a:gd name="T28" fmla="*/ 642 w 1285"/>
              <a:gd name="T29" fmla="*/ 642 h 1400"/>
              <a:gd name="T30" fmla="*/ 642 w 1285"/>
              <a:gd name="T31" fmla="*/ 88 h 1400"/>
              <a:gd name="T32" fmla="*/ 729 w 1285"/>
              <a:gd name="T33" fmla="*/ 0 h 1400"/>
              <a:gd name="T34" fmla="*/ 817 w 1285"/>
              <a:gd name="T35" fmla="*/ 88 h 1400"/>
              <a:gd name="T36" fmla="*/ 817 w 1285"/>
              <a:gd name="T37" fmla="*/ 642 h 1400"/>
              <a:gd name="T38" fmla="*/ 874 w 1285"/>
              <a:gd name="T39" fmla="*/ 642 h 1400"/>
              <a:gd name="T40" fmla="*/ 874 w 1285"/>
              <a:gd name="T41" fmla="*/ 145 h 1400"/>
              <a:gd name="T42" fmla="*/ 962 w 1285"/>
              <a:gd name="T43" fmla="*/ 58 h 1400"/>
              <a:gd name="T44" fmla="*/ 1049 w 1285"/>
              <a:gd name="T45" fmla="*/ 145 h 1400"/>
              <a:gd name="T46" fmla="*/ 1049 w 1285"/>
              <a:gd name="T47" fmla="*/ 642 h 1400"/>
              <a:gd name="T48" fmla="*/ 1109 w 1285"/>
              <a:gd name="T49" fmla="*/ 642 h 1400"/>
              <a:gd name="T50" fmla="*/ 1109 w 1285"/>
              <a:gd name="T51" fmla="*/ 320 h 1400"/>
              <a:gd name="T52" fmla="*/ 1197 w 1285"/>
              <a:gd name="T53" fmla="*/ 233 h 1400"/>
              <a:gd name="T54" fmla="*/ 1284 w 1285"/>
              <a:gd name="T55" fmla="*/ 320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5" h="1400">
                <a:moveTo>
                  <a:pt x="1284" y="320"/>
                </a:moveTo>
                <a:lnTo>
                  <a:pt x="1284" y="1167"/>
                </a:lnTo>
                <a:cubicBezTo>
                  <a:pt x="1284" y="1296"/>
                  <a:pt x="1177" y="1399"/>
                  <a:pt x="1049" y="1399"/>
                </a:cubicBezTo>
                <a:lnTo>
                  <a:pt x="625" y="1399"/>
                </a:lnTo>
                <a:cubicBezTo>
                  <a:pt x="562" y="1399"/>
                  <a:pt x="502" y="1375"/>
                  <a:pt x="459" y="1331"/>
                </a:cubicBezTo>
                <a:lnTo>
                  <a:pt x="0" y="864"/>
                </a:lnTo>
                <a:cubicBezTo>
                  <a:pt x="0" y="864"/>
                  <a:pt x="73" y="793"/>
                  <a:pt x="76" y="793"/>
                </a:cubicBezTo>
                <a:cubicBezTo>
                  <a:pt x="90" y="782"/>
                  <a:pt x="106" y="776"/>
                  <a:pt x="122" y="776"/>
                </a:cubicBezTo>
                <a:cubicBezTo>
                  <a:pt x="136" y="776"/>
                  <a:pt x="147" y="779"/>
                  <a:pt x="158" y="785"/>
                </a:cubicBezTo>
                <a:cubicBezTo>
                  <a:pt x="161" y="785"/>
                  <a:pt x="409" y="927"/>
                  <a:pt x="409" y="927"/>
                </a:cubicBezTo>
                <a:lnTo>
                  <a:pt x="409" y="233"/>
                </a:lnTo>
                <a:cubicBezTo>
                  <a:pt x="409" y="183"/>
                  <a:pt x="448" y="145"/>
                  <a:pt x="497" y="145"/>
                </a:cubicBezTo>
                <a:cubicBezTo>
                  <a:pt x="546" y="145"/>
                  <a:pt x="584" y="183"/>
                  <a:pt x="584" y="233"/>
                </a:cubicBezTo>
                <a:lnTo>
                  <a:pt x="584" y="642"/>
                </a:lnTo>
                <a:lnTo>
                  <a:pt x="642" y="642"/>
                </a:lnTo>
                <a:lnTo>
                  <a:pt x="642" y="88"/>
                </a:lnTo>
                <a:cubicBezTo>
                  <a:pt x="642" y="39"/>
                  <a:pt x="680" y="0"/>
                  <a:pt x="729" y="0"/>
                </a:cubicBezTo>
                <a:cubicBezTo>
                  <a:pt x="778" y="0"/>
                  <a:pt x="817" y="39"/>
                  <a:pt x="817" y="88"/>
                </a:cubicBezTo>
                <a:lnTo>
                  <a:pt x="817" y="642"/>
                </a:lnTo>
                <a:lnTo>
                  <a:pt x="874" y="642"/>
                </a:lnTo>
                <a:lnTo>
                  <a:pt x="874" y="145"/>
                </a:lnTo>
                <a:cubicBezTo>
                  <a:pt x="874" y="96"/>
                  <a:pt x="912" y="58"/>
                  <a:pt x="962" y="58"/>
                </a:cubicBezTo>
                <a:cubicBezTo>
                  <a:pt x="1011" y="58"/>
                  <a:pt x="1049" y="96"/>
                  <a:pt x="1049" y="145"/>
                </a:cubicBezTo>
                <a:lnTo>
                  <a:pt x="1049" y="642"/>
                </a:lnTo>
                <a:lnTo>
                  <a:pt x="1109" y="642"/>
                </a:lnTo>
                <a:lnTo>
                  <a:pt x="1109" y="320"/>
                </a:lnTo>
                <a:cubicBezTo>
                  <a:pt x="1109" y="271"/>
                  <a:pt x="1147" y="233"/>
                  <a:pt x="1197" y="233"/>
                </a:cubicBezTo>
                <a:cubicBezTo>
                  <a:pt x="1246" y="233"/>
                  <a:pt x="1284" y="271"/>
                  <a:pt x="1284" y="32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19451" y="1508921"/>
            <a:ext cx="377825" cy="377825"/>
          </a:xfrm>
          <a:custGeom>
            <a:avLst/>
            <a:gdLst>
              <a:gd name="T0" fmla="*/ 845 w 1051"/>
              <a:gd name="T1" fmla="*/ 525 h 1051"/>
              <a:gd name="T2" fmla="*/ 932 w 1051"/>
              <a:gd name="T3" fmla="*/ 437 h 1051"/>
              <a:gd name="T4" fmla="*/ 845 w 1051"/>
              <a:gd name="T5" fmla="*/ 350 h 1051"/>
              <a:gd name="T6" fmla="*/ 757 w 1051"/>
              <a:gd name="T7" fmla="*/ 437 h 1051"/>
              <a:gd name="T8" fmla="*/ 845 w 1051"/>
              <a:gd name="T9" fmla="*/ 525 h 1051"/>
              <a:gd name="T10" fmla="*/ 670 w 1051"/>
              <a:gd name="T11" fmla="*/ 293 h 1051"/>
              <a:gd name="T12" fmla="*/ 757 w 1051"/>
              <a:gd name="T13" fmla="*/ 205 h 1051"/>
              <a:gd name="T14" fmla="*/ 670 w 1051"/>
              <a:gd name="T15" fmla="*/ 118 h 1051"/>
              <a:gd name="T16" fmla="*/ 582 w 1051"/>
              <a:gd name="T17" fmla="*/ 205 h 1051"/>
              <a:gd name="T18" fmla="*/ 670 w 1051"/>
              <a:gd name="T19" fmla="*/ 293 h 1051"/>
              <a:gd name="T20" fmla="*/ 380 w 1051"/>
              <a:gd name="T21" fmla="*/ 293 h 1051"/>
              <a:gd name="T22" fmla="*/ 468 w 1051"/>
              <a:gd name="T23" fmla="*/ 205 h 1051"/>
              <a:gd name="T24" fmla="*/ 380 w 1051"/>
              <a:gd name="T25" fmla="*/ 118 h 1051"/>
              <a:gd name="T26" fmla="*/ 293 w 1051"/>
              <a:gd name="T27" fmla="*/ 205 h 1051"/>
              <a:gd name="T28" fmla="*/ 380 w 1051"/>
              <a:gd name="T29" fmla="*/ 293 h 1051"/>
              <a:gd name="T30" fmla="*/ 205 w 1051"/>
              <a:gd name="T31" fmla="*/ 525 h 1051"/>
              <a:gd name="T32" fmla="*/ 293 w 1051"/>
              <a:gd name="T33" fmla="*/ 437 h 1051"/>
              <a:gd name="T34" fmla="*/ 205 w 1051"/>
              <a:gd name="T35" fmla="*/ 350 h 1051"/>
              <a:gd name="T36" fmla="*/ 118 w 1051"/>
              <a:gd name="T37" fmla="*/ 437 h 1051"/>
              <a:gd name="T38" fmla="*/ 205 w 1051"/>
              <a:gd name="T39" fmla="*/ 525 h 1051"/>
              <a:gd name="T40" fmla="*/ 525 w 1051"/>
              <a:gd name="T41" fmla="*/ 0 h 1051"/>
              <a:gd name="T42" fmla="*/ 1050 w 1051"/>
              <a:gd name="T43" fmla="*/ 467 h 1051"/>
              <a:gd name="T44" fmla="*/ 757 w 1051"/>
              <a:gd name="T45" fmla="*/ 757 h 1051"/>
              <a:gd name="T46" fmla="*/ 656 w 1051"/>
              <a:gd name="T47" fmla="*/ 757 h 1051"/>
              <a:gd name="T48" fmla="*/ 569 w 1051"/>
              <a:gd name="T49" fmla="*/ 845 h 1051"/>
              <a:gd name="T50" fmla="*/ 591 w 1051"/>
              <a:gd name="T51" fmla="*/ 902 h 1051"/>
              <a:gd name="T52" fmla="*/ 613 w 1051"/>
              <a:gd name="T53" fmla="*/ 962 h 1051"/>
              <a:gd name="T54" fmla="*/ 525 w 1051"/>
              <a:gd name="T55" fmla="*/ 1050 h 1051"/>
              <a:gd name="T56" fmla="*/ 0 w 1051"/>
              <a:gd name="T57" fmla="*/ 525 h 1051"/>
              <a:gd name="T58" fmla="*/ 525 w 1051"/>
              <a:gd name="T5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1051">
                <a:moveTo>
                  <a:pt x="845" y="525"/>
                </a:moveTo>
                <a:cubicBezTo>
                  <a:pt x="894" y="525"/>
                  <a:pt x="932" y="486"/>
                  <a:pt x="932" y="437"/>
                </a:cubicBezTo>
                <a:cubicBezTo>
                  <a:pt x="932" y="387"/>
                  <a:pt x="894" y="350"/>
                  <a:pt x="845" y="350"/>
                </a:cubicBezTo>
                <a:cubicBezTo>
                  <a:pt x="796" y="350"/>
                  <a:pt x="757" y="387"/>
                  <a:pt x="757" y="437"/>
                </a:cubicBezTo>
                <a:cubicBezTo>
                  <a:pt x="757" y="486"/>
                  <a:pt x="796" y="525"/>
                  <a:pt x="845" y="525"/>
                </a:cubicBezTo>
                <a:close/>
                <a:moveTo>
                  <a:pt x="670" y="293"/>
                </a:moveTo>
                <a:cubicBezTo>
                  <a:pt x="719" y="293"/>
                  <a:pt x="757" y="254"/>
                  <a:pt x="757" y="205"/>
                </a:cubicBezTo>
                <a:cubicBezTo>
                  <a:pt x="757" y="156"/>
                  <a:pt x="719" y="118"/>
                  <a:pt x="670" y="118"/>
                </a:cubicBezTo>
                <a:cubicBezTo>
                  <a:pt x="621" y="118"/>
                  <a:pt x="582" y="156"/>
                  <a:pt x="582" y="205"/>
                </a:cubicBezTo>
                <a:cubicBezTo>
                  <a:pt x="582" y="254"/>
                  <a:pt x="621" y="293"/>
                  <a:pt x="670" y="293"/>
                </a:cubicBezTo>
                <a:close/>
                <a:moveTo>
                  <a:pt x="380" y="293"/>
                </a:moveTo>
                <a:cubicBezTo>
                  <a:pt x="429" y="293"/>
                  <a:pt x="468" y="254"/>
                  <a:pt x="468" y="205"/>
                </a:cubicBezTo>
                <a:cubicBezTo>
                  <a:pt x="468" y="156"/>
                  <a:pt x="429" y="118"/>
                  <a:pt x="380" y="118"/>
                </a:cubicBezTo>
                <a:cubicBezTo>
                  <a:pt x="331" y="118"/>
                  <a:pt x="293" y="156"/>
                  <a:pt x="293" y="205"/>
                </a:cubicBezTo>
                <a:cubicBezTo>
                  <a:pt x="293" y="254"/>
                  <a:pt x="331" y="293"/>
                  <a:pt x="380" y="293"/>
                </a:cubicBezTo>
                <a:close/>
                <a:moveTo>
                  <a:pt x="205" y="525"/>
                </a:moveTo>
                <a:cubicBezTo>
                  <a:pt x="255" y="525"/>
                  <a:pt x="293" y="486"/>
                  <a:pt x="293" y="437"/>
                </a:cubicBezTo>
                <a:cubicBezTo>
                  <a:pt x="293" y="387"/>
                  <a:pt x="254" y="350"/>
                  <a:pt x="205" y="350"/>
                </a:cubicBezTo>
                <a:cubicBezTo>
                  <a:pt x="155" y="350"/>
                  <a:pt x="118" y="387"/>
                  <a:pt x="118" y="437"/>
                </a:cubicBezTo>
                <a:cubicBezTo>
                  <a:pt x="118" y="486"/>
                  <a:pt x="156" y="525"/>
                  <a:pt x="205" y="525"/>
                </a:cubicBezTo>
                <a:close/>
                <a:moveTo>
                  <a:pt x="525" y="0"/>
                </a:moveTo>
                <a:cubicBezTo>
                  <a:pt x="815" y="0"/>
                  <a:pt x="1050" y="211"/>
                  <a:pt x="1050" y="467"/>
                </a:cubicBezTo>
                <a:cubicBezTo>
                  <a:pt x="1050" y="629"/>
                  <a:pt x="919" y="757"/>
                  <a:pt x="757" y="757"/>
                </a:cubicBezTo>
                <a:lnTo>
                  <a:pt x="656" y="757"/>
                </a:lnTo>
                <a:cubicBezTo>
                  <a:pt x="607" y="757"/>
                  <a:pt x="569" y="795"/>
                  <a:pt x="569" y="845"/>
                </a:cubicBezTo>
                <a:cubicBezTo>
                  <a:pt x="569" y="866"/>
                  <a:pt x="577" y="886"/>
                  <a:pt x="591" y="902"/>
                </a:cubicBezTo>
                <a:cubicBezTo>
                  <a:pt x="604" y="918"/>
                  <a:pt x="613" y="940"/>
                  <a:pt x="613" y="962"/>
                </a:cubicBezTo>
                <a:cubicBezTo>
                  <a:pt x="613" y="1011"/>
                  <a:pt x="574" y="1050"/>
                  <a:pt x="525" y="1050"/>
                </a:cubicBezTo>
                <a:cubicBezTo>
                  <a:pt x="235" y="1050"/>
                  <a:pt x="0" y="814"/>
                  <a:pt x="0" y="525"/>
                </a:cubicBezTo>
                <a:cubicBezTo>
                  <a:pt x="0" y="235"/>
                  <a:pt x="235" y="0"/>
                  <a:pt x="525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270374" y="1531144"/>
            <a:ext cx="419100" cy="336550"/>
          </a:xfrm>
          <a:custGeom>
            <a:avLst/>
            <a:gdLst>
              <a:gd name="T0" fmla="*/ 861 w 1166"/>
              <a:gd name="T1" fmla="*/ 828 h 935"/>
              <a:gd name="T2" fmla="*/ 943 w 1166"/>
              <a:gd name="T3" fmla="*/ 746 h 935"/>
              <a:gd name="T4" fmla="*/ 774 w 1166"/>
              <a:gd name="T5" fmla="*/ 576 h 935"/>
              <a:gd name="T6" fmla="*/ 815 w 1166"/>
              <a:gd name="T7" fmla="*/ 437 h 935"/>
              <a:gd name="T8" fmla="*/ 552 w 1166"/>
              <a:gd name="T9" fmla="*/ 174 h 935"/>
              <a:gd name="T10" fmla="*/ 290 w 1166"/>
              <a:gd name="T11" fmla="*/ 437 h 935"/>
              <a:gd name="T12" fmla="*/ 552 w 1166"/>
              <a:gd name="T13" fmla="*/ 699 h 935"/>
              <a:gd name="T14" fmla="*/ 692 w 1166"/>
              <a:gd name="T15" fmla="*/ 658 h 935"/>
              <a:gd name="T16" fmla="*/ 861 w 1166"/>
              <a:gd name="T17" fmla="*/ 828 h 935"/>
              <a:gd name="T18" fmla="*/ 1050 w 1166"/>
              <a:gd name="T19" fmla="*/ 0 h 935"/>
              <a:gd name="T20" fmla="*/ 1165 w 1166"/>
              <a:gd name="T21" fmla="*/ 117 h 935"/>
              <a:gd name="T22" fmla="*/ 1165 w 1166"/>
              <a:gd name="T23" fmla="*/ 817 h 935"/>
              <a:gd name="T24" fmla="*/ 1050 w 1166"/>
              <a:gd name="T25" fmla="*/ 934 h 935"/>
              <a:gd name="T26" fmla="*/ 115 w 1166"/>
              <a:gd name="T27" fmla="*/ 934 h 935"/>
              <a:gd name="T28" fmla="*/ 0 w 1166"/>
              <a:gd name="T29" fmla="*/ 817 h 935"/>
              <a:gd name="T30" fmla="*/ 0 w 1166"/>
              <a:gd name="T31" fmla="*/ 117 h 935"/>
              <a:gd name="T32" fmla="*/ 115 w 1166"/>
              <a:gd name="T33" fmla="*/ 0 h 935"/>
              <a:gd name="T34" fmla="*/ 1050 w 1166"/>
              <a:gd name="T35" fmla="*/ 0 h 935"/>
              <a:gd name="T36" fmla="*/ 552 w 1166"/>
              <a:gd name="T37" fmla="*/ 292 h 935"/>
              <a:gd name="T38" fmla="*/ 700 w 1166"/>
              <a:gd name="T39" fmla="*/ 437 h 935"/>
              <a:gd name="T40" fmla="*/ 552 w 1166"/>
              <a:gd name="T41" fmla="*/ 584 h 935"/>
              <a:gd name="T42" fmla="*/ 408 w 1166"/>
              <a:gd name="T43" fmla="*/ 437 h 935"/>
              <a:gd name="T44" fmla="*/ 552 w 1166"/>
              <a:gd name="T45" fmla="*/ 29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935">
                <a:moveTo>
                  <a:pt x="861" y="828"/>
                </a:moveTo>
                <a:lnTo>
                  <a:pt x="943" y="746"/>
                </a:lnTo>
                <a:lnTo>
                  <a:pt x="774" y="576"/>
                </a:lnTo>
                <a:cubicBezTo>
                  <a:pt x="798" y="535"/>
                  <a:pt x="815" y="489"/>
                  <a:pt x="815" y="437"/>
                </a:cubicBezTo>
                <a:cubicBezTo>
                  <a:pt x="815" y="292"/>
                  <a:pt x="697" y="174"/>
                  <a:pt x="552" y="174"/>
                </a:cubicBezTo>
                <a:cubicBezTo>
                  <a:pt x="407" y="174"/>
                  <a:pt x="290" y="292"/>
                  <a:pt x="290" y="437"/>
                </a:cubicBezTo>
                <a:cubicBezTo>
                  <a:pt x="290" y="582"/>
                  <a:pt x="408" y="699"/>
                  <a:pt x="552" y="699"/>
                </a:cubicBezTo>
                <a:cubicBezTo>
                  <a:pt x="604" y="699"/>
                  <a:pt x="651" y="683"/>
                  <a:pt x="692" y="658"/>
                </a:cubicBezTo>
                <a:lnTo>
                  <a:pt x="861" y="828"/>
                </a:lnTo>
                <a:close/>
                <a:moveTo>
                  <a:pt x="1050" y="0"/>
                </a:moveTo>
                <a:cubicBezTo>
                  <a:pt x="1113" y="0"/>
                  <a:pt x="1165" y="54"/>
                  <a:pt x="1165" y="117"/>
                </a:cubicBezTo>
                <a:lnTo>
                  <a:pt x="1165" y="817"/>
                </a:lnTo>
                <a:cubicBezTo>
                  <a:pt x="1165" y="879"/>
                  <a:pt x="1113" y="934"/>
                  <a:pt x="1050" y="934"/>
                </a:cubicBezTo>
                <a:lnTo>
                  <a:pt x="115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1050" y="0"/>
                </a:lnTo>
                <a:close/>
                <a:moveTo>
                  <a:pt x="552" y="292"/>
                </a:moveTo>
                <a:cubicBezTo>
                  <a:pt x="632" y="292"/>
                  <a:pt x="700" y="358"/>
                  <a:pt x="700" y="437"/>
                </a:cubicBezTo>
                <a:cubicBezTo>
                  <a:pt x="700" y="516"/>
                  <a:pt x="631" y="584"/>
                  <a:pt x="552" y="584"/>
                </a:cubicBezTo>
                <a:cubicBezTo>
                  <a:pt x="472" y="584"/>
                  <a:pt x="408" y="516"/>
                  <a:pt x="408" y="437"/>
                </a:cubicBezTo>
                <a:cubicBezTo>
                  <a:pt x="408" y="358"/>
                  <a:pt x="473" y="292"/>
                  <a:pt x="552" y="29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60989" y="1508921"/>
            <a:ext cx="377825" cy="377825"/>
          </a:xfrm>
          <a:custGeom>
            <a:avLst/>
            <a:gdLst>
              <a:gd name="T0" fmla="*/ 932 w 1050"/>
              <a:gd name="T1" fmla="*/ 0 h 1051"/>
              <a:gd name="T2" fmla="*/ 1049 w 1050"/>
              <a:gd name="T3" fmla="*/ 118 h 1051"/>
              <a:gd name="T4" fmla="*/ 1049 w 1050"/>
              <a:gd name="T5" fmla="*/ 467 h 1051"/>
              <a:gd name="T6" fmla="*/ 757 w 1050"/>
              <a:gd name="T7" fmla="*/ 467 h 1051"/>
              <a:gd name="T8" fmla="*/ 817 w 1050"/>
              <a:gd name="T9" fmla="*/ 232 h 1051"/>
              <a:gd name="T10" fmla="*/ 582 w 1050"/>
              <a:gd name="T11" fmla="*/ 293 h 1051"/>
              <a:gd name="T12" fmla="*/ 582 w 1050"/>
              <a:gd name="T13" fmla="*/ 0 h 1051"/>
              <a:gd name="T14" fmla="*/ 932 w 1050"/>
              <a:gd name="T15" fmla="*/ 0 h 1051"/>
              <a:gd name="T16" fmla="*/ 817 w 1050"/>
              <a:gd name="T17" fmla="*/ 817 h 1051"/>
              <a:gd name="T18" fmla="*/ 757 w 1050"/>
              <a:gd name="T19" fmla="*/ 582 h 1051"/>
              <a:gd name="T20" fmla="*/ 1049 w 1050"/>
              <a:gd name="T21" fmla="*/ 582 h 1051"/>
              <a:gd name="T22" fmla="*/ 1049 w 1050"/>
              <a:gd name="T23" fmla="*/ 932 h 1051"/>
              <a:gd name="T24" fmla="*/ 932 w 1050"/>
              <a:gd name="T25" fmla="*/ 1050 h 1051"/>
              <a:gd name="T26" fmla="*/ 582 w 1050"/>
              <a:gd name="T27" fmla="*/ 1050 h 1051"/>
              <a:gd name="T28" fmla="*/ 582 w 1050"/>
              <a:gd name="T29" fmla="*/ 757 h 1051"/>
              <a:gd name="T30" fmla="*/ 817 w 1050"/>
              <a:gd name="T31" fmla="*/ 817 h 1051"/>
              <a:gd name="T32" fmla="*/ 292 w 1050"/>
              <a:gd name="T33" fmla="*/ 582 h 1051"/>
              <a:gd name="T34" fmla="*/ 232 w 1050"/>
              <a:gd name="T35" fmla="*/ 817 h 1051"/>
              <a:gd name="T36" fmla="*/ 467 w 1050"/>
              <a:gd name="T37" fmla="*/ 757 h 1051"/>
              <a:gd name="T38" fmla="*/ 467 w 1050"/>
              <a:gd name="T39" fmla="*/ 1050 h 1051"/>
              <a:gd name="T40" fmla="*/ 118 w 1050"/>
              <a:gd name="T41" fmla="*/ 1050 h 1051"/>
              <a:gd name="T42" fmla="*/ 0 w 1050"/>
              <a:gd name="T43" fmla="*/ 932 h 1051"/>
              <a:gd name="T44" fmla="*/ 0 w 1050"/>
              <a:gd name="T45" fmla="*/ 582 h 1051"/>
              <a:gd name="T46" fmla="*/ 292 w 1050"/>
              <a:gd name="T47" fmla="*/ 582 h 1051"/>
              <a:gd name="T48" fmla="*/ 0 w 1050"/>
              <a:gd name="T49" fmla="*/ 118 h 1051"/>
              <a:gd name="T50" fmla="*/ 118 w 1050"/>
              <a:gd name="T51" fmla="*/ 0 h 1051"/>
              <a:gd name="T52" fmla="*/ 467 w 1050"/>
              <a:gd name="T53" fmla="*/ 0 h 1051"/>
              <a:gd name="T54" fmla="*/ 467 w 1050"/>
              <a:gd name="T55" fmla="*/ 293 h 1051"/>
              <a:gd name="T56" fmla="*/ 232 w 1050"/>
              <a:gd name="T57" fmla="*/ 232 h 1051"/>
              <a:gd name="T58" fmla="*/ 292 w 1050"/>
              <a:gd name="T59" fmla="*/ 467 h 1051"/>
              <a:gd name="T60" fmla="*/ 0 w 1050"/>
              <a:gd name="T61" fmla="*/ 467 h 1051"/>
              <a:gd name="T62" fmla="*/ 0 w 1050"/>
              <a:gd name="T63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0" h="1051">
                <a:moveTo>
                  <a:pt x="932" y="0"/>
                </a:moveTo>
                <a:cubicBezTo>
                  <a:pt x="995" y="0"/>
                  <a:pt x="1049" y="55"/>
                  <a:pt x="1049" y="118"/>
                </a:cubicBezTo>
                <a:lnTo>
                  <a:pt x="1049" y="467"/>
                </a:lnTo>
                <a:lnTo>
                  <a:pt x="757" y="467"/>
                </a:lnTo>
                <a:lnTo>
                  <a:pt x="817" y="232"/>
                </a:lnTo>
                <a:lnTo>
                  <a:pt x="582" y="293"/>
                </a:lnTo>
                <a:lnTo>
                  <a:pt x="582" y="0"/>
                </a:lnTo>
                <a:lnTo>
                  <a:pt x="932" y="0"/>
                </a:lnTo>
                <a:close/>
                <a:moveTo>
                  <a:pt x="817" y="817"/>
                </a:moveTo>
                <a:lnTo>
                  <a:pt x="757" y="582"/>
                </a:lnTo>
                <a:lnTo>
                  <a:pt x="1049" y="582"/>
                </a:lnTo>
                <a:lnTo>
                  <a:pt x="1049" y="932"/>
                </a:lnTo>
                <a:cubicBezTo>
                  <a:pt x="1049" y="995"/>
                  <a:pt x="995" y="1050"/>
                  <a:pt x="932" y="1050"/>
                </a:cubicBezTo>
                <a:lnTo>
                  <a:pt x="582" y="1050"/>
                </a:lnTo>
                <a:lnTo>
                  <a:pt x="582" y="757"/>
                </a:lnTo>
                <a:lnTo>
                  <a:pt x="817" y="817"/>
                </a:lnTo>
                <a:close/>
                <a:moveTo>
                  <a:pt x="292" y="582"/>
                </a:moveTo>
                <a:lnTo>
                  <a:pt x="232" y="817"/>
                </a:lnTo>
                <a:lnTo>
                  <a:pt x="467" y="757"/>
                </a:lnTo>
                <a:lnTo>
                  <a:pt x="467" y="1050"/>
                </a:ln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582"/>
                </a:lnTo>
                <a:lnTo>
                  <a:pt x="292" y="582"/>
                </a:lnTo>
                <a:close/>
                <a:moveTo>
                  <a:pt x="0" y="118"/>
                </a:moveTo>
                <a:cubicBezTo>
                  <a:pt x="0" y="55"/>
                  <a:pt x="55" y="0"/>
                  <a:pt x="118" y="0"/>
                </a:cubicBezTo>
                <a:lnTo>
                  <a:pt x="467" y="0"/>
                </a:lnTo>
                <a:lnTo>
                  <a:pt x="467" y="293"/>
                </a:lnTo>
                <a:lnTo>
                  <a:pt x="232" y="232"/>
                </a:lnTo>
                <a:lnTo>
                  <a:pt x="292" y="467"/>
                </a:lnTo>
                <a:lnTo>
                  <a:pt x="0" y="467"/>
                </a:lnTo>
                <a:lnTo>
                  <a:pt x="0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389687" y="1467646"/>
            <a:ext cx="461962" cy="461963"/>
          </a:xfrm>
          <a:custGeom>
            <a:avLst/>
            <a:gdLst>
              <a:gd name="T0" fmla="*/ 760 w 1285"/>
              <a:gd name="T1" fmla="*/ 817 h 1285"/>
              <a:gd name="T2" fmla="*/ 760 w 1285"/>
              <a:gd name="T3" fmla="*/ 992 h 1285"/>
              <a:gd name="T4" fmla="*/ 935 w 1285"/>
              <a:gd name="T5" fmla="*/ 992 h 1285"/>
              <a:gd name="T6" fmla="*/ 642 w 1285"/>
              <a:gd name="T7" fmla="*/ 1284 h 1285"/>
              <a:gd name="T8" fmla="*/ 350 w 1285"/>
              <a:gd name="T9" fmla="*/ 992 h 1285"/>
              <a:gd name="T10" fmla="*/ 525 w 1285"/>
              <a:gd name="T11" fmla="*/ 992 h 1285"/>
              <a:gd name="T12" fmla="*/ 525 w 1285"/>
              <a:gd name="T13" fmla="*/ 817 h 1285"/>
              <a:gd name="T14" fmla="*/ 760 w 1285"/>
              <a:gd name="T15" fmla="*/ 817 h 1285"/>
              <a:gd name="T16" fmla="*/ 1284 w 1285"/>
              <a:gd name="T17" fmla="*/ 642 h 1285"/>
              <a:gd name="T18" fmla="*/ 992 w 1285"/>
              <a:gd name="T19" fmla="*/ 934 h 1285"/>
              <a:gd name="T20" fmla="*/ 992 w 1285"/>
              <a:gd name="T21" fmla="*/ 759 h 1285"/>
              <a:gd name="T22" fmla="*/ 817 w 1285"/>
              <a:gd name="T23" fmla="*/ 759 h 1285"/>
              <a:gd name="T24" fmla="*/ 817 w 1285"/>
              <a:gd name="T25" fmla="*/ 524 h 1285"/>
              <a:gd name="T26" fmla="*/ 992 w 1285"/>
              <a:gd name="T27" fmla="*/ 524 h 1285"/>
              <a:gd name="T28" fmla="*/ 992 w 1285"/>
              <a:gd name="T29" fmla="*/ 349 h 1285"/>
              <a:gd name="T30" fmla="*/ 1284 w 1285"/>
              <a:gd name="T31" fmla="*/ 642 h 1285"/>
              <a:gd name="T32" fmla="*/ 467 w 1285"/>
              <a:gd name="T33" fmla="*/ 524 h 1285"/>
              <a:gd name="T34" fmla="*/ 467 w 1285"/>
              <a:gd name="T35" fmla="*/ 759 h 1285"/>
              <a:gd name="T36" fmla="*/ 292 w 1285"/>
              <a:gd name="T37" fmla="*/ 759 h 1285"/>
              <a:gd name="T38" fmla="*/ 292 w 1285"/>
              <a:gd name="T39" fmla="*/ 934 h 1285"/>
              <a:gd name="T40" fmla="*/ 0 w 1285"/>
              <a:gd name="T41" fmla="*/ 642 h 1285"/>
              <a:gd name="T42" fmla="*/ 292 w 1285"/>
              <a:gd name="T43" fmla="*/ 349 h 1285"/>
              <a:gd name="T44" fmla="*/ 292 w 1285"/>
              <a:gd name="T45" fmla="*/ 524 h 1285"/>
              <a:gd name="T46" fmla="*/ 467 w 1285"/>
              <a:gd name="T47" fmla="*/ 524 h 1285"/>
              <a:gd name="T48" fmla="*/ 525 w 1285"/>
              <a:gd name="T49" fmla="*/ 467 h 1285"/>
              <a:gd name="T50" fmla="*/ 525 w 1285"/>
              <a:gd name="T51" fmla="*/ 292 h 1285"/>
              <a:gd name="T52" fmla="*/ 350 w 1285"/>
              <a:gd name="T53" fmla="*/ 292 h 1285"/>
              <a:gd name="T54" fmla="*/ 642 w 1285"/>
              <a:gd name="T55" fmla="*/ 0 h 1285"/>
              <a:gd name="T56" fmla="*/ 935 w 1285"/>
              <a:gd name="T57" fmla="*/ 292 h 1285"/>
              <a:gd name="T58" fmla="*/ 760 w 1285"/>
              <a:gd name="T59" fmla="*/ 292 h 1285"/>
              <a:gd name="T60" fmla="*/ 760 w 1285"/>
              <a:gd name="T61" fmla="*/ 467 h 1285"/>
              <a:gd name="T62" fmla="*/ 525 w 1285"/>
              <a:gd name="T63" fmla="*/ 467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85" h="1285">
                <a:moveTo>
                  <a:pt x="760" y="817"/>
                </a:moveTo>
                <a:lnTo>
                  <a:pt x="760" y="992"/>
                </a:lnTo>
                <a:lnTo>
                  <a:pt x="935" y="992"/>
                </a:lnTo>
                <a:lnTo>
                  <a:pt x="642" y="1284"/>
                </a:lnTo>
                <a:lnTo>
                  <a:pt x="350" y="992"/>
                </a:lnTo>
                <a:lnTo>
                  <a:pt x="525" y="992"/>
                </a:lnTo>
                <a:lnTo>
                  <a:pt x="525" y="817"/>
                </a:lnTo>
                <a:lnTo>
                  <a:pt x="760" y="817"/>
                </a:lnTo>
                <a:close/>
                <a:moveTo>
                  <a:pt x="1284" y="642"/>
                </a:moveTo>
                <a:lnTo>
                  <a:pt x="992" y="934"/>
                </a:lnTo>
                <a:lnTo>
                  <a:pt x="992" y="759"/>
                </a:lnTo>
                <a:lnTo>
                  <a:pt x="817" y="759"/>
                </a:lnTo>
                <a:lnTo>
                  <a:pt x="817" y="524"/>
                </a:lnTo>
                <a:lnTo>
                  <a:pt x="992" y="524"/>
                </a:lnTo>
                <a:lnTo>
                  <a:pt x="992" y="349"/>
                </a:lnTo>
                <a:lnTo>
                  <a:pt x="1284" y="642"/>
                </a:lnTo>
                <a:close/>
                <a:moveTo>
                  <a:pt x="467" y="524"/>
                </a:moveTo>
                <a:lnTo>
                  <a:pt x="467" y="759"/>
                </a:lnTo>
                <a:lnTo>
                  <a:pt x="292" y="759"/>
                </a:lnTo>
                <a:lnTo>
                  <a:pt x="292" y="934"/>
                </a:lnTo>
                <a:lnTo>
                  <a:pt x="0" y="642"/>
                </a:lnTo>
                <a:lnTo>
                  <a:pt x="292" y="349"/>
                </a:lnTo>
                <a:lnTo>
                  <a:pt x="292" y="524"/>
                </a:lnTo>
                <a:lnTo>
                  <a:pt x="467" y="524"/>
                </a:lnTo>
                <a:close/>
                <a:moveTo>
                  <a:pt x="525" y="467"/>
                </a:moveTo>
                <a:lnTo>
                  <a:pt x="525" y="292"/>
                </a:lnTo>
                <a:lnTo>
                  <a:pt x="350" y="292"/>
                </a:lnTo>
                <a:lnTo>
                  <a:pt x="642" y="0"/>
                </a:lnTo>
                <a:lnTo>
                  <a:pt x="935" y="292"/>
                </a:lnTo>
                <a:lnTo>
                  <a:pt x="760" y="292"/>
                </a:lnTo>
                <a:lnTo>
                  <a:pt x="760" y="467"/>
                </a:lnTo>
                <a:lnTo>
                  <a:pt x="525" y="4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00939" y="1508921"/>
            <a:ext cx="377825" cy="377825"/>
          </a:xfrm>
          <a:custGeom>
            <a:avLst/>
            <a:gdLst>
              <a:gd name="T0" fmla="*/ 642 w 1050"/>
              <a:gd name="T1" fmla="*/ 0 h 1051"/>
              <a:gd name="T2" fmla="*/ 1049 w 1050"/>
              <a:gd name="T3" fmla="*/ 0 h 1051"/>
              <a:gd name="T4" fmla="*/ 1049 w 1050"/>
              <a:gd name="T5" fmla="*/ 407 h 1051"/>
              <a:gd name="T6" fmla="*/ 932 w 1050"/>
              <a:gd name="T7" fmla="*/ 407 h 1051"/>
              <a:gd name="T8" fmla="*/ 932 w 1050"/>
              <a:gd name="T9" fmla="*/ 200 h 1051"/>
              <a:gd name="T10" fmla="*/ 360 w 1050"/>
              <a:gd name="T11" fmla="*/ 771 h 1051"/>
              <a:gd name="T12" fmla="*/ 278 w 1050"/>
              <a:gd name="T13" fmla="*/ 689 h 1051"/>
              <a:gd name="T14" fmla="*/ 850 w 1050"/>
              <a:gd name="T15" fmla="*/ 118 h 1051"/>
              <a:gd name="T16" fmla="*/ 642 w 1050"/>
              <a:gd name="T17" fmla="*/ 118 h 1051"/>
              <a:gd name="T18" fmla="*/ 642 w 1050"/>
              <a:gd name="T19" fmla="*/ 0 h 1051"/>
              <a:gd name="T20" fmla="*/ 932 w 1050"/>
              <a:gd name="T21" fmla="*/ 932 h 1051"/>
              <a:gd name="T22" fmla="*/ 932 w 1050"/>
              <a:gd name="T23" fmla="*/ 525 h 1051"/>
              <a:gd name="T24" fmla="*/ 1049 w 1050"/>
              <a:gd name="T25" fmla="*/ 525 h 1051"/>
              <a:gd name="T26" fmla="*/ 1049 w 1050"/>
              <a:gd name="T27" fmla="*/ 932 h 1051"/>
              <a:gd name="T28" fmla="*/ 932 w 1050"/>
              <a:gd name="T29" fmla="*/ 1050 h 1051"/>
              <a:gd name="T30" fmla="*/ 117 w 1050"/>
              <a:gd name="T31" fmla="*/ 1050 h 1051"/>
              <a:gd name="T32" fmla="*/ 0 w 1050"/>
              <a:gd name="T33" fmla="*/ 932 h 1051"/>
              <a:gd name="T34" fmla="*/ 0 w 1050"/>
              <a:gd name="T35" fmla="*/ 118 h 1051"/>
              <a:gd name="T36" fmla="*/ 117 w 1050"/>
              <a:gd name="T37" fmla="*/ 0 h 1051"/>
              <a:gd name="T38" fmla="*/ 524 w 1050"/>
              <a:gd name="T39" fmla="*/ 0 h 1051"/>
              <a:gd name="T40" fmla="*/ 524 w 1050"/>
              <a:gd name="T41" fmla="*/ 118 h 1051"/>
              <a:gd name="T42" fmla="*/ 117 w 1050"/>
              <a:gd name="T43" fmla="*/ 118 h 1051"/>
              <a:gd name="T44" fmla="*/ 117 w 1050"/>
              <a:gd name="T45" fmla="*/ 932 h 1051"/>
              <a:gd name="T46" fmla="*/ 932 w 1050"/>
              <a:gd name="T47" fmla="*/ 93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0" h="1051">
                <a:moveTo>
                  <a:pt x="642" y="0"/>
                </a:moveTo>
                <a:lnTo>
                  <a:pt x="1049" y="0"/>
                </a:lnTo>
                <a:lnTo>
                  <a:pt x="1049" y="407"/>
                </a:lnTo>
                <a:lnTo>
                  <a:pt x="932" y="407"/>
                </a:lnTo>
                <a:lnTo>
                  <a:pt x="932" y="200"/>
                </a:lnTo>
                <a:lnTo>
                  <a:pt x="360" y="771"/>
                </a:lnTo>
                <a:lnTo>
                  <a:pt x="278" y="689"/>
                </a:lnTo>
                <a:lnTo>
                  <a:pt x="850" y="118"/>
                </a:lnTo>
                <a:lnTo>
                  <a:pt x="642" y="118"/>
                </a:lnTo>
                <a:lnTo>
                  <a:pt x="642" y="0"/>
                </a:lnTo>
                <a:close/>
                <a:moveTo>
                  <a:pt x="932" y="932"/>
                </a:moveTo>
                <a:lnTo>
                  <a:pt x="932" y="525"/>
                </a:lnTo>
                <a:lnTo>
                  <a:pt x="1049" y="525"/>
                </a:lnTo>
                <a:lnTo>
                  <a:pt x="1049" y="932"/>
                </a:lnTo>
                <a:cubicBezTo>
                  <a:pt x="1049" y="995"/>
                  <a:pt x="994" y="1050"/>
                  <a:pt x="932" y="1050"/>
                </a:cubicBezTo>
                <a:lnTo>
                  <a:pt x="117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2" y="0"/>
                  <a:pt x="117" y="0"/>
                </a:cubicBezTo>
                <a:lnTo>
                  <a:pt x="524" y="0"/>
                </a:lnTo>
                <a:lnTo>
                  <a:pt x="524" y="118"/>
                </a:lnTo>
                <a:lnTo>
                  <a:pt x="117" y="118"/>
                </a:lnTo>
                <a:lnTo>
                  <a:pt x="117" y="932"/>
                </a:lnTo>
                <a:lnTo>
                  <a:pt x="932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72501" y="1531144"/>
            <a:ext cx="377825" cy="336550"/>
          </a:xfrm>
          <a:custGeom>
            <a:avLst/>
            <a:gdLst>
              <a:gd name="T0" fmla="*/ 525 w 1051"/>
              <a:gd name="T1" fmla="*/ 349 h 935"/>
              <a:gd name="T2" fmla="*/ 757 w 1051"/>
              <a:gd name="T3" fmla="*/ 584 h 935"/>
              <a:gd name="T4" fmla="*/ 582 w 1051"/>
              <a:gd name="T5" fmla="*/ 584 h 935"/>
              <a:gd name="T6" fmla="*/ 582 w 1051"/>
              <a:gd name="T7" fmla="*/ 934 h 935"/>
              <a:gd name="T8" fmla="*/ 467 w 1051"/>
              <a:gd name="T9" fmla="*/ 934 h 935"/>
              <a:gd name="T10" fmla="*/ 467 w 1051"/>
              <a:gd name="T11" fmla="*/ 584 h 935"/>
              <a:gd name="T12" fmla="*/ 293 w 1051"/>
              <a:gd name="T13" fmla="*/ 584 h 935"/>
              <a:gd name="T14" fmla="*/ 525 w 1051"/>
              <a:gd name="T15" fmla="*/ 349 h 935"/>
              <a:gd name="T16" fmla="*/ 1050 w 1051"/>
              <a:gd name="T17" fmla="*/ 117 h 935"/>
              <a:gd name="T18" fmla="*/ 1050 w 1051"/>
              <a:gd name="T19" fmla="*/ 817 h 935"/>
              <a:gd name="T20" fmla="*/ 932 w 1051"/>
              <a:gd name="T21" fmla="*/ 934 h 935"/>
              <a:gd name="T22" fmla="*/ 700 w 1051"/>
              <a:gd name="T23" fmla="*/ 934 h 935"/>
              <a:gd name="T24" fmla="*/ 700 w 1051"/>
              <a:gd name="T25" fmla="*/ 817 h 935"/>
              <a:gd name="T26" fmla="*/ 932 w 1051"/>
              <a:gd name="T27" fmla="*/ 817 h 935"/>
              <a:gd name="T28" fmla="*/ 932 w 1051"/>
              <a:gd name="T29" fmla="*/ 235 h 935"/>
              <a:gd name="T30" fmla="*/ 118 w 1051"/>
              <a:gd name="T31" fmla="*/ 235 h 935"/>
              <a:gd name="T32" fmla="*/ 118 w 1051"/>
              <a:gd name="T33" fmla="*/ 817 h 935"/>
              <a:gd name="T34" fmla="*/ 350 w 1051"/>
              <a:gd name="T35" fmla="*/ 817 h 935"/>
              <a:gd name="T36" fmla="*/ 350 w 1051"/>
              <a:gd name="T37" fmla="*/ 934 h 935"/>
              <a:gd name="T38" fmla="*/ 118 w 1051"/>
              <a:gd name="T39" fmla="*/ 934 h 935"/>
              <a:gd name="T40" fmla="*/ 0 w 1051"/>
              <a:gd name="T41" fmla="*/ 817 h 935"/>
              <a:gd name="T42" fmla="*/ 0 w 1051"/>
              <a:gd name="T43" fmla="*/ 117 h 935"/>
              <a:gd name="T44" fmla="*/ 118 w 1051"/>
              <a:gd name="T45" fmla="*/ 0 h 935"/>
              <a:gd name="T46" fmla="*/ 932 w 1051"/>
              <a:gd name="T47" fmla="*/ 0 h 935"/>
              <a:gd name="T48" fmla="*/ 1050 w 1051"/>
              <a:gd name="T49" fmla="*/ 11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935">
                <a:moveTo>
                  <a:pt x="525" y="349"/>
                </a:moveTo>
                <a:lnTo>
                  <a:pt x="757" y="584"/>
                </a:lnTo>
                <a:lnTo>
                  <a:pt x="582" y="584"/>
                </a:lnTo>
                <a:lnTo>
                  <a:pt x="582" y="934"/>
                </a:lnTo>
                <a:lnTo>
                  <a:pt x="467" y="934"/>
                </a:lnTo>
                <a:lnTo>
                  <a:pt x="467" y="584"/>
                </a:lnTo>
                <a:lnTo>
                  <a:pt x="293" y="584"/>
                </a:lnTo>
                <a:lnTo>
                  <a:pt x="525" y="349"/>
                </a:lnTo>
                <a:close/>
                <a:moveTo>
                  <a:pt x="1050" y="117"/>
                </a:moveTo>
                <a:lnTo>
                  <a:pt x="1050" y="817"/>
                </a:lnTo>
                <a:cubicBezTo>
                  <a:pt x="1050" y="879"/>
                  <a:pt x="995" y="934"/>
                  <a:pt x="932" y="934"/>
                </a:cubicBezTo>
                <a:lnTo>
                  <a:pt x="700" y="934"/>
                </a:lnTo>
                <a:lnTo>
                  <a:pt x="700" y="817"/>
                </a:lnTo>
                <a:lnTo>
                  <a:pt x="932" y="817"/>
                </a:lnTo>
                <a:lnTo>
                  <a:pt x="932" y="235"/>
                </a:lnTo>
                <a:lnTo>
                  <a:pt x="118" y="235"/>
                </a:lnTo>
                <a:lnTo>
                  <a:pt x="118" y="817"/>
                </a:lnTo>
                <a:lnTo>
                  <a:pt x="350" y="817"/>
                </a:lnTo>
                <a:lnTo>
                  <a:pt x="350" y="934"/>
                </a:lnTo>
                <a:lnTo>
                  <a:pt x="118" y="934"/>
                </a:lnTo>
                <a:cubicBezTo>
                  <a:pt x="52" y="934"/>
                  <a:pt x="0" y="879"/>
                  <a:pt x="0" y="817"/>
                </a:cubicBezTo>
                <a:lnTo>
                  <a:pt x="0" y="117"/>
                </a:lnTo>
                <a:cubicBezTo>
                  <a:pt x="0" y="54"/>
                  <a:pt x="52" y="0"/>
                  <a:pt x="118" y="0"/>
                </a:cubicBezTo>
                <a:lnTo>
                  <a:pt x="932" y="0"/>
                </a:lnTo>
                <a:cubicBezTo>
                  <a:pt x="998" y="0"/>
                  <a:pt x="1050" y="54"/>
                  <a:pt x="1050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63112" y="1496220"/>
            <a:ext cx="336550" cy="406400"/>
          </a:xfrm>
          <a:custGeom>
            <a:avLst/>
            <a:gdLst>
              <a:gd name="T0" fmla="*/ 117 w 935"/>
              <a:gd name="T1" fmla="*/ 680 h 1127"/>
              <a:gd name="T2" fmla="*/ 817 w 935"/>
              <a:gd name="T3" fmla="*/ 680 h 1127"/>
              <a:gd name="T4" fmla="*/ 713 w 935"/>
              <a:gd name="T5" fmla="*/ 426 h 1127"/>
              <a:gd name="T6" fmla="*/ 467 w 935"/>
              <a:gd name="T7" fmla="*/ 169 h 1127"/>
              <a:gd name="T8" fmla="*/ 221 w 935"/>
              <a:gd name="T9" fmla="*/ 423 h 1127"/>
              <a:gd name="T10" fmla="*/ 117 w 935"/>
              <a:gd name="T11" fmla="*/ 680 h 1127"/>
              <a:gd name="T12" fmla="*/ 798 w 935"/>
              <a:gd name="T13" fmla="*/ 331 h 1127"/>
              <a:gd name="T14" fmla="*/ 934 w 935"/>
              <a:gd name="T15" fmla="*/ 658 h 1127"/>
              <a:gd name="T16" fmla="*/ 798 w 935"/>
              <a:gd name="T17" fmla="*/ 989 h 1127"/>
              <a:gd name="T18" fmla="*/ 467 w 935"/>
              <a:gd name="T19" fmla="*/ 1126 h 1127"/>
              <a:gd name="T20" fmla="*/ 136 w 935"/>
              <a:gd name="T21" fmla="*/ 989 h 1127"/>
              <a:gd name="T22" fmla="*/ 0 w 935"/>
              <a:gd name="T23" fmla="*/ 658 h 1127"/>
              <a:gd name="T24" fmla="*/ 136 w 935"/>
              <a:gd name="T25" fmla="*/ 331 h 1127"/>
              <a:gd name="T26" fmla="*/ 467 w 935"/>
              <a:gd name="T27" fmla="*/ 0 h 1127"/>
              <a:gd name="T28" fmla="*/ 798 w 935"/>
              <a:gd name="T29" fmla="*/ 331 h 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5" h="1127">
                <a:moveTo>
                  <a:pt x="117" y="680"/>
                </a:moveTo>
                <a:lnTo>
                  <a:pt x="817" y="680"/>
                </a:lnTo>
                <a:cubicBezTo>
                  <a:pt x="817" y="563"/>
                  <a:pt x="779" y="492"/>
                  <a:pt x="713" y="426"/>
                </a:cubicBezTo>
                <a:lnTo>
                  <a:pt x="467" y="169"/>
                </a:lnTo>
                <a:lnTo>
                  <a:pt x="221" y="423"/>
                </a:lnTo>
                <a:cubicBezTo>
                  <a:pt x="156" y="489"/>
                  <a:pt x="117" y="563"/>
                  <a:pt x="117" y="680"/>
                </a:cubicBezTo>
                <a:close/>
                <a:moveTo>
                  <a:pt x="798" y="331"/>
                </a:moveTo>
                <a:cubicBezTo>
                  <a:pt x="888" y="421"/>
                  <a:pt x="934" y="540"/>
                  <a:pt x="934" y="658"/>
                </a:cubicBezTo>
                <a:cubicBezTo>
                  <a:pt x="934" y="775"/>
                  <a:pt x="888" y="899"/>
                  <a:pt x="798" y="989"/>
                </a:cubicBezTo>
                <a:cubicBezTo>
                  <a:pt x="708" y="1079"/>
                  <a:pt x="587" y="1126"/>
                  <a:pt x="467" y="1126"/>
                </a:cubicBezTo>
                <a:cubicBezTo>
                  <a:pt x="347" y="1126"/>
                  <a:pt x="227" y="1079"/>
                  <a:pt x="136" y="989"/>
                </a:cubicBezTo>
                <a:cubicBezTo>
                  <a:pt x="46" y="899"/>
                  <a:pt x="0" y="775"/>
                  <a:pt x="0" y="658"/>
                </a:cubicBezTo>
                <a:cubicBezTo>
                  <a:pt x="0" y="540"/>
                  <a:pt x="46" y="421"/>
                  <a:pt x="136" y="331"/>
                </a:cubicBezTo>
                <a:lnTo>
                  <a:pt x="467" y="0"/>
                </a:lnTo>
                <a:lnTo>
                  <a:pt x="798" y="3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669587" y="1508921"/>
            <a:ext cx="463550" cy="377825"/>
          </a:xfrm>
          <a:custGeom>
            <a:avLst/>
            <a:gdLst>
              <a:gd name="T0" fmla="*/ 875 w 1286"/>
              <a:gd name="T1" fmla="*/ 467 h 1050"/>
              <a:gd name="T2" fmla="*/ 468 w 1286"/>
              <a:gd name="T3" fmla="*/ 700 h 1050"/>
              <a:gd name="T4" fmla="*/ 468 w 1286"/>
              <a:gd name="T5" fmla="*/ 232 h 1050"/>
              <a:gd name="T6" fmla="*/ 875 w 1286"/>
              <a:gd name="T7" fmla="*/ 467 h 1050"/>
              <a:gd name="T8" fmla="*/ 1167 w 1286"/>
              <a:gd name="T9" fmla="*/ 817 h 1050"/>
              <a:gd name="T10" fmla="*/ 1167 w 1286"/>
              <a:gd name="T11" fmla="*/ 118 h 1050"/>
              <a:gd name="T12" fmla="*/ 118 w 1286"/>
              <a:gd name="T13" fmla="*/ 118 h 1050"/>
              <a:gd name="T14" fmla="*/ 118 w 1286"/>
              <a:gd name="T15" fmla="*/ 817 h 1050"/>
              <a:gd name="T16" fmla="*/ 1167 w 1286"/>
              <a:gd name="T17" fmla="*/ 817 h 1050"/>
              <a:gd name="T18" fmla="*/ 1167 w 1286"/>
              <a:gd name="T19" fmla="*/ 0 h 1050"/>
              <a:gd name="T20" fmla="*/ 1285 w 1286"/>
              <a:gd name="T21" fmla="*/ 118 h 1050"/>
              <a:gd name="T22" fmla="*/ 1282 w 1286"/>
              <a:gd name="T23" fmla="*/ 817 h 1050"/>
              <a:gd name="T24" fmla="*/ 1167 w 1286"/>
              <a:gd name="T25" fmla="*/ 932 h 1050"/>
              <a:gd name="T26" fmla="*/ 875 w 1286"/>
              <a:gd name="T27" fmla="*/ 932 h 1050"/>
              <a:gd name="T28" fmla="*/ 875 w 1286"/>
              <a:gd name="T29" fmla="*/ 1049 h 1050"/>
              <a:gd name="T30" fmla="*/ 410 w 1286"/>
              <a:gd name="T31" fmla="*/ 1049 h 1050"/>
              <a:gd name="T32" fmla="*/ 410 w 1286"/>
              <a:gd name="T33" fmla="*/ 932 h 1050"/>
              <a:gd name="T34" fmla="*/ 118 w 1286"/>
              <a:gd name="T35" fmla="*/ 932 h 1050"/>
              <a:gd name="T36" fmla="*/ 0 w 1286"/>
              <a:gd name="T37" fmla="*/ 817 h 1050"/>
              <a:gd name="T38" fmla="*/ 0 w 1286"/>
              <a:gd name="T39" fmla="*/ 118 h 1050"/>
              <a:gd name="T40" fmla="*/ 118 w 1286"/>
              <a:gd name="T41" fmla="*/ 0 h 1050"/>
              <a:gd name="T42" fmla="*/ 1167 w 1286"/>
              <a:gd name="T43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1050">
                <a:moveTo>
                  <a:pt x="875" y="467"/>
                </a:moveTo>
                <a:lnTo>
                  <a:pt x="468" y="700"/>
                </a:lnTo>
                <a:lnTo>
                  <a:pt x="468" y="232"/>
                </a:lnTo>
                <a:lnTo>
                  <a:pt x="875" y="467"/>
                </a:lnTo>
                <a:close/>
                <a:moveTo>
                  <a:pt x="1167" y="817"/>
                </a:moveTo>
                <a:lnTo>
                  <a:pt x="1167" y="118"/>
                </a:lnTo>
                <a:lnTo>
                  <a:pt x="118" y="118"/>
                </a:lnTo>
                <a:lnTo>
                  <a:pt x="118" y="817"/>
                </a:lnTo>
                <a:lnTo>
                  <a:pt x="1167" y="817"/>
                </a:lnTo>
                <a:close/>
                <a:moveTo>
                  <a:pt x="1167" y="0"/>
                </a:moveTo>
                <a:cubicBezTo>
                  <a:pt x="1230" y="0"/>
                  <a:pt x="1285" y="52"/>
                  <a:pt x="1285" y="118"/>
                </a:cubicBezTo>
                <a:lnTo>
                  <a:pt x="1282" y="817"/>
                </a:lnTo>
                <a:cubicBezTo>
                  <a:pt x="1282" y="880"/>
                  <a:pt x="1230" y="932"/>
                  <a:pt x="1167" y="932"/>
                </a:cubicBezTo>
                <a:lnTo>
                  <a:pt x="875" y="932"/>
                </a:lnTo>
                <a:lnTo>
                  <a:pt x="875" y="1049"/>
                </a:lnTo>
                <a:lnTo>
                  <a:pt x="410" y="1049"/>
                </a:lnTo>
                <a:lnTo>
                  <a:pt x="410" y="932"/>
                </a:lnTo>
                <a:lnTo>
                  <a:pt x="118" y="932"/>
                </a:lnTo>
                <a:cubicBezTo>
                  <a:pt x="52" y="932"/>
                  <a:pt x="0" y="880"/>
                  <a:pt x="0" y="817"/>
                </a:cubicBezTo>
                <a:lnTo>
                  <a:pt x="0" y="118"/>
                </a:lnTo>
                <a:cubicBezTo>
                  <a:pt x="0" y="52"/>
                  <a:pt x="52" y="0"/>
                  <a:pt x="118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8862" y="2401094"/>
            <a:ext cx="419100" cy="336550"/>
          </a:xfrm>
          <a:custGeom>
            <a:avLst/>
            <a:gdLst>
              <a:gd name="T0" fmla="*/ 1132 w 1165"/>
              <a:gd name="T1" fmla="*/ 0 h 935"/>
              <a:gd name="T2" fmla="*/ 1164 w 1165"/>
              <a:gd name="T3" fmla="*/ 38 h 935"/>
              <a:gd name="T4" fmla="*/ 1164 w 1165"/>
              <a:gd name="T5" fmla="*/ 896 h 935"/>
              <a:gd name="T6" fmla="*/ 1132 w 1165"/>
              <a:gd name="T7" fmla="*/ 934 h 935"/>
              <a:gd name="T8" fmla="*/ 1115 w 1165"/>
              <a:gd name="T9" fmla="*/ 929 h 935"/>
              <a:gd name="T10" fmla="*/ 582 w 1165"/>
              <a:gd name="T11" fmla="*/ 833 h 935"/>
              <a:gd name="T12" fmla="*/ 49 w 1165"/>
              <a:gd name="T13" fmla="*/ 929 h 935"/>
              <a:gd name="T14" fmla="*/ 33 w 1165"/>
              <a:gd name="T15" fmla="*/ 934 h 935"/>
              <a:gd name="T16" fmla="*/ 0 w 1165"/>
              <a:gd name="T17" fmla="*/ 896 h 935"/>
              <a:gd name="T18" fmla="*/ 0 w 1165"/>
              <a:gd name="T19" fmla="*/ 38 h 935"/>
              <a:gd name="T20" fmla="*/ 33 w 1165"/>
              <a:gd name="T21" fmla="*/ 0 h 935"/>
              <a:gd name="T22" fmla="*/ 49 w 1165"/>
              <a:gd name="T23" fmla="*/ 5 h 935"/>
              <a:gd name="T24" fmla="*/ 582 w 1165"/>
              <a:gd name="T25" fmla="*/ 101 h 935"/>
              <a:gd name="T26" fmla="*/ 1115 w 1165"/>
              <a:gd name="T27" fmla="*/ 5 h 935"/>
              <a:gd name="T28" fmla="*/ 1132 w 1165"/>
              <a:gd name="T29" fmla="*/ 0 h 935"/>
              <a:gd name="T30" fmla="*/ 1050 w 1165"/>
              <a:gd name="T31" fmla="*/ 150 h 935"/>
              <a:gd name="T32" fmla="*/ 582 w 1165"/>
              <a:gd name="T33" fmla="*/ 216 h 935"/>
              <a:gd name="T34" fmla="*/ 115 w 1165"/>
              <a:gd name="T35" fmla="*/ 150 h 935"/>
              <a:gd name="T36" fmla="*/ 115 w 1165"/>
              <a:gd name="T37" fmla="*/ 784 h 935"/>
              <a:gd name="T38" fmla="*/ 582 w 1165"/>
              <a:gd name="T39" fmla="*/ 719 h 935"/>
              <a:gd name="T40" fmla="*/ 1050 w 1165"/>
              <a:gd name="T41" fmla="*/ 784 h 935"/>
              <a:gd name="T42" fmla="*/ 1050 w 1165"/>
              <a:gd name="T43" fmla="*/ 15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5" h="935">
                <a:moveTo>
                  <a:pt x="1132" y="0"/>
                </a:moveTo>
                <a:cubicBezTo>
                  <a:pt x="1151" y="0"/>
                  <a:pt x="1164" y="14"/>
                  <a:pt x="1164" y="38"/>
                </a:cubicBezTo>
                <a:lnTo>
                  <a:pt x="1164" y="896"/>
                </a:lnTo>
                <a:cubicBezTo>
                  <a:pt x="1164" y="921"/>
                  <a:pt x="1151" y="934"/>
                  <a:pt x="1132" y="934"/>
                </a:cubicBezTo>
                <a:cubicBezTo>
                  <a:pt x="1126" y="934"/>
                  <a:pt x="1121" y="932"/>
                  <a:pt x="1115" y="929"/>
                </a:cubicBezTo>
                <a:cubicBezTo>
                  <a:pt x="943" y="866"/>
                  <a:pt x="762" y="833"/>
                  <a:pt x="582" y="833"/>
                </a:cubicBezTo>
                <a:cubicBezTo>
                  <a:pt x="401" y="833"/>
                  <a:pt x="222" y="866"/>
                  <a:pt x="49" y="929"/>
                </a:cubicBezTo>
                <a:cubicBezTo>
                  <a:pt x="44" y="932"/>
                  <a:pt x="39" y="934"/>
                  <a:pt x="33" y="934"/>
                </a:cubicBezTo>
                <a:cubicBezTo>
                  <a:pt x="14" y="934"/>
                  <a:pt x="0" y="918"/>
                  <a:pt x="0" y="896"/>
                </a:cubicBezTo>
                <a:lnTo>
                  <a:pt x="0" y="38"/>
                </a:lnTo>
                <a:cubicBezTo>
                  <a:pt x="0" y="14"/>
                  <a:pt x="14" y="0"/>
                  <a:pt x="33" y="0"/>
                </a:cubicBezTo>
                <a:cubicBezTo>
                  <a:pt x="39" y="0"/>
                  <a:pt x="44" y="3"/>
                  <a:pt x="49" y="5"/>
                </a:cubicBezTo>
                <a:cubicBezTo>
                  <a:pt x="222" y="68"/>
                  <a:pt x="401" y="101"/>
                  <a:pt x="582" y="101"/>
                </a:cubicBezTo>
                <a:cubicBezTo>
                  <a:pt x="762" y="101"/>
                  <a:pt x="943" y="68"/>
                  <a:pt x="1115" y="5"/>
                </a:cubicBezTo>
                <a:cubicBezTo>
                  <a:pt x="1121" y="3"/>
                  <a:pt x="1126" y="0"/>
                  <a:pt x="1132" y="0"/>
                </a:cubicBezTo>
                <a:close/>
                <a:moveTo>
                  <a:pt x="1050" y="150"/>
                </a:moveTo>
                <a:cubicBezTo>
                  <a:pt x="899" y="197"/>
                  <a:pt x="740" y="216"/>
                  <a:pt x="582" y="216"/>
                </a:cubicBezTo>
                <a:cubicBezTo>
                  <a:pt x="423" y="216"/>
                  <a:pt x="265" y="194"/>
                  <a:pt x="115" y="150"/>
                </a:cubicBezTo>
                <a:lnTo>
                  <a:pt x="115" y="784"/>
                </a:lnTo>
                <a:cubicBezTo>
                  <a:pt x="265" y="740"/>
                  <a:pt x="423" y="719"/>
                  <a:pt x="582" y="719"/>
                </a:cubicBezTo>
                <a:cubicBezTo>
                  <a:pt x="740" y="719"/>
                  <a:pt x="899" y="740"/>
                  <a:pt x="1050" y="784"/>
                </a:cubicBezTo>
                <a:lnTo>
                  <a:pt x="1050" y="1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14551" y="2423320"/>
            <a:ext cx="461963" cy="293688"/>
          </a:xfrm>
          <a:custGeom>
            <a:avLst/>
            <a:gdLst>
              <a:gd name="T0" fmla="*/ 905 w 1285"/>
              <a:gd name="T1" fmla="*/ 87 h 815"/>
              <a:gd name="T2" fmla="*/ 787 w 1285"/>
              <a:gd name="T3" fmla="*/ 202 h 815"/>
              <a:gd name="T4" fmla="*/ 905 w 1285"/>
              <a:gd name="T5" fmla="*/ 320 h 815"/>
              <a:gd name="T6" fmla="*/ 1022 w 1285"/>
              <a:gd name="T7" fmla="*/ 202 h 815"/>
              <a:gd name="T8" fmla="*/ 905 w 1285"/>
              <a:gd name="T9" fmla="*/ 87 h 815"/>
              <a:gd name="T10" fmla="*/ 905 w 1285"/>
              <a:gd name="T11" fmla="*/ 407 h 815"/>
              <a:gd name="T12" fmla="*/ 700 w 1285"/>
              <a:gd name="T13" fmla="*/ 202 h 815"/>
              <a:gd name="T14" fmla="*/ 905 w 1285"/>
              <a:gd name="T15" fmla="*/ 0 h 815"/>
              <a:gd name="T16" fmla="*/ 1109 w 1285"/>
              <a:gd name="T17" fmla="*/ 202 h 815"/>
              <a:gd name="T18" fmla="*/ 905 w 1285"/>
              <a:gd name="T19" fmla="*/ 407 h 815"/>
              <a:gd name="T20" fmla="*/ 380 w 1285"/>
              <a:gd name="T21" fmla="*/ 87 h 815"/>
              <a:gd name="T22" fmla="*/ 262 w 1285"/>
              <a:gd name="T23" fmla="*/ 202 h 815"/>
              <a:gd name="T24" fmla="*/ 380 w 1285"/>
              <a:gd name="T25" fmla="*/ 320 h 815"/>
              <a:gd name="T26" fmla="*/ 497 w 1285"/>
              <a:gd name="T27" fmla="*/ 202 h 815"/>
              <a:gd name="T28" fmla="*/ 380 w 1285"/>
              <a:gd name="T29" fmla="*/ 87 h 815"/>
              <a:gd name="T30" fmla="*/ 380 w 1285"/>
              <a:gd name="T31" fmla="*/ 407 h 815"/>
              <a:gd name="T32" fmla="*/ 175 w 1285"/>
              <a:gd name="T33" fmla="*/ 202 h 815"/>
              <a:gd name="T34" fmla="*/ 380 w 1285"/>
              <a:gd name="T35" fmla="*/ 0 h 815"/>
              <a:gd name="T36" fmla="*/ 585 w 1285"/>
              <a:gd name="T37" fmla="*/ 202 h 815"/>
              <a:gd name="T38" fmla="*/ 380 w 1285"/>
              <a:gd name="T39" fmla="*/ 407 h 815"/>
              <a:gd name="T40" fmla="*/ 1197 w 1285"/>
              <a:gd name="T41" fmla="*/ 727 h 815"/>
              <a:gd name="T42" fmla="*/ 1197 w 1285"/>
              <a:gd name="T43" fmla="*/ 656 h 815"/>
              <a:gd name="T44" fmla="*/ 905 w 1285"/>
              <a:gd name="T45" fmla="*/ 552 h 815"/>
              <a:gd name="T46" fmla="*/ 730 w 1285"/>
              <a:gd name="T47" fmla="*/ 585 h 815"/>
              <a:gd name="T48" fmla="*/ 760 w 1285"/>
              <a:gd name="T49" fmla="*/ 656 h 815"/>
              <a:gd name="T50" fmla="*/ 760 w 1285"/>
              <a:gd name="T51" fmla="*/ 727 h 815"/>
              <a:gd name="T52" fmla="*/ 1197 w 1285"/>
              <a:gd name="T53" fmla="*/ 727 h 815"/>
              <a:gd name="T54" fmla="*/ 672 w 1285"/>
              <a:gd name="T55" fmla="*/ 727 h 815"/>
              <a:gd name="T56" fmla="*/ 672 w 1285"/>
              <a:gd name="T57" fmla="*/ 656 h 815"/>
              <a:gd name="T58" fmla="*/ 380 w 1285"/>
              <a:gd name="T59" fmla="*/ 552 h 815"/>
              <a:gd name="T60" fmla="*/ 87 w 1285"/>
              <a:gd name="T61" fmla="*/ 656 h 815"/>
              <a:gd name="T62" fmla="*/ 87 w 1285"/>
              <a:gd name="T63" fmla="*/ 727 h 815"/>
              <a:gd name="T64" fmla="*/ 672 w 1285"/>
              <a:gd name="T65" fmla="*/ 727 h 815"/>
              <a:gd name="T66" fmla="*/ 905 w 1285"/>
              <a:gd name="T67" fmla="*/ 465 h 815"/>
              <a:gd name="T68" fmla="*/ 1284 w 1285"/>
              <a:gd name="T69" fmla="*/ 656 h 815"/>
              <a:gd name="T70" fmla="*/ 1284 w 1285"/>
              <a:gd name="T71" fmla="*/ 814 h 815"/>
              <a:gd name="T72" fmla="*/ 0 w 1285"/>
              <a:gd name="T73" fmla="*/ 814 h 815"/>
              <a:gd name="T74" fmla="*/ 0 w 1285"/>
              <a:gd name="T75" fmla="*/ 656 h 815"/>
              <a:gd name="T76" fmla="*/ 380 w 1285"/>
              <a:gd name="T77" fmla="*/ 465 h 815"/>
              <a:gd name="T78" fmla="*/ 642 w 1285"/>
              <a:gd name="T79" fmla="*/ 525 h 815"/>
              <a:gd name="T80" fmla="*/ 905 w 1285"/>
              <a:gd name="T81" fmla="*/ 465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5" h="815">
                <a:moveTo>
                  <a:pt x="905" y="87"/>
                </a:moveTo>
                <a:cubicBezTo>
                  <a:pt x="842" y="87"/>
                  <a:pt x="787" y="139"/>
                  <a:pt x="787" y="202"/>
                </a:cubicBezTo>
                <a:cubicBezTo>
                  <a:pt x="787" y="265"/>
                  <a:pt x="842" y="320"/>
                  <a:pt x="905" y="320"/>
                </a:cubicBezTo>
                <a:cubicBezTo>
                  <a:pt x="967" y="320"/>
                  <a:pt x="1022" y="265"/>
                  <a:pt x="1022" y="202"/>
                </a:cubicBezTo>
                <a:cubicBezTo>
                  <a:pt x="1022" y="139"/>
                  <a:pt x="967" y="87"/>
                  <a:pt x="905" y="87"/>
                </a:cubicBezTo>
                <a:close/>
                <a:moveTo>
                  <a:pt x="905" y="407"/>
                </a:moveTo>
                <a:cubicBezTo>
                  <a:pt x="792" y="407"/>
                  <a:pt x="700" y="314"/>
                  <a:pt x="700" y="202"/>
                </a:cubicBezTo>
                <a:cubicBezTo>
                  <a:pt x="700" y="90"/>
                  <a:pt x="792" y="0"/>
                  <a:pt x="905" y="0"/>
                </a:cubicBezTo>
                <a:cubicBezTo>
                  <a:pt x="1017" y="0"/>
                  <a:pt x="1109" y="90"/>
                  <a:pt x="1109" y="202"/>
                </a:cubicBezTo>
                <a:cubicBezTo>
                  <a:pt x="1109" y="314"/>
                  <a:pt x="1017" y="407"/>
                  <a:pt x="905" y="407"/>
                </a:cubicBezTo>
                <a:close/>
                <a:moveTo>
                  <a:pt x="380" y="87"/>
                </a:moveTo>
                <a:cubicBezTo>
                  <a:pt x="317" y="87"/>
                  <a:pt x="262" y="139"/>
                  <a:pt x="262" y="202"/>
                </a:cubicBezTo>
                <a:cubicBezTo>
                  <a:pt x="262" y="265"/>
                  <a:pt x="317" y="320"/>
                  <a:pt x="380" y="320"/>
                </a:cubicBezTo>
                <a:cubicBezTo>
                  <a:pt x="443" y="320"/>
                  <a:pt x="497" y="265"/>
                  <a:pt x="497" y="202"/>
                </a:cubicBezTo>
                <a:cubicBezTo>
                  <a:pt x="497" y="139"/>
                  <a:pt x="443" y="87"/>
                  <a:pt x="380" y="87"/>
                </a:cubicBezTo>
                <a:close/>
                <a:moveTo>
                  <a:pt x="380" y="407"/>
                </a:moveTo>
                <a:cubicBezTo>
                  <a:pt x="268" y="407"/>
                  <a:pt x="175" y="314"/>
                  <a:pt x="175" y="202"/>
                </a:cubicBezTo>
                <a:cubicBezTo>
                  <a:pt x="175" y="90"/>
                  <a:pt x="268" y="0"/>
                  <a:pt x="380" y="0"/>
                </a:cubicBezTo>
                <a:cubicBezTo>
                  <a:pt x="492" y="0"/>
                  <a:pt x="585" y="90"/>
                  <a:pt x="585" y="202"/>
                </a:cubicBezTo>
                <a:cubicBezTo>
                  <a:pt x="585" y="314"/>
                  <a:pt x="492" y="407"/>
                  <a:pt x="380" y="407"/>
                </a:cubicBezTo>
                <a:close/>
                <a:moveTo>
                  <a:pt x="1197" y="727"/>
                </a:moveTo>
                <a:lnTo>
                  <a:pt x="1197" y="656"/>
                </a:lnTo>
                <a:cubicBezTo>
                  <a:pt x="1197" y="623"/>
                  <a:pt x="1047" y="552"/>
                  <a:pt x="905" y="552"/>
                </a:cubicBezTo>
                <a:cubicBezTo>
                  <a:pt x="842" y="552"/>
                  <a:pt x="782" y="568"/>
                  <a:pt x="730" y="585"/>
                </a:cubicBezTo>
                <a:cubicBezTo>
                  <a:pt x="749" y="607"/>
                  <a:pt x="760" y="629"/>
                  <a:pt x="760" y="656"/>
                </a:cubicBezTo>
                <a:lnTo>
                  <a:pt x="760" y="727"/>
                </a:lnTo>
                <a:lnTo>
                  <a:pt x="1197" y="727"/>
                </a:lnTo>
                <a:close/>
                <a:moveTo>
                  <a:pt x="672" y="727"/>
                </a:moveTo>
                <a:lnTo>
                  <a:pt x="672" y="656"/>
                </a:lnTo>
                <a:cubicBezTo>
                  <a:pt x="672" y="623"/>
                  <a:pt x="522" y="552"/>
                  <a:pt x="380" y="552"/>
                </a:cubicBezTo>
                <a:cubicBezTo>
                  <a:pt x="238" y="552"/>
                  <a:pt x="87" y="623"/>
                  <a:pt x="87" y="656"/>
                </a:cubicBezTo>
                <a:lnTo>
                  <a:pt x="87" y="727"/>
                </a:lnTo>
                <a:lnTo>
                  <a:pt x="672" y="727"/>
                </a:lnTo>
                <a:close/>
                <a:moveTo>
                  <a:pt x="905" y="465"/>
                </a:moveTo>
                <a:cubicBezTo>
                  <a:pt x="1030" y="465"/>
                  <a:pt x="1284" y="530"/>
                  <a:pt x="1284" y="656"/>
                </a:cubicBezTo>
                <a:lnTo>
                  <a:pt x="1284" y="814"/>
                </a:lnTo>
                <a:lnTo>
                  <a:pt x="0" y="814"/>
                </a:lnTo>
                <a:lnTo>
                  <a:pt x="0" y="656"/>
                </a:lnTo>
                <a:cubicBezTo>
                  <a:pt x="0" y="530"/>
                  <a:pt x="254" y="465"/>
                  <a:pt x="380" y="465"/>
                </a:cubicBezTo>
                <a:cubicBezTo>
                  <a:pt x="451" y="465"/>
                  <a:pt x="557" y="486"/>
                  <a:pt x="642" y="525"/>
                </a:cubicBezTo>
                <a:cubicBezTo>
                  <a:pt x="727" y="486"/>
                  <a:pt x="833" y="465"/>
                  <a:pt x="905" y="46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13099" y="2401094"/>
            <a:ext cx="419100" cy="336550"/>
          </a:xfrm>
          <a:custGeom>
            <a:avLst/>
            <a:gdLst>
              <a:gd name="T0" fmla="*/ 1049 w 1165"/>
              <a:gd name="T1" fmla="*/ 235 h 935"/>
              <a:gd name="T2" fmla="*/ 1049 w 1165"/>
              <a:gd name="T3" fmla="*/ 117 h 935"/>
              <a:gd name="T4" fmla="*/ 115 w 1165"/>
              <a:gd name="T5" fmla="*/ 117 h 935"/>
              <a:gd name="T6" fmla="*/ 115 w 1165"/>
              <a:gd name="T7" fmla="*/ 235 h 935"/>
              <a:gd name="T8" fmla="*/ 1049 w 1165"/>
              <a:gd name="T9" fmla="*/ 235 h 935"/>
              <a:gd name="T10" fmla="*/ 1049 w 1165"/>
              <a:gd name="T11" fmla="*/ 817 h 935"/>
              <a:gd name="T12" fmla="*/ 1049 w 1165"/>
              <a:gd name="T13" fmla="*/ 467 h 935"/>
              <a:gd name="T14" fmla="*/ 115 w 1165"/>
              <a:gd name="T15" fmla="*/ 467 h 935"/>
              <a:gd name="T16" fmla="*/ 115 w 1165"/>
              <a:gd name="T17" fmla="*/ 817 h 935"/>
              <a:gd name="T18" fmla="*/ 1049 w 1165"/>
              <a:gd name="T19" fmla="*/ 817 h 935"/>
              <a:gd name="T20" fmla="*/ 1049 w 1165"/>
              <a:gd name="T21" fmla="*/ 0 h 935"/>
              <a:gd name="T22" fmla="*/ 1164 w 1165"/>
              <a:gd name="T23" fmla="*/ 117 h 935"/>
              <a:gd name="T24" fmla="*/ 1164 w 1165"/>
              <a:gd name="T25" fmla="*/ 817 h 935"/>
              <a:gd name="T26" fmla="*/ 1049 w 1165"/>
              <a:gd name="T27" fmla="*/ 934 h 935"/>
              <a:gd name="T28" fmla="*/ 115 w 1165"/>
              <a:gd name="T29" fmla="*/ 934 h 935"/>
              <a:gd name="T30" fmla="*/ 0 w 1165"/>
              <a:gd name="T31" fmla="*/ 817 h 935"/>
              <a:gd name="T32" fmla="*/ 0 w 1165"/>
              <a:gd name="T33" fmla="*/ 117 h 935"/>
              <a:gd name="T34" fmla="*/ 115 w 1165"/>
              <a:gd name="T35" fmla="*/ 0 h 935"/>
              <a:gd name="T36" fmla="*/ 1049 w 1165"/>
              <a:gd name="T37" fmla="*/ 0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5" h="935">
                <a:moveTo>
                  <a:pt x="1049" y="235"/>
                </a:moveTo>
                <a:lnTo>
                  <a:pt x="1049" y="117"/>
                </a:lnTo>
                <a:lnTo>
                  <a:pt x="115" y="117"/>
                </a:lnTo>
                <a:lnTo>
                  <a:pt x="115" y="235"/>
                </a:lnTo>
                <a:lnTo>
                  <a:pt x="1049" y="235"/>
                </a:lnTo>
                <a:close/>
                <a:moveTo>
                  <a:pt x="1049" y="817"/>
                </a:moveTo>
                <a:lnTo>
                  <a:pt x="1049" y="467"/>
                </a:lnTo>
                <a:lnTo>
                  <a:pt x="115" y="467"/>
                </a:lnTo>
                <a:lnTo>
                  <a:pt x="115" y="817"/>
                </a:lnTo>
                <a:lnTo>
                  <a:pt x="1049" y="817"/>
                </a:lnTo>
                <a:close/>
                <a:moveTo>
                  <a:pt x="1049" y="0"/>
                </a:moveTo>
                <a:cubicBezTo>
                  <a:pt x="1115" y="0"/>
                  <a:pt x="1164" y="52"/>
                  <a:pt x="1164" y="117"/>
                </a:cubicBezTo>
                <a:lnTo>
                  <a:pt x="1164" y="817"/>
                </a:lnTo>
                <a:cubicBezTo>
                  <a:pt x="1164" y="883"/>
                  <a:pt x="1115" y="934"/>
                  <a:pt x="1049" y="934"/>
                </a:cubicBezTo>
                <a:lnTo>
                  <a:pt x="115" y="934"/>
                </a:lnTo>
                <a:cubicBezTo>
                  <a:pt x="49" y="934"/>
                  <a:pt x="0" y="883"/>
                  <a:pt x="0" y="817"/>
                </a:cubicBezTo>
                <a:lnTo>
                  <a:pt x="0" y="117"/>
                </a:lnTo>
                <a:cubicBezTo>
                  <a:pt x="0" y="52"/>
                  <a:pt x="49" y="0"/>
                  <a:pt x="115" y="0"/>
                </a:cubicBezTo>
                <a:lnTo>
                  <a:pt x="1049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375151" y="2423320"/>
            <a:ext cx="252413" cy="293688"/>
          </a:xfrm>
          <a:custGeom>
            <a:avLst/>
            <a:gdLst>
              <a:gd name="T0" fmla="*/ 467 w 701"/>
              <a:gd name="T1" fmla="*/ 0 h 815"/>
              <a:gd name="T2" fmla="*/ 700 w 701"/>
              <a:gd name="T3" fmla="*/ 0 h 815"/>
              <a:gd name="T4" fmla="*/ 700 w 701"/>
              <a:gd name="T5" fmla="*/ 814 h 815"/>
              <a:gd name="T6" fmla="*/ 467 w 701"/>
              <a:gd name="T7" fmla="*/ 814 h 815"/>
              <a:gd name="T8" fmla="*/ 467 w 701"/>
              <a:gd name="T9" fmla="*/ 0 h 815"/>
              <a:gd name="T10" fmla="*/ 0 w 701"/>
              <a:gd name="T11" fmla="*/ 814 h 815"/>
              <a:gd name="T12" fmla="*/ 0 w 701"/>
              <a:gd name="T13" fmla="*/ 0 h 815"/>
              <a:gd name="T14" fmla="*/ 232 w 701"/>
              <a:gd name="T15" fmla="*/ 0 h 815"/>
              <a:gd name="T16" fmla="*/ 232 w 701"/>
              <a:gd name="T17" fmla="*/ 814 h 815"/>
              <a:gd name="T18" fmla="*/ 0 w 701"/>
              <a:gd name="T19" fmla="*/ 814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01" h="815">
                <a:moveTo>
                  <a:pt x="467" y="0"/>
                </a:moveTo>
                <a:lnTo>
                  <a:pt x="700" y="0"/>
                </a:lnTo>
                <a:lnTo>
                  <a:pt x="700" y="814"/>
                </a:lnTo>
                <a:lnTo>
                  <a:pt x="467" y="814"/>
                </a:lnTo>
                <a:lnTo>
                  <a:pt x="467" y="0"/>
                </a:lnTo>
                <a:close/>
                <a:moveTo>
                  <a:pt x="0" y="814"/>
                </a:moveTo>
                <a:lnTo>
                  <a:pt x="0" y="0"/>
                </a:lnTo>
                <a:lnTo>
                  <a:pt x="232" y="0"/>
                </a:lnTo>
                <a:lnTo>
                  <a:pt x="232" y="814"/>
                </a:lnTo>
                <a:lnTo>
                  <a:pt x="0" y="8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68924" y="2359819"/>
            <a:ext cx="419100" cy="419100"/>
          </a:xfrm>
          <a:custGeom>
            <a:avLst/>
            <a:gdLst>
              <a:gd name="T0" fmla="*/ 640 w 1166"/>
              <a:gd name="T1" fmla="*/ 814 h 1165"/>
              <a:gd name="T2" fmla="*/ 640 w 1166"/>
              <a:gd name="T3" fmla="*/ 350 h 1165"/>
              <a:gd name="T4" fmla="*/ 757 w 1166"/>
              <a:gd name="T5" fmla="*/ 350 h 1165"/>
              <a:gd name="T6" fmla="*/ 757 w 1166"/>
              <a:gd name="T7" fmla="*/ 814 h 1165"/>
              <a:gd name="T8" fmla="*/ 640 w 1166"/>
              <a:gd name="T9" fmla="*/ 814 h 1165"/>
              <a:gd name="T10" fmla="*/ 583 w 1166"/>
              <a:gd name="T11" fmla="*/ 1049 h 1165"/>
              <a:gd name="T12" fmla="*/ 1050 w 1166"/>
              <a:gd name="T13" fmla="*/ 582 h 1165"/>
              <a:gd name="T14" fmla="*/ 583 w 1166"/>
              <a:gd name="T15" fmla="*/ 115 h 1165"/>
              <a:gd name="T16" fmla="*/ 115 w 1166"/>
              <a:gd name="T17" fmla="*/ 582 h 1165"/>
              <a:gd name="T18" fmla="*/ 583 w 1166"/>
              <a:gd name="T19" fmla="*/ 1049 h 1165"/>
              <a:gd name="T20" fmla="*/ 583 w 1166"/>
              <a:gd name="T21" fmla="*/ 0 h 1165"/>
              <a:gd name="T22" fmla="*/ 1165 w 1166"/>
              <a:gd name="T23" fmla="*/ 582 h 1165"/>
              <a:gd name="T24" fmla="*/ 583 w 1166"/>
              <a:gd name="T25" fmla="*/ 1164 h 1165"/>
              <a:gd name="T26" fmla="*/ 0 w 1166"/>
              <a:gd name="T27" fmla="*/ 582 h 1165"/>
              <a:gd name="T28" fmla="*/ 583 w 1166"/>
              <a:gd name="T29" fmla="*/ 0 h 1165"/>
              <a:gd name="T30" fmla="*/ 408 w 1166"/>
              <a:gd name="T31" fmla="*/ 814 h 1165"/>
              <a:gd name="T32" fmla="*/ 408 w 1166"/>
              <a:gd name="T33" fmla="*/ 350 h 1165"/>
              <a:gd name="T34" fmla="*/ 525 w 1166"/>
              <a:gd name="T35" fmla="*/ 350 h 1165"/>
              <a:gd name="T36" fmla="*/ 525 w 1166"/>
              <a:gd name="T37" fmla="*/ 814 h 1165"/>
              <a:gd name="T38" fmla="*/ 408 w 1166"/>
              <a:gd name="T39" fmla="*/ 81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1165">
                <a:moveTo>
                  <a:pt x="640" y="814"/>
                </a:moveTo>
                <a:lnTo>
                  <a:pt x="640" y="350"/>
                </a:lnTo>
                <a:lnTo>
                  <a:pt x="757" y="350"/>
                </a:lnTo>
                <a:lnTo>
                  <a:pt x="757" y="814"/>
                </a:lnTo>
                <a:lnTo>
                  <a:pt x="640" y="814"/>
                </a:lnTo>
                <a:close/>
                <a:moveTo>
                  <a:pt x="583" y="1049"/>
                </a:moveTo>
                <a:cubicBezTo>
                  <a:pt x="839" y="1049"/>
                  <a:pt x="1050" y="839"/>
                  <a:pt x="1050" y="582"/>
                </a:cubicBezTo>
                <a:cubicBezTo>
                  <a:pt x="1050" y="325"/>
                  <a:pt x="839" y="115"/>
                  <a:pt x="583" y="115"/>
                </a:cubicBezTo>
                <a:cubicBezTo>
                  <a:pt x="326" y="115"/>
                  <a:pt x="115" y="325"/>
                  <a:pt x="115" y="582"/>
                </a:cubicBezTo>
                <a:cubicBezTo>
                  <a:pt x="115" y="839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4"/>
                  <a:pt x="583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  <a:moveTo>
                  <a:pt x="408" y="814"/>
                </a:moveTo>
                <a:lnTo>
                  <a:pt x="408" y="350"/>
                </a:lnTo>
                <a:lnTo>
                  <a:pt x="525" y="350"/>
                </a:lnTo>
                <a:lnTo>
                  <a:pt x="525" y="814"/>
                </a:lnTo>
                <a:lnTo>
                  <a:pt x="408" y="8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45249" y="2359819"/>
            <a:ext cx="419100" cy="419100"/>
          </a:xfrm>
          <a:custGeom>
            <a:avLst/>
            <a:gdLst>
              <a:gd name="T0" fmla="*/ 757 w 1165"/>
              <a:gd name="T1" fmla="*/ 814 h 1165"/>
              <a:gd name="T2" fmla="*/ 757 w 1165"/>
              <a:gd name="T3" fmla="*/ 350 h 1165"/>
              <a:gd name="T4" fmla="*/ 640 w 1165"/>
              <a:gd name="T5" fmla="*/ 350 h 1165"/>
              <a:gd name="T6" fmla="*/ 640 w 1165"/>
              <a:gd name="T7" fmla="*/ 814 h 1165"/>
              <a:gd name="T8" fmla="*/ 757 w 1165"/>
              <a:gd name="T9" fmla="*/ 814 h 1165"/>
              <a:gd name="T10" fmla="*/ 525 w 1165"/>
              <a:gd name="T11" fmla="*/ 814 h 1165"/>
              <a:gd name="T12" fmla="*/ 525 w 1165"/>
              <a:gd name="T13" fmla="*/ 350 h 1165"/>
              <a:gd name="T14" fmla="*/ 407 w 1165"/>
              <a:gd name="T15" fmla="*/ 350 h 1165"/>
              <a:gd name="T16" fmla="*/ 407 w 1165"/>
              <a:gd name="T17" fmla="*/ 814 h 1165"/>
              <a:gd name="T18" fmla="*/ 525 w 1165"/>
              <a:gd name="T19" fmla="*/ 814 h 1165"/>
              <a:gd name="T20" fmla="*/ 582 w 1165"/>
              <a:gd name="T21" fmla="*/ 0 h 1165"/>
              <a:gd name="T22" fmla="*/ 1164 w 1165"/>
              <a:gd name="T23" fmla="*/ 582 h 1165"/>
              <a:gd name="T24" fmla="*/ 582 w 1165"/>
              <a:gd name="T25" fmla="*/ 1164 h 1165"/>
              <a:gd name="T26" fmla="*/ 0 w 1165"/>
              <a:gd name="T27" fmla="*/ 582 h 1165"/>
              <a:gd name="T28" fmla="*/ 582 w 1165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5" h="1165">
                <a:moveTo>
                  <a:pt x="757" y="814"/>
                </a:moveTo>
                <a:lnTo>
                  <a:pt x="757" y="350"/>
                </a:lnTo>
                <a:lnTo>
                  <a:pt x="640" y="350"/>
                </a:lnTo>
                <a:lnTo>
                  <a:pt x="640" y="814"/>
                </a:lnTo>
                <a:lnTo>
                  <a:pt x="757" y="814"/>
                </a:lnTo>
                <a:close/>
                <a:moveTo>
                  <a:pt x="525" y="814"/>
                </a:moveTo>
                <a:lnTo>
                  <a:pt x="525" y="350"/>
                </a:lnTo>
                <a:lnTo>
                  <a:pt x="407" y="350"/>
                </a:lnTo>
                <a:lnTo>
                  <a:pt x="407" y="814"/>
                </a:lnTo>
                <a:lnTo>
                  <a:pt x="525" y="814"/>
                </a:ln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5" y="1164"/>
                  <a:pt x="582" y="1164"/>
                </a:cubicBezTo>
                <a:cubicBezTo>
                  <a:pt x="260" y="1164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523162" y="2380458"/>
            <a:ext cx="419100" cy="377825"/>
          </a:xfrm>
          <a:custGeom>
            <a:avLst/>
            <a:gdLst>
              <a:gd name="T0" fmla="*/ 582 w 1165"/>
              <a:gd name="T1" fmla="*/ 874 h 1050"/>
              <a:gd name="T2" fmla="*/ 874 w 1165"/>
              <a:gd name="T3" fmla="*/ 582 h 1050"/>
              <a:gd name="T4" fmla="*/ 869 w 1165"/>
              <a:gd name="T5" fmla="*/ 524 h 1050"/>
              <a:gd name="T6" fmla="*/ 746 w 1165"/>
              <a:gd name="T7" fmla="*/ 524 h 1050"/>
              <a:gd name="T8" fmla="*/ 757 w 1165"/>
              <a:gd name="T9" fmla="*/ 582 h 1050"/>
              <a:gd name="T10" fmla="*/ 582 w 1165"/>
              <a:gd name="T11" fmla="*/ 756 h 1050"/>
              <a:gd name="T12" fmla="*/ 350 w 1165"/>
              <a:gd name="T13" fmla="*/ 756 h 1050"/>
              <a:gd name="T14" fmla="*/ 582 w 1165"/>
              <a:gd name="T15" fmla="*/ 874 h 1050"/>
              <a:gd name="T16" fmla="*/ 582 w 1165"/>
              <a:gd name="T17" fmla="*/ 289 h 1050"/>
              <a:gd name="T18" fmla="*/ 290 w 1165"/>
              <a:gd name="T19" fmla="*/ 582 h 1050"/>
              <a:gd name="T20" fmla="*/ 295 w 1165"/>
              <a:gd name="T21" fmla="*/ 639 h 1050"/>
              <a:gd name="T22" fmla="*/ 418 w 1165"/>
              <a:gd name="T23" fmla="*/ 639 h 1050"/>
              <a:gd name="T24" fmla="*/ 407 w 1165"/>
              <a:gd name="T25" fmla="*/ 582 h 1050"/>
              <a:gd name="T26" fmla="*/ 582 w 1165"/>
              <a:gd name="T27" fmla="*/ 407 h 1050"/>
              <a:gd name="T28" fmla="*/ 814 w 1165"/>
              <a:gd name="T29" fmla="*/ 407 h 1050"/>
              <a:gd name="T30" fmla="*/ 582 w 1165"/>
              <a:gd name="T31" fmla="*/ 289 h 1050"/>
              <a:gd name="T32" fmla="*/ 1164 w 1165"/>
              <a:gd name="T33" fmla="*/ 232 h 1050"/>
              <a:gd name="T34" fmla="*/ 1164 w 1165"/>
              <a:gd name="T35" fmla="*/ 931 h 1050"/>
              <a:gd name="T36" fmla="*/ 1049 w 1165"/>
              <a:gd name="T37" fmla="*/ 1049 h 1050"/>
              <a:gd name="T38" fmla="*/ 115 w 1165"/>
              <a:gd name="T39" fmla="*/ 1049 h 1050"/>
              <a:gd name="T40" fmla="*/ 0 w 1165"/>
              <a:gd name="T41" fmla="*/ 931 h 1050"/>
              <a:gd name="T42" fmla="*/ 0 w 1165"/>
              <a:gd name="T43" fmla="*/ 232 h 1050"/>
              <a:gd name="T44" fmla="*/ 115 w 1165"/>
              <a:gd name="T45" fmla="*/ 114 h 1050"/>
              <a:gd name="T46" fmla="*/ 301 w 1165"/>
              <a:gd name="T47" fmla="*/ 114 h 1050"/>
              <a:gd name="T48" fmla="*/ 407 w 1165"/>
              <a:gd name="T49" fmla="*/ 0 h 1050"/>
              <a:gd name="T50" fmla="*/ 757 w 1165"/>
              <a:gd name="T51" fmla="*/ 0 h 1050"/>
              <a:gd name="T52" fmla="*/ 864 w 1165"/>
              <a:gd name="T53" fmla="*/ 114 h 1050"/>
              <a:gd name="T54" fmla="*/ 1049 w 1165"/>
              <a:gd name="T55" fmla="*/ 114 h 1050"/>
              <a:gd name="T56" fmla="*/ 1164 w 1165"/>
              <a:gd name="T57" fmla="*/ 2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5" h="1050">
                <a:moveTo>
                  <a:pt x="582" y="874"/>
                </a:moveTo>
                <a:cubicBezTo>
                  <a:pt x="743" y="874"/>
                  <a:pt x="874" y="743"/>
                  <a:pt x="874" y="582"/>
                </a:cubicBezTo>
                <a:cubicBezTo>
                  <a:pt x="874" y="562"/>
                  <a:pt x="872" y="543"/>
                  <a:pt x="869" y="524"/>
                </a:cubicBezTo>
                <a:lnTo>
                  <a:pt x="746" y="524"/>
                </a:lnTo>
                <a:cubicBezTo>
                  <a:pt x="751" y="543"/>
                  <a:pt x="757" y="562"/>
                  <a:pt x="757" y="582"/>
                </a:cubicBezTo>
                <a:cubicBezTo>
                  <a:pt x="757" y="677"/>
                  <a:pt x="678" y="756"/>
                  <a:pt x="582" y="756"/>
                </a:cubicBezTo>
                <a:lnTo>
                  <a:pt x="350" y="756"/>
                </a:lnTo>
                <a:cubicBezTo>
                  <a:pt x="404" y="828"/>
                  <a:pt x="486" y="874"/>
                  <a:pt x="582" y="874"/>
                </a:cubicBezTo>
                <a:close/>
                <a:moveTo>
                  <a:pt x="582" y="289"/>
                </a:moveTo>
                <a:cubicBezTo>
                  <a:pt x="421" y="289"/>
                  <a:pt x="290" y="420"/>
                  <a:pt x="290" y="582"/>
                </a:cubicBezTo>
                <a:cubicBezTo>
                  <a:pt x="290" y="601"/>
                  <a:pt x="292" y="620"/>
                  <a:pt x="295" y="639"/>
                </a:cubicBezTo>
                <a:lnTo>
                  <a:pt x="418" y="639"/>
                </a:lnTo>
                <a:cubicBezTo>
                  <a:pt x="413" y="620"/>
                  <a:pt x="407" y="601"/>
                  <a:pt x="407" y="582"/>
                </a:cubicBezTo>
                <a:cubicBezTo>
                  <a:pt x="407" y="486"/>
                  <a:pt x="486" y="407"/>
                  <a:pt x="582" y="407"/>
                </a:cubicBezTo>
                <a:lnTo>
                  <a:pt x="814" y="407"/>
                </a:lnTo>
                <a:cubicBezTo>
                  <a:pt x="760" y="336"/>
                  <a:pt x="678" y="289"/>
                  <a:pt x="582" y="289"/>
                </a:cubicBezTo>
                <a:close/>
                <a:moveTo>
                  <a:pt x="1164" y="232"/>
                </a:moveTo>
                <a:lnTo>
                  <a:pt x="1164" y="931"/>
                </a:lnTo>
                <a:cubicBezTo>
                  <a:pt x="1164" y="994"/>
                  <a:pt x="1112" y="1049"/>
                  <a:pt x="1049" y="1049"/>
                </a:cubicBezTo>
                <a:lnTo>
                  <a:pt x="115" y="1049"/>
                </a:lnTo>
                <a:cubicBezTo>
                  <a:pt x="52" y="1049"/>
                  <a:pt x="0" y="994"/>
                  <a:pt x="0" y="931"/>
                </a:cubicBezTo>
                <a:lnTo>
                  <a:pt x="0" y="232"/>
                </a:lnTo>
                <a:cubicBezTo>
                  <a:pt x="0" y="169"/>
                  <a:pt x="52" y="114"/>
                  <a:pt x="115" y="114"/>
                </a:cubicBezTo>
                <a:lnTo>
                  <a:pt x="301" y="114"/>
                </a:lnTo>
                <a:lnTo>
                  <a:pt x="407" y="0"/>
                </a:lnTo>
                <a:lnTo>
                  <a:pt x="757" y="0"/>
                </a:lnTo>
                <a:lnTo>
                  <a:pt x="864" y="114"/>
                </a:lnTo>
                <a:lnTo>
                  <a:pt x="1049" y="114"/>
                </a:lnTo>
                <a:cubicBezTo>
                  <a:pt x="1112" y="114"/>
                  <a:pt x="1164" y="169"/>
                  <a:pt x="1164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578851" y="2401094"/>
            <a:ext cx="461963" cy="336550"/>
          </a:xfrm>
          <a:custGeom>
            <a:avLst/>
            <a:gdLst>
              <a:gd name="T0" fmla="*/ 437 w 1285"/>
              <a:gd name="T1" fmla="*/ 497 h 935"/>
              <a:gd name="T2" fmla="*/ 235 w 1285"/>
              <a:gd name="T3" fmla="*/ 760 h 935"/>
              <a:gd name="T4" fmla="*/ 1049 w 1285"/>
              <a:gd name="T5" fmla="*/ 760 h 935"/>
              <a:gd name="T6" fmla="*/ 787 w 1285"/>
              <a:gd name="T7" fmla="*/ 410 h 935"/>
              <a:gd name="T8" fmla="*/ 584 w 1285"/>
              <a:gd name="T9" fmla="*/ 672 h 935"/>
              <a:gd name="T10" fmla="*/ 437 w 1285"/>
              <a:gd name="T11" fmla="*/ 497 h 935"/>
              <a:gd name="T12" fmla="*/ 1284 w 1285"/>
              <a:gd name="T13" fmla="*/ 817 h 935"/>
              <a:gd name="T14" fmla="*/ 1167 w 1285"/>
              <a:gd name="T15" fmla="*/ 934 h 935"/>
              <a:gd name="T16" fmla="*/ 117 w 1285"/>
              <a:gd name="T17" fmla="*/ 934 h 935"/>
              <a:gd name="T18" fmla="*/ 0 w 1285"/>
              <a:gd name="T19" fmla="*/ 817 h 935"/>
              <a:gd name="T20" fmla="*/ 0 w 1285"/>
              <a:gd name="T21" fmla="*/ 117 h 935"/>
              <a:gd name="T22" fmla="*/ 117 w 1285"/>
              <a:gd name="T23" fmla="*/ 0 h 935"/>
              <a:gd name="T24" fmla="*/ 1167 w 1285"/>
              <a:gd name="T25" fmla="*/ 0 h 935"/>
              <a:gd name="T26" fmla="*/ 1284 w 1285"/>
              <a:gd name="T27" fmla="*/ 117 h 935"/>
              <a:gd name="T28" fmla="*/ 1284 w 1285"/>
              <a:gd name="T29" fmla="*/ 81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5" h="935">
                <a:moveTo>
                  <a:pt x="437" y="497"/>
                </a:moveTo>
                <a:lnTo>
                  <a:pt x="235" y="760"/>
                </a:lnTo>
                <a:lnTo>
                  <a:pt x="1049" y="760"/>
                </a:lnTo>
                <a:lnTo>
                  <a:pt x="787" y="410"/>
                </a:lnTo>
                <a:lnTo>
                  <a:pt x="584" y="672"/>
                </a:lnTo>
                <a:lnTo>
                  <a:pt x="437" y="497"/>
                </a:lnTo>
                <a:close/>
                <a:moveTo>
                  <a:pt x="1284" y="817"/>
                </a:moveTo>
                <a:cubicBezTo>
                  <a:pt x="1284" y="880"/>
                  <a:pt x="1229" y="934"/>
                  <a:pt x="1167" y="934"/>
                </a:cubicBezTo>
                <a:lnTo>
                  <a:pt x="117" y="934"/>
                </a:lnTo>
                <a:cubicBezTo>
                  <a:pt x="54" y="934"/>
                  <a:pt x="0" y="880"/>
                  <a:pt x="0" y="817"/>
                </a:cubicBezTo>
                <a:lnTo>
                  <a:pt x="0" y="117"/>
                </a:lnTo>
                <a:cubicBezTo>
                  <a:pt x="0" y="55"/>
                  <a:pt x="54" y="0"/>
                  <a:pt x="117" y="0"/>
                </a:cubicBezTo>
                <a:lnTo>
                  <a:pt x="1167" y="0"/>
                </a:lnTo>
                <a:cubicBezTo>
                  <a:pt x="1229" y="0"/>
                  <a:pt x="1284" y="55"/>
                  <a:pt x="1284" y="117"/>
                </a:cubicBezTo>
                <a:lnTo>
                  <a:pt x="1284" y="8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77399" y="2401094"/>
            <a:ext cx="419100" cy="336550"/>
          </a:xfrm>
          <a:custGeom>
            <a:avLst/>
            <a:gdLst>
              <a:gd name="T0" fmla="*/ 582 w 1165"/>
              <a:gd name="T1" fmla="*/ 0 h 935"/>
              <a:gd name="T2" fmla="*/ 1046 w 1165"/>
              <a:gd name="T3" fmla="*/ 44 h 935"/>
              <a:gd name="T4" fmla="*/ 1098 w 1165"/>
              <a:gd name="T5" fmla="*/ 52 h 935"/>
              <a:gd name="T6" fmla="*/ 1115 w 1165"/>
              <a:gd name="T7" fmla="*/ 104 h 935"/>
              <a:gd name="T8" fmla="*/ 1164 w 1165"/>
              <a:gd name="T9" fmla="*/ 467 h 935"/>
              <a:gd name="T10" fmla="*/ 1115 w 1165"/>
              <a:gd name="T11" fmla="*/ 831 h 935"/>
              <a:gd name="T12" fmla="*/ 1098 w 1165"/>
              <a:gd name="T13" fmla="*/ 883 h 935"/>
              <a:gd name="T14" fmla="*/ 1046 w 1165"/>
              <a:gd name="T15" fmla="*/ 891 h 935"/>
              <a:gd name="T16" fmla="*/ 582 w 1165"/>
              <a:gd name="T17" fmla="*/ 934 h 935"/>
              <a:gd name="T18" fmla="*/ 117 w 1165"/>
              <a:gd name="T19" fmla="*/ 891 h 935"/>
              <a:gd name="T20" fmla="*/ 65 w 1165"/>
              <a:gd name="T21" fmla="*/ 883 h 935"/>
              <a:gd name="T22" fmla="*/ 49 w 1165"/>
              <a:gd name="T23" fmla="*/ 831 h 935"/>
              <a:gd name="T24" fmla="*/ 0 w 1165"/>
              <a:gd name="T25" fmla="*/ 467 h 935"/>
              <a:gd name="T26" fmla="*/ 49 w 1165"/>
              <a:gd name="T27" fmla="*/ 104 h 935"/>
              <a:gd name="T28" fmla="*/ 65 w 1165"/>
              <a:gd name="T29" fmla="*/ 52 h 935"/>
              <a:gd name="T30" fmla="*/ 117 w 1165"/>
              <a:gd name="T31" fmla="*/ 44 h 935"/>
              <a:gd name="T32" fmla="*/ 582 w 1165"/>
              <a:gd name="T33" fmla="*/ 0 h 935"/>
              <a:gd name="T34" fmla="*/ 582 w 1165"/>
              <a:gd name="T35" fmla="*/ 117 h 935"/>
              <a:gd name="T36" fmla="*/ 155 w 1165"/>
              <a:gd name="T37" fmla="*/ 156 h 935"/>
              <a:gd name="T38" fmla="*/ 114 w 1165"/>
              <a:gd name="T39" fmla="*/ 467 h 935"/>
              <a:gd name="T40" fmla="*/ 155 w 1165"/>
              <a:gd name="T41" fmla="*/ 779 h 935"/>
              <a:gd name="T42" fmla="*/ 582 w 1165"/>
              <a:gd name="T43" fmla="*/ 817 h 935"/>
              <a:gd name="T44" fmla="*/ 1008 w 1165"/>
              <a:gd name="T45" fmla="*/ 779 h 935"/>
              <a:gd name="T46" fmla="*/ 1049 w 1165"/>
              <a:gd name="T47" fmla="*/ 467 h 935"/>
              <a:gd name="T48" fmla="*/ 1008 w 1165"/>
              <a:gd name="T49" fmla="*/ 156 h 935"/>
              <a:gd name="T50" fmla="*/ 582 w 1165"/>
              <a:gd name="T51" fmla="*/ 11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5" h="935">
                <a:moveTo>
                  <a:pt x="582" y="0"/>
                </a:moveTo>
                <a:cubicBezTo>
                  <a:pt x="740" y="0"/>
                  <a:pt x="888" y="16"/>
                  <a:pt x="1046" y="44"/>
                </a:cubicBezTo>
                <a:lnTo>
                  <a:pt x="1098" y="52"/>
                </a:lnTo>
                <a:lnTo>
                  <a:pt x="1115" y="104"/>
                </a:lnTo>
                <a:cubicBezTo>
                  <a:pt x="1147" y="224"/>
                  <a:pt x="1164" y="347"/>
                  <a:pt x="1164" y="467"/>
                </a:cubicBezTo>
                <a:cubicBezTo>
                  <a:pt x="1164" y="587"/>
                  <a:pt x="1147" y="710"/>
                  <a:pt x="1115" y="831"/>
                </a:cubicBezTo>
                <a:lnTo>
                  <a:pt x="1098" y="883"/>
                </a:lnTo>
                <a:lnTo>
                  <a:pt x="1046" y="891"/>
                </a:lnTo>
                <a:cubicBezTo>
                  <a:pt x="888" y="918"/>
                  <a:pt x="741" y="934"/>
                  <a:pt x="582" y="934"/>
                </a:cubicBezTo>
                <a:cubicBezTo>
                  <a:pt x="424" y="934"/>
                  <a:pt x="276" y="918"/>
                  <a:pt x="117" y="891"/>
                </a:cubicBezTo>
                <a:lnTo>
                  <a:pt x="65" y="883"/>
                </a:lnTo>
                <a:lnTo>
                  <a:pt x="49" y="831"/>
                </a:lnTo>
                <a:cubicBezTo>
                  <a:pt x="16" y="710"/>
                  <a:pt x="0" y="587"/>
                  <a:pt x="0" y="467"/>
                </a:cubicBezTo>
                <a:cubicBezTo>
                  <a:pt x="0" y="347"/>
                  <a:pt x="16" y="224"/>
                  <a:pt x="49" y="104"/>
                </a:cubicBezTo>
                <a:lnTo>
                  <a:pt x="65" y="52"/>
                </a:lnTo>
                <a:lnTo>
                  <a:pt x="117" y="44"/>
                </a:lnTo>
                <a:cubicBezTo>
                  <a:pt x="276" y="16"/>
                  <a:pt x="423" y="0"/>
                  <a:pt x="582" y="0"/>
                </a:cubicBezTo>
                <a:close/>
                <a:moveTo>
                  <a:pt x="582" y="117"/>
                </a:moveTo>
                <a:cubicBezTo>
                  <a:pt x="440" y="117"/>
                  <a:pt x="306" y="131"/>
                  <a:pt x="155" y="156"/>
                </a:cubicBezTo>
                <a:cubicBezTo>
                  <a:pt x="128" y="259"/>
                  <a:pt x="114" y="363"/>
                  <a:pt x="114" y="467"/>
                </a:cubicBezTo>
                <a:cubicBezTo>
                  <a:pt x="114" y="571"/>
                  <a:pt x="128" y="675"/>
                  <a:pt x="155" y="779"/>
                </a:cubicBezTo>
                <a:cubicBezTo>
                  <a:pt x="306" y="803"/>
                  <a:pt x="440" y="817"/>
                  <a:pt x="582" y="817"/>
                </a:cubicBezTo>
                <a:cubicBezTo>
                  <a:pt x="724" y="817"/>
                  <a:pt x="858" y="803"/>
                  <a:pt x="1008" y="779"/>
                </a:cubicBezTo>
                <a:cubicBezTo>
                  <a:pt x="1035" y="675"/>
                  <a:pt x="1049" y="571"/>
                  <a:pt x="1049" y="467"/>
                </a:cubicBezTo>
                <a:cubicBezTo>
                  <a:pt x="1049" y="363"/>
                  <a:pt x="1035" y="259"/>
                  <a:pt x="1008" y="156"/>
                </a:cubicBezTo>
                <a:cubicBezTo>
                  <a:pt x="858" y="131"/>
                  <a:pt x="724" y="117"/>
                  <a:pt x="582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96587" y="2359819"/>
            <a:ext cx="336550" cy="419100"/>
          </a:xfrm>
          <a:custGeom>
            <a:avLst/>
            <a:gdLst>
              <a:gd name="T0" fmla="*/ 150 w 936"/>
              <a:gd name="T1" fmla="*/ 1049 h 1165"/>
              <a:gd name="T2" fmla="*/ 784 w 936"/>
              <a:gd name="T3" fmla="*/ 1049 h 1165"/>
              <a:gd name="T4" fmla="*/ 719 w 936"/>
              <a:gd name="T5" fmla="*/ 582 h 1165"/>
              <a:gd name="T6" fmla="*/ 784 w 936"/>
              <a:gd name="T7" fmla="*/ 115 h 1165"/>
              <a:gd name="T8" fmla="*/ 150 w 936"/>
              <a:gd name="T9" fmla="*/ 115 h 1165"/>
              <a:gd name="T10" fmla="*/ 216 w 936"/>
              <a:gd name="T11" fmla="*/ 582 h 1165"/>
              <a:gd name="T12" fmla="*/ 150 w 936"/>
              <a:gd name="T13" fmla="*/ 1049 h 1165"/>
              <a:gd name="T14" fmla="*/ 929 w 936"/>
              <a:gd name="T15" fmla="*/ 1115 h 1165"/>
              <a:gd name="T16" fmla="*/ 935 w 936"/>
              <a:gd name="T17" fmla="*/ 1131 h 1165"/>
              <a:gd name="T18" fmla="*/ 896 w 936"/>
              <a:gd name="T19" fmla="*/ 1164 h 1165"/>
              <a:gd name="T20" fmla="*/ 38 w 936"/>
              <a:gd name="T21" fmla="*/ 1164 h 1165"/>
              <a:gd name="T22" fmla="*/ 0 w 936"/>
              <a:gd name="T23" fmla="*/ 1131 h 1165"/>
              <a:gd name="T24" fmla="*/ 6 w 936"/>
              <a:gd name="T25" fmla="*/ 1115 h 1165"/>
              <a:gd name="T26" fmla="*/ 101 w 936"/>
              <a:gd name="T27" fmla="*/ 582 h 1165"/>
              <a:gd name="T28" fmla="*/ 6 w 936"/>
              <a:gd name="T29" fmla="*/ 49 h 1165"/>
              <a:gd name="T30" fmla="*/ 0 w 936"/>
              <a:gd name="T31" fmla="*/ 33 h 1165"/>
              <a:gd name="T32" fmla="*/ 38 w 936"/>
              <a:gd name="T33" fmla="*/ 0 h 1165"/>
              <a:gd name="T34" fmla="*/ 896 w 936"/>
              <a:gd name="T35" fmla="*/ 0 h 1165"/>
              <a:gd name="T36" fmla="*/ 935 w 936"/>
              <a:gd name="T37" fmla="*/ 33 h 1165"/>
              <a:gd name="T38" fmla="*/ 929 w 936"/>
              <a:gd name="T39" fmla="*/ 49 h 1165"/>
              <a:gd name="T40" fmla="*/ 834 w 936"/>
              <a:gd name="T41" fmla="*/ 582 h 1165"/>
              <a:gd name="T42" fmla="*/ 929 w 936"/>
              <a:gd name="T43" fmla="*/ 1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36" h="1165">
                <a:moveTo>
                  <a:pt x="150" y="1049"/>
                </a:moveTo>
                <a:lnTo>
                  <a:pt x="784" y="1049"/>
                </a:lnTo>
                <a:cubicBezTo>
                  <a:pt x="741" y="899"/>
                  <a:pt x="719" y="740"/>
                  <a:pt x="719" y="582"/>
                </a:cubicBezTo>
                <a:cubicBezTo>
                  <a:pt x="719" y="423"/>
                  <a:pt x="741" y="265"/>
                  <a:pt x="784" y="115"/>
                </a:cubicBezTo>
                <a:lnTo>
                  <a:pt x="150" y="115"/>
                </a:lnTo>
                <a:cubicBezTo>
                  <a:pt x="194" y="265"/>
                  <a:pt x="216" y="423"/>
                  <a:pt x="216" y="582"/>
                </a:cubicBezTo>
                <a:cubicBezTo>
                  <a:pt x="216" y="740"/>
                  <a:pt x="194" y="899"/>
                  <a:pt x="150" y="1049"/>
                </a:cubicBezTo>
                <a:close/>
                <a:moveTo>
                  <a:pt x="929" y="1115"/>
                </a:moveTo>
                <a:cubicBezTo>
                  <a:pt x="932" y="1121"/>
                  <a:pt x="935" y="1126"/>
                  <a:pt x="935" y="1131"/>
                </a:cubicBezTo>
                <a:cubicBezTo>
                  <a:pt x="935" y="1151"/>
                  <a:pt x="918" y="1164"/>
                  <a:pt x="896" y="1164"/>
                </a:cubicBezTo>
                <a:lnTo>
                  <a:pt x="38" y="1164"/>
                </a:lnTo>
                <a:cubicBezTo>
                  <a:pt x="14" y="1164"/>
                  <a:pt x="0" y="1151"/>
                  <a:pt x="0" y="1131"/>
                </a:cubicBezTo>
                <a:cubicBezTo>
                  <a:pt x="0" y="1126"/>
                  <a:pt x="3" y="1121"/>
                  <a:pt x="6" y="1115"/>
                </a:cubicBezTo>
                <a:cubicBezTo>
                  <a:pt x="68" y="943"/>
                  <a:pt x="101" y="762"/>
                  <a:pt x="101" y="582"/>
                </a:cubicBezTo>
                <a:cubicBezTo>
                  <a:pt x="101" y="401"/>
                  <a:pt x="68" y="221"/>
                  <a:pt x="6" y="49"/>
                </a:cubicBezTo>
                <a:cubicBezTo>
                  <a:pt x="3" y="44"/>
                  <a:pt x="0" y="38"/>
                  <a:pt x="0" y="33"/>
                </a:cubicBezTo>
                <a:cubicBezTo>
                  <a:pt x="0" y="14"/>
                  <a:pt x="14" y="0"/>
                  <a:pt x="38" y="0"/>
                </a:cubicBezTo>
                <a:lnTo>
                  <a:pt x="896" y="0"/>
                </a:lnTo>
                <a:cubicBezTo>
                  <a:pt x="921" y="0"/>
                  <a:pt x="935" y="14"/>
                  <a:pt x="935" y="33"/>
                </a:cubicBezTo>
                <a:cubicBezTo>
                  <a:pt x="935" y="38"/>
                  <a:pt x="932" y="44"/>
                  <a:pt x="929" y="49"/>
                </a:cubicBezTo>
                <a:cubicBezTo>
                  <a:pt x="866" y="221"/>
                  <a:pt x="834" y="401"/>
                  <a:pt x="834" y="582"/>
                </a:cubicBezTo>
                <a:cubicBezTo>
                  <a:pt x="834" y="762"/>
                  <a:pt x="866" y="943"/>
                  <a:pt x="929" y="1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8862" y="3293269"/>
            <a:ext cx="463550" cy="293688"/>
          </a:xfrm>
          <a:custGeom>
            <a:avLst/>
            <a:gdLst>
              <a:gd name="T0" fmla="*/ 875 w 1286"/>
              <a:gd name="T1" fmla="*/ 464 h 815"/>
              <a:gd name="T2" fmla="*/ 1285 w 1286"/>
              <a:gd name="T3" fmla="*/ 669 h 815"/>
              <a:gd name="T4" fmla="*/ 1285 w 1286"/>
              <a:gd name="T5" fmla="*/ 814 h 815"/>
              <a:gd name="T6" fmla="*/ 935 w 1286"/>
              <a:gd name="T7" fmla="*/ 814 h 815"/>
              <a:gd name="T8" fmla="*/ 935 w 1286"/>
              <a:gd name="T9" fmla="*/ 669 h 815"/>
              <a:gd name="T10" fmla="*/ 820 w 1286"/>
              <a:gd name="T11" fmla="*/ 467 h 815"/>
              <a:gd name="T12" fmla="*/ 875 w 1286"/>
              <a:gd name="T13" fmla="*/ 464 h 815"/>
              <a:gd name="T14" fmla="*/ 410 w 1286"/>
              <a:gd name="T15" fmla="*/ 464 h 815"/>
              <a:gd name="T16" fmla="*/ 817 w 1286"/>
              <a:gd name="T17" fmla="*/ 669 h 815"/>
              <a:gd name="T18" fmla="*/ 817 w 1286"/>
              <a:gd name="T19" fmla="*/ 814 h 815"/>
              <a:gd name="T20" fmla="*/ 0 w 1286"/>
              <a:gd name="T21" fmla="*/ 814 h 815"/>
              <a:gd name="T22" fmla="*/ 0 w 1286"/>
              <a:gd name="T23" fmla="*/ 669 h 815"/>
              <a:gd name="T24" fmla="*/ 410 w 1286"/>
              <a:gd name="T25" fmla="*/ 464 h 815"/>
              <a:gd name="T26" fmla="*/ 410 w 1286"/>
              <a:gd name="T27" fmla="*/ 350 h 815"/>
              <a:gd name="T28" fmla="*/ 235 w 1286"/>
              <a:gd name="T29" fmla="*/ 175 h 815"/>
              <a:gd name="T30" fmla="*/ 410 w 1286"/>
              <a:gd name="T31" fmla="*/ 0 h 815"/>
              <a:gd name="T32" fmla="*/ 582 w 1286"/>
              <a:gd name="T33" fmla="*/ 175 h 815"/>
              <a:gd name="T34" fmla="*/ 410 w 1286"/>
              <a:gd name="T35" fmla="*/ 350 h 815"/>
              <a:gd name="T36" fmla="*/ 875 w 1286"/>
              <a:gd name="T37" fmla="*/ 350 h 815"/>
              <a:gd name="T38" fmla="*/ 700 w 1286"/>
              <a:gd name="T39" fmla="*/ 175 h 815"/>
              <a:gd name="T40" fmla="*/ 875 w 1286"/>
              <a:gd name="T41" fmla="*/ 0 h 815"/>
              <a:gd name="T42" fmla="*/ 1050 w 1286"/>
              <a:gd name="T43" fmla="*/ 175 h 815"/>
              <a:gd name="T44" fmla="*/ 875 w 1286"/>
              <a:gd name="T45" fmla="*/ 35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6" h="815">
                <a:moveTo>
                  <a:pt x="875" y="464"/>
                </a:moveTo>
                <a:cubicBezTo>
                  <a:pt x="1011" y="464"/>
                  <a:pt x="1285" y="532"/>
                  <a:pt x="1285" y="669"/>
                </a:cubicBezTo>
                <a:lnTo>
                  <a:pt x="1285" y="814"/>
                </a:lnTo>
                <a:lnTo>
                  <a:pt x="935" y="814"/>
                </a:lnTo>
                <a:lnTo>
                  <a:pt x="935" y="669"/>
                </a:lnTo>
                <a:cubicBezTo>
                  <a:pt x="935" y="581"/>
                  <a:pt x="888" y="516"/>
                  <a:pt x="820" y="467"/>
                </a:cubicBezTo>
                <a:cubicBezTo>
                  <a:pt x="839" y="464"/>
                  <a:pt x="858" y="464"/>
                  <a:pt x="875" y="464"/>
                </a:cubicBezTo>
                <a:close/>
                <a:moveTo>
                  <a:pt x="410" y="464"/>
                </a:moveTo>
                <a:cubicBezTo>
                  <a:pt x="547" y="464"/>
                  <a:pt x="817" y="532"/>
                  <a:pt x="817" y="669"/>
                </a:cubicBezTo>
                <a:lnTo>
                  <a:pt x="817" y="814"/>
                </a:lnTo>
                <a:lnTo>
                  <a:pt x="0" y="814"/>
                </a:lnTo>
                <a:lnTo>
                  <a:pt x="0" y="669"/>
                </a:lnTo>
                <a:cubicBezTo>
                  <a:pt x="0" y="532"/>
                  <a:pt x="274" y="464"/>
                  <a:pt x="410" y="464"/>
                </a:cubicBezTo>
                <a:close/>
                <a:moveTo>
                  <a:pt x="410" y="350"/>
                </a:moveTo>
                <a:cubicBezTo>
                  <a:pt x="315" y="350"/>
                  <a:pt x="235" y="270"/>
                  <a:pt x="235" y="175"/>
                </a:cubicBezTo>
                <a:cubicBezTo>
                  <a:pt x="235" y="79"/>
                  <a:pt x="314" y="0"/>
                  <a:pt x="410" y="0"/>
                </a:cubicBezTo>
                <a:cubicBezTo>
                  <a:pt x="505" y="0"/>
                  <a:pt x="582" y="80"/>
                  <a:pt x="582" y="175"/>
                </a:cubicBezTo>
                <a:cubicBezTo>
                  <a:pt x="582" y="271"/>
                  <a:pt x="506" y="350"/>
                  <a:pt x="410" y="350"/>
                </a:cubicBezTo>
                <a:close/>
                <a:moveTo>
                  <a:pt x="875" y="350"/>
                </a:moveTo>
                <a:cubicBezTo>
                  <a:pt x="779" y="350"/>
                  <a:pt x="700" y="270"/>
                  <a:pt x="700" y="175"/>
                </a:cubicBezTo>
                <a:cubicBezTo>
                  <a:pt x="700" y="79"/>
                  <a:pt x="779" y="0"/>
                  <a:pt x="875" y="0"/>
                </a:cubicBezTo>
                <a:cubicBezTo>
                  <a:pt x="970" y="0"/>
                  <a:pt x="1050" y="80"/>
                  <a:pt x="1050" y="175"/>
                </a:cubicBezTo>
                <a:cubicBezTo>
                  <a:pt x="1050" y="271"/>
                  <a:pt x="970" y="350"/>
                  <a:pt x="875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52649" y="3251996"/>
            <a:ext cx="419100" cy="377825"/>
          </a:xfrm>
          <a:custGeom>
            <a:avLst/>
            <a:gdLst>
              <a:gd name="T0" fmla="*/ 700 w 1165"/>
              <a:gd name="T1" fmla="*/ 581 h 1049"/>
              <a:gd name="T2" fmla="*/ 700 w 1165"/>
              <a:gd name="T3" fmla="*/ 350 h 1049"/>
              <a:gd name="T4" fmla="*/ 582 w 1165"/>
              <a:gd name="T5" fmla="*/ 232 h 1049"/>
              <a:gd name="T6" fmla="*/ 465 w 1165"/>
              <a:gd name="T7" fmla="*/ 350 h 1049"/>
              <a:gd name="T8" fmla="*/ 465 w 1165"/>
              <a:gd name="T9" fmla="*/ 581 h 1049"/>
              <a:gd name="T10" fmla="*/ 582 w 1165"/>
              <a:gd name="T11" fmla="*/ 698 h 1049"/>
              <a:gd name="T12" fmla="*/ 700 w 1165"/>
              <a:gd name="T13" fmla="*/ 581 h 1049"/>
              <a:gd name="T14" fmla="*/ 1050 w 1165"/>
              <a:gd name="T15" fmla="*/ 117 h 1049"/>
              <a:gd name="T16" fmla="*/ 1164 w 1165"/>
              <a:gd name="T17" fmla="*/ 232 h 1049"/>
              <a:gd name="T18" fmla="*/ 1164 w 1165"/>
              <a:gd name="T19" fmla="*/ 931 h 1049"/>
              <a:gd name="T20" fmla="*/ 1050 w 1165"/>
              <a:gd name="T21" fmla="*/ 1048 h 1049"/>
              <a:gd name="T22" fmla="*/ 640 w 1165"/>
              <a:gd name="T23" fmla="*/ 1048 h 1049"/>
              <a:gd name="T24" fmla="*/ 640 w 1165"/>
              <a:gd name="T25" fmla="*/ 925 h 1049"/>
              <a:gd name="T26" fmla="*/ 932 w 1165"/>
              <a:gd name="T27" fmla="*/ 581 h 1049"/>
              <a:gd name="T28" fmla="*/ 815 w 1165"/>
              <a:gd name="T29" fmla="*/ 581 h 1049"/>
              <a:gd name="T30" fmla="*/ 582 w 1165"/>
              <a:gd name="T31" fmla="*/ 816 h 1049"/>
              <a:gd name="T32" fmla="*/ 350 w 1165"/>
              <a:gd name="T33" fmla="*/ 581 h 1049"/>
              <a:gd name="T34" fmla="*/ 232 w 1165"/>
              <a:gd name="T35" fmla="*/ 581 h 1049"/>
              <a:gd name="T36" fmla="*/ 525 w 1165"/>
              <a:gd name="T37" fmla="*/ 925 h 1049"/>
              <a:gd name="T38" fmla="*/ 525 w 1165"/>
              <a:gd name="T39" fmla="*/ 1048 h 1049"/>
              <a:gd name="T40" fmla="*/ 115 w 1165"/>
              <a:gd name="T41" fmla="*/ 1048 h 1049"/>
              <a:gd name="T42" fmla="*/ 0 w 1165"/>
              <a:gd name="T43" fmla="*/ 931 h 1049"/>
              <a:gd name="T44" fmla="*/ 0 w 1165"/>
              <a:gd name="T45" fmla="*/ 232 h 1049"/>
              <a:gd name="T46" fmla="*/ 115 w 1165"/>
              <a:gd name="T47" fmla="*/ 117 h 1049"/>
              <a:gd name="T48" fmla="*/ 301 w 1165"/>
              <a:gd name="T49" fmla="*/ 117 h 1049"/>
              <a:gd name="T50" fmla="*/ 407 w 1165"/>
              <a:gd name="T51" fmla="*/ 0 h 1049"/>
              <a:gd name="T52" fmla="*/ 757 w 1165"/>
              <a:gd name="T53" fmla="*/ 0 h 1049"/>
              <a:gd name="T54" fmla="*/ 864 w 1165"/>
              <a:gd name="T55" fmla="*/ 117 h 1049"/>
              <a:gd name="T56" fmla="*/ 1050 w 1165"/>
              <a:gd name="T57" fmla="*/ 117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5" h="1049">
                <a:moveTo>
                  <a:pt x="700" y="581"/>
                </a:moveTo>
                <a:lnTo>
                  <a:pt x="700" y="350"/>
                </a:lnTo>
                <a:cubicBezTo>
                  <a:pt x="700" y="287"/>
                  <a:pt x="645" y="232"/>
                  <a:pt x="582" y="232"/>
                </a:cubicBezTo>
                <a:cubicBezTo>
                  <a:pt x="519" y="232"/>
                  <a:pt x="465" y="287"/>
                  <a:pt x="465" y="350"/>
                </a:cubicBezTo>
                <a:lnTo>
                  <a:pt x="465" y="581"/>
                </a:lnTo>
                <a:cubicBezTo>
                  <a:pt x="465" y="644"/>
                  <a:pt x="519" y="698"/>
                  <a:pt x="582" y="698"/>
                </a:cubicBezTo>
                <a:cubicBezTo>
                  <a:pt x="645" y="698"/>
                  <a:pt x="700" y="644"/>
                  <a:pt x="700" y="581"/>
                </a:cubicBezTo>
                <a:close/>
                <a:moveTo>
                  <a:pt x="1050" y="117"/>
                </a:moveTo>
                <a:cubicBezTo>
                  <a:pt x="1112" y="117"/>
                  <a:pt x="1164" y="169"/>
                  <a:pt x="1164" y="232"/>
                </a:cubicBezTo>
                <a:lnTo>
                  <a:pt x="1164" y="931"/>
                </a:lnTo>
                <a:cubicBezTo>
                  <a:pt x="1164" y="994"/>
                  <a:pt x="1112" y="1048"/>
                  <a:pt x="1050" y="1048"/>
                </a:cubicBezTo>
                <a:lnTo>
                  <a:pt x="640" y="1048"/>
                </a:lnTo>
                <a:lnTo>
                  <a:pt x="640" y="925"/>
                </a:lnTo>
                <a:cubicBezTo>
                  <a:pt x="804" y="898"/>
                  <a:pt x="932" y="753"/>
                  <a:pt x="932" y="581"/>
                </a:cubicBezTo>
                <a:lnTo>
                  <a:pt x="815" y="581"/>
                </a:lnTo>
                <a:cubicBezTo>
                  <a:pt x="815" y="709"/>
                  <a:pt x="710" y="816"/>
                  <a:pt x="582" y="816"/>
                </a:cubicBezTo>
                <a:cubicBezTo>
                  <a:pt x="453" y="816"/>
                  <a:pt x="350" y="709"/>
                  <a:pt x="350" y="581"/>
                </a:cubicBezTo>
                <a:lnTo>
                  <a:pt x="232" y="581"/>
                </a:lnTo>
                <a:cubicBezTo>
                  <a:pt x="232" y="753"/>
                  <a:pt x="361" y="898"/>
                  <a:pt x="525" y="925"/>
                </a:cubicBezTo>
                <a:lnTo>
                  <a:pt x="525" y="1048"/>
                </a:lnTo>
                <a:lnTo>
                  <a:pt x="115" y="1048"/>
                </a:lnTo>
                <a:cubicBezTo>
                  <a:pt x="52" y="1048"/>
                  <a:pt x="0" y="994"/>
                  <a:pt x="0" y="931"/>
                </a:cubicBezTo>
                <a:lnTo>
                  <a:pt x="0" y="232"/>
                </a:lnTo>
                <a:cubicBezTo>
                  <a:pt x="0" y="169"/>
                  <a:pt x="52" y="117"/>
                  <a:pt x="115" y="117"/>
                </a:cubicBezTo>
                <a:lnTo>
                  <a:pt x="301" y="117"/>
                </a:lnTo>
                <a:lnTo>
                  <a:pt x="407" y="0"/>
                </a:lnTo>
                <a:lnTo>
                  <a:pt x="757" y="0"/>
                </a:lnTo>
                <a:lnTo>
                  <a:pt x="864" y="117"/>
                </a:lnTo>
                <a:lnTo>
                  <a:pt x="1050" y="1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67074" y="3272632"/>
            <a:ext cx="336550" cy="336550"/>
          </a:xfrm>
          <a:custGeom>
            <a:avLst/>
            <a:gdLst>
              <a:gd name="T0" fmla="*/ 467 w 935"/>
              <a:gd name="T1" fmla="*/ 524 h 935"/>
              <a:gd name="T2" fmla="*/ 934 w 935"/>
              <a:gd name="T3" fmla="*/ 759 h 935"/>
              <a:gd name="T4" fmla="*/ 934 w 935"/>
              <a:gd name="T5" fmla="*/ 934 h 935"/>
              <a:gd name="T6" fmla="*/ 0 w 935"/>
              <a:gd name="T7" fmla="*/ 934 h 935"/>
              <a:gd name="T8" fmla="*/ 0 w 935"/>
              <a:gd name="T9" fmla="*/ 759 h 935"/>
              <a:gd name="T10" fmla="*/ 467 w 935"/>
              <a:gd name="T11" fmla="*/ 524 h 935"/>
              <a:gd name="T12" fmla="*/ 467 w 935"/>
              <a:gd name="T13" fmla="*/ 0 h 935"/>
              <a:gd name="T14" fmla="*/ 699 w 935"/>
              <a:gd name="T15" fmla="*/ 235 h 935"/>
              <a:gd name="T16" fmla="*/ 467 w 935"/>
              <a:gd name="T17" fmla="*/ 467 h 935"/>
              <a:gd name="T18" fmla="*/ 235 w 935"/>
              <a:gd name="T19" fmla="*/ 235 h 935"/>
              <a:gd name="T20" fmla="*/ 467 w 935"/>
              <a:gd name="T21" fmla="*/ 0 h 935"/>
              <a:gd name="T22" fmla="*/ 467 w 935"/>
              <a:gd name="T23" fmla="*/ 636 h 935"/>
              <a:gd name="T24" fmla="*/ 112 w 935"/>
              <a:gd name="T25" fmla="*/ 759 h 935"/>
              <a:gd name="T26" fmla="*/ 112 w 935"/>
              <a:gd name="T27" fmla="*/ 822 h 935"/>
              <a:gd name="T28" fmla="*/ 822 w 935"/>
              <a:gd name="T29" fmla="*/ 822 h 935"/>
              <a:gd name="T30" fmla="*/ 822 w 935"/>
              <a:gd name="T31" fmla="*/ 759 h 935"/>
              <a:gd name="T32" fmla="*/ 467 w 935"/>
              <a:gd name="T33" fmla="*/ 636 h 935"/>
              <a:gd name="T34" fmla="*/ 467 w 935"/>
              <a:gd name="T35" fmla="*/ 112 h 935"/>
              <a:gd name="T36" fmla="*/ 344 w 935"/>
              <a:gd name="T37" fmla="*/ 235 h 935"/>
              <a:gd name="T38" fmla="*/ 467 w 935"/>
              <a:gd name="T39" fmla="*/ 356 h 935"/>
              <a:gd name="T40" fmla="*/ 590 w 935"/>
              <a:gd name="T41" fmla="*/ 235 h 935"/>
              <a:gd name="T42" fmla="*/ 467 w 935"/>
              <a:gd name="T43" fmla="*/ 112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935" h="935">
                <a:moveTo>
                  <a:pt x="467" y="524"/>
                </a:moveTo>
                <a:cubicBezTo>
                  <a:pt x="623" y="524"/>
                  <a:pt x="934" y="603"/>
                  <a:pt x="934" y="759"/>
                </a:cubicBezTo>
                <a:lnTo>
                  <a:pt x="934" y="934"/>
                </a:lnTo>
                <a:lnTo>
                  <a:pt x="0" y="934"/>
                </a:lnTo>
                <a:lnTo>
                  <a:pt x="0" y="759"/>
                </a:lnTo>
                <a:cubicBezTo>
                  <a:pt x="0" y="603"/>
                  <a:pt x="311" y="524"/>
                  <a:pt x="467" y="524"/>
                </a:cubicBezTo>
                <a:close/>
                <a:moveTo>
                  <a:pt x="467" y="0"/>
                </a:moveTo>
                <a:cubicBezTo>
                  <a:pt x="595" y="0"/>
                  <a:pt x="699" y="106"/>
                  <a:pt x="699" y="235"/>
                </a:cubicBezTo>
                <a:cubicBezTo>
                  <a:pt x="699" y="363"/>
                  <a:pt x="595" y="467"/>
                  <a:pt x="467" y="467"/>
                </a:cubicBezTo>
                <a:cubicBezTo>
                  <a:pt x="338" y="467"/>
                  <a:pt x="235" y="363"/>
                  <a:pt x="235" y="235"/>
                </a:cubicBezTo>
                <a:cubicBezTo>
                  <a:pt x="235" y="106"/>
                  <a:pt x="338" y="0"/>
                  <a:pt x="467" y="0"/>
                </a:cubicBezTo>
                <a:close/>
                <a:moveTo>
                  <a:pt x="467" y="636"/>
                </a:moveTo>
                <a:cubicBezTo>
                  <a:pt x="295" y="636"/>
                  <a:pt x="112" y="721"/>
                  <a:pt x="112" y="759"/>
                </a:cubicBezTo>
                <a:lnTo>
                  <a:pt x="112" y="822"/>
                </a:lnTo>
                <a:lnTo>
                  <a:pt x="822" y="822"/>
                </a:lnTo>
                <a:lnTo>
                  <a:pt x="822" y="759"/>
                </a:lnTo>
                <a:cubicBezTo>
                  <a:pt x="822" y="721"/>
                  <a:pt x="639" y="636"/>
                  <a:pt x="467" y="636"/>
                </a:cubicBezTo>
                <a:close/>
                <a:moveTo>
                  <a:pt x="467" y="112"/>
                </a:moveTo>
                <a:cubicBezTo>
                  <a:pt x="399" y="112"/>
                  <a:pt x="344" y="166"/>
                  <a:pt x="344" y="235"/>
                </a:cubicBezTo>
                <a:cubicBezTo>
                  <a:pt x="344" y="303"/>
                  <a:pt x="399" y="356"/>
                  <a:pt x="467" y="356"/>
                </a:cubicBezTo>
                <a:cubicBezTo>
                  <a:pt x="535" y="356"/>
                  <a:pt x="590" y="303"/>
                  <a:pt x="590" y="235"/>
                </a:cubicBezTo>
                <a:cubicBezTo>
                  <a:pt x="590" y="166"/>
                  <a:pt x="535" y="112"/>
                  <a:pt x="467" y="11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76724" y="3272632"/>
            <a:ext cx="463550" cy="336550"/>
          </a:xfrm>
          <a:custGeom>
            <a:avLst/>
            <a:gdLst>
              <a:gd name="T0" fmla="*/ 818 w 1286"/>
              <a:gd name="T1" fmla="*/ 584 h 935"/>
              <a:gd name="T2" fmla="*/ 1285 w 1286"/>
              <a:gd name="T3" fmla="*/ 816 h 935"/>
              <a:gd name="T4" fmla="*/ 1285 w 1286"/>
              <a:gd name="T5" fmla="*/ 934 h 935"/>
              <a:gd name="T6" fmla="*/ 350 w 1286"/>
              <a:gd name="T7" fmla="*/ 934 h 935"/>
              <a:gd name="T8" fmla="*/ 350 w 1286"/>
              <a:gd name="T9" fmla="*/ 816 h 935"/>
              <a:gd name="T10" fmla="*/ 818 w 1286"/>
              <a:gd name="T11" fmla="*/ 584 h 935"/>
              <a:gd name="T12" fmla="*/ 293 w 1286"/>
              <a:gd name="T13" fmla="*/ 350 h 935"/>
              <a:gd name="T14" fmla="*/ 468 w 1286"/>
              <a:gd name="T15" fmla="*/ 350 h 935"/>
              <a:gd name="T16" fmla="*/ 468 w 1286"/>
              <a:gd name="T17" fmla="*/ 467 h 935"/>
              <a:gd name="T18" fmla="*/ 293 w 1286"/>
              <a:gd name="T19" fmla="*/ 467 h 935"/>
              <a:gd name="T20" fmla="*/ 293 w 1286"/>
              <a:gd name="T21" fmla="*/ 641 h 935"/>
              <a:gd name="T22" fmla="*/ 175 w 1286"/>
              <a:gd name="T23" fmla="*/ 641 h 935"/>
              <a:gd name="T24" fmla="*/ 175 w 1286"/>
              <a:gd name="T25" fmla="*/ 467 h 935"/>
              <a:gd name="T26" fmla="*/ 0 w 1286"/>
              <a:gd name="T27" fmla="*/ 467 h 935"/>
              <a:gd name="T28" fmla="*/ 0 w 1286"/>
              <a:gd name="T29" fmla="*/ 350 h 935"/>
              <a:gd name="T30" fmla="*/ 175 w 1286"/>
              <a:gd name="T31" fmla="*/ 350 h 935"/>
              <a:gd name="T32" fmla="*/ 175 w 1286"/>
              <a:gd name="T33" fmla="*/ 175 h 935"/>
              <a:gd name="T34" fmla="*/ 293 w 1286"/>
              <a:gd name="T35" fmla="*/ 175 h 935"/>
              <a:gd name="T36" fmla="*/ 293 w 1286"/>
              <a:gd name="T37" fmla="*/ 350 h 935"/>
              <a:gd name="T38" fmla="*/ 818 w 1286"/>
              <a:gd name="T39" fmla="*/ 467 h 935"/>
              <a:gd name="T40" fmla="*/ 585 w 1286"/>
              <a:gd name="T41" fmla="*/ 235 h 935"/>
              <a:gd name="T42" fmla="*/ 818 w 1286"/>
              <a:gd name="T43" fmla="*/ 0 h 935"/>
              <a:gd name="T44" fmla="*/ 1050 w 1286"/>
              <a:gd name="T45" fmla="*/ 235 h 935"/>
              <a:gd name="T46" fmla="*/ 818 w 1286"/>
              <a:gd name="T47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6" h="935">
                <a:moveTo>
                  <a:pt x="818" y="584"/>
                </a:moveTo>
                <a:cubicBezTo>
                  <a:pt x="973" y="584"/>
                  <a:pt x="1285" y="661"/>
                  <a:pt x="1285" y="816"/>
                </a:cubicBezTo>
                <a:lnTo>
                  <a:pt x="1285" y="934"/>
                </a:lnTo>
                <a:lnTo>
                  <a:pt x="350" y="934"/>
                </a:lnTo>
                <a:lnTo>
                  <a:pt x="350" y="816"/>
                </a:lnTo>
                <a:cubicBezTo>
                  <a:pt x="350" y="661"/>
                  <a:pt x="662" y="584"/>
                  <a:pt x="818" y="584"/>
                </a:cubicBezTo>
                <a:close/>
                <a:moveTo>
                  <a:pt x="293" y="350"/>
                </a:moveTo>
                <a:lnTo>
                  <a:pt x="468" y="350"/>
                </a:lnTo>
                <a:lnTo>
                  <a:pt x="468" y="467"/>
                </a:lnTo>
                <a:lnTo>
                  <a:pt x="293" y="467"/>
                </a:lnTo>
                <a:lnTo>
                  <a:pt x="293" y="641"/>
                </a:lnTo>
                <a:lnTo>
                  <a:pt x="175" y="641"/>
                </a:lnTo>
                <a:lnTo>
                  <a:pt x="175" y="467"/>
                </a:lnTo>
                <a:lnTo>
                  <a:pt x="0" y="467"/>
                </a:lnTo>
                <a:lnTo>
                  <a:pt x="0" y="350"/>
                </a:lnTo>
                <a:lnTo>
                  <a:pt x="175" y="350"/>
                </a:lnTo>
                <a:lnTo>
                  <a:pt x="175" y="175"/>
                </a:lnTo>
                <a:lnTo>
                  <a:pt x="293" y="175"/>
                </a:lnTo>
                <a:lnTo>
                  <a:pt x="293" y="350"/>
                </a:lnTo>
                <a:close/>
                <a:moveTo>
                  <a:pt x="818" y="467"/>
                </a:moveTo>
                <a:cubicBezTo>
                  <a:pt x="689" y="467"/>
                  <a:pt x="585" y="363"/>
                  <a:pt x="585" y="235"/>
                </a:cubicBezTo>
                <a:cubicBezTo>
                  <a:pt x="585" y="106"/>
                  <a:pt x="689" y="0"/>
                  <a:pt x="818" y="0"/>
                </a:cubicBezTo>
                <a:cubicBezTo>
                  <a:pt x="946" y="0"/>
                  <a:pt x="1050" y="107"/>
                  <a:pt x="1050" y="235"/>
                </a:cubicBezTo>
                <a:cubicBezTo>
                  <a:pt x="1050" y="364"/>
                  <a:pt x="946" y="467"/>
                  <a:pt x="818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29239" y="3240884"/>
            <a:ext cx="503237" cy="398461"/>
          </a:xfrm>
          <a:custGeom>
            <a:avLst/>
            <a:gdLst>
              <a:gd name="T0" fmla="*/ 642 w 1400"/>
              <a:gd name="T1" fmla="*/ 293 h 1107"/>
              <a:gd name="T2" fmla="*/ 757 w 1400"/>
              <a:gd name="T3" fmla="*/ 293 h 1107"/>
              <a:gd name="T4" fmla="*/ 757 w 1400"/>
              <a:gd name="T5" fmla="*/ 175 h 1107"/>
              <a:gd name="T6" fmla="*/ 642 w 1400"/>
              <a:gd name="T7" fmla="*/ 175 h 1107"/>
              <a:gd name="T8" fmla="*/ 642 w 1400"/>
              <a:gd name="T9" fmla="*/ 293 h 1107"/>
              <a:gd name="T10" fmla="*/ 757 w 1400"/>
              <a:gd name="T11" fmla="*/ 756 h 1107"/>
              <a:gd name="T12" fmla="*/ 757 w 1400"/>
              <a:gd name="T13" fmla="*/ 407 h 1107"/>
              <a:gd name="T14" fmla="*/ 642 w 1400"/>
              <a:gd name="T15" fmla="*/ 407 h 1107"/>
              <a:gd name="T16" fmla="*/ 642 w 1400"/>
              <a:gd name="T17" fmla="*/ 756 h 1107"/>
              <a:gd name="T18" fmla="*/ 757 w 1400"/>
              <a:gd name="T19" fmla="*/ 756 h 1107"/>
              <a:gd name="T20" fmla="*/ 699 w 1400"/>
              <a:gd name="T21" fmla="*/ 0 h 1107"/>
              <a:gd name="T22" fmla="*/ 1399 w 1400"/>
              <a:gd name="T23" fmla="*/ 249 h 1107"/>
              <a:gd name="T24" fmla="*/ 699 w 1400"/>
              <a:gd name="T25" fmla="*/ 1106 h 1107"/>
              <a:gd name="T26" fmla="*/ 0 w 1400"/>
              <a:gd name="T27" fmla="*/ 246 h 1107"/>
              <a:gd name="T28" fmla="*/ 699 w 1400"/>
              <a:gd name="T29" fmla="*/ 0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00" h="1107">
                <a:moveTo>
                  <a:pt x="642" y="293"/>
                </a:moveTo>
                <a:lnTo>
                  <a:pt x="757" y="293"/>
                </a:lnTo>
                <a:lnTo>
                  <a:pt x="757" y="175"/>
                </a:lnTo>
                <a:lnTo>
                  <a:pt x="642" y="175"/>
                </a:lnTo>
                <a:lnTo>
                  <a:pt x="642" y="293"/>
                </a:lnTo>
                <a:close/>
                <a:moveTo>
                  <a:pt x="757" y="756"/>
                </a:moveTo>
                <a:lnTo>
                  <a:pt x="757" y="407"/>
                </a:lnTo>
                <a:lnTo>
                  <a:pt x="642" y="407"/>
                </a:lnTo>
                <a:lnTo>
                  <a:pt x="642" y="756"/>
                </a:lnTo>
                <a:lnTo>
                  <a:pt x="757" y="756"/>
                </a:lnTo>
                <a:close/>
                <a:moveTo>
                  <a:pt x="699" y="0"/>
                </a:moveTo>
                <a:cubicBezTo>
                  <a:pt x="995" y="0"/>
                  <a:pt x="1216" y="109"/>
                  <a:pt x="1399" y="249"/>
                </a:cubicBezTo>
                <a:lnTo>
                  <a:pt x="699" y="1106"/>
                </a:lnTo>
                <a:lnTo>
                  <a:pt x="0" y="246"/>
                </a:lnTo>
                <a:cubicBezTo>
                  <a:pt x="183" y="107"/>
                  <a:pt x="404" y="0"/>
                  <a:pt x="699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64301" y="3251996"/>
            <a:ext cx="377825" cy="377825"/>
          </a:xfrm>
          <a:custGeom>
            <a:avLst/>
            <a:gdLst>
              <a:gd name="T0" fmla="*/ 525 w 1051"/>
              <a:gd name="T1" fmla="*/ 0 h 1049"/>
              <a:gd name="T2" fmla="*/ 1050 w 1051"/>
              <a:gd name="T3" fmla="*/ 0 h 1049"/>
              <a:gd name="T4" fmla="*/ 1050 w 1051"/>
              <a:gd name="T5" fmla="*/ 407 h 1049"/>
              <a:gd name="T6" fmla="*/ 700 w 1051"/>
              <a:gd name="T7" fmla="*/ 407 h 1049"/>
              <a:gd name="T8" fmla="*/ 525 w 1051"/>
              <a:gd name="T9" fmla="*/ 581 h 1049"/>
              <a:gd name="T10" fmla="*/ 525 w 1051"/>
              <a:gd name="T11" fmla="*/ 0 h 1049"/>
              <a:gd name="T12" fmla="*/ 992 w 1051"/>
              <a:gd name="T13" fmla="*/ 728 h 1049"/>
              <a:gd name="T14" fmla="*/ 1050 w 1051"/>
              <a:gd name="T15" fmla="*/ 786 h 1049"/>
              <a:gd name="T16" fmla="*/ 1050 w 1051"/>
              <a:gd name="T17" fmla="*/ 991 h 1049"/>
              <a:gd name="T18" fmla="*/ 992 w 1051"/>
              <a:gd name="T19" fmla="*/ 1048 h 1049"/>
              <a:gd name="T20" fmla="*/ 0 w 1051"/>
              <a:gd name="T21" fmla="*/ 57 h 1049"/>
              <a:gd name="T22" fmla="*/ 58 w 1051"/>
              <a:gd name="T23" fmla="*/ 0 h 1049"/>
              <a:gd name="T24" fmla="*/ 263 w 1051"/>
              <a:gd name="T25" fmla="*/ 0 h 1049"/>
              <a:gd name="T26" fmla="*/ 320 w 1051"/>
              <a:gd name="T27" fmla="*/ 57 h 1049"/>
              <a:gd name="T28" fmla="*/ 353 w 1051"/>
              <a:gd name="T29" fmla="*/ 265 h 1049"/>
              <a:gd name="T30" fmla="*/ 339 w 1051"/>
              <a:gd name="T31" fmla="*/ 325 h 1049"/>
              <a:gd name="T32" fmla="*/ 211 w 1051"/>
              <a:gd name="T33" fmla="*/ 454 h 1049"/>
              <a:gd name="T34" fmla="*/ 596 w 1051"/>
              <a:gd name="T35" fmla="*/ 838 h 1049"/>
              <a:gd name="T36" fmla="*/ 725 w 1051"/>
              <a:gd name="T37" fmla="*/ 709 h 1049"/>
              <a:gd name="T38" fmla="*/ 785 w 1051"/>
              <a:gd name="T39" fmla="*/ 696 h 1049"/>
              <a:gd name="T40" fmla="*/ 992 w 1051"/>
              <a:gd name="T41" fmla="*/ 729 h 1049"/>
              <a:gd name="T42" fmla="*/ 992 w 1051"/>
              <a:gd name="T43" fmla="*/ 728 h 10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1049">
                <a:moveTo>
                  <a:pt x="525" y="0"/>
                </a:moveTo>
                <a:lnTo>
                  <a:pt x="1050" y="0"/>
                </a:lnTo>
                <a:lnTo>
                  <a:pt x="1050" y="407"/>
                </a:lnTo>
                <a:lnTo>
                  <a:pt x="700" y="407"/>
                </a:lnTo>
                <a:lnTo>
                  <a:pt x="525" y="581"/>
                </a:lnTo>
                <a:lnTo>
                  <a:pt x="525" y="0"/>
                </a:lnTo>
                <a:close/>
                <a:moveTo>
                  <a:pt x="992" y="728"/>
                </a:moveTo>
                <a:cubicBezTo>
                  <a:pt x="1025" y="728"/>
                  <a:pt x="1050" y="753"/>
                  <a:pt x="1050" y="786"/>
                </a:cubicBezTo>
                <a:lnTo>
                  <a:pt x="1050" y="991"/>
                </a:lnTo>
                <a:cubicBezTo>
                  <a:pt x="1050" y="1024"/>
                  <a:pt x="1025" y="1048"/>
                  <a:pt x="992" y="1048"/>
                </a:cubicBezTo>
                <a:cubicBezTo>
                  <a:pt x="446" y="1048"/>
                  <a:pt x="0" y="603"/>
                  <a:pt x="0" y="57"/>
                </a:cubicBezTo>
                <a:cubicBezTo>
                  <a:pt x="0" y="24"/>
                  <a:pt x="25" y="0"/>
                  <a:pt x="58" y="0"/>
                </a:cubicBezTo>
                <a:lnTo>
                  <a:pt x="263" y="0"/>
                </a:lnTo>
                <a:cubicBezTo>
                  <a:pt x="296" y="0"/>
                  <a:pt x="320" y="24"/>
                  <a:pt x="320" y="57"/>
                </a:cubicBezTo>
                <a:cubicBezTo>
                  <a:pt x="320" y="131"/>
                  <a:pt x="331" y="199"/>
                  <a:pt x="353" y="265"/>
                </a:cubicBezTo>
                <a:cubicBezTo>
                  <a:pt x="358" y="284"/>
                  <a:pt x="356" y="309"/>
                  <a:pt x="339" y="325"/>
                </a:cubicBezTo>
                <a:lnTo>
                  <a:pt x="211" y="454"/>
                </a:lnTo>
                <a:cubicBezTo>
                  <a:pt x="296" y="616"/>
                  <a:pt x="432" y="753"/>
                  <a:pt x="596" y="838"/>
                </a:cubicBezTo>
                <a:lnTo>
                  <a:pt x="725" y="709"/>
                </a:lnTo>
                <a:cubicBezTo>
                  <a:pt x="741" y="693"/>
                  <a:pt x="766" y="690"/>
                  <a:pt x="785" y="696"/>
                </a:cubicBezTo>
                <a:cubicBezTo>
                  <a:pt x="850" y="718"/>
                  <a:pt x="919" y="729"/>
                  <a:pt x="992" y="729"/>
                </a:cubicBezTo>
                <a:lnTo>
                  <a:pt x="992" y="72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473949" y="3231357"/>
            <a:ext cx="503238" cy="419100"/>
          </a:xfrm>
          <a:custGeom>
            <a:avLst/>
            <a:gdLst>
              <a:gd name="T0" fmla="*/ 407 w 1400"/>
              <a:gd name="T1" fmla="*/ 756 h 1165"/>
              <a:gd name="T2" fmla="*/ 1225 w 1400"/>
              <a:gd name="T3" fmla="*/ 756 h 1165"/>
              <a:gd name="T4" fmla="*/ 1020 w 1400"/>
              <a:gd name="T5" fmla="*/ 495 h 1165"/>
              <a:gd name="T6" fmla="*/ 875 w 1400"/>
              <a:gd name="T7" fmla="*/ 669 h 1165"/>
              <a:gd name="T8" fmla="*/ 670 w 1400"/>
              <a:gd name="T9" fmla="*/ 408 h 1165"/>
              <a:gd name="T10" fmla="*/ 407 w 1400"/>
              <a:gd name="T11" fmla="*/ 756 h 1165"/>
              <a:gd name="T12" fmla="*/ 1282 w 1400"/>
              <a:gd name="T13" fmla="*/ 115 h 1165"/>
              <a:gd name="T14" fmla="*/ 1399 w 1400"/>
              <a:gd name="T15" fmla="*/ 233 h 1165"/>
              <a:gd name="T16" fmla="*/ 1399 w 1400"/>
              <a:gd name="T17" fmla="*/ 814 h 1165"/>
              <a:gd name="T18" fmla="*/ 1282 w 1400"/>
              <a:gd name="T19" fmla="*/ 931 h 1165"/>
              <a:gd name="T20" fmla="*/ 350 w 1400"/>
              <a:gd name="T21" fmla="*/ 931 h 1165"/>
              <a:gd name="T22" fmla="*/ 233 w 1400"/>
              <a:gd name="T23" fmla="*/ 814 h 1165"/>
              <a:gd name="T24" fmla="*/ 235 w 1400"/>
              <a:gd name="T25" fmla="*/ 115 h 1165"/>
              <a:gd name="T26" fmla="*/ 350 w 1400"/>
              <a:gd name="T27" fmla="*/ 0 h 1165"/>
              <a:gd name="T28" fmla="*/ 700 w 1400"/>
              <a:gd name="T29" fmla="*/ 0 h 1165"/>
              <a:gd name="T30" fmla="*/ 817 w 1400"/>
              <a:gd name="T31" fmla="*/ 115 h 1165"/>
              <a:gd name="T32" fmla="*/ 1282 w 1400"/>
              <a:gd name="T33" fmla="*/ 115 h 1165"/>
              <a:gd name="T34" fmla="*/ 118 w 1400"/>
              <a:gd name="T35" fmla="*/ 233 h 1165"/>
              <a:gd name="T36" fmla="*/ 118 w 1400"/>
              <a:gd name="T37" fmla="*/ 1049 h 1165"/>
              <a:gd name="T38" fmla="*/ 1167 w 1400"/>
              <a:gd name="T39" fmla="*/ 1049 h 1165"/>
              <a:gd name="T40" fmla="*/ 1167 w 1400"/>
              <a:gd name="T41" fmla="*/ 1164 h 1165"/>
              <a:gd name="T42" fmla="*/ 118 w 1400"/>
              <a:gd name="T43" fmla="*/ 1164 h 1165"/>
              <a:gd name="T44" fmla="*/ 0 w 1400"/>
              <a:gd name="T45" fmla="*/ 1049 h 1165"/>
              <a:gd name="T46" fmla="*/ 0 w 1400"/>
              <a:gd name="T47" fmla="*/ 233 h 1165"/>
              <a:gd name="T48" fmla="*/ 118 w 1400"/>
              <a:gd name="T49" fmla="*/ 23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00" h="1165">
                <a:moveTo>
                  <a:pt x="407" y="756"/>
                </a:moveTo>
                <a:lnTo>
                  <a:pt x="1225" y="756"/>
                </a:lnTo>
                <a:lnTo>
                  <a:pt x="1020" y="495"/>
                </a:lnTo>
                <a:lnTo>
                  <a:pt x="875" y="669"/>
                </a:lnTo>
                <a:lnTo>
                  <a:pt x="670" y="408"/>
                </a:lnTo>
                <a:lnTo>
                  <a:pt x="407" y="756"/>
                </a:lnTo>
                <a:close/>
                <a:moveTo>
                  <a:pt x="1282" y="115"/>
                </a:moveTo>
                <a:cubicBezTo>
                  <a:pt x="1345" y="115"/>
                  <a:pt x="1399" y="170"/>
                  <a:pt x="1399" y="233"/>
                </a:cubicBezTo>
                <a:lnTo>
                  <a:pt x="1399" y="814"/>
                </a:lnTo>
                <a:cubicBezTo>
                  <a:pt x="1399" y="877"/>
                  <a:pt x="1345" y="931"/>
                  <a:pt x="1282" y="931"/>
                </a:cubicBezTo>
                <a:lnTo>
                  <a:pt x="350" y="931"/>
                </a:lnTo>
                <a:cubicBezTo>
                  <a:pt x="287" y="931"/>
                  <a:pt x="233" y="877"/>
                  <a:pt x="233" y="814"/>
                </a:cubicBezTo>
                <a:lnTo>
                  <a:pt x="235" y="115"/>
                </a:lnTo>
                <a:cubicBezTo>
                  <a:pt x="235" y="52"/>
                  <a:pt x="287" y="0"/>
                  <a:pt x="350" y="0"/>
                </a:cubicBezTo>
                <a:lnTo>
                  <a:pt x="700" y="0"/>
                </a:lnTo>
                <a:lnTo>
                  <a:pt x="817" y="115"/>
                </a:lnTo>
                <a:lnTo>
                  <a:pt x="1282" y="115"/>
                </a:lnTo>
                <a:close/>
                <a:moveTo>
                  <a:pt x="118" y="233"/>
                </a:moveTo>
                <a:lnTo>
                  <a:pt x="118" y="1049"/>
                </a:lnTo>
                <a:lnTo>
                  <a:pt x="1167" y="1049"/>
                </a:lnTo>
                <a:lnTo>
                  <a:pt x="1167" y="1164"/>
                </a:lnTo>
                <a:lnTo>
                  <a:pt x="118" y="1164"/>
                </a:lnTo>
                <a:cubicBezTo>
                  <a:pt x="55" y="1164"/>
                  <a:pt x="0" y="1112"/>
                  <a:pt x="0" y="1049"/>
                </a:cubicBezTo>
                <a:lnTo>
                  <a:pt x="0" y="233"/>
                </a:lnTo>
                <a:lnTo>
                  <a:pt x="118" y="2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651874" y="3209132"/>
            <a:ext cx="293688" cy="461963"/>
          </a:xfrm>
          <a:custGeom>
            <a:avLst/>
            <a:gdLst>
              <a:gd name="T0" fmla="*/ 700 w 816"/>
              <a:gd name="T1" fmla="*/ 1049 h 1285"/>
              <a:gd name="T2" fmla="*/ 700 w 816"/>
              <a:gd name="T3" fmla="*/ 235 h 1285"/>
              <a:gd name="T4" fmla="*/ 115 w 816"/>
              <a:gd name="T5" fmla="*/ 235 h 1285"/>
              <a:gd name="T6" fmla="*/ 115 w 816"/>
              <a:gd name="T7" fmla="*/ 1049 h 1285"/>
              <a:gd name="T8" fmla="*/ 700 w 816"/>
              <a:gd name="T9" fmla="*/ 1049 h 1285"/>
              <a:gd name="T10" fmla="*/ 700 w 816"/>
              <a:gd name="T11" fmla="*/ 3 h 1285"/>
              <a:gd name="T12" fmla="*/ 815 w 816"/>
              <a:gd name="T13" fmla="*/ 118 h 1285"/>
              <a:gd name="T14" fmla="*/ 815 w 816"/>
              <a:gd name="T15" fmla="*/ 1166 h 1285"/>
              <a:gd name="T16" fmla="*/ 700 w 816"/>
              <a:gd name="T17" fmla="*/ 1284 h 1285"/>
              <a:gd name="T18" fmla="*/ 115 w 816"/>
              <a:gd name="T19" fmla="*/ 1284 h 1285"/>
              <a:gd name="T20" fmla="*/ 0 w 816"/>
              <a:gd name="T21" fmla="*/ 1166 h 1285"/>
              <a:gd name="T22" fmla="*/ 0 w 816"/>
              <a:gd name="T23" fmla="*/ 118 h 1285"/>
              <a:gd name="T24" fmla="*/ 115 w 816"/>
              <a:gd name="T25" fmla="*/ 0 h 1285"/>
              <a:gd name="T26" fmla="*/ 700 w 816"/>
              <a:gd name="T27" fmla="*/ 3 h 1285"/>
              <a:gd name="T28" fmla="*/ 465 w 816"/>
              <a:gd name="T29" fmla="*/ 585 h 1285"/>
              <a:gd name="T30" fmla="*/ 465 w 816"/>
              <a:gd name="T31" fmla="*/ 934 h 1285"/>
              <a:gd name="T32" fmla="*/ 350 w 816"/>
              <a:gd name="T33" fmla="*/ 934 h 1285"/>
              <a:gd name="T34" fmla="*/ 350 w 816"/>
              <a:gd name="T35" fmla="*/ 585 h 1285"/>
              <a:gd name="T36" fmla="*/ 465 w 816"/>
              <a:gd name="T37" fmla="*/ 585 h 1285"/>
              <a:gd name="T38" fmla="*/ 465 w 816"/>
              <a:gd name="T39" fmla="*/ 350 h 1285"/>
              <a:gd name="T40" fmla="*/ 465 w 816"/>
              <a:gd name="T41" fmla="*/ 468 h 1285"/>
              <a:gd name="T42" fmla="*/ 350 w 816"/>
              <a:gd name="T43" fmla="*/ 468 h 1285"/>
              <a:gd name="T44" fmla="*/ 350 w 816"/>
              <a:gd name="T45" fmla="*/ 350 h 1285"/>
              <a:gd name="T46" fmla="*/ 465 w 816"/>
              <a:gd name="T47" fmla="*/ 35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16" h="1285">
                <a:moveTo>
                  <a:pt x="700" y="1049"/>
                </a:moveTo>
                <a:lnTo>
                  <a:pt x="700" y="235"/>
                </a:lnTo>
                <a:lnTo>
                  <a:pt x="115" y="235"/>
                </a:lnTo>
                <a:lnTo>
                  <a:pt x="115" y="1049"/>
                </a:lnTo>
                <a:lnTo>
                  <a:pt x="700" y="1049"/>
                </a:lnTo>
                <a:close/>
                <a:moveTo>
                  <a:pt x="700" y="3"/>
                </a:moveTo>
                <a:cubicBezTo>
                  <a:pt x="763" y="3"/>
                  <a:pt x="815" y="55"/>
                  <a:pt x="815" y="118"/>
                </a:cubicBezTo>
                <a:lnTo>
                  <a:pt x="815" y="1166"/>
                </a:lnTo>
                <a:cubicBezTo>
                  <a:pt x="815" y="1229"/>
                  <a:pt x="763" y="1284"/>
                  <a:pt x="700" y="1284"/>
                </a:cubicBezTo>
                <a:lnTo>
                  <a:pt x="115" y="1284"/>
                </a:lnTo>
                <a:cubicBezTo>
                  <a:pt x="52" y="1284"/>
                  <a:pt x="0" y="1229"/>
                  <a:pt x="0" y="1166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700" y="3"/>
                </a:lnTo>
                <a:close/>
                <a:moveTo>
                  <a:pt x="465" y="585"/>
                </a:moveTo>
                <a:lnTo>
                  <a:pt x="465" y="934"/>
                </a:lnTo>
                <a:lnTo>
                  <a:pt x="350" y="934"/>
                </a:lnTo>
                <a:lnTo>
                  <a:pt x="350" y="585"/>
                </a:lnTo>
                <a:lnTo>
                  <a:pt x="465" y="585"/>
                </a:lnTo>
                <a:close/>
                <a:moveTo>
                  <a:pt x="465" y="350"/>
                </a:moveTo>
                <a:lnTo>
                  <a:pt x="465" y="468"/>
                </a:lnTo>
                <a:lnTo>
                  <a:pt x="350" y="468"/>
                </a:lnTo>
                <a:lnTo>
                  <a:pt x="350" y="350"/>
                </a:lnTo>
                <a:lnTo>
                  <a:pt x="465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20249" y="3188494"/>
            <a:ext cx="501650" cy="503238"/>
          </a:xfrm>
          <a:custGeom>
            <a:avLst/>
            <a:gdLst>
              <a:gd name="T0" fmla="*/ 1107 w 1392"/>
              <a:gd name="T1" fmla="*/ 1193 h 1399"/>
              <a:gd name="T2" fmla="*/ 1194 w 1392"/>
              <a:gd name="T3" fmla="*/ 1106 h 1399"/>
              <a:gd name="T4" fmla="*/ 1107 w 1392"/>
              <a:gd name="T5" fmla="*/ 1018 h 1399"/>
              <a:gd name="T6" fmla="*/ 1020 w 1392"/>
              <a:gd name="T7" fmla="*/ 1106 h 1399"/>
              <a:gd name="T8" fmla="*/ 1107 w 1392"/>
              <a:gd name="T9" fmla="*/ 1193 h 1399"/>
              <a:gd name="T10" fmla="*/ 1323 w 1392"/>
              <a:gd name="T11" fmla="*/ 1136 h 1399"/>
              <a:gd name="T12" fmla="*/ 1386 w 1392"/>
              <a:gd name="T13" fmla="*/ 1182 h 1399"/>
              <a:gd name="T14" fmla="*/ 1389 w 1392"/>
              <a:gd name="T15" fmla="*/ 1201 h 1399"/>
              <a:gd name="T16" fmla="*/ 1331 w 1392"/>
              <a:gd name="T17" fmla="*/ 1303 h 1399"/>
              <a:gd name="T18" fmla="*/ 1312 w 1392"/>
              <a:gd name="T19" fmla="*/ 1311 h 1399"/>
              <a:gd name="T20" fmla="*/ 1241 w 1392"/>
              <a:gd name="T21" fmla="*/ 1281 h 1399"/>
              <a:gd name="T22" fmla="*/ 1192 w 1392"/>
              <a:gd name="T23" fmla="*/ 1308 h 1399"/>
              <a:gd name="T24" fmla="*/ 1181 w 1392"/>
              <a:gd name="T25" fmla="*/ 1387 h 1399"/>
              <a:gd name="T26" fmla="*/ 1164 w 1392"/>
              <a:gd name="T27" fmla="*/ 1398 h 1399"/>
              <a:gd name="T28" fmla="*/ 1050 w 1392"/>
              <a:gd name="T29" fmla="*/ 1398 h 1399"/>
              <a:gd name="T30" fmla="*/ 1033 w 1392"/>
              <a:gd name="T31" fmla="*/ 1387 h 1399"/>
              <a:gd name="T32" fmla="*/ 1022 w 1392"/>
              <a:gd name="T33" fmla="*/ 1308 h 1399"/>
              <a:gd name="T34" fmla="*/ 973 w 1392"/>
              <a:gd name="T35" fmla="*/ 1281 h 1399"/>
              <a:gd name="T36" fmla="*/ 902 w 1392"/>
              <a:gd name="T37" fmla="*/ 1311 h 1399"/>
              <a:gd name="T38" fmla="*/ 883 w 1392"/>
              <a:gd name="T39" fmla="*/ 1303 h 1399"/>
              <a:gd name="T40" fmla="*/ 826 w 1392"/>
              <a:gd name="T41" fmla="*/ 1201 h 1399"/>
              <a:gd name="T42" fmla="*/ 828 w 1392"/>
              <a:gd name="T43" fmla="*/ 1182 h 1399"/>
              <a:gd name="T44" fmla="*/ 891 w 1392"/>
              <a:gd name="T45" fmla="*/ 1136 h 1399"/>
              <a:gd name="T46" fmla="*/ 888 w 1392"/>
              <a:gd name="T47" fmla="*/ 1106 h 1399"/>
              <a:gd name="T48" fmla="*/ 891 w 1392"/>
              <a:gd name="T49" fmla="*/ 1078 h 1399"/>
              <a:gd name="T50" fmla="*/ 828 w 1392"/>
              <a:gd name="T51" fmla="*/ 1029 h 1399"/>
              <a:gd name="T52" fmla="*/ 826 w 1392"/>
              <a:gd name="T53" fmla="*/ 1010 h 1399"/>
              <a:gd name="T54" fmla="*/ 883 w 1392"/>
              <a:gd name="T55" fmla="*/ 909 h 1399"/>
              <a:gd name="T56" fmla="*/ 902 w 1392"/>
              <a:gd name="T57" fmla="*/ 903 h 1399"/>
              <a:gd name="T58" fmla="*/ 973 w 1392"/>
              <a:gd name="T59" fmla="*/ 934 h 1399"/>
              <a:gd name="T60" fmla="*/ 1022 w 1392"/>
              <a:gd name="T61" fmla="*/ 903 h 1399"/>
              <a:gd name="T62" fmla="*/ 1033 w 1392"/>
              <a:gd name="T63" fmla="*/ 827 h 1399"/>
              <a:gd name="T64" fmla="*/ 1050 w 1392"/>
              <a:gd name="T65" fmla="*/ 816 h 1399"/>
              <a:gd name="T66" fmla="*/ 1164 w 1392"/>
              <a:gd name="T67" fmla="*/ 816 h 1399"/>
              <a:gd name="T68" fmla="*/ 1181 w 1392"/>
              <a:gd name="T69" fmla="*/ 827 h 1399"/>
              <a:gd name="T70" fmla="*/ 1192 w 1392"/>
              <a:gd name="T71" fmla="*/ 903 h 1399"/>
              <a:gd name="T72" fmla="*/ 1241 w 1392"/>
              <a:gd name="T73" fmla="*/ 934 h 1399"/>
              <a:gd name="T74" fmla="*/ 1312 w 1392"/>
              <a:gd name="T75" fmla="*/ 903 h 1399"/>
              <a:gd name="T76" fmla="*/ 1331 w 1392"/>
              <a:gd name="T77" fmla="*/ 909 h 1399"/>
              <a:gd name="T78" fmla="*/ 1389 w 1392"/>
              <a:gd name="T79" fmla="*/ 1010 h 1399"/>
              <a:gd name="T80" fmla="*/ 1386 w 1392"/>
              <a:gd name="T81" fmla="*/ 1029 h 1399"/>
              <a:gd name="T82" fmla="*/ 1323 w 1392"/>
              <a:gd name="T83" fmla="*/ 1078 h 1399"/>
              <a:gd name="T84" fmla="*/ 1326 w 1392"/>
              <a:gd name="T85" fmla="*/ 1106 h 1399"/>
              <a:gd name="T86" fmla="*/ 1323 w 1392"/>
              <a:gd name="T87" fmla="*/ 1136 h 1399"/>
              <a:gd name="T88" fmla="*/ 1107 w 1392"/>
              <a:gd name="T89" fmla="*/ 670 h 1399"/>
              <a:gd name="T90" fmla="*/ 670 w 1392"/>
              <a:gd name="T91" fmla="*/ 1106 h 1399"/>
              <a:gd name="T92" fmla="*/ 675 w 1392"/>
              <a:gd name="T93" fmla="*/ 1166 h 1399"/>
              <a:gd name="T94" fmla="*/ 0 w 1392"/>
              <a:gd name="T95" fmla="*/ 1166 h 1399"/>
              <a:gd name="T96" fmla="*/ 1167 w 1392"/>
              <a:gd name="T97" fmla="*/ 0 h 1399"/>
              <a:gd name="T98" fmla="*/ 1164 w 1392"/>
              <a:gd name="T99" fmla="*/ 674 h 1399"/>
              <a:gd name="T100" fmla="*/ 1107 w 1392"/>
              <a:gd name="T101" fmla="*/ 670 h 1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92" h="1399">
                <a:moveTo>
                  <a:pt x="1107" y="1193"/>
                </a:moveTo>
                <a:cubicBezTo>
                  <a:pt x="1156" y="1193"/>
                  <a:pt x="1194" y="1155"/>
                  <a:pt x="1194" y="1106"/>
                </a:cubicBezTo>
                <a:cubicBezTo>
                  <a:pt x="1194" y="1057"/>
                  <a:pt x="1156" y="1018"/>
                  <a:pt x="1107" y="1018"/>
                </a:cubicBezTo>
                <a:cubicBezTo>
                  <a:pt x="1058" y="1018"/>
                  <a:pt x="1020" y="1057"/>
                  <a:pt x="1020" y="1106"/>
                </a:cubicBezTo>
                <a:cubicBezTo>
                  <a:pt x="1020" y="1155"/>
                  <a:pt x="1058" y="1193"/>
                  <a:pt x="1107" y="1193"/>
                </a:cubicBezTo>
                <a:close/>
                <a:moveTo>
                  <a:pt x="1323" y="1136"/>
                </a:moveTo>
                <a:lnTo>
                  <a:pt x="1386" y="1182"/>
                </a:lnTo>
                <a:cubicBezTo>
                  <a:pt x="1391" y="1188"/>
                  <a:pt x="1391" y="1196"/>
                  <a:pt x="1389" y="1201"/>
                </a:cubicBezTo>
                <a:lnTo>
                  <a:pt x="1331" y="1303"/>
                </a:lnTo>
                <a:cubicBezTo>
                  <a:pt x="1328" y="1308"/>
                  <a:pt x="1317" y="1313"/>
                  <a:pt x="1312" y="1311"/>
                </a:cubicBezTo>
                <a:lnTo>
                  <a:pt x="1241" y="1281"/>
                </a:lnTo>
                <a:cubicBezTo>
                  <a:pt x="1227" y="1292"/>
                  <a:pt x="1208" y="1300"/>
                  <a:pt x="1192" y="1308"/>
                </a:cubicBezTo>
                <a:lnTo>
                  <a:pt x="1181" y="1387"/>
                </a:lnTo>
                <a:cubicBezTo>
                  <a:pt x="1181" y="1395"/>
                  <a:pt x="1173" y="1398"/>
                  <a:pt x="1164" y="1398"/>
                </a:cubicBezTo>
                <a:lnTo>
                  <a:pt x="1050" y="1398"/>
                </a:lnTo>
                <a:cubicBezTo>
                  <a:pt x="1041" y="1398"/>
                  <a:pt x="1033" y="1395"/>
                  <a:pt x="1033" y="1387"/>
                </a:cubicBezTo>
                <a:lnTo>
                  <a:pt x="1022" y="1308"/>
                </a:lnTo>
                <a:cubicBezTo>
                  <a:pt x="1003" y="1300"/>
                  <a:pt x="990" y="1292"/>
                  <a:pt x="973" y="1281"/>
                </a:cubicBezTo>
                <a:lnTo>
                  <a:pt x="902" y="1311"/>
                </a:lnTo>
                <a:cubicBezTo>
                  <a:pt x="894" y="1313"/>
                  <a:pt x="886" y="1308"/>
                  <a:pt x="883" y="1303"/>
                </a:cubicBezTo>
                <a:lnTo>
                  <a:pt x="826" y="1201"/>
                </a:lnTo>
                <a:cubicBezTo>
                  <a:pt x="823" y="1196"/>
                  <a:pt x="823" y="1188"/>
                  <a:pt x="828" y="1182"/>
                </a:cubicBezTo>
                <a:lnTo>
                  <a:pt x="891" y="1136"/>
                </a:lnTo>
                <a:cubicBezTo>
                  <a:pt x="891" y="1128"/>
                  <a:pt x="888" y="1117"/>
                  <a:pt x="888" y="1106"/>
                </a:cubicBezTo>
                <a:cubicBezTo>
                  <a:pt x="888" y="1095"/>
                  <a:pt x="891" y="1087"/>
                  <a:pt x="891" y="1078"/>
                </a:cubicBezTo>
                <a:lnTo>
                  <a:pt x="828" y="1029"/>
                </a:lnTo>
                <a:cubicBezTo>
                  <a:pt x="823" y="1024"/>
                  <a:pt x="823" y="1016"/>
                  <a:pt x="826" y="1010"/>
                </a:cubicBezTo>
                <a:lnTo>
                  <a:pt x="883" y="909"/>
                </a:lnTo>
                <a:cubicBezTo>
                  <a:pt x="886" y="903"/>
                  <a:pt x="897" y="901"/>
                  <a:pt x="902" y="903"/>
                </a:cubicBezTo>
                <a:lnTo>
                  <a:pt x="973" y="934"/>
                </a:lnTo>
                <a:cubicBezTo>
                  <a:pt x="990" y="923"/>
                  <a:pt x="1006" y="912"/>
                  <a:pt x="1022" y="903"/>
                </a:cubicBezTo>
                <a:lnTo>
                  <a:pt x="1033" y="827"/>
                </a:lnTo>
                <a:cubicBezTo>
                  <a:pt x="1033" y="819"/>
                  <a:pt x="1041" y="816"/>
                  <a:pt x="1050" y="816"/>
                </a:cubicBezTo>
                <a:lnTo>
                  <a:pt x="1164" y="816"/>
                </a:lnTo>
                <a:cubicBezTo>
                  <a:pt x="1173" y="816"/>
                  <a:pt x="1181" y="819"/>
                  <a:pt x="1181" y="827"/>
                </a:cubicBezTo>
                <a:lnTo>
                  <a:pt x="1192" y="903"/>
                </a:lnTo>
                <a:cubicBezTo>
                  <a:pt x="1211" y="912"/>
                  <a:pt x="1225" y="923"/>
                  <a:pt x="1241" y="934"/>
                </a:cubicBezTo>
                <a:lnTo>
                  <a:pt x="1312" y="903"/>
                </a:lnTo>
                <a:cubicBezTo>
                  <a:pt x="1320" y="901"/>
                  <a:pt x="1328" y="903"/>
                  <a:pt x="1331" y="909"/>
                </a:cubicBezTo>
                <a:lnTo>
                  <a:pt x="1389" y="1010"/>
                </a:lnTo>
                <a:cubicBezTo>
                  <a:pt x="1391" y="1016"/>
                  <a:pt x="1391" y="1024"/>
                  <a:pt x="1386" y="1029"/>
                </a:cubicBezTo>
                <a:lnTo>
                  <a:pt x="1323" y="1078"/>
                </a:lnTo>
                <a:cubicBezTo>
                  <a:pt x="1326" y="1087"/>
                  <a:pt x="1326" y="1095"/>
                  <a:pt x="1326" y="1106"/>
                </a:cubicBezTo>
                <a:cubicBezTo>
                  <a:pt x="1326" y="1117"/>
                  <a:pt x="1323" y="1128"/>
                  <a:pt x="1323" y="1136"/>
                </a:cubicBezTo>
                <a:close/>
                <a:moveTo>
                  <a:pt x="1107" y="670"/>
                </a:moveTo>
                <a:cubicBezTo>
                  <a:pt x="867" y="670"/>
                  <a:pt x="670" y="865"/>
                  <a:pt x="670" y="1106"/>
                </a:cubicBezTo>
                <a:cubicBezTo>
                  <a:pt x="670" y="1125"/>
                  <a:pt x="673" y="1147"/>
                  <a:pt x="675" y="1166"/>
                </a:cubicBezTo>
                <a:lnTo>
                  <a:pt x="0" y="1166"/>
                </a:lnTo>
                <a:lnTo>
                  <a:pt x="1167" y="0"/>
                </a:lnTo>
                <a:lnTo>
                  <a:pt x="1164" y="674"/>
                </a:lnTo>
                <a:cubicBezTo>
                  <a:pt x="1145" y="671"/>
                  <a:pt x="1126" y="670"/>
                  <a:pt x="1107" y="67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55314" y="3229770"/>
            <a:ext cx="377825" cy="420689"/>
          </a:xfrm>
          <a:custGeom>
            <a:avLst/>
            <a:gdLst>
              <a:gd name="T0" fmla="*/ 875 w 1051"/>
              <a:gd name="T1" fmla="*/ 991 h 1167"/>
              <a:gd name="T2" fmla="*/ 875 w 1051"/>
              <a:gd name="T3" fmla="*/ 934 h 1167"/>
              <a:gd name="T4" fmla="*/ 525 w 1051"/>
              <a:gd name="T5" fmla="*/ 753 h 1167"/>
              <a:gd name="T6" fmla="*/ 175 w 1051"/>
              <a:gd name="T7" fmla="*/ 934 h 1167"/>
              <a:gd name="T8" fmla="*/ 175 w 1051"/>
              <a:gd name="T9" fmla="*/ 991 h 1167"/>
              <a:gd name="T10" fmla="*/ 875 w 1051"/>
              <a:gd name="T11" fmla="*/ 991 h 1167"/>
              <a:gd name="T12" fmla="*/ 525 w 1051"/>
              <a:gd name="T13" fmla="*/ 293 h 1167"/>
              <a:gd name="T14" fmla="*/ 350 w 1051"/>
              <a:gd name="T15" fmla="*/ 467 h 1167"/>
              <a:gd name="T16" fmla="*/ 525 w 1051"/>
              <a:gd name="T17" fmla="*/ 641 h 1167"/>
              <a:gd name="T18" fmla="*/ 700 w 1051"/>
              <a:gd name="T19" fmla="*/ 467 h 1167"/>
              <a:gd name="T20" fmla="*/ 525 w 1051"/>
              <a:gd name="T21" fmla="*/ 293 h 1167"/>
              <a:gd name="T22" fmla="*/ 932 w 1051"/>
              <a:gd name="T23" fmla="*/ 118 h 1167"/>
              <a:gd name="T24" fmla="*/ 932 w 1051"/>
              <a:gd name="T25" fmla="*/ 118 h 1167"/>
              <a:gd name="T26" fmla="*/ 932 w 1051"/>
              <a:gd name="T27" fmla="*/ 118 h 1167"/>
              <a:gd name="T28" fmla="*/ 1050 w 1051"/>
              <a:gd name="T29" fmla="*/ 235 h 1167"/>
              <a:gd name="T30" fmla="*/ 1050 w 1051"/>
              <a:gd name="T31" fmla="*/ 1048 h 1167"/>
              <a:gd name="T32" fmla="*/ 932 w 1051"/>
              <a:gd name="T33" fmla="*/ 1166 h 1167"/>
              <a:gd name="T34" fmla="*/ 118 w 1051"/>
              <a:gd name="T35" fmla="*/ 1166 h 1167"/>
              <a:gd name="T36" fmla="*/ 0 w 1051"/>
              <a:gd name="T37" fmla="*/ 1048 h 1167"/>
              <a:gd name="T38" fmla="*/ 0 w 1051"/>
              <a:gd name="T39" fmla="*/ 235 h 1167"/>
              <a:gd name="T40" fmla="*/ 118 w 1051"/>
              <a:gd name="T41" fmla="*/ 118 h 1167"/>
              <a:gd name="T42" fmla="*/ 175 w 1051"/>
              <a:gd name="T43" fmla="*/ 118 h 1167"/>
              <a:gd name="T44" fmla="*/ 175 w 1051"/>
              <a:gd name="T45" fmla="*/ 0 h 1167"/>
              <a:gd name="T46" fmla="*/ 293 w 1051"/>
              <a:gd name="T47" fmla="*/ 0 h 1167"/>
              <a:gd name="T48" fmla="*/ 293 w 1051"/>
              <a:gd name="T49" fmla="*/ 118 h 1167"/>
              <a:gd name="T50" fmla="*/ 757 w 1051"/>
              <a:gd name="T51" fmla="*/ 118 h 1167"/>
              <a:gd name="T52" fmla="*/ 757 w 1051"/>
              <a:gd name="T53" fmla="*/ 0 h 1167"/>
              <a:gd name="T54" fmla="*/ 875 w 1051"/>
              <a:gd name="T55" fmla="*/ 0 h 1167"/>
              <a:gd name="T56" fmla="*/ 875 w 1051"/>
              <a:gd name="T57" fmla="*/ 118 h 1167"/>
              <a:gd name="T58" fmla="*/ 932 w 1051"/>
              <a:gd name="T59" fmla="*/ 118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1167">
                <a:moveTo>
                  <a:pt x="875" y="991"/>
                </a:moveTo>
                <a:lnTo>
                  <a:pt x="875" y="934"/>
                </a:lnTo>
                <a:cubicBezTo>
                  <a:pt x="875" y="816"/>
                  <a:pt x="643" y="753"/>
                  <a:pt x="525" y="753"/>
                </a:cubicBezTo>
                <a:cubicBezTo>
                  <a:pt x="408" y="753"/>
                  <a:pt x="175" y="816"/>
                  <a:pt x="175" y="934"/>
                </a:cubicBezTo>
                <a:lnTo>
                  <a:pt x="175" y="991"/>
                </a:lnTo>
                <a:lnTo>
                  <a:pt x="875" y="991"/>
                </a:lnTo>
                <a:close/>
                <a:moveTo>
                  <a:pt x="525" y="293"/>
                </a:moveTo>
                <a:cubicBezTo>
                  <a:pt x="429" y="293"/>
                  <a:pt x="350" y="371"/>
                  <a:pt x="350" y="467"/>
                </a:cubicBezTo>
                <a:cubicBezTo>
                  <a:pt x="350" y="562"/>
                  <a:pt x="429" y="641"/>
                  <a:pt x="525" y="641"/>
                </a:cubicBezTo>
                <a:cubicBezTo>
                  <a:pt x="621" y="641"/>
                  <a:pt x="700" y="562"/>
                  <a:pt x="700" y="467"/>
                </a:cubicBezTo>
                <a:cubicBezTo>
                  <a:pt x="700" y="371"/>
                  <a:pt x="621" y="293"/>
                  <a:pt x="525" y="293"/>
                </a:cubicBezTo>
                <a:close/>
                <a:moveTo>
                  <a:pt x="932" y="118"/>
                </a:moveTo>
                <a:lnTo>
                  <a:pt x="932" y="118"/>
                </a:lnTo>
                <a:lnTo>
                  <a:pt x="932" y="118"/>
                </a:lnTo>
                <a:cubicBezTo>
                  <a:pt x="995" y="118"/>
                  <a:pt x="1050" y="172"/>
                  <a:pt x="1050" y="235"/>
                </a:cubicBezTo>
                <a:lnTo>
                  <a:pt x="1050" y="1048"/>
                </a:lnTo>
                <a:cubicBezTo>
                  <a:pt x="1050" y="1111"/>
                  <a:pt x="995" y="1166"/>
                  <a:pt x="932" y="1166"/>
                </a:cubicBezTo>
                <a:lnTo>
                  <a:pt x="118" y="1166"/>
                </a:lnTo>
                <a:cubicBezTo>
                  <a:pt x="52" y="1166"/>
                  <a:pt x="0" y="1111"/>
                  <a:pt x="0" y="1048"/>
                </a:cubicBezTo>
                <a:lnTo>
                  <a:pt x="0" y="235"/>
                </a:lnTo>
                <a:cubicBezTo>
                  <a:pt x="0" y="172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8864" y="4101308"/>
            <a:ext cx="293687" cy="419100"/>
          </a:xfrm>
          <a:custGeom>
            <a:avLst/>
            <a:gdLst>
              <a:gd name="T0" fmla="*/ 407 w 816"/>
              <a:gd name="T1" fmla="*/ 699 h 1165"/>
              <a:gd name="T2" fmla="*/ 640 w 816"/>
              <a:gd name="T3" fmla="*/ 574 h 1165"/>
              <a:gd name="T4" fmla="*/ 407 w 816"/>
              <a:gd name="T5" fmla="*/ 453 h 1165"/>
              <a:gd name="T6" fmla="*/ 175 w 816"/>
              <a:gd name="T7" fmla="*/ 574 h 1165"/>
              <a:gd name="T8" fmla="*/ 407 w 816"/>
              <a:gd name="T9" fmla="*/ 699 h 1165"/>
              <a:gd name="T10" fmla="*/ 407 w 816"/>
              <a:gd name="T11" fmla="*/ 115 h 1165"/>
              <a:gd name="T12" fmla="*/ 290 w 816"/>
              <a:gd name="T13" fmla="*/ 232 h 1165"/>
              <a:gd name="T14" fmla="*/ 407 w 816"/>
              <a:gd name="T15" fmla="*/ 350 h 1165"/>
              <a:gd name="T16" fmla="*/ 525 w 816"/>
              <a:gd name="T17" fmla="*/ 232 h 1165"/>
              <a:gd name="T18" fmla="*/ 407 w 816"/>
              <a:gd name="T19" fmla="*/ 115 h 1165"/>
              <a:gd name="T20" fmla="*/ 407 w 816"/>
              <a:gd name="T21" fmla="*/ 0 h 1165"/>
              <a:gd name="T22" fmla="*/ 815 w 816"/>
              <a:gd name="T23" fmla="*/ 407 h 1165"/>
              <a:gd name="T24" fmla="*/ 407 w 816"/>
              <a:gd name="T25" fmla="*/ 1164 h 1165"/>
              <a:gd name="T26" fmla="*/ 0 w 816"/>
              <a:gd name="T27" fmla="*/ 407 h 1165"/>
              <a:gd name="T28" fmla="*/ 407 w 816"/>
              <a:gd name="T2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16" h="1165">
                <a:moveTo>
                  <a:pt x="407" y="699"/>
                </a:moveTo>
                <a:cubicBezTo>
                  <a:pt x="506" y="699"/>
                  <a:pt x="591" y="650"/>
                  <a:pt x="640" y="574"/>
                </a:cubicBezTo>
                <a:cubicBezTo>
                  <a:pt x="640" y="497"/>
                  <a:pt x="483" y="453"/>
                  <a:pt x="407" y="453"/>
                </a:cubicBezTo>
                <a:cubicBezTo>
                  <a:pt x="330" y="453"/>
                  <a:pt x="175" y="497"/>
                  <a:pt x="175" y="574"/>
                </a:cubicBezTo>
                <a:cubicBezTo>
                  <a:pt x="224" y="650"/>
                  <a:pt x="309" y="699"/>
                  <a:pt x="407" y="699"/>
                </a:cubicBezTo>
                <a:close/>
                <a:moveTo>
                  <a:pt x="407" y="115"/>
                </a:moveTo>
                <a:cubicBezTo>
                  <a:pt x="345" y="115"/>
                  <a:pt x="290" y="169"/>
                  <a:pt x="290" y="232"/>
                </a:cubicBezTo>
                <a:cubicBezTo>
                  <a:pt x="290" y="298"/>
                  <a:pt x="345" y="350"/>
                  <a:pt x="407" y="350"/>
                </a:cubicBezTo>
                <a:cubicBezTo>
                  <a:pt x="470" y="350"/>
                  <a:pt x="525" y="298"/>
                  <a:pt x="525" y="232"/>
                </a:cubicBezTo>
                <a:cubicBezTo>
                  <a:pt x="525" y="169"/>
                  <a:pt x="470" y="115"/>
                  <a:pt x="407" y="115"/>
                </a:cubicBezTo>
                <a:close/>
                <a:moveTo>
                  <a:pt x="407" y="0"/>
                </a:moveTo>
                <a:cubicBezTo>
                  <a:pt x="632" y="0"/>
                  <a:pt x="815" y="183"/>
                  <a:pt x="815" y="407"/>
                </a:cubicBezTo>
                <a:cubicBezTo>
                  <a:pt x="815" y="713"/>
                  <a:pt x="407" y="1164"/>
                  <a:pt x="407" y="1164"/>
                </a:cubicBezTo>
                <a:cubicBezTo>
                  <a:pt x="407" y="1164"/>
                  <a:pt x="0" y="713"/>
                  <a:pt x="0" y="407"/>
                </a:cubicBezTo>
                <a:cubicBezTo>
                  <a:pt x="0" y="183"/>
                  <a:pt x="183" y="0"/>
                  <a:pt x="407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51062" y="4080671"/>
            <a:ext cx="273050" cy="461963"/>
          </a:xfrm>
          <a:custGeom>
            <a:avLst/>
            <a:gdLst>
              <a:gd name="T0" fmla="*/ 639 w 758"/>
              <a:gd name="T1" fmla="*/ 992 h 1285"/>
              <a:gd name="T2" fmla="*/ 639 w 758"/>
              <a:gd name="T3" fmla="*/ 175 h 1285"/>
              <a:gd name="T4" fmla="*/ 115 w 758"/>
              <a:gd name="T5" fmla="*/ 175 h 1285"/>
              <a:gd name="T6" fmla="*/ 115 w 758"/>
              <a:gd name="T7" fmla="*/ 992 h 1285"/>
              <a:gd name="T8" fmla="*/ 639 w 758"/>
              <a:gd name="T9" fmla="*/ 992 h 1285"/>
              <a:gd name="T10" fmla="*/ 377 w 758"/>
              <a:gd name="T11" fmla="*/ 1224 h 1285"/>
              <a:gd name="T12" fmla="*/ 464 w 758"/>
              <a:gd name="T13" fmla="*/ 1137 h 1285"/>
              <a:gd name="T14" fmla="*/ 377 w 758"/>
              <a:gd name="T15" fmla="*/ 1049 h 1285"/>
              <a:gd name="T16" fmla="*/ 290 w 758"/>
              <a:gd name="T17" fmla="*/ 1137 h 1285"/>
              <a:gd name="T18" fmla="*/ 377 w 758"/>
              <a:gd name="T19" fmla="*/ 1224 h 1285"/>
              <a:gd name="T20" fmla="*/ 612 w 758"/>
              <a:gd name="T21" fmla="*/ 0 h 1285"/>
              <a:gd name="T22" fmla="*/ 757 w 758"/>
              <a:gd name="T23" fmla="*/ 147 h 1285"/>
              <a:gd name="T24" fmla="*/ 757 w 758"/>
              <a:gd name="T25" fmla="*/ 1137 h 1285"/>
              <a:gd name="T26" fmla="*/ 612 w 758"/>
              <a:gd name="T27" fmla="*/ 1284 h 1285"/>
              <a:gd name="T28" fmla="*/ 145 w 758"/>
              <a:gd name="T29" fmla="*/ 1284 h 1285"/>
              <a:gd name="T30" fmla="*/ 0 w 758"/>
              <a:gd name="T31" fmla="*/ 1137 h 1285"/>
              <a:gd name="T32" fmla="*/ 0 w 758"/>
              <a:gd name="T33" fmla="*/ 147 h 1285"/>
              <a:gd name="T34" fmla="*/ 145 w 758"/>
              <a:gd name="T35" fmla="*/ 0 h 1285"/>
              <a:gd name="T36" fmla="*/ 612 w 758"/>
              <a:gd name="T37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758" h="1285">
                <a:moveTo>
                  <a:pt x="639" y="992"/>
                </a:moveTo>
                <a:lnTo>
                  <a:pt x="639" y="175"/>
                </a:lnTo>
                <a:lnTo>
                  <a:pt x="115" y="175"/>
                </a:lnTo>
                <a:lnTo>
                  <a:pt x="115" y="992"/>
                </a:lnTo>
                <a:lnTo>
                  <a:pt x="639" y="992"/>
                </a:lnTo>
                <a:close/>
                <a:moveTo>
                  <a:pt x="377" y="1224"/>
                </a:moveTo>
                <a:cubicBezTo>
                  <a:pt x="426" y="1224"/>
                  <a:pt x="464" y="1187"/>
                  <a:pt x="464" y="1137"/>
                </a:cubicBezTo>
                <a:cubicBezTo>
                  <a:pt x="464" y="1088"/>
                  <a:pt x="426" y="1049"/>
                  <a:pt x="377" y="1049"/>
                </a:cubicBezTo>
                <a:cubicBezTo>
                  <a:pt x="328" y="1049"/>
                  <a:pt x="290" y="1088"/>
                  <a:pt x="290" y="1137"/>
                </a:cubicBezTo>
                <a:cubicBezTo>
                  <a:pt x="290" y="1187"/>
                  <a:pt x="328" y="1224"/>
                  <a:pt x="377" y="1224"/>
                </a:cubicBezTo>
                <a:close/>
                <a:moveTo>
                  <a:pt x="612" y="0"/>
                </a:moveTo>
                <a:cubicBezTo>
                  <a:pt x="691" y="0"/>
                  <a:pt x="757" y="68"/>
                  <a:pt x="757" y="147"/>
                </a:cubicBezTo>
                <a:lnTo>
                  <a:pt x="757" y="1137"/>
                </a:lnTo>
                <a:cubicBezTo>
                  <a:pt x="757" y="1216"/>
                  <a:pt x="691" y="1284"/>
                  <a:pt x="612" y="1284"/>
                </a:cubicBezTo>
                <a:lnTo>
                  <a:pt x="145" y="1284"/>
                </a:lnTo>
                <a:cubicBezTo>
                  <a:pt x="65" y="1284"/>
                  <a:pt x="0" y="1216"/>
                  <a:pt x="0" y="1137"/>
                </a:cubicBezTo>
                <a:lnTo>
                  <a:pt x="0" y="147"/>
                </a:lnTo>
                <a:cubicBezTo>
                  <a:pt x="0" y="68"/>
                  <a:pt x="65" y="0"/>
                  <a:pt x="145" y="0"/>
                </a:cubicBezTo>
                <a:lnTo>
                  <a:pt x="61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181351" y="4121946"/>
            <a:ext cx="377825" cy="377825"/>
          </a:xfrm>
          <a:custGeom>
            <a:avLst/>
            <a:gdLst>
              <a:gd name="T0" fmla="*/ 700 w 1051"/>
              <a:gd name="T1" fmla="*/ 525 h 1051"/>
              <a:gd name="T2" fmla="*/ 525 w 1051"/>
              <a:gd name="T3" fmla="*/ 350 h 1051"/>
              <a:gd name="T4" fmla="*/ 525 w 1051"/>
              <a:gd name="T5" fmla="*/ 233 h 1051"/>
              <a:gd name="T6" fmla="*/ 818 w 1051"/>
              <a:gd name="T7" fmla="*/ 525 h 1051"/>
              <a:gd name="T8" fmla="*/ 700 w 1051"/>
              <a:gd name="T9" fmla="*/ 525 h 1051"/>
              <a:gd name="T10" fmla="*/ 932 w 1051"/>
              <a:gd name="T11" fmla="*/ 525 h 1051"/>
              <a:gd name="T12" fmla="*/ 525 w 1051"/>
              <a:gd name="T13" fmla="*/ 118 h 1051"/>
              <a:gd name="T14" fmla="*/ 525 w 1051"/>
              <a:gd name="T15" fmla="*/ 0 h 1051"/>
              <a:gd name="T16" fmla="*/ 1050 w 1051"/>
              <a:gd name="T17" fmla="*/ 525 h 1051"/>
              <a:gd name="T18" fmla="*/ 932 w 1051"/>
              <a:gd name="T19" fmla="*/ 525 h 1051"/>
              <a:gd name="T20" fmla="*/ 992 w 1051"/>
              <a:gd name="T21" fmla="*/ 730 h 1051"/>
              <a:gd name="T22" fmla="*/ 1050 w 1051"/>
              <a:gd name="T23" fmla="*/ 787 h 1051"/>
              <a:gd name="T24" fmla="*/ 1050 w 1051"/>
              <a:gd name="T25" fmla="*/ 992 h 1051"/>
              <a:gd name="T26" fmla="*/ 992 w 1051"/>
              <a:gd name="T27" fmla="*/ 1050 h 1051"/>
              <a:gd name="T28" fmla="*/ 0 w 1051"/>
              <a:gd name="T29" fmla="*/ 58 h 1051"/>
              <a:gd name="T30" fmla="*/ 58 w 1051"/>
              <a:gd name="T31" fmla="*/ 0 h 1051"/>
              <a:gd name="T32" fmla="*/ 263 w 1051"/>
              <a:gd name="T33" fmla="*/ 0 h 1051"/>
              <a:gd name="T34" fmla="*/ 320 w 1051"/>
              <a:gd name="T35" fmla="*/ 58 h 1051"/>
              <a:gd name="T36" fmla="*/ 353 w 1051"/>
              <a:gd name="T37" fmla="*/ 265 h 1051"/>
              <a:gd name="T38" fmla="*/ 339 w 1051"/>
              <a:gd name="T39" fmla="*/ 325 h 1051"/>
              <a:gd name="T40" fmla="*/ 211 w 1051"/>
              <a:gd name="T41" fmla="*/ 454 h 1051"/>
              <a:gd name="T42" fmla="*/ 596 w 1051"/>
              <a:gd name="T43" fmla="*/ 839 h 1051"/>
              <a:gd name="T44" fmla="*/ 725 w 1051"/>
              <a:gd name="T45" fmla="*/ 711 h 1051"/>
              <a:gd name="T46" fmla="*/ 785 w 1051"/>
              <a:gd name="T47" fmla="*/ 697 h 1051"/>
              <a:gd name="T48" fmla="*/ 992 w 1051"/>
              <a:gd name="T49" fmla="*/ 73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051">
                <a:moveTo>
                  <a:pt x="700" y="525"/>
                </a:moveTo>
                <a:cubicBezTo>
                  <a:pt x="700" y="429"/>
                  <a:pt x="621" y="350"/>
                  <a:pt x="525" y="350"/>
                </a:cubicBezTo>
                <a:lnTo>
                  <a:pt x="525" y="233"/>
                </a:lnTo>
                <a:cubicBezTo>
                  <a:pt x="686" y="233"/>
                  <a:pt x="818" y="364"/>
                  <a:pt x="818" y="525"/>
                </a:cubicBezTo>
                <a:lnTo>
                  <a:pt x="700" y="525"/>
                </a:lnTo>
                <a:close/>
                <a:moveTo>
                  <a:pt x="932" y="525"/>
                </a:moveTo>
                <a:cubicBezTo>
                  <a:pt x="932" y="298"/>
                  <a:pt x="752" y="118"/>
                  <a:pt x="525" y="118"/>
                </a:cubicBezTo>
                <a:lnTo>
                  <a:pt x="525" y="0"/>
                </a:lnTo>
                <a:cubicBezTo>
                  <a:pt x="815" y="0"/>
                  <a:pt x="1050" y="235"/>
                  <a:pt x="1050" y="525"/>
                </a:cubicBezTo>
                <a:lnTo>
                  <a:pt x="932" y="525"/>
                </a:lnTo>
                <a:close/>
                <a:moveTo>
                  <a:pt x="992" y="730"/>
                </a:moveTo>
                <a:cubicBezTo>
                  <a:pt x="1025" y="730"/>
                  <a:pt x="1050" y="754"/>
                  <a:pt x="1050" y="787"/>
                </a:cubicBezTo>
                <a:lnTo>
                  <a:pt x="1050" y="992"/>
                </a:lnTo>
                <a:cubicBezTo>
                  <a:pt x="1050" y="1025"/>
                  <a:pt x="1025" y="1050"/>
                  <a:pt x="992" y="1050"/>
                </a:cubicBezTo>
                <a:cubicBezTo>
                  <a:pt x="446" y="1050"/>
                  <a:pt x="0" y="604"/>
                  <a:pt x="0" y="58"/>
                </a:cubicBezTo>
                <a:cubicBezTo>
                  <a:pt x="0" y="25"/>
                  <a:pt x="25" y="0"/>
                  <a:pt x="58" y="0"/>
                </a:cubicBezTo>
                <a:lnTo>
                  <a:pt x="263" y="0"/>
                </a:lnTo>
                <a:cubicBezTo>
                  <a:pt x="296" y="0"/>
                  <a:pt x="320" y="25"/>
                  <a:pt x="320" y="58"/>
                </a:cubicBezTo>
                <a:cubicBezTo>
                  <a:pt x="320" y="131"/>
                  <a:pt x="331" y="200"/>
                  <a:pt x="353" y="265"/>
                </a:cubicBezTo>
                <a:cubicBezTo>
                  <a:pt x="358" y="284"/>
                  <a:pt x="356" y="309"/>
                  <a:pt x="339" y="325"/>
                </a:cubicBezTo>
                <a:lnTo>
                  <a:pt x="211" y="454"/>
                </a:lnTo>
                <a:cubicBezTo>
                  <a:pt x="296" y="621"/>
                  <a:pt x="432" y="755"/>
                  <a:pt x="596" y="839"/>
                </a:cubicBezTo>
                <a:lnTo>
                  <a:pt x="725" y="711"/>
                </a:lnTo>
                <a:cubicBezTo>
                  <a:pt x="741" y="694"/>
                  <a:pt x="766" y="692"/>
                  <a:pt x="785" y="697"/>
                </a:cubicBezTo>
                <a:cubicBezTo>
                  <a:pt x="850" y="719"/>
                  <a:pt x="919" y="730"/>
                  <a:pt x="992" y="73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41799" y="4101309"/>
            <a:ext cx="420688" cy="420687"/>
          </a:xfrm>
          <a:custGeom>
            <a:avLst/>
            <a:gdLst>
              <a:gd name="T0" fmla="*/ 992 w 1167"/>
              <a:gd name="T1" fmla="*/ 848 h 1168"/>
              <a:gd name="T2" fmla="*/ 1049 w 1167"/>
              <a:gd name="T3" fmla="*/ 905 h 1168"/>
              <a:gd name="T4" fmla="*/ 1049 w 1167"/>
              <a:gd name="T5" fmla="*/ 1110 h 1168"/>
              <a:gd name="T6" fmla="*/ 992 w 1167"/>
              <a:gd name="T7" fmla="*/ 1167 h 1168"/>
              <a:gd name="T8" fmla="*/ 0 w 1167"/>
              <a:gd name="T9" fmla="*/ 175 h 1168"/>
              <a:gd name="T10" fmla="*/ 57 w 1167"/>
              <a:gd name="T11" fmla="*/ 118 h 1168"/>
              <a:gd name="T12" fmla="*/ 262 w 1167"/>
              <a:gd name="T13" fmla="*/ 118 h 1168"/>
              <a:gd name="T14" fmla="*/ 319 w 1167"/>
              <a:gd name="T15" fmla="*/ 175 h 1168"/>
              <a:gd name="T16" fmla="*/ 352 w 1167"/>
              <a:gd name="T17" fmla="*/ 383 h 1168"/>
              <a:gd name="T18" fmla="*/ 338 w 1167"/>
              <a:gd name="T19" fmla="*/ 443 h 1168"/>
              <a:gd name="T20" fmla="*/ 210 w 1167"/>
              <a:gd name="T21" fmla="*/ 572 h 1168"/>
              <a:gd name="T22" fmla="*/ 595 w 1167"/>
              <a:gd name="T23" fmla="*/ 957 h 1168"/>
              <a:gd name="T24" fmla="*/ 724 w 1167"/>
              <a:gd name="T25" fmla="*/ 829 h 1168"/>
              <a:gd name="T26" fmla="*/ 784 w 1167"/>
              <a:gd name="T27" fmla="*/ 815 h 1168"/>
              <a:gd name="T28" fmla="*/ 992 w 1167"/>
              <a:gd name="T29" fmla="*/ 848 h 1168"/>
              <a:gd name="T30" fmla="*/ 874 w 1167"/>
              <a:gd name="T31" fmla="*/ 585 h 1168"/>
              <a:gd name="T32" fmla="*/ 874 w 1167"/>
              <a:gd name="T33" fmla="*/ 410 h 1168"/>
              <a:gd name="T34" fmla="*/ 642 w 1167"/>
              <a:gd name="T35" fmla="*/ 410 h 1168"/>
              <a:gd name="T36" fmla="*/ 642 w 1167"/>
              <a:gd name="T37" fmla="*/ 175 h 1168"/>
              <a:gd name="T38" fmla="*/ 874 w 1167"/>
              <a:gd name="T39" fmla="*/ 175 h 1168"/>
              <a:gd name="T40" fmla="*/ 874 w 1167"/>
              <a:gd name="T41" fmla="*/ 0 h 1168"/>
              <a:gd name="T42" fmla="*/ 1166 w 1167"/>
              <a:gd name="T43" fmla="*/ 293 h 1168"/>
              <a:gd name="T44" fmla="*/ 874 w 1167"/>
              <a:gd name="T45" fmla="*/ 58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7" h="1168">
                <a:moveTo>
                  <a:pt x="992" y="848"/>
                </a:moveTo>
                <a:cubicBezTo>
                  <a:pt x="1024" y="848"/>
                  <a:pt x="1049" y="872"/>
                  <a:pt x="1049" y="905"/>
                </a:cubicBezTo>
                <a:lnTo>
                  <a:pt x="1049" y="1110"/>
                </a:lnTo>
                <a:cubicBezTo>
                  <a:pt x="1049" y="1143"/>
                  <a:pt x="1024" y="1167"/>
                  <a:pt x="992" y="1167"/>
                </a:cubicBezTo>
                <a:cubicBezTo>
                  <a:pt x="445" y="1167"/>
                  <a:pt x="0" y="722"/>
                  <a:pt x="0" y="175"/>
                </a:cubicBezTo>
                <a:cubicBezTo>
                  <a:pt x="0" y="143"/>
                  <a:pt x="24" y="118"/>
                  <a:pt x="57" y="118"/>
                </a:cubicBezTo>
                <a:lnTo>
                  <a:pt x="262" y="118"/>
                </a:lnTo>
                <a:cubicBezTo>
                  <a:pt x="295" y="118"/>
                  <a:pt x="319" y="143"/>
                  <a:pt x="319" y="175"/>
                </a:cubicBezTo>
                <a:cubicBezTo>
                  <a:pt x="319" y="249"/>
                  <a:pt x="330" y="317"/>
                  <a:pt x="352" y="383"/>
                </a:cubicBezTo>
                <a:cubicBezTo>
                  <a:pt x="358" y="402"/>
                  <a:pt x="355" y="427"/>
                  <a:pt x="338" y="443"/>
                </a:cubicBezTo>
                <a:lnTo>
                  <a:pt x="210" y="572"/>
                </a:lnTo>
                <a:cubicBezTo>
                  <a:pt x="295" y="738"/>
                  <a:pt x="431" y="872"/>
                  <a:pt x="595" y="957"/>
                </a:cubicBezTo>
                <a:lnTo>
                  <a:pt x="724" y="829"/>
                </a:lnTo>
                <a:cubicBezTo>
                  <a:pt x="740" y="812"/>
                  <a:pt x="765" y="809"/>
                  <a:pt x="784" y="815"/>
                </a:cubicBezTo>
                <a:cubicBezTo>
                  <a:pt x="849" y="837"/>
                  <a:pt x="918" y="848"/>
                  <a:pt x="992" y="848"/>
                </a:cubicBezTo>
                <a:close/>
                <a:moveTo>
                  <a:pt x="874" y="585"/>
                </a:moveTo>
                <a:lnTo>
                  <a:pt x="874" y="410"/>
                </a:lnTo>
                <a:lnTo>
                  <a:pt x="642" y="410"/>
                </a:lnTo>
                <a:lnTo>
                  <a:pt x="642" y="175"/>
                </a:lnTo>
                <a:lnTo>
                  <a:pt x="874" y="175"/>
                </a:lnTo>
                <a:lnTo>
                  <a:pt x="874" y="0"/>
                </a:lnTo>
                <a:lnTo>
                  <a:pt x="1166" y="293"/>
                </a:lnTo>
                <a:lnTo>
                  <a:pt x="874" y="58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45114" y="4101309"/>
            <a:ext cx="377825" cy="420687"/>
          </a:xfrm>
          <a:custGeom>
            <a:avLst/>
            <a:gdLst>
              <a:gd name="T0" fmla="*/ 992 w 1051"/>
              <a:gd name="T1" fmla="*/ 848 h 1168"/>
              <a:gd name="T2" fmla="*/ 1050 w 1051"/>
              <a:gd name="T3" fmla="*/ 905 h 1168"/>
              <a:gd name="T4" fmla="*/ 1050 w 1051"/>
              <a:gd name="T5" fmla="*/ 1110 h 1168"/>
              <a:gd name="T6" fmla="*/ 992 w 1051"/>
              <a:gd name="T7" fmla="*/ 1167 h 1168"/>
              <a:gd name="T8" fmla="*/ 0 w 1051"/>
              <a:gd name="T9" fmla="*/ 175 h 1168"/>
              <a:gd name="T10" fmla="*/ 58 w 1051"/>
              <a:gd name="T11" fmla="*/ 118 h 1168"/>
              <a:gd name="T12" fmla="*/ 262 w 1051"/>
              <a:gd name="T13" fmla="*/ 118 h 1168"/>
              <a:gd name="T14" fmla="*/ 320 w 1051"/>
              <a:gd name="T15" fmla="*/ 175 h 1168"/>
              <a:gd name="T16" fmla="*/ 353 w 1051"/>
              <a:gd name="T17" fmla="*/ 383 h 1168"/>
              <a:gd name="T18" fmla="*/ 339 w 1051"/>
              <a:gd name="T19" fmla="*/ 443 h 1168"/>
              <a:gd name="T20" fmla="*/ 211 w 1051"/>
              <a:gd name="T21" fmla="*/ 572 h 1168"/>
              <a:gd name="T22" fmla="*/ 596 w 1051"/>
              <a:gd name="T23" fmla="*/ 957 h 1168"/>
              <a:gd name="T24" fmla="*/ 724 w 1051"/>
              <a:gd name="T25" fmla="*/ 829 h 1168"/>
              <a:gd name="T26" fmla="*/ 784 w 1051"/>
              <a:gd name="T27" fmla="*/ 815 h 1168"/>
              <a:gd name="T28" fmla="*/ 992 w 1051"/>
              <a:gd name="T29" fmla="*/ 848 h 1168"/>
              <a:gd name="T30" fmla="*/ 875 w 1051"/>
              <a:gd name="T31" fmla="*/ 364 h 1168"/>
              <a:gd name="T32" fmla="*/ 875 w 1051"/>
              <a:gd name="T33" fmla="*/ 473 h 1168"/>
              <a:gd name="T34" fmla="*/ 929 w 1051"/>
              <a:gd name="T35" fmla="*/ 419 h 1168"/>
              <a:gd name="T36" fmla="*/ 875 w 1051"/>
              <a:gd name="T37" fmla="*/ 364 h 1168"/>
              <a:gd name="T38" fmla="*/ 875 w 1051"/>
              <a:gd name="T39" fmla="*/ 113 h 1168"/>
              <a:gd name="T40" fmla="*/ 875 w 1051"/>
              <a:gd name="T41" fmla="*/ 222 h 1168"/>
              <a:gd name="T42" fmla="*/ 929 w 1051"/>
              <a:gd name="T43" fmla="*/ 167 h 1168"/>
              <a:gd name="T44" fmla="*/ 875 w 1051"/>
              <a:gd name="T45" fmla="*/ 113 h 1168"/>
              <a:gd name="T46" fmla="*/ 683 w 1051"/>
              <a:gd name="T47" fmla="*/ 498 h 1168"/>
              <a:gd name="T48" fmla="*/ 642 w 1051"/>
              <a:gd name="T49" fmla="*/ 457 h 1168"/>
              <a:gd name="T50" fmla="*/ 804 w 1051"/>
              <a:gd name="T51" fmla="*/ 293 h 1168"/>
              <a:gd name="T52" fmla="*/ 642 w 1051"/>
              <a:gd name="T53" fmla="*/ 129 h 1168"/>
              <a:gd name="T54" fmla="*/ 683 w 1051"/>
              <a:gd name="T55" fmla="*/ 88 h 1168"/>
              <a:gd name="T56" fmla="*/ 817 w 1051"/>
              <a:gd name="T57" fmla="*/ 222 h 1168"/>
              <a:gd name="T58" fmla="*/ 817 w 1051"/>
              <a:gd name="T59" fmla="*/ 0 h 1168"/>
              <a:gd name="T60" fmla="*/ 845 w 1051"/>
              <a:gd name="T61" fmla="*/ 0 h 1168"/>
              <a:gd name="T62" fmla="*/ 1011 w 1051"/>
              <a:gd name="T63" fmla="*/ 167 h 1168"/>
              <a:gd name="T64" fmla="*/ 886 w 1051"/>
              <a:gd name="T65" fmla="*/ 293 h 1168"/>
              <a:gd name="T66" fmla="*/ 1011 w 1051"/>
              <a:gd name="T67" fmla="*/ 419 h 1168"/>
              <a:gd name="T68" fmla="*/ 845 w 1051"/>
              <a:gd name="T69" fmla="*/ 585 h 1168"/>
              <a:gd name="T70" fmla="*/ 817 w 1051"/>
              <a:gd name="T71" fmla="*/ 585 h 1168"/>
              <a:gd name="T72" fmla="*/ 817 w 1051"/>
              <a:gd name="T73" fmla="*/ 364 h 1168"/>
              <a:gd name="T74" fmla="*/ 683 w 1051"/>
              <a:gd name="T75" fmla="*/ 498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51" h="1168">
                <a:moveTo>
                  <a:pt x="992" y="848"/>
                </a:moveTo>
                <a:cubicBezTo>
                  <a:pt x="1025" y="848"/>
                  <a:pt x="1050" y="872"/>
                  <a:pt x="1050" y="905"/>
                </a:cubicBezTo>
                <a:lnTo>
                  <a:pt x="1050" y="1110"/>
                </a:lnTo>
                <a:cubicBezTo>
                  <a:pt x="1050" y="1143"/>
                  <a:pt x="1025" y="1167"/>
                  <a:pt x="992" y="1167"/>
                </a:cubicBezTo>
                <a:cubicBezTo>
                  <a:pt x="446" y="1167"/>
                  <a:pt x="0" y="722"/>
                  <a:pt x="0" y="175"/>
                </a:cubicBezTo>
                <a:cubicBezTo>
                  <a:pt x="0" y="143"/>
                  <a:pt x="25" y="118"/>
                  <a:pt x="58" y="118"/>
                </a:cubicBezTo>
                <a:lnTo>
                  <a:pt x="262" y="118"/>
                </a:lnTo>
                <a:cubicBezTo>
                  <a:pt x="295" y="118"/>
                  <a:pt x="320" y="143"/>
                  <a:pt x="320" y="175"/>
                </a:cubicBezTo>
                <a:cubicBezTo>
                  <a:pt x="320" y="249"/>
                  <a:pt x="331" y="317"/>
                  <a:pt x="353" y="383"/>
                </a:cubicBezTo>
                <a:cubicBezTo>
                  <a:pt x="358" y="402"/>
                  <a:pt x="355" y="427"/>
                  <a:pt x="339" y="443"/>
                </a:cubicBezTo>
                <a:lnTo>
                  <a:pt x="211" y="572"/>
                </a:lnTo>
                <a:cubicBezTo>
                  <a:pt x="295" y="738"/>
                  <a:pt x="432" y="872"/>
                  <a:pt x="596" y="957"/>
                </a:cubicBezTo>
                <a:lnTo>
                  <a:pt x="724" y="829"/>
                </a:lnTo>
                <a:cubicBezTo>
                  <a:pt x="741" y="812"/>
                  <a:pt x="765" y="809"/>
                  <a:pt x="784" y="815"/>
                </a:cubicBezTo>
                <a:cubicBezTo>
                  <a:pt x="850" y="837"/>
                  <a:pt x="918" y="848"/>
                  <a:pt x="992" y="848"/>
                </a:cubicBezTo>
                <a:close/>
                <a:moveTo>
                  <a:pt x="875" y="364"/>
                </a:moveTo>
                <a:lnTo>
                  <a:pt x="875" y="473"/>
                </a:lnTo>
                <a:lnTo>
                  <a:pt x="929" y="419"/>
                </a:lnTo>
                <a:lnTo>
                  <a:pt x="875" y="364"/>
                </a:lnTo>
                <a:close/>
                <a:moveTo>
                  <a:pt x="875" y="113"/>
                </a:moveTo>
                <a:lnTo>
                  <a:pt x="875" y="222"/>
                </a:lnTo>
                <a:lnTo>
                  <a:pt x="929" y="167"/>
                </a:lnTo>
                <a:lnTo>
                  <a:pt x="875" y="113"/>
                </a:lnTo>
                <a:close/>
                <a:moveTo>
                  <a:pt x="683" y="498"/>
                </a:moveTo>
                <a:lnTo>
                  <a:pt x="642" y="457"/>
                </a:lnTo>
                <a:lnTo>
                  <a:pt x="804" y="293"/>
                </a:lnTo>
                <a:lnTo>
                  <a:pt x="642" y="129"/>
                </a:lnTo>
                <a:lnTo>
                  <a:pt x="683" y="88"/>
                </a:lnTo>
                <a:lnTo>
                  <a:pt x="817" y="222"/>
                </a:lnTo>
                <a:lnTo>
                  <a:pt x="817" y="0"/>
                </a:lnTo>
                <a:lnTo>
                  <a:pt x="845" y="0"/>
                </a:lnTo>
                <a:lnTo>
                  <a:pt x="1011" y="167"/>
                </a:lnTo>
                <a:lnTo>
                  <a:pt x="886" y="293"/>
                </a:lnTo>
                <a:lnTo>
                  <a:pt x="1011" y="419"/>
                </a:lnTo>
                <a:lnTo>
                  <a:pt x="845" y="585"/>
                </a:lnTo>
                <a:lnTo>
                  <a:pt x="817" y="585"/>
                </a:lnTo>
                <a:lnTo>
                  <a:pt x="817" y="364"/>
                </a:lnTo>
                <a:lnTo>
                  <a:pt x="683" y="49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69064" y="4080671"/>
            <a:ext cx="293687" cy="461963"/>
          </a:xfrm>
          <a:custGeom>
            <a:avLst/>
            <a:gdLst>
              <a:gd name="T0" fmla="*/ 714 w 816"/>
              <a:gd name="T1" fmla="*/ 992 h 1285"/>
              <a:gd name="T2" fmla="*/ 714 w 816"/>
              <a:gd name="T3" fmla="*/ 175 h 1285"/>
              <a:gd name="T4" fmla="*/ 102 w 816"/>
              <a:gd name="T5" fmla="*/ 175 h 1285"/>
              <a:gd name="T6" fmla="*/ 102 w 816"/>
              <a:gd name="T7" fmla="*/ 992 h 1285"/>
              <a:gd name="T8" fmla="*/ 714 w 816"/>
              <a:gd name="T9" fmla="*/ 992 h 1285"/>
              <a:gd name="T10" fmla="*/ 525 w 816"/>
              <a:gd name="T11" fmla="*/ 1167 h 1285"/>
              <a:gd name="T12" fmla="*/ 525 w 816"/>
              <a:gd name="T13" fmla="*/ 1109 h 1285"/>
              <a:gd name="T14" fmla="*/ 290 w 816"/>
              <a:gd name="T15" fmla="*/ 1109 h 1285"/>
              <a:gd name="T16" fmla="*/ 290 w 816"/>
              <a:gd name="T17" fmla="*/ 1167 h 1285"/>
              <a:gd name="T18" fmla="*/ 525 w 816"/>
              <a:gd name="T19" fmla="*/ 1167 h 1285"/>
              <a:gd name="T20" fmla="*/ 640 w 816"/>
              <a:gd name="T21" fmla="*/ 0 h 1285"/>
              <a:gd name="T22" fmla="*/ 815 w 816"/>
              <a:gd name="T23" fmla="*/ 175 h 1285"/>
              <a:gd name="T24" fmla="*/ 815 w 816"/>
              <a:gd name="T25" fmla="*/ 1109 h 1285"/>
              <a:gd name="T26" fmla="*/ 640 w 816"/>
              <a:gd name="T27" fmla="*/ 1284 h 1285"/>
              <a:gd name="T28" fmla="*/ 175 w 816"/>
              <a:gd name="T29" fmla="*/ 1284 h 1285"/>
              <a:gd name="T30" fmla="*/ 0 w 816"/>
              <a:gd name="T31" fmla="*/ 1109 h 1285"/>
              <a:gd name="T32" fmla="*/ 0 w 816"/>
              <a:gd name="T33" fmla="*/ 175 h 1285"/>
              <a:gd name="T34" fmla="*/ 175 w 816"/>
              <a:gd name="T35" fmla="*/ 0 h 1285"/>
              <a:gd name="T36" fmla="*/ 640 w 816"/>
              <a:gd name="T37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16" h="1285">
                <a:moveTo>
                  <a:pt x="714" y="992"/>
                </a:moveTo>
                <a:lnTo>
                  <a:pt x="714" y="175"/>
                </a:lnTo>
                <a:lnTo>
                  <a:pt x="102" y="175"/>
                </a:lnTo>
                <a:lnTo>
                  <a:pt x="102" y="992"/>
                </a:lnTo>
                <a:lnTo>
                  <a:pt x="714" y="992"/>
                </a:lnTo>
                <a:close/>
                <a:moveTo>
                  <a:pt x="525" y="1167"/>
                </a:moveTo>
                <a:lnTo>
                  <a:pt x="525" y="1109"/>
                </a:lnTo>
                <a:lnTo>
                  <a:pt x="290" y="1109"/>
                </a:lnTo>
                <a:lnTo>
                  <a:pt x="290" y="1167"/>
                </a:lnTo>
                <a:lnTo>
                  <a:pt x="525" y="1167"/>
                </a:lnTo>
                <a:close/>
                <a:moveTo>
                  <a:pt x="640" y="0"/>
                </a:moveTo>
                <a:cubicBezTo>
                  <a:pt x="736" y="0"/>
                  <a:pt x="815" y="79"/>
                  <a:pt x="815" y="175"/>
                </a:cubicBezTo>
                <a:lnTo>
                  <a:pt x="815" y="1109"/>
                </a:lnTo>
                <a:cubicBezTo>
                  <a:pt x="815" y="1205"/>
                  <a:pt x="736" y="1284"/>
                  <a:pt x="640" y="1284"/>
                </a:cubicBezTo>
                <a:lnTo>
                  <a:pt x="175" y="1284"/>
                </a:lnTo>
                <a:cubicBezTo>
                  <a:pt x="80" y="1284"/>
                  <a:pt x="0" y="1205"/>
                  <a:pt x="0" y="1109"/>
                </a:cubicBezTo>
                <a:lnTo>
                  <a:pt x="0" y="175"/>
                </a:lnTo>
                <a:cubicBezTo>
                  <a:pt x="0" y="79"/>
                  <a:pt x="80" y="0"/>
                  <a:pt x="175" y="0"/>
                </a:cubicBezTo>
                <a:lnTo>
                  <a:pt x="64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488237" y="4110834"/>
            <a:ext cx="419100" cy="401637"/>
          </a:xfrm>
          <a:custGeom>
            <a:avLst/>
            <a:gdLst>
              <a:gd name="T0" fmla="*/ 894 w 1166"/>
              <a:gd name="T1" fmla="*/ 691 h 1116"/>
              <a:gd name="T2" fmla="*/ 1047 w 1166"/>
              <a:gd name="T3" fmla="*/ 970 h 1116"/>
              <a:gd name="T4" fmla="*/ 910 w 1166"/>
              <a:gd name="T5" fmla="*/ 1107 h 1116"/>
              <a:gd name="T6" fmla="*/ 588 w 1166"/>
              <a:gd name="T7" fmla="*/ 1082 h 1116"/>
              <a:gd name="T8" fmla="*/ 577 w 1166"/>
              <a:gd name="T9" fmla="*/ 1082 h 1116"/>
              <a:gd name="T10" fmla="*/ 255 w 1166"/>
              <a:gd name="T11" fmla="*/ 1107 h 1116"/>
              <a:gd name="T12" fmla="*/ 118 w 1166"/>
              <a:gd name="T13" fmla="*/ 970 h 1116"/>
              <a:gd name="T14" fmla="*/ 271 w 1166"/>
              <a:gd name="T15" fmla="*/ 691 h 1116"/>
              <a:gd name="T16" fmla="*/ 416 w 1166"/>
              <a:gd name="T17" fmla="*/ 522 h 1116"/>
              <a:gd name="T18" fmla="*/ 517 w 1166"/>
              <a:gd name="T19" fmla="*/ 445 h 1116"/>
              <a:gd name="T20" fmla="*/ 536 w 1166"/>
              <a:gd name="T21" fmla="*/ 440 h 1116"/>
              <a:gd name="T22" fmla="*/ 583 w 1166"/>
              <a:gd name="T23" fmla="*/ 437 h 1116"/>
              <a:gd name="T24" fmla="*/ 629 w 1166"/>
              <a:gd name="T25" fmla="*/ 440 h 1116"/>
              <a:gd name="T26" fmla="*/ 648 w 1166"/>
              <a:gd name="T27" fmla="*/ 445 h 1116"/>
              <a:gd name="T28" fmla="*/ 749 w 1166"/>
              <a:gd name="T29" fmla="*/ 522 h 1116"/>
              <a:gd name="T30" fmla="*/ 894 w 1166"/>
              <a:gd name="T31" fmla="*/ 691 h 1116"/>
              <a:gd name="T32" fmla="*/ 875 w 1166"/>
              <a:gd name="T33" fmla="*/ 380 h 1116"/>
              <a:gd name="T34" fmla="*/ 1020 w 1166"/>
              <a:gd name="T35" fmla="*/ 232 h 1116"/>
              <a:gd name="T36" fmla="*/ 1165 w 1166"/>
              <a:gd name="T37" fmla="*/ 380 h 1116"/>
              <a:gd name="T38" fmla="*/ 1020 w 1166"/>
              <a:gd name="T39" fmla="*/ 525 h 1116"/>
              <a:gd name="T40" fmla="*/ 875 w 1166"/>
              <a:gd name="T41" fmla="*/ 380 h 1116"/>
              <a:gd name="T42" fmla="*/ 613 w 1166"/>
              <a:gd name="T43" fmla="*/ 145 h 1116"/>
              <a:gd name="T44" fmla="*/ 757 w 1166"/>
              <a:gd name="T45" fmla="*/ 0 h 1116"/>
              <a:gd name="T46" fmla="*/ 902 w 1166"/>
              <a:gd name="T47" fmla="*/ 145 h 1116"/>
              <a:gd name="T48" fmla="*/ 757 w 1166"/>
              <a:gd name="T49" fmla="*/ 292 h 1116"/>
              <a:gd name="T50" fmla="*/ 613 w 1166"/>
              <a:gd name="T51" fmla="*/ 145 h 1116"/>
              <a:gd name="T52" fmla="*/ 263 w 1166"/>
              <a:gd name="T53" fmla="*/ 145 h 1116"/>
              <a:gd name="T54" fmla="*/ 408 w 1166"/>
              <a:gd name="T55" fmla="*/ 0 h 1116"/>
              <a:gd name="T56" fmla="*/ 552 w 1166"/>
              <a:gd name="T57" fmla="*/ 145 h 1116"/>
              <a:gd name="T58" fmla="*/ 408 w 1166"/>
              <a:gd name="T59" fmla="*/ 292 h 1116"/>
              <a:gd name="T60" fmla="*/ 263 w 1166"/>
              <a:gd name="T61" fmla="*/ 145 h 1116"/>
              <a:gd name="T62" fmla="*/ 0 w 1166"/>
              <a:gd name="T63" fmla="*/ 380 h 1116"/>
              <a:gd name="T64" fmla="*/ 145 w 1166"/>
              <a:gd name="T65" fmla="*/ 232 h 1116"/>
              <a:gd name="T66" fmla="*/ 290 w 1166"/>
              <a:gd name="T67" fmla="*/ 380 h 1116"/>
              <a:gd name="T68" fmla="*/ 145 w 1166"/>
              <a:gd name="T69" fmla="*/ 525 h 1116"/>
              <a:gd name="T70" fmla="*/ 0 w 1166"/>
              <a:gd name="T71" fmla="*/ 380 h 1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66" h="1116">
                <a:moveTo>
                  <a:pt x="894" y="691"/>
                </a:moveTo>
                <a:cubicBezTo>
                  <a:pt x="971" y="768"/>
                  <a:pt x="1066" y="850"/>
                  <a:pt x="1047" y="970"/>
                </a:cubicBezTo>
                <a:cubicBezTo>
                  <a:pt x="1031" y="1030"/>
                  <a:pt x="987" y="1090"/>
                  <a:pt x="910" y="1107"/>
                </a:cubicBezTo>
                <a:cubicBezTo>
                  <a:pt x="867" y="1115"/>
                  <a:pt x="733" y="1082"/>
                  <a:pt x="588" y="1082"/>
                </a:cubicBezTo>
                <a:lnTo>
                  <a:pt x="577" y="1082"/>
                </a:lnTo>
                <a:cubicBezTo>
                  <a:pt x="432" y="1082"/>
                  <a:pt x="298" y="1115"/>
                  <a:pt x="255" y="1107"/>
                </a:cubicBezTo>
                <a:cubicBezTo>
                  <a:pt x="178" y="1090"/>
                  <a:pt x="134" y="1030"/>
                  <a:pt x="118" y="970"/>
                </a:cubicBezTo>
                <a:cubicBezTo>
                  <a:pt x="101" y="853"/>
                  <a:pt x="194" y="768"/>
                  <a:pt x="271" y="691"/>
                </a:cubicBezTo>
                <a:cubicBezTo>
                  <a:pt x="323" y="631"/>
                  <a:pt x="364" y="582"/>
                  <a:pt x="416" y="522"/>
                </a:cubicBezTo>
                <a:cubicBezTo>
                  <a:pt x="443" y="489"/>
                  <a:pt x="476" y="459"/>
                  <a:pt x="517" y="445"/>
                </a:cubicBezTo>
                <a:cubicBezTo>
                  <a:pt x="522" y="443"/>
                  <a:pt x="531" y="440"/>
                  <a:pt x="536" y="440"/>
                </a:cubicBezTo>
                <a:cubicBezTo>
                  <a:pt x="552" y="437"/>
                  <a:pt x="567" y="437"/>
                  <a:pt x="583" y="437"/>
                </a:cubicBezTo>
                <a:cubicBezTo>
                  <a:pt x="600" y="437"/>
                  <a:pt x="615" y="437"/>
                  <a:pt x="629" y="440"/>
                </a:cubicBezTo>
                <a:cubicBezTo>
                  <a:pt x="634" y="440"/>
                  <a:pt x="643" y="443"/>
                  <a:pt x="648" y="445"/>
                </a:cubicBezTo>
                <a:cubicBezTo>
                  <a:pt x="689" y="459"/>
                  <a:pt x="722" y="489"/>
                  <a:pt x="749" y="522"/>
                </a:cubicBezTo>
                <a:cubicBezTo>
                  <a:pt x="801" y="582"/>
                  <a:pt x="842" y="631"/>
                  <a:pt x="894" y="691"/>
                </a:cubicBezTo>
                <a:close/>
                <a:moveTo>
                  <a:pt x="875" y="380"/>
                </a:moveTo>
                <a:cubicBezTo>
                  <a:pt x="875" y="300"/>
                  <a:pt x="940" y="232"/>
                  <a:pt x="1020" y="232"/>
                </a:cubicBezTo>
                <a:cubicBezTo>
                  <a:pt x="1099" y="232"/>
                  <a:pt x="1165" y="301"/>
                  <a:pt x="1165" y="380"/>
                </a:cubicBezTo>
                <a:cubicBezTo>
                  <a:pt x="1165" y="460"/>
                  <a:pt x="1099" y="525"/>
                  <a:pt x="1020" y="525"/>
                </a:cubicBezTo>
                <a:cubicBezTo>
                  <a:pt x="940" y="525"/>
                  <a:pt x="875" y="459"/>
                  <a:pt x="875" y="380"/>
                </a:cubicBezTo>
                <a:close/>
                <a:moveTo>
                  <a:pt x="613" y="145"/>
                </a:moveTo>
                <a:cubicBezTo>
                  <a:pt x="613" y="65"/>
                  <a:pt x="678" y="0"/>
                  <a:pt x="757" y="0"/>
                </a:cubicBezTo>
                <a:cubicBezTo>
                  <a:pt x="837" y="0"/>
                  <a:pt x="902" y="66"/>
                  <a:pt x="902" y="145"/>
                </a:cubicBezTo>
                <a:cubicBezTo>
                  <a:pt x="902" y="225"/>
                  <a:pt x="837" y="292"/>
                  <a:pt x="757" y="292"/>
                </a:cubicBezTo>
                <a:cubicBezTo>
                  <a:pt x="678" y="292"/>
                  <a:pt x="613" y="224"/>
                  <a:pt x="613" y="145"/>
                </a:cubicBezTo>
                <a:close/>
                <a:moveTo>
                  <a:pt x="263" y="145"/>
                </a:moveTo>
                <a:cubicBezTo>
                  <a:pt x="263" y="65"/>
                  <a:pt x="328" y="0"/>
                  <a:pt x="408" y="0"/>
                </a:cubicBezTo>
                <a:cubicBezTo>
                  <a:pt x="487" y="0"/>
                  <a:pt x="552" y="66"/>
                  <a:pt x="552" y="145"/>
                </a:cubicBezTo>
                <a:cubicBezTo>
                  <a:pt x="552" y="225"/>
                  <a:pt x="487" y="292"/>
                  <a:pt x="408" y="292"/>
                </a:cubicBezTo>
                <a:cubicBezTo>
                  <a:pt x="328" y="292"/>
                  <a:pt x="263" y="224"/>
                  <a:pt x="263" y="145"/>
                </a:cubicBezTo>
                <a:close/>
                <a:moveTo>
                  <a:pt x="0" y="380"/>
                </a:moveTo>
                <a:cubicBezTo>
                  <a:pt x="0" y="300"/>
                  <a:pt x="66" y="232"/>
                  <a:pt x="145" y="232"/>
                </a:cubicBezTo>
                <a:cubicBezTo>
                  <a:pt x="224" y="232"/>
                  <a:pt x="290" y="301"/>
                  <a:pt x="290" y="380"/>
                </a:cubicBezTo>
                <a:cubicBezTo>
                  <a:pt x="290" y="460"/>
                  <a:pt x="224" y="525"/>
                  <a:pt x="145" y="525"/>
                </a:cubicBezTo>
                <a:cubicBezTo>
                  <a:pt x="66" y="525"/>
                  <a:pt x="0" y="459"/>
                  <a:pt x="0" y="38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48687" y="4121946"/>
            <a:ext cx="463550" cy="377825"/>
          </a:xfrm>
          <a:custGeom>
            <a:avLst/>
            <a:gdLst>
              <a:gd name="T0" fmla="*/ 1167 w 1286"/>
              <a:gd name="T1" fmla="*/ 817 h 1051"/>
              <a:gd name="T2" fmla="*/ 1167 w 1286"/>
              <a:gd name="T3" fmla="*/ 118 h 1051"/>
              <a:gd name="T4" fmla="*/ 118 w 1286"/>
              <a:gd name="T5" fmla="*/ 118 h 1051"/>
              <a:gd name="T6" fmla="*/ 118 w 1286"/>
              <a:gd name="T7" fmla="*/ 817 h 1051"/>
              <a:gd name="T8" fmla="*/ 1167 w 1286"/>
              <a:gd name="T9" fmla="*/ 817 h 1051"/>
              <a:gd name="T10" fmla="*/ 1167 w 1286"/>
              <a:gd name="T11" fmla="*/ 0 h 1051"/>
              <a:gd name="T12" fmla="*/ 1285 w 1286"/>
              <a:gd name="T13" fmla="*/ 118 h 1051"/>
              <a:gd name="T14" fmla="*/ 1282 w 1286"/>
              <a:gd name="T15" fmla="*/ 817 h 1051"/>
              <a:gd name="T16" fmla="*/ 1167 w 1286"/>
              <a:gd name="T17" fmla="*/ 932 h 1051"/>
              <a:gd name="T18" fmla="*/ 875 w 1286"/>
              <a:gd name="T19" fmla="*/ 932 h 1051"/>
              <a:gd name="T20" fmla="*/ 875 w 1286"/>
              <a:gd name="T21" fmla="*/ 1050 h 1051"/>
              <a:gd name="T22" fmla="*/ 410 w 1286"/>
              <a:gd name="T23" fmla="*/ 1050 h 1051"/>
              <a:gd name="T24" fmla="*/ 410 w 1286"/>
              <a:gd name="T25" fmla="*/ 932 h 1051"/>
              <a:gd name="T26" fmla="*/ 118 w 1286"/>
              <a:gd name="T27" fmla="*/ 932 h 1051"/>
              <a:gd name="T28" fmla="*/ 0 w 1286"/>
              <a:gd name="T29" fmla="*/ 817 h 1051"/>
              <a:gd name="T30" fmla="*/ 0 w 1286"/>
              <a:gd name="T31" fmla="*/ 118 h 1051"/>
              <a:gd name="T32" fmla="*/ 118 w 1286"/>
              <a:gd name="T33" fmla="*/ 0 h 1051"/>
              <a:gd name="T34" fmla="*/ 1167 w 1286"/>
              <a:gd name="T35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86" h="1051">
                <a:moveTo>
                  <a:pt x="1167" y="817"/>
                </a:moveTo>
                <a:lnTo>
                  <a:pt x="1167" y="118"/>
                </a:lnTo>
                <a:lnTo>
                  <a:pt x="118" y="118"/>
                </a:lnTo>
                <a:lnTo>
                  <a:pt x="118" y="817"/>
                </a:lnTo>
                <a:lnTo>
                  <a:pt x="1167" y="817"/>
                </a:lnTo>
                <a:close/>
                <a:moveTo>
                  <a:pt x="1167" y="0"/>
                </a:moveTo>
                <a:cubicBezTo>
                  <a:pt x="1230" y="0"/>
                  <a:pt x="1285" y="52"/>
                  <a:pt x="1285" y="118"/>
                </a:cubicBezTo>
                <a:lnTo>
                  <a:pt x="1282" y="817"/>
                </a:lnTo>
                <a:cubicBezTo>
                  <a:pt x="1282" y="880"/>
                  <a:pt x="1230" y="932"/>
                  <a:pt x="1167" y="932"/>
                </a:cubicBezTo>
                <a:lnTo>
                  <a:pt x="875" y="932"/>
                </a:lnTo>
                <a:lnTo>
                  <a:pt x="875" y="1050"/>
                </a:lnTo>
                <a:lnTo>
                  <a:pt x="410" y="1050"/>
                </a:lnTo>
                <a:lnTo>
                  <a:pt x="410" y="932"/>
                </a:lnTo>
                <a:lnTo>
                  <a:pt x="118" y="932"/>
                </a:lnTo>
                <a:cubicBezTo>
                  <a:pt x="52" y="932"/>
                  <a:pt x="0" y="880"/>
                  <a:pt x="0" y="817"/>
                </a:cubicBezTo>
                <a:lnTo>
                  <a:pt x="0" y="118"/>
                </a:lnTo>
                <a:cubicBezTo>
                  <a:pt x="0" y="52"/>
                  <a:pt x="52" y="0"/>
                  <a:pt x="118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93274" y="4142583"/>
            <a:ext cx="336550" cy="336550"/>
          </a:xfrm>
          <a:custGeom>
            <a:avLst/>
            <a:gdLst>
              <a:gd name="T0" fmla="*/ 934 w 935"/>
              <a:gd name="T1" fmla="*/ 817 h 935"/>
              <a:gd name="T2" fmla="*/ 934 w 935"/>
              <a:gd name="T3" fmla="*/ 934 h 935"/>
              <a:gd name="T4" fmla="*/ 0 w 935"/>
              <a:gd name="T5" fmla="*/ 934 h 935"/>
              <a:gd name="T6" fmla="*/ 0 w 935"/>
              <a:gd name="T7" fmla="*/ 817 h 935"/>
              <a:gd name="T8" fmla="*/ 467 w 935"/>
              <a:gd name="T9" fmla="*/ 584 h 935"/>
              <a:gd name="T10" fmla="*/ 934 w 935"/>
              <a:gd name="T11" fmla="*/ 817 h 935"/>
              <a:gd name="T12" fmla="*/ 467 w 935"/>
              <a:gd name="T13" fmla="*/ 467 h 935"/>
              <a:gd name="T14" fmla="*/ 235 w 935"/>
              <a:gd name="T15" fmla="*/ 235 h 935"/>
              <a:gd name="T16" fmla="*/ 467 w 935"/>
              <a:gd name="T17" fmla="*/ 0 h 935"/>
              <a:gd name="T18" fmla="*/ 699 w 935"/>
              <a:gd name="T19" fmla="*/ 235 h 935"/>
              <a:gd name="T20" fmla="*/ 467 w 935"/>
              <a:gd name="T21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5" h="935">
                <a:moveTo>
                  <a:pt x="934" y="817"/>
                </a:moveTo>
                <a:lnTo>
                  <a:pt x="934" y="934"/>
                </a:lnTo>
                <a:lnTo>
                  <a:pt x="0" y="934"/>
                </a:lnTo>
                <a:lnTo>
                  <a:pt x="0" y="817"/>
                </a:lnTo>
                <a:cubicBezTo>
                  <a:pt x="0" y="661"/>
                  <a:pt x="311" y="584"/>
                  <a:pt x="467" y="584"/>
                </a:cubicBezTo>
                <a:cubicBezTo>
                  <a:pt x="623" y="584"/>
                  <a:pt x="934" y="661"/>
                  <a:pt x="934" y="817"/>
                </a:cubicBezTo>
                <a:close/>
                <a:moveTo>
                  <a:pt x="467" y="467"/>
                </a:moveTo>
                <a:cubicBezTo>
                  <a:pt x="339" y="467"/>
                  <a:pt x="235" y="364"/>
                  <a:pt x="235" y="235"/>
                </a:cubicBezTo>
                <a:cubicBezTo>
                  <a:pt x="235" y="107"/>
                  <a:pt x="339" y="0"/>
                  <a:pt x="467" y="0"/>
                </a:cubicBezTo>
                <a:cubicBezTo>
                  <a:pt x="596" y="0"/>
                  <a:pt x="699" y="106"/>
                  <a:pt x="699" y="235"/>
                </a:cubicBezTo>
                <a:cubicBezTo>
                  <a:pt x="699" y="363"/>
                  <a:pt x="596" y="467"/>
                  <a:pt x="467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55314" y="4090196"/>
            <a:ext cx="377825" cy="441325"/>
          </a:xfrm>
          <a:custGeom>
            <a:avLst/>
            <a:gdLst>
              <a:gd name="T0" fmla="*/ 875 w 1051"/>
              <a:gd name="T1" fmla="*/ 814 h 1225"/>
              <a:gd name="T2" fmla="*/ 875 w 1051"/>
              <a:gd name="T3" fmla="*/ 762 h 1225"/>
              <a:gd name="T4" fmla="*/ 525 w 1051"/>
              <a:gd name="T5" fmla="*/ 582 h 1225"/>
              <a:gd name="T6" fmla="*/ 175 w 1051"/>
              <a:gd name="T7" fmla="*/ 762 h 1225"/>
              <a:gd name="T8" fmla="*/ 175 w 1051"/>
              <a:gd name="T9" fmla="*/ 814 h 1225"/>
              <a:gd name="T10" fmla="*/ 875 w 1051"/>
              <a:gd name="T11" fmla="*/ 814 h 1225"/>
              <a:gd name="T12" fmla="*/ 525 w 1051"/>
              <a:gd name="T13" fmla="*/ 191 h 1225"/>
              <a:gd name="T14" fmla="*/ 366 w 1051"/>
              <a:gd name="T15" fmla="*/ 350 h 1225"/>
              <a:gd name="T16" fmla="*/ 525 w 1051"/>
              <a:gd name="T17" fmla="*/ 505 h 1225"/>
              <a:gd name="T18" fmla="*/ 683 w 1051"/>
              <a:gd name="T19" fmla="*/ 350 h 1225"/>
              <a:gd name="T20" fmla="*/ 525 w 1051"/>
              <a:gd name="T21" fmla="*/ 191 h 1225"/>
              <a:gd name="T22" fmla="*/ 932 w 1051"/>
              <a:gd name="T23" fmla="*/ 0 h 1225"/>
              <a:gd name="T24" fmla="*/ 1050 w 1051"/>
              <a:gd name="T25" fmla="*/ 115 h 1225"/>
              <a:gd name="T26" fmla="*/ 1050 w 1051"/>
              <a:gd name="T27" fmla="*/ 932 h 1225"/>
              <a:gd name="T28" fmla="*/ 932 w 1051"/>
              <a:gd name="T29" fmla="*/ 1049 h 1225"/>
              <a:gd name="T30" fmla="*/ 700 w 1051"/>
              <a:gd name="T31" fmla="*/ 1049 h 1225"/>
              <a:gd name="T32" fmla="*/ 525 w 1051"/>
              <a:gd name="T33" fmla="*/ 1224 h 1225"/>
              <a:gd name="T34" fmla="*/ 350 w 1051"/>
              <a:gd name="T35" fmla="*/ 1049 h 1225"/>
              <a:gd name="T36" fmla="*/ 118 w 1051"/>
              <a:gd name="T37" fmla="*/ 1049 h 1225"/>
              <a:gd name="T38" fmla="*/ 0 w 1051"/>
              <a:gd name="T39" fmla="*/ 932 h 1225"/>
              <a:gd name="T40" fmla="*/ 0 w 1051"/>
              <a:gd name="T41" fmla="*/ 115 h 1225"/>
              <a:gd name="T42" fmla="*/ 118 w 1051"/>
              <a:gd name="T43" fmla="*/ 0 h 1225"/>
              <a:gd name="T44" fmla="*/ 932 w 1051"/>
              <a:gd name="T45" fmla="*/ 0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51" h="1225">
                <a:moveTo>
                  <a:pt x="875" y="814"/>
                </a:moveTo>
                <a:lnTo>
                  <a:pt x="875" y="762"/>
                </a:lnTo>
                <a:cubicBezTo>
                  <a:pt x="875" y="645"/>
                  <a:pt x="643" y="582"/>
                  <a:pt x="525" y="582"/>
                </a:cubicBezTo>
                <a:cubicBezTo>
                  <a:pt x="408" y="582"/>
                  <a:pt x="175" y="645"/>
                  <a:pt x="175" y="762"/>
                </a:cubicBezTo>
                <a:lnTo>
                  <a:pt x="175" y="814"/>
                </a:lnTo>
                <a:lnTo>
                  <a:pt x="875" y="814"/>
                </a:lnTo>
                <a:close/>
                <a:moveTo>
                  <a:pt x="525" y="191"/>
                </a:moveTo>
                <a:cubicBezTo>
                  <a:pt x="438" y="191"/>
                  <a:pt x="366" y="263"/>
                  <a:pt x="366" y="350"/>
                </a:cubicBezTo>
                <a:cubicBezTo>
                  <a:pt x="366" y="438"/>
                  <a:pt x="438" y="505"/>
                  <a:pt x="525" y="505"/>
                </a:cubicBezTo>
                <a:cubicBezTo>
                  <a:pt x="612" y="505"/>
                  <a:pt x="683" y="438"/>
                  <a:pt x="683" y="350"/>
                </a:cubicBezTo>
                <a:cubicBezTo>
                  <a:pt x="683" y="263"/>
                  <a:pt x="612" y="191"/>
                  <a:pt x="525" y="191"/>
                </a:cubicBezTo>
                <a:close/>
                <a:moveTo>
                  <a:pt x="932" y="0"/>
                </a:moveTo>
                <a:cubicBezTo>
                  <a:pt x="995" y="0"/>
                  <a:pt x="1050" y="52"/>
                  <a:pt x="1050" y="115"/>
                </a:cubicBezTo>
                <a:lnTo>
                  <a:pt x="1050" y="932"/>
                </a:lnTo>
                <a:cubicBezTo>
                  <a:pt x="1050" y="995"/>
                  <a:pt x="995" y="1049"/>
                  <a:pt x="932" y="1049"/>
                </a:cubicBezTo>
                <a:lnTo>
                  <a:pt x="700" y="1049"/>
                </a:lnTo>
                <a:lnTo>
                  <a:pt x="525" y="1224"/>
                </a:lnTo>
                <a:lnTo>
                  <a:pt x="350" y="1049"/>
                </a:lnTo>
                <a:lnTo>
                  <a:pt x="118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115"/>
                </a:lnTo>
                <a:cubicBezTo>
                  <a:pt x="0" y="52"/>
                  <a:pt x="52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8864" y="4971259"/>
            <a:ext cx="377825" cy="420687"/>
          </a:xfrm>
          <a:custGeom>
            <a:avLst/>
            <a:gdLst>
              <a:gd name="T0" fmla="*/ 946 w 1051"/>
              <a:gd name="T1" fmla="*/ 175 h 1168"/>
              <a:gd name="T2" fmla="*/ 946 w 1051"/>
              <a:gd name="T3" fmla="*/ 147 h 1168"/>
              <a:gd name="T4" fmla="*/ 845 w 1051"/>
              <a:gd name="T5" fmla="*/ 46 h 1168"/>
              <a:gd name="T6" fmla="*/ 746 w 1051"/>
              <a:gd name="T7" fmla="*/ 147 h 1168"/>
              <a:gd name="T8" fmla="*/ 746 w 1051"/>
              <a:gd name="T9" fmla="*/ 175 h 1168"/>
              <a:gd name="T10" fmla="*/ 946 w 1051"/>
              <a:gd name="T11" fmla="*/ 175 h 1168"/>
              <a:gd name="T12" fmla="*/ 992 w 1051"/>
              <a:gd name="T13" fmla="*/ 175 h 1168"/>
              <a:gd name="T14" fmla="*/ 1050 w 1051"/>
              <a:gd name="T15" fmla="*/ 235 h 1168"/>
              <a:gd name="T16" fmla="*/ 1050 w 1051"/>
              <a:gd name="T17" fmla="*/ 467 h 1168"/>
              <a:gd name="T18" fmla="*/ 992 w 1051"/>
              <a:gd name="T19" fmla="*/ 525 h 1168"/>
              <a:gd name="T20" fmla="*/ 700 w 1051"/>
              <a:gd name="T21" fmla="*/ 525 h 1168"/>
              <a:gd name="T22" fmla="*/ 643 w 1051"/>
              <a:gd name="T23" fmla="*/ 467 h 1168"/>
              <a:gd name="T24" fmla="*/ 643 w 1051"/>
              <a:gd name="T25" fmla="*/ 235 h 1168"/>
              <a:gd name="T26" fmla="*/ 700 w 1051"/>
              <a:gd name="T27" fmla="*/ 175 h 1168"/>
              <a:gd name="T28" fmla="*/ 700 w 1051"/>
              <a:gd name="T29" fmla="*/ 147 h 1168"/>
              <a:gd name="T30" fmla="*/ 845 w 1051"/>
              <a:gd name="T31" fmla="*/ 0 h 1168"/>
              <a:gd name="T32" fmla="*/ 992 w 1051"/>
              <a:gd name="T33" fmla="*/ 147 h 1168"/>
              <a:gd name="T34" fmla="*/ 992 w 1051"/>
              <a:gd name="T35" fmla="*/ 175 h 1168"/>
              <a:gd name="T36" fmla="*/ 992 w 1051"/>
              <a:gd name="T37" fmla="*/ 847 h 1168"/>
              <a:gd name="T38" fmla="*/ 1050 w 1051"/>
              <a:gd name="T39" fmla="*/ 904 h 1168"/>
              <a:gd name="T40" fmla="*/ 1050 w 1051"/>
              <a:gd name="T41" fmla="*/ 1109 h 1168"/>
              <a:gd name="T42" fmla="*/ 992 w 1051"/>
              <a:gd name="T43" fmla="*/ 1167 h 1168"/>
              <a:gd name="T44" fmla="*/ 0 w 1051"/>
              <a:gd name="T45" fmla="*/ 175 h 1168"/>
              <a:gd name="T46" fmla="*/ 58 w 1051"/>
              <a:gd name="T47" fmla="*/ 117 h 1168"/>
              <a:gd name="T48" fmla="*/ 263 w 1051"/>
              <a:gd name="T49" fmla="*/ 117 h 1168"/>
              <a:gd name="T50" fmla="*/ 320 w 1051"/>
              <a:gd name="T51" fmla="*/ 175 h 1168"/>
              <a:gd name="T52" fmla="*/ 353 w 1051"/>
              <a:gd name="T53" fmla="*/ 382 h 1168"/>
              <a:gd name="T54" fmla="*/ 339 w 1051"/>
              <a:gd name="T55" fmla="*/ 443 h 1168"/>
              <a:gd name="T56" fmla="*/ 211 w 1051"/>
              <a:gd name="T57" fmla="*/ 571 h 1168"/>
              <a:gd name="T58" fmla="*/ 596 w 1051"/>
              <a:gd name="T59" fmla="*/ 956 h 1168"/>
              <a:gd name="T60" fmla="*/ 725 w 1051"/>
              <a:gd name="T61" fmla="*/ 828 h 1168"/>
              <a:gd name="T62" fmla="*/ 785 w 1051"/>
              <a:gd name="T63" fmla="*/ 814 h 1168"/>
              <a:gd name="T64" fmla="*/ 992 w 1051"/>
              <a:gd name="T65" fmla="*/ 847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51" h="1168">
                <a:moveTo>
                  <a:pt x="946" y="175"/>
                </a:moveTo>
                <a:lnTo>
                  <a:pt x="946" y="147"/>
                </a:lnTo>
                <a:cubicBezTo>
                  <a:pt x="946" y="93"/>
                  <a:pt x="899" y="46"/>
                  <a:pt x="845" y="46"/>
                </a:cubicBezTo>
                <a:cubicBezTo>
                  <a:pt x="790" y="46"/>
                  <a:pt x="746" y="93"/>
                  <a:pt x="746" y="147"/>
                </a:cubicBezTo>
                <a:lnTo>
                  <a:pt x="746" y="175"/>
                </a:lnTo>
                <a:lnTo>
                  <a:pt x="946" y="175"/>
                </a:lnTo>
                <a:close/>
                <a:moveTo>
                  <a:pt x="992" y="175"/>
                </a:moveTo>
                <a:cubicBezTo>
                  <a:pt x="1025" y="175"/>
                  <a:pt x="1050" y="202"/>
                  <a:pt x="1050" y="235"/>
                </a:cubicBezTo>
                <a:lnTo>
                  <a:pt x="1050" y="467"/>
                </a:lnTo>
                <a:cubicBezTo>
                  <a:pt x="1050" y="500"/>
                  <a:pt x="1025" y="525"/>
                  <a:pt x="992" y="525"/>
                </a:cubicBezTo>
                <a:lnTo>
                  <a:pt x="700" y="525"/>
                </a:lnTo>
                <a:cubicBezTo>
                  <a:pt x="667" y="525"/>
                  <a:pt x="643" y="500"/>
                  <a:pt x="643" y="467"/>
                </a:cubicBezTo>
                <a:lnTo>
                  <a:pt x="643" y="235"/>
                </a:lnTo>
                <a:cubicBezTo>
                  <a:pt x="643" y="202"/>
                  <a:pt x="667" y="175"/>
                  <a:pt x="700" y="175"/>
                </a:cubicBezTo>
                <a:lnTo>
                  <a:pt x="700" y="147"/>
                </a:lnTo>
                <a:cubicBezTo>
                  <a:pt x="700" y="68"/>
                  <a:pt x="765" y="0"/>
                  <a:pt x="845" y="0"/>
                </a:cubicBezTo>
                <a:cubicBezTo>
                  <a:pt x="924" y="0"/>
                  <a:pt x="992" y="68"/>
                  <a:pt x="992" y="147"/>
                </a:cubicBezTo>
                <a:lnTo>
                  <a:pt x="992" y="175"/>
                </a:lnTo>
                <a:close/>
                <a:moveTo>
                  <a:pt x="992" y="847"/>
                </a:moveTo>
                <a:cubicBezTo>
                  <a:pt x="1025" y="847"/>
                  <a:pt x="1050" y="872"/>
                  <a:pt x="1050" y="904"/>
                </a:cubicBezTo>
                <a:lnTo>
                  <a:pt x="1050" y="1109"/>
                </a:lnTo>
                <a:cubicBezTo>
                  <a:pt x="1050" y="1142"/>
                  <a:pt x="1025" y="1167"/>
                  <a:pt x="992" y="1167"/>
                </a:cubicBezTo>
                <a:cubicBezTo>
                  <a:pt x="446" y="1167"/>
                  <a:pt x="0" y="721"/>
                  <a:pt x="0" y="175"/>
                </a:cubicBezTo>
                <a:cubicBezTo>
                  <a:pt x="0" y="142"/>
                  <a:pt x="25" y="117"/>
                  <a:pt x="58" y="117"/>
                </a:cubicBezTo>
                <a:lnTo>
                  <a:pt x="263" y="117"/>
                </a:lnTo>
                <a:cubicBezTo>
                  <a:pt x="295" y="117"/>
                  <a:pt x="320" y="142"/>
                  <a:pt x="320" y="175"/>
                </a:cubicBezTo>
                <a:cubicBezTo>
                  <a:pt x="320" y="249"/>
                  <a:pt x="331" y="317"/>
                  <a:pt x="353" y="382"/>
                </a:cubicBezTo>
                <a:cubicBezTo>
                  <a:pt x="358" y="402"/>
                  <a:pt x="356" y="426"/>
                  <a:pt x="339" y="443"/>
                </a:cubicBezTo>
                <a:lnTo>
                  <a:pt x="211" y="571"/>
                </a:lnTo>
                <a:cubicBezTo>
                  <a:pt x="295" y="738"/>
                  <a:pt x="432" y="872"/>
                  <a:pt x="596" y="956"/>
                </a:cubicBezTo>
                <a:lnTo>
                  <a:pt x="725" y="828"/>
                </a:lnTo>
                <a:cubicBezTo>
                  <a:pt x="741" y="811"/>
                  <a:pt x="766" y="809"/>
                  <a:pt x="785" y="814"/>
                </a:cubicBezTo>
                <a:cubicBezTo>
                  <a:pt x="850" y="836"/>
                  <a:pt x="919" y="847"/>
                  <a:pt x="992" y="84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066924" y="5014119"/>
            <a:ext cx="503238" cy="336550"/>
          </a:xfrm>
          <a:custGeom>
            <a:avLst/>
            <a:gdLst>
              <a:gd name="T0" fmla="*/ 1281 w 1400"/>
              <a:gd name="T1" fmla="*/ 760 h 936"/>
              <a:gd name="T2" fmla="*/ 1281 w 1400"/>
              <a:gd name="T3" fmla="*/ 350 h 936"/>
              <a:gd name="T4" fmla="*/ 1049 w 1400"/>
              <a:gd name="T5" fmla="*/ 350 h 936"/>
              <a:gd name="T6" fmla="*/ 1049 w 1400"/>
              <a:gd name="T7" fmla="*/ 760 h 936"/>
              <a:gd name="T8" fmla="*/ 1281 w 1400"/>
              <a:gd name="T9" fmla="*/ 760 h 936"/>
              <a:gd name="T10" fmla="*/ 1342 w 1400"/>
              <a:gd name="T11" fmla="*/ 235 h 936"/>
              <a:gd name="T12" fmla="*/ 1399 w 1400"/>
              <a:gd name="T13" fmla="*/ 292 h 936"/>
              <a:gd name="T14" fmla="*/ 1399 w 1400"/>
              <a:gd name="T15" fmla="*/ 874 h 936"/>
              <a:gd name="T16" fmla="*/ 1342 w 1400"/>
              <a:gd name="T17" fmla="*/ 935 h 936"/>
              <a:gd name="T18" fmla="*/ 992 w 1400"/>
              <a:gd name="T19" fmla="*/ 935 h 936"/>
              <a:gd name="T20" fmla="*/ 932 w 1400"/>
              <a:gd name="T21" fmla="*/ 874 h 936"/>
              <a:gd name="T22" fmla="*/ 932 w 1400"/>
              <a:gd name="T23" fmla="*/ 292 h 936"/>
              <a:gd name="T24" fmla="*/ 992 w 1400"/>
              <a:gd name="T25" fmla="*/ 235 h 936"/>
              <a:gd name="T26" fmla="*/ 1342 w 1400"/>
              <a:gd name="T27" fmla="*/ 235 h 936"/>
              <a:gd name="T28" fmla="*/ 232 w 1400"/>
              <a:gd name="T29" fmla="*/ 117 h 936"/>
              <a:gd name="T30" fmla="*/ 232 w 1400"/>
              <a:gd name="T31" fmla="*/ 760 h 936"/>
              <a:gd name="T32" fmla="*/ 817 w 1400"/>
              <a:gd name="T33" fmla="*/ 760 h 936"/>
              <a:gd name="T34" fmla="*/ 817 w 1400"/>
              <a:gd name="T35" fmla="*/ 935 h 936"/>
              <a:gd name="T36" fmla="*/ 0 w 1400"/>
              <a:gd name="T37" fmla="*/ 935 h 936"/>
              <a:gd name="T38" fmla="*/ 0 w 1400"/>
              <a:gd name="T39" fmla="*/ 760 h 936"/>
              <a:gd name="T40" fmla="*/ 117 w 1400"/>
              <a:gd name="T41" fmla="*/ 760 h 936"/>
              <a:gd name="T42" fmla="*/ 117 w 1400"/>
              <a:gd name="T43" fmla="*/ 117 h 936"/>
              <a:gd name="T44" fmla="*/ 232 w 1400"/>
              <a:gd name="T45" fmla="*/ 0 h 936"/>
              <a:gd name="T46" fmla="*/ 1281 w 1400"/>
              <a:gd name="T47" fmla="*/ 0 h 936"/>
              <a:gd name="T48" fmla="*/ 1281 w 1400"/>
              <a:gd name="T49" fmla="*/ 117 h 936"/>
              <a:gd name="T50" fmla="*/ 232 w 1400"/>
              <a:gd name="T51" fmla="*/ 11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00" h="936">
                <a:moveTo>
                  <a:pt x="1281" y="760"/>
                </a:moveTo>
                <a:lnTo>
                  <a:pt x="1281" y="350"/>
                </a:lnTo>
                <a:lnTo>
                  <a:pt x="1049" y="350"/>
                </a:lnTo>
                <a:lnTo>
                  <a:pt x="1049" y="760"/>
                </a:lnTo>
                <a:lnTo>
                  <a:pt x="1281" y="760"/>
                </a:lnTo>
                <a:close/>
                <a:moveTo>
                  <a:pt x="1342" y="235"/>
                </a:moveTo>
                <a:cubicBezTo>
                  <a:pt x="1374" y="235"/>
                  <a:pt x="1399" y="260"/>
                  <a:pt x="1399" y="292"/>
                </a:cubicBezTo>
                <a:lnTo>
                  <a:pt x="1399" y="874"/>
                </a:lnTo>
                <a:cubicBezTo>
                  <a:pt x="1399" y="907"/>
                  <a:pt x="1374" y="935"/>
                  <a:pt x="1342" y="935"/>
                </a:cubicBezTo>
                <a:lnTo>
                  <a:pt x="992" y="935"/>
                </a:lnTo>
                <a:cubicBezTo>
                  <a:pt x="959" y="935"/>
                  <a:pt x="932" y="907"/>
                  <a:pt x="932" y="874"/>
                </a:cubicBezTo>
                <a:lnTo>
                  <a:pt x="932" y="292"/>
                </a:lnTo>
                <a:cubicBezTo>
                  <a:pt x="932" y="260"/>
                  <a:pt x="959" y="235"/>
                  <a:pt x="992" y="235"/>
                </a:cubicBezTo>
                <a:lnTo>
                  <a:pt x="1342" y="235"/>
                </a:lnTo>
                <a:close/>
                <a:moveTo>
                  <a:pt x="232" y="117"/>
                </a:moveTo>
                <a:lnTo>
                  <a:pt x="232" y="760"/>
                </a:lnTo>
                <a:lnTo>
                  <a:pt x="817" y="760"/>
                </a:lnTo>
                <a:lnTo>
                  <a:pt x="817" y="935"/>
                </a:lnTo>
                <a:lnTo>
                  <a:pt x="0" y="935"/>
                </a:lnTo>
                <a:lnTo>
                  <a:pt x="0" y="760"/>
                </a:lnTo>
                <a:lnTo>
                  <a:pt x="117" y="760"/>
                </a:lnTo>
                <a:lnTo>
                  <a:pt x="117" y="117"/>
                </a:lnTo>
                <a:cubicBezTo>
                  <a:pt x="117" y="55"/>
                  <a:pt x="169" y="0"/>
                  <a:pt x="232" y="0"/>
                </a:cubicBezTo>
                <a:lnTo>
                  <a:pt x="1281" y="0"/>
                </a:lnTo>
                <a:lnTo>
                  <a:pt x="1281" y="117"/>
                </a:lnTo>
                <a:lnTo>
                  <a:pt x="232" y="1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98812" y="4950621"/>
            <a:ext cx="379412" cy="461963"/>
          </a:xfrm>
          <a:custGeom>
            <a:avLst/>
            <a:gdLst>
              <a:gd name="T0" fmla="*/ 937 w 1056"/>
              <a:gd name="T1" fmla="*/ 0 h 1285"/>
              <a:gd name="T2" fmla="*/ 1055 w 1056"/>
              <a:gd name="T3" fmla="*/ 118 h 1285"/>
              <a:gd name="T4" fmla="*/ 1055 w 1056"/>
              <a:gd name="T5" fmla="*/ 1167 h 1285"/>
              <a:gd name="T6" fmla="*/ 937 w 1056"/>
              <a:gd name="T7" fmla="*/ 1284 h 1285"/>
              <a:gd name="T8" fmla="*/ 355 w 1056"/>
              <a:gd name="T9" fmla="*/ 1284 h 1285"/>
              <a:gd name="T10" fmla="*/ 237 w 1056"/>
              <a:gd name="T11" fmla="*/ 1167 h 1285"/>
              <a:gd name="T12" fmla="*/ 237 w 1056"/>
              <a:gd name="T13" fmla="*/ 992 h 1285"/>
              <a:gd name="T14" fmla="*/ 355 w 1056"/>
              <a:gd name="T15" fmla="*/ 992 h 1285"/>
              <a:gd name="T16" fmla="*/ 355 w 1056"/>
              <a:gd name="T17" fmla="*/ 1110 h 1285"/>
              <a:gd name="T18" fmla="*/ 937 w 1056"/>
              <a:gd name="T19" fmla="*/ 1110 h 1285"/>
              <a:gd name="T20" fmla="*/ 937 w 1056"/>
              <a:gd name="T21" fmla="*/ 175 h 1285"/>
              <a:gd name="T22" fmla="*/ 355 w 1056"/>
              <a:gd name="T23" fmla="*/ 175 h 1285"/>
              <a:gd name="T24" fmla="*/ 355 w 1056"/>
              <a:gd name="T25" fmla="*/ 292 h 1285"/>
              <a:gd name="T26" fmla="*/ 237 w 1056"/>
              <a:gd name="T27" fmla="*/ 292 h 1285"/>
              <a:gd name="T28" fmla="*/ 237 w 1056"/>
              <a:gd name="T29" fmla="*/ 118 h 1285"/>
              <a:gd name="T30" fmla="*/ 355 w 1056"/>
              <a:gd name="T31" fmla="*/ 0 h 1285"/>
              <a:gd name="T32" fmla="*/ 937 w 1056"/>
              <a:gd name="T33" fmla="*/ 0 h 1285"/>
              <a:gd name="T34" fmla="*/ 298 w 1056"/>
              <a:gd name="T35" fmla="*/ 760 h 1285"/>
              <a:gd name="T36" fmla="*/ 412 w 1056"/>
              <a:gd name="T37" fmla="*/ 642 h 1285"/>
              <a:gd name="T38" fmla="*/ 298 w 1056"/>
              <a:gd name="T39" fmla="*/ 525 h 1285"/>
              <a:gd name="T40" fmla="*/ 180 w 1056"/>
              <a:gd name="T41" fmla="*/ 642 h 1285"/>
              <a:gd name="T42" fmla="*/ 298 w 1056"/>
              <a:gd name="T43" fmla="*/ 760 h 1285"/>
              <a:gd name="T44" fmla="*/ 519 w 1056"/>
              <a:gd name="T45" fmla="*/ 672 h 1285"/>
              <a:gd name="T46" fmla="*/ 582 w 1056"/>
              <a:gd name="T47" fmla="*/ 724 h 1285"/>
              <a:gd name="T48" fmla="*/ 587 w 1056"/>
              <a:gd name="T49" fmla="*/ 741 h 1285"/>
              <a:gd name="T50" fmla="*/ 530 w 1056"/>
              <a:gd name="T51" fmla="*/ 842 h 1285"/>
              <a:gd name="T52" fmla="*/ 513 w 1056"/>
              <a:gd name="T53" fmla="*/ 847 h 1285"/>
              <a:gd name="T54" fmla="*/ 437 w 1056"/>
              <a:gd name="T55" fmla="*/ 817 h 1285"/>
              <a:gd name="T56" fmla="*/ 385 w 1056"/>
              <a:gd name="T57" fmla="*/ 847 h 1285"/>
              <a:gd name="T58" fmla="*/ 371 w 1056"/>
              <a:gd name="T59" fmla="*/ 921 h 1285"/>
              <a:gd name="T60" fmla="*/ 355 w 1056"/>
              <a:gd name="T61" fmla="*/ 935 h 1285"/>
              <a:gd name="T62" fmla="*/ 237 w 1056"/>
              <a:gd name="T63" fmla="*/ 935 h 1285"/>
              <a:gd name="T64" fmla="*/ 226 w 1056"/>
              <a:gd name="T65" fmla="*/ 921 h 1285"/>
              <a:gd name="T66" fmla="*/ 216 w 1056"/>
              <a:gd name="T67" fmla="*/ 847 h 1285"/>
              <a:gd name="T68" fmla="*/ 164 w 1056"/>
              <a:gd name="T69" fmla="*/ 817 h 1285"/>
              <a:gd name="T70" fmla="*/ 82 w 1056"/>
              <a:gd name="T71" fmla="*/ 842 h 1285"/>
              <a:gd name="T72" fmla="*/ 62 w 1056"/>
              <a:gd name="T73" fmla="*/ 834 h 1285"/>
              <a:gd name="T74" fmla="*/ 5 w 1056"/>
              <a:gd name="T75" fmla="*/ 735 h 1285"/>
              <a:gd name="T76" fmla="*/ 11 w 1056"/>
              <a:gd name="T77" fmla="*/ 713 h 1285"/>
              <a:gd name="T78" fmla="*/ 76 w 1056"/>
              <a:gd name="T79" fmla="*/ 667 h 1285"/>
              <a:gd name="T80" fmla="*/ 76 w 1056"/>
              <a:gd name="T81" fmla="*/ 607 h 1285"/>
              <a:gd name="T82" fmla="*/ 11 w 1056"/>
              <a:gd name="T83" fmla="*/ 560 h 1285"/>
              <a:gd name="T84" fmla="*/ 5 w 1056"/>
              <a:gd name="T85" fmla="*/ 544 h 1285"/>
              <a:gd name="T86" fmla="*/ 62 w 1056"/>
              <a:gd name="T87" fmla="*/ 443 h 1285"/>
              <a:gd name="T88" fmla="*/ 82 w 1056"/>
              <a:gd name="T89" fmla="*/ 437 h 1285"/>
              <a:gd name="T90" fmla="*/ 155 w 1056"/>
              <a:gd name="T91" fmla="*/ 467 h 1285"/>
              <a:gd name="T92" fmla="*/ 210 w 1056"/>
              <a:gd name="T93" fmla="*/ 437 h 1285"/>
              <a:gd name="T94" fmla="*/ 221 w 1056"/>
              <a:gd name="T95" fmla="*/ 364 h 1285"/>
              <a:gd name="T96" fmla="*/ 237 w 1056"/>
              <a:gd name="T97" fmla="*/ 350 h 1285"/>
              <a:gd name="T98" fmla="*/ 355 w 1056"/>
              <a:gd name="T99" fmla="*/ 350 h 1285"/>
              <a:gd name="T100" fmla="*/ 371 w 1056"/>
              <a:gd name="T101" fmla="*/ 364 h 1285"/>
              <a:gd name="T102" fmla="*/ 385 w 1056"/>
              <a:gd name="T103" fmla="*/ 437 h 1285"/>
              <a:gd name="T104" fmla="*/ 437 w 1056"/>
              <a:gd name="T105" fmla="*/ 467 h 1285"/>
              <a:gd name="T106" fmla="*/ 513 w 1056"/>
              <a:gd name="T107" fmla="*/ 443 h 1285"/>
              <a:gd name="T108" fmla="*/ 530 w 1056"/>
              <a:gd name="T109" fmla="*/ 451 h 1285"/>
              <a:gd name="T110" fmla="*/ 587 w 1056"/>
              <a:gd name="T111" fmla="*/ 549 h 1285"/>
              <a:gd name="T112" fmla="*/ 582 w 1056"/>
              <a:gd name="T113" fmla="*/ 566 h 1285"/>
              <a:gd name="T114" fmla="*/ 519 w 1056"/>
              <a:gd name="T115" fmla="*/ 612 h 1285"/>
              <a:gd name="T116" fmla="*/ 519 w 1056"/>
              <a:gd name="T117" fmla="*/ 672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56" h="1285">
                <a:moveTo>
                  <a:pt x="937" y="0"/>
                </a:moveTo>
                <a:cubicBezTo>
                  <a:pt x="1000" y="0"/>
                  <a:pt x="1055" y="55"/>
                  <a:pt x="1055" y="118"/>
                </a:cubicBezTo>
                <a:lnTo>
                  <a:pt x="1055" y="1167"/>
                </a:lnTo>
                <a:cubicBezTo>
                  <a:pt x="1055" y="1230"/>
                  <a:pt x="1000" y="1284"/>
                  <a:pt x="937" y="1284"/>
                </a:cubicBezTo>
                <a:lnTo>
                  <a:pt x="355" y="1284"/>
                </a:lnTo>
                <a:cubicBezTo>
                  <a:pt x="292" y="1284"/>
                  <a:pt x="237" y="1230"/>
                  <a:pt x="237" y="1167"/>
                </a:cubicBezTo>
                <a:lnTo>
                  <a:pt x="237" y="992"/>
                </a:lnTo>
                <a:lnTo>
                  <a:pt x="355" y="992"/>
                </a:lnTo>
                <a:lnTo>
                  <a:pt x="355" y="1110"/>
                </a:lnTo>
                <a:lnTo>
                  <a:pt x="937" y="1110"/>
                </a:lnTo>
                <a:lnTo>
                  <a:pt x="937" y="175"/>
                </a:lnTo>
                <a:lnTo>
                  <a:pt x="355" y="175"/>
                </a:lnTo>
                <a:lnTo>
                  <a:pt x="355" y="292"/>
                </a:lnTo>
                <a:lnTo>
                  <a:pt x="237" y="292"/>
                </a:lnTo>
                <a:lnTo>
                  <a:pt x="237" y="118"/>
                </a:lnTo>
                <a:cubicBezTo>
                  <a:pt x="237" y="55"/>
                  <a:pt x="292" y="0"/>
                  <a:pt x="355" y="0"/>
                </a:cubicBezTo>
                <a:lnTo>
                  <a:pt x="937" y="0"/>
                </a:lnTo>
                <a:close/>
                <a:moveTo>
                  <a:pt x="298" y="760"/>
                </a:moveTo>
                <a:cubicBezTo>
                  <a:pt x="360" y="760"/>
                  <a:pt x="412" y="705"/>
                  <a:pt x="412" y="642"/>
                </a:cubicBezTo>
                <a:cubicBezTo>
                  <a:pt x="412" y="579"/>
                  <a:pt x="360" y="525"/>
                  <a:pt x="298" y="525"/>
                </a:cubicBezTo>
                <a:cubicBezTo>
                  <a:pt x="235" y="525"/>
                  <a:pt x="180" y="579"/>
                  <a:pt x="180" y="642"/>
                </a:cubicBezTo>
                <a:cubicBezTo>
                  <a:pt x="180" y="705"/>
                  <a:pt x="235" y="760"/>
                  <a:pt x="298" y="760"/>
                </a:cubicBezTo>
                <a:close/>
                <a:moveTo>
                  <a:pt x="519" y="672"/>
                </a:moveTo>
                <a:lnTo>
                  <a:pt x="582" y="724"/>
                </a:lnTo>
                <a:cubicBezTo>
                  <a:pt x="587" y="730"/>
                  <a:pt x="593" y="735"/>
                  <a:pt x="587" y="741"/>
                </a:cubicBezTo>
                <a:lnTo>
                  <a:pt x="530" y="842"/>
                </a:lnTo>
                <a:cubicBezTo>
                  <a:pt x="524" y="847"/>
                  <a:pt x="519" y="847"/>
                  <a:pt x="513" y="847"/>
                </a:cubicBezTo>
                <a:lnTo>
                  <a:pt x="437" y="817"/>
                </a:lnTo>
                <a:cubicBezTo>
                  <a:pt x="421" y="828"/>
                  <a:pt x="401" y="842"/>
                  <a:pt x="385" y="847"/>
                </a:cubicBezTo>
                <a:lnTo>
                  <a:pt x="371" y="921"/>
                </a:lnTo>
                <a:cubicBezTo>
                  <a:pt x="366" y="926"/>
                  <a:pt x="360" y="935"/>
                  <a:pt x="355" y="935"/>
                </a:cubicBezTo>
                <a:lnTo>
                  <a:pt x="237" y="935"/>
                </a:lnTo>
                <a:cubicBezTo>
                  <a:pt x="232" y="935"/>
                  <a:pt x="221" y="926"/>
                  <a:pt x="226" y="921"/>
                </a:cubicBezTo>
                <a:lnTo>
                  <a:pt x="216" y="847"/>
                </a:lnTo>
                <a:cubicBezTo>
                  <a:pt x="199" y="842"/>
                  <a:pt x="180" y="828"/>
                  <a:pt x="164" y="817"/>
                </a:cubicBezTo>
                <a:lnTo>
                  <a:pt x="82" y="842"/>
                </a:lnTo>
                <a:cubicBezTo>
                  <a:pt x="76" y="847"/>
                  <a:pt x="68" y="839"/>
                  <a:pt x="62" y="834"/>
                </a:cubicBezTo>
                <a:lnTo>
                  <a:pt x="5" y="735"/>
                </a:lnTo>
                <a:cubicBezTo>
                  <a:pt x="5" y="730"/>
                  <a:pt x="5" y="724"/>
                  <a:pt x="11" y="713"/>
                </a:cubicBezTo>
                <a:lnTo>
                  <a:pt x="76" y="667"/>
                </a:lnTo>
                <a:lnTo>
                  <a:pt x="76" y="607"/>
                </a:lnTo>
                <a:lnTo>
                  <a:pt x="11" y="560"/>
                </a:lnTo>
                <a:cubicBezTo>
                  <a:pt x="5" y="555"/>
                  <a:pt x="0" y="549"/>
                  <a:pt x="5" y="544"/>
                </a:cubicBezTo>
                <a:lnTo>
                  <a:pt x="62" y="443"/>
                </a:lnTo>
                <a:cubicBezTo>
                  <a:pt x="68" y="437"/>
                  <a:pt x="76" y="437"/>
                  <a:pt x="82" y="437"/>
                </a:cubicBezTo>
                <a:lnTo>
                  <a:pt x="155" y="467"/>
                </a:lnTo>
                <a:cubicBezTo>
                  <a:pt x="172" y="456"/>
                  <a:pt x="194" y="443"/>
                  <a:pt x="210" y="437"/>
                </a:cubicBezTo>
                <a:lnTo>
                  <a:pt x="221" y="364"/>
                </a:lnTo>
                <a:cubicBezTo>
                  <a:pt x="226" y="358"/>
                  <a:pt x="232" y="350"/>
                  <a:pt x="237" y="350"/>
                </a:cubicBezTo>
                <a:lnTo>
                  <a:pt x="355" y="350"/>
                </a:lnTo>
                <a:cubicBezTo>
                  <a:pt x="366" y="350"/>
                  <a:pt x="371" y="358"/>
                  <a:pt x="371" y="364"/>
                </a:cubicBezTo>
                <a:lnTo>
                  <a:pt x="385" y="437"/>
                </a:lnTo>
                <a:cubicBezTo>
                  <a:pt x="401" y="443"/>
                  <a:pt x="421" y="456"/>
                  <a:pt x="437" y="467"/>
                </a:cubicBezTo>
                <a:lnTo>
                  <a:pt x="513" y="443"/>
                </a:lnTo>
                <a:cubicBezTo>
                  <a:pt x="519" y="437"/>
                  <a:pt x="524" y="445"/>
                  <a:pt x="530" y="451"/>
                </a:cubicBezTo>
                <a:lnTo>
                  <a:pt x="587" y="549"/>
                </a:lnTo>
                <a:cubicBezTo>
                  <a:pt x="587" y="555"/>
                  <a:pt x="587" y="560"/>
                  <a:pt x="582" y="566"/>
                </a:cubicBezTo>
                <a:lnTo>
                  <a:pt x="519" y="612"/>
                </a:lnTo>
                <a:lnTo>
                  <a:pt x="519" y="67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49737" y="4950621"/>
            <a:ext cx="431800" cy="461963"/>
          </a:xfrm>
          <a:custGeom>
            <a:avLst/>
            <a:gdLst>
              <a:gd name="T0" fmla="*/ 700 w 1201"/>
              <a:gd name="T1" fmla="*/ 1110 h 1285"/>
              <a:gd name="T2" fmla="*/ 700 w 1201"/>
              <a:gd name="T3" fmla="*/ 175 h 1285"/>
              <a:gd name="T4" fmla="*/ 115 w 1201"/>
              <a:gd name="T5" fmla="*/ 175 h 1285"/>
              <a:gd name="T6" fmla="*/ 115 w 1201"/>
              <a:gd name="T7" fmla="*/ 1110 h 1285"/>
              <a:gd name="T8" fmla="*/ 700 w 1201"/>
              <a:gd name="T9" fmla="*/ 1110 h 1285"/>
              <a:gd name="T10" fmla="*/ 700 w 1201"/>
              <a:gd name="T11" fmla="*/ 0 h 1285"/>
              <a:gd name="T12" fmla="*/ 815 w 1201"/>
              <a:gd name="T13" fmla="*/ 118 h 1285"/>
              <a:gd name="T14" fmla="*/ 815 w 1201"/>
              <a:gd name="T15" fmla="*/ 1167 h 1285"/>
              <a:gd name="T16" fmla="*/ 700 w 1201"/>
              <a:gd name="T17" fmla="*/ 1284 h 1285"/>
              <a:gd name="T18" fmla="*/ 115 w 1201"/>
              <a:gd name="T19" fmla="*/ 1284 h 1285"/>
              <a:gd name="T20" fmla="*/ 0 w 1201"/>
              <a:gd name="T21" fmla="*/ 1167 h 1285"/>
              <a:gd name="T22" fmla="*/ 0 w 1201"/>
              <a:gd name="T23" fmla="*/ 118 h 1285"/>
              <a:gd name="T24" fmla="*/ 115 w 1201"/>
              <a:gd name="T25" fmla="*/ 0 h 1285"/>
              <a:gd name="T26" fmla="*/ 700 w 1201"/>
              <a:gd name="T27" fmla="*/ 0 h 1285"/>
              <a:gd name="T28" fmla="*/ 932 w 1201"/>
              <a:gd name="T29" fmla="*/ 514 h 1285"/>
              <a:gd name="T30" fmla="*/ 932 w 1201"/>
              <a:gd name="T31" fmla="*/ 765 h 1285"/>
              <a:gd name="T32" fmla="*/ 875 w 1201"/>
              <a:gd name="T33" fmla="*/ 705 h 1285"/>
              <a:gd name="T34" fmla="*/ 875 w 1201"/>
              <a:gd name="T35" fmla="*/ 571 h 1285"/>
              <a:gd name="T36" fmla="*/ 932 w 1201"/>
              <a:gd name="T37" fmla="*/ 514 h 1285"/>
              <a:gd name="T38" fmla="*/ 1055 w 1201"/>
              <a:gd name="T39" fmla="*/ 391 h 1285"/>
              <a:gd name="T40" fmla="*/ 1055 w 1201"/>
              <a:gd name="T41" fmla="*/ 888 h 1285"/>
              <a:gd name="T42" fmla="*/ 995 w 1201"/>
              <a:gd name="T43" fmla="*/ 828 h 1285"/>
              <a:gd name="T44" fmla="*/ 995 w 1201"/>
              <a:gd name="T45" fmla="*/ 451 h 1285"/>
              <a:gd name="T46" fmla="*/ 1055 w 1201"/>
              <a:gd name="T47" fmla="*/ 391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01" h="1285">
                <a:moveTo>
                  <a:pt x="700" y="1110"/>
                </a:moveTo>
                <a:lnTo>
                  <a:pt x="700" y="175"/>
                </a:lnTo>
                <a:lnTo>
                  <a:pt x="115" y="175"/>
                </a:lnTo>
                <a:lnTo>
                  <a:pt x="115" y="1110"/>
                </a:lnTo>
                <a:lnTo>
                  <a:pt x="700" y="1110"/>
                </a:lnTo>
                <a:close/>
                <a:moveTo>
                  <a:pt x="700" y="0"/>
                </a:moveTo>
                <a:cubicBezTo>
                  <a:pt x="763" y="0"/>
                  <a:pt x="815" y="55"/>
                  <a:pt x="815" y="118"/>
                </a:cubicBezTo>
                <a:lnTo>
                  <a:pt x="815" y="1167"/>
                </a:lnTo>
                <a:cubicBezTo>
                  <a:pt x="815" y="1230"/>
                  <a:pt x="763" y="1284"/>
                  <a:pt x="700" y="1284"/>
                </a:cubicBezTo>
                <a:lnTo>
                  <a:pt x="115" y="1284"/>
                </a:lnTo>
                <a:cubicBezTo>
                  <a:pt x="52" y="1284"/>
                  <a:pt x="0" y="1230"/>
                  <a:pt x="0" y="1167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700" y="0"/>
                </a:lnTo>
                <a:close/>
                <a:moveTo>
                  <a:pt x="932" y="514"/>
                </a:moveTo>
                <a:cubicBezTo>
                  <a:pt x="1003" y="590"/>
                  <a:pt x="1003" y="694"/>
                  <a:pt x="932" y="765"/>
                </a:cubicBezTo>
                <a:lnTo>
                  <a:pt x="875" y="705"/>
                </a:lnTo>
                <a:cubicBezTo>
                  <a:pt x="905" y="664"/>
                  <a:pt x="905" y="612"/>
                  <a:pt x="875" y="571"/>
                </a:cubicBezTo>
                <a:lnTo>
                  <a:pt x="932" y="514"/>
                </a:lnTo>
                <a:close/>
                <a:moveTo>
                  <a:pt x="1055" y="391"/>
                </a:moveTo>
                <a:cubicBezTo>
                  <a:pt x="1200" y="530"/>
                  <a:pt x="1200" y="754"/>
                  <a:pt x="1055" y="888"/>
                </a:cubicBezTo>
                <a:lnTo>
                  <a:pt x="995" y="828"/>
                </a:lnTo>
                <a:cubicBezTo>
                  <a:pt x="1099" y="716"/>
                  <a:pt x="1099" y="555"/>
                  <a:pt x="995" y="451"/>
                </a:cubicBezTo>
                <a:lnTo>
                  <a:pt x="1055" y="39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276849" y="4964910"/>
            <a:ext cx="503238" cy="434975"/>
          </a:xfrm>
          <a:custGeom>
            <a:avLst/>
            <a:gdLst>
              <a:gd name="T0" fmla="*/ 1342 w 1400"/>
              <a:gd name="T1" fmla="*/ 372 h 1209"/>
              <a:gd name="T2" fmla="*/ 1399 w 1400"/>
              <a:gd name="T3" fmla="*/ 429 h 1209"/>
              <a:gd name="T4" fmla="*/ 1399 w 1400"/>
              <a:gd name="T5" fmla="*/ 1011 h 1209"/>
              <a:gd name="T6" fmla="*/ 1342 w 1400"/>
              <a:gd name="T7" fmla="*/ 1072 h 1209"/>
              <a:gd name="T8" fmla="*/ 1331 w 1400"/>
              <a:gd name="T9" fmla="*/ 1072 h 1209"/>
              <a:gd name="T10" fmla="*/ 1156 w 1400"/>
              <a:gd name="T11" fmla="*/ 897 h 1209"/>
              <a:gd name="T12" fmla="*/ 1281 w 1400"/>
              <a:gd name="T13" fmla="*/ 897 h 1209"/>
              <a:gd name="T14" fmla="*/ 1281 w 1400"/>
              <a:gd name="T15" fmla="*/ 487 h 1209"/>
              <a:gd name="T16" fmla="*/ 1049 w 1400"/>
              <a:gd name="T17" fmla="*/ 487 h 1209"/>
              <a:gd name="T18" fmla="*/ 1049 w 1400"/>
              <a:gd name="T19" fmla="*/ 790 h 1209"/>
              <a:gd name="T20" fmla="*/ 932 w 1400"/>
              <a:gd name="T21" fmla="*/ 673 h 1209"/>
              <a:gd name="T22" fmla="*/ 932 w 1400"/>
              <a:gd name="T23" fmla="*/ 429 h 1209"/>
              <a:gd name="T24" fmla="*/ 992 w 1400"/>
              <a:gd name="T25" fmla="*/ 372 h 1209"/>
              <a:gd name="T26" fmla="*/ 1342 w 1400"/>
              <a:gd name="T27" fmla="*/ 372 h 1209"/>
              <a:gd name="T28" fmla="*/ 232 w 1400"/>
              <a:gd name="T29" fmla="*/ 271 h 1209"/>
              <a:gd name="T30" fmla="*/ 232 w 1400"/>
              <a:gd name="T31" fmla="*/ 897 h 1209"/>
              <a:gd name="T32" fmla="*/ 858 w 1400"/>
              <a:gd name="T33" fmla="*/ 897 h 1209"/>
              <a:gd name="T34" fmla="*/ 232 w 1400"/>
              <a:gd name="T35" fmla="*/ 271 h 1209"/>
              <a:gd name="T36" fmla="*/ 112 w 1400"/>
              <a:gd name="T37" fmla="*/ 0 h 1209"/>
              <a:gd name="T38" fmla="*/ 1243 w 1400"/>
              <a:gd name="T39" fmla="*/ 1134 h 1209"/>
              <a:gd name="T40" fmla="*/ 1169 w 1400"/>
              <a:gd name="T41" fmla="*/ 1208 h 1209"/>
              <a:gd name="T42" fmla="*/ 1033 w 1400"/>
              <a:gd name="T43" fmla="*/ 1072 h 1209"/>
              <a:gd name="T44" fmla="*/ 0 w 1400"/>
              <a:gd name="T45" fmla="*/ 1072 h 1209"/>
              <a:gd name="T46" fmla="*/ 0 w 1400"/>
              <a:gd name="T47" fmla="*/ 897 h 1209"/>
              <a:gd name="T48" fmla="*/ 117 w 1400"/>
              <a:gd name="T49" fmla="*/ 897 h 1209"/>
              <a:gd name="T50" fmla="*/ 117 w 1400"/>
              <a:gd name="T51" fmla="*/ 254 h 1209"/>
              <a:gd name="T52" fmla="*/ 145 w 1400"/>
              <a:gd name="T53" fmla="*/ 181 h 1209"/>
              <a:gd name="T54" fmla="*/ 38 w 1400"/>
              <a:gd name="T55" fmla="*/ 74 h 1209"/>
              <a:gd name="T56" fmla="*/ 112 w 1400"/>
              <a:gd name="T57" fmla="*/ 0 h 1209"/>
              <a:gd name="T58" fmla="*/ 514 w 1400"/>
              <a:gd name="T59" fmla="*/ 254 h 1209"/>
              <a:gd name="T60" fmla="*/ 396 w 1400"/>
              <a:gd name="T61" fmla="*/ 137 h 1209"/>
              <a:gd name="T62" fmla="*/ 1281 w 1400"/>
              <a:gd name="T63" fmla="*/ 137 h 1209"/>
              <a:gd name="T64" fmla="*/ 1281 w 1400"/>
              <a:gd name="T65" fmla="*/ 254 h 1209"/>
              <a:gd name="T66" fmla="*/ 514 w 1400"/>
              <a:gd name="T67" fmla="*/ 254 h 1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00" h="1209">
                <a:moveTo>
                  <a:pt x="1342" y="372"/>
                </a:moveTo>
                <a:cubicBezTo>
                  <a:pt x="1374" y="372"/>
                  <a:pt x="1399" y="397"/>
                  <a:pt x="1399" y="429"/>
                </a:cubicBezTo>
                <a:lnTo>
                  <a:pt x="1399" y="1011"/>
                </a:lnTo>
                <a:cubicBezTo>
                  <a:pt x="1399" y="1044"/>
                  <a:pt x="1374" y="1072"/>
                  <a:pt x="1342" y="1072"/>
                </a:cubicBezTo>
                <a:lnTo>
                  <a:pt x="1331" y="1072"/>
                </a:lnTo>
                <a:lnTo>
                  <a:pt x="1156" y="897"/>
                </a:lnTo>
                <a:lnTo>
                  <a:pt x="1281" y="897"/>
                </a:lnTo>
                <a:lnTo>
                  <a:pt x="1281" y="487"/>
                </a:lnTo>
                <a:lnTo>
                  <a:pt x="1049" y="487"/>
                </a:lnTo>
                <a:lnTo>
                  <a:pt x="1049" y="790"/>
                </a:lnTo>
                <a:lnTo>
                  <a:pt x="932" y="673"/>
                </a:lnTo>
                <a:lnTo>
                  <a:pt x="932" y="429"/>
                </a:lnTo>
                <a:cubicBezTo>
                  <a:pt x="932" y="397"/>
                  <a:pt x="959" y="372"/>
                  <a:pt x="992" y="372"/>
                </a:cubicBezTo>
                <a:lnTo>
                  <a:pt x="1342" y="372"/>
                </a:lnTo>
                <a:close/>
                <a:moveTo>
                  <a:pt x="232" y="271"/>
                </a:moveTo>
                <a:lnTo>
                  <a:pt x="232" y="897"/>
                </a:lnTo>
                <a:lnTo>
                  <a:pt x="858" y="897"/>
                </a:lnTo>
                <a:lnTo>
                  <a:pt x="232" y="271"/>
                </a:lnTo>
                <a:close/>
                <a:moveTo>
                  <a:pt x="112" y="0"/>
                </a:moveTo>
                <a:cubicBezTo>
                  <a:pt x="489" y="378"/>
                  <a:pt x="866" y="756"/>
                  <a:pt x="1243" y="1134"/>
                </a:cubicBezTo>
                <a:lnTo>
                  <a:pt x="1169" y="1208"/>
                </a:lnTo>
                <a:lnTo>
                  <a:pt x="1033" y="1072"/>
                </a:lnTo>
                <a:lnTo>
                  <a:pt x="0" y="1072"/>
                </a:lnTo>
                <a:lnTo>
                  <a:pt x="0" y="897"/>
                </a:lnTo>
                <a:lnTo>
                  <a:pt x="117" y="897"/>
                </a:lnTo>
                <a:lnTo>
                  <a:pt x="117" y="254"/>
                </a:lnTo>
                <a:cubicBezTo>
                  <a:pt x="117" y="227"/>
                  <a:pt x="128" y="200"/>
                  <a:pt x="145" y="181"/>
                </a:cubicBezTo>
                <a:lnTo>
                  <a:pt x="38" y="74"/>
                </a:lnTo>
                <a:lnTo>
                  <a:pt x="112" y="0"/>
                </a:lnTo>
                <a:close/>
                <a:moveTo>
                  <a:pt x="514" y="254"/>
                </a:moveTo>
                <a:lnTo>
                  <a:pt x="396" y="137"/>
                </a:lnTo>
                <a:lnTo>
                  <a:pt x="1281" y="137"/>
                </a:lnTo>
                <a:lnTo>
                  <a:pt x="1281" y="254"/>
                </a:lnTo>
                <a:lnTo>
                  <a:pt x="514" y="25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21439" y="4950621"/>
            <a:ext cx="357187" cy="461963"/>
          </a:xfrm>
          <a:custGeom>
            <a:avLst/>
            <a:gdLst>
              <a:gd name="T0" fmla="*/ 322 w 993"/>
              <a:gd name="T1" fmla="*/ 585 h 1285"/>
              <a:gd name="T2" fmla="*/ 322 w 993"/>
              <a:gd name="T3" fmla="*/ 497 h 1285"/>
              <a:gd name="T4" fmla="*/ 235 w 993"/>
              <a:gd name="T5" fmla="*/ 421 h 1285"/>
              <a:gd name="T6" fmla="*/ 147 w 993"/>
              <a:gd name="T7" fmla="*/ 497 h 1285"/>
              <a:gd name="T8" fmla="*/ 147 w 993"/>
              <a:gd name="T9" fmla="*/ 585 h 1285"/>
              <a:gd name="T10" fmla="*/ 322 w 993"/>
              <a:gd name="T11" fmla="*/ 585 h 1285"/>
              <a:gd name="T12" fmla="*/ 396 w 993"/>
              <a:gd name="T13" fmla="*/ 585 h 1285"/>
              <a:gd name="T14" fmla="*/ 467 w 993"/>
              <a:gd name="T15" fmla="*/ 659 h 1285"/>
              <a:gd name="T16" fmla="*/ 467 w 993"/>
              <a:gd name="T17" fmla="*/ 864 h 1285"/>
              <a:gd name="T18" fmla="*/ 390 w 993"/>
              <a:gd name="T19" fmla="*/ 935 h 1285"/>
              <a:gd name="T20" fmla="*/ 71 w 993"/>
              <a:gd name="T21" fmla="*/ 935 h 1285"/>
              <a:gd name="T22" fmla="*/ 0 w 993"/>
              <a:gd name="T23" fmla="*/ 858 h 1285"/>
              <a:gd name="T24" fmla="*/ 0 w 993"/>
              <a:gd name="T25" fmla="*/ 653 h 1285"/>
              <a:gd name="T26" fmla="*/ 71 w 993"/>
              <a:gd name="T27" fmla="*/ 585 h 1285"/>
              <a:gd name="T28" fmla="*/ 71 w 993"/>
              <a:gd name="T29" fmla="*/ 497 h 1285"/>
              <a:gd name="T30" fmla="*/ 235 w 993"/>
              <a:gd name="T31" fmla="*/ 350 h 1285"/>
              <a:gd name="T32" fmla="*/ 396 w 993"/>
              <a:gd name="T33" fmla="*/ 497 h 1285"/>
              <a:gd name="T34" fmla="*/ 396 w 993"/>
              <a:gd name="T35" fmla="*/ 585 h 1285"/>
              <a:gd name="T36" fmla="*/ 874 w 993"/>
              <a:gd name="T37" fmla="*/ 0 h 1285"/>
              <a:gd name="T38" fmla="*/ 992 w 993"/>
              <a:gd name="T39" fmla="*/ 118 h 1285"/>
              <a:gd name="T40" fmla="*/ 992 w 993"/>
              <a:gd name="T41" fmla="*/ 1167 h 1285"/>
              <a:gd name="T42" fmla="*/ 874 w 993"/>
              <a:gd name="T43" fmla="*/ 1284 h 1285"/>
              <a:gd name="T44" fmla="*/ 292 w 993"/>
              <a:gd name="T45" fmla="*/ 1284 h 1285"/>
              <a:gd name="T46" fmla="*/ 175 w 993"/>
              <a:gd name="T47" fmla="*/ 1167 h 1285"/>
              <a:gd name="T48" fmla="*/ 175 w 993"/>
              <a:gd name="T49" fmla="*/ 992 h 1285"/>
              <a:gd name="T50" fmla="*/ 292 w 993"/>
              <a:gd name="T51" fmla="*/ 992 h 1285"/>
              <a:gd name="T52" fmla="*/ 292 w 993"/>
              <a:gd name="T53" fmla="*/ 1110 h 1285"/>
              <a:gd name="T54" fmla="*/ 874 w 993"/>
              <a:gd name="T55" fmla="*/ 1110 h 1285"/>
              <a:gd name="T56" fmla="*/ 874 w 993"/>
              <a:gd name="T57" fmla="*/ 175 h 1285"/>
              <a:gd name="T58" fmla="*/ 292 w 993"/>
              <a:gd name="T59" fmla="*/ 175 h 1285"/>
              <a:gd name="T60" fmla="*/ 292 w 993"/>
              <a:gd name="T61" fmla="*/ 292 h 1285"/>
              <a:gd name="T62" fmla="*/ 175 w 993"/>
              <a:gd name="T63" fmla="*/ 292 h 1285"/>
              <a:gd name="T64" fmla="*/ 175 w 993"/>
              <a:gd name="T65" fmla="*/ 118 h 1285"/>
              <a:gd name="T66" fmla="*/ 292 w 993"/>
              <a:gd name="T67" fmla="*/ 0 h 1285"/>
              <a:gd name="T68" fmla="*/ 874 w 993"/>
              <a:gd name="T69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93" h="1285">
                <a:moveTo>
                  <a:pt x="322" y="585"/>
                </a:moveTo>
                <a:lnTo>
                  <a:pt x="322" y="497"/>
                </a:lnTo>
                <a:cubicBezTo>
                  <a:pt x="322" y="451"/>
                  <a:pt x="281" y="421"/>
                  <a:pt x="235" y="421"/>
                </a:cubicBezTo>
                <a:cubicBezTo>
                  <a:pt x="188" y="421"/>
                  <a:pt x="147" y="451"/>
                  <a:pt x="147" y="497"/>
                </a:cubicBezTo>
                <a:lnTo>
                  <a:pt x="147" y="585"/>
                </a:lnTo>
                <a:lnTo>
                  <a:pt x="322" y="585"/>
                </a:lnTo>
                <a:close/>
                <a:moveTo>
                  <a:pt x="396" y="585"/>
                </a:moveTo>
                <a:cubicBezTo>
                  <a:pt x="431" y="585"/>
                  <a:pt x="467" y="618"/>
                  <a:pt x="467" y="659"/>
                </a:cubicBezTo>
                <a:lnTo>
                  <a:pt x="467" y="864"/>
                </a:lnTo>
                <a:cubicBezTo>
                  <a:pt x="467" y="899"/>
                  <a:pt x="431" y="935"/>
                  <a:pt x="390" y="935"/>
                </a:cubicBezTo>
                <a:lnTo>
                  <a:pt x="71" y="935"/>
                </a:lnTo>
                <a:cubicBezTo>
                  <a:pt x="35" y="935"/>
                  <a:pt x="0" y="899"/>
                  <a:pt x="0" y="858"/>
                </a:cubicBezTo>
                <a:lnTo>
                  <a:pt x="0" y="653"/>
                </a:lnTo>
                <a:cubicBezTo>
                  <a:pt x="0" y="618"/>
                  <a:pt x="35" y="585"/>
                  <a:pt x="71" y="585"/>
                </a:cubicBezTo>
                <a:lnTo>
                  <a:pt x="71" y="497"/>
                </a:lnTo>
                <a:cubicBezTo>
                  <a:pt x="71" y="415"/>
                  <a:pt x="153" y="350"/>
                  <a:pt x="235" y="350"/>
                </a:cubicBezTo>
                <a:cubicBezTo>
                  <a:pt x="317" y="350"/>
                  <a:pt x="396" y="415"/>
                  <a:pt x="396" y="497"/>
                </a:cubicBezTo>
                <a:lnTo>
                  <a:pt x="396" y="585"/>
                </a:lnTo>
                <a:close/>
                <a:moveTo>
                  <a:pt x="874" y="0"/>
                </a:moveTo>
                <a:cubicBezTo>
                  <a:pt x="937" y="0"/>
                  <a:pt x="992" y="55"/>
                  <a:pt x="992" y="118"/>
                </a:cubicBezTo>
                <a:lnTo>
                  <a:pt x="992" y="1167"/>
                </a:lnTo>
                <a:cubicBezTo>
                  <a:pt x="992" y="1230"/>
                  <a:pt x="937" y="1284"/>
                  <a:pt x="874" y="1284"/>
                </a:cubicBezTo>
                <a:lnTo>
                  <a:pt x="292" y="1284"/>
                </a:lnTo>
                <a:cubicBezTo>
                  <a:pt x="229" y="1284"/>
                  <a:pt x="175" y="1230"/>
                  <a:pt x="175" y="1167"/>
                </a:cubicBezTo>
                <a:lnTo>
                  <a:pt x="175" y="992"/>
                </a:lnTo>
                <a:lnTo>
                  <a:pt x="292" y="992"/>
                </a:lnTo>
                <a:lnTo>
                  <a:pt x="292" y="1110"/>
                </a:lnTo>
                <a:lnTo>
                  <a:pt x="874" y="1110"/>
                </a:lnTo>
                <a:lnTo>
                  <a:pt x="874" y="175"/>
                </a:lnTo>
                <a:lnTo>
                  <a:pt x="292" y="175"/>
                </a:lnTo>
                <a:lnTo>
                  <a:pt x="292" y="292"/>
                </a:lnTo>
                <a:lnTo>
                  <a:pt x="175" y="292"/>
                </a:lnTo>
                <a:lnTo>
                  <a:pt x="175" y="118"/>
                </a:lnTo>
                <a:cubicBezTo>
                  <a:pt x="175" y="55"/>
                  <a:pt x="229" y="0"/>
                  <a:pt x="292" y="0"/>
                </a:cubicBezTo>
                <a:lnTo>
                  <a:pt x="874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480301" y="4950621"/>
            <a:ext cx="377825" cy="461963"/>
          </a:xfrm>
          <a:custGeom>
            <a:avLst/>
            <a:gdLst>
              <a:gd name="T0" fmla="*/ 932 w 1051"/>
              <a:gd name="T1" fmla="*/ 0 h 1285"/>
              <a:gd name="T2" fmla="*/ 1050 w 1051"/>
              <a:gd name="T3" fmla="*/ 118 h 1285"/>
              <a:gd name="T4" fmla="*/ 1050 w 1051"/>
              <a:gd name="T5" fmla="*/ 1167 h 1285"/>
              <a:gd name="T6" fmla="*/ 932 w 1051"/>
              <a:gd name="T7" fmla="*/ 1284 h 1285"/>
              <a:gd name="T8" fmla="*/ 350 w 1051"/>
              <a:gd name="T9" fmla="*/ 1284 h 1285"/>
              <a:gd name="T10" fmla="*/ 233 w 1051"/>
              <a:gd name="T11" fmla="*/ 1167 h 1285"/>
              <a:gd name="T12" fmla="*/ 233 w 1051"/>
              <a:gd name="T13" fmla="*/ 992 h 1285"/>
              <a:gd name="T14" fmla="*/ 350 w 1051"/>
              <a:gd name="T15" fmla="*/ 992 h 1285"/>
              <a:gd name="T16" fmla="*/ 350 w 1051"/>
              <a:gd name="T17" fmla="*/ 1110 h 1285"/>
              <a:gd name="T18" fmla="*/ 932 w 1051"/>
              <a:gd name="T19" fmla="*/ 1110 h 1285"/>
              <a:gd name="T20" fmla="*/ 932 w 1051"/>
              <a:gd name="T21" fmla="*/ 175 h 1285"/>
              <a:gd name="T22" fmla="*/ 350 w 1051"/>
              <a:gd name="T23" fmla="*/ 175 h 1285"/>
              <a:gd name="T24" fmla="*/ 350 w 1051"/>
              <a:gd name="T25" fmla="*/ 292 h 1285"/>
              <a:gd name="T26" fmla="*/ 233 w 1051"/>
              <a:gd name="T27" fmla="*/ 292 h 1285"/>
              <a:gd name="T28" fmla="*/ 233 w 1051"/>
              <a:gd name="T29" fmla="*/ 118 h 1285"/>
              <a:gd name="T30" fmla="*/ 350 w 1051"/>
              <a:gd name="T31" fmla="*/ 0 h 1285"/>
              <a:gd name="T32" fmla="*/ 932 w 1051"/>
              <a:gd name="T33" fmla="*/ 0 h 1285"/>
              <a:gd name="T34" fmla="*/ 582 w 1051"/>
              <a:gd name="T35" fmla="*/ 421 h 1285"/>
              <a:gd name="T36" fmla="*/ 350 w 1051"/>
              <a:gd name="T37" fmla="*/ 653 h 1285"/>
              <a:gd name="T38" fmla="*/ 582 w 1051"/>
              <a:gd name="T39" fmla="*/ 888 h 1285"/>
              <a:gd name="T40" fmla="*/ 525 w 1051"/>
              <a:gd name="T41" fmla="*/ 946 h 1285"/>
              <a:gd name="T42" fmla="*/ 293 w 1051"/>
              <a:gd name="T43" fmla="*/ 713 h 1285"/>
              <a:gd name="T44" fmla="*/ 58 w 1051"/>
              <a:gd name="T45" fmla="*/ 946 h 1285"/>
              <a:gd name="T46" fmla="*/ 0 w 1051"/>
              <a:gd name="T47" fmla="*/ 888 h 1285"/>
              <a:gd name="T48" fmla="*/ 233 w 1051"/>
              <a:gd name="T49" fmla="*/ 653 h 1285"/>
              <a:gd name="T50" fmla="*/ 0 w 1051"/>
              <a:gd name="T51" fmla="*/ 421 h 1285"/>
              <a:gd name="T52" fmla="*/ 58 w 1051"/>
              <a:gd name="T53" fmla="*/ 364 h 1285"/>
              <a:gd name="T54" fmla="*/ 293 w 1051"/>
              <a:gd name="T55" fmla="*/ 596 h 1285"/>
              <a:gd name="T56" fmla="*/ 525 w 1051"/>
              <a:gd name="T57" fmla="*/ 364 h 1285"/>
              <a:gd name="T58" fmla="*/ 582 w 1051"/>
              <a:gd name="T59" fmla="*/ 421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1285"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1167"/>
                </a:lnTo>
                <a:cubicBezTo>
                  <a:pt x="1050" y="1230"/>
                  <a:pt x="995" y="1284"/>
                  <a:pt x="932" y="1284"/>
                </a:cubicBezTo>
                <a:lnTo>
                  <a:pt x="350" y="1284"/>
                </a:lnTo>
                <a:cubicBezTo>
                  <a:pt x="287" y="1284"/>
                  <a:pt x="233" y="1230"/>
                  <a:pt x="233" y="1167"/>
                </a:cubicBezTo>
                <a:lnTo>
                  <a:pt x="233" y="992"/>
                </a:lnTo>
                <a:lnTo>
                  <a:pt x="350" y="992"/>
                </a:lnTo>
                <a:lnTo>
                  <a:pt x="350" y="1110"/>
                </a:lnTo>
                <a:lnTo>
                  <a:pt x="932" y="1110"/>
                </a:lnTo>
                <a:lnTo>
                  <a:pt x="932" y="175"/>
                </a:lnTo>
                <a:lnTo>
                  <a:pt x="350" y="175"/>
                </a:lnTo>
                <a:lnTo>
                  <a:pt x="350" y="292"/>
                </a:lnTo>
                <a:lnTo>
                  <a:pt x="233" y="292"/>
                </a:lnTo>
                <a:lnTo>
                  <a:pt x="233" y="118"/>
                </a:lnTo>
                <a:cubicBezTo>
                  <a:pt x="233" y="55"/>
                  <a:pt x="287" y="0"/>
                  <a:pt x="350" y="0"/>
                </a:cubicBezTo>
                <a:lnTo>
                  <a:pt x="932" y="0"/>
                </a:lnTo>
                <a:close/>
                <a:moveTo>
                  <a:pt x="582" y="421"/>
                </a:moveTo>
                <a:lnTo>
                  <a:pt x="350" y="653"/>
                </a:lnTo>
                <a:lnTo>
                  <a:pt x="582" y="888"/>
                </a:lnTo>
                <a:lnTo>
                  <a:pt x="525" y="946"/>
                </a:lnTo>
                <a:lnTo>
                  <a:pt x="293" y="713"/>
                </a:lnTo>
                <a:lnTo>
                  <a:pt x="58" y="946"/>
                </a:lnTo>
                <a:lnTo>
                  <a:pt x="0" y="888"/>
                </a:lnTo>
                <a:lnTo>
                  <a:pt x="233" y="653"/>
                </a:lnTo>
                <a:lnTo>
                  <a:pt x="0" y="421"/>
                </a:lnTo>
                <a:lnTo>
                  <a:pt x="58" y="364"/>
                </a:lnTo>
                <a:lnTo>
                  <a:pt x="293" y="596"/>
                </a:lnTo>
                <a:lnTo>
                  <a:pt x="525" y="364"/>
                </a:lnTo>
                <a:lnTo>
                  <a:pt x="582" y="42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51864" y="4993483"/>
            <a:ext cx="377825" cy="377825"/>
          </a:xfrm>
          <a:custGeom>
            <a:avLst/>
            <a:gdLst>
              <a:gd name="T0" fmla="*/ 210 w 1050"/>
              <a:gd name="T1" fmla="*/ 453 h 1050"/>
              <a:gd name="T2" fmla="*/ 595 w 1050"/>
              <a:gd name="T3" fmla="*/ 839 h 1050"/>
              <a:gd name="T4" fmla="*/ 724 w 1050"/>
              <a:gd name="T5" fmla="*/ 710 h 1050"/>
              <a:gd name="T6" fmla="*/ 784 w 1050"/>
              <a:gd name="T7" fmla="*/ 696 h 1050"/>
              <a:gd name="T8" fmla="*/ 992 w 1050"/>
              <a:gd name="T9" fmla="*/ 729 h 1050"/>
              <a:gd name="T10" fmla="*/ 1049 w 1050"/>
              <a:gd name="T11" fmla="*/ 787 h 1050"/>
              <a:gd name="T12" fmla="*/ 1049 w 1050"/>
              <a:gd name="T13" fmla="*/ 992 h 1050"/>
              <a:gd name="T14" fmla="*/ 992 w 1050"/>
              <a:gd name="T15" fmla="*/ 1049 h 1050"/>
              <a:gd name="T16" fmla="*/ 0 w 1050"/>
              <a:gd name="T17" fmla="*/ 57 h 1050"/>
              <a:gd name="T18" fmla="*/ 57 w 1050"/>
              <a:gd name="T19" fmla="*/ 0 h 1050"/>
              <a:gd name="T20" fmla="*/ 262 w 1050"/>
              <a:gd name="T21" fmla="*/ 0 h 1050"/>
              <a:gd name="T22" fmla="*/ 319 w 1050"/>
              <a:gd name="T23" fmla="*/ 57 h 1050"/>
              <a:gd name="T24" fmla="*/ 352 w 1050"/>
              <a:gd name="T25" fmla="*/ 265 h 1050"/>
              <a:gd name="T26" fmla="*/ 339 w 1050"/>
              <a:gd name="T27" fmla="*/ 325 h 1050"/>
              <a:gd name="T28" fmla="*/ 210 w 1050"/>
              <a:gd name="T29" fmla="*/ 453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0" h="1050">
                <a:moveTo>
                  <a:pt x="210" y="453"/>
                </a:moveTo>
                <a:cubicBezTo>
                  <a:pt x="295" y="617"/>
                  <a:pt x="431" y="754"/>
                  <a:pt x="595" y="839"/>
                </a:cubicBezTo>
                <a:lnTo>
                  <a:pt x="724" y="710"/>
                </a:lnTo>
                <a:cubicBezTo>
                  <a:pt x="740" y="694"/>
                  <a:pt x="765" y="688"/>
                  <a:pt x="784" y="696"/>
                </a:cubicBezTo>
                <a:cubicBezTo>
                  <a:pt x="850" y="718"/>
                  <a:pt x="921" y="729"/>
                  <a:pt x="992" y="729"/>
                </a:cubicBezTo>
                <a:cubicBezTo>
                  <a:pt x="1024" y="729"/>
                  <a:pt x="1049" y="754"/>
                  <a:pt x="1049" y="787"/>
                </a:cubicBezTo>
                <a:lnTo>
                  <a:pt x="1049" y="992"/>
                </a:lnTo>
                <a:cubicBezTo>
                  <a:pt x="1049" y="1024"/>
                  <a:pt x="1024" y="1049"/>
                  <a:pt x="992" y="1049"/>
                </a:cubicBezTo>
                <a:cubicBezTo>
                  <a:pt x="445" y="1049"/>
                  <a:pt x="0" y="604"/>
                  <a:pt x="0" y="57"/>
                </a:cubicBezTo>
                <a:cubicBezTo>
                  <a:pt x="0" y="24"/>
                  <a:pt x="24" y="0"/>
                  <a:pt x="57" y="0"/>
                </a:cubicBezTo>
                <a:lnTo>
                  <a:pt x="262" y="0"/>
                </a:lnTo>
                <a:cubicBezTo>
                  <a:pt x="295" y="0"/>
                  <a:pt x="319" y="24"/>
                  <a:pt x="319" y="57"/>
                </a:cubicBezTo>
                <a:cubicBezTo>
                  <a:pt x="319" y="131"/>
                  <a:pt x="330" y="199"/>
                  <a:pt x="352" y="265"/>
                </a:cubicBezTo>
                <a:cubicBezTo>
                  <a:pt x="358" y="284"/>
                  <a:pt x="355" y="308"/>
                  <a:pt x="339" y="325"/>
                </a:cubicBezTo>
                <a:lnTo>
                  <a:pt x="210" y="45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21839" y="4993483"/>
            <a:ext cx="377825" cy="377825"/>
          </a:xfrm>
          <a:custGeom>
            <a:avLst/>
            <a:gdLst>
              <a:gd name="T0" fmla="*/ 932 w 1050"/>
              <a:gd name="T1" fmla="*/ 0 h 1050"/>
              <a:gd name="T2" fmla="*/ 1049 w 1050"/>
              <a:gd name="T3" fmla="*/ 0 h 1050"/>
              <a:gd name="T4" fmla="*/ 1049 w 1050"/>
              <a:gd name="T5" fmla="*/ 407 h 1050"/>
              <a:gd name="T6" fmla="*/ 932 w 1050"/>
              <a:gd name="T7" fmla="*/ 407 h 1050"/>
              <a:gd name="T8" fmla="*/ 932 w 1050"/>
              <a:gd name="T9" fmla="*/ 0 h 1050"/>
              <a:gd name="T10" fmla="*/ 992 w 1050"/>
              <a:gd name="T11" fmla="*/ 729 h 1050"/>
              <a:gd name="T12" fmla="*/ 1049 w 1050"/>
              <a:gd name="T13" fmla="*/ 787 h 1050"/>
              <a:gd name="T14" fmla="*/ 1049 w 1050"/>
              <a:gd name="T15" fmla="*/ 992 h 1050"/>
              <a:gd name="T16" fmla="*/ 992 w 1050"/>
              <a:gd name="T17" fmla="*/ 1049 h 1050"/>
              <a:gd name="T18" fmla="*/ 0 w 1050"/>
              <a:gd name="T19" fmla="*/ 57 h 1050"/>
              <a:gd name="T20" fmla="*/ 57 w 1050"/>
              <a:gd name="T21" fmla="*/ 0 h 1050"/>
              <a:gd name="T22" fmla="*/ 262 w 1050"/>
              <a:gd name="T23" fmla="*/ 0 h 1050"/>
              <a:gd name="T24" fmla="*/ 320 w 1050"/>
              <a:gd name="T25" fmla="*/ 57 h 1050"/>
              <a:gd name="T26" fmla="*/ 353 w 1050"/>
              <a:gd name="T27" fmla="*/ 265 h 1050"/>
              <a:gd name="T28" fmla="*/ 339 w 1050"/>
              <a:gd name="T29" fmla="*/ 325 h 1050"/>
              <a:gd name="T30" fmla="*/ 210 w 1050"/>
              <a:gd name="T31" fmla="*/ 453 h 1050"/>
              <a:gd name="T32" fmla="*/ 596 w 1050"/>
              <a:gd name="T33" fmla="*/ 839 h 1050"/>
              <a:gd name="T34" fmla="*/ 724 w 1050"/>
              <a:gd name="T35" fmla="*/ 710 h 1050"/>
              <a:gd name="T36" fmla="*/ 784 w 1050"/>
              <a:gd name="T37" fmla="*/ 696 h 1050"/>
              <a:gd name="T38" fmla="*/ 992 w 1050"/>
              <a:gd name="T39" fmla="*/ 729 h 1050"/>
              <a:gd name="T40" fmla="*/ 817 w 1050"/>
              <a:gd name="T41" fmla="*/ 0 h 1050"/>
              <a:gd name="T42" fmla="*/ 817 w 1050"/>
              <a:gd name="T43" fmla="*/ 407 h 1050"/>
              <a:gd name="T44" fmla="*/ 700 w 1050"/>
              <a:gd name="T45" fmla="*/ 407 h 1050"/>
              <a:gd name="T46" fmla="*/ 700 w 1050"/>
              <a:gd name="T47" fmla="*/ 0 h 1050"/>
              <a:gd name="T48" fmla="*/ 817 w 1050"/>
              <a:gd name="T4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0" h="1050">
                <a:moveTo>
                  <a:pt x="932" y="0"/>
                </a:moveTo>
                <a:lnTo>
                  <a:pt x="1049" y="0"/>
                </a:lnTo>
                <a:lnTo>
                  <a:pt x="1049" y="407"/>
                </a:lnTo>
                <a:lnTo>
                  <a:pt x="932" y="407"/>
                </a:lnTo>
                <a:lnTo>
                  <a:pt x="932" y="0"/>
                </a:lnTo>
                <a:close/>
                <a:moveTo>
                  <a:pt x="992" y="729"/>
                </a:moveTo>
                <a:cubicBezTo>
                  <a:pt x="1025" y="729"/>
                  <a:pt x="1049" y="754"/>
                  <a:pt x="1049" y="787"/>
                </a:cubicBezTo>
                <a:lnTo>
                  <a:pt x="1049" y="992"/>
                </a:lnTo>
                <a:cubicBezTo>
                  <a:pt x="1049" y="1024"/>
                  <a:pt x="1025" y="1049"/>
                  <a:pt x="992" y="1049"/>
                </a:cubicBezTo>
                <a:cubicBezTo>
                  <a:pt x="445" y="1049"/>
                  <a:pt x="0" y="604"/>
                  <a:pt x="0" y="57"/>
                </a:cubicBezTo>
                <a:cubicBezTo>
                  <a:pt x="0" y="24"/>
                  <a:pt x="25" y="0"/>
                  <a:pt x="57" y="0"/>
                </a:cubicBezTo>
                <a:lnTo>
                  <a:pt x="262" y="0"/>
                </a:lnTo>
                <a:cubicBezTo>
                  <a:pt x="295" y="0"/>
                  <a:pt x="320" y="24"/>
                  <a:pt x="320" y="57"/>
                </a:cubicBezTo>
                <a:cubicBezTo>
                  <a:pt x="320" y="131"/>
                  <a:pt x="331" y="199"/>
                  <a:pt x="353" y="265"/>
                </a:cubicBezTo>
                <a:cubicBezTo>
                  <a:pt x="358" y="284"/>
                  <a:pt x="355" y="308"/>
                  <a:pt x="339" y="325"/>
                </a:cubicBezTo>
                <a:lnTo>
                  <a:pt x="210" y="453"/>
                </a:lnTo>
                <a:cubicBezTo>
                  <a:pt x="295" y="620"/>
                  <a:pt x="432" y="754"/>
                  <a:pt x="596" y="839"/>
                </a:cubicBezTo>
                <a:lnTo>
                  <a:pt x="724" y="710"/>
                </a:lnTo>
                <a:cubicBezTo>
                  <a:pt x="741" y="694"/>
                  <a:pt x="765" y="691"/>
                  <a:pt x="784" y="696"/>
                </a:cubicBezTo>
                <a:cubicBezTo>
                  <a:pt x="850" y="718"/>
                  <a:pt x="918" y="729"/>
                  <a:pt x="992" y="729"/>
                </a:cubicBezTo>
                <a:close/>
                <a:moveTo>
                  <a:pt x="817" y="0"/>
                </a:moveTo>
                <a:lnTo>
                  <a:pt x="817" y="407"/>
                </a:lnTo>
                <a:lnTo>
                  <a:pt x="700" y="407"/>
                </a:lnTo>
                <a:lnTo>
                  <a:pt x="700" y="0"/>
                </a:ln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628314" y="4995069"/>
            <a:ext cx="504825" cy="374650"/>
          </a:xfrm>
          <a:custGeom>
            <a:avLst/>
            <a:gdLst>
              <a:gd name="T0" fmla="*/ 1383 w 1401"/>
              <a:gd name="T1" fmla="*/ 798 h 1042"/>
              <a:gd name="T2" fmla="*/ 1400 w 1401"/>
              <a:gd name="T3" fmla="*/ 839 h 1042"/>
              <a:gd name="T4" fmla="*/ 1383 w 1401"/>
              <a:gd name="T5" fmla="*/ 880 h 1042"/>
              <a:gd name="T6" fmla="*/ 1238 w 1401"/>
              <a:gd name="T7" fmla="*/ 1024 h 1042"/>
              <a:gd name="T8" fmla="*/ 1197 w 1401"/>
              <a:gd name="T9" fmla="*/ 1041 h 1042"/>
              <a:gd name="T10" fmla="*/ 1156 w 1401"/>
              <a:gd name="T11" fmla="*/ 1024 h 1042"/>
              <a:gd name="T12" fmla="*/ 1001 w 1401"/>
              <a:gd name="T13" fmla="*/ 915 h 1042"/>
              <a:gd name="T14" fmla="*/ 968 w 1401"/>
              <a:gd name="T15" fmla="*/ 863 h 1042"/>
              <a:gd name="T16" fmla="*/ 968 w 1401"/>
              <a:gd name="T17" fmla="*/ 683 h 1042"/>
              <a:gd name="T18" fmla="*/ 700 w 1401"/>
              <a:gd name="T19" fmla="*/ 642 h 1042"/>
              <a:gd name="T20" fmla="*/ 432 w 1401"/>
              <a:gd name="T21" fmla="*/ 683 h 1042"/>
              <a:gd name="T22" fmla="*/ 432 w 1401"/>
              <a:gd name="T23" fmla="*/ 863 h 1042"/>
              <a:gd name="T24" fmla="*/ 399 w 1401"/>
              <a:gd name="T25" fmla="*/ 918 h 1042"/>
              <a:gd name="T26" fmla="*/ 244 w 1401"/>
              <a:gd name="T27" fmla="*/ 1024 h 1042"/>
              <a:gd name="T28" fmla="*/ 203 w 1401"/>
              <a:gd name="T29" fmla="*/ 1041 h 1042"/>
              <a:gd name="T30" fmla="*/ 162 w 1401"/>
              <a:gd name="T31" fmla="*/ 1024 h 1042"/>
              <a:gd name="T32" fmla="*/ 17 w 1401"/>
              <a:gd name="T33" fmla="*/ 880 h 1042"/>
              <a:gd name="T34" fmla="*/ 0 w 1401"/>
              <a:gd name="T35" fmla="*/ 839 h 1042"/>
              <a:gd name="T36" fmla="*/ 17 w 1401"/>
              <a:gd name="T37" fmla="*/ 798 h 1042"/>
              <a:gd name="T38" fmla="*/ 700 w 1401"/>
              <a:gd name="T39" fmla="*/ 524 h 1042"/>
              <a:gd name="T40" fmla="*/ 1383 w 1401"/>
              <a:gd name="T41" fmla="*/ 798 h 1042"/>
              <a:gd name="T42" fmla="*/ 380 w 1401"/>
              <a:gd name="T43" fmla="*/ 145 h 1042"/>
              <a:gd name="T44" fmla="*/ 380 w 1401"/>
              <a:gd name="T45" fmla="*/ 349 h 1042"/>
              <a:gd name="T46" fmla="*/ 293 w 1401"/>
              <a:gd name="T47" fmla="*/ 349 h 1042"/>
              <a:gd name="T48" fmla="*/ 293 w 1401"/>
              <a:gd name="T49" fmla="*/ 0 h 1042"/>
              <a:gd name="T50" fmla="*/ 643 w 1401"/>
              <a:gd name="T51" fmla="*/ 0 h 1042"/>
              <a:gd name="T52" fmla="*/ 643 w 1401"/>
              <a:gd name="T53" fmla="*/ 87 h 1042"/>
              <a:gd name="T54" fmla="*/ 438 w 1401"/>
              <a:gd name="T55" fmla="*/ 87 h 1042"/>
              <a:gd name="T56" fmla="*/ 700 w 1401"/>
              <a:gd name="T57" fmla="*/ 349 h 1042"/>
              <a:gd name="T58" fmla="*/ 1050 w 1401"/>
              <a:gd name="T59" fmla="*/ 0 h 1042"/>
              <a:gd name="T60" fmla="*/ 1107 w 1401"/>
              <a:gd name="T61" fmla="*/ 57 h 1042"/>
              <a:gd name="T62" fmla="*/ 700 w 1401"/>
              <a:gd name="T63" fmla="*/ 467 h 1042"/>
              <a:gd name="T64" fmla="*/ 380 w 1401"/>
              <a:gd name="T65" fmla="*/ 14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01" h="1042">
                <a:moveTo>
                  <a:pt x="1383" y="798"/>
                </a:moveTo>
                <a:cubicBezTo>
                  <a:pt x="1394" y="809"/>
                  <a:pt x="1400" y="823"/>
                  <a:pt x="1400" y="839"/>
                </a:cubicBezTo>
                <a:cubicBezTo>
                  <a:pt x="1400" y="856"/>
                  <a:pt x="1394" y="869"/>
                  <a:pt x="1383" y="880"/>
                </a:cubicBezTo>
                <a:lnTo>
                  <a:pt x="1238" y="1024"/>
                </a:lnTo>
                <a:cubicBezTo>
                  <a:pt x="1228" y="1035"/>
                  <a:pt x="1214" y="1041"/>
                  <a:pt x="1197" y="1041"/>
                </a:cubicBezTo>
                <a:cubicBezTo>
                  <a:pt x="1181" y="1041"/>
                  <a:pt x="1167" y="1035"/>
                  <a:pt x="1156" y="1024"/>
                </a:cubicBezTo>
                <a:cubicBezTo>
                  <a:pt x="1110" y="981"/>
                  <a:pt x="1058" y="942"/>
                  <a:pt x="1001" y="915"/>
                </a:cubicBezTo>
                <a:cubicBezTo>
                  <a:pt x="982" y="907"/>
                  <a:pt x="968" y="885"/>
                  <a:pt x="968" y="863"/>
                </a:cubicBezTo>
                <a:lnTo>
                  <a:pt x="968" y="683"/>
                </a:lnTo>
                <a:cubicBezTo>
                  <a:pt x="883" y="656"/>
                  <a:pt x="793" y="642"/>
                  <a:pt x="700" y="642"/>
                </a:cubicBezTo>
                <a:cubicBezTo>
                  <a:pt x="607" y="642"/>
                  <a:pt x="517" y="656"/>
                  <a:pt x="432" y="683"/>
                </a:cubicBezTo>
                <a:lnTo>
                  <a:pt x="432" y="863"/>
                </a:lnTo>
                <a:cubicBezTo>
                  <a:pt x="432" y="888"/>
                  <a:pt x="419" y="910"/>
                  <a:pt x="399" y="918"/>
                </a:cubicBezTo>
                <a:cubicBezTo>
                  <a:pt x="342" y="945"/>
                  <a:pt x="290" y="981"/>
                  <a:pt x="244" y="1024"/>
                </a:cubicBezTo>
                <a:cubicBezTo>
                  <a:pt x="233" y="1035"/>
                  <a:pt x="220" y="1041"/>
                  <a:pt x="203" y="1041"/>
                </a:cubicBezTo>
                <a:cubicBezTo>
                  <a:pt x="187" y="1041"/>
                  <a:pt x="173" y="1035"/>
                  <a:pt x="162" y="1024"/>
                </a:cubicBezTo>
                <a:lnTo>
                  <a:pt x="17" y="880"/>
                </a:lnTo>
                <a:cubicBezTo>
                  <a:pt x="6" y="869"/>
                  <a:pt x="0" y="856"/>
                  <a:pt x="0" y="839"/>
                </a:cubicBezTo>
                <a:cubicBezTo>
                  <a:pt x="0" y="823"/>
                  <a:pt x="6" y="809"/>
                  <a:pt x="17" y="798"/>
                </a:cubicBezTo>
                <a:cubicBezTo>
                  <a:pt x="194" y="628"/>
                  <a:pt x="435" y="524"/>
                  <a:pt x="700" y="524"/>
                </a:cubicBezTo>
                <a:cubicBezTo>
                  <a:pt x="965" y="524"/>
                  <a:pt x="1206" y="628"/>
                  <a:pt x="1383" y="798"/>
                </a:cubicBezTo>
                <a:close/>
                <a:moveTo>
                  <a:pt x="380" y="145"/>
                </a:moveTo>
                <a:lnTo>
                  <a:pt x="380" y="349"/>
                </a:lnTo>
                <a:lnTo>
                  <a:pt x="293" y="349"/>
                </a:lnTo>
                <a:lnTo>
                  <a:pt x="293" y="0"/>
                </a:lnTo>
                <a:lnTo>
                  <a:pt x="643" y="0"/>
                </a:lnTo>
                <a:lnTo>
                  <a:pt x="643" y="87"/>
                </a:lnTo>
                <a:lnTo>
                  <a:pt x="438" y="87"/>
                </a:lnTo>
                <a:lnTo>
                  <a:pt x="700" y="349"/>
                </a:lnTo>
                <a:lnTo>
                  <a:pt x="1050" y="0"/>
                </a:lnTo>
                <a:lnTo>
                  <a:pt x="1107" y="57"/>
                </a:lnTo>
                <a:lnTo>
                  <a:pt x="700" y="467"/>
                </a:lnTo>
                <a:lnTo>
                  <a:pt x="380" y="14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8862" y="5863434"/>
            <a:ext cx="419100" cy="377825"/>
          </a:xfrm>
          <a:custGeom>
            <a:avLst/>
            <a:gdLst>
              <a:gd name="T0" fmla="*/ 582 w 1165"/>
              <a:gd name="T1" fmla="*/ 874 h 1050"/>
              <a:gd name="T2" fmla="*/ 875 w 1165"/>
              <a:gd name="T3" fmla="*/ 582 h 1050"/>
              <a:gd name="T4" fmla="*/ 582 w 1165"/>
              <a:gd name="T5" fmla="*/ 290 h 1050"/>
              <a:gd name="T6" fmla="*/ 290 w 1165"/>
              <a:gd name="T7" fmla="*/ 582 h 1050"/>
              <a:gd name="T8" fmla="*/ 582 w 1165"/>
              <a:gd name="T9" fmla="*/ 874 h 1050"/>
              <a:gd name="T10" fmla="*/ 407 w 1165"/>
              <a:gd name="T11" fmla="*/ 0 h 1050"/>
              <a:gd name="T12" fmla="*/ 757 w 1165"/>
              <a:gd name="T13" fmla="*/ 0 h 1050"/>
              <a:gd name="T14" fmla="*/ 864 w 1165"/>
              <a:gd name="T15" fmla="*/ 115 h 1050"/>
              <a:gd name="T16" fmla="*/ 1050 w 1165"/>
              <a:gd name="T17" fmla="*/ 115 h 1050"/>
              <a:gd name="T18" fmla="*/ 1164 w 1165"/>
              <a:gd name="T19" fmla="*/ 232 h 1050"/>
              <a:gd name="T20" fmla="*/ 1164 w 1165"/>
              <a:gd name="T21" fmla="*/ 932 h 1050"/>
              <a:gd name="T22" fmla="*/ 1050 w 1165"/>
              <a:gd name="T23" fmla="*/ 1049 h 1050"/>
              <a:gd name="T24" fmla="*/ 115 w 1165"/>
              <a:gd name="T25" fmla="*/ 1049 h 1050"/>
              <a:gd name="T26" fmla="*/ 0 w 1165"/>
              <a:gd name="T27" fmla="*/ 932 h 1050"/>
              <a:gd name="T28" fmla="*/ 0 w 1165"/>
              <a:gd name="T29" fmla="*/ 232 h 1050"/>
              <a:gd name="T30" fmla="*/ 115 w 1165"/>
              <a:gd name="T31" fmla="*/ 115 h 1050"/>
              <a:gd name="T32" fmla="*/ 301 w 1165"/>
              <a:gd name="T33" fmla="*/ 115 h 1050"/>
              <a:gd name="T34" fmla="*/ 407 w 1165"/>
              <a:gd name="T35" fmla="*/ 0 h 1050"/>
              <a:gd name="T36" fmla="*/ 397 w 1165"/>
              <a:gd name="T37" fmla="*/ 582 h 1050"/>
              <a:gd name="T38" fmla="*/ 582 w 1165"/>
              <a:gd name="T39" fmla="*/ 396 h 1050"/>
              <a:gd name="T40" fmla="*/ 768 w 1165"/>
              <a:gd name="T41" fmla="*/ 582 h 1050"/>
              <a:gd name="T42" fmla="*/ 582 w 1165"/>
              <a:gd name="T43" fmla="*/ 768 h 1050"/>
              <a:gd name="T44" fmla="*/ 397 w 1165"/>
              <a:gd name="T45" fmla="*/ 58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5" h="1050">
                <a:moveTo>
                  <a:pt x="582" y="874"/>
                </a:moveTo>
                <a:cubicBezTo>
                  <a:pt x="744" y="874"/>
                  <a:pt x="875" y="743"/>
                  <a:pt x="875" y="582"/>
                </a:cubicBezTo>
                <a:cubicBezTo>
                  <a:pt x="875" y="421"/>
                  <a:pt x="744" y="290"/>
                  <a:pt x="582" y="290"/>
                </a:cubicBezTo>
                <a:cubicBezTo>
                  <a:pt x="421" y="290"/>
                  <a:pt x="290" y="421"/>
                  <a:pt x="290" y="582"/>
                </a:cubicBezTo>
                <a:cubicBezTo>
                  <a:pt x="290" y="743"/>
                  <a:pt x="421" y="874"/>
                  <a:pt x="582" y="874"/>
                </a:cubicBezTo>
                <a:close/>
                <a:moveTo>
                  <a:pt x="407" y="0"/>
                </a:moveTo>
                <a:lnTo>
                  <a:pt x="757" y="0"/>
                </a:lnTo>
                <a:lnTo>
                  <a:pt x="864" y="115"/>
                </a:lnTo>
                <a:lnTo>
                  <a:pt x="1050" y="115"/>
                </a:lnTo>
                <a:cubicBezTo>
                  <a:pt x="1113" y="115"/>
                  <a:pt x="1164" y="169"/>
                  <a:pt x="1164" y="232"/>
                </a:cubicBezTo>
                <a:lnTo>
                  <a:pt x="1164" y="932"/>
                </a:lnTo>
                <a:cubicBezTo>
                  <a:pt x="1164" y="995"/>
                  <a:pt x="1113" y="1049"/>
                  <a:pt x="1050" y="1049"/>
                </a:cubicBezTo>
                <a:lnTo>
                  <a:pt x="115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232"/>
                </a:lnTo>
                <a:cubicBezTo>
                  <a:pt x="0" y="169"/>
                  <a:pt x="52" y="115"/>
                  <a:pt x="115" y="115"/>
                </a:cubicBezTo>
                <a:lnTo>
                  <a:pt x="301" y="115"/>
                </a:lnTo>
                <a:lnTo>
                  <a:pt x="407" y="0"/>
                </a:lnTo>
                <a:close/>
                <a:moveTo>
                  <a:pt x="397" y="582"/>
                </a:moveTo>
                <a:cubicBezTo>
                  <a:pt x="397" y="478"/>
                  <a:pt x="478" y="396"/>
                  <a:pt x="582" y="396"/>
                </a:cubicBezTo>
                <a:cubicBezTo>
                  <a:pt x="685" y="396"/>
                  <a:pt x="768" y="478"/>
                  <a:pt x="768" y="582"/>
                </a:cubicBezTo>
                <a:cubicBezTo>
                  <a:pt x="768" y="686"/>
                  <a:pt x="685" y="768"/>
                  <a:pt x="582" y="768"/>
                </a:cubicBezTo>
                <a:cubicBezTo>
                  <a:pt x="478" y="768"/>
                  <a:pt x="397" y="686"/>
                  <a:pt x="397" y="58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74874" y="5842794"/>
            <a:ext cx="336550" cy="419100"/>
          </a:xfrm>
          <a:custGeom>
            <a:avLst/>
            <a:gdLst>
              <a:gd name="T0" fmla="*/ 118 w 936"/>
              <a:gd name="T1" fmla="*/ 989 h 1165"/>
              <a:gd name="T2" fmla="*/ 818 w 936"/>
              <a:gd name="T3" fmla="*/ 989 h 1165"/>
              <a:gd name="T4" fmla="*/ 593 w 936"/>
              <a:gd name="T5" fmla="*/ 691 h 1165"/>
              <a:gd name="T6" fmla="*/ 419 w 936"/>
              <a:gd name="T7" fmla="*/ 915 h 1165"/>
              <a:gd name="T8" fmla="*/ 293 w 936"/>
              <a:gd name="T9" fmla="*/ 765 h 1165"/>
              <a:gd name="T10" fmla="*/ 118 w 936"/>
              <a:gd name="T11" fmla="*/ 989 h 1165"/>
              <a:gd name="T12" fmla="*/ 118 w 936"/>
              <a:gd name="T13" fmla="*/ 114 h 1165"/>
              <a:gd name="T14" fmla="*/ 118 w 936"/>
              <a:gd name="T15" fmla="*/ 582 h 1165"/>
              <a:gd name="T16" fmla="*/ 263 w 936"/>
              <a:gd name="T17" fmla="*/ 494 h 1165"/>
              <a:gd name="T18" fmla="*/ 410 w 936"/>
              <a:gd name="T19" fmla="*/ 582 h 1165"/>
              <a:gd name="T20" fmla="*/ 410 w 936"/>
              <a:gd name="T21" fmla="*/ 114 h 1165"/>
              <a:gd name="T22" fmla="*/ 118 w 936"/>
              <a:gd name="T23" fmla="*/ 114 h 1165"/>
              <a:gd name="T24" fmla="*/ 818 w 936"/>
              <a:gd name="T25" fmla="*/ 0 h 1165"/>
              <a:gd name="T26" fmla="*/ 935 w 936"/>
              <a:gd name="T27" fmla="*/ 114 h 1165"/>
              <a:gd name="T28" fmla="*/ 935 w 936"/>
              <a:gd name="T29" fmla="*/ 1049 h 1165"/>
              <a:gd name="T30" fmla="*/ 818 w 936"/>
              <a:gd name="T31" fmla="*/ 1164 h 1165"/>
              <a:gd name="T32" fmla="*/ 118 w 936"/>
              <a:gd name="T33" fmla="*/ 1164 h 1165"/>
              <a:gd name="T34" fmla="*/ 0 w 936"/>
              <a:gd name="T35" fmla="*/ 1049 h 1165"/>
              <a:gd name="T36" fmla="*/ 0 w 936"/>
              <a:gd name="T37" fmla="*/ 114 h 1165"/>
              <a:gd name="T38" fmla="*/ 118 w 936"/>
              <a:gd name="T39" fmla="*/ 0 h 1165"/>
              <a:gd name="T40" fmla="*/ 818 w 936"/>
              <a:gd name="T41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1165">
                <a:moveTo>
                  <a:pt x="118" y="989"/>
                </a:moveTo>
                <a:lnTo>
                  <a:pt x="818" y="989"/>
                </a:lnTo>
                <a:lnTo>
                  <a:pt x="593" y="691"/>
                </a:lnTo>
                <a:lnTo>
                  <a:pt x="419" y="915"/>
                </a:lnTo>
                <a:lnTo>
                  <a:pt x="293" y="765"/>
                </a:lnTo>
                <a:lnTo>
                  <a:pt x="118" y="989"/>
                </a:lnTo>
                <a:close/>
                <a:moveTo>
                  <a:pt x="118" y="114"/>
                </a:moveTo>
                <a:lnTo>
                  <a:pt x="118" y="582"/>
                </a:lnTo>
                <a:lnTo>
                  <a:pt x="263" y="494"/>
                </a:lnTo>
                <a:lnTo>
                  <a:pt x="410" y="582"/>
                </a:lnTo>
                <a:lnTo>
                  <a:pt x="410" y="114"/>
                </a:lnTo>
                <a:lnTo>
                  <a:pt x="118" y="114"/>
                </a:lnTo>
                <a:close/>
                <a:moveTo>
                  <a:pt x="818" y="0"/>
                </a:moveTo>
                <a:cubicBezTo>
                  <a:pt x="880" y="0"/>
                  <a:pt x="935" y="52"/>
                  <a:pt x="935" y="114"/>
                </a:cubicBezTo>
                <a:lnTo>
                  <a:pt x="935" y="1049"/>
                </a:lnTo>
                <a:cubicBezTo>
                  <a:pt x="935" y="1112"/>
                  <a:pt x="880" y="1164"/>
                  <a:pt x="818" y="1164"/>
                </a:cubicBezTo>
                <a:lnTo>
                  <a:pt x="118" y="1164"/>
                </a:lnTo>
                <a:cubicBezTo>
                  <a:pt x="55" y="1164"/>
                  <a:pt x="0" y="1112"/>
                  <a:pt x="0" y="1049"/>
                </a:cubicBezTo>
                <a:lnTo>
                  <a:pt x="0" y="114"/>
                </a:lnTo>
                <a:cubicBezTo>
                  <a:pt x="0" y="52"/>
                  <a:pt x="55" y="0"/>
                  <a:pt x="118" y="0"/>
                </a:cubicBezTo>
                <a:lnTo>
                  <a:pt x="81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187701" y="5863434"/>
            <a:ext cx="461963" cy="377825"/>
          </a:xfrm>
          <a:custGeom>
            <a:avLst/>
            <a:gdLst>
              <a:gd name="T0" fmla="*/ 1167 w 1285"/>
              <a:gd name="T1" fmla="*/ 935 h 1050"/>
              <a:gd name="T2" fmla="*/ 1167 w 1285"/>
              <a:gd name="T3" fmla="*/ 115 h 1050"/>
              <a:gd name="T4" fmla="*/ 117 w 1285"/>
              <a:gd name="T5" fmla="*/ 115 h 1050"/>
              <a:gd name="T6" fmla="*/ 117 w 1285"/>
              <a:gd name="T7" fmla="*/ 935 h 1050"/>
              <a:gd name="T8" fmla="*/ 1167 w 1285"/>
              <a:gd name="T9" fmla="*/ 935 h 1050"/>
              <a:gd name="T10" fmla="*/ 1284 w 1285"/>
              <a:gd name="T11" fmla="*/ 932 h 1050"/>
              <a:gd name="T12" fmla="*/ 1167 w 1285"/>
              <a:gd name="T13" fmla="*/ 1049 h 1050"/>
              <a:gd name="T14" fmla="*/ 117 w 1285"/>
              <a:gd name="T15" fmla="*/ 1049 h 1050"/>
              <a:gd name="T16" fmla="*/ 0 w 1285"/>
              <a:gd name="T17" fmla="*/ 932 h 1050"/>
              <a:gd name="T18" fmla="*/ 0 w 1285"/>
              <a:gd name="T19" fmla="*/ 115 h 1050"/>
              <a:gd name="T20" fmla="*/ 117 w 1285"/>
              <a:gd name="T21" fmla="*/ 0 h 1050"/>
              <a:gd name="T22" fmla="*/ 1167 w 1285"/>
              <a:gd name="T23" fmla="*/ 0 h 1050"/>
              <a:gd name="T24" fmla="*/ 1284 w 1285"/>
              <a:gd name="T25" fmla="*/ 115 h 1050"/>
              <a:gd name="T26" fmla="*/ 1284 w 1285"/>
              <a:gd name="T27" fmla="*/ 932 h 1050"/>
              <a:gd name="T28" fmla="*/ 1049 w 1285"/>
              <a:gd name="T29" fmla="*/ 467 h 1050"/>
              <a:gd name="T30" fmla="*/ 1049 w 1285"/>
              <a:gd name="T31" fmla="*/ 817 h 1050"/>
              <a:gd name="T32" fmla="*/ 585 w 1285"/>
              <a:gd name="T33" fmla="*/ 817 h 1050"/>
              <a:gd name="T34" fmla="*/ 585 w 1285"/>
              <a:gd name="T35" fmla="*/ 467 h 1050"/>
              <a:gd name="T36" fmla="*/ 1049 w 1285"/>
              <a:gd name="T37" fmla="*/ 46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5" h="1050">
                <a:moveTo>
                  <a:pt x="1167" y="935"/>
                </a:moveTo>
                <a:lnTo>
                  <a:pt x="1167" y="115"/>
                </a:lnTo>
                <a:lnTo>
                  <a:pt x="117" y="115"/>
                </a:lnTo>
                <a:lnTo>
                  <a:pt x="117" y="935"/>
                </a:lnTo>
                <a:lnTo>
                  <a:pt x="1167" y="935"/>
                </a:lnTo>
                <a:close/>
                <a:moveTo>
                  <a:pt x="1284" y="932"/>
                </a:moveTo>
                <a:cubicBezTo>
                  <a:pt x="1284" y="995"/>
                  <a:pt x="1230" y="1049"/>
                  <a:pt x="1167" y="1049"/>
                </a:cubicBezTo>
                <a:lnTo>
                  <a:pt x="117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5"/>
                </a:lnTo>
                <a:cubicBezTo>
                  <a:pt x="0" y="52"/>
                  <a:pt x="55" y="0"/>
                  <a:pt x="117" y="0"/>
                </a:cubicBezTo>
                <a:lnTo>
                  <a:pt x="1167" y="0"/>
                </a:lnTo>
                <a:cubicBezTo>
                  <a:pt x="1230" y="0"/>
                  <a:pt x="1284" y="52"/>
                  <a:pt x="1284" y="115"/>
                </a:cubicBezTo>
                <a:lnTo>
                  <a:pt x="1284" y="932"/>
                </a:lnTo>
                <a:close/>
                <a:moveTo>
                  <a:pt x="1049" y="467"/>
                </a:moveTo>
                <a:lnTo>
                  <a:pt x="1049" y="817"/>
                </a:lnTo>
                <a:lnTo>
                  <a:pt x="585" y="817"/>
                </a:lnTo>
                <a:lnTo>
                  <a:pt x="585" y="467"/>
                </a:lnTo>
                <a:lnTo>
                  <a:pt x="1049" y="4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84662" y="5842794"/>
            <a:ext cx="419100" cy="419100"/>
          </a:xfrm>
          <a:custGeom>
            <a:avLst/>
            <a:gdLst>
              <a:gd name="T0" fmla="*/ 700 w 1166"/>
              <a:gd name="T1" fmla="*/ 552 h 1165"/>
              <a:gd name="T2" fmla="*/ 700 w 1166"/>
              <a:gd name="T3" fmla="*/ 377 h 1165"/>
              <a:gd name="T4" fmla="*/ 757 w 1166"/>
              <a:gd name="T5" fmla="*/ 377 h 1165"/>
              <a:gd name="T6" fmla="*/ 757 w 1166"/>
              <a:gd name="T7" fmla="*/ 552 h 1165"/>
              <a:gd name="T8" fmla="*/ 700 w 1166"/>
              <a:gd name="T9" fmla="*/ 552 h 1165"/>
              <a:gd name="T10" fmla="*/ 115 w 1166"/>
              <a:gd name="T11" fmla="*/ 1049 h 1165"/>
              <a:gd name="T12" fmla="*/ 932 w 1166"/>
              <a:gd name="T13" fmla="*/ 1049 h 1165"/>
              <a:gd name="T14" fmla="*/ 932 w 1166"/>
              <a:gd name="T15" fmla="*/ 1164 h 1165"/>
              <a:gd name="T16" fmla="*/ 115 w 1166"/>
              <a:gd name="T17" fmla="*/ 1164 h 1165"/>
              <a:gd name="T18" fmla="*/ 0 w 1166"/>
              <a:gd name="T19" fmla="*/ 1049 h 1165"/>
              <a:gd name="T20" fmla="*/ 0 w 1166"/>
              <a:gd name="T21" fmla="*/ 232 h 1165"/>
              <a:gd name="T22" fmla="*/ 115 w 1166"/>
              <a:gd name="T23" fmla="*/ 232 h 1165"/>
              <a:gd name="T24" fmla="*/ 115 w 1166"/>
              <a:gd name="T25" fmla="*/ 1049 h 1165"/>
              <a:gd name="T26" fmla="*/ 408 w 1166"/>
              <a:gd name="T27" fmla="*/ 437 h 1165"/>
              <a:gd name="T28" fmla="*/ 408 w 1166"/>
              <a:gd name="T29" fmla="*/ 377 h 1165"/>
              <a:gd name="T30" fmla="*/ 465 w 1166"/>
              <a:gd name="T31" fmla="*/ 377 h 1165"/>
              <a:gd name="T32" fmla="*/ 465 w 1166"/>
              <a:gd name="T33" fmla="*/ 437 h 1165"/>
              <a:gd name="T34" fmla="*/ 408 w 1166"/>
              <a:gd name="T35" fmla="*/ 437 h 1165"/>
              <a:gd name="T36" fmla="*/ 1077 w 1166"/>
              <a:gd name="T37" fmla="*/ 377 h 1165"/>
              <a:gd name="T38" fmla="*/ 1077 w 1166"/>
              <a:gd name="T39" fmla="*/ 289 h 1165"/>
              <a:gd name="T40" fmla="*/ 902 w 1166"/>
              <a:gd name="T41" fmla="*/ 289 h 1165"/>
              <a:gd name="T42" fmla="*/ 902 w 1166"/>
              <a:gd name="T43" fmla="*/ 639 h 1165"/>
              <a:gd name="T44" fmla="*/ 990 w 1166"/>
              <a:gd name="T45" fmla="*/ 639 h 1165"/>
              <a:gd name="T46" fmla="*/ 990 w 1166"/>
              <a:gd name="T47" fmla="*/ 524 h 1165"/>
              <a:gd name="T48" fmla="*/ 1077 w 1166"/>
              <a:gd name="T49" fmla="*/ 524 h 1165"/>
              <a:gd name="T50" fmla="*/ 1077 w 1166"/>
              <a:gd name="T51" fmla="*/ 437 h 1165"/>
              <a:gd name="T52" fmla="*/ 990 w 1166"/>
              <a:gd name="T53" fmla="*/ 437 h 1165"/>
              <a:gd name="T54" fmla="*/ 990 w 1166"/>
              <a:gd name="T55" fmla="*/ 377 h 1165"/>
              <a:gd name="T56" fmla="*/ 1077 w 1166"/>
              <a:gd name="T57" fmla="*/ 377 h 1165"/>
              <a:gd name="T58" fmla="*/ 845 w 1166"/>
              <a:gd name="T59" fmla="*/ 552 h 1165"/>
              <a:gd name="T60" fmla="*/ 845 w 1166"/>
              <a:gd name="T61" fmla="*/ 377 h 1165"/>
              <a:gd name="T62" fmla="*/ 757 w 1166"/>
              <a:gd name="T63" fmla="*/ 289 h 1165"/>
              <a:gd name="T64" fmla="*/ 613 w 1166"/>
              <a:gd name="T65" fmla="*/ 289 h 1165"/>
              <a:gd name="T66" fmla="*/ 613 w 1166"/>
              <a:gd name="T67" fmla="*/ 639 h 1165"/>
              <a:gd name="T68" fmla="*/ 757 w 1166"/>
              <a:gd name="T69" fmla="*/ 639 h 1165"/>
              <a:gd name="T70" fmla="*/ 845 w 1166"/>
              <a:gd name="T71" fmla="*/ 552 h 1165"/>
              <a:gd name="T72" fmla="*/ 553 w 1166"/>
              <a:gd name="T73" fmla="*/ 437 h 1165"/>
              <a:gd name="T74" fmla="*/ 553 w 1166"/>
              <a:gd name="T75" fmla="*/ 377 h 1165"/>
              <a:gd name="T76" fmla="*/ 465 w 1166"/>
              <a:gd name="T77" fmla="*/ 289 h 1165"/>
              <a:gd name="T78" fmla="*/ 320 w 1166"/>
              <a:gd name="T79" fmla="*/ 289 h 1165"/>
              <a:gd name="T80" fmla="*/ 320 w 1166"/>
              <a:gd name="T81" fmla="*/ 639 h 1165"/>
              <a:gd name="T82" fmla="*/ 408 w 1166"/>
              <a:gd name="T83" fmla="*/ 639 h 1165"/>
              <a:gd name="T84" fmla="*/ 408 w 1166"/>
              <a:gd name="T85" fmla="*/ 524 h 1165"/>
              <a:gd name="T86" fmla="*/ 465 w 1166"/>
              <a:gd name="T87" fmla="*/ 524 h 1165"/>
              <a:gd name="T88" fmla="*/ 553 w 1166"/>
              <a:gd name="T89" fmla="*/ 437 h 1165"/>
              <a:gd name="T90" fmla="*/ 1050 w 1166"/>
              <a:gd name="T91" fmla="*/ 0 h 1165"/>
              <a:gd name="T92" fmla="*/ 1165 w 1166"/>
              <a:gd name="T93" fmla="*/ 114 h 1165"/>
              <a:gd name="T94" fmla="*/ 1165 w 1166"/>
              <a:gd name="T95" fmla="*/ 814 h 1165"/>
              <a:gd name="T96" fmla="*/ 1050 w 1166"/>
              <a:gd name="T97" fmla="*/ 931 h 1165"/>
              <a:gd name="T98" fmla="*/ 350 w 1166"/>
              <a:gd name="T99" fmla="*/ 931 h 1165"/>
              <a:gd name="T100" fmla="*/ 233 w 1166"/>
              <a:gd name="T101" fmla="*/ 814 h 1165"/>
              <a:gd name="T102" fmla="*/ 233 w 1166"/>
              <a:gd name="T103" fmla="*/ 114 h 1165"/>
              <a:gd name="T104" fmla="*/ 350 w 1166"/>
              <a:gd name="T105" fmla="*/ 0 h 1165"/>
              <a:gd name="T106" fmla="*/ 1050 w 1166"/>
              <a:gd name="T10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66" h="1165">
                <a:moveTo>
                  <a:pt x="700" y="552"/>
                </a:moveTo>
                <a:lnTo>
                  <a:pt x="700" y="377"/>
                </a:lnTo>
                <a:lnTo>
                  <a:pt x="757" y="377"/>
                </a:lnTo>
                <a:lnTo>
                  <a:pt x="757" y="552"/>
                </a:lnTo>
                <a:lnTo>
                  <a:pt x="700" y="552"/>
                </a:lnTo>
                <a:close/>
                <a:moveTo>
                  <a:pt x="115" y="1049"/>
                </a:moveTo>
                <a:lnTo>
                  <a:pt x="932" y="1049"/>
                </a:lnTo>
                <a:lnTo>
                  <a:pt x="932" y="1164"/>
                </a:lnTo>
                <a:lnTo>
                  <a:pt x="115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232"/>
                </a:lnTo>
                <a:lnTo>
                  <a:pt x="115" y="232"/>
                </a:lnTo>
                <a:lnTo>
                  <a:pt x="115" y="1049"/>
                </a:lnTo>
                <a:close/>
                <a:moveTo>
                  <a:pt x="408" y="437"/>
                </a:moveTo>
                <a:lnTo>
                  <a:pt x="408" y="377"/>
                </a:lnTo>
                <a:lnTo>
                  <a:pt x="465" y="377"/>
                </a:lnTo>
                <a:lnTo>
                  <a:pt x="465" y="437"/>
                </a:lnTo>
                <a:lnTo>
                  <a:pt x="408" y="437"/>
                </a:lnTo>
                <a:close/>
                <a:moveTo>
                  <a:pt x="1077" y="377"/>
                </a:moveTo>
                <a:lnTo>
                  <a:pt x="1077" y="289"/>
                </a:lnTo>
                <a:lnTo>
                  <a:pt x="902" y="289"/>
                </a:lnTo>
                <a:lnTo>
                  <a:pt x="902" y="639"/>
                </a:lnTo>
                <a:lnTo>
                  <a:pt x="990" y="639"/>
                </a:lnTo>
                <a:lnTo>
                  <a:pt x="990" y="524"/>
                </a:lnTo>
                <a:lnTo>
                  <a:pt x="1077" y="524"/>
                </a:lnTo>
                <a:lnTo>
                  <a:pt x="1077" y="437"/>
                </a:lnTo>
                <a:lnTo>
                  <a:pt x="990" y="437"/>
                </a:lnTo>
                <a:lnTo>
                  <a:pt x="990" y="377"/>
                </a:lnTo>
                <a:lnTo>
                  <a:pt x="1077" y="377"/>
                </a:lnTo>
                <a:close/>
                <a:moveTo>
                  <a:pt x="845" y="552"/>
                </a:moveTo>
                <a:lnTo>
                  <a:pt x="845" y="377"/>
                </a:lnTo>
                <a:cubicBezTo>
                  <a:pt x="845" y="328"/>
                  <a:pt x="807" y="289"/>
                  <a:pt x="757" y="289"/>
                </a:cubicBezTo>
                <a:lnTo>
                  <a:pt x="613" y="289"/>
                </a:lnTo>
                <a:lnTo>
                  <a:pt x="613" y="639"/>
                </a:lnTo>
                <a:lnTo>
                  <a:pt x="757" y="639"/>
                </a:lnTo>
                <a:cubicBezTo>
                  <a:pt x="807" y="639"/>
                  <a:pt x="845" y="601"/>
                  <a:pt x="845" y="552"/>
                </a:cubicBezTo>
                <a:close/>
                <a:moveTo>
                  <a:pt x="553" y="437"/>
                </a:moveTo>
                <a:lnTo>
                  <a:pt x="553" y="377"/>
                </a:lnTo>
                <a:cubicBezTo>
                  <a:pt x="553" y="328"/>
                  <a:pt x="514" y="289"/>
                  <a:pt x="465" y="289"/>
                </a:cubicBezTo>
                <a:lnTo>
                  <a:pt x="320" y="289"/>
                </a:lnTo>
                <a:lnTo>
                  <a:pt x="320" y="639"/>
                </a:lnTo>
                <a:lnTo>
                  <a:pt x="408" y="639"/>
                </a:lnTo>
                <a:lnTo>
                  <a:pt x="408" y="524"/>
                </a:lnTo>
                <a:lnTo>
                  <a:pt x="465" y="524"/>
                </a:lnTo>
                <a:cubicBezTo>
                  <a:pt x="514" y="524"/>
                  <a:pt x="553" y="486"/>
                  <a:pt x="553" y="437"/>
                </a:cubicBezTo>
                <a:close/>
                <a:moveTo>
                  <a:pt x="1050" y="0"/>
                </a:moveTo>
                <a:cubicBezTo>
                  <a:pt x="1113" y="0"/>
                  <a:pt x="1165" y="52"/>
                  <a:pt x="1165" y="114"/>
                </a:cubicBezTo>
                <a:lnTo>
                  <a:pt x="1165" y="814"/>
                </a:lnTo>
                <a:cubicBezTo>
                  <a:pt x="1165" y="877"/>
                  <a:pt x="1113" y="931"/>
                  <a:pt x="1050" y="931"/>
                </a:cubicBezTo>
                <a:lnTo>
                  <a:pt x="350" y="931"/>
                </a:lnTo>
                <a:cubicBezTo>
                  <a:pt x="287" y="931"/>
                  <a:pt x="233" y="877"/>
                  <a:pt x="233" y="814"/>
                </a:cubicBezTo>
                <a:lnTo>
                  <a:pt x="233" y="114"/>
                </a:lnTo>
                <a:cubicBezTo>
                  <a:pt x="233" y="52"/>
                  <a:pt x="287" y="0"/>
                  <a:pt x="350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80039" y="5863434"/>
            <a:ext cx="377825" cy="377825"/>
          </a:xfrm>
          <a:custGeom>
            <a:avLst/>
            <a:gdLst>
              <a:gd name="T0" fmla="*/ 320 w 1051"/>
              <a:gd name="T1" fmla="*/ 612 h 1050"/>
              <a:gd name="T2" fmla="*/ 118 w 1051"/>
              <a:gd name="T3" fmla="*/ 874 h 1050"/>
              <a:gd name="T4" fmla="*/ 932 w 1051"/>
              <a:gd name="T5" fmla="*/ 874 h 1050"/>
              <a:gd name="T6" fmla="*/ 670 w 1051"/>
              <a:gd name="T7" fmla="*/ 525 h 1050"/>
              <a:gd name="T8" fmla="*/ 468 w 1051"/>
              <a:gd name="T9" fmla="*/ 787 h 1050"/>
              <a:gd name="T10" fmla="*/ 320 w 1051"/>
              <a:gd name="T11" fmla="*/ 612 h 1050"/>
              <a:gd name="T12" fmla="*/ 1050 w 1051"/>
              <a:gd name="T13" fmla="*/ 932 h 1050"/>
              <a:gd name="T14" fmla="*/ 932 w 1051"/>
              <a:gd name="T15" fmla="*/ 1049 h 1050"/>
              <a:gd name="T16" fmla="*/ 118 w 1051"/>
              <a:gd name="T17" fmla="*/ 1049 h 1050"/>
              <a:gd name="T18" fmla="*/ 0 w 1051"/>
              <a:gd name="T19" fmla="*/ 932 h 1050"/>
              <a:gd name="T20" fmla="*/ 0 w 1051"/>
              <a:gd name="T21" fmla="*/ 117 h 1050"/>
              <a:gd name="T22" fmla="*/ 118 w 1051"/>
              <a:gd name="T23" fmla="*/ 0 h 1050"/>
              <a:gd name="T24" fmla="*/ 932 w 1051"/>
              <a:gd name="T25" fmla="*/ 0 h 1050"/>
              <a:gd name="T26" fmla="*/ 1050 w 1051"/>
              <a:gd name="T27" fmla="*/ 117 h 1050"/>
              <a:gd name="T28" fmla="*/ 1050 w 1051"/>
              <a:gd name="T29" fmla="*/ 9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1" h="1050">
                <a:moveTo>
                  <a:pt x="320" y="612"/>
                </a:moveTo>
                <a:lnTo>
                  <a:pt x="118" y="874"/>
                </a:lnTo>
                <a:lnTo>
                  <a:pt x="932" y="874"/>
                </a:lnTo>
                <a:lnTo>
                  <a:pt x="670" y="525"/>
                </a:lnTo>
                <a:lnTo>
                  <a:pt x="468" y="787"/>
                </a:lnTo>
                <a:lnTo>
                  <a:pt x="320" y="612"/>
                </a:lnTo>
                <a:close/>
                <a:moveTo>
                  <a:pt x="1050" y="932"/>
                </a:moveTo>
                <a:cubicBezTo>
                  <a:pt x="1050" y="995"/>
                  <a:pt x="995" y="1049"/>
                  <a:pt x="932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ubicBezTo>
                  <a:pt x="995" y="0"/>
                  <a:pt x="1050" y="55"/>
                  <a:pt x="1050" y="117"/>
                </a:cubicBezTo>
                <a:lnTo>
                  <a:pt x="1050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11912" y="5863434"/>
            <a:ext cx="463550" cy="377825"/>
          </a:xfrm>
          <a:custGeom>
            <a:avLst/>
            <a:gdLst>
              <a:gd name="T0" fmla="*/ 350 w 1286"/>
              <a:gd name="T1" fmla="*/ 117 h 1050"/>
              <a:gd name="T2" fmla="*/ 235 w 1286"/>
              <a:gd name="T3" fmla="*/ 0 h 1050"/>
              <a:gd name="T4" fmla="*/ 585 w 1286"/>
              <a:gd name="T5" fmla="*/ 0 h 1050"/>
              <a:gd name="T6" fmla="*/ 467 w 1286"/>
              <a:gd name="T7" fmla="*/ 117 h 1050"/>
              <a:gd name="T8" fmla="*/ 585 w 1286"/>
              <a:gd name="T9" fmla="*/ 0 h 1050"/>
              <a:gd name="T10" fmla="*/ 118 w 1286"/>
              <a:gd name="T11" fmla="*/ 582 h 1050"/>
              <a:gd name="T12" fmla="*/ 0 w 1286"/>
              <a:gd name="T13" fmla="*/ 467 h 1050"/>
              <a:gd name="T14" fmla="*/ 118 w 1286"/>
              <a:gd name="T15" fmla="*/ 0 h 1050"/>
              <a:gd name="T16" fmla="*/ 0 w 1286"/>
              <a:gd name="T17" fmla="*/ 117 h 1050"/>
              <a:gd name="T18" fmla="*/ 1050 w 1286"/>
              <a:gd name="T19" fmla="*/ 932 h 1050"/>
              <a:gd name="T20" fmla="*/ 935 w 1286"/>
              <a:gd name="T21" fmla="*/ 1049 h 1050"/>
              <a:gd name="T22" fmla="*/ 1050 w 1286"/>
              <a:gd name="T23" fmla="*/ 932 h 1050"/>
              <a:gd name="T24" fmla="*/ 1050 w 1286"/>
              <a:gd name="T25" fmla="*/ 117 h 1050"/>
              <a:gd name="T26" fmla="*/ 935 w 1286"/>
              <a:gd name="T27" fmla="*/ 0 h 1050"/>
              <a:gd name="T28" fmla="*/ 817 w 1286"/>
              <a:gd name="T29" fmla="*/ 932 h 1050"/>
              <a:gd name="T30" fmla="*/ 700 w 1286"/>
              <a:gd name="T31" fmla="*/ 1049 h 1050"/>
              <a:gd name="T32" fmla="*/ 817 w 1286"/>
              <a:gd name="T33" fmla="*/ 932 h 1050"/>
              <a:gd name="T34" fmla="*/ 118 w 1286"/>
              <a:gd name="T35" fmla="*/ 350 h 1050"/>
              <a:gd name="T36" fmla="*/ 0 w 1286"/>
              <a:gd name="T37" fmla="*/ 232 h 1050"/>
              <a:gd name="T38" fmla="*/ 118 w 1286"/>
              <a:gd name="T39" fmla="*/ 1049 h 1050"/>
              <a:gd name="T40" fmla="*/ 0 w 1286"/>
              <a:gd name="T41" fmla="*/ 700 h 1050"/>
              <a:gd name="T42" fmla="*/ 585 w 1286"/>
              <a:gd name="T43" fmla="*/ 1049 h 1050"/>
              <a:gd name="T44" fmla="*/ 1167 w 1286"/>
              <a:gd name="T45" fmla="*/ 0 h 1050"/>
              <a:gd name="T46" fmla="*/ 1167 w 1286"/>
              <a:gd name="T47" fmla="*/ 117 h 1050"/>
              <a:gd name="T48" fmla="*/ 1285 w 1286"/>
              <a:gd name="T49" fmla="*/ 232 h 1050"/>
              <a:gd name="T50" fmla="*/ 1167 w 1286"/>
              <a:gd name="T51" fmla="*/ 350 h 1050"/>
              <a:gd name="T52" fmla="*/ 1285 w 1286"/>
              <a:gd name="T53" fmla="*/ 232 h 1050"/>
              <a:gd name="T54" fmla="*/ 817 w 1286"/>
              <a:gd name="T55" fmla="*/ 117 h 1050"/>
              <a:gd name="T56" fmla="*/ 700 w 1286"/>
              <a:gd name="T57" fmla="*/ 0 h 1050"/>
              <a:gd name="T58" fmla="*/ 1285 w 1286"/>
              <a:gd name="T59" fmla="*/ 932 h 1050"/>
              <a:gd name="T60" fmla="*/ 1167 w 1286"/>
              <a:gd name="T61" fmla="*/ 932 h 1050"/>
              <a:gd name="T62" fmla="*/ 1285 w 1286"/>
              <a:gd name="T63" fmla="*/ 467 h 1050"/>
              <a:gd name="T64" fmla="*/ 1167 w 1286"/>
              <a:gd name="T65" fmla="*/ 582 h 1050"/>
              <a:gd name="T66" fmla="*/ 1285 w 1286"/>
              <a:gd name="T67" fmla="*/ 467 h 1050"/>
              <a:gd name="T68" fmla="*/ 1285 w 1286"/>
              <a:gd name="T69" fmla="*/ 817 h 1050"/>
              <a:gd name="T70" fmla="*/ 1167 w 1286"/>
              <a:gd name="T71" fmla="*/ 70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6" h="1050">
                <a:moveTo>
                  <a:pt x="350" y="0"/>
                </a:moveTo>
                <a:lnTo>
                  <a:pt x="350" y="117"/>
                </a:lnTo>
                <a:lnTo>
                  <a:pt x="235" y="117"/>
                </a:lnTo>
                <a:lnTo>
                  <a:pt x="235" y="0"/>
                </a:lnTo>
                <a:lnTo>
                  <a:pt x="350" y="0"/>
                </a:lnTo>
                <a:close/>
                <a:moveTo>
                  <a:pt x="585" y="0"/>
                </a:moveTo>
                <a:lnTo>
                  <a:pt x="585" y="117"/>
                </a:lnTo>
                <a:lnTo>
                  <a:pt x="467" y="117"/>
                </a:lnTo>
                <a:lnTo>
                  <a:pt x="467" y="0"/>
                </a:lnTo>
                <a:lnTo>
                  <a:pt x="585" y="0"/>
                </a:lnTo>
                <a:close/>
                <a:moveTo>
                  <a:pt x="118" y="467"/>
                </a:moveTo>
                <a:lnTo>
                  <a:pt x="118" y="582"/>
                </a:lnTo>
                <a:lnTo>
                  <a:pt x="0" y="582"/>
                </a:lnTo>
                <a:lnTo>
                  <a:pt x="0" y="467"/>
                </a:lnTo>
                <a:lnTo>
                  <a:pt x="118" y="467"/>
                </a:lnTo>
                <a:close/>
                <a:moveTo>
                  <a:pt x="118" y="0"/>
                </a:moveTo>
                <a:lnTo>
                  <a:pt x="118" y="117"/>
                </a:lnTo>
                <a:lnTo>
                  <a:pt x="0" y="117"/>
                </a:lnTo>
                <a:cubicBezTo>
                  <a:pt x="0" y="60"/>
                  <a:pt x="60" y="0"/>
                  <a:pt x="118" y="0"/>
                </a:cubicBezTo>
                <a:close/>
                <a:moveTo>
                  <a:pt x="1050" y="932"/>
                </a:moveTo>
                <a:lnTo>
                  <a:pt x="1050" y="1049"/>
                </a:lnTo>
                <a:lnTo>
                  <a:pt x="935" y="1049"/>
                </a:lnTo>
                <a:lnTo>
                  <a:pt x="935" y="932"/>
                </a:lnTo>
                <a:lnTo>
                  <a:pt x="1050" y="932"/>
                </a:lnTo>
                <a:close/>
                <a:moveTo>
                  <a:pt x="1050" y="0"/>
                </a:moveTo>
                <a:lnTo>
                  <a:pt x="1050" y="117"/>
                </a:lnTo>
                <a:lnTo>
                  <a:pt x="935" y="117"/>
                </a:lnTo>
                <a:lnTo>
                  <a:pt x="935" y="0"/>
                </a:lnTo>
                <a:lnTo>
                  <a:pt x="1050" y="0"/>
                </a:lnTo>
                <a:close/>
                <a:moveTo>
                  <a:pt x="817" y="932"/>
                </a:moveTo>
                <a:lnTo>
                  <a:pt x="817" y="1049"/>
                </a:lnTo>
                <a:lnTo>
                  <a:pt x="700" y="1049"/>
                </a:lnTo>
                <a:lnTo>
                  <a:pt x="700" y="932"/>
                </a:lnTo>
                <a:lnTo>
                  <a:pt x="817" y="932"/>
                </a:lnTo>
                <a:close/>
                <a:moveTo>
                  <a:pt x="118" y="232"/>
                </a:moveTo>
                <a:lnTo>
                  <a:pt x="118" y="350"/>
                </a:lnTo>
                <a:lnTo>
                  <a:pt x="0" y="350"/>
                </a:lnTo>
                <a:lnTo>
                  <a:pt x="0" y="232"/>
                </a:lnTo>
                <a:lnTo>
                  <a:pt x="118" y="232"/>
                </a:lnTo>
                <a:close/>
                <a:moveTo>
                  <a:pt x="118" y="1049"/>
                </a:moveTo>
                <a:cubicBezTo>
                  <a:pt x="55" y="1049"/>
                  <a:pt x="0" y="995"/>
                  <a:pt x="0" y="932"/>
                </a:cubicBezTo>
                <a:lnTo>
                  <a:pt x="0" y="700"/>
                </a:lnTo>
                <a:lnTo>
                  <a:pt x="585" y="700"/>
                </a:lnTo>
                <a:lnTo>
                  <a:pt x="585" y="1049"/>
                </a:lnTo>
                <a:lnTo>
                  <a:pt x="118" y="1049"/>
                </a:lnTo>
                <a:close/>
                <a:moveTo>
                  <a:pt x="1167" y="0"/>
                </a:moveTo>
                <a:cubicBezTo>
                  <a:pt x="1224" y="0"/>
                  <a:pt x="1285" y="60"/>
                  <a:pt x="1285" y="117"/>
                </a:cubicBezTo>
                <a:lnTo>
                  <a:pt x="1167" y="117"/>
                </a:lnTo>
                <a:lnTo>
                  <a:pt x="1167" y="0"/>
                </a:lnTo>
                <a:close/>
                <a:moveTo>
                  <a:pt x="1285" y="232"/>
                </a:moveTo>
                <a:lnTo>
                  <a:pt x="1285" y="350"/>
                </a:lnTo>
                <a:lnTo>
                  <a:pt x="1167" y="350"/>
                </a:lnTo>
                <a:lnTo>
                  <a:pt x="1167" y="232"/>
                </a:lnTo>
                <a:lnTo>
                  <a:pt x="1285" y="232"/>
                </a:lnTo>
                <a:close/>
                <a:moveTo>
                  <a:pt x="817" y="0"/>
                </a:moveTo>
                <a:lnTo>
                  <a:pt x="817" y="117"/>
                </a:lnTo>
                <a:lnTo>
                  <a:pt x="700" y="117"/>
                </a:lnTo>
                <a:lnTo>
                  <a:pt x="700" y="0"/>
                </a:lnTo>
                <a:lnTo>
                  <a:pt x="817" y="0"/>
                </a:lnTo>
                <a:close/>
                <a:moveTo>
                  <a:pt x="1285" y="932"/>
                </a:moveTo>
                <a:cubicBezTo>
                  <a:pt x="1285" y="989"/>
                  <a:pt x="1224" y="1049"/>
                  <a:pt x="1167" y="1049"/>
                </a:cubicBezTo>
                <a:lnTo>
                  <a:pt x="1167" y="932"/>
                </a:lnTo>
                <a:lnTo>
                  <a:pt x="1285" y="932"/>
                </a:lnTo>
                <a:close/>
                <a:moveTo>
                  <a:pt x="1285" y="467"/>
                </a:moveTo>
                <a:lnTo>
                  <a:pt x="1285" y="582"/>
                </a:lnTo>
                <a:lnTo>
                  <a:pt x="1167" y="582"/>
                </a:lnTo>
                <a:lnTo>
                  <a:pt x="1167" y="467"/>
                </a:lnTo>
                <a:lnTo>
                  <a:pt x="1285" y="467"/>
                </a:lnTo>
                <a:close/>
                <a:moveTo>
                  <a:pt x="1285" y="700"/>
                </a:moveTo>
                <a:lnTo>
                  <a:pt x="1285" y="817"/>
                </a:lnTo>
                <a:lnTo>
                  <a:pt x="1167" y="817"/>
                </a:lnTo>
                <a:lnTo>
                  <a:pt x="1167" y="700"/>
                </a:lnTo>
                <a:lnTo>
                  <a:pt x="1285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488237" y="5863434"/>
            <a:ext cx="461962" cy="377825"/>
          </a:xfrm>
          <a:custGeom>
            <a:avLst/>
            <a:gdLst>
              <a:gd name="T0" fmla="*/ 699 w 1285"/>
              <a:gd name="T1" fmla="*/ 932 h 1050"/>
              <a:gd name="T2" fmla="*/ 369 w 1285"/>
              <a:gd name="T3" fmla="*/ 872 h 1050"/>
              <a:gd name="T4" fmla="*/ 117 w 1285"/>
              <a:gd name="T5" fmla="*/ 932 h 1050"/>
              <a:gd name="T6" fmla="*/ 817 w 1285"/>
              <a:gd name="T7" fmla="*/ 467 h 1050"/>
              <a:gd name="T8" fmla="*/ 117 w 1285"/>
              <a:gd name="T9" fmla="*/ 1049 h 1050"/>
              <a:gd name="T10" fmla="*/ 0 w 1285"/>
              <a:gd name="T11" fmla="*/ 467 h 1050"/>
              <a:gd name="T12" fmla="*/ 349 w 1285"/>
              <a:gd name="T13" fmla="*/ 0 h 1050"/>
              <a:gd name="T14" fmla="*/ 235 w 1285"/>
              <a:gd name="T15" fmla="*/ 117 h 1050"/>
              <a:gd name="T16" fmla="*/ 467 w 1285"/>
              <a:gd name="T17" fmla="*/ 0 h 1050"/>
              <a:gd name="T18" fmla="*/ 584 w 1285"/>
              <a:gd name="T19" fmla="*/ 117 h 1050"/>
              <a:gd name="T20" fmla="*/ 467 w 1285"/>
              <a:gd name="T21" fmla="*/ 0 h 1050"/>
              <a:gd name="T22" fmla="*/ 117 w 1285"/>
              <a:gd name="T23" fmla="*/ 117 h 1050"/>
              <a:gd name="T24" fmla="*/ 117 w 1285"/>
              <a:gd name="T25" fmla="*/ 0 h 1050"/>
              <a:gd name="T26" fmla="*/ 1049 w 1285"/>
              <a:gd name="T27" fmla="*/ 932 h 1050"/>
              <a:gd name="T28" fmla="*/ 934 w 1285"/>
              <a:gd name="T29" fmla="*/ 1049 h 1050"/>
              <a:gd name="T30" fmla="*/ 934 w 1285"/>
              <a:gd name="T31" fmla="*/ 0 h 1050"/>
              <a:gd name="T32" fmla="*/ 1049 w 1285"/>
              <a:gd name="T33" fmla="*/ 117 h 1050"/>
              <a:gd name="T34" fmla="*/ 934 w 1285"/>
              <a:gd name="T35" fmla="*/ 0 h 1050"/>
              <a:gd name="T36" fmla="*/ 117 w 1285"/>
              <a:gd name="T37" fmla="*/ 232 h 1050"/>
              <a:gd name="T38" fmla="*/ 0 w 1285"/>
              <a:gd name="T39" fmla="*/ 350 h 1050"/>
              <a:gd name="T40" fmla="*/ 1166 w 1285"/>
              <a:gd name="T41" fmla="*/ 0 h 1050"/>
              <a:gd name="T42" fmla="*/ 1166 w 1285"/>
              <a:gd name="T43" fmla="*/ 117 h 1050"/>
              <a:gd name="T44" fmla="*/ 1166 w 1285"/>
              <a:gd name="T45" fmla="*/ 232 h 1050"/>
              <a:gd name="T46" fmla="*/ 1284 w 1285"/>
              <a:gd name="T47" fmla="*/ 350 h 1050"/>
              <a:gd name="T48" fmla="*/ 1166 w 1285"/>
              <a:gd name="T49" fmla="*/ 232 h 1050"/>
              <a:gd name="T50" fmla="*/ 817 w 1285"/>
              <a:gd name="T51" fmla="*/ 0 h 1050"/>
              <a:gd name="T52" fmla="*/ 699 w 1285"/>
              <a:gd name="T53" fmla="*/ 117 h 1050"/>
              <a:gd name="T54" fmla="*/ 1284 w 1285"/>
              <a:gd name="T55" fmla="*/ 932 h 1050"/>
              <a:gd name="T56" fmla="*/ 1167 w 1285"/>
              <a:gd name="T57" fmla="*/ 932 h 1050"/>
              <a:gd name="T58" fmla="*/ 1166 w 1285"/>
              <a:gd name="T59" fmla="*/ 467 h 1050"/>
              <a:gd name="T60" fmla="*/ 1284 w 1285"/>
              <a:gd name="T61" fmla="*/ 582 h 1050"/>
              <a:gd name="T62" fmla="*/ 1166 w 1285"/>
              <a:gd name="T63" fmla="*/ 467 h 1050"/>
              <a:gd name="T64" fmla="*/ 1284 w 1285"/>
              <a:gd name="T65" fmla="*/ 700 h 1050"/>
              <a:gd name="T66" fmla="*/ 1166 w 1285"/>
              <a:gd name="T67" fmla="*/ 8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5" h="1050">
                <a:moveTo>
                  <a:pt x="117" y="932"/>
                </a:moveTo>
                <a:lnTo>
                  <a:pt x="699" y="932"/>
                </a:lnTo>
                <a:lnTo>
                  <a:pt x="513" y="683"/>
                </a:lnTo>
                <a:lnTo>
                  <a:pt x="369" y="872"/>
                </a:lnTo>
                <a:lnTo>
                  <a:pt x="262" y="746"/>
                </a:lnTo>
                <a:lnTo>
                  <a:pt x="117" y="932"/>
                </a:lnTo>
                <a:close/>
                <a:moveTo>
                  <a:pt x="0" y="467"/>
                </a:moveTo>
                <a:lnTo>
                  <a:pt x="817" y="467"/>
                </a:lnTo>
                <a:lnTo>
                  <a:pt x="817" y="1049"/>
                </a:lnTo>
                <a:lnTo>
                  <a:pt x="117" y="1049"/>
                </a:lnTo>
                <a:cubicBezTo>
                  <a:pt x="54" y="1049"/>
                  <a:pt x="0" y="995"/>
                  <a:pt x="0" y="932"/>
                </a:cubicBezTo>
                <a:lnTo>
                  <a:pt x="0" y="467"/>
                </a:lnTo>
                <a:close/>
                <a:moveTo>
                  <a:pt x="235" y="0"/>
                </a:moveTo>
                <a:lnTo>
                  <a:pt x="349" y="0"/>
                </a:lnTo>
                <a:lnTo>
                  <a:pt x="349" y="117"/>
                </a:lnTo>
                <a:lnTo>
                  <a:pt x="235" y="117"/>
                </a:lnTo>
                <a:lnTo>
                  <a:pt x="235" y="0"/>
                </a:lnTo>
                <a:close/>
                <a:moveTo>
                  <a:pt x="467" y="0"/>
                </a:moveTo>
                <a:lnTo>
                  <a:pt x="584" y="0"/>
                </a:lnTo>
                <a:lnTo>
                  <a:pt x="584" y="117"/>
                </a:lnTo>
                <a:lnTo>
                  <a:pt x="467" y="117"/>
                </a:lnTo>
                <a:lnTo>
                  <a:pt x="467" y="0"/>
                </a:lnTo>
                <a:close/>
                <a:moveTo>
                  <a:pt x="117" y="0"/>
                </a:moveTo>
                <a:lnTo>
                  <a:pt x="117" y="117"/>
                </a:lnTo>
                <a:lnTo>
                  <a:pt x="0" y="117"/>
                </a:lnTo>
                <a:cubicBezTo>
                  <a:pt x="0" y="60"/>
                  <a:pt x="60" y="0"/>
                  <a:pt x="117" y="0"/>
                </a:cubicBezTo>
                <a:close/>
                <a:moveTo>
                  <a:pt x="934" y="932"/>
                </a:moveTo>
                <a:lnTo>
                  <a:pt x="1049" y="932"/>
                </a:lnTo>
                <a:lnTo>
                  <a:pt x="1049" y="1049"/>
                </a:lnTo>
                <a:lnTo>
                  <a:pt x="934" y="1049"/>
                </a:lnTo>
                <a:lnTo>
                  <a:pt x="934" y="932"/>
                </a:lnTo>
                <a:close/>
                <a:moveTo>
                  <a:pt x="934" y="0"/>
                </a:moveTo>
                <a:lnTo>
                  <a:pt x="1049" y="0"/>
                </a:lnTo>
                <a:lnTo>
                  <a:pt x="1049" y="117"/>
                </a:lnTo>
                <a:lnTo>
                  <a:pt x="934" y="117"/>
                </a:lnTo>
                <a:lnTo>
                  <a:pt x="934" y="0"/>
                </a:lnTo>
                <a:close/>
                <a:moveTo>
                  <a:pt x="0" y="232"/>
                </a:move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lnTo>
                  <a:pt x="0" y="232"/>
                </a:lnTo>
                <a:close/>
                <a:moveTo>
                  <a:pt x="1166" y="0"/>
                </a:moveTo>
                <a:cubicBezTo>
                  <a:pt x="1224" y="0"/>
                  <a:pt x="1284" y="60"/>
                  <a:pt x="1284" y="117"/>
                </a:cubicBezTo>
                <a:lnTo>
                  <a:pt x="1166" y="117"/>
                </a:lnTo>
                <a:lnTo>
                  <a:pt x="1166" y="0"/>
                </a:lnTo>
                <a:close/>
                <a:moveTo>
                  <a:pt x="1166" y="232"/>
                </a:moveTo>
                <a:lnTo>
                  <a:pt x="1284" y="232"/>
                </a:lnTo>
                <a:lnTo>
                  <a:pt x="1284" y="350"/>
                </a:lnTo>
                <a:lnTo>
                  <a:pt x="1166" y="350"/>
                </a:lnTo>
                <a:lnTo>
                  <a:pt x="1166" y="232"/>
                </a:lnTo>
                <a:close/>
                <a:moveTo>
                  <a:pt x="699" y="0"/>
                </a:moveTo>
                <a:lnTo>
                  <a:pt x="817" y="0"/>
                </a:lnTo>
                <a:lnTo>
                  <a:pt x="817" y="117"/>
                </a:lnTo>
                <a:lnTo>
                  <a:pt x="699" y="117"/>
                </a:lnTo>
                <a:lnTo>
                  <a:pt x="699" y="0"/>
                </a:lnTo>
                <a:close/>
                <a:moveTo>
                  <a:pt x="1284" y="932"/>
                </a:moveTo>
                <a:cubicBezTo>
                  <a:pt x="1284" y="989"/>
                  <a:pt x="1224" y="1049"/>
                  <a:pt x="1167" y="1049"/>
                </a:cubicBezTo>
                <a:lnTo>
                  <a:pt x="1167" y="932"/>
                </a:lnTo>
                <a:lnTo>
                  <a:pt x="1284" y="932"/>
                </a:lnTo>
                <a:close/>
                <a:moveTo>
                  <a:pt x="1166" y="467"/>
                </a:moveTo>
                <a:lnTo>
                  <a:pt x="1284" y="467"/>
                </a:lnTo>
                <a:lnTo>
                  <a:pt x="1284" y="582"/>
                </a:lnTo>
                <a:lnTo>
                  <a:pt x="1166" y="582"/>
                </a:lnTo>
                <a:lnTo>
                  <a:pt x="1166" y="467"/>
                </a:lnTo>
                <a:close/>
                <a:moveTo>
                  <a:pt x="1166" y="700"/>
                </a:moveTo>
                <a:lnTo>
                  <a:pt x="1284" y="700"/>
                </a:lnTo>
                <a:lnTo>
                  <a:pt x="1284" y="817"/>
                </a:lnTo>
                <a:lnTo>
                  <a:pt x="1166" y="817"/>
                </a:lnTo>
                <a:lnTo>
                  <a:pt x="1166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562976" y="5863434"/>
            <a:ext cx="461963" cy="377825"/>
          </a:xfrm>
          <a:custGeom>
            <a:avLst/>
            <a:gdLst>
              <a:gd name="T0" fmla="*/ 235 w 1285"/>
              <a:gd name="T1" fmla="*/ 817 h 1050"/>
              <a:gd name="T2" fmla="*/ 1049 w 1285"/>
              <a:gd name="T3" fmla="*/ 817 h 1050"/>
              <a:gd name="T4" fmla="*/ 787 w 1285"/>
              <a:gd name="T5" fmla="*/ 467 h 1050"/>
              <a:gd name="T6" fmla="*/ 585 w 1285"/>
              <a:gd name="T7" fmla="*/ 730 h 1050"/>
              <a:gd name="T8" fmla="*/ 437 w 1285"/>
              <a:gd name="T9" fmla="*/ 555 h 1050"/>
              <a:gd name="T10" fmla="*/ 235 w 1285"/>
              <a:gd name="T11" fmla="*/ 817 h 1050"/>
              <a:gd name="T12" fmla="*/ 1167 w 1285"/>
              <a:gd name="T13" fmla="*/ 0 h 1050"/>
              <a:gd name="T14" fmla="*/ 1284 w 1285"/>
              <a:gd name="T15" fmla="*/ 117 h 1050"/>
              <a:gd name="T16" fmla="*/ 1284 w 1285"/>
              <a:gd name="T17" fmla="*/ 932 h 1050"/>
              <a:gd name="T18" fmla="*/ 1167 w 1285"/>
              <a:gd name="T19" fmla="*/ 1049 h 1050"/>
              <a:gd name="T20" fmla="*/ 117 w 1285"/>
              <a:gd name="T21" fmla="*/ 1049 h 1050"/>
              <a:gd name="T22" fmla="*/ 0 w 1285"/>
              <a:gd name="T23" fmla="*/ 932 h 1050"/>
              <a:gd name="T24" fmla="*/ 0 w 1285"/>
              <a:gd name="T25" fmla="*/ 117 h 1050"/>
              <a:gd name="T26" fmla="*/ 117 w 1285"/>
              <a:gd name="T27" fmla="*/ 0 h 1050"/>
              <a:gd name="T28" fmla="*/ 1167 w 1285"/>
              <a:gd name="T2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5" h="1050">
                <a:moveTo>
                  <a:pt x="235" y="817"/>
                </a:moveTo>
                <a:lnTo>
                  <a:pt x="1049" y="817"/>
                </a:lnTo>
                <a:lnTo>
                  <a:pt x="787" y="467"/>
                </a:lnTo>
                <a:lnTo>
                  <a:pt x="585" y="730"/>
                </a:lnTo>
                <a:lnTo>
                  <a:pt x="437" y="555"/>
                </a:lnTo>
                <a:lnTo>
                  <a:pt x="235" y="817"/>
                </a:lnTo>
                <a:close/>
                <a:moveTo>
                  <a:pt x="1167" y="0"/>
                </a:moveTo>
                <a:cubicBezTo>
                  <a:pt x="1224" y="0"/>
                  <a:pt x="1284" y="60"/>
                  <a:pt x="1284" y="117"/>
                </a:cubicBezTo>
                <a:lnTo>
                  <a:pt x="1284" y="932"/>
                </a:lnTo>
                <a:cubicBezTo>
                  <a:pt x="1284" y="989"/>
                  <a:pt x="1224" y="1049"/>
                  <a:pt x="1167" y="1049"/>
                </a:cubicBezTo>
                <a:lnTo>
                  <a:pt x="117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60"/>
                  <a:pt x="60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58349" y="5842794"/>
            <a:ext cx="419100" cy="419100"/>
          </a:xfrm>
          <a:custGeom>
            <a:avLst/>
            <a:gdLst>
              <a:gd name="T0" fmla="*/ 0 w 1166"/>
              <a:gd name="T1" fmla="*/ 232 h 1165"/>
              <a:gd name="T2" fmla="*/ 115 w 1166"/>
              <a:gd name="T3" fmla="*/ 232 h 1165"/>
              <a:gd name="T4" fmla="*/ 115 w 1166"/>
              <a:gd name="T5" fmla="*/ 1049 h 1165"/>
              <a:gd name="T6" fmla="*/ 932 w 1166"/>
              <a:gd name="T7" fmla="*/ 1049 h 1165"/>
              <a:gd name="T8" fmla="*/ 932 w 1166"/>
              <a:gd name="T9" fmla="*/ 1164 h 1165"/>
              <a:gd name="T10" fmla="*/ 115 w 1166"/>
              <a:gd name="T11" fmla="*/ 1164 h 1165"/>
              <a:gd name="T12" fmla="*/ 0 w 1166"/>
              <a:gd name="T13" fmla="*/ 1049 h 1165"/>
              <a:gd name="T14" fmla="*/ 0 w 1166"/>
              <a:gd name="T15" fmla="*/ 232 h 1165"/>
              <a:gd name="T16" fmla="*/ 525 w 1166"/>
              <a:gd name="T17" fmla="*/ 582 h 1165"/>
              <a:gd name="T18" fmla="*/ 350 w 1166"/>
              <a:gd name="T19" fmla="*/ 814 h 1165"/>
              <a:gd name="T20" fmla="*/ 1050 w 1166"/>
              <a:gd name="T21" fmla="*/ 814 h 1165"/>
              <a:gd name="T22" fmla="*/ 815 w 1166"/>
              <a:gd name="T23" fmla="*/ 524 h 1165"/>
              <a:gd name="T24" fmla="*/ 643 w 1166"/>
              <a:gd name="T25" fmla="*/ 740 h 1165"/>
              <a:gd name="T26" fmla="*/ 525 w 1166"/>
              <a:gd name="T27" fmla="*/ 582 h 1165"/>
              <a:gd name="T28" fmla="*/ 1165 w 1166"/>
              <a:gd name="T29" fmla="*/ 814 h 1165"/>
              <a:gd name="T30" fmla="*/ 1050 w 1166"/>
              <a:gd name="T31" fmla="*/ 931 h 1165"/>
              <a:gd name="T32" fmla="*/ 350 w 1166"/>
              <a:gd name="T33" fmla="*/ 931 h 1165"/>
              <a:gd name="T34" fmla="*/ 233 w 1166"/>
              <a:gd name="T35" fmla="*/ 814 h 1165"/>
              <a:gd name="T36" fmla="*/ 233 w 1166"/>
              <a:gd name="T37" fmla="*/ 114 h 1165"/>
              <a:gd name="T38" fmla="*/ 350 w 1166"/>
              <a:gd name="T39" fmla="*/ 0 h 1165"/>
              <a:gd name="T40" fmla="*/ 1050 w 1166"/>
              <a:gd name="T41" fmla="*/ 0 h 1165"/>
              <a:gd name="T42" fmla="*/ 1165 w 1166"/>
              <a:gd name="T43" fmla="*/ 114 h 1165"/>
              <a:gd name="T44" fmla="*/ 1165 w 1166"/>
              <a:gd name="T45" fmla="*/ 81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0" y="232"/>
                </a:moveTo>
                <a:lnTo>
                  <a:pt x="115" y="232"/>
                </a:lnTo>
                <a:lnTo>
                  <a:pt x="115" y="1049"/>
                </a:lnTo>
                <a:lnTo>
                  <a:pt x="932" y="1049"/>
                </a:lnTo>
                <a:lnTo>
                  <a:pt x="932" y="1164"/>
                </a:lnTo>
                <a:lnTo>
                  <a:pt x="115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232"/>
                </a:lnTo>
                <a:close/>
                <a:moveTo>
                  <a:pt x="525" y="582"/>
                </a:moveTo>
                <a:lnTo>
                  <a:pt x="350" y="814"/>
                </a:lnTo>
                <a:lnTo>
                  <a:pt x="1050" y="814"/>
                </a:lnTo>
                <a:lnTo>
                  <a:pt x="815" y="524"/>
                </a:lnTo>
                <a:lnTo>
                  <a:pt x="643" y="740"/>
                </a:lnTo>
                <a:lnTo>
                  <a:pt x="525" y="582"/>
                </a:lnTo>
                <a:close/>
                <a:moveTo>
                  <a:pt x="1165" y="814"/>
                </a:moveTo>
                <a:cubicBezTo>
                  <a:pt x="1165" y="877"/>
                  <a:pt x="1113" y="931"/>
                  <a:pt x="1050" y="931"/>
                </a:cubicBezTo>
                <a:lnTo>
                  <a:pt x="350" y="931"/>
                </a:lnTo>
                <a:cubicBezTo>
                  <a:pt x="287" y="931"/>
                  <a:pt x="233" y="877"/>
                  <a:pt x="233" y="814"/>
                </a:cubicBezTo>
                <a:lnTo>
                  <a:pt x="233" y="114"/>
                </a:lnTo>
                <a:cubicBezTo>
                  <a:pt x="233" y="52"/>
                  <a:pt x="287" y="0"/>
                  <a:pt x="350" y="0"/>
                </a:cubicBezTo>
                <a:lnTo>
                  <a:pt x="1050" y="0"/>
                </a:lnTo>
                <a:cubicBezTo>
                  <a:pt x="1113" y="0"/>
                  <a:pt x="1165" y="52"/>
                  <a:pt x="1165" y="114"/>
                </a:cubicBezTo>
                <a:lnTo>
                  <a:pt x="1165" y="8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755314" y="5863434"/>
            <a:ext cx="377825" cy="377825"/>
          </a:xfrm>
          <a:custGeom>
            <a:avLst/>
            <a:gdLst>
              <a:gd name="T0" fmla="*/ 599 w 1051"/>
              <a:gd name="T1" fmla="*/ 451 h 1050"/>
              <a:gd name="T2" fmla="*/ 757 w 1051"/>
              <a:gd name="T3" fmla="*/ 525 h 1050"/>
              <a:gd name="T4" fmla="*/ 599 w 1051"/>
              <a:gd name="T5" fmla="*/ 598 h 1050"/>
              <a:gd name="T6" fmla="*/ 525 w 1051"/>
              <a:gd name="T7" fmla="*/ 757 h 1050"/>
              <a:gd name="T8" fmla="*/ 451 w 1051"/>
              <a:gd name="T9" fmla="*/ 598 h 1050"/>
              <a:gd name="T10" fmla="*/ 293 w 1051"/>
              <a:gd name="T11" fmla="*/ 525 h 1050"/>
              <a:gd name="T12" fmla="*/ 451 w 1051"/>
              <a:gd name="T13" fmla="*/ 451 h 1050"/>
              <a:gd name="T14" fmla="*/ 525 w 1051"/>
              <a:gd name="T15" fmla="*/ 292 h 1050"/>
              <a:gd name="T16" fmla="*/ 599 w 1051"/>
              <a:gd name="T17" fmla="*/ 451 h 1050"/>
              <a:gd name="T18" fmla="*/ 817 w 1051"/>
              <a:gd name="T19" fmla="*/ 407 h 1050"/>
              <a:gd name="T20" fmla="*/ 763 w 1051"/>
              <a:gd name="T21" fmla="*/ 287 h 1050"/>
              <a:gd name="T22" fmla="*/ 643 w 1051"/>
              <a:gd name="T23" fmla="*/ 232 h 1050"/>
              <a:gd name="T24" fmla="*/ 763 w 1051"/>
              <a:gd name="T25" fmla="*/ 178 h 1050"/>
              <a:gd name="T26" fmla="*/ 817 w 1051"/>
              <a:gd name="T27" fmla="*/ 57 h 1050"/>
              <a:gd name="T28" fmla="*/ 872 w 1051"/>
              <a:gd name="T29" fmla="*/ 178 h 1050"/>
              <a:gd name="T30" fmla="*/ 992 w 1051"/>
              <a:gd name="T31" fmla="*/ 232 h 1050"/>
              <a:gd name="T32" fmla="*/ 872 w 1051"/>
              <a:gd name="T33" fmla="*/ 287 h 1050"/>
              <a:gd name="T34" fmla="*/ 817 w 1051"/>
              <a:gd name="T35" fmla="*/ 407 h 1050"/>
              <a:gd name="T36" fmla="*/ 935 w 1051"/>
              <a:gd name="T37" fmla="*/ 407 h 1050"/>
              <a:gd name="T38" fmla="*/ 1050 w 1051"/>
              <a:gd name="T39" fmla="*/ 407 h 1050"/>
              <a:gd name="T40" fmla="*/ 1050 w 1051"/>
              <a:gd name="T41" fmla="*/ 932 h 1050"/>
              <a:gd name="T42" fmla="*/ 935 w 1051"/>
              <a:gd name="T43" fmla="*/ 1049 h 1050"/>
              <a:gd name="T44" fmla="*/ 118 w 1051"/>
              <a:gd name="T45" fmla="*/ 1049 h 1050"/>
              <a:gd name="T46" fmla="*/ 0 w 1051"/>
              <a:gd name="T47" fmla="*/ 932 h 1050"/>
              <a:gd name="T48" fmla="*/ 0 w 1051"/>
              <a:gd name="T49" fmla="*/ 117 h 1050"/>
              <a:gd name="T50" fmla="*/ 118 w 1051"/>
              <a:gd name="T51" fmla="*/ 0 h 1050"/>
              <a:gd name="T52" fmla="*/ 643 w 1051"/>
              <a:gd name="T53" fmla="*/ 0 h 1050"/>
              <a:gd name="T54" fmla="*/ 643 w 1051"/>
              <a:gd name="T55" fmla="*/ 117 h 1050"/>
              <a:gd name="T56" fmla="*/ 118 w 1051"/>
              <a:gd name="T57" fmla="*/ 117 h 1050"/>
              <a:gd name="T58" fmla="*/ 118 w 1051"/>
              <a:gd name="T59" fmla="*/ 932 h 1050"/>
              <a:gd name="T60" fmla="*/ 935 w 1051"/>
              <a:gd name="T61" fmla="*/ 932 h 1050"/>
              <a:gd name="T62" fmla="*/ 935 w 1051"/>
              <a:gd name="T63" fmla="*/ 40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1050">
                <a:moveTo>
                  <a:pt x="599" y="451"/>
                </a:moveTo>
                <a:lnTo>
                  <a:pt x="757" y="525"/>
                </a:lnTo>
                <a:lnTo>
                  <a:pt x="599" y="598"/>
                </a:lnTo>
                <a:lnTo>
                  <a:pt x="525" y="757"/>
                </a:lnTo>
                <a:lnTo>
                  <a:pt x="451" y="598"/>
                </a:lnTo>
                <a:lnTo>
                  <a:pt x="293" y="525"/>
                </a:lnTo>
                <a:lnTo>
                  <a:pt x="451" y="451"/>
                </a:lnTo>
                <a:lnTo>
                  <a:pt x="525" y="292"/>
                </a:lnTo>
                <a:lnTo>
                  <a:pt x="599" y="451"/>
                </a:lnTo>
                <a:close/>
                <a:moveTo>
                  <a:pt x="817" y="407"/>
                </a:moveTo>
                <a:lnTo>
                  <a:pt x="763" y="287"/>
                </a:lnTo>
                <a:lnTo>
                  <a:pt x="643" y="232"/>
                </a:lnTo>
                <a:lnTo>
                  <a:pt x="763" y="178"/>
                </a:lnTo>
                <a:lnTo>
                  <a:pt x="817" y="57"/>
                </a:lnTo>
                <a:lnTo>
                  <a:pt x="872" y="178"/>
                </a:lnTo>
                <a:lnTo>
                  <a:pt x="992" y="232"/>
                </a:lnTo>
                <a:lnTo>
                  <a:pt x="872" y="287"/>
                </a:lnTo>
                <a:lnTo>
                  <a:pt x="817" y="407"/>
                </a:lnTo>
                <a:close/>
                <a:moveTo>
                  <a:pt x="935" y="407"/>
                </a:moveTo>
                <a:lnTo>
                  <a:pt x="1050" y="407"/>
                </a:lnTo>
                <a:lnTo>
                  <a:pt x="1050" y="932"/>
                </a:lnTo>
                <a:cubicBezTo>
                  <a:pt x="1050" y="995"/>
                  <a:pt x="998" y="1049"/>
                  <a:pt x="935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7"/>
                </a:lnTo>
                <a:cubicBezTo>
                  <a:pt x="0" y="55"/>
                  <a:pt x="55" y="0"/>
                  <a:pt x="118" y="0"/>
                </a:cubicBezTo>
                <a:lnTo>
                  <a:pt x="643" y="0"/>
                </a:lnTo>
                <a:lnTo>
                  <a:pt x="643" y="117"/>
                </a:lnTo>
                <a:lnTo>
                  <a:pt x="118" y="117"/>
                </a:lnTo>
                <a:lnTo>
                  <a:pt x="118" y="932"/>
                </a:lnTo>
                <a:lnTo>
                  <a:pt x="935" y="932"/>
                </a:lnTo>
                <a:lnTo>
                  <a:pt x="935" y="40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60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7" y="614364"/>
            <a:ext cx="463550" cy="377825"/>
          </a:xfrm>
          <a:custGeom>
            <a:avLst/>
            <a:gdLst>
              <a:gd name="T0" fmla="*/ 1168 w 1286"/>
              <a:gd name="T1" fmla="*/ 935 h 1051"/>
              <a:gd name="T2" fmla="*/ 1168 w 1286"/>
              <a:gd name="T3" fmla="*/ 115 h 1051"/>
              <a:gd name="T4" fmla="*/ 118 w 1286"/>
              <a:gd name="T5" fmla="*/ 115 h 1051"/>
              <a:gd name="T6" fmla="*/ 118 w 1286"/>
              <a:gd name="T7" fmla="*/ 935 h 1051"/>
              <a:gd name="T8" fmla="*/ 1168 w 1286"/>
              <a:gd name="T9" fmla="*/ 935 h 1051"/>
              <a:gd name="T10" fmla="*/ 1285 w 1286"/>
              <a:gd name="T11" fmla="*/ 118 h 1051"/>
              <a:gd name="T12" fmla="*/ 1285 w 1286"/>
              <a:gd name="T13" fmla="*/ 933 h 1051"/>
              <a:gd name="T14" fmla="*/ 1168 w 1286"/>
              <a:gd name="T15" fmla="*/ 1050 h 1051"/>
              <a:gd name="T16" fmla="*/ 118 w 1286"/>
              <a:gd name="T17" fmla="*/ 1050 h 1051"/>
              <a:gd name="T18" fmla="*/ 0 w 1286"/>
              <a:gd name="T19" fmla="*/ 933 h 1051"/>
              <a:gd name="T20" fmla="*/ 0 w 1286"/>
              <a:gd name="T21" fmla="*/ 118 h 1051"/>
              <a:gd name="T22" fmla="*/ 118 w 1286"/>
              <a:gd name="T23" fmla="*/ 0 h 1051"/>
              <a:gd name="T24" fmla="*/ 1168 w 1286"/>
              <a:gd name="T25" fmla="*/ 0 h 1051"/>
              <a:gd name="T26" fmla="*/ 1285 w 1286"/>
              <a:gd name="T27" fmla="*/ 118 h 1051"/>
              <a:gd name="T28" fmla="*/ 1050 w 1286"/>
              <a:gd name="T29" fmla="*/ 583 h 1051"/>
              <a:gd name="T30" fmla="*/ 585 w 1286"/>
              <a:gd name="T31" fmla="*/ 583 h 1051"/>
              <a:gd name="T32" fmla="*/ 585 w 1286"/>
              <a:gd name="T33" fmla="*/ 233 h 1051"/>
              <a:gd name="T34" fmla="*/ 1050 w 1286"/>
              <a:gd name="T35" fmla="*/ 233 h 1051"/>
              <a:gd name="T36" fmla="*/ 1050 w 1286"/>
              <a:gd name="T37" fmla="*/ 58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6" h="1051">
                <a:moveTo>
                  <a:pt x="1168" y="935"/>
                </a:moveTo>
                <a:lnTo>
                  <a:pt x="1168" y="115"/>
                </a:lnTo>
                <a:lnTo>
                  <a:pt x="118" y="115"/>
                </a:lnTo>
                <a:lnTo>
                  <a:pt x="118" y="935"/>
                </a:lnTo>
                <a:lnTo>
                  <a:pt x="1168" y="935"/>
                </a:lnTo>
                <a:close/>
                <a:moveTo>
                  <a:pt x="1285" y="118"/>
                </a:moveTo>
                <a:lnTo>
                  <a:pt x="1285" y="933"/>
                </a:lnTo>
                <a:cubicBezTo>
                  <a:pt x="1285" y="996"/>
                  <a:pt x="1230" y="1050"/>
                  <a:pt x="1168" y="1050"/>
                </a:cubicBezTo>
                <a:lnTo>
                  <a:pt x="118" y="1050"/>
                </a:lnTo>
                <a:cubicBezTo>
                  <a:pt x="55" y="1050"/>
                  <a:pt x="0" y="996"/>
                  <a:pt x="0" y="933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ubicBezTo>
                  <a:pt x="1230" y="0"/>
                  <a:pt x="1285" y="55"/>
                  <a:pt x="1285" y="118"/>
                </a:cubicBezTo>
                <a:close/>
                <a:moveTo>
                  <a:pt x="1050" y="583"/>
                </a:moveTo>
                <a:lnTo>
                  <a:pt x="585" y="583"/>
                </a:lnTo>
                <a:lnTo>
                  <a:pt x="585" y="233"/>
                </a:lnTo>
                <a:lnTo>
                  <a:pt x="1050" y="233"/>
                </a:lnTo>
                <a:lnTo>
                  <a:pt x="1050" y="58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49474" y="657225"/>
            <a:ext cx="419100" cy="293688"/>
          </a:xfrm>
          <a:custGeom>
            <a:avLst/>
            <a:gdLst>
              <a:gd name="T0" fmla="*/ 0 w 1166"/>
              <a:gd name="T1" fmla="*/ 582 h 818"/>
              <a:gd name="T2" fmla="*/ 0 w 1166"/>
              <a:gd name="T3" fmla="*/ 467 h 818"/>
              <a:gd name="T4" fmla="*/ 465 w 1166"/>
              <a:gd name="T5" fmla="*/ 467 h 818"/>
              <a:gd name="T6" fmla="*/ 465 w 1166"/>
              <a:gd name="T7" fmla="*/ 582 h 818"/>
              <a:gd name="T8" fmla="*/ 0 w 1166"/>
              <a:gd name="T9" fmla="*/ 582 h 818"/>
              <a:gd name="T10" fmla="*/ 932 w 1166"/>
              <a:gd name="T11" fmla="*/ 467 h 818"/>
              <a:gd name="T12" fmla="*/ 1165 w 1166"/>
              <a:gd name="T13" fmla="*/ 467 h 818"/>
              <a:gd name="T14" fmla="*/ 1165 w 1166"/>
              <a:gd name="T15" fmla="*/ 582 h 818"/>
              <a:gd name="T16" fmla="*/ 932 w 1166"/>
              <a:gd name="T17" fmla="*/ 582 h 818"/>
              <a:gd name="T18" fmla="*/ 932 w 1166"/>
              <a:gd name="T19" fmla="*/ 817 h 818"/>
              <a:gd name="T20" fmla="*/ 815 w 1166"/>
              <a:gd name="T21" fmla="*/ 817 h 818"/>
              <a:gd name="T22" fmla="*/ 815 w 1166"/>
              <a:gd name="T23" fmla="*/ 582 h 818"/>
              <a:gd name="T24" fmla="*/ 582 w 1166"/>
              <a:gd name="T25" fmla="*/ 582 h 818"/>
              <a:gd name="T26" fmla="*/ 582 w 1166"/>
              <a:gd name="T27" fmla="*/ 467 h 818"/>
              <a:gd name="T28" fmla="*/ 815 w 1166"/>
              <a:gd name="T29" fmla="*/ 467 h 818"/>
              <a:gd name="T30" fmla="*/ 815 w 1166"/>
              <a:gd name="T31" fmla="*/ 232 h 818"/>
              <a:gd name="T32" fmla="*/ 932 w 1166"/>
              <a:gd name="T33" fmla="*/ 232 h 818"/>
              <a:gd name="T34" fmla="*/ 932 w 1166"/>
              <a:gd name="T35" fmla="*/ 467 h 818"/>
              <a:gd name="T36" fmla="*/ 700 w 1166"/>
              <a:gd name="T37" fmla="*/ 117 h 818"/>
              <a:gd name="T38" fmla="*/ 0 w 1166"/>
              <a:gd name="T39" fmla="*/ 117 h 818"/>
              <a:gd name="T40" fmla="*/ 0 w 1166"/>
              <a:gd name="T41" fmla="*/ 0 h 818"/>
              <a:gd name="T42" fmla="*/ 700 w 1166"/>
              <a:gd name="T43" fmla="*/ 0 h 818"/>
              <a:gd name="T44" fmla="*/ 700 w 1166"/>
              <a:gd name="T45" fmla="*/ 117 h 818"/>
              <a:gd name="T46" fmla="*/ 700 w 1166"/>
              <a:gd name="T47" fmla="*/ 232 h 818"/>
              <a:gd name="T48" fmla="*/ 700 w 1166"/>
              <a:gd name="T49" fmla="*/ 350 h 818"/>
              <a:gd name="T50" fmla="*/ 0 w 1166"/>
              <a:gd name="T51" fmla="*/ 350 h 818"/>
              <a:gd name="T52" fmla="*/ 0 w 1166"/>
              <a:gd name="T53" fmla="*/ 232 h 818"/>
              <a:gd name="T54" fmla="*/ 700 w 1166"/>
              <a:gd name="T55" fmla="*/ 232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66" h="818">
                <a:moveTo>
                  <a:pt x="0" y="582"/>
                </a:moveTo>
                <a:lnTo>
                  <a:pt x="0" y="467"/>
                </a:lnTo>
                <a:lnTo>
                  <a:pt x="465" y="467"/>
                </a:lnTo>
                <a:lnTo>
                  <a:pt x="465" y="582"/>
                </a:lnTo>
                <a:lnTo>
                  <a:pt x="0" y="582"/>
                </a:lnTo>
                <a:close/>
                <a:moveTo>
                  <a:pt x="932" y="467"/>
                </a:moveTo>
                <a:lnTo>
                  <a:pt x="1165" y="467"/>
                </a:lnTo>
                <a:lnTo>
                  <a:pt x="1165" y="582"/>
                </a:lnTo>
                <a:lnTo>
                  <a:pt x="932" y="582"/>
                </a:lnTo>
                <a:lnTo>
                  <a:pt x="932" y="817"/>
                </a:lnTo>
                <a:lnTo>
                  <a:pt x="815" y="817"/>
                </a:lnTo>
                <a:lnTo>
                  <a:pt x="815" y="582"/>
                </a:lnTo>
                <a:lnTo>
                  <a:pt x="582" y="582"/>
                </a:lnTo>
                <a:lnTo>
                  <a:pt x="582" y="467"/>
                </a:lnTo>
                <a:lnTo>
                  <a:pt x="815" y="467"/>
                </a:lnTo>
                <a:lnTo>
                  <a:pt x="815" y="232"/>
                </a:lnTo>
                <a:lnTo>
                  <a:pt x="932" y="232"/>
                </a:lnTo>
                <a:lnTo>
                  <a:pt x="932" y="467"/>
                </a:lnTo>
                <a:close/>
                <a:moveTo>
                  <a:pt x="700" y="117"/>
                </a:moveTo>
                <a:lnTo>
                  <a:pt x="0" y="117"/>
                </a:lnTo>
                <a:lnTo>
                  <a:pt x="0" y="0"/>
                </a:lnTo>
                <a:lnTo>
                  <a:pt x="700" y="0"/>
                </a:lnTo>
                <a:lnTo>
                  <a:pt x="700" y="117"/>
                </a:lnTo>
                <a:close/>
                <a:moveTo>
                  <a:pt x="700" y="232"/>
                </a:moveTo>
                <a:lnTo>
                  <a:pt x="700" y="350"/>
                </a:lnTo>
                <a:lnTo>
                  <a:pt x="0" y="350"/>
                </a:lnTo>
                <a:lnTo>
                  <a:pt x="0" y="232"/>
                </a:lnTo>
                <a:lnTo>
                  <a:pt x="700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08339" y="657225"/>
            <a:ext cx="441325" cy="293688"/>
          </a:xfrm>
          <a:custGeom>
            <a:avLst/>
            <a:gdLst>
              <a:gd name="T0" fmla="*/ 1137 w 1226"/>
              <a:gd name="T1" fmla="*/ 320 h 818"/>
              <a:gd name="T2" fmla="*/ 1225 w 1226"/>
              <a:gd name="T3" fmla="*/ 407 h 818"/>
              <a:gd name="T4" fmla="*/ 817 w 1226"/>
              <a:gd name="T5" fmla="*/ 817 h 818"/>
              <a:gd name="T6" fmla="*/ 552 w 1226"/>
              <a:gd name="T7" fmla="*/ 555 h 818"/>
              <a:gd name="T8" fmla="*/ 640 w 1226"/>
              <a:gd name="T9" fmla="*/ 467 h 818"/>
              <a:gd name="T10" fmla="*/ 817 w 1226"/>
              <a:gd name="T11" fmla="*/ 642 h 818"/>
              <a:gd name="T12" fmla="*/ 1137 w 1226"/>
              <a:gd name="T13" fmla="*/ 320 h 818"/>
              <a:gd name="T14" fmla="*/ 0 w 1226"/>
              <a:gd name="T15" fmla="*/ 582 h 818"/>
              <a:gd name="T16" fmla="*/ 0 w 1226"/>
              <a:gd name="T17" fmla="*/ 467 h 818"/>
              <a:gd name="T18" fmla="*/ 465 w 1226"/>
              <a:gd name="T19" fmla="*/ 467 h 818"/>
              <a:gd name="T20" fmla="*/ 465 w 1226"/>
              <a:gd name="T21" fmla="*/ 582 h 818"/>
              <a:gd name="T22" fmla="*/ 0 w 1226"/>
              <a:gd name="T23" fmla="*/ 582 h 818"/>
              <a:gd name="T24" fmla="*/ 700 w 1226"/>
              <a:gd name="T25" fmla="*/ 117 h 818"/>
              <a:gd name="T26" fmla="*/ 0 w 1226"/>
              <a:gd name="T27" fmla="*/ 117 h 818"/>
              <a:gd name="T28" fmla="*/ 0 w 1226"/>
              <a:gd name="T29" fmla="*/ 0 h 818"/>
              <a:gd name="T30" fmla="*/ 700 w 1226"/>
              <a:gd name="T31" fmla="*/ 0 h 818"/>
              <a:gd name="T32" fmla="*/ 700 w 1226"/>
              <a:gd name="T33" fmla="*/ 117 h 818"/>
              <a:gd name="T34" fmla="*/ 700 w 1226"/>
              <a:gd name="T35" fmla="*/ 232 h 818"/>
              <a:gd name="T36" fmla="*/ 700 w 1226"/>
              <a:gd name="T37" fmla="*/ 350 h 818"/>
              <a:gd name="T38" fmla="*/ 0 w 1226"/>
              <a:gd name="T39" fmla="*/ 350 h 818"/>
              <a:gd name="T40" fmla="*/ 0 w 1226"/>
              <a:gd name="T41" fmla="*/ 232 h 818"/>
              <a:gd name="T42" fmla="*/ 700 w 1226"/>
              <a:gd name="T43" fmla="*/ 232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26" h="818">
                <a:moveTo>
                  <a:pt x="1137" y="320"/>
                </a:moveTo>
                <a:lnTo>
                  <a:pt x="1225" y="407"/>
                </a:lnTo>
                <a:lnTo>
                  <a:pt x="817" y="817"/>
                </a:lnTo>
                <a:lnTo>
                  <a:pt x="552" y="555"/>
                </a:lnTo>
                <a:lnTo>
                  <a:pt x="640" y="467"/>
                </a:lnTo>
                <a:lnTo>
                  <a:pt x="817" y="642"/>
                </a:lnTo>
                <a:lnTo>
                  <a:pt x="1137" y="320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465" y="467"/>
                </a:lnTo>
                <a:lnTo>
                  <a:pt x="465" y="582"/>
                </a:lnTo>
                <a:lnTo>
                  <a:pt x="0" y="582"/>
                </a:lnTo>
                <a:close/>
                <a:moveTo>
                  <a:pt x="700" y="117"/>
                </a:moveTo>
                <a:lnTo>
                  <a:pt x="0" y="117"/>
                </a:lnTo>
                <a:lnTo>
                  <a:pt x="0" y="0"/>
                </a:lnTo>
                <a:lnTo>
                  <a:pt x="700" y="0"/>
                </a:lnTo>
                <a:lnTo>
                  <a:pt x="700" y="117"/>
                </a:lnTo>
                <a:close/>
                <a:moveTo>
                  <a:pt x="700" y="232"/>
                </a:moveTo>
                <a:lnTo>
                  <a:pt x="700" y="350"/>
                </a:lnTo>
                <a:lnTo>
                  <a:pt x="0" y="350"/>
                </a:lnTo>
                <a:lnTo>
                  <a:pt x="0" y="232"/>
                </a:lnTo>
                <a:lnTo>
                  <a:pt x="700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73562" y="646113"/>
            <a:ext cx="252412" cy="315912"/>
          </a:xfrm>
          <a:custGeom>
            <a:avLst/>
            <a:gdLst>
              <a:gd name="T0" fmla="*/ 118 w 701"/>
              <a:gd name="T1" fmla="*/ 525 h 876"/>
              <a:gd name="T2" fmla="*/ 350 w 701"/>
              <a:gd name="T3" fmla="*/ 757 h 876"/>
              <a:gd name="T4" fmla="*/ 583 w 701"/>
              <a:gd name="T5" fmla="*/ 525 h 876"/>
              <a:gd name="T6" fmla="*/ 700 w 701"/>
              <a:gd name="T7" fmla="*/ 525 h 876"/>
              <a:gd name="T8" fmla="*/ 350 w 701"/>
              <a:gd name="T9" fmla="*/ 875 h 876"/>
              <a:gd name="T10" fmla="*/ 0 w 701"/>
              <a:gd name="T11" fmla="*/ 525 h 876"/>
              <a:gd name="T12" fmla="*/ 118 w 701"/>
              <a:gd name="T13" fmla="*/ 525 h 876"/>
              <a:gd name="T14" fmla="*/ 293 w 701"/>
              <a:gd name="T15" fmla="*/ 0 h 876"/>
              <a:gd name="T16" fmla="*/ 408 w 701"/>
              <a:gd name="T17" fmla="*/ 0 h 876"/>
              <a:gd name="T18" fmla="*/ 408 w 701"/>
              <a:gd name="T19" fmla="*/ 325 h 876"/>
              <a:gd name="T20" fmla="*/ 613 w 701"/>
              <a:gd name="T21" fmla="*/ 325 h 876"/>
              <a:gd name="T22" fmla="*/ 350 w 701"/>
              <a:gd name="T23" fmla="*/ 588 h 876"/>
              <a:gd name="T24" fmla="*/ 88 w 701"/>
              <a:gd name="T25" fmla="*/ 325 h 876"/>
              <a:gd name="T26" fmla="*/ 293 w 701"/>
              <a:gd name="T27" fmla="*/ 325 h 876"/>
              <a:gd name="T28" fmla="*/ 293 w 701"/>
              <a:gd name="T29" fmla="*/ 0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01" h="876">
                <a:moveTo>
                  <a:pt x="118" y="525"/>
                </a:moveTo>
                <a:cubicBezTo>
                  <a:pt x="118" y="653"/>
                  <a:pt x="221" y="757"/>
                  <a:pt x="350" y="757"/>
                </a:cubicBezTo>
                <a:cubicBezTo>
                  <a:pt x="478" y="757"/>
                  <a:pt x="583" y="653"/>
                  <a:pt x="583" y="525"/>
                </a:cubicBezTo>
                <a:lnTo>
                  <a:pt x="700" y="525"/>
                </a:lnTo>
                <a:cubicBezTo>
                  <a:pt x="700" y="719"/>
                  <a:pt x="544" y="875"/>
                  <a:pt x="350" y="875"/>
                </a:cubicBezTo>
                <a:cubicBezTo>
                  <a:pt x="156" y="875"/>
                  <a:pt x="0" y="719"/>
                  <a:pt x="0" y="525"/>
                </a:cubicBezTo>
                <a:lnTo>
                  <a:pt x="118" y="525"/>
                </a:lnTo>
                <a:close/>
                <a:moveTo>
                  <a:pt x="293" y="0"/>
                </a:moveTo>
                <a:lnTo>
                  <a:pt x="408" y="0"/>
                </a:lnTo>
                <a:lnTo>
                  <a:pt x="408" y="325"/>
                </a:lnTo>
                <a:lnTo>
                  <a:pt x="613" y="325"/>
                </a:lnTo>
                <a:lnTo>
                  <a:pt x="350" y="588"/>
                </a:lnTo>
                <a:lnTo>
                  <a:pt x="88" y="325"/>
                </a:lnTo>
                <a:lnTo>
                  <a:pt x="293" y="325"/>
                </a:lnTo>
                <a:lnTo>
                  <a:pt x="29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62574" y="593725"/>
            <a:ext cx="419100" cy="419100"/>
          </a:xfrm>
          <a:custGeom>
            <a:avLst/>
            <a:gdLst>
              <a:gd name="T0" fmla="*/ 582 w 1166"/>
              <a:gd name="T1" fmla="*/ 1050 h 1166"/>
              <a:gd name="T2" fmla="*/ 1050 w 1166"/>
              <a:gd name="T3" fmla="*/ 582 h 1166"/>
              <a:gd name="T4" fmla="*/ 582 w 1166"/>
              <a:gd name="T5" fmla="*/ 115 h 1166"/>
              <a:gd name="T6" fmla="*/ 115 w 1166"/>
              <a:gd name="T7" fmla="*/ 582 h 1166"/>
              <a:gd name="T8" fmla="*/ 582 w 1166"/>
              <a:gd name="T9" fmla="*/ 1050 h 1166"/>
              <a:gd name="T10" fmla="*/ 582 w 1166"/>
              <a:gd name="T11" fmla="*/ 0 h 1166"/>
              <a:gd name="T12" fmla="*/ 1165 w 1166"/>
              <a:gd name="T13" fmla="*/ 582 h 1166"/>
              <a:gd name="T14" fmla="*/ 582 w 1166"/>
              <a:gd name="T15" fmla="*/ 1165 h 1166"/>
              <a:gd name="T16" fmla="*/ 0 w 1166"/>
              <a:gd name="T17" fmla="*/ 582 h 1166"/>
              <a:gd name="T18" fmla="*/ 582 w 1166"/>
              <a:gd name="T19" fmla="*/ 0 h 1166"/>
              <a:gd name="T20" fmla="*/ 465 w 1166"/>
              <a:gd name="T21" fmla="*/ 845 h 1166"/>
              <a:gd name="T22" fmla="*/ 465 w 1166"/>
              <a:gd name="T23" fmla="*/ 320 h 1166"/>
              <a:gd name="T24" fmla="*/ 815 w 1166"/>
              <a:gd name="T25" fmla="*/ 582 h 1166"/>
              <a:gd name="T26" fmla="*/ 465 w 1166"/>
              <a:gd name="T27" fmla="*/ 84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66" h="1166"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465" y="845"/>
                </a:moveTo>
                <a:lnTo>
                  <a:pt x="465" y="320"/>
                </a:lnTo>
                <a:lnTo>
                  <a:pt x="815" y="582"/>
                </a:lnTo>
                <a:lnTo>
                  <a:pt x="465" y="84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32549" y="593725"/>
            <a:ext cx="419100" cy="419100"/>
          </a:xfrm>
          <a:custGeom>
            <a:avLst/>
            <a:gdLst>
              <a:gd name="T0" fmla="*/ 464 w 1165"/>
              <a:gd name="T1" fmla="*/ 845 h 1166"/>
              <a:gd name="T2" fmla="*/ 814 w 1165"/>
              <a:gd name="T3" fmla="*/ 582 h 1166"/>
              <a:gd name="T4" fmla="*/ 464 w 1165"/>
              <a:gd name="T5" fmla="*/ 320 h 1166"/>
              <a:gd name="T6" fmla="*/ 464 w 1165"/>
              <a:gd name="T7" fmla="*/ 845 h 1166"/>
              <a:gd name="T8" fmla="*/ 582 w 1165"/>
              <a:gd name="T9" fmla="*/ 0 h 1166"/>
              <a:gd name="T10" fmla="*/ 1164 w 1165"/>
              <a:gd name="T11" fmla="*/ 582 h 1166"/>
              <a:gd name="T12" fmla="*/ 582 w 1165"/>
              <a:gd name="T13" fmla="*/ 1165 h 1166"/>
              <a:gd name="T14" fmla="*/ 0 w 1165"/>
              <a:gd name="T15" fmla="*/ 582 h 1166"/>
              <a:gd name="T16" fmla="*/ 582 w 1165"/>
              <a:gd name="T17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5" h="1166">
                <a:moveTo>
                  <a:pt x="464" y="845"/>
                </a:moveTo>
                <a:lnTo>
                  <a:pt x="814" y="582"/>
                </a:lnTo>
                <a:lnTo>
                  <a:pt x="464" y="320"/>
                </a:lnTo>
                <a:lnTo>
                  <a:pt x="464" y="845"/>
                </a:ln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597774" y="657225"/>
            <a:ext cx="230188" cy="293688"/>
          </a:xfrm>
          <a:custGeom>
            <a:avLst/>
            <a:gdLst>
              <a:gd name="T0" fmla="*/ 0 w 641"/>
              <a:gd name="T1" fmla="*/ 0 h 816"/>
              <a:gd name="T2" fmla="*/ 640 w 641"/>
              <a:gd name="T3" fmla="*/ 407 h 816"/>
              <a:gd name="T4" fmla="*/ 0 w 641"/>
              <a:gd name="T5" fmla="*/ 815 h 816"/>
              <a:gd name="T6" fmla="*/ 0 w 641"/>
              <a:gd name="T7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1" h="816">
                <a:moveTo>
                  <a:pt x="0" y="0"/>
                </a:moveTo>
                <a:lnTo>
                  <a:pt x="640" y="407"/>
                </a:lnTo>
                <a:lnTo>
                  <a:pt x="0" y="815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37589" y="593725"/>
            <a:ext cx="293687" cy="419100"/>
          </a:xfrm>
          <a:custGeom>
            <a:avLst/>
            <a:gdLst>
              <a:gd name="T0" fmla="*/ 0 w 816"/>
              <a:gd name="T1" fmla="*/ 1050 h 1166"/>
              <a:gd name="T2" fmla="*/ 815 w 816"/>
              <a:gd name="T3" fmla="*/ 1050 h 1166"/>
              <a:gd name="T4" fmla="*/ 815 w 816"/>
              <a:gd name="T5" fmla="*/ 1165 h 1166"/>
              <a:gd name="T6" fmla="*/ 0 w 816"/>
              <a:gd name="T7" fmla="*/ 1165 h 1166"/>
              <a:gd name="T8" fmla="*/ 0 w 816"/>
              <a:gd name="T9" fmla="*/ 1050 h 1166"/>
              <a:gd name="T10" fmla="*/ 290 w 816"/>
              <a:gd name="T11" fmla="*/ 350 h 1166"/>
              <a:gd name="T12" fmla="*/ 408 w 816"/>
              <a:gd name="T13" fmla="*/ 465 h 1166"/>
              <a:gd name="T14" fmla="*/ 525 w 816"/>
              <a:gd name="T15" fmla="*/ 350 h 1166"/>
              <a:gd name="T16" fmla="*/ 408 w 816"/>
              <a:gd name="T17" fmla="*/ 232 h 1166"/>
              <a:gd name="T18" fmla="*/ 290 w 816"/>
              <a:gd name="T19" fmla="*/ 350 h 1166"/>
              <a:gd name="T20" fmla="*/ 758 w 816"/>
              <a:gd name="T21" fmla="*/ 350 h 1166"/>
              <a:gd name="T22" fmla="*/ 408 w 816"/>
              <a:gd name="T23" fmla="*/ 990 h 1166"/>
              <a:gd name="T24" fmla="*/ 58 w 816"/>
              <a:gd name="T25" fmla="*/ 350 h 1166"/>
              <a:gd name="T26" fmla="*/ 408 w 816"/>
              <a:gd name="T27" fmla="*/ 0 h 1166"/>
              <a:gd name="T28" fmla="*/ 758 w 816"/>
              <a:gd name="T29" fmla="*/ 35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16" h="1166">
                <a:moveTo>
                  <a:pt x="0" y="1050"/>
                </a:moveTo>
                <a:lnTo>
                  <a:pt x="815" y="1050"/>
                </a:lnTo>
                <a:lnTo>
                  <a:pt x="815" y="1165"/>
                </a:lnTo>
                <a:lnTo>
                  <a:pt x="0" y="1165"/>
                </a:lnTo>
                <a:lnTo>
                  <a:pt x="0" y="1050"/>
                </a:lnTo>
                <a:close/>
                <a:moveTo>
                  <a:pt x="290" y="350"/>
                </a:moveTo>
                <a:cubicBezTo>
                  <a:pt x="290" y="413"/>
                  <a:pt x="345" y="465"/>
                  <a:pt x="408" y="465"/>
                </a:cubicBezTo>
                <a:cubicBezTo>
                  <a:pt x="473" y="465"/>
                  <a:pt x="525" y="413"/>
                  <a:pt x="525" y="350"/>
                </a:cubicBezTo>
                <a:cubicBezTo>
                  <a:pt x="525" y="287"/>
                  <a:pt x="471" y="232"/>
                  <a:pt x="408" y="232"/>
                </a:cubicBezTo>
                <a:cubicBezTo>
                  <a:pt x="345" y="232"/>
                  <a:pt x="290" y="287"/>
                  <a:pt x="290" y="350"/>
                </a:cubicBezTo>
                <a:close/>
                <a:moveTo>
                  <a:pt x="758" y="350"/>
                </a:moveTo>
                <a:cubicBezTo>
                  <a:pt x="758" y="612"/>
                  <a:pt x="408" y="990"/>
                  <a:pt x="408" y="990"/>
                </a:cubicBezTo>
                <a:cubicBezTo>
                  <a:pt x="408" y="990"/>
                  <a:pt x="58" y="612"/>
                  <a:pt x="58" y="350"/>
                </a:cubicBezTo>
                <a:cubicBezTo>
                  <a:pt x="58" y="156"/>
                  <a:pt x="214" y="0"/>
                  <a:pt x="408" y="0"/>
                </a:cubicBezTo>
                <a:cubicBezTo>
                  <a:pt x="602" y="0"/>
                  <a:pt x="758" y="156"/>
                  <a:pt x="758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45649" y="593725"/>
            <a:ext cx="419100" cy="419100"/>
          </a:xfrm>
          <a:custGeom>
            <a:avLst/>
            <a:gdLst>
              <a:gd name="T0" fmla="*/ 643 w 1166"/>
              <a:gd name="T1" fmla="*/ 643 h 1166"/>
              <a:gd name="T2" fmla="*/ 1165 w 1166"/>
              <a:gd name="T3" fmla="*/ 643 h 1166"/>
              <a:gd name="T4" fmla="*/ 643 w 1166"/>
              <a:gd name="T5" fmla="*/ 1165 h 1166"/>
              <a:gd name="T6" fmla="*/ 643 w 1166"/>
              <a:gd name="T7" fmla="*/ 643 h 1166"/>
              <a:gd name="T8" fmla="*/ 643 w 1166"/>
              <a:gd name="T9" fmla="*/ 0 h 1166"/>
              <a:gd name="T10" fmla="*/ 1165 w 1166"/>
              <a:gd name="T11" fmla="*/ 522 h 1166"/>
              <a:gd name="T12" fmla="*/ 643 w 1166"/>
              <a:gd name="T13" fmla="*/ 522 h 1166"/>
              <a:gd name="T14" fmla="*/ 643 w 1166"/>
              <a:gd name="T15" fmla="*/ 0 h 1166"/>
              <a:gd name="T16" fmla="*/ 525 w 1166"/>
              <a:gd name="T17" fmla="*/ 0 h 1166"/>
              <a:gd name="T18" fmla="*/ 525 w 1166"/>
              <a:gd name="T19" fmla="*/ 1165 h 1166"/>
              <a:gd name="T20" fmla="*/ 0 w 1166"/>
              <a:gd name="T21" fmla="*/ 582 h 1166"/>
              <a:gd name="T22" fmla="*/ 525 w 1166"/>
              <a:gd name="T2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1166">
                <a:moveTo>
                  <a:pt x="643" y="643"/>
                </a:moveTo>
                <a:lnTo>
                  <a:pt x="1165" y="643"/>
                </a:lnTo>
                <a:cubicBezTo>
                  <a:pt x="1138" y="919"/>
                  <a:pt x="919" y="1137"/>
                  <a:pt x="643" y="1165"/>
                </a:cubicBezTo>
                <a:lnTo>
                  <a:pt x="643" y="643"/>
                </a:lnTo>
                <a:close/>
                <a:moveTo>
                  <a:pt x="643" y="0"/>
                </a:moveTo>
                <a:cubicBezTo>
                  <a:pt x="919" y="27"/>
                  <a:pt x="1138" y="246"/>
                  <a:pt x="1165" y="522"/>
                </a:cubicBezTo>
                <a:lnTo>
                  <a:pt x="643" y="522"/>
                </a:lnTo>
                <a:lnTo>
                  <a:pt x="643" y="0"/>
                </a:lnTo>
                <a:close/>
                <a:moveTo>
                  <a:pt x="525" y="0"/>
                </a:moveTo>
                <a:lnTo>
                  <a:pt x="525" y="1165"/>
                </a:lnTo>
                <a:cubicBezTo>
                  <a:pt x="230" y="1135"/>
                  <a:pt x="0" y="885"/>
                  <a:pt x="0" y="582"/>
                </a:cubicBezTo>
                <a:cubicBezTo>
                  <a:pt x="0" y="278"/>
                  <a:pt x="230" y="30"/>
                  <a:pt x="525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15624" y="593725"/>
            <a:ext cx="419100" cy="419100"/>
          </a:xfrm>
          <a:custGeom>
            <a:avLst/>
            <a:gdLst>
              <a:gd name="T0" fmla="*/ 640 w 1166"/>
              <a:gd name="T1" fmla="*/ 1044 h 1166"/>
              <a:gd name="T2" fmla="*/ 1045 w 1166"/>
              <a:gd name="T3" fmla="*/ 640 h 1166"/>
              <a:gd name="T4" fmla="*/ 640 w 1166"/>
              <a:gd name="T5" fmla="*/ 640 h 1166"/>
              <a:gd name="T6" fmla="*/ 640 w 1166"/>
              <a:gd name="T7" fmla="*/ 1044 h 1166"/>
              <a:gd name="T8" fmla="*/ 115 w 1166"/>
              <a:gd name="T9" fmla="*/ 582 h 1166"/>
              <a:gd name="T10" fmla="*/ 525 w 1166"/>
              <a:gd name="T11" fmla="*/ 1044 h 1166"/>
              <a:gd name="T12" fmla="*/ 525 w 1166"/>
              <a:gd name="T13" fmla="*/ 120 h 1166"/>
              <a:gd name="T14" fmla="*/ 115 w 1166"/>
              <a:gd name="T15" fmla="*/ 582 h 1166"/>
              <a:gd name="T16" fmla="*/ 640 w 1166"/>
              <a:gd name="T17" fmla="*/ 120 h 1166"/>
              <a:gd name="T18" fmla="*/ 640 w 1166"/>
              <a:gd name="T19" fmla="*/ 525 h 1166"/>
              <a:gd name="T20" fmla="*/ 1045 w 1166"/>
              <a:gd name="T21" fmla="*/ 525 h 1166"/>
              <a:gd name="T22" fmla="*/ 640 w 1166"/>
              <a:gd name="T23" fmla="*/ 120 h 1166"/>
              <a:gd name="T24" fmla="*/ 583 w 1166"/>
              <a:gd name="T25" fmla="*/ 0 h 1166"/>
              <a:gd name="T26" fmla="*/ 1165 w 1166"/>
              <a:gd name="T27" fmla="*/ 582 h 1166"/>
              <a:gd name="T28" fmla="*/ 583 w 1166"/>
              <a:gd name="T29" fmla="*/ 1165 h 1166"/>
              <a:gd name="T30" fmla="*/ 0 w 1166"/>
              <a:gd name="T31" fmla="*/ 582 h 1166"/>
              <a:gd name="T32" fmla="*/ 583 w 1166"/>
              <a:gd name="T3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6" h="1166">
                <a:moveTo>
                  <a:pt x="640" y="1044"/>
                </a:moveTo>
                <a:cubicBezTo>
                  <a:pt x="851" y="1017"/>
                  <a:pt x="1017" y="850"/>
                  <a:pt x="1045" y="640"/>
                </a:cubicBezTo>
                <a:lnTo>
                  <a:pt x="640" y="640"/>
                </a:lnTo>
                <a:lnTo>
                  <a:pt x="640" y="1044"/>
                </a:lnTo>
                <a:close/>
                <a:moveTo>
                  <a:pt x="115" y="582"/>
                </a:moveTo>
                <a:cubicBezTo>
                  <a:pt x="115" y="820"/>
                  <a:pt x="295" y="1014"/>
                  <a:pt x="525" y="1044"/>
                </a:cubicBezTo>
                <a:lnTo>
                  <a:pt x="525" y="120"/>
                </a:lnTo>
                <a:cubicBezTo>
                  <a:pt x="295" y="148"/>
                  <a:pt x="115" y="344"/>
                  <a:pt x="115" y="582"/>
                </a:cubicBezTo>
                <a:close/>
                <a:moveTo>
                  <a:pt x="640" y="120"/>
                </a:moveTo>
                <a:lnTo>
                  <a:pt x="640" y="525"/>
                </a:lnTo>
                <a:lnTo>
                  <a:pt x="1045" y="525"/>
                </a:lnTo>
                <a:cubicBezTo>
                  <a:pt x="1017" y="314"/>
                  <a:pt x="851" y="148"/>
                  <a:pt x="640" y="120"/>
                </a:cubicBezTo>
                <a:close/>
                <a:moveTo>
                  <a:pt x="583" y="0"/>
                </a:moveTo>
                <a:cubicBezTo>
                  <a:pt x="903" y="0"/>
                  <a:pt x="1165" y="262"/>
                  <a:pt x="1165" y="582"/>
                </a:cubicBezTo>
                <a:cubicBezTo>
                  <a:pt x="1165" y="902"/>
                  <a:pt x="903" y="1165"/>
                  <a:pt x="583" y="1165"/>
                </a:cubicBezTo>
                <a:cubicBezTo>
                  <a:pt x="263" y="1165"/>
                  <a:pt x="0" y="902"/>
                  <a:pt x="0" y="582"/>
                </a:cubicBezTo>
                <a:cubicBezTo>
                  <a:pt x="0" y="262"/>
                  <a:pt x="263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7" y="1401763"/>
            <a:ext cx="419100" cy="293688"/>
          </a:xfrm>
          <a:custGeom>
            <a:avLst/>
            <a:gdLst>
              <a:gd name="T0" fmla="*/ 875 w 1166"/>
              <a:gd name="T1" fmla="*/ 464 h 815"/>
              <a:gd name="T2" fmla="*/ 1165 w 1166"/>
              <a:gd name="T3" fmla="*/ 639 h 815"/>
              <a:gd name="T4" fmla="*/ 875 w 1166"/>
              <a:gd name="T5" fmla="*/ 814 h 815"/>
              <a:gd name="T6" fmla="*/ 875 w 1166"/>
              <a:gd name="T7" fmla="*/ 464 h 815"/>
              <a:gd name="T8" fmla="*/ 0 w 1166"/>
              <a:gd name="T9" fmla="*/ 582 h 815"/>
              <a:gd name="T10" fmla="*/ 0 w 1166"/>
              <a:gd name="T11" fmla="*/ 464 h 815"/>
              <a:gd name="T12" fmla="*/ 757 w 1166"/>
              <a:gd name="T13" fmla="*/ 464 h 815"/>
              <a:gd name="T14" fmla="*/ 757 w 1166"/>
              <a:gd name="T15" fmla="*/ 582 h 815"/>
              <a:gd name="T16" fmla="*/ 0 w 1166"/>
              <a:gd name="T17" fmla="*/ 582 h 815"/>
              <a:gd name="T18" fmla="*/ 990 w 1166"/>
              <a:gd name="T19" fmla="*/ 0 h 815"/>
              <a:gd name="T20" fmla="*/ 990 w 1166"/>
              <a:gd name="T21" fmla="*/ 114 h 815"/>
              <a:gd name="T22" fmla="*/ 0 w 1166"/>
              <a:gd name="T23" fmla="*/ 114 h 815"/>
              <a:gd name="T24" fmla="*/ 0 w 1166"/>
              <a:gd name="T25" fmla="*/ 0 h 815"/>
              <a:gd name="T26" fmla="*/ 990 w 1166"/>
              <a:gd name="T27" fmla="*/ 0 h 815"/>
              <a:gd name="T28" fmla="*/ 990 w 1166"/>
              <a:gd name="T29" fmla="*/ 232 h 815"/>
              <a:gd name="T30" fmla="*/ 990 w 1166"/>
              <a:gd name="T31" fmla="*/ 349 h 815"/>
              <a:gd name="T32" fmla="*/ 0 w 1166"/>
              <a:gd name="T33" fmla="*/ 349 h 815"/>
              <a:gd name="T34" fmla="*/ 0 w 1166"/>
              <a:gd name="T35" fmla="*/ 232 h 815"/>
              <a:gd name="T36" fmla="*/ 990 w 1166"/>
              <a:gd name="T37" fmla="*/ 232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6" h="815">
                <a:moveTo>
                  <a:pt x="875" y="464"/>
                </a:moveTo>
                <a:lnTo>
                  <a:pt x="1165" y="639"/>
                </a:lnTo>
                <a:lnTo>
                  <a:pt x="875" y="814"/>
                </a:lnTo>
                <a:lnTo>
                  <a:pt x="875" y="464"/>
                </a:lnTo>
                <a:close/>
                <a:moveTo>
                  <a:pt x="0" y="582"/>
                </a:moveTo>
                <a:lnTo>
                  <a:pt x="0" y="464"/>
                </a:lnTo>
                <a:lnTo>
                  <a:pt x="757" y="464"/>
                </a:lnTo>
                <a:lnTo>
                  <a:pt x="757" y="582"/>
                </a:lnTo>
                <a:lnTo>
                  <a:pt x="0" y="582"/>
                </a:lnTo>
                <a:close/>
                <a:moveTo>
                  <a:pt x="990" y="0"/>
                </a:moveTo>
                <a:lnTo>
                  <a:pt x="990" y="114"/>
                </a:lnTo>
                <a:lnTo>
                  <a:pt x="0" y="114"/>
                </a:lnTo>
                <a:lnTo>
                  <a:pt x="0" y="0"/>
                </a:lnTo>
                <a:lnTo>
                  <a:pt x="990" y="0"/>
                </a:lnTo>
                <a:close/>
                <a:moveTo>
                  <a:pt x="990" y="232"/>
                </a:moveTo>
                <a:lnTo>
                  <a:pt x="990" y="349"/>
                </a:lnTo>
                <a:lnTo>
                  <a:pt x="0" y="349"/>
                </a:lnTo>
                <a:lnTo>
                  <a:pt x="0" y="232"/>
                </a:lnTo>
                <a:lnTo>
                  <a:pt x="990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219326" y="1358901"/>
            <a:ext cx="252413" cy="377825"/>
          </a:xfrm>
          <a:custGeom>
            <a:avLst/>
            <a:gdLst>
              <a:gd name="T0" fmla="*/ 585 w 701"/>
              <a:gd name="T1" fmla="*/ 232 h 1051"/>
              <a:gd name="T2" fmla="*/ 700 w 701"/>
              <a:gd name="T3" fmla="*/ 350 h 1051"/>
              <a:gd name="T4" fmla="*/ 700 w 701"/>
              <a:gd name="T5" fmla="*/ 670 h 1051"/>
              <a:gd name="T6" fmla="*/ 495 w 701"/>
              <a:gd name="T7" fmla="*/ 875 h 1051"/>
              <a:gd name="T8" fmla="*/ 495 w 701"/>
              <a:gd name="T9" fmla="*/ 1050 h 1051"/>
              <a:gd name="T10" fmla="*/ 205 w 701"/>
              <a:gd name="T11" fmla="*/ 1050 h 1051"/>
              <a:gd name="T12" fmla="*/ 205 w 701"/>
              <a:gd name="T13" fmla="*/ 875 h 1051"/>
              <a:gd name="T14" fmla="*/ 0 w 701"/>
              <a:gd name="T15" fmla="*/ 670 h 1051"/>
              <a:gd name="T16" fmla="*/ 0 w 701"/>
              <a:gd name="T17" fmla="*/ 350 h 1051"/>
              <a:gd name="T18" fmla="*/ 115 w 701"/>
              <a:gd name="T19" fmla="*/ 232 h 1051"/>
              <a:gd name="T20" fmla="*/ 118 w 701"/>
              <a:gd name="T21" fmla="*/ 232 h 1051"/>
              <a:gd name="T22" fmla="*/ 118 w 701"/>
              <a:gd name="T23" fmla="*/ 0 h 1051"/>
              <a:gd name="T24" fmla="*/ 233 w 701"/>
              <a:gd name="T25" fmla="*/ 0 h 1051"/>
              <a:gd name="T26" fmla="*/ 233 w 701"/>
              <a:gd name="T27" fmla="*/ 232 h 1051"/>
              <a:gd name="T28" fmla="*/ 468 w 701"/>
              <a:gd name="T29" fmla="*/ 232 h 1051"/>
              <a:gd name="T30" fmla="*/ 468 w 701"/>
              <a:gd name="T31" fmla="*/ 0 h 1051"/>
              <a:gd name="T32" fmla="*/ 583 w 701"/>
              <a:gd name="T33" fmla="*/ 0 h 1051"/>
              <a:gd name="T34" fmla="*/ 585 w 701"/>
              <a:gd name="T35" fmla="*/ 23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701" h="1051">
                <a:moveTo>
                  <a:pt x="585" y="232"/>
                </a:moveTo>
                <a:cubicBezTo>
                  <a:pt x="643" y="232"/>
                  <a:pt x="700" y="293"/>
                  <a:pt x="700" y="350"/>
                </a:cubicBezTo>
                <a:lnTo>
                  <a:pt x="700" y="670"/>
                </a:lnTo>
                <a:lnTo>
                  <a:pt x="495" y="875"/>
                </a:lnTo>
                <a:lnTo>
                  <a:pt x="495" y="1050"/>
                </a:lnTo>
                <a:lnTo>
                  <a:pt x="205" y="1050"/>
                </a:lnTo>
                <a:lnTo>
                  <a:pt x="205" y="875"/>
                </a:lnTo>
                <a:lnTo>
                  <a:pt x="0" y="670"/>
                </a:lnTo>
                <a:lnTo>
                  <a:pt x="0" y="350"/>
                </a:lnTo>
                <a:cubicBezTo>
                  <a:pt x="0" y="293"/>
                  <a:pt x="58" y="232"/>
                  <a:pt x="115" y="232"/>
                </a:cubicBezTo>
                <a:lnTo>
                  <a:pt x="118" y="232"/>
                </a:lnTo>
                <a:lnTo>
                  <a:pt x="118" y="0"/>
                </a:lnTo>
                <a:lnTo>
                  <a:pt x="233" y="0"/>
                </a:lnTo>
                <a:lnTo>
                  <a:pt x="233" y="232"/>
                </a:lnTo>
                <a:lnTo>
                  <a:pt x="468" y="232"/>
                </a:lnTo>
                <a:lnTo>
                  <a:pt x="468" y="0"/>
                </a:lnTo>
                <a:lnTo>
                  <a:pt x="583" y="0"/>
                </a:lnTo>
                <a:lnTo>
                  <a:pt x="585" y="23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35326" y="1358901"/>
            <a:ext cx="377825" cy="377825"/>
          </a:xfrm>
          <a:custGeom>
            <a:avLst/>
            <a:gdLst>
              <a:gd name="T0" fmla="*/ 864 w 1051"/>
              <a:gd name="T1" fmla="*/ 126 h 1051"/>
              <a:gd name="T2" fmla="*/ 1050 w 1051"/>
              <a:gd name="T3" fmla="*/ 525 h 1051"/>
              <a:gd name="T4" fmla="*/ 525 w 1051"/>
              <a:gd name="T5" fmla="*/ 1050 h 1051"/>
              <a:gd name="T6" fmla="*/ 0 w 1051"/>
              <a:gd name="T7" fmla="*/ 525 h 1051"/>
              <a:gd name="T8" fmla="*/ 186 w 1051"/>
              <a:gd name="T9" fmla="*/ 126 h 1051"/>
              <a:gd name="T10" fmla="*/ 268 w 1051"/>
              <a:gd name="T11" fmla="*/ 208 h 1051"/>
              <a:gd name="T12" fmla="*/ 117 w 1051"/>
              <a:gd name="T13" fmla="*/ 525 h 1051"/>
              <a:gd name="T14" fmla="*/ 525 w 1051"/>
              <a:gd name="T15" fmla="*/ 932 h 1051"/>
              <a:gd name="T16" fmla="*/ 932 w 1051"/>
              <a:gd name="T17" fmla="*/ 525 h 1051"/>
              <a:gd name="T18" fmla="*/ 782 w 1051"/>
              <a:gd name="T19" fmla="*/ 210 h 1051"/>
              <a:gd name="T20" fmla="*/ 864 w 1051"/>
              <a:gd name="T21" fmla="*/ 126 h 1051"/>
              <a:gd name="T22" fmla="*/ 582 w 1051"/>
              <a:gd name="T23" fmla="*/ 582 h 1051"/>
              <a:gd name="T24" fmla="*/ 467 w 1051"/>
              <a:gd name="T25" fmla="*/ 582 h 1051"/>
              <a:gd name="T26" fmla="*/ 467 w 1051"/>
              <a:gd name="T27" fmla="*/ 0 h 1051"/>
              <a:gd name="T28" fmla="*/ 582 w 1051"/>
              <a:gd name="T29" fmla="*/ 0 h 1051"/>
              <a:gd name="T30" fmla="*/ 582 w 1051"/>
              <a:gd name="T31" fmla="*/ 58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1" h="1051">
                <a:moveTo>
                  <a:pt x="864" y="126"/>
                </a:moveTo>
                <a:cubicBezTo>
                  <a:pt x="976" y="221"/>
                  <a:pt x="1050" y="366"/>
                  <a:pt x="1050" y="525"/>
                </a:cubicBezTo>
                <a:cubicBezTo>
                  <a:pt x="1050" y="815"/>
                  <a:pt x="815" y="1050"/>
                  <a:pt x="525" y="1050"/>
                </a:cubicBezTo>
                <a:cubicBezTo>
                  <a:pt x="235" y="1050"/>
                  <a:pt x="0" y="815"/>
                  <a:pt x="0" y="525"/>
                </a:cubicBezTo>
                <a:cubicBezTo>
                  <a:pt x="0" y="366"/>
                  <a:pt x="74" y="221"/>
                  <a:pt x="186" y="126"/>
                </a:cubicBezTo>
                <a:lnTo>
                  <a:pt x="268" y="208"/>
                </a:lnTo>
                <a:cubicBezTo>
                  <a:pt x="177" y="282"/>
                  <a:pt x="117" y="396"/>
                  <a:pt x="117" y="525"/>
                </a:cubicBezTo>
                <a:cubicBezTo>
                  <a:pt x="117" y="752"/>
                  <a:pt x="298" y="932"/>
                  <a:pt x="525" y="932"/>
                </a:cubicBezTo>
                <a:cubicBezTo>
                  <a:pt x="752" y="932"/>
                  <a:pt x="932" y="752"/>
                  <a:pt x="932" y="525"/>
                </a:cubicBezTo>
                <a:cubicBezTo>
                  <a:pt x="932" y="396"/>
                  <a:pt x="875" y="284"/>
                  <a:pt x="782" y="210"/>
                </a:cubicBezTo>
                <a:lnTo>
                  <a:pt x="864" y="126"/>
                </a:lnTo>
                <a:close/>
                <a:moveTo>
                  <a:pt x="582" y="582"/>
                </a:moveTo>
                <a:lnTo>
                  <a:pt x="467" y="582"/>
                </a:lnTo>
                <a:lnTo>
                  <a:pt x="467" y="0"/>
                </a:lnTo>
                <a:lnTo>
                  <a:pt x="582" y="0"/>
                </a:lnTo>
                <a:lnTo>
                  <a:pt x="582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303712" y="1484312"/>
            <a:ext cx="398462" cy="127000"/>
          </a:xfrm>
          <a:custGeom>
            <a:avLst/>
            <a:gdLst>
              <a:gd name="T0" fmla="*/ 815 w 1108"/>
              <a:gd name="T1" fmla="*/ 350 h 351"/>
              <a:gd name="T2" fmla="*/ 815 w 1108"/>
              <a:gd name="T3" fmla="*/ 232 h 351"/>
              <a:gd name="T4" fmla="*/ 1107 w 1108"/>
              <a:gd name="T5" fmla="*/ 232 h 351"/>
              <a:gd name="T6" fmla="*/ 1107 w 1108"/>
              <a:gd name="T7" fmla="*/ 350 h 351"/>
              <a:gd name="T8" fmla="*/ 815 w 1108"/>
              <a:gd name="T9" fmla="*/ 350 h 351"/>
              <a:gd name="T10" fmla="*/ 407 w 1108"/>
              <a:gd name="T11" fmla="*/ 350 h 351"/>
              <a:gd name="T12" fmla="*/ 407 w 1108"/>
              <a:gd name="T13" fmla="*/ 232 h 351"/>
              <a:gd name="T14" fmla="*/ 700 w 1108"/>
              <a:gd name="T15" fmla="*/ 232 h 351"/>
              <a:gd name="T16" fmla="*/ 700 w 1108"/>
              <a:gd name="T17" fmla="*/ 350 h 351"/>
              <a:gd name="T18" fmla="*/ 407 w 1108"/>
              <a:gd name="T19" fmla="*/ 350 h 351"/>
              <a:gd name="T20" fmla="*/ 0 w 1108"/>
              <a:gd name="T21" fmla="*/ 350 h 351"/>
              <a:gd name="T22" fmla="*/ 0 w 1108"/>
              <a:gd name="T23" fmla="*/ 232 h 351"/>
              <a:gd name="T24" fmla="*/ 290 w 1108"/>
              <a:gd name="T25" fmla="*/ 232 h 351"/>
              <a:gd name="T26" fmla="*/ 290 w 1108"/>
              <a:gd name="T27" fmla="*/ 350 h 351"/>
              <a:gd name="T28" fmla="*/ 0 w 1108"/>
              <a:gd name="T29" fmla="*/ 350 h 351"/>
              <a:gd name="T30" fmla="*/ 0 w 1108"/>
              <a:gd name="T31" fmla="*/ 0 h 351"/>
              <a:gd name="T32" fmla="*/ 1107 w 1108"/>
              <a:gd name="T33" fmla="*/ 0 h 351"/>
              <a:gd name="T34" fmla="*/ 1107 w 1108"/>
              <a:gd name="T35" fmla="*/ 117 h 351"/>
              <a:gd name="T36" fmla="*/ 0 w 1108"/>
              <a:gd name="T37" fmla="*/ 117 h 351"/>
              <a:gd name="T38" fmla="*/ 0 w 1108"/>
              <a:gd name="T39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08" h="351">
                <a:moveTo>
                  <a:pt x="815" y="350"/>
                </a:moveTo>
                <a:lnTo>
                  <a:pt x="815" y="232"/>
                </a:lnTo>
                <a:lnTo>
                  <a:pt x="1107" y="232"/>
                </a:lnTo>
                <a:lnTo>
                  <a:pt x="1107" y="350"/>
                </a:lnTo>
                <a:lnTo>
                  <a:pt x="815" y="350"/>
                </a:lnTo>
                <a:close/>
                <a:moveTo>
                  <a:pt x="407" y="350"/>
                </a:moveTo>
                <a:lnTo>
                  <a:pt x="407" y="232"/>
                </a:lnTo>
                <a:lnTo>
                  <a:pt x="700" y="232"/>
                </a:lnTo>
                <a:lnTo>
                  <a:pt x="700" y="350"/>
                </a:lnTo>
                <a:lnTo>
                  <a:pt x="407" y="350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290" y="232"/>
                </a:lnTo>
                <a:lnTo>
                  <a:pt x="290" y="350"/>
                </a:lnTo>
                <a:lnTo>
                  <a:pt x="0" y="350"/>
                </a:lnTo>
                <a:close/>
                <a:moveTo>
                  <a:pt x="0" y="0"/>
                </a:moveTo>
                <a:lnTo>
                  <a:pt x="1107" y="0"/>
                </a:lnTo>
                <a:lnTo>
                  <a:pt x="1107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92739" y="1358901"/>
            <a:ext cx="377825" cy="377825"/>
          </a:xfrm>
          <a:custGeom>
            <a:avLst/>
            <a:gdLst>
              <a:gd name="T0" fmla="*/ 933 w 1051"/>
              <a:gd name="T1" fmla="*/ 932 h 1051"/>
              <a:gd name="T2" fmla="*/ 933 w 1051"/>
              <a:gd name="T3" fmla="*/ 118 h 1051"/>
              <a:gd name="T4" fmla="*/ 118 w 1051"/>
              <a:gd name="T5" fmla="*/ 118 h 1051"/>
              <a:gd name="T6" fmla="*/ 118 w 1051"/>
              <a:gd name="T7" fmla="*/ 932 h 1051"/>
              <a:gd name="T8" fmla="*/ 933 w 1051"/>
              <a:gd name="T9" fmla="*/ 932 h 1051"/>
              <a:gd name="T10" fmla="*/ 933 w 1051"/>
              <a:gd name="T11" fmla="*/ 0 h 1051"/>
              <a:gd name="T12" fmla="*/ 1050 w 1051"/>
              <a:gd name="T13" fmla="*/ 118 h 1051"/>
              <a:gd name="T14" fmla="*/ 1050 w 1051"/>
              <a:gd name="T15" fmla="*/ 932 h 1051"/>
              <a:gd name="T16" fmla="*/ 933 w 1051"/>
              <a:gd name="T17" fmla="*/ 1050 h 1051"/>
              <a:gd name="T18" fmla="*/ 118 w 1051"/>
              <a:gd name="T19" fmla="*/ 1050 h 1051"/>
              <a:gd name="T20" fmla="*/ 0 w 1051"/>
              <a:gd name="T21" fmla="*/ 932 h 1051"/>
              <a:gd name="T22" fmla="*/ 0 w 1051"/>
              <a:gd name="T23" fmla="*/ 118 h 1051"/>
              <a:gd name="T24" fmla="*/ 118 w 1051"/>
              <a:gd name="T25" fmla="*/ 0 h 1051"/>
              <a:gd name="T26" fmla="*/ 933 w 1051"/>
              <a:gd name="T27" fmla="*/ 0 h 1051"/>
              <a:gd name="T28" fmla="*/ 788 w 1051"/>
              <a:gd name="T29" fmla="*/ 774 h 1051"/>
              <a:gd name="T30" fmla="*/ 788 w 1051"/>
              <a:gd name="T31" fmla="*/ 817 h 1051"/>
              <a:gd name="T32" fmla="*/ 263 w 1051"/>
              <a:gd name="T33" fmla="*/ 817 h 1051"/>
              <a:gd name="T34" fmla="*/ 263 w 1051"/>
              <a:gd name="T35" fmla="*/ 774 h 1051"/>
              <a:gd name="T36" fmla="*/ 525 w 1051"/>
              <a:gd name="T37" fmla="*/ 642 h 1051"/>
              <a:gd name="T38" fmla="*/ 788 w 1051"/>
              <a:gd name="T39" fmla="*/ 774 h 1051"/>
              <a:gd name="T40" fmla="*/ 525 w 1051"/>
              <a:gd name="T41" fmla="*/ 539 h 1051"/>
              <a:gd name="T42" fmla="*/ 394 w 1051"/>
              <a:gd name="T43" fmla="*/ 407 h 1051"/>
              <a:gd name="T44" fmla="*/ 525 w 1051"/>
              <a:gd name="T45" fmla="*/ 276 h 1051"/>
              <a:gd name="T46" fmla="*/ 656 w 1051"/>
              <a:gd name="T47" fmla="*/ 407 h 1051"/>
              <a:gd name="T48" fmla="*/ 525 w 1051"/>
              <a:gd name="T49" fmla="*/ 539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051">
                <a:moveTo>
                  <a:pt x="933" y="932"/>
                </a:moveTo>
                <a:lnTo>
                  <a:pt x="933" y="118"/>
                </a:lnTo>
                <a:lnTo>
                  <a:pt x="118" y="118"/>
                </a:lnTo>
                <a:lnTo>
                  <a:pt x="118" y="932"/>
                </a:lnTo>
                <a:lnTo>
                  <a:pt x="933" y="932"/>
                </a:lnTo>
                <a:close/>
                <a:moveTo>
                  <a:pt x="933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3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3" y="0"/>
                </a:lnTo>
                <a:close/>
                <a:moveTo>
                  <a:pt x="788" y="774"/>
                </a:moveTo>
                <a:lnTo>
                  <a:pt x="788" y="817"/>
                </a:lnTo>
                <a:lnTo>
                  <a:pt x="263" y="817"/>
                </a:lnTo>
                <a:lnTo>
                  <a:pt x="263" y="774"/>
                </a:lnTo>
                <a:cubicBezTo>
                  <a:pt x="263" y="686"/>
                  <a:pt x="437" y="642"/>
                  <a:pt x="525" y="642"/>
                </a:cubicBezTo>
                <a:cubicBezTo>
                  <a:pt x="612" y="642"/>
                  <a:pt x="788" y="686"/>
                  <a:pt x="788" y="774"/>
                </a:cubicBezTo>
                <a:close/>
                <a:moveTo>
                  <a:pt x="525" y="539"/>
                </a:moveTo>
                <a:cubicBezTo>
                  <a:pt x="454" y="539"/>
                  <a:pt x="394" y="478"/>
                  <a:pt x="394" y="407"/>
                </a:cubicBezTo>
                <a:cubicBezTo>
                  <a:pt x="394" y="336"/>
                  <a:pt x="454" y="276"/>
                  <a:pt x="525" y="276"/>
                </a:cubicBezTo>
                <a:cubicBezTo>
                  <a:pt x="596" y="276"/>
                  <a:pt x="656" y="336"/>
                  <a:pt x="656" y="407"/>
                </a:cubicBezTo>
                <a:cubicBezTo>
                  <a:pt x="656" y="478"/>
                  <a:pt x="596" y="539"/>
                  <a:pt x="525" y="53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51599" y="1343027"/>
            <a:ext cx="419100" cy="409575"/>
          </a:xfrm>
          <a:custGeom>
            <a:avLst/>
            <a:gdLst>
              <a:gd name="T0" fmla="*/ 74 w 1166"/>
              <a:gd name="T1" fmla="*/ 28 h 1139"/>
              <a:gd name="T2" fmla="*/ 132 w 1166"/>
              <a:gd name="T3" fmla="*/ 88 h 1139"/>
              <a:gd name="T4" fmla="*/ 1108 w 1166"/>
              <a:gd name="T5" fmla="*/ 1064 h 1139"/>
              <a:gd name="T6" fmla="*/ 1034 w 1166"/>
              <a:gd name="T7" fmla="*/ 1138 h 1139"/>
              <a:gd name="T8" fmla="*/ 596 w 1166"/>
              <a:gd name="T9" fmla="*/ 697 h 1139"/>
              <a:gd name="T10" fmla="*/ 594 w 1166"/>
              <a:gd name="T11" fmla="*/ 697 h 1139"/>
              <a:gd name="T12" fmla="*/ 583 w 1166"/>
              <a:gd name="T13" fmla="*/ 700 h 1139"/>
              <a:gd name="T14" fmla="*/ 465 w 1166"/>
              <a:gd name="T15" fmla="*/ 583 h 1139"/>
              <a:gd name="T16" fmla="*/ 468 w 1166"/>
              <a:gd name="T17" fmla="*/ 572 h 1139"/>
              <a:gd name="T18" fmla="*/ 375 w 1166"/>
              <a:gd name="T19" fmla="*/ 479 h 1139"/>
              <a:gd name="T20" fmla="*/ 350 w 1166"/>
              <a:gd name="T21" fmla="*/ 583 h 1139"/>
              <a:gd name="T22" fmla="*/ 465 w 1166"/>
              <a:gd name="T23" fmla="*/ 785 h 1139"/>
              <a:gd name="T24" fmla="*/ 408 w 1166"/>
              <a:gd name="T25" fmla="*/ 886 h 1139"/>
              <a:gd name="T26" fmla="*/ 233 w 1166"/>
              <a:gd name="T27" fmla="*/ 583 h 1139"/>
              <a:gd name="T28" fmla="*/ 288 w 1166"/>
              <a:gd name="T29" fmla="*/ 394 h 1139"/>
              <a:gd name="T30" fmla="*/ 205 w 1166"/>
              <a:gd name="T31" fmla="*/ 309 h 1139"/>
              <a:gd name="T32" fmla="*/ 115 w 1166"/>
              <a:gd name="T33" fmla="*/ 583 h 1139"/>
              <a:gd name="T34" fmla="*/ 348 w 1166"/>
              <a:gd name="T35" fmla="*/ 987 h 1139"/>
              <a:gd name="T36" fmla="*/ 290 w 1166"/>
              <a:gd name="T37" fmla="*/ 1088 h 1139"/>
              <a:gd name="T38" fmla="*/ 0 w 1166"/>
              <a:gd name="T39" fmla="*/ 583 h 1139"/>
              <a:gd name="T40" fmla="*/ 121 w 1166"/>
              <a:gd name="T41" fmla="*/ 224 h 1139"/>
              <a:gd name="T42" fmla="*/ 0 w 1166"/>
              <a:gd name="T43" fmla="*/ 101 h 1139"/>
              <a:gd name="T44" fmla="*/ 74 w 1166"/>
              <a:gd name="T45" fmla="*/ 28 h 1139"/>
              <a:gd name="T46" fmla="*/ 583 w 1166"/>
              <a:gd name="T47" fmla="*/ 115 h 1139"/>
              <a:gd name="T48" fmla="*/ 364 w 1166"/>
              <a:gd name="T49" fmla="*/ 170 h 1139"/>
              <a:gd name="T50" fmla="*/ 279 w 1166"/>
              <a:gd name="T51" fmla="*/ 85 h 1139"/>
              <a:gd name="T52" fmla="*/ 583 w 1166"/>
              <a:gd name="T53" fmla="*/ 0 h 1139"/>
              <a:gd name="T54" fmla="*/ 1165 w 1166"/>
              <a:gd name="T55" fmla="*/ 583 h 1139"/>
              <a:gd name="T56" fmla="*/ 1080 w 1166"/>
              <a:gd name="T57" fmla="*/ 886 h 1139"/>
              <a:gd name="T58" fmla="*/ 993 w 1166"/>
              <a:gd name="T59" fmla="*/ 801 h 1139"/>
              <a:gd name="T60" fmla="*/ 1050 w 1166"/>
              <a:gd name="T61" fmla="*/ 583 h 1139"/>
              <a:gd name="T62" fmla="*/ 583 w 1166"/>
              <a:gd name="T63" fmla="*/ 115 h 1139"/>
              <a:gd name="T64" fmla="*/ 812 w 1166"/>
              <a:gd name="T65" fmla="*/ 618 h 1139"/>
              <a:gd name="T66" fmla="*/ 815 w 1166"/>
              <a:gd name="T67" fmla="*/ 583 h 1139"/>
              <a:gd name="T68" fmla="*/ 583 w 1166"/>
              <a:gd name="T69" fmla="*/ 350 h 1139"/>
              <a:gd name="T70" fmla="*/ 547 w 1166"/>
              <a:gd name="T71" fmla="*/ 353 h 1139"/>
              <a:gd name="T72" fmla="*/ 452 w 1166"/>
              <a:gd name="T73" fmla="*/ 257 h 1139"/>
              <a:gd name="T74" fmla="*/ 583 w 1166"/>
              <a:gd name="T75" fmla="*/ 233 h 1139"/>
              <a:gd name="T76" fmla="*/ 933 w 1166"/>
              <a:gd name="T77" fmla="*/ 583 h 1139"/>
              <a:gd name="T78" fmla="*/ 908 w 1166"/>
              <a:gd name="T79" fmla="*/ 714 h 1139"/>
              <a:gd name="T80" fmla="*/ 812 w 1166"/>
              <a:gd name="T81" fmla="*/ 618 h 1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166" h="1139">
                <a:moveTo>
                  <a:pt x="74" y="28"/>
                </a:moveTo>
                <a:lnTo>
                  <a:pt x="132" y="88"/>
                </a:lnTo>
                <a:lnTo>
                  <a:pt x="1108" y="1064"/>
                </a:lnTo>
                <a:lnTo>
                  <a:pt x="1034" y="1138"/>
                </a:lnTo>
                <a:lnTo>
                  <a:pt x="596" y="697"/>
                </a:lnTo>
                <a:lnTo>
                  <a:pt x="594" y="697"/>
                </a:lnTo>
                <a:lnTo>
                  <a:pt x="583" y="700"/>
                </a:lnTo>
                <a:cubicBezTo>
                  <a:pt x="520" y="700"/>
                  <a:pt x="465" y="645"/>
                  <a:pt x="465" y="583"/>
                </a:cubicBezTo>
                <a:lnTo>
                  <a:pt x="468" y="572"/>
                </a:lnTo>
                <a:lnTo>
                  <a:pt x="375" y="479"/>
                </a:lnTo>
                <a:cubicBezTo>
                  <a:pt x="359" y="511"/>
                  <a:pt x="350" y="544"/>
                  <a:pt x="350" y="583"/>
                </a:cubicBezTo>
                <a:cubicBezTo>
                  <a:pt x="350" y="670"/>
                  <a:pt x="397" y="744"/>
                  <a:pt x="465" y="785"/>
                </a:cubicBezTo>
                <a:lnTo>
                  <a:pt x="408" y="886"/>
                </a:lnTo>
                <a:cubicBezTo>
                  <a:pt x="304" y="826"/>
                  <a:pt x="233" y="711"/>
                  <a:pt x="233" y="583"/>
                </a:cubicBezTo>
                <a:cubicBezTo>
                  <a:pt x="233" y="511"/>
                  <a:pt x="252" y="449"/>
                  <a:pt x="288" y="394"/>
                </a:cubicBezTo>
                <a:lnTo>
                  <a:pt x="205" y="309"/>
                </a:lnTo>
                <a:cubicBezTo>
                  <a:pt x="151" y="386"/>
                  <a:pt x="115" y="479"/>
                  <a:pt x="115" y="583"/>
                </a:cubicBezTo>
                <a:cubicBezTo>
                  <a:pt x="115" y="755"/>
                  <a:pt x="208" y="905"/>
                  <a:pt x="348" y="987"/>
                </a:cubicBezTo>
                <a:lnTo>
                  <a:pt x="290" y="1088"/>
                </a:lnTo>
                <a:cubicBezTo>
                  <a:pt x="115" y="987"/>
                  <a:pt x="0" y="799"/>
                  <a:pt x="0" y="583"/>
                </a:cubicBezTo>
                <a:cubicBezTo>
                  <a:pt x="0" y="449"/>
                  <a:pt x="44" y="323"/>
                  <a:pt x="121" y="224"/>
                </a:cubicBezTo>
                <a:lnTo>
                  <a:pt x="0" y="101"/>
                </a:lnTo>
                <a:lnTo>
                  <a:pt x="74" y="28"/>
                </a:lnTo>
                <a:close/>
                <a:moveTo>
                  <a:pt x="583" y="115"/>
                </a:moveTo>
                <a:cubicBezTo>
                  <a:pt x="504" y="115"/>
                  <a:pt x="430" y="134"/>
                  <a:pt x="364" y="170"/>
                </a:cubicBezTo>
                <a:lnTo>
                  <a:pt x="279" y="85"/>
                </a:lnTo>
                <a:cubicBezTo>
                  <a:pt x="367" y="30"/>
                  <a:pt x="471" y="0"/>
                  <a:pt x="583" y="0"/>
                </a:cubicBezTo>
                <a:cubicBezTo>
                  <a:pt x="905" y="0"/>
                  <a:pt x="1165" y="260"/>
                  <a:pt x="1165" y="583"/>
                </a:cubicBezTo>
                <a:cubicBezTo>
                  <a:pt x="1165" y="695"/>
                  <a:pt x="1135" y="799"/>
                  <a:pt x="1080" y="886"/>
                </a:cubicBezTo>
                <a:lnTo>
                  <a:pt x="993" y="801"/>
                </a:lnTo>
                <a:cubicBezTo>
                  <a:pt x="1029" y="736"/>
                  <a:pt x="1050" y="662"/>
                  <a:pt x="1050" y="583"/>
                </a:cubicBezTo>
                <a:cubicBezTo>
                  <a:pt x="1050" y="326"/>
                  <a:pt x="840" y="115"/>
                  <a:pt x="583" y="115"/>
                </a:cubicBezTo>
                <a:close/>
                <a:moveTo>
                  <a:pt x="812" y="618"/>
                </a:moveTo>
                <a:cubicBezTo>
                  <a:pt x="815" y="607"/>
                  <a:pt x="815" y="593"/>
                  <a:pt x="815" y="583"/>
                </a:cubicBezTo>
                <a:cubicBezTo>
                  <a:pt x="815" y="454"/>
                  <a:pt x="711" y="350"/>
                  <a:pt x="583" y="350"/>
                </a:cubicBezTo>
                <a:cubicBezTo>
                  <a:pt x="572" y="350"/>
                  <a:pt x="558" y="350"/>
                  <a:pt x="547" y="353"/>
                </a:cubicBezTo>
                <a:lnTo>
                  <a:pt x="452" y="257"/>
                </a:lnTo>
                <a:cubicBezTo>
                  <a:pt x="493" y="241"/>
                  <a:pt x="536" y="233"/>
                  <a:pt x="583" y="233"/>
                </a:cubicBezTo>
                <a:cubicBezTo>
                  <a:pt x="777" y="233"/>
                  <a:pt x="933" y="388"/>
                  <a:pt x="933" y="583"/>
                </a:cubicBezTo>
                <a:cubicBezTo>
                  <a:pt x="933" y="629"/>
                  <a:pt x="925" y="673"/>
                  <a:pt x="908" y="714"/>
                </a:cubicBezTo>
                <a:lnTo>
                  <a:pt x="812" y="6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31099" y="1358901"/>
            <a:ext cx="419100" cy="377825"/>
          </a:xfrm>
          <a:custGeom>
            <a:avLst/>
            <a:gdLst>
              <a:gd name="T0" fmla="*/ 845 w 1166"/>
              <a:gd name="T1" fmla="*/ 0 h 1051"/>
              <a:gd name="T2" fmla="*/ 845 w 1166"/>
              <a:gd name="T3" fmla="*/ 293 h 1051"/>
              <a:gd name="T4" fmla="*/ 320 w 1166"/>
              <a:gd name="T5" fmla="*/ 503 h 1051"/>
              <a:gd name="T6" fmla="*/ 465 w 1166"/>
              <a:gd name="T7" fmla="*/ 293 h 1051"/>
              <a:gd name="T8" fmla="*/ 175 w 1166"/>
              <a:gd name="T9" fmla="*/ 145 h 1051"/>
              <a:gd name="T10" fmla="*/ 495 w 1166"/>
              <a:gd name="T11" fmla="*/ 118 h 1051"/>
              <a:gd name="T12" fmla="*/ 845 w 1166"/>
              <a:gd name="T13" fmla="*/ 503 h 1051"/>
              <a:gd name="T14" fmla="*/ 711 w 1166"/>
              <a:gd name="T15" fmla="*/ 503 h 1051"/>
              <a:gd name="T16" fmla="*/ 454 w 1166"/>
              <a:gd name="T17" fmla="*/ 503 h 1051"/>
              <a:gd name="T18" fmla="*/ 320 w 1166"/>
              <a:gd name="T19" fmla="*/ 503 h 1051"/>
              <a:gd name="T20" fmla="*/ 1039 w 1166"/>
              <a:gd name="T21" fmla="*/ 749 h 1051"/>
              <a:gd name="T22" fmla="*/ 905 w 1166"/>
              <a:gd name="T23" fmla="*/ 749 h 1051"/>
              <a:gd name="T24" fmla="*/ 651 w 1166"/>
              <a:gd name="T25" fmla="*/ 749 h 1051"/>
              <a:gd name="T26" fmla="*/ 517 w 1166"/>
              <a:gd name="T27" fmla="*/ 749 h 1051"/>
              <a:gd name="T28" fmla="*/ 263 w 1166"/>
              <a:gd name="T29" fmla="*/ 749 h 1051"/>
              <a:gd name="T30" fmla="*/ 129 w 1166"/>
              <a:gd name="T31" fmla="*/ 749 h 1051"/>
              <a:gd name="T32" fmla="*/ 0 w 1166"/>
              <a:gd name="T33" fmla="*/ 670 h 1051"/>
              <a:gd name="T34" fmla="*/ 194 w 1166"/>
              <a:gd name="T35" fmla="*/ 612 h 1051"/>
              <a:gd name="T36" fmla="*/ 388 w 1166"/>
              <a:gd name="T37" fmla="*/ 670 h 1051"/>
              <a:gd name="T38" fmla="*/ 582 w 1166"/>
              <a:gd name="T39" fmla="*/ 612 h 1051"/>
              <a:gd name="T40" fmla="*/ 777 w 1166"/>
              <a:gd name="T41" fmla="*/ 670 h 1051"/>
              <a:gd name="T42" fmla="*/ 971 w 1166"/>
              <a:gd name="T43" fmla="*/ 612 h 1051"/>
              <a:gd name="T44" fmla="*/ 1165 w 1166"/>
              <a:gd name="T45" fmla="*/ 670 h 1051"/>
              <a:gd name="T46" fmla="*/ 1165 w 1166"/>
              <a:gd name="T47" fmla="*/ 1050 h 1051"/>
              <a:gd name="T48" fmla="*/ 971 w 1166"/>
              <a:gd name="T49" fmla="*/ 992 h 1051"/>
              <a:gd name="T50" fmla="*/ 777 w 1166"/>
              <a:gd name="T51" fmla="*/ 1050 h 1051"/>
              <a:gd name="T52" fmla="*/ 582 w 1166"/>
              <a:gd name="T53" fmla="*/ 992 h 1051"/>
              <a:gd name="T54" fmla="*/ 388 w 1166"/>
              <a:gd name="T55" fmla="*/ 1050 h 1051"/>
              <a:gd name="T56" fmla="*/ 194 w 1166"/>
              <a:gd name="T57" fmla="*/ 992 h 1051"/>
              <a:gd name="T58" fmla="*/ 0 w 1166"/>
              <a:gd name="T59" fmla="*/ 1050 h 1051"/>
              <a:gd name="T60" fmla="*/ 66 w 1166"/>
              <a:gd name="T61" fmla="*/ 913 h 1051"/>
              <a:gd name="T62" fmla="*/ 320 w 1166"/>
              <a:gd name="T63" fmla="*/ 913 h 1051"/>
              <a:gd name="T64" fmla="*/ 454 w 1166"/>
              <a:gd name="T65" fmla="*/ 913 h 1051"/>
              <a:gd name="T66" fmla="*/ 711 w 1166"/>
              <a:gd name="T67" fmla="*/ 913 h 1051"/>
              <a:gd name="T68" fmla="*/ 845 w 1166"/>
              <a:gd name="T69" fmla="*/ 913 h 1051"/>
              <a:gd name="T70" fmla="*/ 1099 w 1166"/>
              <a:gd name="T71" fmla="*/ 913 h 1051"/>
              <a:gd name="T72" fmla="*/ 1165 w 1166"/>
              <a:gd name="T73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66" h="1051">
                <a:moveTo>
                  <a:pt x="700" y="145"/>
                </a:moveTo>
                <a:cubicBezTo>
                  <a:pt x="700" y="66"/>
                  <a:pt x="766" y="0"/>
                  <a:pt x="845" y="0"/>
                </a:cubicBezTo>
                <a:cubicBezTo>
                  <a:pt x="924" y="0"/>
                  <a:pt x="990" y="66"/>
                  <a:pt x="990" y="145"/>
                </a:cubicBezTo>
                <a:cubicBezTo>
                  <a:pt x="990" y="224"/>
                  <a:pt x="924" y="293"/>
                  <a:pt x="845" y="293"/>
                </a:cubicBezTo>
                <a:cubicBezTo>
                  <a:pt x="766" y="293"/>
                  <a:pt x="700" y="224"/>
                  <a:pt x="700" y="145"/>
                </a:cubicBezTo>
                <a:close/>
                <a:moveTo>
                  <a:pt x="320" y="503"/>
                </a:moveTo>
                <a:cubicBezTo>
                  <a:pt x="309" y="495"/>
                  <a:pt x="295" y="489"/>
                  <a:pt x="276" y="481"/>
                </a:cubicBezTo>
                <a:lnTo>
                  <a:pt x="465" y="293"/>
                </a:lnTo>
                <a:lnTo>
                  <a:pt x="407" y="232"/>
                </a:lnTo>
                <a:cubicBezTo>
                  <a:pt x="342" y="167"/>
                  <a:pt x="282" y="145"/>
                  <a:pt x="175" y="145"/>
                </a:cubicBezTo>
                <a:lnTo>
                  <a:pt x="175" y="0"/>
                </a:lnTo>
                <a:cubicBezTo>
                  <a:pt x="320" y="0"/>
                  <a:pt x="405" y="27"/>
                  <a:pt x="495" y="118"/>
                </a:cubicBezTo>
                <a:lnTo>
                  <a:pt x="870" y="489"/>
                </a:lnTo>
                <a:cubicBezTo>
                  <a:pt x="861" y="495"/>
                  <a:pt x="853" y="500"/>
                  <a:pt x="845" y="503"/>
                </a:cubicBezTo>
                <a:cubicBezTo>
                  <a:pt x="823" y="517"/>
                  <a:pt x="810" y="525"/>
                  <a:pt x="777" y="525"/>
                </a:cubicBezTo>
                <a:cubicBezTo>
                  <a:pt x="745" y="525"/>
                  <a:pt x="733" y="517"/>
                  <a:pt x="711" y="503"/>
                </a:cubicBezTo>
                <a:cubicBezTo>
                  <a:pt x="684" y="487"/>
                  <a:pt x="648" y="467"/>
                  <a:pt x="582" y="467"/>
                </a:cubicBezTo>
                <a:cubicBezTo>
                  <a:pt x="517" y="467"/>
                  <a:pt x="481" y="487"/>
                  <a:pt x="454" y="503"/>
                </a:cubicBezTo>
                <a:cubicBezTo>
                  <a:pt x="432" y="517"/>
                  <a:pt x="421" y="525"/>
                  <a:pt x="388" y="525"/>
                </a:cubicBezTo>
                <a:cubicBezTo>
                  <a:pt x="356" y="525"/>
                  <a:pt x="342" y="517"/>
                  <a:pt x="320" y="503"/>
                </a:cubicBezTo>
                <a:close/>
                <a:moveTo>
                  <a:pt x="1165" y="787"/>
                </a:moveTo>
                <a:cubicBezTo>
                  <a:pt x="1099" y="787"/>
                  <a:pt x="1066" y="765"/>
                  <a:pt x="1039" y="749"/>
                </a:cubicBezTo>
                <a:cubicBezTo>
                  <a:pt x="1017" y="735"/>
                  <a:pt x="1004" y="730"/>
                  <a:pt x="971" y="730"/>
                </a:cubicBezTo>
                <a:cubicBezTo>
                  <a:pt x="938" y="730"/>
                  <a:pt x="927" y="735"/>
                  <a:pt x="905" y="749"/>
                </a:cubicBezTo>
                <a:cubicBezTo>
                  <a:pt x="878" y="765"/>
                  <a:pt x="843" y="787"/>
                  <a:pt x="777" y="787"/>
                </a:cubicBezTo>
                <a:cubicBezTo>
                  <a:pt x="712" y="787"/>
                  <a:pt x="678" y="765"/>
                  <a:pt x="651" y="749"/>
                </a:cubicBezTo>
                <a:cubicBezTo>
                  <a:pt x="629" y="735"/>
                  <a:pt x="615" y="730"/>
                  <a:pt x="582" y="730"/>
                </a:cubicBezTo>
                <a:cubicBezTo>
                  <a:pt x="550" y="730"/>
                  <a:pt x="539" y="735"/>
                  <a:pt x="517" y="749"/>
                </a:cubicBezTo>
                <a:cubicBezTo>
                  <a:pt x="490" y="765"/>
                  <a:pt x="454" y="787"/>
                  <a:pt x="388" y="787"/>
                </a:cubicBezTo>
                <a:cubicBezTo>
                  <a:pt x="323" y="787"/>
                  <a:pt x="290" y="765"/>
                  <a:pt x="263" y="749"/>
                </a:cubicBezTo>
                <a:cubicBezTo>
                  <a:pt x="241" y="735"/>
                  <a:pt x="227" y="730"/>
                  <a:pt x="194" y="730"/>
                </a:cubicBezTo>
                <a:cubicBezTo>
                  <a:pt x="161" y="730"/>
                  <a:pt x="150" y="735"/>
                  <a:pt x="129" y="749"/>
                </a:cubicBezTo>
                <a:cubicBezTo>
                  <a:pt x="101" y="765"/>
                  <a:pt x="66" y="787"/>
                  <a:pt x="0" y="787"/>
                </a:cubicBezTo>
                <a:lnTo>
                  <a:pt x="0" y="670"/>
                </a:lnTo>
                <a:cubicBezTo>
                  <a:pt x="33" y="670"/>
                  <a:pt x="44" y="664"/>
                  <a:pt x="66" y="651"/>
                </a:cubicBezTo>
                <a:cubicBezTo>
                  <a:pt x="93" y="634"/>
                  <a:pt x="129" y="612"/>
                  <a:pt x="194" y="612"/>
                </a:cubicBezTo>
                <a:cubicBezTo>
                  <a:pt x="260" y="612"/>
                  <a:pt x="293" y="634"/>
                  <a:pt x="320" y="651"/>
                </a:cubicBezTo>
                <a:cubicBezTo>
                  <a:pt x="342" y="664"/>
                  <a:pt x="356" y="670"/>
                  <a:pt x="388" y="670"/>
                </a:cubicBezTo>
                <a:cubicBezTo>
                  <a:pt x="421" y="670"/>
                  <a:pt x="432" y="664"/>
                  <a:pt x="454" y="651"/>
                </a:cubicBezTo>
                <a:cubicBezTo>
                  <a:pt x="481" y="634"/>
                  <a:pt x="517" y="612"/>
                  <a:pt x="582" y="612"/>
                </a:cubicBezTo>
                <a:cubicBezTo>
                  <a:pt x="648" y="612"/>
                  <a:pt x="681" y="634"/>
                  <a:pt x="708" y="651"/>
                </a:cubicBezTo>
                <a:cubicBezTo>
                  <a:pt x="730" y="664"/>
                  <a:pt x="745" y="670"/>
                  <a:pt x="777" y="670"/>
                </a:cubicBezTo>
                <a:cubicBezTo>
                  <a:pt x="810" y="670"/>
                  <a:pt x="820" y="664"/>
                  <a:pt x="842" y="651"/>
                </a:cubicBezTo>
                <a:cubicBezTo>
                  <a:pt x="870" y="634"/>
                  <a:pt x="906" y="612"/>
                  <a:pt x="971" y="612"/>
                </a:cubicBezTo>
                <a:cubicBezTo>
                  <a:pt x="1037" y="612"/>
                  <a:pt x="1069" y="634"/>
                  <a:pt x="1097" y="651"/>
                </a:cubicBezTo>
                <a:cubicBezTo>
                  <a:pt x="1118" y="664"/>
                  <a:pt x="1132" y="670"/>
                  <a:pt x="1165" y="670"/>
                </a:cubicBezTo>
                <a:lnTo>
                  <a:pt x="1165" y="787"/>
                </a:lnTo>
                <a:close/>
                <a:moveTo>
                  <a:pt x="1165" y="1050"/>
                </a:moveTo>
                <a:cubicBezTo>
                  <a:pt x="1099" y="1050"/>
                  <a:pt x="1066" y="1028"/>
                  <a:pt x="1039" y="1012"/>
                </a:cubicBezTo>
                <a:cubicBezTo>
                  <a:pt x="1017" y="998"/>
                  <a:pt x="1004" y="992"/>
                  <a:pt x="971" y="992"/>
                </a:cubicBezTo>
                <a:cubicBezTo>
                  <a:pt x="938" y="992"/>
                  <a:pt x="927" y="998"/>
                  <a:pt x="905" y="1012"/>
                </a:cubicBezTo>
                <a:cubicBezTo>
                  <a:pt x="878" y="1028"/>
                  <a:pt x="843" y="1050"/>
                  <a:pt x="777" y="1050"/>
                </a:cubicBezTo>
                <a:cubicBezTo>
                  <a:pt x="712" y="1050"/>
                  <a:pt x="678" y="1028"/>
                  <a:pt x="651" y="1012"/>
                </a:cubicBezTo>
                <a:cubicBezTo>
                  <a:pt x="629" y="998"/>
                  <a:pt x="615" y="992"/>
                  <a:pt x="582" y="992"/>
                </a:cubicBezTo>
                <a:cubicBezTo>
                  <a:pt x="550" y="992"/>
                  <a:pt x="539" y="998"/>
                  <a:pt x="517" y="1012"/>
                </a:cubicBezTo>
                <a:cubicBezTo>
                  <a:pt x="490" y="1028"/>
                  <a:pt x="454" y="1050"/>
                  <a:pt x="388" y="1050"/>
                </a:cubicBezTo>
                <a:cubicBezTo>
                  <a:pt x="323" y="1050"/>
                  <a:pt x="287" y="1028"/>
                  <a:pt x="260" y="1012"/>
                </a:cubicBezTo>
                <a:cubicBezTo>
                  <a:pt x="238" y="998"/>
                  <a:pt x="227" y="992"/>
                  <a:pt x="194" y="992"/>
                </a:cubicBezTo>
                <a:cubicBezTo>
                  <a:pt x="161" y="992"/>
                  <a:pt x="148" y="998"/>
                  <a:pt x="126" y="1012"/>
                </a:cubicBezTo>
                <a:cubicBezTo>
                  <a:pt x="99" y="1028"/>
                  <a:pt x="66" y="1050"/>
                  <a:pt x="0" y="1050"/>
                </a:cubicBezTo>
                <a:lnTo>
                  <a:pt x="0" y="932"/>
                </a:lnTo>
                <a:cubicBezTo>
                  <a:pt x="33" y="932"/>
                  <a:pt x="44" y="927"/>
                  <a:pt x="66" y="913"/>
                </a:cubicBezTo>
                <a:cubicBezTo>
                  <a:pt x="93" y="897"/>
                  <a:pt x="129" y="875"/>
                  <a:pt x="194" y="875"/>
                </a:cubicBezTo>
                <a:cubicBezTo>
                  <a:pt x="260" y="875"/>
                  <a:pt x="293" y="897"/>
                  <a:pt x="320" y="913"/>
                </a:cubicBezTo>
                <a:cubicBezTo>
                  <a:pt x="342" y="927"/>
                  <a:pt x="356" y="932"/>
                  <a:pt x="388" y="932"/>
                </a:cubicBezTo>
                <a:cubicBezTo>
                  <a:pt x="421" y="932"/>
                  <a:pt x="432" y="927"/>
                  <a:pt x="454" y="913"/>
                </a:cubicBezTo>
                <a:cubicBezTo>
                  <a:pt x="481" y="897"/>
                  <a:pt x="517" y="875"/>
                  <a:pt x="582" y="875"/>
                </a:cubicBezTo>
                <a:cubicBezTo>
                  <a:pt x="648" y="875"/>
                  <a:pt x="684" y="897"/>
                  <a:pt x="711" y="913"/>
                </a:cubicBezTo>
                <a:cubicBezTo>
                  <a:pt x="733" y="927"/>
                  <a:pt x="745" y="932"/>
                  <a:pt x="777" y="932"/>
                </a:cubicBezTo>
                <a:cubicBezTo>
                  <a:pt x="810" y="932"/>
                  <a:pt x="823" y="927"/>
                  <a:pt x="845" y="913"/>
                </a:cubicBezTo>
                <a:cubicBezTo>
                  <a:pt x="872" y="897"/>
                  <a:pt x="906" y="875"/>
                  <a:pt x="971" y="875"/>
                </a:cubicBezTo>
                <a:cubicBezTo>
                  <a:pt x="1037" y="875"/>
                  <a:pt x="1072" y="897"/>
                  <a:pt x="1099" y="913"/>
                </a:cubicBezTo>
                <a:cubicBezTo>
                  <a:pt x="1121" y="927"/>
                  <a:pt x="1132" y="932"/>
                  <a:pt x="1165" y="932"/>
                </a:cubicBezTo>
                <a:lnTo>
                  <a:pt x="1165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78849" y="1379537"/>
            <a:ext cx="482600" cy="336550"/>
          </a:xfrm>
          <a:custGeom>
            <a:avLst/>
            <a:gdLst>
              <a:gd name="T0" fmla="*/ 1340 w 1341"/>
              <a:gd name="T1" fmla="*/ 468 h 936"/>
              <a:gd name="T2" fmla="*/ 1078 w 1341"/>
              <a:gd name="T3" fmla="*/ 935 h 936"/>
              <a:gd name="T4" fmla="*/ 845 w 1341"/>
              <a:gd name="T5" fmla="*/ 935 h 936"/>
              <a:gd name="T6" fmla="*/ 1108 w 1341"/>
              <a:gd name="T7" fmla="*/ 468 h 936"/>
              <a:gd name="T8" fmla="*/ 955 w 1341"/>
              <a:gd name="T9" fmla="*/ 197 h 936"/>
              <a:gd name="T10" fmla="*/ 495 w 1341"/>
              <a:gd name="T11" fmla="*/ 935 h 936"/>
              <a:gd name="T12" fmla="*/ 263 w 1341"/>
              <a:gd name="T13" fmla="*/ 935 h 936"/>
              <a:gd name="T14" fmla="*/ 0 w 1341"/>
              <a:gd name="T15" fmla="*/ 468 h 936"/>
              <a:gd name="T16" fmla="*/ 263 w 1341"/>
              <a:gd name="T17" fmla="*/ 0 h 936"/>
              <a:gd name="T18" fmla="*/ 495 w 1341"/>
              <a:gd name="T19" fmla="*/ 0 h 936"/>
              <a:gd name="T20" fmla="*/ 233 w 1341"/>
              <a:gd name="T21" fmla="*/ 468 h 936"/>
              <a:gd name="T22" fmla="*/ 386 w 1341"/>
              <a:gd name="T23" fmla="*/ 739 h 936"/>
              <a:gd name="T24" fmla="*/ 845 w 1341"/>
              <a:gd name="T25" fmla="*/ 0 h 936"/>
              <a:gd name="T26" fmla="*/ 1078 w 1341"/>
              <a:gd name="T27" fmla="*/ 0 h 936"/>
              <a:gd name="T28" fmla="*/ 1340 w 1341"/>
              <a:gd name="T29" fmla="*/ 468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41" h="936">
                <a:moveTo>
                  <a:pt x="1340" y="468"/>
                </a:moveTo>
                <a:lnTo>
                  <a:pt x="1078" y="935"/>
                </a:lnTo>
                <a:lnTo>
                  <a:pt x="845" y="935"/>
                </a:lnTo>
                <a:lnTo>
                  <a:pt x="1108" y="468"/>
                </a:lnTo>
                <a:lnTo>
                  <a:pt x="955" y="197"/>
                </a:lnTo>
                <a:lnTo>
                  <a:pt x="495" y="935"/>
                </a:lnTo>
                <a:lnTo>
                  <a:pt x="263" y="935"/>
                </a:lnTo>
                <a:lnTo>
                  <a:pt x="0" y="468"/>
                </a:lnTo>
                <a:lnTo>
                  <a:pt x="263" y="0"/>
                </a:lnTo>
                <a:lnTo>
                  <a:pt x="495" y="0"/>
                </a:lnTo>
                <a:lnTo>
                  <a:pt x="233" y="468"/>
                </a:lnTo>
                <a:lnTo>
                  <a:pt x="386" y="739"/>
                </a:lnTo>
                <a:lnTo>
                  <a:pt x="845" y="0"/>
                </a:lnTo>
                <a:lnTo>
                  <a:pt x="1078" y="0"/>
                </a:lnTo>
                <a:lnTo>
                  <a:pt x="1340" y="46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709151" y="1358901"/>
            <a:ext cx="377825" cy="377825"/>
          </a:xfrm>
          <a:custGeom>
            <a:avLst/>
            <a:gdLst>
              <a:gd name="T0" fmla="*/ 817 w 1051"/>
              <a:gd name="T1" fmla="*/ 817 h 1051"/>
              <a:gd name="T2" fmla="*/ 817 w 1051"/>
              <a:gd name="T3" fmla="*/ 582 h 1051"/>
              <a:gd name="T4" fmla="*/ 700 w 1051"/>
              <a:gd name="T5" fmla="*/ 582 h 1051"/>
              <a:gd name="T6" fmla="*/ 700 w 1051"/>
              <a:gd name="T7" fmla="*/ 817 h 1051"/>
              <a:gd name="T8" fmla="*/ 817 w 1051"/>
              <a:gd name="T9" fmla="*/ 817 h 1051"/>
              <a:gd name="T10" fmla="*/ 582 w 1051"/>
              <a:gd name="T11" fmla="*/ 817 h 1051"/>
              <a:gd name="T12" fmla="*/ 582 w 1051"/>
              <a:gd name="T13" fmla="*/ 232 h 1051"/>
              <a:gd name="T14" fmla="*/ 467 w 1051"/>
              <a:gd name="T15" fmla="*/ 232 h 1051"/>
              <a:gd name="T16" fmla="*/ 467 w 1051"/>
              <a:gd name="T17" fmla="*/ 817 h 1051"/>
              <a:gd name="T18" fmla="*/ 582 w 1051"/>
              <a:gd name="T19" fmla="*/ 817 h 1051"/>
              <a:gd name="T20" fmla="*/ 350 w 1051"/>
              <a:gd name="T21" fmla="*/ 817 h 1051"/>
              <a:gd name="T22" fmla="*/ 350 w 1051"/>
              <a:gd name="T23" fmla="*/ 407 h 1051"/>
              <a:gd name="T24" fmla="*/ 232 w 1051"/>
              <a:gd name="T25" fmla="*/ 407 h 1051"/>
              <a:gd name="T26" fmla="*/ 232 w 1051"/>
              <a:gd name="T27" fmla="*/ 817 h 1051"/>
              <a:gd name="T28" fmla="*/ 350 w 1051"/>
              <a:gd name="T29" fmla="*/ 817 h 1051"/>
              <a:gd name="T30" fmla="*/ 932 w 1051"/>
              <a:gd name="T31" fmla="*/ 0 h 1051"/>
              <a:gd name="T32" fmla="*/ 1050 w 1051"/>
              <a:gd name="T33" fmla="*/ 118 h 1051"/>
              <a:gd name="T34" fmla="*/ 1050 w 1051"/>
              <a:gd name="T35" fmla="*/ 932 h 1051"/>
              <a:gd name="T36" fmla="*/ 932 w 1051"/>
              <a:gd name="T37" fmla="*/ 1050 h 1051"/>
              <a:gd name="T38" fmla="*/ 117 w 1051"/>
              <a:gd name="T39" fmla="*/ 1050 h 1051"/>
              <a:gd name="T40" fmla="*/ 0 w 1051"/>
              <a:gd name="T41" fmla="*/ 932 h 1051"/>
              <a:gd name="T42" fmla="*/ 0 w 1051"/>
              <a:gd name="T43" fmla="*/ 118 h 1051"/>
              <a:gd name="T44" fmla="*/ 117 w 1051"/>
              <a:gd name="T45" fmla="*/ 0 h 1051"/>
              <a:gd name="T46" fmla="*/ 932 w 1051"/>
              <a:gd name="T4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051">
                <a:moveTo>
                  <a:pt x="817" y="817"/>
                </a:moveTo>
                <a:lnTo>
                  <a:pt x="817" y="582"/>
                </a:lnTo>
                <a:lnTo>
                  <a:pt x="700" y="582"/>
                </a:lnTo>
                <a:lnTo>
                  <a:pt x="700" y="817"/>
                </a:lnTo>
                <a:lnTo>
                  <a:pt x="817" y="817"/>
                </a:lnTo>
                <a:close/>
                <a:moveTo>
                  <a:pt x="582" y="817"/>
                </a:moveTo>
                <a:lnTo>
                  <a:pt x="582" y="232"/>
                </a:lnTo>
                <a:lnTo>
                  <a:pt x="467" y="232"/>
                </a:lnTo>
                <a:lnTo>
                  <a:pt x="467" y="817"/>
                </a:lnTo>
                <a:lnTo>
                  <a:pt x="582" y="817"/>
                </a:lnTo>
                <a:close/>
                <a:moveTo>
                  <a:pt x="350" y="817"/>
                </a:moveTo>
                <a:lnTo>
                  <a:pt x="350" y="407"/>
                </a:lnTo>
                <a:lnTo>
                  <a:pt x="232" y="407"/>
                </a:lnTo>
                <a:lnTo>
                  <a:pt x="232" y="817"/>
                </a:lnTo>
                <a:lnTo>
                  <a:pt x="350" y="817"/>
                </a:lnTo>
                <a:close/>
                <a:moveTo>
                  <a:pt x="932" y="0"/>
                </a:moveTo>
                <a:cubicBezTo>
                  <a:pt x="995" y="0"/>
                  <a:pt x="1050" y="55"/>
                  <a:pt x="1050" y="118"/>
                </a:cubicBez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7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7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820401" y="1411287"/>
            <a:ext cx="315913" cy="273050"/>
          </a:xfrm>
          <a:custGeom>
            <a:avLst/>
            <a:gdLst>
              <a:gd name="T0" fmla="*/ 613 w 876"/>
              <a:gd name="T1" fmla="*/ 63 h 759"/>
              <a:gd name="T2" fmla="*/ 875 w 876"/>
              <a:gd name="T3" fmla="*/ 0 h 759"/>
              <a:gd name="T4" fmla="*/ 875 w 876"/>
              <a:gd name="T5" fmla="*/ 758 h 759"/>
              <a:gd name="T6" fmla="*/ 760 w 876"/>
              <a:gd name="T7" fmla="*/ 758 h 759"/>
              <a:gd name="T8" fmla="*/ 760 w 876"/>
              <a:gd name="T9" fmla="*/ 140 h 759"/>
              <a:gd name="T10" fmla="*/ 613 w 876"/>
              <a:gd name="T11" fmla="*/ 170 h 759"/>
              <a:gd name="T12" fmla="*/ 613 w 876"/>
              <a:gd name="T13" fmla="*/ 63 h 759"/>
              <a:gd name="T14" fmla="*/ 350 w 876"/>
              <a:gd name="T15" fmla="*/ 175 h 759"/>
              <a:gd name="T16" fmla="*/ 350 w 876"/>
              <a:gd name="T17" fmla="*/ 408 h 759"/>
              <a:gd name="T18" fmla="*/ 585 w 876"/>
              <a:gd name="T19" fmla="*/ 408 h 759"/>
              <a:gd name="T20" fmla="*/ 585 w 876"/>
              <a:gd name="T21" fmla="*/ 525 h 759"/>
              <a:gd name="T22" fmla="*/ 350 w 876"/>
              <a:gd name="T23" fmla="*/ 525 h 759"/>
              <a:gd name="T24" fmla="*/ 350 w 876"/>
              <a:gd name="T25" fmla="*/ 758 h 759"/>
              <a:gd name="T26" fmla="*/ 235 w 876"/>
              <a:gd name="T27" fmla="*/ 758 h 759"/>
              <a:gd name="T28" fmla="*/ 235 w 876"/>
              <a:gd name="T29" fmla="*/ 525 h 759"/>
              <a:gd name="T30" fmla="*/ 0 w 876"/>
              <a:gd name="T31" fmla="*/ 525 h 759"/>
              <a:gd name="T32" fmla="*/ 0 w 876"/>
              <a:gd name="T33" fmla="*/ 408 h 759"/>
              <a:gd name="T34" fmla="*/ 235 w 876"/>
              <a:gd name="T35" fmla="*/ 408 h 759"/>
              <a:gd name="T36" fmla="*/ 235 w 876"/>
              <a:gd name="T37" fmla="*/ 175 h 759"/>
              <a:gd name="T38" fmla="*/ 350 w 876"/>
              <a:gd name="T39" fmla="*/ 175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76" h="759">
                <a:moveTo>
                  <a:pt x="613" y="63"/>
                </a:moveTo>
                <a:lnTo>
                  <a:pt x="875" y="0"/>
                </a:lnTo>
                <a:lnTo>
                  <a:pt x="875" y="758"/>
                </a:lnTo>
                <a:lnTo>
                  <a:pt x="760" y="758"/>
                </a:lnTo>
                <a:lnTo>
                  <a:pt x="760" y="140"/>
                </a:lnTo>
                <a:lnTo>
                  <a:pt x="613" y="170"/>
                </a:lnTo>
                <a:lnTo>
                  <a:pt x="613" y="63"/>
                </a:lnTo>
                <a:close/>
                <a:moveTo>
                  <a:pt x="350" y="175"/>
                </a:moveTo>
                <a:lnTo>
                  <a:pt x="350" y="408"/>
                </a:lnTo>
                <a:lnTo>
                  <a:pt x="585" y="408"/>
                </a:lnTo>
                <a:lnTo>
                  <a:pt x="585" y="525"/>
                </a:lnTo>
                <a:lnTo>
                  <a:pt x="350" y="525"/>
                </a:lnTo>
                <a:lnTo>
                  <a:pt x="350" y="758"/>
                </a:lnTo>
                <a:lnTo>
                  <a:pt x="235" y="758"/>
                </a:lnTo>
                <a:lnTo>
                  <a:pt x="235" y="525"/>
                </a:lnTo>
                <a:lnTo>
                  <a:pt x="0" y="525"/>
                </a:lnTo>
                <a:lnTo>
                  <a:pt x="0" y="408"/>
                </a:lnTo>
                <a:lnTo>
                  <a:pt x="235" y="408"/>
                </a:lnTo>
                <a:lnTo>
                  <a:pt x="235" y="175"/>
                </a:lnTo>
                <a:lnTo>
                  <a:pt x="350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9" y="2082800"/>
            <a:ext cx="168275" cy="419100"/>
          </a:xfrm>
          <a:custGeom>
            <a:avLst/>
            <a:gdLst>
              <a:gd name="T0" fmla="*/ 465 w 466"/>
              <a:gd name="T1" fmla="*/ 640 h 1166"/>
              <a:gd name="T2" fmla="*/ 465 w 466"/>
              <a:gd name="T3" fmla="*/ 875 h 1166"/>
              <a:gd name="T4" fmla="*/ 290 w 466"/>
              <a:gd name="T5" fmla="*/ 875 h 1166"/>
              <a:gd name="T6" fmla="*/ 290 w 466"/>
              <a:gd name="T7" fmla="*/ 1165 h 1166"/>
              <a:gd name="T8" fmla="*/ 115 w 466"/>
              <a:gd name="T9" fmla="*/ 1165 h 1166"/>
              <a:gd name="T10" fmla="*/ 115 w 466"/>
              <a:gd name="T11" fmla="*/ 875 h 1166"/>
              <a:gd name="T12" fmla="*/ 0 w 466"/>
              <a:gd name="T13" fmla="*/ 875 h 1166"/>
              <a:gd name="T14" fmla="*/ 0 w 466"/>
              <a:gd name="T15" fmla="*/ 465 h 1166"/>
              <a:gd name="T16" fmla="*/ 175 w 466"/>
              <a:gd name="T17" fmla="*/ 290 h 1166"/>
              <a:gd name="T18" fmla="*/ 350 w 466"/>
              <a:gd name="T19" fmla="*/ 465 h 1166"/>
              <a:gd name="T20" fmla="*/ 465 w 466"/>
              <a:gd name="T21" fmla="*/ 640 h 1166"/>
              <a:gd name="T22" fmla="*/ 57 w 466"/>
              <a:gd name="T23" fmla="*/ 115 h 1166"/>
              <a:gd name="T24" fmla="*/ 175 w 466"/>
              <a:gd name="T25" fmla="*/ 0 h 1166"/>
              <a:gd name="T26" fmla="*/ 290 w 466"/>
              <a:gd name="T27" fmla="*/ 115 h 1166"/>
              <a:gd name="T28" fmla="*/ 175 w 466"/>
              <a:gd name="T29" fmla="*/ 232 h 1166"/>
              <a:gd name="T30" fmla="*/ 57 w 466"/>
              <a:gd name="T31" fmla="*/ 11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66" h="1166">
                <a:moveTo>
                  <a:pt x="465" y="640"/>
                </a:moveTo>
                <a:lnTo>
                  <a:pt x="465" y="875"/>
                </a:lnTo>
                <a:lnTo>
                  <a:pt x="290" y="875"/>
                </a:lnTo>
                <a:lnTo>
                  <a:pt x="290" y="1165"/>
                </a:lnTo>
                <a:lnTo>
                  <a:pt x="115" y="1165"/>
                </a:lnTo>
                <a:lnTo>
                  <a:pt x="115" y="875"/>
                </a:lnTo>
                <a:lnTo>
                  <a:pt x="0" y="875"/>
                </a:lnTo>
                <a:lnTo>
                  <a:pt x="0" y="465"/>
                </a:lnTo>
                <a:cubicBezTo>
                  <a:pt x="0" y="369"/>
                  <a:pt x="79" y="290"/>
                  <a:pt x="175" y="290"/>
                </a:cubicBezTo>
                <a:cubicBezTo>
                  <a:pt x="271" y="290"/>
                  <a:pt x="350" y="369"/>
                  <a:pt x="350" y="465"/>
                </a:cubicBezTo>
                <a:cubicBezTo>
                  <a:pt x="418" y="492"/>
                  <a:pt x="465" y="561"/>
                  <a:pt x="465" y="640"/>
                </a:cubicBezTo>
                <a:close/>
                <a:moveTo>
                  <a:pt x="57" y="115"/>
                </a:moveTo>
                <a:cubicBezTo>
                  <a:pt x="57" y="49"/>
                  <a:pt x="109" y="0"/>
                  <a:pt x="175" y="0"/>
                </a:cubicBezTo>
                <a:cubicBezTo>
                  <a:pt x="241" y="0"/>
                  <a:pt x="290" y="49"/>
                  <a:pt x="290" y="115"/>
                </a:cubicBezTo>
                <a:cubicBezTo>
                  <a:pt x="290" y="181"/>
                  <a:pt x="241" y="232"/>
                  <a:pt x="175" y="232"/>
                </a:cubicBezTo>
                <a:cubicBezTo>
                  <a:pt x="109" y="232"/>
                  <a:pt x="57" y="181"/>
                  <a:pt x="57" y="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014537" y="2082800"/>
            <a:ext cx="419100" cy="419100"/>
          </a:xfrm>
          <a:custGeom>
            <a:avLst/>
            <a:gdLst>
              <a:gd name="T0" fmla="*/ 990 w 1166"/>
              <a:gd name="T1" fmla="*/ 525 h 1166"/>
              <a:gd name="T2" fmla="*/ 990 w 1166"/>
              <a:gd name="T3" fmla="*/ 407 h 1166"/>
              <a:gd name="T4" fmla="*/ 757 w 1166"/>
              <a:gd name="T5" fmla="*/ 407 h 1166"/>
              <a:gd name="T6" fmla="*/ 757 w 1166"/>
              <a:gd name="T7" fmla="*/ 175 h 1166"/>
              <a:gd name="T8" fmla="*/ 640 w 1166"/>
              <a:gd name="T9" fmla="*/ 175 h 1166"/>
              <a:gd name="T10" fmla="*/ 640 w 1166"/>
              <a:gd name="T11" fmla="*/ 407 h 1166"/>
              <a:gd name="T12" fmla="*/ 407 w 1166"/>
              <a:gd name="T13" fmla="*/ 407 h 1166"/>
              <a:gd name="T14" fmla="*/ 407 w 1166"/>
              <a:gd name="T15" fmla="*/ 525 h 1166"/>
              <a:gd name="T16" fmla="*/ 640 w 1166"/>
              <a:gd name="T17" fmla="*/ 525 h 1166"/>
              <a:gd name="T18" fmla="*/ 640 w 1166"/>
              <a:gd name="T19" fmla="*/ 757 h 1166"/>
              <a:gd name="T20" fmla="*/ 757 w 1166"/>
              <a:gd name="T21" fmla="*/ 757 h 1166"/>
              <a:gd name="T22" fmla="*/ 757 w 1166"/>
              <a:gd name="T23" fmla="*/ 525 h 1166"/>
              <a:gd name="T24" fmla="*/ 990 w 1166"/>
              <a:gd name="T25" fmla="*/ 525 h 1166"/>
              <a:gd name="T26" fmla="*/ 1050 w 1166"/>
              <a:gd name="T27" fmla="*/ 0 h 1166"/>
              <a:gd name="T28" fmla="*/ 1165 w 1166"/>
              <a:gd name="T29" fmla="*/ 115 h 1166"/>
              <a:gd name="T30" fmla="*/ 1165 w 1166"/>
              <a:gd name="T31" fmla="*/ 815 h 1166"/>
              <a:gd name="T32" fmla="*/ 1050 w 1166"/>
              <a:gd name="T33" fmla="*/ 932 h 1166"/>
              <a:gd name="T34" fmla="*/ 350 w 1166"/>
              <a:gd name="T35" fmla="*/ 932 h 1166"/>
              <a:gd name="T36" fmla="*/ 232 w 1166"/>
              <a:gd name="T37" fmla="*/ 815 h 1166"/>
              <a:gd name="T38" fmla="*/ 232 w 1166"/>
              <a:gd name="T39" fmla="*/ 115 h 1166"/>
              <a:gd name="T40" fmla="*/ 350 w 1166"/>
              <a:gd name="T41" fmla="*/ 0 h 1166"/>
              <a:gd name="T42" fmla="*/ 1050 w 1166"/>
              <a:gd name="T43" fmla="*/ 0 h 1166"/>
              <a:gd name="T44" fmla="*/ 115 w 1166"/>
              <a:gd name="T45" fmla="*/ 232 h 1166"/>
              <a:gd name="T46" fmla="*/ 115 w 1166"/>
              <a:gd name="T47" fmla="*/ 1050 h 1166"/>
              <a:gd name="T48" fmla="*/ 932 w 1166"/>
              <a:gd name="T49" fmla="*/ 1050 h 1166"/>
              <a:gd name="T50" fmla="*/ 932 w 1166"/>
              <a:gd name="T51" fmla="*/ 1165 h 1166"/>
              <a:gd name="T52" fmla="*/ 115 w 1166"/>
              <a:gd name="T53" fmla="*/ 1165 h 1166"/>
              <a:gd name="T54" fmla="*/ 0 w 1166"/>
              <a:gd name="T55" fmla="*/ 1050 h 1166"/>
              <a:gd name="T56" fmla="*/ 0 w 1166"/>
              <a:gd name="T57" fmla="*/ 232 h 1166"/>
              <a:gd name="T58" fmla="*/ 115 w 1166"/>
              <a:gd name="T59" fmla="*/ 23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6" h="1166">
                <a:moveTo>
                  <a:pt x="990" y="525"/>
                </a:moveTo>
                <a:lnTo>
                  <a:pt x="990" y="407"/>
                </a:lnTo>
                <a:lnTo>
                  <a:pt x="757" y="407"/>
                </a:lnTo>
                <a:lnTo>
                  <a:pt x="757" y="175"/>
                </a:lnTo>
                <a:lnTo>
                  <a:pt x="640" y="175"/>
                </a:lnTo>
                <a:lnTo>
                  <a:pt x="640" y="407"/>
                </a:lnTo>
                <a:lnTo>
                  <a:pt x="407" y="407"/>
                </a:lnTo>
                <a:lnTo>
                  <a:pt x="407" y="525"/>
                </a:lnTo>
                <a:lnTo>
                  <a:pt x="640" y="525"/>
                </a:lnTo>
                <a:lnTo>
                  <a:pt x="640" y="757"/>
                </a:lnTo>
                <a:lnTo>
                  <a:pt x="757" y="757"/>
                </a:lnTo>
                <a:lnTo>
                  <a:pt x="757" y="525"/>
                </a:lnTo>
                <a:lnTo>
                  <a:pt x="990" y="525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2"/>
                  <a:pt x="1050" y="932"/>
                </a:cubicBezTo>
                <a:lnTo>
                  <a:pt x="350" y="932"/>
                </a:lnTo>
                <a:cubicBezTo>
                  <a:pt x="287" y="932"/>
                  <a:pt x="232" y="878"/>
                  <a:pt x="232" y="815"/>
                </a:cubicBezTo>
                <a:lnTo>
                  <a:pt x="232" y="115"/>
                </a:lnTo>
                <a:cubicBezTo>
                  <a:pt x="232" y="52"/>
                  <a:pt x="287" y="0"/>
                  <a:pt x="350" y="0"/>
                </a:cubicBezTo>
                <a:lnTo>
                  <a:pt x="1050" y="0"/>
                </a:lnTo>
                <a:close/>
                <a:moveTo>
                  <a:pt x="115" y="232"/>
                </a:moveTo>
                <a:lnTo>
                  <a:pt x="115" y="1050"/>
                </a:lnTo>
                <a:lnTo>
                  <a:pt x="932" y="1050"/>
                </a:lnTo>
                <a:lnTo>
                  <a:pt x="932" y="1165"/>
                </a:ln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2"/>
                </a:lnTo>
                <a:lnTo>
                  <a:pt x="115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068639" y="2087565"/>
            <a:ext cx="484187" cy="409575"/>
          </a:xfrm>
          <a:custGeom>
            <a:avLst/>
            <a:gdLst>
              <a:gd name="T0" fmla="*/ 1342 w 1343"/>
              <a:gd name="T1" fmla="*/ 875 h 1138"/>
              <a:gd name="T2" fmla="*/ 1080 w 1343"/>
              <a:gd name="T3" fmla="*/ 1137 h 1138"/>
              <a:gd name="T4" fmla="*/ 992 w 1343"/>
              <a:gd name="T5" fmla="*/ 1050 h 1138"/>
              <a:gd name="T6" fmla="*/ 1167 w 1343"/>
              <a:gd name="T7" fmla="*/ 875 h 1138"/>
              <a:gd name="T8" fmla="*/ 992 w 1343"/>
              <a:gd name="T9" fmla="*/ 700 h 1138"/>
              <a:gd name="T10" fmla="*/ 1080 w 1343"/>
              <a:gd name="T11" fmla="*/ 612 h 1138"/>
              <a:gd name="T12" fmla="*/ 1342 w 1343"/>
              <a:gd name="T13" fmla="*/ 875 h 1138"/>
              <a:gd name="T14" fmla="*/ 700 w 1343"/>
              <a:gd name="T15" fmla="*/ 407 h 1138"/>
              <a:gd name="T16" fmla="*/ 875 w 1343"/>
              <a:gd name="T17" fmla="*/ 407 h 1138"/>
              <a:gd name="T18" fmla="*/ 875 w 1343"/>
              <a:gd name="T19" fmla="*/ 525 h 1138"/>
              <a:gd name="T20" fmla="*/ 700 w 1343"/>
              <a:gd name="T21" fmla="*/ 525 h 1138"/>
              <a:gd name="T22" fmla="*/ 700 w 1343"/>
              <a:gd name="T23" fmla="*/ 700 h 1138"/>
              <a:gd name="T24" fmla="*/ 585 w 1343"/>
              <a:gd name="T25" fmla="*/ 700 h 1138"/>
              <a:gd name="T26" fmla="*/ 585 w 1343"/>
              <a:gd name="T27" fmla="*/ 525 h 1138"/>
              <a:gd name="T28" fmla="*/ 410 w 1343"/>
              <a:gd name="T29" fmla="*/ 525 h 1138"/>
              <a:gd name="T30" fmla="*/ 410 w 1343"/>
              <a:gd name="T31" fmla="*/ 407 h 1138"/>
              <a:gd name="T32" fmla="*/ 585 w 1343"/>
              <a:gd name="T33" fmla="*/ 407 h 1138"/>
              <a:gd name="T34" fmla="*/ 585 w 1343"/>
              <a:gd name="T35" fmla="*/ 232 h 1138"/>
              <a:gd name="T36" fmla="*/ 700 w 1343"/>
              <a:gd name="T37" fmla="*/ 232 h 1138"/>
              <a:gd name="T38" fmla="*/ 700 w 1343"/>
              <a:gd name="T39" fmla="*/ 407 h 1138"/>
              <a:gd name="T40" fmla="*/ 1167 w 1343"/>
              <a:gd name="T41" fmla="*/ 0 h 1138"/>
              <a:gd name="T42" fmla="*/ 1285 w 1343"/>
              <a:gd name="T43" fmla="*/ 117 h 1138"/>
              <a:gd name="T44" fmla="*/ 1285 w 1343"/>
              <a:gd name="T45" fmla="*/ 582 h 1138"/>
              <a:gd name="T46" fmla="*/ 1167 w 1343"/>
              <a:gd name="T47" fmla="*/ 582 h 1138"/>
              <a:gd name="T48" fmla="*/ 1167 w 1343"/>
              <a:gd name="T49" fmla="*/ 117 h 1138"/>
              <a:gd name="T50" fmla="*/ 117 w 1343"/>
              <a:gd name="T51" fmla="*/ 117 h 1138"/>
              <a:gd name="T52" fmla="*/ 117 w 1343"/>
              <a:gd name="T53" fmla="*/ 817 h 1138"/>
              <a:gd name="T54" fmla="*/ 992 w 1343"/>
              <a:gd name="T55" fmla="*/ 817 h 1138"/>
              <a:gd name="T56" fmla="*/ 992 w 1343"/>
              <a:gd name="T57" fmla="*/ 932 h 1138"/>
              <a:gd name="T58" fmla="*/ 875 w 1343"/>
              <a:gd name="T59" fmla="*/ 932 h 1138"/>
              <a:gd name="T60" fmla="*/ 875 w 1343"/>
              <a:gd name="T61" fmla="*/ 1050 h 1138"/>
              <a:gd name="T62" fmla="*/ 410 w 1343"/>
              <a:gd name="T63" fmla="*/ 1050 h 1138"/>
              <a:gd name="T64" fmla="*/ 410 w 1343"/>
              <a:gd name="T65" fmla="*/ 932 h 1138"/>
              <a:gd name="T66" fmla="*/ 117 w 1343"/>
              <a:gd name="T67" fmla="*/ 932 h 1138"/>
              <a:gd name="T68" fmla="*/ 0 w 1343"/>
              <a:gd name="T69" fmla="*/ 817 h 1138"/>
              <a:gd name="T70" fmla="*/ 0 w 1343"/>
              <a:gd name="T71" fmla="*/ 117 h 1138"/>
              <a:gd name="T72" fmla="*/ 117 w 1343"/>
              <a:gd name="T73" fmla="*/ 0 h 1138"/>
              <a:gd name="T74" fmla="*/ 1167 w 1343"/>
              <a:gd name="T75" fmla="*/ 0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43" h="1138">
                <a:moveTo>
                  <a:pt x="1342" y="875"/>
                </a:moveTo>
                <a:lnTo>
                  <a:pt x="1080" y="1137"/>
                </a:lnTo>
                <a:lnTo>
                  <a:pt x="992" y="1050"/>
                </a:lnTo>
                <a:lnTo>
                  <a:pt x="1167" y="875"/>
                </a:lnTo>
                <a:lnTo>
                  <a:pt x="992" y="700"/>
                </a:lnTo>
                <a:lnTo>
                  <a:pt x="1080" y="612"/>
                </a:lnTo>
                <a:lnTo>
                  <a:pt x="1342" y="875"/>
                </a:lnTo>
                <a:close/>
                <a:moveTo>
                  <a:pt x="700" y="407"/>
                </a:moveTo>
                <a:lnTo>
                  <a:pt x="875" y="407"/>
                </a:lnTo>
                <a:lnTo>
                  <a:pt x="875" y="525"/>
                </a:lnTo>
                <a:lnTo>
                  <a:pt x="700" y="525"/>
                </a:lnTo>
                <a:lnTo>
                  <a:pt x="700" y="700"/>
                </a:lnTo>
                <a:lnTo>
                  <a:pt x="585" y="700"/>
                </a:lnTo>
                <a:lnTo>
                  <a:pt x="585" y="525"/>
                </a:lnTo>
                <a:lnTo>
                  <a:pt x="410" y="525"/>
                </a:lnTo>
                <a:lnTo>
                  <a:pt x="410" y="407"/>
                </a:lnTo>
                <a:lnTo>
                  <a:pt x="585" y="407"/>
                </a:lnTo>
                <a:lnTo>
                  <a:pt x="585" y="232"/>
                </a:lnTo>
                <a:lnTo>
                  <a:pt x="700" y="232"/>
                </a:lnTo>
                <a:lnTo>
                  <a:pt x="700" y="407"/>
                </a:lnTo>
                <a:close/>
                <a:moveTo>
                  <a:pt x="1167" y="0"/>
                </a:moveTo>
                <a:cubicBezTo>
                  <a:pt x="1230" y="0"/>
                  <a:pt x="1285" y="52"/>
                  <a:pt x="1285" y="117"/>
                </a:cubicBezTo>
                <a:lnTo>
                  <a:pt x="1285" y="582"/>
                </a:lnTo>
                <a:lnTo>
                  <a:pt x="1167" y="582"/>
                </a:lnTo>
                <a:lnTo>
                  <a:pt x="1167" y="117"/>
                </a:lnTo>
                <a:lnTo>
                  <a:pt x="117" y="117"/>
                </a:lnTo>
                <a:lnTo>
                  <a:pt x="117" y="817"/>
                </a:lnTo>
                <a:lnTo>
                  <a:pt x="992" y="817"/>
                </a:lnTo>
                <a:lnTo>
                  <a:pt x="992" y="932"/>
                </a:lnTo>
                <a:lnTo>
                  <a:pt x="875" y="932"/>
                </a:lnTo>
                <a:lnTo>
                  <a:pt x="875" y="1050"/>
                </a:lnTo>
                <a:lnTo>
                  <a:pt x="410" y="1050"/>
                </a:lnTo>
                <a:lnTo>
                  <a:pt x="410" y="932"/>
                </a:lnTo>
                <a:lnTo>
                  <a:pt x="117" y="932"/>
                </a:lnTo>
                <a:cubicBezTo>
                  <a:pt x="52" y="932"/>
                  <a:pt x="0" y="880"/>
                  <a:pt x="0" y="817"/>
                </a:cubicBezTo>
                <a:lnTo>
                  <a:pt x="0" y="117"/>
                </a:lnTo>
                <a:cubicBezTo>
                  <a:pt x="0" y="52"/>
                  <a:pt x="52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195762" y="2144714"/>
            <a:ext cx="398462" cy="293688"/>
          </a:xfrm>
          <a:custGeom>
            <a:avLst/>
            <a:gdLst>
              <a:gd name="T0" fmla="*/ 818 w 1108"/>
              <a:gd name="T1" fmla="*/ 0 h 818"/>
              <a:gd name="T2" fmla="*/ 1107 w 1108"/>
              <a:gd name="T3" fmla="*/ 0 h 818"/>
              <a:gd name="T4" fmla="*/ 1107 w 1108"/>
              <a:gd name="T5" fmla="*/ 117 h 818"/>
              <a:gd name="T6" fmla="*/ 932 w 1108"/>
              <a:gd name="T7" fmla="*/ 117 h 818"/>
              <a:gd name="T8" fmla="*/ 932 w 1108"/>
              <a:gd name="T9" fmla="*/ 642 h 818"/>
              <a:gd name="T10" fmla="*/ 757 w 1108"/>
              <a:gd name="T11" fmla="*/ 817 h 818"/>
              <a:gd name="T12" fmla="*/ 582 w 1108"/>
              <a:gd name="T13" fmla="*/ 642 h 818"/>
              <a:gd name="T14" fmla="*/ 757 w 1108"/>
              <a:gd name="T15" fmla="*/ 467 h 818"/>
              <a:gd name="T16" fmla="*/ 818 w 1108"/>
              <a:gd name="T17" fmla="*/ 478 h 818"/>
              <a:gd name="T18" fmla="*/ 818 w 1108"/>
              <a:gd name="T19" fmla="*/ 0 h 818"/>
              <a:gd name="T20" fmla="*/ 0 w 1108"/>
              <a:gd name="T21" fmla="*/ 582 h 818"/>
              <a:gd name="T22" fmla="*/ 0 w 1108"/>
              <a:gd name="T23" fmla="*/ 467 h 818"/>
              <a:gd name="T24" fmla="*/ 468 w 1108"/>
              <a:gd name="T25" fmla="*/ 467 h 818"/>
              <a:gd name="T26" fmla="*/ 468 w 1108"/>
              <a:gd name="T27" fmla="*/ 582 h 818"/>
              <a:gd name="T28" fmla="*/ 0 w 1108"/>
              <a:gd name="T29" fmla="*/ 582 h 818"/>
              <a:gd name="T30" fmla="*/ 700 w 1108"/>
              <a:gd name="T31" fmla="*/ 232 h 818"/>
              <a:gd name="T32" fmla="*/ 700 w 1108"/>
              <a:gd name="T33" fmla="*/ 350 h 818"/>
              <a:gd name="T34" fmla="*/ 0 w 1108"/>
              <a:gd name="T35" fmla="*/ 350 h 818"/>
              <a:gd name="T36" fmla="*/ 0 w 1108"/>
              <a:gd name="T37" fmla="*/ 232 h 818"/>
              <a:gd name="T38" fmla="*/ 700 w 1108"/>
              <a:gd name="T39" fmla="*/ 232 h 818"/>
              <a:gd name="T40" fmla="*/ 700 w 1108"/>
              <a:gd name="T41" fmla="*/ 0 h 818"/>
              <a:gd name="T42" fmla="*/ 700 w 1108"/>
              <a:gd name="T43" fmla="*/ 117 h 818"/>
              <a:gd name="T44" fmla="*/ 0 w 1108"/>
              <a:gd name="T45" fmla="*/ 117 h 818"/>
              <a:gd name="T46" fmla="*/ 0 w 1108"/>
              <a:gd name="T47" fmla="*/ 0 h 818"/>
              <a:gd name="T48" fmla="*/ 700 w 1108"/>
              <a:gd name="T49" fmla="*/ 0 h 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08" h="818">
                <a:moveTo>
                  <a:pt x="818" y="0"/>
                </a:moveTo>
                <a:lnTo>
                  <a:pt x="1107" y="0"/>
                </a:lnTo>
                <a:lnTo>
                  <a:pt x="1107" y="117"/>
                </a:lnTo>
                <a:lnTo>
                  <a:pt x="932" y="117"/>
                </a:lnTo>
                <a:lnTo>
                  <a:pt x="932" y="642"/>
                </a:lnTo>
                <a:cubicBezTo>
                  <a:pt x="932" y="738"/>
                  <a:pt x="852" y="817"/>
                  <a:pt x="757" y="817"/>
                </a:cubicBezTo>
                <a:cubicBezTo>
                  <a:pt x="661" y="817"/>
                  <a:pt x="582" y="737"/>
                  <a:pt x="582" y="642"/>
                </a:cubicBezTo>
                <a:cubicBezTo>
                  <a:pt x="582" y="546"/>
                  <a:pt x="662" y="467"/>
                  <a:pt x="757" y="467"/>
                </a:cubicBezTo>
                <a:cubicBezTo>
                  <a:pt x="777" y="467"/>
                  <a:pt x="798" y="473"/>
                  <a:pt x="818" y="478"/>
                </a:cubicBezTo>
                <a:lnTo>
                  <a:pt x="818" y="0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468" y="467"/>
                </a:lnTo>
                <a:lnTo>
                  <a:pt x="468" y="582"/>
                </a:lnTo>
                <a:lnTo>
                  <a:pt x="0" y="582"/>
                </a:lnTo>
                <a:close/>
                <a:moveTo>
                  <a:pt x="700" y="232"/>
                </a:moveTo>
                <a:lnTo>
                  <a:pt x="700" y="350"/>
                </a:lnTo>
                <a:lnTo>
                  <a:pt x="0" y="350"/>
                </a:lnTo>
                <a:lnTo>
                  <a:pt x="0" y="232"/>
                </a:lnTo>
                <a:lnTo>
                  <a:pt x="700" y="232"/>
                </a:lnTo>
                <a:close/>
                <a:moveTo>
                  <a:pt x="700" y="0"/>
                </a:moveTo>
                <a:lnTo>
                  <a:pt x="700" y="117"/>
                </a:lnTo>
                <a:lnTo>
                  <a:pt x="0" y="117"/>
                </a:lnTo>
                <a:lnTo>
                  <a:pt x="0" y="0"/>
                </a:ln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270499" y="2082800"/>
            <a:ext cx="419100" cy="419100"/>
          </a:xfrm>
          <a:custGeom>
            <a:avLst/>
            <a:gdLst>
              <a:gd name="T0" fmla="*/ 875 w 1166"/>
              <a:gd name="T1" fmla="*/ 582 h 1166"/>
              <a:gd name="T2" fmla="*/ 815 w 1166"/>
              <a:gd name="T3" fmla="*/ 640 h 1166"/>
              <a:gd name="T4" fmla="*/ 233 w 1166"/>
              <a:gd name="T5" fmla="*/ 640 h 1166"/>
              <a:gd name="T6" fmla="*/ 0 w 1166"/>
              <a:gd name="T7" fmla="*/ 875 h 1166"/>
              <a:gd name="T8" fmla="*/ 0 w 1166"/>
              <a:gd name="T9" fmla="*/ 57 h 1166"/>
              <a:gd name="T10" fmla="*/ 58 w 1166"/>
              <a:gd name="T11" fmla="*/ 0 h 1166"/>
              <a:gd name="T12" fmla="*/ 815 w 1166"/>
              <a:gd name="T13" fmla="*/ 0 h 1166"/>
              <a:gd name="T14" fmla="*/ 875 w 1166"/>
              <a:gd name="T15" fmla="*/ 57 h 1166"/>
              <a:gd name="T16" fmla="*/ 875 w 1166"/>
              <a:gd name="T17" fmla="*/ 582 h 1166"/>
              <a:gd name="T18" fmla="*/ 1108 w 1166"/>
              <a:gd name="T19" fmla="*/ 232 h 1166"/>
              <a:gd name="T20" fmla="*/ 1165 w 1166"/>
              <a:gd name="T21" fmla="*/ 290 h 1166"/>
              <a:gd name="T22" fmla="*/ 1165 w 1166"/>
              <a:gd name="T23" fmla="*/ 1165 h 1166"/>
              <a:gd name="T24" fmla="*/ 933 w 1166"/>
              <a:gd name="T25" fmla="*/ 932 h 1166"/>
              <a:gd name="T26" fmla="*/ 290 w 1166"/>
              <a:gd name="T27" fmla="*/ 932 h 1166"/>
              <a:gd name="T28" fmla="*/ 233 w 1166"/>
              <a:gd name="T29" fmla="*/ 875 h 1166"/>
              <a:gd name="T30" fmla="*/ 233 w 1166"/>
              <a:gd name="T31" fmla="*/ 757 h 1166"/>
              <a:gd name="T32" fmla="*/ 990 w 1166"/>
              <a:gd name="T33" fmla="*/ 757 h 1166"/>
              <a:gd name="T34" fmla="*/ 990 w 1166"/>
              <a:gd name="T35" fmla="*/ 232 h 1166"/>
              <a:gd name="T36" fmla="*/ 1108 w 1166"/>
              <a:gd name="T37" fmla="*/ 232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6" h="1166">
                <a:moveTo>
                  <a:pt x="875" y="582"/>
                </a:moveTo>
                <a:cubicBezTo>
                  <a:pt x="875" y="615"/>
                  <a:pt x="848" y="640"/>
                  <a:pt x="815" y="640"/>
                </a:cubicBezTo>
                <a:lnTo>
                  <a:pt x="233" y="640"/>
                </a:lnTo>
                <a:lnTo>
                  <a:pt x="0" y="875"/>
                </a:lnTo>
                <a:lnTo>
                  <a:pt x="0" y="57"/>
                </a:lnTo>
                <a:cubicBezTo>
                  <a:pt x="0" y="25"/>
                  <a:pt x="25" y="0"/>
                  <a:pt x="58" y="0"/>
                </a:cubicBezTo>
                <a:lnTo>
                  <a:pt x="815" y="0"/>
                </a:lnTo>
                <a:cubicBezTo>
                  <a:pt x="848" y="0"/>
                  <a:pt x="875" y="25"/>
                  <a:pt x="875" y="57"/>
                </a:cubicBezTo>
                <a:lnTo>
                  <a:pt x="875" y="582"/>
                </a:lnTo>
                <a:close/>
                <a:moveTo>
                  <a:pt x="1108" y="232"/>
                </a:moveTo>
                <a:cubicBezTo>
                  <a:pt x="1140" y="232"/>
                  <a:pt x="1165" y="257"/>
                  <a:pt x="1165" y="290"/>
                </a:cubicBezTo>
                <a:lnTo>
                  <a:pt x="1165" y="1165"/>
                </a:lnTo>
                <a:lnTo>
                  <a:pt x="933" y="932"/>
                </a:lnTo>
                <a:lnTo>
                  <a:pt x="290" y="932"/>
                </a:lnTo>
                <a:cubicBezTo>
                  <a:pt x="257" y="932"/>
                  <a:pt x="233" y="908"/>
                  <a:pt x="233" y="875"/>
                </a:cubicBezTo>
                <a:lnTo>
                  <a:pt x="233" y="757"/>
                </a:lnTo>
                <a:lnTo>
                  <a:pt x="990" y="757"/>
                </a:lnTo>
                <a:lnTo>
                  <a:pt x="990" y="232"/>
                </a:lnTo>
                <a:lnTo>
                  <a:pt x="1108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18264" y="2124075"/>
            <a:ext cx="293687" cy="336550"/>
          </a:xfrm>
          <a:custGeom>
            <a:avLst/>
            <a:gdLst>
              <a:gd name="T0" fmla="*/ 0 w 816"/>
              <a:gd name="T1" fmla="*/ 585 h 936"/>
              <a:gd name="T2" fmla="*/ 407 w 816"/>
              <a:gd name="T3" fmla="*/ 175 h 936"/>
              <a:gd name="T4" fmla="*/ 815 w 816"/>
              <a:gd name="T5" fmla="*/ 585 h 936"/>
              <a:gd name="T6" fmla="*/ 582 w 816"/>
              <a:gd name="T7" fmla="*/ 585 h 936"/>
              <a:gd name="T8" fmla="*/ 582 w 816"/>
              <a:gd name="T9" fmla="*/ 935 h 936"/>
              <a:gd name="T10" fmla="*/ 232 w 816"/>
              <a:gd name="T11" fmla="*/ 935 h 936"/>
              <a:gd name="T12" fmla="*/ 232 w 816"/>
              <a:gd name="T13" fmla="*/ 585 h 936"/>
              <a:gd name="T14" fmla="*/ 0 w 816"/>
              <a:gd name="T15" fmla="*/ 585 h 936"/>
              <a:gd name="T16" fmla="*/ 815 w 816"/>
              <a:gd name="T17" fmla="*/ 0 h 936"/>
              <a:gd name="T18" fmla="*/ 815 w 816"/>
              <a:gd name="T19" fmla="*/ 117 h 936"/>
              <a:gd name="T20" fmla="*/ 0 w 816"/>
              <a:gd name="T21" fmla="*/ 117 h 936"/>
              <a:gd name="T22" fmla="*/ 0 w 816"/>
              <a:gd name="T23" fmla="*/ 0 h 936"/>
              <a:gd name="T24" fmla="*/ 815 w 816"/>
              <a:gd name="T25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16" h="936">
                <a:moveTo>
                  <a:pt x="0" y="585"/>
                </a:moveTo>
                <a:lnTo>
                  <a:pt x="407" y="175"/>
                </a:lnTo>
                <a:lnTo>
                  <a:pt x="815" y="585"/>
                </a:lnTo>
                <a:lnTo>
                  <a:pt x="582" y="585"/>
                </a:lnTo>
                <a:lnTo>
                  <a:pt x="582" y="935"/>
                </a:lnTo>
                <a:lnTo>
                  <a:pt x="232" y="935"/>
                </a:lnTo>
                <a:lnTo>
                  <a:pt x="232" y="585"/>
                </a:lnTo>
                <a:lnTo>
                  <a:pt x="0" y="585"/>
                </a:lnTo>
                <a:close/>
                <a:moveTo>
                  <a:pt x="815" y="0"/>
                </a:moveTo>
                <a:lnTo>
                  <a:pt x="815" y="117"/>
                </a:lnTo>
                <a:lnTo>
                  <a:pt x="0" y="117"/>
                </a:lnTo>
                <a:lnTo>
                  <a:pt x="0" y="0"/>
                </a:lnTo>
                <a:lnTo>
                  <a:pt x="81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439024" y="2082800"/>
            <a:ext cx="419100" cy="419100"/>
          </a:xfrm>
          <a:custGeom>
            <a:avLst/>
            <a:gdLst>
              <a:gd name="T0" fmla="*/ 1050 w 1166"/>
              <a:gd name="T1" fmla="*/ 582 h 1166"/>
              <a:gd name="T2" fmla="*/ 757 w 1166"/>
              <a:gd name="T3" fmla="*/ 150 h 1166"/>
              <a:gd name="T4" fmla="*/ 757 w 1166"/>
              <a:gd name="T5" fmla="*/ 175 h 1166"/>
              <a:gd name="T6" fmla="*/ 640 w 1166"/>
              <a:gd name="T7" fmla="*/ 290 h 1166"/>
              <a:gd name="T8" fmla="*/ 525 w 1166"/>
              <a:gd name="T9" fmla="*/ 290 h 1166"/>
              <a:gd name="T10" fmla="*/ 525 w 1166"/>
              <a:gd name="T11" fmla="*/ 407 h 1166"/>
              <a:gd name="T12" fmla="*/ 465 w 1166"/>
              <a:gd name="T13" fmla="*/ 465 h 1166"/>
              <a:gd name="T14" fmla="*/ 350 w 1166"/>
              <a:gd name="T15" fmla="*/ 465 h 1166"/>
              <a:gd name="T16" fmla="*/ 350 w 1166"/>
              <a:gd name="T17" fmla="*/ 582 h 1166"/>
              <a:gd name="T18" fmla="*/ 700 w 1166"/>
              <a:gd name="T19" fmla="*/ 582 h 1166"/>
              <a:gd name="T20" fmla="*/ 757 w 1166"/>
              <a:gd name="T21" fmla="*/ 640 h 1166"/>
              <a:gd name="T22" fmla="*/ 757 w 1166"/>
              <a:gd name="T23" fmla="*/ 815 h 1166"/>
              <a:gd name="T24" fmla="*/ 815 w 1166"/>
              <a:gd name="T25" fmla="*/ 815 h 1166"/>
              <a:gd name="T26" fmla="*/ 927 w 1166"/>
              <a:gd name="T27" fmla="*/ 897 h 1166"/>
              <a:gd name="T28" fmla="*/ 1050 w 1166"/>
              <a:gd name="T29" fmla="*/ 582 h 1166"/>
              <a:gd name="T30" fmla="*/ 525 w 1166"/>
              <a:gd name="T31" fmla="*/ 1044 h 1166"/>
              <a:gd name="T32" fmla="*/ 525 w 1166"/>
              <a:gd name="T33" fmla="*/ 932 h 1166"/>
              <a:gd name="T34" fmla="*/ 407 w 1166"/>
              <a:gd name="T35" fmla="*/ 815 h 1166"/>
              <a:gd name="T36" fmla="*/ 407 w 1166"/>
              <a:gd name="T37" fmla="*/ 757 h 1166"/>
              <a:gd name="T38" fmla="*/ 128 w 1166"/>
              <a:gd name="T39" fmla="*/ 479 h 1166"/>
              <a:gd name="T40" fmla="*/ 115 w 1166"/>
              <a:gd name="T41" fmla="*/ 582 h 1166"/>
              <a:gd name="T42" fmla="*/ 525 w 1166"/>
              <a:gd name="T43" fmla="*/ 1044 h 1166"/>
              <a:gd name="T44" fmla="*/ 582 w 1166"/>
              <a:gd name="T45" fmla="*/ 0 h 1166"/>
              <a:gd name="T46" fmla="*/ 1165 w 1166"/>
              <a:gd name="T47" fmla="*/ 582 h 1166"/>
              <a:gd name="T48" fmla="*/ 582 w 1166"/>
              <a:gd name="T49" fmla="*/ 1165 h 1166"/>
              <a:gd name="T50" fmla="*/ 0 w 1166"/>
              <a:gd name="T51" fmla="*/ 582 h 1166"/>
              <a:gd name="T52" fmla="*/ 582 w 1166"/>
              <a:gd name="T5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166">
                <a:moveTo>
                  <a:pt x="1050" y="582"/>
                </a:moveTo>
                <a:cubicBezTo>
                  <a:pt x="1050" y="388"/>
                  <a:pt x="929" y="219"/>
                  <a:pt x="757" y="150"/>
                </a:cubicBezTo>
                <a:lnTo>
                  <a:pt x="757" y="175"/>
                </a:lnTo>
                <a:cubicBezTo>
                  <a:pt x="757" y="238"/>
                  <a:pt x="702" y="290"/>
                  <a:pt x="640" y="290"/>
                </a:cubicBezTo>
                <a:lnTo>
                  <a:pt x="525" y="290"/>
                </a:lnTo>
                <a:lnTo>
                  <a:pt x="525" y="407"/>
                </a:lnTo>
                <a:cubicBezTo>
                  <a:pt x="525" y="440"/>
                  <a:pt x="497" y="465"/>
                  <a:pt x="465" y="465"/>
                </a:cubicBezTo>
                <a:lnTo>
                  <a:pt x="350" y="465"/>
                </a:lnTo>
                <a:lnTo>
                  <a:pt x="350" y="582"/>
                </a:lnTo>
                <a:lnTo>
                  <a:pt x="700" y="582"/>
                </a:lnTo>
                <a:cubicBezTo>
                  <a:pt x="732" y="582"/>
                  <a:pt x="757" y="607"/>
                  <a:pt x="757" y="640"/>
                </a:cubicBezTo>
                <a:lnTo>
                  <a:pt x="757" y="815"/>
                </a:lnTo>
                <a:lnTo>
                  <a:pt x="815" y="815"/>
                </a:lnTo>
                <a:cubicBezTo>
                  <a:pt x="866" y="815"/>
                  <a:pt x="910" y="850"/>
                  <a:pt x="927" y="897"/>
                </a:cubicBezTo>
                <a:cubicBezTo>
                  <a:pt x="1003" y="815"/>
                  <a:pt x="1050" y="703"/>
                  <a:pt x="1050" y="582"/>
                </a:cubicBezTo>
                <a:close/>
                <a:moveTo>
                  <a:pt x="525" y="1044"/>
                </a:moveTo>
                <a:lnTo>
                  <a:pt x="525" y="932"/>
                </a:lnTo>
                <a:cubicBezTo>
                  <a:pt x="462" y="932"/>
                  <a:pt x="407" y="878"/>
                  <a:pt x="407" y="815"/>
                </a:cubicBezTo>
                <a:lnTo>
                  <a:pt x="407" y="757"/>
                </a:lnTo>
                <a:lnTo>
                  <a:pt x="128" y="479"/>
                </a:lnTo>
                <a:cubicBezTo>
                  <a:pt x="120" y="511"/>
                  <a:pt x="115" y="547"/>
                  <a:pt x="115" y="582"/>
                </a:cubicBezTo>
                <a:cubicBezTo>
                  <a:pt x="115" y="820"/>
                  <a:pt x="295" y="1017"/>
                  <a:pt x="525" y="1044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5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91564" y="2103440"/>
            <a:ext cx="85725" cy="377825"/>
          </a:xfrm>
          <a:custGeom>
            <a:avLst/>
            <a:gdLst>
              <a:gd name="T0" fmla="*/ 0 w 236"/>
              <a:gd name="T1" fmla="*/ 0 h 1051"/>
              <a:gd name="T2" fmla="*/ 235 w 236"/>
              <a:gd name="T3" fmla="*/ 0 h 1051"/>
              <a:gd name="T4" fmla="*/ 235 w 236"/>
              <a:gd name="T5" fmla="*/ 700 h 1051"/>
              <a:gd name="T6" fmla="*/ 0 w 236"/>
              <a:gd name="T7" fmla="*/ 700 h 1051"/>
              <a:gd name="T8" fmla="*/ 0 w 236"/>
              <a:gd name="T9" fmla="*/ 0 h 1051"/>
              <a:gd name="T10" fmla="*/ 0 w 236"/>
              <a:gd name="T11" fmla="*/ 933 h 1051"/>
              <a:gd name="T12" fmla="*/ 118 w 236"/>
              <a:gd name="T13" fmla="*/ 818 h 1051"/>
              <a:gd name="T14" fmla="*/ 235 w 236"/>
              <a:gd name="T15" fmla="*/ 933 h 1051"/>
              <a:gd name="T16" fmla="*/ 118 w 236"/>
              <a:gd name="T17" fmla="*/ 1050 h 1051"/>
              <a:gd name="T18" fmla="*/ 0 w 236"/>
              <a:gd name="T19" fmla="*/ 93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6" h="1051">
                <a:moveTo>
                  <a:pt x="0" y="0"/>
                </a:moveTo>
                <a:lnTo>
                  <a:pt x="235" y="0"/>
                </a:lnTo>
                <a:lnTo>
                  <a:pt x="235" y="700"/>
                </a:lnTo>
                <a:lnTo>
                  <a:pt x="0" y="700"/>
                </a:lnTo>
                <a:lnTo>
                  <a:pt x="0" y="0"/>
                </a:lnTo>
                <a:close/>
                <a:moveTo>
                  <a:pt x="0" y="933"/>
                </a:moveTo>
                <a:cubicBezTo>
                  <a:pt x="0" y="867"/>
                  <a:pt x="53" y="818"/>
                  <a:pt x="118" y="818"/>
                </a:cubicBezTo>
                <a:cubicBezTo>
                  <a:pt x="184" y="818"/>
                  <a:pt x="235" y="867"/>
                  <a:pt x="235" y="933"/>
                </a:cubicBezTo>
                <a:cubicBezTo>
                  <a:pt x="235" y="998"/>
                  <a:pt x="184" y="1050"/>
                  <a:pt x="118" y="1050"/>
                </a:cubicBezTo>
                <a:cubicBezTo>
                  <a:pt x="53" y="1050"/>
                  <a:pt x="0" y="998"/>
                  <a:pt x="0" y="93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09137" y="2103440"/>
            <a:ext cx="419100" cy="377825"/>
          </a:xfrm>
          <a:custGeom>
            <a:avLst/>
            <a:gdLst>
              <a:gd name="T0" fmla="*/ 933 w 1166"/>
              <a:gd name="T1" fmla="*/ 0 h 1051"/>
              <a:gd name="T2" fmla="*/ 933 w 1166"/>
              <a:gd name="T3" fmla="*/ 233 h 1051"/>
              <a:gd name="T4" fmla="*/ 233 w 1166"/>
              <a:gd name="T5" fmla="*/ 233 h 1051"/>
              <a:gd name="T6" fmla="*/ 233 w 1166"/>
              <a:gd name="T7" fmla="*/ 0 h 1051"/>
              <a:gd name="T8" fmla="*/ 933 w 1166"/>
              <a:gd name="T9" fmla="*/ 0 h 1051"/>
              <a:gd name="T10" fmla="*/ 990 w 1166"/>
              <a:gd name="T11" fmla="*/ 525 h 1051"/>
              <a:gd name="T12" fmla="*/ 1050 w 1166"/>
              <a:gd name="T13" fmla="*/ 468 h 1051"/>
              <a:gd name="T14" fmla="*/ 990 w 1166"/>
              <a:gd name="T15" fmla="*/ 408 h 1051"/>
              <a:gd name="T16" fmla="*/ 933 w 1166"/>
              <a:gd name="T17" fmla="*/ 468 h 1051"/>
              <a:gd name="T18" fmla="*/ 990 w 1166"/>
              <a:gd name="T19" fmla="*/ 525 h 1051"/>
              <a:gd name="T20" fmla="*/ 815 w 1166"/>
              <a:gd name="T21" fmla="*/ 933 h 1051"/>
              <a:gd name="T22" fmla="*/ 815 w 1166"/>
              <a:gd name="T23" fmla="*/ 643 h 1051"/>
              <a:gd name="T24" fmla="*/ 350 w 1166"/>
              <a:gd name="T25" fmla="*/ 643 h 1051"/>
              <a:gd name="T26" fmla="*/ 350 w 1166"/>
              <a:gd name="T27" fmla="*/ 933 h 1051"/>
              <a:gd name="T28" fmla="*/ 815 w 1166"/>
              <a:gd name="T29" fmla="*/ 933 h 1051"/>
              <a:gd name="T30" fmla="*/ 990 w 1166"/>
              <a:gd name="T31" fmla="*/ 293 h 1051"/>
              <a:gd name="T32" fmla="*/ 1165 w 1166"/>
              <a:gd name="T33" fmla="*/ 468 h 1051"/>
              <a:gd name="T34" fmla="*/ 1165 w 1166"/>
              <a:gd name="T35" fmla="*/ 818 h 1051"/>
              <a:gd name="T36" fmla="*/ 933 w 1166"/>
              <a:gd name="T37" fmla="*/ 818 h 1051"/>
              <a:gd name="T38" fmla="*/ 933 w 1166"/>
              <a:gd name="T39" fmla="*/ 1050 h 1051"/>
              <a:gd name="T40" fmla="*/ 233 w 1166"/>
              <a:gd name="T41" fmla="*/ 1050 h 1051"/>
              <a:gd name="T42" fmla="*/ 233 w 1166"/>
              <a:gd name="T43" fmla="*/ 818 h 1051"/>
              <a:gd name="T44" fmla="*/ 0 w 1166"/>
              <a:gd name="T45" fmla="*/ 818 h 1051"/>
              <a:gd name="T46" fmla="*/ 0 w 1166"/>
              <a:gd name="T47" fmla="*/ 468 h 1051"/>
              <a:gd name="T48" fmla="*/ 175 w 1166"/>
              <a:gd name="T49" fmla="*/ 293 h 1051"/>
              <a:gd name="T50" fmla="*/ 990 w 1166"/>
              <a:gd name="T51" fmla="*/ 2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6" h="1051">
                <a:moveTo>
                  <a:pt x="933" y="0"/>
                </a:moveTo>
                <a:lnTo>
                  <a:pt x="933" y="233"/>
                </a:lnTo>
                <a:lnTo>
                  <a:pt x="233" y="233"/>
                </a:lnTo>
                <a:lnTo>
                  <a:pt x="233" y="0"/>
                </a:lnTo>
                <a:lnTo>
                  <a:pt x="933" y="0"/>
                </a:lnTo>
                <a:close/>
                <a:moveTo>
                  <a:pt x="990" y="525"/>
                </a:moveTo>
                <a:cubicBezTo>
                  <a:pt x="1023" y="525"/>
                  <a:pt x="1050" y="501"/>
                  <a:pt x="1050" y="468"/>
                </a:cubicBezTo>
                <a:cubicBezTo>
                  <a:pt x="1050" y="435"/>
                  <a:pt x="1023" y="408"/>
                  <a:pt x="990" y="408"/>
                </a:cubicBezTo>
                <a:cubicBezTo>
                  <a:pt x="957" y="408"/>
                  <a:pt x="933" y="435"/>
                  <a:pt x="933" y="468"/>
                </a:cubicBezTo>
                <a:cubicBezTo>
                  <a:pt x="933" y="501"/>
                  <a:pt x="957" y="525"/>
                  <a:pt x="990" y="525"/>
                </a:cubicBezTo>
                <a:close/>
                <a:moveTo>
                  <a:pt x="815" y="933"/>
                </a:moveTo>
                <a:lnTo>
                  <a:pt x="815" y="643"/>
                </a:lnTo>
                <a:lnTo>
                  <a:pt x="350" y="643"/>
                </a:lnTo>
                <a:lnTo>
                  <a:pt x="350" y="933"/>
                </a:lnTo>
                <a:lnTo>
                  <a:pt x="815" y="933"/>
                </a:lnTo>
                <a:close/>
                <a:moveTo>
                  <a:pt x="990" y="293"/>
                </a:moveTo>
                <a:cubicBezTo>
                  <a:pt x="1086" y="293"/>
                  <a:pt x="1165" y="372"/>
                  <a:pt x="1165" y="468"/>
                </a:cubicBezTo>
                <a:lnTo>
                  <a:pt x="1165" y="818"/>
                </a:lnTo>
                <a:lnTo>
                  <a:pt x="933" y="818"/>
                </a:lnTo>
                <a:lnTo>
                  <a:pt x="933" y="1050"/>
                </a:lnTo>
                <a:lnTo>
                  <a:pt x="233" y="1050"/>
                </a:lnTo>
                <a:lnTo>
                  <a:pt x="233" y="818"/>
                </a:lnTo>
                <a:lnTo>
                  <a:pt x="0" y="818"/>
                </a:lnTo>
                <a:lnTo>
                  <a:pt x="0" y="468"/>
                </a:lnTo>
                <a:cubicBezTo>
                  <a:pt x="0" y="372"/>
                  <a:pt x="80" y="293"/>
                  <a:pt x="175" y="293"/>
                </a:cubicBezTo>
                <a:lnTo>
                  <a:pt x="990" y="2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672762" y="2103440"/>
            <a:ext cx="463550" cy="377825"/>
          </a:xfrm>
          <a:custGeom>
            <a:avLst/>
            <a:gdLst>
              <a:gd name="T0" fmla="*/ 525 w 1286"/>
              <a:gd name="T1" fmla="*/ 525 h 1051"/>
              <a:gd name="T2" fmla="*/ 410 w 1286"/>
              <a:gd name="T3" fmla="*/ 525 h 1051"/>
              <a:gd name="T4" fmla="*/ 642 w 1286"/>
              <a:gd name="T5" fmla="*/ 293 h 1051"/>
              <a:gd name="T6" fmla="*/ 875 w 1286"/>
              <a:gd name="T7" fmla="*/ 525 h 1051"/>
              <a:gd name="T8" fmla="*/ 760 w 1286"/>
              <a:gd name="T9" fmla="*/ 525 h 1051"/>
              <a:gd name="T10" fmla="*/ 760 w 1286"/>
              <a:gd name="T11" fmla="*/ 758 h 1051"/>
              <a:gd name="T12" fmla="*/ 525 w 1286"/>
              <a:gd name="T13" fmla="*/ 758 h 1051"/>
              <a:gd name="T14" fmla="*/ 525 w 1286"/>
              <a:gd name="T15" fmla="*/ 525 h 1051"/>
              <a:gd name="T16" fmla="*/ 1167 w 1286"/>
              <a:gd name="T17" fmla="*/ 936 h 1051"/>
              <a:gd name="T18" fmla="*/ 1167 w 1286"/>
              <a:gd name="T19" fmla="*/ 115 h 1051"/>
              <a:gd name="T20" fmla="*/ 117 w 1286"/>
              <a:gd name="T21" fmla="*/ 115 h 1051"/>
              <a:gd name="T22" fmla="*/ 117 w 1286"/>
              <a:gd name="T23" fmla="*/ 936 h 1051"/>
              <a:gd name="T24" fmla="*/ 1167 w 1286"/>
              <a:gd name="T25" fmla="*/ 936 h 1051"/>
              <a:gd name="T26" fmla="*/ 1167 w 1286"/>
              <a:gd name="T27" fmla="*/ 0 h 1051"/>
              <a:gd name="T28" fmla="*/ 1285 w 1286"/>
              <a:gd name="T29" fmla="*/ 118 h 1051"/>
              <a:gd name="T30" fmla="*/ 1285 w 1286"/>
              <a:gd name="T31" fmla="*/ 933 h 1051"/>
              <a:gd name="T32" fmla="*/ 1167 w 1286"/>
              <a:gd name="T33" fmla="*/ 1050 h 1051"/>
              <a:gd name="T34" fmla="*/ 117 w 1286"/>
              <a:gd name="T35" fmla="*/ 1050 h 1051"/>
              <a:gd name="T36" fmla="*/ 0 w 1286"/>
              <a:gd name="T37" fmla="*/ 933 h 1051"/>
              <a:gd name="T38" fmla="*/ 0 w 1286"/>
              <a:gd name="T39" fmla="*/ 118 h 1051"/>
              <a:gd name="T40" fmla="*/ 117 w 1286"/>
              <a:gd name="T41" fmla="*/ 0 h 1051"/>
              <a:gd name="T42" fmla="*/ 1167 w 1286"/>
              <a:gd name="T43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86" h="1051">
                <a:moveTo>
                  <a:pt x="525" y="525"/>
                </a:moveTo>
                <a:lnTo>
                  <a:pt x="410" y="525"/>
                </a:lnTo>
                <a:lnTo>
                  <a:pt x="642" y="293"/>
                </a:lnTo>
                <a:lnTo>
                  <a:pt x="875" y="525"/>
                </a:lnTo>
                <a:lnTo>
                  <a:pt x="760" y="525"/>
                </a:lnTo>
                <a:lnTo>
                  <a:pt x="760" y="758"/>
                </a:lnTo>
                <a:lnTo>
                  <a:pt x="525" y="758"/>
                </a:lnTo>
                <a:lnTo>
                  <a:pt x="525" y="525"/>
                </a:lnTo>
                <a:close/>
                <a:moveTo>
                  <a:pt x="1167" y="936"/>
                </a:moveTo>
                <a:lnTo>
                  <a:pt x="1167" y="115"/>
                </a:lnTo>
                <a:lnTo>
                  <a:pt x="117" y="115"/>
                </a:lnTo>
                <a:lnTo>
                  <a:pt x="117" y="936"/>
                </a:lnTo>
                <a:lnTo>
                  <a:pt x="1167" y="936"/>
                </a:lnTo>
                <a:close/>
                <a:moveTo>
                  <a:pt x="1167" y="0"/>
                </a:moveTo>
                <a:cubicBezTo>
                  <a:pt x="1233" y="0"/>
                  <a:pt x="1285" y="52"/>
                  <a:pt x="1285" y="118"/>
                </a:cubicBezTo>
                <a:lnTo>
                  <a:pt x="1285" y="933"/>
                </a:lnTo>
                <a:cubicBezTo>
                  <a:pt x="1285" y="998"/>
                  <a:pt x="1233" y="1050"/>
                  <a:pt x="1167" y="1050"/>
                </a:cubicBezTo>
                <a:lnTo>
                  <a:pt x="117" y="1050"/>
                </a:lnTo>
                <a:cubicBezTo>
                  <a:pt x="52" y="1050"/>
                  <a:pt x="0" y="998"/>
                  <a:pt x="0" y="933"/>
                </a:cubicBezTo>
                <a:lnTo>
                  <a:pt x="0" y="118"/>
                </a:lnTo>
                <a:cubicBezTo>
                  <a:pt x="0" y="52"/>
                  <a:pt x="52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7" y="2825750"/>
            <a:ext cx="419100" cy="419100"/>
          </a:xfrm>
          <a:custGeom>
            <a:avLst/>
            <a:gdLst>
              <a:gd name="T0" fmla="*/ 582 w 1166"/>
              <a:gd name="T1" fmla="*/ 1049 h 1165"/>
              <a:gd name="T2" fmla="*/ 1050 w 1166"/>
              <a:gd name="T3" fmla="*/ 582 h 1165"/>
              <a:gd name="T4" fmla="*/ 582 w 1166"/>
              <a:gd name="T5" fmla="*/ 114 h 1165"/>
              <a:gd name="T6" fmla="*/ 115 w 1166"/>
              <a:gd name="T7" fmla="*/ 582 h 1165"/>
              <a:gd name="T8" fmla="*/ 582 w 1166"/>
              <a:gd name="T9" fmla="*/ 1049 h 1165"/>
              <a:gd name="T10" fmla="*/ 582 w 1166"/>
              <a:gd name="T11" fmla="*/ 0 h 1165"/>
              <a:gd name="T12" fmla="*/ 1165 w 1166"/>
              <a:gd name="T13" fmla="*/ 582 h 1165"/>
              <a:gd name="T14" fmla="*/ 582 w 1166"/>
              <a:gd name="T15" fmla="*/ 1164 h 1165"/>
              <a:gd name="T16" fmla="*/ 0 w 1166"/>
              <a:gd name="T17" fmla="*/ 582 h 1165"/>
              <a:gd name="T18" fmla="*/ 582 w 1166"/>
              <a:gd name="T19" fmla="*/ 0 h 1165"/>
              <a:gd name="T20" fmla="*/ 582 w 1166"/>
              <a:gd name="T21" fmla="*/ 289 h 1165"/>
              <a:gd name="T22" fmla="*/ 875 w 1166"/>
              <a:gd name="T23" fmla="*/ 582 h 1165"/>
              <a:gd name="T24" fmla="*/ 582 w 1166"/>
              <a:gd name="T25" fmla="*/ 874 h 1165"/>
              <a:gd name="T26" fmla="*/ 290 w 1166"/>
              <a:gd name="T27" fmla="*/ 582 h 1165"/>
              <a:gd name="T28" fmla="*/ 582 w 1166"/>
              <a:gd name="T29" fmla="*/ 28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5">
                <a:moveTo>
                  <a:pt x="582" y="1049"/>
                </a:moveTo>
                <a:cubicBezTo>
                  <a:pt x="839" y="1049"/>
                  <a:pt x="1050" y="839"/>
                  <a:pt x="1050" y="582"/>
                </a:cubicBezTo>
                <a:cubicBezTo>
                  <a:pt x="1050" y="325"/>
                  <a:pt x="839" y="114"/>
                  <a:pt x="582" y="114"/>
                </a:cubicBezTo>
                <a:cubicBezTo>
                  <a:pt x="325" y="114"/>
                  <a:pt x="115" y="325"/>
                  <a:pt x="115" y="582"/>
                </a:cubicBezTo>
                <a:cubicBezTo>
                  <a:pt x="115" y="839"/>
                  <a:pt x="325" y="1049"/>
                  <a:pt x="582" y="1049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4" y="1164"/>
                  <a:pt x="582" y="1164"/>
                </a:cubicBezTo>
                <a:cubicBezTo>
                  <a:pt x="259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582" y="289"/>
                </a:moveTo>
                <a:cubicBezTo>
                  <a:pt x="744" y="289"/>
                  <a:pt x="875" y="421"/>
                  <a:pt x="875" y="582"/>
                </a:cubicBezTo>
                <a:cubicBezTo>
                  <a:pt x="875" y="743"/>
                  <a:pt x="744" y="874"/>
                  <a:pt x="582" y="874"/>
                </a:cubicBezTo>
                <a:cubicBezTo>
                  <a:pt x="421" y="874"/>
                  <a:pt x="290" y="743"/>
                  <a:pt x="290" y="582"/>
                </a:cubicBezTo>
                <a:cubicBezTo>
                  <a:pt x="290" y="421"/>
                  <a:pt x="421" y="289"/>
                  <a:pt x="582" y="28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71699" y="2867025"/>
            <a:ext cx="336550" cy="336550"/>
          </a:xfrm>
          <a:custGeom>
            <a:avLst/>
            <a:gdLst>
              <a:gd name="T0" fmla="*/ 795 w 933"/>
              <a:gd name="T1" fmla="*/ 137 h 936"/>
              <a:gd name="T2" fmla="*/ 932 w 933"/>
              <a:gd name="T3" fmla="*/ 0 h 936"/>
              <a:gd name="T4" fmla="*/ 932 w 933"/>
              <a:gd name="T5" fmla="*/ 411 h 936"/>
              <a:gd name="T6" fmla="*/ 522 w 933"/>
              <a:gd name="T7" fmla="*/ 411 h 936"/>
              <a:gd name="T8" fmla="*/ 711 w 933"/>
              <a:gd name="T9" fmla="*/ 222 h 936"/>
              <a:gd name="T10" fmla="*/ 465 w 933"/>
              <a:gd name="T11" fmla="*/ 118 h 936"/>
              <a:gd name="T12" fmla="*/ 115 w 933"/>
              <a:gd name="T13" fmla="*/ 468 h 936"/>
              <a:gd name="T14" fmla="*/ 465 w 933"/>
              <a:gd name="T15" fmla="*/ 818 h 936"/>
              <a:gd name="T16" fmla="*/ 795 w 933"/>
              <a:gd name="T17" fmla="*/ 586 h 936"/>
              <a:gd name="T18" fmla="*/ 916 w 933"/>
              <a:gd name="T19" fmla="*/ 586 h 936"/>
              <a:gd name="T20" fmla="*/ 465 w 933"/>
              <a:gd name="T21" fmla="*/ 935 h 936"/>
              <a:gd name="T22" fmla="*/ 0 w 933"/>
              <a:gd name="T23" fmla="*/ 468 h 936"/>
              <a:gd name="T24" fmla="*/ 465 w 933"/>
              <a:gd name="T25" fmla="*/ 0 h 936"/>
              <a:gd name="T26" fmla="*/ 795 w 933"/>
              <a:gd name="T27" fmla="*/ 13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33" h="936">
                <a:moveTo>
                  <a:pt x="795" y="137"/>
                </a:moveTo>
                <a:lnTo>
                  <a:pt x="932" y="0"/>
                </a:lnTo>
                <a:lnTo>
                  <a:pt x="932" y="411"/>
                </a:lnTo>
                <a:lnTo>
                  <a:pt x="522" y="411"/>
                </a:lnTo>
                <a:lnTo>
                  <a:pt x="711" y="222"/>
                </a:lnTo>
                <a:cubicBezTo>
                  <a:pt x="648" y="159"/>
                  <a:pt x="560" y="118"/>
                  <a:pt x="465" y="118"/>
                </a:cubicBezTo>
                <a:cubicBezTo>
                  <a:pt x="270" y="118"/>
                  <a:pt x="115" y="274"/>
                  <a:pt x="115" y="468"/>
                </a:cubicBezTo>
                <a:cubicBezTo>
                  <a:pt x="115" y="662"/>
                  <a:pt x="270" y="818"/>
                  <a:pt x="465" y="818"/>
                </a:cubicBezTo>
                <a:cubicBezTo>
                  <a:pt x="618" y="818"/>
                  <a:pt x="749" y="722"/>
                  <a:pt x="795" y="586"/>
                </a:cubicBezTo>
                <a:lnTo>
                  <a:pt x="916" y="586"/>
                </a:lnTo>
                <a:cubicBezTo>
                  <a:pt x="864" y="788"/>
                  <a:pt x="683" y="935"/>
                  <a:pt x="465" y="935"/>
                </a:cubicBezTo>
                <a:cubicBezTo>
                  <a:pt x="208" y="935"/>
                  <a:pt x="0" y="725"/>
                  <a:pt x="0" y="468"/>
                </a:cubicBezTo>
                <a:cubicBezTo>
                  <a:pt x="0" y="211"/>
                  <a:pt x="208" y="0"/>
                  <a:pt x="465" y="0"/>
                </a:cubicBezTo>
                <a:cubicBezTo>
                  <a:pt x="593" y="0"/>
                  <a:pt x="711" y="52"/>
                  <a:pt x="795" y="137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197226" y="2941639"/>
            <a:ext cx="430213" cy="188913"/>
          </a:xfrm>
          <a:custGeom>
            <a:avLst/>
            <a:gdLst>
              <a:gd name="T0" fmla="*/ 985 w 1194"/>
              <a:gd name="T1" fmla="*/ 211 h 526"/>
              <a:gd name="T2" fmla="*/ 1193 w 1194"/>
              <a:gd name="T3" fmla="*/ 0 h 526"/>
              <a:gd name="T4" fmla="*/ 1193 w 1194"/>
              <a:gd name="T5" fmla="*/ 525 h 526"/>
              <a:gd name="T6" fmla="*/ 668 w 1194"/>
              <a:gd name="T7" fmla="*/ 525 h 526"/>
              <a:gd name="T8" fmla="*/ 881 w 1194"/>
              <a:gd name="T9" fmla="*/ 315 h 526"/>
              <a:gd name="T10" fmla="*/ 580 w 1194"/>
              <a:gd name="T11" fmla="*/ 206 h 526"/>
              <a:gd name="T12" fmla="*/ 137 w 1194"/>
              <a:gd name="T13" fmla="*/ 525 h 526"/>
              <a:gd name="T14" fmla="*/ 0 w 1194"/>
              <a:gd name="T15" fmla="*/ 482 h 526"/>
              <a:gd name="T16" fmla="*/ 580 w 1194"/>
              <a:gd name="T17" fmla="*/ 61 h 526"/>
              <a:gd name="T18" fmla="*/ 985 w 1194"/>
              <a:gd name="T19" fmla="*/ 211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94" h="526">
                <a:moveTo>
                  <a:pt x="985" y="211"/>
                </a:moveTo>
                <a:lnTo>
                  <a:pt x="1193" y="0"/>
                </a:lnTo>
                <a:lnTo>
                  <a:pt x="1193" y="525"/>
                </a:lnTo>
                <a:lnTo>
                  <a:pt x="668" y="525"/>
                </a:lnTo>
                <a:lnTo>
                  <a:pt x="881" y="315"/>
                </a:lnTo>
                <a:cubicBezTo>
                  <a:pt x="799" y="247"/>
                  <a:pt x="695" y="206"/>
                  <a:pt x="580" y="206"/>
                </a:cubicBezTo>
                <a:cubicBezTo>
                  <a:pt x="372" y="206"/>
                  <a:pt x="197" y="340"/>
                  <a:pt x="137" y="525"/>
                </a:cubicBezTo>
                <a:lnTo>
                  <a:pt x="0" y="482"/>
                </a:lnTo>
                <a:cubicBezTo>
                  <a:pt x="80" y="238"/>
                  <a:pt x="309" y="61"/>
                  <a:pt x="580" y="61"/>
                </a:cubicBezTo>
                <a:cubicBezTo>
                  <a:pt x="736" y="61"/>
                  <a:pt x="878" y="118"/>
                  <a:pt x="985" y="211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276724" y="2836865"/>
            <a:ext cx="419100" cy="398461"/>
          </a:xfrm>
          <a:custGeom>
            <a:avLst/>
            <a:gdLst>
              <a:gd name="T0" fmla="*/ 1050 w 1166"/>
              <a:gd name="T1" fmla="*/ 700 h 1109"/>
              <a:gd name="T2" fmla="*/ 1050 w 1166"/>
              <a:gd name="T3" fmla="*/ 350 h 1109"/>
              <a:gd name="T4" fmla="*/ 752 w 1166"/>
              <a:gd name="T5" fmla="*/ 350 h 1109"/>
              <a:gd name="T6" fmla="*/ 875 w 1166"/>
              <a:gd name="T7" fmla="*/ 514 h 1109"/>
              <a:gd name="T8" fmla="*/ 779 w 1166"/>
              <a:gd name="T9" fmla="*/ 583 h 1109"/>
              <a:gd name="T10" fmla="*/ 582 w 1166"/>
              <a:gd name="T11" fmla="*/ 315 h 1109"/>
              <a:gd name="T12" fmla="*/ 385 w 1166"/>
              <a:gd name="T13" fmla="*/ 583 h 1109"/>
              <a:gd name="T14" fmla="*/ 290 w 1166"/>
              <a:gd name="T15" fmla="*/ 514 h 1109"/>
              <a:gd name="T16" fmla="*/ 413 w 1166"/>
              <a:gd name="T17" fmla="*/ 350 h 1109"/>
              <a:gd name="T18" fmla="*/ 115 w 1166"/>
              <a:gd name="T19" fmla="*/ 350 h 1109"/>
              <a:gd name="T20" fmla="*/ 115 w 1166"/>
              <a:gd name="T21" fmla="*/ 700 h 1109"/>
              <a:gd name="T22" fmla="*/ 1050 w 1166"/>
              <a:gd name="T23" fmla="*/ 700 h 1109"/>
              <a:gd name="T24" fmla="*/ 1050 w 1166"/>
              <a:gd name="T25" fmla="*/ 990 h 1109"/>
              <a:gd name="T26" fmla="*/ 1050 w 1166"/>
              <a:gd name="T27" fmla="*/ 875 h 1109"/>
              <a:gd name="T28" fmla="*/ 115 w 1166"/>
              <a:gd name="T29" fmla="*/ 875 h 1109"/>
              <a:gd name="T30" fmla="*/ 115 w 1166"/>
              <a:gd name="T31" fmla="*/ 990 h 1109"/>
              <a:gd name="T32" fmla="*/ 1050 w 1166"/>
              <a:gd name="T33" fmla="*/ 990 h 1109"/>
              <a:gd name="T34" fmla="*/ 407 w 1166"/>
              <a:gd name="T35" fmla="*/ 115 h 1109"/>
              <a:gd name="T36" fmla="*/ 350 w 1166"/>
              <a:gd name="T37" fmla="*/ 175 h 1109"/>
              <a:gd name="T38" fmla="*/ 407 w 1166"/>
              <a:gd name="T39" fmla="*/ 233 h 1109"/>
              <a:gd name="T40" fmla="*/ 465 w 1166"/>
              <a:gd name="T41" fmla="*/ 175 h 1109"/>
              <a:gd name="T42" fmla="*/ 407 w 1166"/>
              <a:gd name="T43" fmla="*/ 115 h 1109"/>
              <a:gd name="T44" fmla="*/ 757 w 1166"/>
              <a:gd name="T45" fmla="*/ 115 h 1109"/>
              <a:gd name="T46" fmla="*/ 700 w 1166"/>
              <a:gd name="T47" fmla="*/ 175 h 1109"/>
              <a:gd name="T48" fmla="*/ 757 w 1166"/>
              <a:gd name="T49" fmla="*/ 233 h 1109"/>
              <a:gd name="T50" fmla="*/ 815 w 1166"/>
              <a:gd name="T51" fmla="*/ 175 h 1109"/>
              <a:gd name="T52" fmla="*/ 757 w 1166"/>
              <a:gd name="T53" fmla="*/ 115 h 1109"/>
              <a:gd name="T54" fmla="*/ 1165 w 1166"/>
              <a:gd name="T55" fmla="*/ 350 h 1109"/>
              <a:gd name="T56" fmla="*/ 1165 w 1166"/>
              <a:gd name="T57" fmla="*/ 990 h 1109"/>
              <a:gd name="T58" fmla="*/ 1050 w 1166"/>
              <a:gd name="T59" fmla="*/ 1108 h 1109"/>
              <a:gd name="T60" fmla="*/ 115 w 1166"/>
              <a:gd name="T61" fmla="*/ 1108 h 1109"/>
              <a:gd name="T62" fmla="*/ 0 w 1166"/>
              <a:gd name="T63" fmla="*/ 990 h 1109"/>
              <a:gd name="T64" fmla="*/ 0 w 1166"/>
              <a:gd name="T65" fmla="*/ 350 h 1109"/>
              <a:gd name="T66" fmla="*/ 115 w 1166"/>
              <a:gd name="T67" fmla="*/ 233 h 1109"/>
              <a:gd name="T68" fmla="*/ 243 w 1166"/>
              <a:gd name="T69" fmla="*/ 233 h 1109"/>
              <a:gd name="T70" fmla="*/ 232 w 1166"/>
              <a:gd name="T71" fmla="*/ 175 h 1109"/>
              <a:gd name="T72" fmla="*/ 407 w 1166"/>
              <a:gd name="T73" fmla="*/ 0 h 1109"/>
              <a:gd name="T74" fmla="*/ 552 w 1166"/>
              <a:gd name="T75" fmla="*/ 77 h 1109"/>
              <a:gd name="T76" fmla="*/ 582 w 1166"/>
              <a:gd name="T77" fmla="*/ 118 h 1109"/>
              <a:gd name="T78" fmla="*/ 612 w 1166"/>
              <a:gd name="T79" fmla="*/ 77 h 1109"/>
              <a:gd name="T80" fmla="*/ 757 w 1166"/>
              <a:gd name="T81" fmla="*/ 0 h 1109"/>
              <a:gd name="T82" fmla="*/ 932 w 1166"/>
              <a:gd name="T83" fmla="*/ 175 h 1109"/>
              <a:gd name="T84" fmla="*/ 921 w 1166"/>
              <a:gd name="T85" fmla="*/ 233 h 1109"/>
              <a:gd name="T86" fmla="*/ 1050 w 1166"/>
              <a:gd name="T87" fmla="*/ 233 h 1109"/>
              <a:gd name="T88" fmla="*/ 1165 w 1166"/>
              <a:gd name="T89" fmla="*/ 350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66" h="1109">
                <a:moveTo>
                  <a:pt x="1050" y="700"/>
                </a:moveTo>
                <a:lnTo>
                  <a:pt x="1050" y="350"/>
                </a:lnTo>
                <a:lnTo>
                  <a:pt x="752" y="350"/>
                </a:lnTo>
                <a:lnTo>
                  <a:pt x="875" y="514"/>
                </a:lnTo>
                <a:lnTo>
                  <a:pt x="779" y="583"/>
                </a:lnTo>
                <a:cubicBezTo>
                  <a:pt x="713" y="493"/>
                  <a:pt x="647" y="405"/>
                  <a:pt x="582" y="315"/>
                </a:cubicBezTo>
                <a:cubicBezTo>
                  <a:pt x="517" y="405"/>
                  <a:pt x="451" y="493"/>
                  <a:pt x="385" y="583"/>
                </a:cubicBezTo>
                <a:lnTo>
                  <a:pt x="290" y="514"/>
                </a:lnTo>
                <a:lnTo>
                  <a:pt x="413" y="350"/>
                </a:lnTo>
                <a:lnTo>
                  <a:pt x="115" y="350"/>
                </a:lnTo>
                <a:lnTo>
                  <a:pt x="115" y="700"/>
                </a:lnTo>
                <a:lnTo>
                  <a:pt x="1050" y="700"/>
                </a:lnTo>
                <a:close/>
                <a:moveTo>
                  <a:pt x="1050" y="990"/>
                </a:moveTo>
                <a:lnTo>
                  <a:pt x="1050" y="875"/>
                </a:lnTo>
                <a:lnTo>
                  <a:pt x="115" y="875"/>
                </a:lnTo>
                <a:lnTo>
                  <a:pt x="115" y="990"/>
                </a:lnTo>
                <a:lnTo>
                  <a:pt x="1050" y="990"/>
                </a:lnTo>
                <a:close/>
                <a:moveTo>
                  <a:pt x="407" y="115"/>
                </a:moveTo>
                <a:cubicBezTo>
                  <a:pt x="374" y="115"/>
                  <a:pt x="350" y="142"/>
                  <a:pt x="350" y="175"/>
                </a:cubicBezTo>
                <a:cubicBezTo>
                  <a:pt x="350" y="208"/>
                  <a:pt x="374" y="233"/>
                  <a:pt x="407" y="233"/>
                </a:cubicBezTo>
                <a:cubicBezTo>
                  <a:pt x="440" y="233"/>
                  <a:pt x="465" y="208"/>
                  <a:pt x="465" y="175"/>
                </a:cubicBezTo>
                <a:cubicBezTo>
                  <a:pt x="465" y="142"/>
                  <a:pt x="440" y="115"/>
                  <a:pt x="407" y="115"/>
                </a:cubicBezTo>
                <a:close/>
                <a:moveTo>
                  <a:pt x="757" y="115"/>
                </a:moveTo>
                <a:cubicBezTo>
                  <a:pt x="724" y="115"/>
                  <a:pt x="700" y="142"/>
                  <a:pt x="700" y="175"/>
                </a:cubicBezTo>
                <a:cubicBezTo>
                  <a:pt x="700" y="208"/>
                  <a:pt x="724" y="233"/>
                  <a:pt x="757" y="233"/>
                </a:cubicBezTo>
                <a:cubicBezTo>
                  <a:pt x="790" y="233"/>
                  <a:pt x="815" y="208"/>
                  <a:pt x="815" y="175"/>
                </a:cubicBezTo>
                <a:cubicBezTo>
                  <a:pt x="815" y="142"/>
                  <a:pt x="790" y="115"/>
                  <a:pt x="757" y="115"/>
                </a:cubicBezTo>
                <a:close/>
                <a:moveTo>
                  <a:pt x="1165" y="350"/>
                </a:moveTo>
                <a:lnTo>
                  <a:pt x="1165" y="990"/>
                </a:lnTo>
                <a:cubicBezTo>
                  <a:pt x="1165" y="1056"/>
                  <a:pt x="1115" y="1108"/>
                  <a:pt x="1050" y="1108"/>
                </a:cubicBezTo>
                <a:lnTo>
                  <a:pt x="115" y="1108"/>
                </a:lnTo>
                <a:cubicBezTo>
                  <a:pt x="49" y="1108"/>
                  <a:pt x="0" y="1056"/>
                  <a:pt x="0" y="990"/>
                </a:cubicBezTo>
                <a:lnTo>
                  <a:pt x="0" y="350"/>
                </a:lnTo>
                <a:cubicBezTo>
                  <a:pt x="0" y="285"/>
                  <a:pt x="49" y="233"/>
                  <a:pt x="115" y="233"/>
                </a:cubicBezTo>
                <a:lnTo>
                  <a:pt x="243" y="233"/>
                </a:lnTo>
                <a:cubicBezTo>
                  <a:pt x="238" y="214"/>
                  <a:pt x="232" y="194"/>
                  <a:pt x="232" y="175"/>
                </a:cubicBezTo>
                <a:cubicBezTo>
                  <a:pt x="232" y="80"/>
                  <a:pt x="311" y="0"/>
                  <a:pt x="407" y="0"/>
                </a:cubicBezTo>
                <a:cubicBezTo>
                  <a:pt x="467" y="0"/>
                  <a:pt x="519" y="30"/>
                  <a:pt x="552" y="77"/>
                </a:cubicBezTo>
                <a:lnTo>
                  <a:pt x="582" y="118"/>
                </a:lnTo>
                <a:lnTo>
                  <a:pt x="612" y="77"/>
                </a:lnTo>
                <a:cubicBezTo>
                  <a:pt x="645" y="30"/>
                  <a:pt x="697" y="0"/>
                  <a:pt x="757" y="0"/>
                </a:cubicBezTo>
                <a:cubicBezTo>
                  <a:pt x="853" y="0"/>
                  <a:pt x="932" y="80"/>
                  <a:pt x="932" y="175"/>
                </a:cubicBezTo>
                <a:cubicBezTo>
                  <a:pt x="932" y="194"/>
                  <a:pt x="927" y="214"/>
                  <a:pt x="921" y="233"/>
                </a:cubicBezTo>
                <a:lnTo>
                  <a:pt x="1050" y="233"/>
                </a:lnTo>
                <a:cubicBezTo>
                  <a:pt x="1115" y="233"/>
                  <a:pt x="1165" y="285"/>
                  <a:pt x="1165" y="35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27649" y="2836865"/>
            <a:ext cx="482600" cy="398461"/>
          </a:xfrm>
          <a:custGeom>
            <a:avLst/>
            <a:gdLst>
              <a:gd name="T0" fmla="*/ 1113 w 1341"/>
              <a:gd name="T1" fmla="*/ 0 h 1109"/>
              <a:gd name="T2" fmla="*/ 1113 w 1341"/>
              <a:gd name="T3" fmla="*/ 815 h 1109"/>
              <a:gd name="T4" fmla="*/ 1017 w 1341"/>
              <a:gd name="T5" fmla="*/ 722 h 1109"/>
              <a:gd name="T6" fmla="*/ 1017 w 1341"/>
              <a:gd name="T7" fmla="*/ 93 h 1109"/>
              <a:gd name="T8" fmla="*/ 1113 w 1341"/>
              <a:gd name="T9" fmla="*/ 0 h 1109"/>
              <a:gd name="T10" fmla="*/ 922 w 1341"/>
              <a:gd name="T11" fmla="*/ 194 h 1109"/>
              <a:gd name="T12" fmla="*/ 922 w 1341"/>
              <a:gd name="T13" fmla="*/ 618 h 1109"/>
              <a:gd name="T14" fmla="*/ 823 w 1341"/>
              <a:gd name="T15" fmla="*/ 520 h 1109"/>
              <a:gd name="T16" fmla="*/ 823 w 1341"/>
              <a:gd name="T17" fmla="*/ 293 h 1109"/>
              <a:gd name="T18" fmla="*/ 922 w 1341"/>
              <a:gd name="T19" fmla="*/ 194 h 1109"/>
              <a:gd name="T20" fmla="*/ 468 w 1341"/>
              <a:gd name="T21" fmla="*/ 758 h 1109"/>
              <a:gd name="T22" fmla="*/ 935 w 1341"/>
              <a:gd name="T23" fmla="*/ 990 h 1109"/>
              <a:gd name="T24" fmla="*/ 935 w 1341"/>
              <a:gd name="T25" fmla="*/ 1108 h 1109"/>
              <a:gd name="T26" fmla="*/ 0 w 1341"/>
              <a:gd name="T27" fmla="*/ 1108 h 1109"/>
              <a:gd name="T28" fmla="*/ 0 w 1341"/>
              <a:gd name="T29" fmla="*/ 990 h 1109"/>
              <a:gd name="T30" fmla="*/ 468 w 1341"/>
              <a:gd name="T31" fmla="*/ 758 h 1109"/>
              <a:gd name="T32" fmla="*/ 235 w 1341"/>
              <a:gd name="T33" fmla="*/ 408 h 1109"/>
              <a:gd name="T34" fmla="*/ 468 w 1341"/>
              <a:gd name="T35" fmla="*/ 175 h 1109"/>
              <a:gd name="T36" fmla="*/ 700 w 1341"/>
              <a:gd name="T37" fmla="*/ 408 h 1109"/>
              <a:gd name="T38" fmla="*/ 468 w 1341"/>
              <a:gd name="T39" fmla="*/ 640 h 1109"/>
              <a:gd name="T40" fmla="*/ 235 w 1341"/>
              <a:gd name="T41" fmla="*/ 408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41" h="1109">
                <a:moveTo>
                  <a:pt x="1113" y="0"/>
                </a:moveTo>
                <a:cubicBezTo>
                  <a:pt x="1340" y="235"/>
                  <a:pt x="1340" y="588"/>
                  <a:pt x="1113" y="815"/>
                </a:cubicBezTo>
                <a:lnTo>
                  <a:pt x="1017" y="722"/>
                </a:lnTo>
                <a:cubicBezTo>
                  <a:pt x="1179" y="536"/>
                  <a:pt x="1179" y="268"/>
                  <a:pt x="1017" y="93"/>
                </a:cubicBezTo>
                <a:lnTo>
                  <a:pt x="1113" y="0"/>
                </a:lnTo>
                <a:close/>
                <a:moveTo>
                  <a:pt x="922" y="194"/>
                </a:moveTo>
                <a:cubicBezTo>
                  <a:pt x="1039" y="323"/>
                  <a:pt x="1039" y="501"/>
                  <a:pt x="922" y="618"/>
                </a:cubicBezTo>
                <a:lnTo>
                  <a:pt x="823" y="520"/>
                </a:lnTo>
                <a:cubicBezTo>
                  <a:pt x="872" y="451"/>
                  <a:pt x="872" y="361"/>
                  <a:pt x="823" y="293"/>
                </a:cubicBezTo>
                <a:lnTo>
                  <a:pt x="922" y="194"/>
                </a:lnTo>
                <a:close/>
                <a:moveTo>
                  <a:pt x="468" y="758"/>
                </a:moveTo>
                <a:cubicBezTo>
                  <a:pt x="624" y="758"/>
                  <a:pt x="935" y="834"/>
                  <a:pt x="935" y="990"/>
                </a:cubicBezTo>
                <a:lnTo>
                  <a:pt x="935" y="1108"/>
                </a:lnTo>
                <a:lnTo>
                  <a:pt x="0" y="1108"/>
                </a:lnTo>
                <a:lnTo>
                  <a:pt x="0" y="990"/>
                </a:lnTo>
                <a:cubicBezTo>
                  <a:pt x="0" y="834"/>
                  <a:pt x="312" y="758"/>
                  <a:pt x="468" y="758"/>
                </a:cubicBezTo>
                <a:close/>
                <a:moveTo>
                  <a:pt x="235" y="408"/>
                </a:moveTo>
                <a:cubicBezTo>
                  <a:pt x="235" y="279"/>
                  <a:pt x="339" y="175"/>
                  <a:pt x="468" y="175"/>
                </a:cubicBezTo>
                <a:cubicBezTo>
                  <a:pt x="596" y="175"/>
                  <a:pt x="700" y="279"/>
                  <a:pt x="700" y="408"/>
                </a:cubicBezTo>
                <a:cubicBezTo>
                  <a:pt x="700" y="536"/>
                  <a:pt x="596" y="640"/>
                  <a:pt x="468" y="640"/>
                </a:cubicBezTo>
                <a:cubicBezTo>
                  <a:pt x="339" y="640"/>
                  <a:pt x="235" y="536"/>
                  <a:pt x="235" y="40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00799" y="2889250"/>
            <a:ext cx="463550" cy="293688"/>
          </a:xfrm>
          <a:custGeom>
            <a:avLst/>
            <a:gdLst>
              <a:gd name="T0" fmla="*/ 672 w 1286"/>
              <a:gd name="T1" fmla="*/ 699 h 815"/>
              <a:gd name="T2" fmla="*/ 672 w 1286"/>
              <a:gd name="T3" fmla="*/ 656 h 815"/>
              <a:gd name="T4" fmla="*/ 410 w 1286"/>
              <a:gd name="T5" fmla="*/ 525 h 815"/>
              <a:gd name="T6" fmla="*/ 147 w 1286"/>
              <a:gd name="T7" fmla="*/ 656 h 815"/>
              <a:gd name="T8" fmla="*/ 147 w 1286"/>
              <a:gd name="T9" fmla="*/ 699 h 815"/>
              <a:gd name="T10" fmla="*/ 672 w 1286"/>
              <a:gd name="T11" fmla="*/ 699 h 815"/>
              <a:gd name="T12" fmla="*/ 410 w 1286"/>
              <a:gd name="T13" fmla="*/ 158 h 815"/>
              <a:gd name="T14" fmla="*/ 279 w 1286"/>
              <a:gd name="T15" fmla="*/ 289 h 815"/>
              <a:gd name="T16" fmla="*/ 410 w 1286"/>
              <a:gd name="T17" fmla="*/ 421 h 815"/>
              <a:gd name="T18" fmla="*/ 541 w 1286"/>
              <a:gd name="T19" fmla="*/ 289 h 815"/>
              <a:gd name="T20" fmla="*/ 410 w 1286"/>
              <a:gd name="T21" fmla="*/ 158 h 815"/>
              <a:gd name="T22" fmla="*/ 760 w 1286"/>
              <a:gd name="T23" fmla="*/ 0 h 815"/>
              <a:gd name="T24" fmla="*/ 817 w 1286"/>
              <a:gd name="T25" fmla="*/ 57 h 815"/>
              <a:gd name="T26" fmla="*/ 817 w 1286"/>
              <a:gd name="T27" fmla="*/ 757 h 815"/>
              <a:gd name="T28" fmla="*/ 760 w 1286"/>
              <a:gd name="T29" fmla="*/ 814 h 815"/>
              <a:gd name="T30" fmla="*/ 60 w 1286"/>
              <a:gd name="T31" fmla="*/ 814 h 815"/>
              <a:gd name="T32" fmla="*/ 0 w 1286"/>
              <a:gd name="T33" fmla="*/ 757 h 815"/>
              <a:gd name="T34" fmla="*/ 0 w 1286"/>
              <a:gd name="T35" fmla="*/ 57 h 815"/>
              <a:gd name="T36" fmla="*/ 60 w 1286"/>
              <a:gd name="T37" fmla="*/ 0 h 815"/>
              <a:gd name="T38" fmla="*/ 760 w 1286"/>
              <a:gd name="T39" fmla="*/ 0 h 815"/>
              <a:gd name="T40" fmla="*/ 935 w 1286"/>
              <a:gd name="T41" fmla="*/ 814 h 815"/>
              <a:gd name="T42" fmla="*/ 935 w 1286"/>
              <a:gd name="T43" fmla="*/ 0 h 815"/>
              <a:gd name="T44" fmla="*/ 1050 w 1286"/>
              <a:gd name="T45" fmla="*/ 0 h 815"/>
              <a:gd name="T46" fmla="*/ 1050 w 1286"/>
              <a:gd name="T47" fmla="*/ 814 h 815"/>
              <a:gd name="T48" fmla="*/ 935 w 1286"/>
              <a:gd name="T49" fmla="*/ 814 h 815"/>
              <a:gd name="T50" fmla="*/ 1167 w 1286"/>
              <a:gd name="T51" fmla="*/ 0 h 815"/>
              <a:gd name="T52" fmla="*/ 1285 w 1286"/>
              <a:gd name="T53" fmla="*/ 0 h 815"/>
              <a:gd name="T54" fmla="*/ 1285 w 1286"/>
              <a:gd name="T55" fmla="*/ 814 h 815"/>
              <a:gd name="T56" fmla="*/ 1167 w 1286"/>
              <a:gd name="T57" fmla="*/ 814 h 815"/>
              <a:gd name="T58" fmla="*/ 1167 w 1286"/>
              <a:gd name="T5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815">
                <a:moveTo>
                  <a:pt x="672" y="699"/>
                </a:moveTo>
                <a:lnTo>
                  <a:pt x="672" y="656"/>
                </a:lnTo>
                <a:cubicBezTo>
                  <a:pt x="672" y="568"/>
                  <a:pt x="498" y="525"/>
                  <a:pt x="410" y="525"/>
                </a:cubicBezTo>
                <a:cubicBezTo>
                  <a:pt x="323" y="525"/>
                  <a:pt x="147" y="568"/>
                  <a:pt x="147" y="656"/>
                </a:cubicBezTo>
                <a:lnTo>
                  <a:pt x="147" y="699"/>
                </a:lnTo>
                <a:lnTo>
                  <a:pt x="672" y="699"/>
                </a:lnTo>
                <a:close/>
                <a:moveTo>
                  <a:pt x="410" y="158"/>
                </a:moveTo>
                <a:cubicBezTo>
                  <a:pt x="339" y="158"/>
                  <a:pt x="279" y="218"/>
                  <a:pt x="279" y="289"/>
                </a:cubicBezTo>
                <a:cubicBezTo>
                  <a:pt x="279" y="360"/>
                  <a:pt x="339" y="421"/>
                  <a:pt x="410" y="421"/>
                </a:cubicBezTo>
                <a:cubicBezTo>
                  <a:pt x="481" y="421"/>
                  <a:pt x="541" y="360"/>
                  <a:pt x="541" y="289"/>
                </a:cubicBezTo>
                <a:cubicBezTo>
                  <a:pt x="541" y="218"/>
                  <a:pt x="481" y="158"/>
                  <a:pt x="410" y="158"/>
                </a:cubicBezTo>
                <a:close/>
                <a:moveTo>
                  <a:pt x="760" y="0"/>
                </a:moveTo>
                <a:cubicBezTo>
                  <a:pt x="793" y="0"/>
                  <a:pt x="817" y="24"/>
                  <a:pt x="817" y="57"/>
                </a:cubicBezTo>
                <a:lnTo>
                  <a:pt x="817" y="757"/>
                </a:lnTo>
                <a:cubicBezTo>
                  <a:pt x="817" y="790"/>
                  <a:pt x="793" y="814"/>
                  <a:pt x="760" y="814"/>
                </a:cubicBezTo>
                <a:lnTo>
                  <a:pt x="60" y="814"/>
                </a:lnTo>
                <a:cubicBezTo>
                  <a:pt x="27" y="814"/>
                  <a:pt x="0" y="790"/>
                  <a:pt x="0" y="757"/>
                </a:cubicBezTo>
                <a:lnTo>
                  <a:pt x="0" y="57"/>
                </a:lnTo>
                <a:cubicBezTo>
                  <a:pt x="0" y="24"/>
                  <a:pt x="27" y="0"/>
                  <a:pt x="60" y="0"/>
                </a:cubicBezTo>
                <a:lnTo>
                  <a:pt x="760" y="0"/>
                </a:lnTo>
                <a:close/>
                <a:moveTo>
                  <a:pt x="935" y="814"/>
                </a:moveTo>
                <a:lnTo>
                  <a:pt x="935" y="0"/>
                </a:lnTo>
                <a:lnTo>
                  <a:pt x="1050" y="0"/>
                </a:lnTo>
                <a:lnTo>
                  <a:pt x="1050" y="814"/>
                </a:lnTo>
                <a:lnTo>
                  <a:pt x="935" y="814"/>
                </a:lnTo>
                <a:close/>
                <a:moveTo>
                  <a:pt x="1167" y="0"/>
                </a:moveTo>
                <a:lnTo>
                  <a:pt x="1285" y="0"/>
                </a:lnTo>
                <a:lnTo>
                  <a:pt x="1285" y="814"/>
                </a:lnTo>
                <a:lnTo>
                  <a:pt x="1167" y="814"/>
                </a:ln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516814" y="2825750"/>
            <a:ext cx="377825" cy="419100"/>
          </a:xfrm>
          <a:custGeom>
            <a:avLst/>
            <a:gdLst>
              <a:gd name="T0" fmla="*/ 0 w 1051"/>
              <a:gd name="T1" fmla="*/ 1164 h 1165"/>
              <a:gd name="T2" fmla="*/ 0 w 1051"/>
              <a:gd name="T3" fmla="*/ 0 h 1165"/>
              <a:gd name="T4" fmla="*/ 87 w 1051"/>
              <a:gd name="T5" fmla="*/ 87 h 1165"/>
              <a:gd name="T6" fmla="*/ 175 w 1051"/>
              <a:gd name="T7" fmla="*/ 0 h 1165"/>
              <a:gd name="T8" fmla="*/ 262 w 1051"/>
              <a:gd name="T9" fmla="*/ 87 h 1165"/>
              <a:gd name="T10" fmla="*/ 350 w 1051"/>
              <a:gd name="T11" fmla="*/ 0 h 1165"/>
              <a:gd name="T12" fmla="*/ 437 w 1051"/>
              <a:gd name="T13" fmla="*/ 87 h 1165"/>
              <a:gd name="T14" fmla="*/ 525 w 1051"/>
              <a:gd name="T15" fmla="*/ 0 h 1165"/>
              <a:gd name="T16" fmla="*/ 612 w 1051"/>
              <a:gd name="T17" fmla="*/ 87 h 1165"/>
              <a:gd name="T18" fmla="*/ 700 w 1051"/>
              <a:gd name="T19" fmla="*/ 0 h 1165"/>
              <a:gd name="T20" fmla="*/ 787 w 1051"/>
              <a:gd name="T21" fmla="*/ 87 h 1165"/>
              <a:gd name="T22" fmla="*/ 875 w 1051"/>
              <a:gd name="T23" fmla="*/ 0 h 1165"/>
              <a:gd name="T24" fmla="*/ 962 w 1051"/>
              <a:gd name="T25" fmla="*/ 87 h 1165"/>
              <a:gd name="T26" fmla="*/ 1050 w 1051"/>
              <a:gd name="T27" fmla="*/ 0 h 1165"/>
              <a:gd name="T28" fmla="*/ 1050 w 1051"/>
              <a:gd name="T29" fmla="*/ 1164 h 1165"/>
              <a:gd name="T30" fmla="*/ 962 w 1051"/>
              <a:gd name="T31" fmla="*/ 1077 h 1165"/>
              <a:gd name="T32" fmla="*/ 875 w 1051"/>
              <a:gd name="T33" fmla="*/ 1164 h 1165"/>
              <a:gd name="T34" fmla="*/ 787 w 1051"/>
              <a:gd name="T35" fmla="*/ 1077 h 1165"/>
              <a:gd name="T36" fmla="*/ 700 w 1051"/>
              <a:gd name="T37" fmla="*/ 1164 h 1165"/>
              <a:gd name="T38" fmla="*/ 612 w 1051"/>
              <a:gd name="T39" fmla="*/ 1077 h 1165"/>
              <a:gd name="T40" fmla="*/ 525 w 1051"/>
              <a:gd name="T41" fmla="*/ 1164 h 1165"/>
              <a:gd name="T42" fmla="*/ 437 w 1051"/>
              <a:gd name="T43" fmla="*/ 1077 h 1165"/>
              <a:gd name="T44" fmla="*/ 350 w 1051"/>
              <a:gd name="T45" fmla="*/ 1164 h 1165"/>
              <a:gd name="T46" fmla="*/ 262 w 1051"/>
              <a:gd name="T47" fmla="*/ 1077 h 1165"/>
              <a:gd name="T48" fmla="*/ 175 w 1051"/>
              <a:gd name="T49" fmla="*/ 1164 h 1165"/>
              <a:gd name="T50" fmla="*/ 87 w 1051"/>
              <a:gd name="T51" fmla="*/ 1077 h 1165"/>
              <a:gd name="T52" fmla="*/ 0 w 1051"/>
              <a:gd name="T53" fmla="*/ 1164 h 1165"/>
              <a:gd name="T54" fmla="*/ 875 w 1051"/>
              <a:gd name="T55" fmla="*/ 407 h 1165"/>
              <a:gd name="T56" fmla="*/ 875 w 1051"/>
              <a:gd name="T57" fmla="*/ 289 h 1165"/>
              <a:gd name="T58" fmla="*/ 175 w 1051"/>
              <a:gd name="T59" fmla="*/ 289 h 1165"/>
              <a:gd name="T60" fmla="*/ 175 w 1051"/>
              <a:gd name="T61" fmla="*/ 407 h 1165"/>
              <a:gd name="T62" fmla="*/ 875 w 1051"/>
              <a:gd name="T63" fmla="*/ 407 h 1165"/>
              <a:gd name="T64" fmla="*/ 875 w 1051"/>
              <a:gd name="T65" fmla="*/ 639 h 1165"/>
              <a:gd name="T66" fmla="*/ 875 w 1051"/>
              <a:gd name="T67" fmla="*/ 525 h 1165"/>
              <a:gd name="T68" fmla="*/ 175 w 1051"/>
              <a:gd name="T69" fmla="*/ 525 h 1165"/>
              <a:gd name="T70" fmla="*/ 175 w 1051"/>
              <a:gd name="T71" fmla="*/ 639 h 1165"/>
              <a:gd name="T72" fmla="*/ 875 w 1051"/>
              <a:gd name="T73" fmla="*/ 639 h 1165"/>
              <a:gd name="T74" fmla="*/ 875 w 1051"/>
              <a:gd name="T75" fmla="*/ 874 h 1165"/>
              <a:gd name="T76" fmla="*/ 875 w 1051"/>
              <a:gd name="T77" fmla="*/ 757 h 1165"/>
              <a:gd name="T78" fmla="*/ 175 w 1051"/>
              <a:gd name="T79" fmla="*/ 757 h 1165"/>
              <a:gd name="T80" fmla="*/ 175 w 1051"/>
              <a:gd name="T81" fmla="*/ 874 h 1165"/>
              <a:gd name="T82" fmla="*/ 875 w 1051"/>
              <a:gd name="T83" fmla="*/ 87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165">
                <a:moveTo>
                  <a:pt x="0" y="1164"/>
                </a:moveTo>
                <a:lnTo>
                  <a:pt x="0" y="0"/>
                </a:lnTo>
                <a:lnTo>
                  <a:pt x="87" y="87"/>
                </a:lnTo>
                <a:lnTo>
                  <a:pt x="175" y="0"/>
                </a:lnTo>
                <a:lnTo>
                  <a:pt x="262" y="87"/>
                </a:lnTo>
                <a:lnTo>
                  <a:pt x="350" y="0"/>
                </a:lnTo>
                <a:lnTo>
                  <a:pt x="437" y="87"/>
                </a:lnTo>
                <a:lnTo>
                  <a:pt x="525" y="0"/>
                </a:lnTo>
                <a:lnTo>
                  <a:pt x="612" y="87"/>
                </a:lnTo>
                <a:lnTo>
                  <a:pt x="700" y="0"/>
                </a:lnTo>
                <a:lnTo>
                  <a:pt x="787" y="87"/>
                </a:lnTo>
                <a:lnTo>
                  <a:pt x="875" y="0"/>
                </a:lnTo>
                <a:lnTo>
                  <a:pt x="962" y="87"/>
                </a:lnTo>
                <a:lnTo>
                  <a:pt x="1050" y="0"/>
                </a:lnTo>
                <a:lnTo>
                  <a:pt x="1050" y="1164"/>
                </a:lnTo>
                <a:lnTo>
                  <a:pt x="962" y="1077"/>
                </a:lnTo>
                <a:lnTo>
                  <a:pt x="875" y="1164"/>
                </a:lnTo>
                <a:lnTo>
                  <a:pt x="787" y="1077"/>
                </a:lnTo>
                <a:lnTo>
                  <a:pt x="700" y="1164"/>
                </a:lnTo>
                <a:lnTo>
                  <a:pt x="612" y="1077"/>
                </a:lnTo>
                <a:lnTo>
                  <a:pt x="525" y="1164"/>
                </a:lnTo>
                <a:lnTo>
                  <a:pt x="437" y="1077"/>
                </a:lnTo>
                <a:lnTo>
                  <a:pt x="350" y="1164"/>
                </a:lnTo>
                <a:lnTo>
                  <a:pt x="262" y="1077"/>
                </a:lnTo>
                <a:lnTo>
                  <a:pt x="175" y="1164"/>
                </a:lnTo>
                <a:lnTo>
                  <a:pt x="87" y="1077"/>
                </a:lnTo>
                <a:lnTo>
                  <a:pt x="0" y="1164"/>
                </a:lnTo>
                <a:close/>
                <a:moveTo>
                  <a:pt x="875" y="407"/>
                </a:moveTo>
                <a:lnTo>
                  <a:pt x="875" y="289"/>
                </a:lnTo>
                <a:lnTo>
                  <a:pt x="175" y="289"/>
                </a:lnTo>
                <a:lnTo>
                  <a:pt x="175" y="407"/>
                </a:lnTo>
                <a:lnTo>
                  <a:pt x="875" y="407"/>
                </a:lnTo>
                <a:close/>
                <a:moveTo>
                  <a:pt x="875" y="639"/>
                </a:moveTo>
                <a:lnTo>
                  <a:pt x="875" y="525"/>
                </a:lnTo>
                <a:lnTo>
                  <a:pt x="175" y="525"/>
                </a:lnTo>
                <a:lnTo>
                  <a:pt x="175" y="639"/>
                </a:lnTo>
                <a:lnTo>
                  <a:pt x="875" y="639"/>
                </a:lnTo>
                <a:close/>
                <a:moveTo>
                  <a:pt x="875" y="874"/>
                </a:moveTo>
                <a:lnTo>
                  <a:pt x="875" y="757"/>
                </a:lnTo>
                <a:lnTo>
                  <a:pt x="175" y="757"/>
                </a:lnTo>
                <a:lnTo>
                  <a:pt x="175" y="874"/>
                </a:lnTo>
                <a:lnTo>
                  <a:pt x="875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69324" y="2825750"/>
            <a:ext cx="419100" cy="419100"/>
          </a:xfrm>
          <a:custGeom>
            <a:avLst/>
            <a:gdLst>
              <a:gd name="T0" fmla="*/ 932 w 1166"/>
              <a:gd name="T1" fmla="*/ 700 h 1165"/>
              <a:gd name="T2" fmla="*/ 932 w 1166"/>
              <a:gd name="T3" fmla="*/ 582 h 1165"/>
              <a:gd name="T4" fmla="*/ 613 w 1166"/>
              <a:gd name="T5" fmla="*/ 582 h 1165"/>
              <a:gd name="T6" fmla="*/ 495 w 1166"/>
              <a:gd name="T7" fmla="*/ 700 h 1165"/>
              <a:gd name="T8" fmla="*/ 932 w 1166"/>
              <a:gd name="T9" fmla="*/ 700 h 1165"/>
              <a:gd name="T10" fmla="*/ 377 w 1166"/>
              <a:gd name="T11" fmla="*/ 700 h 1165"/>
              <a:gd name="T12" fmla="*/ 779 w 1166"/>
              <a:gd name="T13" fmla="*/ 298 h 1165"/>
              <a:gd name="T14" fmla="*/ 779 w 1166"/>
              <a:gd name="T15" fmla="*/ 257 h 1165"/>
              <a:gd name="T16" fmla="*/ 675 w 1166"/>
              <a:gd name="T17" fmla="*/ 153 h 1165"/>
              <a:gd name="T18" fmla="*/ 634 w 1166"/>
              <a:gd name="T19" fmla="*/ 153 h 1165"/>
              <a:gd name="T20" fmla="*/ 232 w 1166"/>
              <a:gd name="T21" fmla="*/ 555 h 1165"/>
              <a:gd name="T22" fmla="*/ 232 w 1166"/>
              <a:gd name="T23" fmla="*/ 700 h 1165"/>
              <a:gd name="T24" fmla="*/ 377 w 1166"/>
              <a:gd name="T25" fmla="*/ 700 h 1165"/>
              <a:gd name="T26" fmla="*/ 1050 w 1166"/>
              <a:gd name="T27" fmla="*/ 0 h 1165"/>
              <a:gd name="T28" fmla="*/ 1165 w 1166"/>
              <a:gd name="T29" fmla="*/ 114 h 1165"/>
              <a:gd name="T30" fmla="*/ 1165 w 1166"/>
              <a:gd name="T31" fmla="*/ 814 h 1165"/>
              <a:gd name="T32" fmla="*/ 1050 w 1166"/>
              <a:gd name="T33" fmla="*/ 932 h 1165"/>
              <a:gd name="T34" fmla="*/ 232 w 1166"/>
              <a:gd name="T35" fmla="*/ 932 h 1165"/>
              <a:gd name="T36" fmla="*/ 0 w 1166"/>
              <a:gd name="T37" fmla="*/ 1164 h 1165"/>
              <a:gd name="T38" fmla="*/ 0 w 1166"/>
              <a:gd name="T39" fmla="*/ 114 h 1165"/>
              <a:gd name="T40" fmla="*/ 115 w 1166"/>
              <a:gd name="T41" fmla="*/ 0 h 1165"/>
              <a:gd name="T42" fmla="*/ 1050 w 1166"/>
              <a:gd name="T43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1165">
                <a:moveTo>
                  <a:pt x="932" y="700"/>
                </a:moveTo>
                <a:lnTo>
                  <a:pt x="932" y="582"/>
                </a:lnTo>
                <a:lnTo>
                  <a:pt x="613" y="582"/>
                </a:lnTo>
                <a:lnTo>
                  <a:pt x="495" y="700"/>
                </a:lnTo>
                <a:lnTo>
                  <a:pt x="932" y="700"/>
                </a:lnTo>
                <a:close/>
                <a:moveTo>
                  <a:pt x="377" y="700"/>
                </a:moveTo>
                <a:lnTo>
                  <a:pt x="779" y="298"/>
                </a:lnTo>
                <a:cubicBezTo>
                  <a:pt x="790" y="287"/>
                  <a:pt x="790" y="268"/>
                  <a:pt x="779" y="257"/>
                </a:cubicBezTo>
                <a:lnTo>
                  <a:pt x="675" y="153"/>
                </a:lnTo>
                <a:cubicBezTo>
                  <a:pt x="664" y="142"/>
                  <a:pt x="645" y="142"/>
                  <a:pt x="634" y="153"/>
                </a:cubicBezTo>
                <a:lnTo>
                  <a:pt x="232" y="555"/>
                </a:lnTo>
                <a:lnTo>
                  <a:pt x="232" y="700"/>
                </a:lnTo>
                <a:lnTo>
                  <a:pt x="377" y="700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4"/>
                </a:cubicBezTo>
                <a:lnTo>
                  <a:pt x="1165" y="814"/>
                </a:lnTo>
                <a:cubicBezTo>
                  <a:pt x="1165" y="877"/>
                  <a:pt x="1113" y="932"/>
                  <a:pt x="1050" y="932"/>
                </a:cubicBezTo>
                <a:lnTo>
                  <a:pt x="232" y="932"/>
                </a:lnTo>
                <a:lnTo>
                  <a:pt x="0" y="1164"/>
                </a:lnTo>
                <a:lnTo>
                  <a:pt x="0" y="114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42474" y="2816226"/>
            <a:ext cx="419100" cy="441325"/>
          </a:xfrm>
          <a:custGeom>
            <a:avLst/>
            <a:gdLst>
              <a:gd name="T0" fmla="*/ 1050 w 1165"/>
              <a:gd name="T1" fmla="*/ 410 h 1225"/>
              <a:gd name="T2" fmla="*/ 114 w 1165"/>
              <a:gd name="T3" fmla="*/ 410 h 1225"/>
              <a:gd name="T4" fmla="*/ 114 w 1165"/>
              <a:gd name="T5" fmla="*/ 642 h 1225"/>
              <a:gd name="T6" fmla="*/ 814 w 1165"/>
              <a:gd name="T7" fmla="*/ 642 h 1225"/>
              <a:gd name="T8" fmla="*/ 814 w 1165"/>
              <a:gd name="T9" fmla="*/ 524 h 1225"/>
              <a:gd name="T10" fmla="*/ 932 w 1165"/>
              <a:gd name="T11" fmla="*/ 524 h 1225"/>
              <a:gd name="T12" fmla="*/ 932 w 1165"/>
              <a:gd name="T13" fmla="*/ 642 h 1225"/>
              <a:gd name="T14" fmla="*/ 1050 w 1165"/>
              <a:gd name="T15" fmla="*/ 642 h 1225"/>
              <a:gd name="T16" fmla="*/ 1050 w 1165"/>
              <a:gd name="T17" fmla="*/ 410 h 1225"/>
              <a:gd name="T18" fmla="*/ 289 w 1165"/>
              <a:gd name="T19" fmla="*/ 1110 h 1225"/>
              <a:gd name="T20" fmla="*/ 464 w 1165"/>
              <a:gd name="T21" fmla="*/ 935 h 1225"/>
              <a:gd name="T22" fmla="*/ 289 w 1165"/>
              <a:gd name="T23" fmla="*/ 760 h 1225"/>
              <a:gd name="T24" fmla="*/ 114 w 1165"/>
              <a:gd name="T25" fmla="*/ 935 h 1225"/>
              <a:gd name="T26" fmla="*/ 289 w 1165"/>
              <a:gd name="T27" fmla="*/ 1110 h 1225"/>
              <a:gd name="T28" fmla="*/ 71 w 1165"/>
              <a:gd name="T29" fmla="*/ 300 h 1225"/>
              <a:gd name="T30" fmla="*/ 809 w 1165"/>
              <a:gd name="T31" fmla="*/ 0 h 1225"/>
              <a:gd name="T32" fmla="*/ 847 w 1165"/>
              <a:gd name="T33" fmla="*/ 98 h 1225"/>
              <a:gd name="T34" fmla="*/ 366 w 1165"/>
              <a:gd name="T35" fmla="*/ 292 h 1225"/>
              <a:gd name="T36" fmla="*/ 1050 w 1165"/>
              <a:gd name="T37" fmla="*/ 292 h 1225"/>
              <a:gd name="T38" fmla="*/ 1164 w 1165"/>
              <a:gd name="T39" fmla="*/ 410 h 1225"/>
              <a:gd name="T40" fmla="*/ 1164 w 1165"/>
              <a:gd name="T41" fmla="*/ 1110 h 1225"/>
              <a:gd name="T42" fmla="*/ 1050 w 1165"/>
              <a:gd name="T43" fmla="*/ 1224 h 1225"/>
              <a:gd name="T44" fmla="*/ 114 w 1165"/>
              <a:gd name="T45" fmla="*/ 1224 h 1225"/>
              <a:gd name="T46" fmla="*/ 0 w 1165"/>
              <a:gd name="T47" fmla="*/ 1110 h 1225"/>
              <a:gd name="T48" fmla="*/ 0 w 1165"/>
              <a:gd name="T49" fmla="*/ 410 h 1225"/>
              <a:gd name="T50" fmla="*/ 71 w 1165"/>
              <a:gd name="T51" fmla="*/ 300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65" h="1225">
                <a:moveTo>
                  <a:pt x="1050" y="410"/>
                </a:moveTo>
                <a:lnTo>
                  <a:pt x="114" y="410"/>
                </a:lnTo>
                <a:lnTo>
                  <a:pt x="114" y="642"/>
                </a:lnTo>
                <a:lnTo>
                  <a:pt x="814" y="642"/>
                </a:lnTo>
                <a:lnTo>
                  <a:pt x="814" y="524"/>
                </a:lnTo>
                <a:lnTo>
                  <a:pt x="932" y="524"/>
                </a:lnTo>
                <a:lnTo>
                  <a:pt x="932" y="642"/>
                </a:lnTo>
                <a:lnTo>
                  <a:pt x="1050" y="642"/>
                </a:lnTo>
                <a:lnTo>
                  <a:pt x="1050" y="410"/>
                </a:lnTo>
                <a:close/>
                <a:moveTo>
                  <a:pt x="289" y="1110"/>
                </a:moveTo>
                <a:cubicBezTo>
                  <a:pt x="385" y="1110"/>
                  <a:pt x="464" y="1030"/>
                  <a:pt x="464" y="935"/>
                </a:cubicBezTo>
                <a:cubicBezTo>
                  <a:pt x="464" y="839"/>
                  <a:pt x="385" y="760"/>
                  <a:pt x="289" y="760"/>
                </a:cubicBezTo>
                <a:cubicBezTo>
                  <a:pt x="194" y="760"/>
                  <a:pt x="114" y="839"/>
                  <a:pt x="114" y="935"/>
                </a:cubicBezTo>
                <a:cubicBezTo>
                  <a:pt x="114" y="1030"/>
                  <a:pt x="194" y="1110"/>
                  <a:pt x="289" y="1110"/>
                </a:cubicBezTo>
                <a:close/>
                <a:moveTo>
                  <a:pt x="71" y="300"/>
                </a:moveTo>
                <a:lnTo>
                  <a:pt x="809" y="0"/>
                </a:lnTo>
                <a:lnTo>
                  <a:pt x="847" y="98"/>
                </a:lnTo>
                <a:lnTo>
                  <a:pt x="366" y="292"/>
                </a:lnTo>
                <a:lnTo>
                  <a:pt x="1050" y="292"/>
                </a:lnTo>
                <a:cubicBezTo>
                  <a:pt x="1115" y="292"/>
                  <a:pt x="1164" y="344"/>
                  <a:pt x="1164" y="410"/>
                </a:cubicBezTo>
                <a:lnTo>
                  <a:pt x="1164" y="1110"/>
                </a:lnTo>
                <a:cubicBezTo>
                  <a:pt x="1164" y="1172"/>
                  <a:pt x="1115" y="1224"/>
                  <a:pt x="1050" y="1224"/>
                </a:cubicBezTo>
                <a:lnTo>
                  <a:pt x="114" y="1224"/>
                </a:lnTo>
                <a:cubicBezTo>
                  <a:pt x="49" y="1224"/>
                  <a:pt x="0" y="1172"/>
                  <a:pt x="0" y="1110"/>
                </a:cubicBezTo>
                <a:lnTo>
                  <a:pt x="0" y="410"/>
                </a:lnTo>
                <a:cubicBezTo>
                  <a:pt x="0" y="360"/>
                  <a:pt x="27" y="317"/>
                  <a:pt x="71" y="30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15624" y="2825750"/>
            <a:ext cx="419100" cy="419100"/>
          </a:xfrm>
          <a:custGeom>
            <a:avLst/>
            <a:gdLst>
              <a:gd name="T0" fmla="*/ 583 w 1166"/>
              <a:gd name="T1" fmla="*/ 1049 h 1165"/>
              <a:gd name="T2" fmla="*/ 1050 w 1166"/>
              <a:gd name="T3" fmla="*/ 582 h 1165"/>
              <a:gd name="T4" fmla="*/ 583 w 1166"/>
              <a:gd name="T5" fmla="*/ 114 h 1165"/>
              <a:gd name="T6" fmla="*/ 115 w 1166"/>
              <a:gd name="T7" fmla="*/ 582 h 1165"/>
              <a:gd name="T8" fmla="*/ 583 w 1166"/>
              <a:gd name="T9" fmla="*/ 1049 h 1165"/>
              <a:gd name="T10" fmla="*/ 583 w 1166"/>
              <a:gd name="T11" fmla="*/ 0 h 1165"/>
              <a:gd name="T12" fmla="*/ 1165 w 1166"/>
              <a:gd name="T13" fmla="*/ 582 h 1165"/>
              <a:gd name="T14" fmla="*/ 583 w 1166"/>
              <a:gd name="T15" fmla="*/ 1164 h 1165"/>
              <a:gd name="T16" fmla="*/ 0 w 1166"/>
              <a:gd name="T17" fmla="*/ 582 h 1165"/>
              <a:gd name="T18" fmla="*/ 583 w 1166"/>
              <a:gd name="T19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66" h="1165">
                <a:moveTo>
                  <a:pt x="583" y="1049"/>
                </a:moveTo>
                <a:cubicBezTo>
                  <a:pt x="840" y="1049"/>
                  <a:pt x="1050" y="839"/>
                  <a:pt x="1050" y="582"/>
                </a:cubicBezTo>
                <a:cubicBezTo>
                  <a:pt x="1050" y="325"/>
                  <a:pt x="840" y="114"/>
                  <a:pt x="583" y="114"/>
                </a:cubicBezTo>
                <a:cubicBezTo>
                  <a:pt x="326" y="114"/>
                  <a:pt x="115" y="325"/>
                  <a:pt x="115" y="582"/>
                </a:cubicBezTo>
                <a:cubicBezTo>
                  <a:pt x="115" y="839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6" y="1164"/>
                  <a:pt x="583" y="1164"/>
                </a:cubicBezTo>
                <a:cubicBezTo>
                  <a:pt x="261" y="1164"/>
                  <a:pt x="0" y="905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7" y="3570288"/>
            <a:ext cx="419100" cy="419100"/>
          </a:xfrm>
          <a:custGeom>
            <a:avLst/>
            <a:gdLst>
              <a:gd name="T0" fmla="*/ 582 w 1166"/>
              <a:gd name="T1" fmla="*/ 1050 h 1166"/>
              <a:gd name="T2" fmla="*/ 1050 w 1166"/>
              <a:gd name="T3" fmla="*/ 582 h 1166"/>
              <a:gd name="T4" fmla="*/ 582 w 1166"/>
              <a:gd name="T5" fmla="*/ 115 h 1166"/>
              <a:gd name="T6" fmla="*/ 115 w 1166"/>
              <a:gd name="T7" fmla="*/ 582 h 1166"/>
              <a:gd name="T8" fmla="*/ 582 w 1166"/>
              <a:gd name="T9" fmla="*/ 1050 h 1166"/>
              <a:gd name="T10" fmla="*/ 582 w 1166"/>
              <a:gd name="T11" fmla="*/ 0 h 1166"/>
              <a:gd name="T12" fmla="*/ 1165 w 1166"/>
              <a:gd name="T13" fmla="*/ 582 h 1166"/>
              <a:gd name="T14" fmla="*/ 582 w 1166"/>
              <a:gd name="T15" fmla="*/ 1165 h 1166"/>
              <a:gd name="T16" fmla="*/ 0 w 1166"/>
              <a:gd name="T17" fmla="*/ 582 h 1166"/>
              <a:gd name="T18" fmla="*/ 582 w 1166"/>
              <a:gd name="T19" fmla="*/ 0 h 1166"/>
              <a:gd name="T20" fmla="*/ 290 w 1166"/>
              <a:gd name="T21" fmla="*/ 525 h 1166"/>
              <a:gd name="T22" fmla="*/ 875 w 1166"/>
              <a:gd name="T23" fmla="*/ 525 h 1166"/>
              <a:gd name="T24" fmla="*/ 875 w 1166"/>
              <a:gd name="T25" fmla="*/ 640 h 1166"/>
              <a:gd name="T26" fmla="*/ 290 w 1166"/>
              <a:gd name="T27" fmla="*/ 640 h 1166"/>
              <a:gd name="T28" fmla="*/ 290 w 1166"/>
              <a:gd name="T29" fmla="*/ 52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1166"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60"/>
                  <a:pt x="1165" y="582"/>
                </a:cubicBezTo>
                <a:cubicBezTo>
                  <a:pt x="1165" y="905"/>
                  <a:pt x="904" y="1165"/>
                  <a:pt x="582" y="1165"/>
                </a:cubicBezTo>
                <a:cubicBezTo>
                  <a:pt x="259" y="1165"/>
                  <a:pt x="0" y="905"/>
                  <a:pt x="0" y="582"/>
                </a:cubicBezTo>
                <a:cubicBezTo>
                  <a:pt x="0" y="260"/>
                  <a:pt x="260" y="0"/>
                  <a:pt x="582" y="0"/>
                </a:cubicBezTo>
                <a:close/>
                <a:moveTo>
                  <a:pt x="290" y="525"/>
                </a:moveTo>
                <a:lnTo>
                  <a:pt x="875" y="525"/>
                </a:lnTo>
                <a:lnTo>
                  <a:pt x="875" y="640"/>
                </a:lnTo>
                <a:lnTo>
                  <a:pt x="290" y="640"/>
                </a:lnTo>
                <a:lnTo>
                  <a:pt x="290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70112" y="3568701"/>
            <a:ext cx="336550" cy="420689"/>
          </a:xfrm>
          <a:custGeom>
            <a:avLst/>
            <a:gdLst>
              <a:gd name="T0" fmla="*/ 539 w 937"/>
              <a:gd name="T1" fmla="*/ 828 h 1168"/>
              <a:gd name="T2" fmla="*/ 566 w 937"/>
              <a:gd name="T3" fmla="*/ 847 h 1168"/>
              <a:gd name="T4" fmla="*/ 586 w 937"/>
              <a:gd name="T5" fmla="*/ 842 h 1168"/>
              <a:gd name="T6" fmla="*/ 596 w 937"/>
              <a:gd name="T7" fmla="*/ 828 h 1168"/>
              <a:gd name="T8" fmla="*/ 602 w 937"/>
              <a:gd name="T9" fmla="*/ 812 h 1168"/>
              <a:gd name="T10" fmla="*/ 602 w 937"/>
              <a:gd name="T11" fmla="*/ 694 h 1168"/>
              <a:gd name="T12" fmla="*/ 596 w 937"/>
              <a:gd name="T13" fmla="*/ 678 h 1168"/>
              <a:gd name="T14" fmla="*/ 566 w 937"/>
              <a:gd name="T15" fmla="*/ 659 h 1168"/>
              <a:gd name="T16" fmla="*/ 550 w 937"/>
              <a:gd name="T17" fmla="*/ 667 h 1168"/>
              <a:gd name="T18" fmla="*/ 539 w 937"/>
              <a:gd name="T19" fmla="*/ 678 h 1168"/>
              <a:gd name="T20" fmla="*/ 531 w 937"/>
              <a:gd name="T21" fmla="*/ 694 h 1168"/>
              <a:gd name="T22" fmla="*/ 531 w 937"/>
              <a:gd name="T23" fmla="*/ 812 h 1168"/>
              <a:gd name="T24" fmla="*/ 539 w 937"/>
              <a:gd name="T25" fmla="*/ 828 h 1168"/>
              <a:gd name="T26" fmla="*/ 654 w 937"/>
              <a:gd name="T27" fmla="*/ 771 h 1168"/>
              <a:gd name="T28" fmla="*/ 648 w 937"/>
              <a:gd name="T29" fmla="*/ 817 h 1168"/>
              <a:gd name="T30" fmla="*/ 632 w 937"/>
              <a:gd name="T31" fmla="*/ 853 h 1168"/>
              <a:gd name="T32" fmla="*/ 602 w 937"/>
              <a:gd name="T33" fmla="*/ 869 h 1168"/>
              <a:gd name="T34" fmla="*/ 566 w 937"/>
              <a:gd name="T35" fmla="*/ 875 h 1168"/>
              <a:gd name="T36" fmla="*/ 531 w 937"/>
              <a:gd name="T37" fmla="*/ 869 h 1168"/>
              <a:gd name="T38" fmla="*/ 504 w 937"/>
              <a:gd name="T39" fmla="*/ 853 h 1168"/>
              <a:gd name="T40" fmla="*/ 479 w 937"/>
              <a:gd name="T41" fmla="*/ 771 h 1168"/>
              <a:gd name="T42" fmla="*/ 479 w 937"/>
              <a:gd name="T43" fmla="*/ 730 h 1168"/>
              <a:gd name="T44" fmla="*/ 484 w 937"/>
              <a:gd name="T45" fmla="*/ 683 h 1168"/>
              <a:gd name="T46" fmla="*/ 504 w 937"/>
              <a:gd name="T47" fmla="*/ 648 h 1168"/>
              <a:gd name="T48" fmla="*/ 531 w 937"/>
              <a:gd name="T49" fmla="*/ 631 h 1168"/>
              <a:gd name="T50" fmla="*/ 566 w 937"/>
              <a:gd name="T51" fmla="*/ 626 h 1168"/>
              <a:gd name="T52" fmla="*/ 602 w 937"/>
              <a:gd name="T53" fmla="*/ 631 h 1168"/>
              <a:gd name="T54" fmla="*/ 632 w 937"/>
              <a:gd name="T55" fmla="*/ 648 h 1168"/>
              <a:gd name="T56" fmla="*/ 648 w 937"/>
              <a:gd name="T57" fmla="*/ 683 h 1168"/>
              <a:gd name="T58" fmla="*/ 654 w 937"/>
              <a:gd name="T59" fmla="*/ 730 h 1168"/>
              <a:gd name="T60" fmla="*/ 654 w 937"/>
              <a:gd name="T61" fmla="*/ 771 h 1168"/>
              <a:gd name="T62" fmla="*/ 405 w 937"/>
              <a:gd name="T63" fmla="*/ 875 h 1168"/>
              <a:gd name="T64" fmla="*/ 350 w 937"/>
              <a:gd name="T65" fmla="*/ 875 h 1168"/>
              <a:gd name="T66" fmla="*/ 350 w 937"/>
              <a:gd name="T67" fmla="*/ 683 h 1168"/>
              <a:gd name="T68" fmla="*/ 293 w 937"/>
              <a:gd name="T69" fmla="*/ 700 h 1168"/>
              <a:gd name="T70" fmla="*/ 293 w 937"/>
              <a:gd name="T71" fmla="*/ 659 h 1168"/>
              <a:gd name="T72" fmla="*/ 397 w 937"/>
              <a:gd name="T73" fmla="*/ 626 h 1168"/>
              <a:gd name="T74" fmla="*/ 405 w 937"/>
              <a:gd name="T75" fmla="*/ 626 h 1168"/>
              <a:gd name="T76" fmla="*/ 405 w 937"/>
              <a:gd name="T77" fmla="*/ 875 h 1168"/>
              <a:gd name="T78" fmla="*/ 936 w 937"/>
              <a:gd name="T79" fmla="*/ 700 h 1168"/>
              <a:gd name="T80" fmla="*/ 468 w 937"/>
              <a:gd name="T81" fmla="*/ 1167 h 1168"/>
              <a:gd name="T82" fmla="*/ 0 w 937"/>
              <a:gd name="T83" fmla="*/ 700 h 1168"/>
              <a:gd name="T84" fmla="*/ 118 w 937"/>
              <a:gd name="T85" fmla="*/ 700 h 1168"/>
              <a:gd name="T86" fmla="*/ 468 w 937"/>
              <a:gd name="T87" fmla="*/ 1050 h 1168"/>
              <a:gd name="T88" fmla="*/ 818 w 937"/>
              <a:gd name="T89" fmla="*/ 700 h 1168"/>
              <a:gd name="T90" fmla="*/ 468 w 937"/>
              <a:gd name="T91" fmla="*/ 350 h 1168"/>
              <a:gd name="T92" fmla="*/ 468 w 937"/>
              <a:gd name="T93" fmla="*/ 585 h 1168"/>
              <a:gd name="T94" fmla="*/ 175 w 937"/>
              <a:gd name="T95" fmla="*/ 292 h 1168"/>
              <a:gd name="T96" fmla="*/ 468 w 937"/>
              <a:gd name="T97" fmla="*/ 0 h 1168"/>
              <a:gd name="T98" fmla="*/ 468 w 937"/>
              <a:gd name="T99" fmla="*/ 235 h 1168"/>
              <a:gd name="T100" fmla="*/ 936 w 937"/>
              <a:gd name="T101" fmla="*/ 700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37" h="1168">
                <a:moveTo>
                  <a:pt x="539" y="828"/>
                </a:moveTo>
                <a:cubicBezTo>
                  <a:pt x="539" y="837"/>
                  <a:pt x="556" y="847"/>
                  <a:pt x="566" y="847"/>
                </a:cubicBezTo>
                <a:cubicBezTo>
                  <a:pt x="572" y="847"/>
                  <a:pt x="580" y="847"/>
                  <a:pt x="586" y="842"/>
                </a:cubicBezTo>
                <a:lnTo>
                  <a:pt x="596" y="828"/>
                </a:lnTo>
                <a:cubicBezTo>
                  <a:pt x="596" y="828"/>
                  <a:pt x="602" y="817"/>
                  <a:pt x="602" y="812"/>
                </a:cubicBezTo>
                <a:lnTo>
                  <a:pt x="602" y="694"/>
                </a:lnTo>
                <a:cubicBezTo>
                  <a:pt x="602" y="694"/>
                  <a:pt x="596" y="683"/>
                  <a:pt x="596" y="678"/>
                </a:cubicBezTo>
                <a:cubicBezTo>
                  <a:pt x="596" y="670"/>
                  <a:pt x="574" y="659"/>
                  <a:pt x="566" y="659"/>
                </a:cubicBezTo>
                <a:cubicBezTo>
                  <a:pt x="561" y="659"/>
                  <a:pt x="555" y="661"/>
                  <a:pt x="550" y="667"/>
                </a:cubicBezTo>
                <a:lnTo>
                  <a:pt x="539" y="678"/>
                </a:lnTo>
                <a:cubicBezTo>
                  <a:pt x="539" y="678"/>
                  <a:pt x="531" y="689"/>
                  <a:pt x="531" y="694"/>
                </a:cubicBezTo>
                <a:lnTo>
                  <a:pt x="531" y="812"/>
                </a:lnTo>
                <a:cubicBezTo>
                  <a:pt x="531" y="812"/>
                  <a:pt x="539" y="823"/>
                  <a:pt x="539" y="828"/>
                </a:cubicBezTo>
                <a:close/>
                <a:moveTo>
                  <a:pt x="654" y="771"/>
                </a:moveTo>
                <a:cubicBezTo>
                  <a:pt x="654" y="787"/>
                  <a:pt x="654" y="806"/>
                  <a:pt x="648" y="817"/>
                </a:cubicBezTo>
                <a:lnTo>
                  <a:pt x="632" y="853"/>
                </a:lnTo>
                <a:cubicBezTo>
                  <a:pt x="632" y="853"/>
                  <a:pt x="613" y="869"/>
                  <a:pt x="602" y="869"/>
                </a:cubicBezTo>
                <a:cubicBezTo>
                  <a:pt x="591" y="869"/>
                  <a:pt x="577" y="875"/>
                  <a:pt x="566" y="875"/>
                </a:cubicBezTo>
                <a:cubicBezTo>
                  <a:pt x="555" y="875"/>
                  <a:pt x="542" y="875"/>
                  <a:pt x="531" y="869"/>
                </a:cubicBezTo>
                <a:cubicBezTo>
                  <a:pt x="520" y="864"/>
                  <a:pt x="514" y="858"/>
                  <a:pt x="504" y="853"/>
                </a:cubicBezTo>
                <a:cubicBezTo>
                  <a:pt x="485" y="844"/>
                  <a:pt x="479" y="799"/>
                  <a:pt x="479" y="771"/>
                </a:cubicBezTo>
                <a:lnTo>
                  <a:pt x="479" y="730"/>
                </a:lnTo>
                <a:cubicBezTo>
                  <a:pt x="479" y="713"/>
                  <a:pt x="479" y="694"/>
                  <a:pt x="484" y="683"/>
                </a:cubicBezTo>
                <a:lnTo>
                  <a:pt x="504" y="648"/>
                </a:lnTo>
                <a:cubicBezTo>
                  <a:pt x="504" y="648"/>
                  <a:pt x="520" y="631"/>
                  <a:pt x="531" y="631"/>
                </a:cubicBezTo>
                <a:cubicBezTo>
                  <a:pt x="542" y="631"/>
                  <a:pt x="555" y="626"/>
                  <a:pt x="566" y="626"/>
                </a:cubicBezTo>
                <a:cubicBezTo>
                  <a:pt x="577" y="626"/>
                  <a:pt x="591" y="626"/>
                  <a:pt x="602" y="631"/>
                </a:cubicBezTo>
                <a:cubicBezTo>
                  <a:pt x="613" y="637"/>
                  <a:pt x="621" y="643"/>
                  <a:pt x="632" y="648"/>
                </a:cubicBezTo>
                <a:cubicBezTo>
                  <a:pt x="643" y="654"/>
                  <a:pt x="642" y="667"/>
                  <a:pt x="648" y="683"/>
                </a:cubicBezTo>
                <a:cubicBezTo>
                  <a:pt x="653" y="700"/>
                  <a:pt x="654" y="713"/>
                  <a:pt x="654" y="730"/>
                </a:cubicBezTo>
                <a:lnTo>
                  <a:pt x="654" y="771"/>
                </a:lnTo>
                <a:close/>
                <a:moveTo>
                  <a:pt x="405" y="875"/>
                </a:moveTo>
                <a:lnTo>
                  <a:pt x="350" y="875"/>
                </a:lnTo>
                <a:lnTo>
                  <a:pt x="350" y="683"/>
                </a:lnTo>
                <a:lnTo>
                  <a:pt x="293" y="700"/>
                </a:lnTo>
                <a:lnTo>
                  <a:pt x="293" y="659"/>
                </a:lnTo>
                <a:lnTo>
                  <a:pt x="397" y="626"/>
                </a:lnTo>
                <a:lnTo>
                  <a:pt x="405" y="626"/>
                </a:lnTo>
                <a:lnTo>
                  <a:pt x="405" y="875"/>
                </a:lnTo>
                <a:close/>
                <a:moveTo>
                  <a:pt x="936" y="700"/>
                </a:moveTo>
                <a:cubicBezTo>
                  <a:pt x="936" y="957"/>
                  <a:pt x="725" y="1167"/>
                  <a:pt x="468" y="1167"/>
                </a:cubicBezTo>
                <a:cubicBezTo>
                  <a:pt x="211" y="1167"/>
                  <a:pt x="0" y="957"/>
                  <a:pt x="0" y="700"/>
                </a:cubicBezTo>
                <a:lnTo>
                  <a:pt x="118" y="700"/>
                </a:lnTo>
                <a:cubicBezTo>
                  <a:pt x="118" y="891"/>
                  <a:pt x="277" y="1050"/>
                  <a:pt x="468" y="1050"/>
                </a:cubicBezTo>
                <a:cubicBezTo>
                  <a:pt x="659" y="1050"/>
                  <a:pt x="818" y="892"/>
                  <a:pt x="818" y="700"/>
                </a:cubicBezTo>
                <a:cubicBezTo>
                  <a:pt x="818" y="509"/>
                  <a:pt x="659" y="350"/>
                  <a:pt x="468" y="350"/>
                </a:cubicBezTo>
                <a:lnTo>
                  <a:pt x="468" y="585"/>
                </a:lnTo>
                <a:lnTo>
                  <a:pt x="175" y="292"/>
                </a:lnTo>
                <a:lnTo>
                  <a:pt x="468" y="0"/>
                </a:lnTo>
                <a:lnTo>
                  <a:pt x="468" y="235"/>
                </a:lnTo>
                <a:cubicBezTo>
                  <a:pt x="725" y="235"/>
                  <a:pt x="936" y="443"/>
                  <a:pt x="936" y="70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44849" y="3568701"/>
            <a:ext cx="336550" cy="420689"/>
          </a:xfrm>
          <a:custGeom>
            <a:avLst/>
            <a:gdLst>
              <a:gd name="T0" fmla="*/ 457 w 936"/>
              <a:gd name="T1" fmla="*/ 735 h 1168"/>
              <a:gd name="T2" fmla="*/ 437 w 936"/>
              <a:gd name="T3" fmla="*/ 746 h 1168"/>
              <a:gd name="T4" fmla="*/ 432 w 936"/>
              <a:gd name="T5" fmla="*/ 754 h 1168"/>
              <a:gd name="T6" fmla="*/ 391 w 936"/>
              <a:gd name="T7" fmla="*/ 754 h 1168"/>
              <a:gd name="T8" fmla="*/ 405 w 936"/>
              <a:gd name="T9" fmla="*/ 626 h 1168"/>
              <a:gd name="T10" fmla="*/ 544 w 936"/>
              <a:gd name="T11" fmla="*/ 626 h 1168"/>
              <a:gd name="T12" fmla="*/ 544 w 936"/>
              <a:gd name="T13" fmla="*/ 667 h 1168"/>
              <a:gd name="T14" fmla="*/ 443 w 936"/>
              <a:gd name="T15" fmla="*/ 667 h 1168"/>
              <a:gd name="T16" fmla="*/ 437 w 936"/>
              <a:gd name="T17" fmla="*/ 719 h 1168"/>
              <a:gd name="T18" fmla="*/ 443 w 936"/>
              <a:gd name="T19" fmla="*/ 713 h 1168"/>
              <a:gd name="T20" fmla="*/ 451 w 936"/>
              <a:gd name="T21" fmla="*/ 705 h 1168"/>
              <a:gd name="T22" fmla="*/ 462 w 936"/>
              <a:gd name="T23" fmla="*/ 705 h 1168"/>
              <a:gd name="T24" fmla="*/ 473 w 936"/>
              <a:gd name="T25" fmla="*/ 705 h 1168"/>
              <a:gd name="T26" fmla="*/ 503 w 936"/>
              <a:gd name="T27" fmla="*/ 713 h 1168"/>
              <a:gd name="T28" fmla="*/ 525 w 936"/>
              <a:gd name="T29" fmla="*/ 730 h 1168"/>
              <a:gd name="T30" fmla="*/ 550 w 936"/>
              <a:gd name="T31" fmla="*/ 793 h 1168"/>
              <a:gd name="T32" fmla="*/ 544 w 936"/>
              <a:gd name="T33" fmla="*/ 823 h 1168"/>
              <a:gd name="T34" fmla="*/ 525 w 936"/>
              <a:gd name="T35" fmla="*/ 853 h 1168"/>
              <a:gd name="T36" fmla="*/ 503 w 936"/>
              <a:gd name="T37" fmla="*/ 869 h 1168"/>
              <a:gd name="T38" fmla="*/ 468 w 936"/>
              <a:gd name="T39" fmla="*/ 875 h 1168"/>
              <a:gd name="T40" fmla="*/ 437 w 936"/>
              <a:gd name="T41" fmla="*/ 869 h 1168"/>
              <a:gd name="T42" fmla="*/ 410 w 936"/>
              <a:gd name="T43" fmla="*/ 858 h 1168"/>
              <a:gd name="T44" fmla="*/ 385 w 936"/>
              <a:gd name="T45" fmla="*/ 806 h 1168"/>
              <a:gd name="T46" fmla="*/ 432 w 936"/>
              <a:gd name="T47" fmla="*/ 806 h 1168"/>
              <a:gd name="T48" fmla="*/ 468 w 936"/>
              <a:gd name="T49" fmla="*/ 834 h 1168"/>
              <a:gd name="T50" fmla="*/ 484 w 936"/>
              <a:gd name="T51" fmla="*/ 828 h 1168"/>
              <a:gd name="T52" fmla="*/ 498 w 936"/>
              <a:gd name="T53" fmla="*/ 817 h 1168"/>
              <a:gd name="T54" fmla="*/ 503 w 936"/>
              <a:gd name="T55" fmla="*/ 801 h 1168"/>
              <a:gd name="T56" fmla="*/ 503 w 936"/>
              <a:gd name="T57" fmla="*/ 765 h 1168"/>
              <a:gd name="T58" fmla="*/ 498 w 936"/>
              <a:gd name="T59" fmla="*/ 754 h 1168"/>
              <a:gd name="T60" fmla="*/ 484 w 936"/>
              <a:gd name="T61" fmla="*/ 741 h 1168"/>
              <a:gd name="T62" fmla="*/ 468 w 936"/>
              <a:gd name="T63" fmla="*/ 735 h 1168"/>
              <a:gd name="T64" fmla="*/ 457 w 936"/>
              <a:gd name="T65" fmla="*/ 735 h 1168"/>
              <a:gd name="T66" fmla="*/ 468 w 936"/>
              <a:gd name="T67" fmla="*/ 235 h 1168"/>
              <a:gd name="T68" fmla="*/ 935 w 936"/>
              <a:gd name="T69" fmla="*/ 700 h 1168"/>
              <a:gd name="T70" fmla="*/ 468 w 936"/>
              <a:gd name="T71" fmla="*/ 1167 h 1168"/>
              <a:gd name="T72" fmla="*/ 0 w 936"/>
              <a:gd name="T73" fmla="*/ 700 h 1168"/>
              <a:gd name="T74" fmla="*/ 118 w 936"/>
              <a:gd name="T75" fmla="*/ 700 h 1168"/>
              <a:gd name="T76" fmla="*/ 468 w 936"/>
              <a:gd name="T77" fmla="*/ 1050 h 1168"/>
              <a:gd name="T78" fmla="*/ 818 w 936"/>
              <a:gd name="T79" fmla="*/ 700 h 1168"/>
              <a:gd name="T80" fmla="*/ 468 w 936"/>
              <a:gd name="T81" fmla="*/ 350 h 1168"/>
              <a:gd name="T82" fmla="*/ 468 w 936"/>
              <a:gd name="T83" fmla="*/ 585 h 1168"/>
              <a:gd name="T84" fmla="*/ 175 w 936"/>
              <a:gd name="T85" fmla="*/ 292 h 1168"/>
              <a:gd name="T86" fmla="*/ 468 w 936"/>
              <a:gd name="T87" fmla="*/ 0 h 1168"/>
              <a:gd name="T88" fmla="*/ 468 w 936"/>
              <a:gd name="T89" fmla="*/ 235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36" h="1168">
                <a:moveTo>
                  <a:pt x="457" y="735"/>
                </a:moveTo>
                <a:cubicBezTo>
                  <a:pt x="452" y="737"/>
                  <a:pt x="437" y="742"/>
                  <a:pt x="437" y="746"/>
                </a:cubicBezTo>
                <a:cubicBezTo>
                  <a:pt x="437" y="752"/>
                  <a:pt x="432" y="754"/>
                  <a:pt x="432" y="754"/>
                </a:cubicBezTo>
                <a:lnTo>
                  <a:pt x="391" y="754"/>
                </a:lnTo>
                <a:lnTo>
                  <a:pt x="405" y="626"/>
                </a:lnTo>
                <a:lnTo>
                  <a:pt x="544" y="626"/>
                </a:lnTo>
                <a:lnTo>
                  <a:pt x="544" y="667"/>
                </a:lnTo>
                <a:lnTo>
                  <a:pt x="443" y="667"/>
                </a:lnTo>
                <a:lnTo>
                  <a:pt x="437" y="719"/>
                </a:lnTo>
                <a:cubicBezTo>
                  <a:pt x="437" y="719"/>
                  <a:pt x="443" y="719"/>
                  <a:pt x="443" y="713"/>
                </a:cubicBezTo>
                <a:cubicBezTo>
                  <a:pt x="443" y="708"/>
                  <a:pt x="451" y="711"/>
                  <a:pt x="451" y="705"/>
                </a:cubicBezTo>
                <a:cubicBezTo>
                  <a:pt x="451" y="700"/>
                  <a:pt x="457" y="705"/>
                  <a:pt x="462" y="705"/>
                </a:cubicBezTo>
                <a:lnTo>
                  <a:pt x="473" y="705"/>
                </a:lnTo>
                <a:cubicBezTo>
                  <a:pt x="484" y="705"/>
                  <a:pt x="497" y="708"/>
                  <a:pt x="503" y="713"/>
                </a:cubicBezTo>
                <a:cubicBezTo>
                  <a:pt x="508" y="719"/>
                  <a:pt x="519" y="724"/>
                  <a:pt x="525" y="730"/>
                </a:cubicBezTo>
                <a:cubicBezTo>
                  <a:pt x="537" y="742"/>
                  <a:pt x="550" y="767"/>
                  <a:pt x="550" y="793"/>
                </a:cubicBezTo>
                <a:cubicBezTo>
                  <a:pt x="550" y="804"/>
                  <a:pt x="549" y="818"/>
                  <a:pt x="544" y="823"/>
                </a:cubicBezTo>
                <a:cubicBezTo>
                  <a:pt x="538" y="829"/>
                  <a:pt x="536" y="842"/>
                  <a:pt x="525" y="853"/>
                </a:cubicBezTo>
                <a:cubicBezTo>
                  <a:pt x="514" y="864"/>
                  <a:pt x="508" y="864"/>
                  <a:pt x="503" y="869"/>
                </a:cubicBezTo>
                <a:cubicBezTo>
                  <a:pt x="497" y="875"/>
                  <a:pt x="478" y="875"/>
                  <a:pt x="468" y="875"/>
                </a:cubicBezTo>
                <a:cubicBezTo>
                  <a:pt x="457" y="875"/>
                  <a:pt x="442" y="875"/>
                  <a:pt x="437" y="869"/>
                </a:cubicBezTo>
                <a:cubicBezTo>
                  <a:pt x="431" y="864"/>
                  <a:pt x="421" y="864"/>
                  <a:pt x="410" y="858"/>
                </a:cubicBezTo>
                <a:cubicBezTo>
                  <a:pt x="395" y="851"/>
                  <a:pt x="385" y="827"/>
                  <a:pt x="385" y="806"/>
                </a:cubicBezTo>
                <a:lnTo>
                  <a:pt x="432" y="806"/>
                </a:lnTo>
                <a:cubicBezTo>
                  <a:pt x="432" y="827"/>
                  <a:pt x="446" y="834"/>
                  <a:pt x="468" y="834"/>
                </a:cubicBezTo>
                <a:cubicBezTo>
                  <a:pt x="473" y="834"/>
                  <a:pt x="478" y="834"/>
                  <a:pt x="484" y="828"/>
                </a:cubicBezTo>
                <a:lnTo>
                  <a:pt x="498" y="817"/>
                </a:lnTo>
                <a:cubicBezTo>
                  <a:pt x="498" y="817"/>
                  <a:pt x="503" y="806"/>
                  <a:pt x="503" y="801"/>
                </a:cubicBezTo>
                <a:lnTo>
                  <a:pt x="503" y="765"/>
                </a:lnTo>
                <a:lnTo>
                  <a:pt x="498" y="754"/>
                </a:lnTo>
                <a:lnTo>
                  <a:pt x="484" y="741"/>
                </a:lnTo>
                <a:cubicBezTo>
                  <a:pt x="484" y="741"/>
                  <a:pt x="473" y="735"/>
                  <a:pt x="468" y="735"/>
                </a:cubicBezTo>
                <a:lnTo>
                  <a:pt x="457" y="735"/>
                </a:lnTo>
                <a:close/>
                <a:moveTo>
                  <a:pt x="468" y="235"/>
                </a:moveTo>
                <a:cubicBezTo>
                  <a:pt x="725" y="235"/>
                  <a:pt x="935" y="443"/>
                  <a:pt x="935" y="700"/>
                </a:cubicBezTo>
                <a:cubicBezTo>
                  <a:pt x="935" y="957"/>
                  <a:pt x="725" y="1167"/>
                  <a:pt x="468" y="1167"/>
                </a:cubicBezTo>
                <a:cubicBezTo>
                  <a:pt x="211" y="1167"/>
                  <a:pt x="0" y="957"/>
                  <a:pt x="0" y="700"/>
                </a:cubicBezTo>
                <a:lnTo>
                  <a:pt x="118" y="700"/>
                </a:lnTo>
                <a:cubicBezTo>
                  <a:pt x="118" y="891"/>
                  <a:pt x="276" y="1050"/>
                  <a:pt x="468" y="1050"/>
                </a:cubicBezTo>
                <a:cubicBezTo>
                  <a:pt x="659" y="1050"/>
                  <a:pt x="818" y="892"/>
                  <a:pt x="818" y="700"/>
                </a:cubicBezTo>
                <a:cubicBezTo>
                  <a:pt x="818" y="509"/>
                  <a:pt x="659" y="350"/>
                  <a:pt x="468" y="350"/>
                </a:cubicBezTo>
                <a:lnTo>
                  <a:pt x="468" y="585"/>
                </a:lnTo>
                <a:lnTo>
                  <a:pt x="175" y="292"/>
                </a:lnTo>
                <a:lnTo>
                  <a:pt x="468" y="0"/>
                </a:lnTo>
                <a:lnTo>
                  <a:pt x="46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97364" y="3570288"/>
            <a:ext cx="377825" cy="419100"/>
          </a:xfrm>
          <a:custGeom>
            <a:avLst/>
            <a:gdLst>
              <a:gd name="T0" fmla="*/ 818 w 1051"/>
              <a:gd name="T1" fmla="*/ 640 h 1166"/>
              <a:gd name="T2" fmla="*/ 933 w 1051"/>
              <a:gd name="T3" fmla="*/ 640 h 1166"/>
              <a:gd name="T4" fmla="*/ 933 w 1051"/>
              <a:gd name="T5" fmla="*/ 990 h 1166"/>
              <a:gd name="T6" fmla="*/ 233 w 1051"/>
              <a:gd name="T7" fmla="*/ 990 h 1166"/>
              <a:gd name="T8" fmla="*/ 233 w 1051"/>
              <a:gd name="T9" fmla="*/ 1165 h 1166"/>
              <a:gd name="T10" fmla="*/ 0 w 1051"/>
              <a:gd name="T11" fmla="*/ 932 h 1166"/>
              <a:gd name="T12" fmla="*/ 233 w 1051"/>
              <a:gd name="T13" fmla="*/ 700 h 1166"/>
              <a:gd name="T14" fmla="*/ 233 w 1051"/>
              <a:gd name="T15" fmla="*/ 875 h 1166"/>
              <a:gd name="T16" fmla="*/ 818 w 1051"/>
              <a:gd name="T17" fmla="*/ 875 h 1166"/>
              <a:gd name="T18" fmla="*/ 818 w 1051"/>
              <a:gd name="T19" fmla="*/ 640 h 1166"/>
              <a:gd name="T20" fmla="*/ 233 w 1051"/>
              <a:gd name="T21" fmla="*/ 290 h 1166"/>
              <a:gd name="T22" fmla="*/ 233 w 1051"/>
              <a:gd name="T23" fmla="*/ 525 h 1166"/>
              <a:gd name="T24" fmla="*/ 118 w 1051"/>
              <a:gd name="T25" fmla="*/ 525 h 1166"/>
              <a:gd name="T26" fmla="*/ 118 w 1051"/>
              <a:gd name="T27" fmla="*/ 175 h 1166"/>
              <a:gd name="T28" fmla="*/ 818 w 1051"/>
              <a:gd name="T29" fmla="*/ 175 h 1166"/>
              <a:gd name="T30" fmla="*/ 818 w 1051"/>
              <a:gd name="T31" fmla="*/ 0 h 1166"/>
              <a:gd name="T32" fmla="*/ 1050 w 1051"/>
              <a:gd name="T33" fmla="*/ 233 h 1166"/>
              <a:gd name="T34" fmla="*/ 818 w 1051"/>
              <a:gd name="T35" fmla="*/ 465 h 1166"/>
              <a:gd name="T36" fmla="*/ 818 w 1051"/>
              <a:gd name="T37" fmla="*/ 290 h 1166"/>
              <a:gd name="T38" fmla="*/ 233 w 1051"/>
              <a:gd name="T39" fmla="*/ 29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1" h="1166">
                <a:moveTo>
                  <a:pt x="818" y="640"/>
                </a:moveTo>
                <a:lnTo>
                  <a:pt x="933" y="640"/>
                </a:lnTo>
                <a:lnTo>
                  <a:pt x="933" y="990"/>
                </a:lnTo>
                <a:lnTo>
                  <a:pt x="233" y="990"/>
                </a:lnTo>
                <a:lnTo>
                  <a:pt x="233" y="1165"/>
                </a:lnTo>
                <a:lnTo>
                  <a:pt x="0" y="932"/>
                </a:lnTo>
                <a:lnTo>
                  <a:pt x="233" y="700"/>
                </a:lnTo>
                <a:lnTo>
                  <a:pt x="233" y="875"/>
                </a:lnTo>
                <a:lnTo>
                  <a:pt x="818" y="875"/>
                </a:lnTo>
                <a:lnTo>
                  <a:pt x="818" y="640"/>
                </a:lnTo>
                <a:close/>
                <a:moveTo>
                  <a:pt x="233" y="290"/>
                </a:moveTo>
                <a:lnTo>
                  <a:pt x="233" y="525"/>
                </a:lnTo>
                <a:lnTo>
                  <a:pt x="118" y="525"/>
                </a:lnTo>
                <a:lnTo>
                  <a:pt x="118" y="175"/>
                </a:lnTo>
                <a:lnTo>
                  <a:pt x="818" y="175"/>
                </a:lnTo>
                <a:lnTo>
                  <a:pt x="818" y="0"/>
                </a:lnTo>
                <a:lnTo>
                  <a:pt x="1050" y="233"/>
                </a:lnTo>
                <a:lnTo>
                  <a:pt x="818" y="465"/>
                </a:lnTo>
                <a:lnTo>
                  <a:pt x="818" y="290"/>
                </a:lnTo>
                <a:lnTo>
                  <a:pt x="233" y="29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70514" y="3570288"/>
            <a:ext cx="377825" cy="419100"/>
          </a:xfrm>
          <a:custGeom>
            <a:avLst/>
            <a:gdLst>
              <a:gd name="T0" fmla="*/ 582 w 1051"/>
              <a:gd name="T1" fmla="*/ 757 h 1166"/>
              <a:gd name="T2" fmla="*/ 495 w 1051"/>
              <a:gd name="T3" fmla="*/ 757 h 1166"/>
              <a:gd name="T4" fmla="*/ 495 w 1051"/>
              <a:gd name="T5" fmla="*/ 525 h 1166"/>
              <a:gd name="T6" fmla="*/ 407 w 1051"/>
              <a:gd name="T7" fmla="*/ 525 h 1166"/>
              <a:gd name="T8" fmla="*/ 407 w 1051"/>
              <a:gd name="T9" fmla="*/ 465 h 1166"/>
              <a:gd name="T10" fmla="*/ 525 w 1051"/>
              <a:gd name="T11" fmla="*/ 407 h 1166"/>
              <a:gd name="T12" fmla="*/ 582 w 1051"/>
              <a:gd name="T13" fmla="*/ 407 h 1166"/>
              <a:gd name="T14" fmla="*/ 582 w 1051"/>
              <a:gd name="T15" fmla="*/ 757 h 1166"/>
              <a:gd name="T16" fmla="*/ 817 w 1051"/>
              <a:gd name="T17" fmla="*/ 640 h 1166"/>
              <a:gd name="T18" fmla="*/ 932 w 1051"/>
              <a:gd name="T19" fmla="*/ 640 h 1166"/>
              <a:gd name="T20" fmla="*/ 932 w 1051"/>
              <a:gd name="T21" fmla="*/ 990 h 1166"/>
              <a:gd name="T22" fmla="*/ 232 w 1051"/>
              <a:gd name="T23" fmla="*/ 990 h 1166"/>
              <a:gd name="T24" fmla="*/ 232 w 1051"/>
              <a:gd name="T25" fmla="*/ 1165 h 1166"/>
              <a:gd name="T26" fmla="*/ 0 w 1051"/>
              <a:gd name="T27" fmla="*/ 932 h 1166"/>
              <a:gd name="T28" fmla="*/ 232 w 1051"/>
              <a:gd name="T29" fmla="*/ 700 h 1166"/>
              <a:gd name="T30" fmla="*/ 232 w 1051"/>
              <a:gd name="T31" fmla="*/ 875 h 1166"/>
              <a:gd name="T32" fmla="*/ 817 w 1051"/>
              <a:gd name="T33" fmla="*/ 875 h 1166"/>
              <a:gd name="T34" fmla="*/ 817 w 1051"/>
              <a:gd name="T35" fmla="*/ 640 h 1166"/>
              <a:gd name="T36" fmla="*/ 232 w 1051"/>
              <a:gd name="T37" fmla="*/ 290 h 1166"/>
              <a:gd name="T38" fmla="*/ 232 w 1051"/>
              <a:gd name="T39" fmla="*/ 525 h 1166"/>
              <a:gd name="T40" fmla="*/ 117 w 1051"/>
              <a:gd name="T41" fmla="*/ 525 h 1166"/>
              <a:gd name="T42" fmla="*/ 117 w 1051"/>
              <a:gd name="T43" fmla="*/ 175 h 1166"/>
              <a:gd name="T44" fmla="*/ 817 w 1051"/>
              <a:gd name="T45" fmla="*/ 175 h 1166"/>
              <a:gd name="T46" fmla="*/ 817 w 1051"/>
              <a:gd name="T47" fmla="*/ 0 h 1166"/>
              <a:gd name="T48" fmla="*/ 1050 w 1051"/>
              <a:gd name="T49" fmla="*/ 233 h 1166"/>
              <a:gd name="T50" fmla="*/ 817 w 1051"/>
              <a:gd name="T51" fmla="*/ 465 h 1166"/>
              <a:gd name="T52" fmla="*/ 817 w 1051"/>
              <a:gd name="T53" fmla="*/ 290 h 1166"/>
              <a:gd name="T54" fmla="*/ 232 w 1051"/>
              <a:gd name="T55" fmla="*/ 29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51" h="1166">
                <a:moveTo>
                  <a:pt x="582" y="757"/>
                </a:moveTo>
                <a:lnTo>
                  <a:pt x="495" y="757"/>
                </a:lnTo>
                <a:lnTo>
                  <a:pt x="495" y="525"/>
                </a:lnTo>
                <a:lnTo>
                  <a:pt x="407" y="525"/>
                </a:lnTo>
                <a:lnTo>
                  <a:pt x="407" y="465"/>
                </a:lnTo>
                <a:lnTo>
                  <a:pt x="525" y="407"/>
                </a:lnTo>
                <a:lnTo>
                  <a:pt x="582" y="407"/>
                </a:lnTo>
                <a:lnTo>
                  <a:pt x="582" y="757"/>
                </a:lnTo>
                <a:close/>
                <a:moveTo>
                  <a:pt x="817" y="640"/>
                </a:moveTo>
                <a:lnTo>
                  <a:pt x="932" y="640"/>
                </a:lnTo>
                <a:lnTo>
                  <a:pt x="932" y="990"/>
                </a:lnTo>
                <a:lnTo>
                  <a:pt x="232" y="990"/>
                </a:lnTo>
                <a:lnTo>
                  <a:pt x="232" y="1165"/>
                </a:lnTo>
                <a:lnTo>
                  <a:pt x="0" y="932"/>
                </a:lnTo>
                <a:lnTo>
                  <a:pt x="232" y="700"/>
                </a:lnTo>
                <a:lnTo>
                  <a:pt x="232" y="875"/>
                </a:lnTo>
                <a:lnTo>
                  <a:pt x="817" y="875"/>
                </a:lnTo>
                <a:lnTo>
                  <a:pt x="817" y="640"/>
                </a:lnTo>
                <a:close/>
                <a:moveTo>
                  <a:pt x="232" y="290"/>
                </a:moveTo>
                <a:lnTo>
                  <a:pt x="232" y="525"/>
                </a:lnTo>
                <a:lnTo>
                  <a:pt x="117" y="525"/>
                </a:lnTo>
                <a:lnTo>
                  <a:pt x="117" y="175"/>
                </a:lnTo>
                <a:lnTo>
                  <a:pt x="817" y="175"/>
                </a:lnTo>
                <a:lnTo>
                  <a:pt x="817" y="0"/>
                </a:lnTo>
                <a:lnTo>
                  <a:pt x="1050" y="233"/>
                </a:lnTo>
                <a:lnTo>
                  <a:pt x="817" y="465"/>
                </a:lnTo>
                <a:lnTo>
                  <a:pt x="817" y="290"/>
                </a:lnTo>
                <a:lnTo>
                  <a:pt x="232" y="29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43664" y="3632200"/>
            <a:ext cx="377825" cy="293688"/>
          </a:xfrm>
          <a:custGeom>
            <a:avLst/>
            <a:gdLst>
              <a:gd name="T0" fmla="*/ 0 w 1051"/>
              <a:gd name="T1" fmla="*/ 0 h 816"/>
              <a:gd name="T2" fmla="*/ 1050 w 1051"/>
              <a:gd name="T3" fmla="*/ 0 h 816"/>
              <a:gd name="T4" fmla="*/ 1050 w 1051"/>
              <a:gd name="T5" fmla="*/ 115 h 816"/>
              <a:gd name="T6" fmla="*/ 0 w 1051"/>
              <a:gd name="T7" fmla="*/ 115 h 816"/>
              <a:gd name="T8" fmla="*/ 0 w 1051"/>
              <a:gd name="T9" fmla="*/ 0 h 816"/>
              <a:gd name="T10" fmla="*/ 0 w 1051"/>
              <a:gd name="T11" fmla="*/ 350 h 816"/>
              <a:gd name="T12" fmla="*/ 0 w 1051"/>
              <a:gd name="T13" fmla="*/ 233 h 816"/>
              <a:gd name="T14" fmla="*/ 1050 w 1051"/>
              <a:gd name="T15" fmla="*/ 233 h 816"/>
              <a:gd name="T16" fmla="*/ 1050 w 1051"/>
              <a:gd name="T17" fmla="*/ 350 h 816"/>
              <a:gd name="T18" fmla="*/ 0 w 1051"/>
              <a:gd name="T19" fmla="*/ 350 h 816"/>
              <a:gd name="T20" fmla="*/ 0 w 1051"/>
              <a:gd name="T21" fmla="*/ 815 h 816"/>
              <a:gd name="T22" fmla="*/ 0 w 1051"/>
              <a:gd name="T23" fmla="*/ 700 h 816"/>
              <a:gd name="T24" fmla="*/ 1050 w 1051"/>
              <a:gd name="T25" fmla="*/ 700 h 816"/>
              <a:gd name="T26" fmla="*/ 1050 w 1051"/>
              <a:gd name="T27" fmla="*/ 815 h 816"/>
              <a:gd name="T28" fmla="*/ 0 w 1051"/>
              <a:gd name="T29" fmla="*/ 815 h 816"/>
              <a:gd name="T30" fmla="*/ 0 w 1051"/>
              <a:gd name="T31" fmla="*/ 582 h 816"/>
              <a:gd name="T32" fmla="*/ 0 w 1051"/>
              <a:gd name="T33" fmla="*/ 465 h 816"/>
              <a:gd name="T34" fmla="*/ 1050 w 1051"/>
              <a:gd name="T35" fmla="*/ 465 h 816"/>
              <a:gd name="T36" fmla="*/ 1050 w 1051"/>
              <a:gd name="T37" fmla="*/ 582 h 816"/>
              <a:gd name="T38" fmla="*/ 0 w 1051"/>
              <a:gd name="T39" fmla="*/ 582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51" h="816">
                <a:moveTo>
                  <a:pt x="0" y="0"/>
                </a:moveTo>
                <a:lnTo>
                  <a:pt x="1050" y="0"/>
                </a:lnTo>
                <a:lnTo>
                  <a:pt x="1050" y="115"/>
                </a:lnTo>
                <a:lnTo>
                  <a:pt x="0" y="115"/>
                </a:lnTo>
                <a:lnTo>
                  <a:pt x="0" y="0"/>
                </a:lnTo>
                <a:close/>
                <a:moveTo>
                  <a:pt x="0" y="350"/>
                </a:moveTo>
                <a:lnTo>
                  <a:pt x="0" y="233"/>
                </a:lnTo>
                <a:lnTo>
                  <a:pt x="1050" y="233"/>
                </a:lnTo>
                <a:lnTo>
                  <a:pt x="1050" y="350"/>
                </a:lnTo>
                <a:lnTo>
                  <a:pt x="0" y="350"/>
                </a:lnTo>
                <a:close/>
                <a:moveTo>
                  <a:pt x="0" y="815"/>
                </a:moveTo>
                <a:lnTo>
                  <a:pt x="0" y="700"/>
                </a:lnTo>
                <a:lnTo>
                  <a:pt x="1050" y="700"/>
                </a:lnTo>
                <a:lnTo>
                  <a:pt x="1050" y="815"/>
                </a:lnTo>
                <a:lnTo>
                  <a:pt x="0" y="815"/>
                </a:lnTo>
                <a:close/>
                <a:moveTo>
                  <a:pt x="0" y="582"/>
                </a:moveTo>
                <a:lnTo>
                  <a:pt x="0" y="465"/>
                </a:lnTo>
                <a:lnTo>
                  <a:pt x="1050" y="465"/>
                </a:lnTo>
                <a:lnTo>
                  <a:pt x="1050" y="582"/>
                </a:lnTo>
                <a:lnTo>
                  <a:pt x="0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559674" y="3759201"/>
            <a:ext cx="293688" cy="41275"/>
          </a:xfrm>
          <a:custGeom>
            <a:avLst/>
            <a:gdLst>
              <a:gd name="T0" fmla="*/ 815 w 816"/>
              <a:gd name="T1" fmla="*/ 115 h 116"/>
              <a:gd name="T2" fmla="*/ 0 w 816"/>
              <a:gd name="T3" fmla="*/ 115 h 116"/>
              <a:gd name="T4" fmla="*/ 0 w 816"/>
              <a:gd name="T5" fmla="*/ 0 h 116"/>
              <a:gd name="T6" fmla="*/ 815 w 816"/>
              <a:gd name="T7" fmla="*/ 0 h 116"/>
              <a:gd name="T8" fmla="*/ 815 w 816"/>
              <a:gd name="T9" fmla="*/ 115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6" h="116">
                <a:moveTo>
                  <a:pt x="815" y="115"/>
                </a:moveTo>
                <a:lnTo>
                  <a:pt x="0" y="115"/>
                </a:lnTo>
                <a:lnTo>
                  <a:pt x="0" y="0"/>
                </a:lnTo>
                <a:lnTo>
                  <a:pt x="815" y="0"/>
                </a:lnTo>
                <a:lnTo>
                  <a:pt x="815" y="11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40749" y="3540125"/>
            <a:ext cx="477838" cy="477838"/>
          </a:xfrm>
          <a:custGeom>
            <a:avLst/>
            <a:gdLst>
              <a:gd name="T0" fmla="*/ 408 w 1328"/>
              <a:gd name="T1" fmla="*/ 977 h 1328"/>
              <a:gd name="T2" fmla="*/ 525 w 1328"/>
              <a:gd name="T3" fmla="*/ 1094 h 1328"/>
              <a:gd name="T4" fmla="*/ 408 w 1328"/>
              <a:gd name="T5" fmla="*/ 1209 h 1328"/>
              <a:gd name="T6" fmla="*/ 293 w 1328"/>
              <a:gd name="T7" fmla="*/ 1094 h 1328"/>
              <a:gd name="T8" fmla="*/ 408 w 1328"/>
              <a:gd name="T9" fmla="*/ 977 h 1328"/>
              <a:gd name="T10" fmla="*/ 908 w 1328"/>
              <a:gd name="T11" fmla="*/ 684 h 1328"/>
              <a:gd name="T12" fmla="*/ 383 w 1328"/>
              <a:gd name="T13" fmla="*/ 159 h 1328"/>
              <a:gd name="T14" fmla="*/ 1168 w 1328"/>
              <a:gd name="T15" fmla="*/ 159 h 1328"/>
              <a:gd name="T16" fmla="*/ 1225 w 1328"/>
              <a:gd name="T17" fmla="*/ 219 h 1328"/>
              <a:gd name="T18" fmla="*/ 1217 w 1328"/>
              <a:gd name="T19" fmla="*/ 247 h 1328"/>
              <a:gd name="T20" fmla="*/ 1009 w 1328"/>
              <a:gd name="T21" fmla="*/ 624 h 1328"/>
              <a:gd name="T22" fmla="*/ 908 w 1328"/>
              <a:gd name="T23" fmla="*/ 684 h 1328"/>
              <a:gd name="T24" fmla="*/ 432 w 1328"/>
              <a:gd name="T25" fmla="*/ 802 h 1328"/>
              <a:gd name="T26" fmla="*/ 728 w 1328"/>
              <a:gd name="T27" fmla="*/ 802 h 1328"/>
              <a:gd name="T28" fmla="*/ 610 w 1328"/>
              <a:gd name="T29" fmla="*/ 684 h 1328"/>
              <a:gd name="T30" fmla="*/ 473 w 1328"/>
              <a:gd name="T31" fmla="*/ 684 h 1328"/>
              <a:gd name="T32" fmla="*/ 421 w 1328"/>
              <a:gd name="T33" fmla="*/ 780 h 1328"/>
              <a:gd name="T34" fmla="*/ 419 w 1328"/>
              <a:gd name="T35" fmla="*/ 788 h 1328"/>
              <a:gd name="T36" fmla="*/ 432 w 1328"/>
              <a:gd name="T37" fmla="*/ 802 h 1328"/>
              <a:gd name="T38" fmla="*/ 1327 w 1328"/>
              <a:gd name="T39" fmla="*/ 1253 h 1328"/>
              <a:gd name="T40" fmla="*/ 1253 w 1328"/>
              <a:gd name="T41" fmla="*/ 1327 h 1328"/>
              <a:gd name="T42" fmla="*/ 1086 w 1328"/>
              <a:gd name="T43" fmla="*/ 1160 h 1328"/>
              <a:gd name="T44" fmla="*/ 993 w 1328"/>
              <a:gd name="T45" fmla="*/ 1209 h 1328"/>
              <a:gd name="T46" fmla="*/ 875 w 1328"/>
              <a:gd name="T47" fmla="*/ 1094 h 1328"/>
              <a:gd name="T48" fmla="*/ 925 w 1328"/>
              <a:gd name="T49" fmla="*/ 998 h 1328"/>
              <a:gd name="T50" fmla="*/ 843 w 1328"/>
              <a:gd name="T51" fmla="*/ 919 h 1328"/>
              <a:gd name="T52" fmla="*/ 408 w 1328"/>
              <a:gd name="T53" fmla="*/ 919 h 1328"/>
              <a:gd name="T54" fmla="*/ 293 w 1328"/>
              <a:gd name="T55" fmla="*/ 802 h 1328"/>
              <a:gd name="T56" fmla="*/ 307 w 1328"/>
              <a:gd name="T57" fmla="*/ 747 h 1328"/>
              <a:gd name="T58" fmla="*/ 386 w 1328"/>
              <a:gd name="T59" fmla="*/ 602 h 1328"/>
              <a:gd name="T60" fmla="*/ 257 w 1328"/>
              <a:gd name="T61" fmla="*/ 331 h 1328"/>
              <a:gd name="T62" fmla="*/ 0 w 1328"/>
              <a:gd name="T63" fmla="*/ 74 h 1328"/>
              <a:gd name="T64" fmla="*/ 74 w 1328"/>
              <a:gd name="T65" fmla="*/ 0 h 1328"/>
              <a:gd name="T66" fmla="*/ 1327 w 1328"/>
              <a:gd name="T67" fmla="*/ 1253 h 1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28" h="1328">
                <a:moveTo>
                  <a:pt x="408" y="977"/>
                </a:moveTo>
                <a:cubicBezTo>
                  <a:pt x="471" y="977"/>
                  <a:pt x="525" y="1031"/>
                  <a:pt x="525" y="1094"/>
                </a:cubicBezTo>
                <a:cubicBezTo>
                  <a:pt x="525" y="1157"/>
                  <a:pt x="471" y="1209"/>
                  <a:pt x="408" y="1209"/>
                </a:cubicBezTo>
                <a:cubicBezTo>
                  <a:pt x="345" y="1209"/>
                  <a:pt x="293" y="1157"/>
                  <a:pt x="293" y="1094"/>
                </a:cubicBezTo>
                <a:cubicBezTo>
                  <a:pt x="293" y="1031"/>
                  <a:pt x="345" y="977"/>
                  <a:pt x="408" y="977"/>
                </a:cubicBezTo>
                <a:close/>
                <a:moveTo>
                  <a:pt x="908" y="684"/>
                </a:moveTo>
                <a:lnTo>
                  <a:pt x="383" y="159"/>
                </a:lnTo>
                <a:lnTo>
                  <a:pt x="1168" y="159"/>
                </a:lnTo>
                <a:cubicBezTo>
                  <a:pt x="1201" y="159"/>
                  <a:pt x="1225" y="186"/>
                  <a:pt x="1225" y="219"/>
                </a:cubicBezTo>
                <a:cubicBezTo>
                  <a:pt x="1225" y="230"/>
                  <a:pt x="1223" y="238"/>
                  <a:pt x="1217" y="247"/>
                </a:cubicBezTo>
                <a:lnTo>
                  <a:pt x="1009" y="624"/>
                </a:lnTo>
                <a:cubicBezTo>
                  <a:pt x="990" y="659"/>
                  <a:pt x="952" y="684"/>
                  <a:pt x="908" y="684"/>
                </a:cubicBezTo>
                <a:close/>
                <a:moveTo>
                  <a:pt x="432" y="802"/>
                </a:moveTo>
                <a:lnTo>
                  <a:pt x="728" y="802"/>
                </a:lnTo>
                <a:lnTo>
                  <a:pt x="610" y="684"/>
                </a:lnTo>
                <a:lnTo>
                  <a:pt x="473" y="684"/>
                </a:lnTo>
                <a:lnTo>
                  <a:pt x="421" y="780"/>
                </a:lnTo>
                <a:lnTo>
                  <a:pt x="419" y="788"/>
                </a:lnTo>
                <a:cubicBezTo>
                  <a:pt x="419" y="796"/>
                  <a:pt x="424" y="802"/>
                  <a:pt x="432" y="802"/>
                </a:cubicBezTo>
                <a:close/>
                <a:moveTo>
                  <a:pt x="1327" y="1253"/>
                </a:moveTo>
                <a:lnTo>
                  <a:pt x="1253" y="1327"/>
                </a:lnTo>
                <a:lnTo>
                  <a:pt x="1086" y="1160"/>
                </a:lnTo>
                <a:cubicBezTo>
                  <a:pt x="1064" y="1190"/>
                  <a:pt x="1031" y="1209"/>
                  <a:pt x="993" y="1209"/>
                </a:cubicBezTo>
                <a:cubicBezTo>
                  <a:pt x="930" y="1209"/>
                  <a:pt x="875" y="1157"/>
                  <a:pt x="875" y="1094"/>
                </a:cubicBezTo>
                <a:cubicBezTo>
                  <a:pt x="875" y="1056"/>
                  <a:pt x="894" y="1020"/>
                  <a:pt x="925" y="998"/>
                </a:cubicBezTo>
                <a:lnTo>
                  <a:pt x="843" y="919"/>
                </a:lnTo>
                <a:lnTo>
                  <a:pt x="408" y="919"/>
                </a:lnTo>
                <a:cubicBezTo>
                  <a:pt x="345" y="919"/>
                  <a:pt x="293" y="864"/>
                  <a:pt x="293" y="802"/>
                </a:cubicBezTo>
                <a:cubicBezTo>
                  <a:pt x="293" y="782"/>
                  <a:pt x="298" y="763"/>
                  <a:pt x="307" y="747"/>
                </a:cubicBezTo>
                <a:lnTo>
                  <a:pt x="386" y="602"/>
                </a:lnTo>
                <a:lnTo>
                  <a:pt x="257" y="331"/>
                </a:lnTo>
                <a:lnTo>
                  <a:pt x="0" y="74"/>
                </a:lnTo>
                <a:lnTo>
                  <a:pt x="74" y="0"/>
                </a:lnTo>
                <a:lnTo>
                  <a:pt x="1327" y="125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20249" y="3590926"/>
            <a:ext cx="463550" cy="377825"/>
          </a:xfrm>
          <a:custGeom>
            <a:avLst/>
            <a:gdLst>
              <a:gd name="T0" fmla="*/ 875 w 1287"/>
              <a:gd name="T1" fmla="*/ 407 h 1050"/>
              <a:gd name="T2" fmla="*/ 875 w 1287"/>
              <a:gd name="T3" fmla="*/ 524 h 1050"/>
              <a:gd name="T4" fmla="*/ 411 w 1287"/>
              <a:gd name="T5" fmla="*/ 524 h 1050"/>
              <a:gd name="T6" fmla="*/ 411 w 1287"/>
              <a:gd name="T7" fmla="*/ 407 h 1050"/>
              <a:gd name="T8" fmla="*/ 875 w 1287"/>
              <a:gd name="T9" fmla="*/ 407 h 1050"/>
              <a:gd name="T10" fmla="*/ 1168 w 1287"/>
              <a:gd name="T11" fmla="*/ 817 h 1050"/>
              <a:gd name="T12" fmla="*/ 1168 w 1287"/>
              <a:gd name="T13" fmla="*/ 117 h 1050"/>
              <a:gd name="T14" fmla="*/ 118 w 1287"/>
              <a:gd name="T15" fmla="*/ 117 h 1050"/>
              <a:gd name="T16" fmla="*/ 118 w 1287"/>
              <a:gd name="T17" fmla="*/ 817 h 1050"/>
              <a:gd name="T18" fmla="*/ 1168 w 1287"/>
              <a:gd name="T19" fmla="*/ 817 h 1050"/>
              <a:gd name="T20" fmla="*/ 1168 w 1287"/>
              <a:gd name="T21" fmla="*/ 0 h 1050"/>
              <a:gd name="T22" fmla="*/ 1286 w 1287"/>
              <a:gd name="T23" fmla="*/ 117 h 1050"/>
              <a:gd name="T24" fmla="*/ 1283 w 1287"/>
              <a:gd name="T25" fmla="*/ 817 h 1050"/>
              <a:gd name="T26" fmla="*/ 1168 w 1287"/>
              <a:gd name="T27" fmla="*/ 932 h 1050"/>
              <a:gd name="T28" fmla="*/ 875 w 1287"/>
              <a:gd name="T29" fmla="*/ 932 h 1050"/>
              <a:gd name="T30" fmla="*/ 875 w 1287"/>
              <a:gd name="T31" fmla="*/ 1049 h 1050"/>
              <a:gd name="T32" fmla="*/ 411 w 1287"/>
              <a:gd name="T33" fmla="*/ 1049 h 1050"/>
              <a:gd name="T34" fmla="*/ 411 w 1287"/>
              <a:gd name="T35" fmla="*/ 932 h 1050"/>
              <a:gd name="T36" fmla="*/ 118 w 1287"/>
              <a:gd name="T37" fmla="*/ 932 h 1050"/>
              <a:gd name="T38" fmla="*/ 0 w 1287"/>
              <a:gd name="T39" fmla="*/ 817 h 1050"/>
              <a:gd name="T40" fmla="*/ 0 w 1287"/>
              <a:gd name="T41" fmla="*/ 117 h 1050"/>
              <a:gd name="T42" fmla="*/ 118 w 1287"/>
              <a:gd name="T43" fmla="*/ 0 h 1050"/>
              <a:gd name="T44" fmla="*/ 1168 w 1287"/>
              <a:gd name="T45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7" h="1050">
                <a:moveTo>
                  <a:pt x="875" y="407"/>
                </a:moveTo>
                <a:lnTo>
                  <a:pt x="875" y="524"/>
                </a:lnTo>
                <a:lnTo>
                  <a:pt x="411" y="524"/>
                </a:lnTo>
                <a:lnTo>
                  <a:pt x="411" y="407"/>
                </a:lnTo>
                <a:lnTo>
                  <a:pt x="875" y="407"/>
                </a:lnTo>
                <a:close/>
                <a:moveTo>
                  <a:pt x="1168" y="817"/>
                </a:moveTo>
                <a:lnTo>
                  <a:pt x="1168" y="117"/>
                </a:lnTo>
                <a:lnTo>
                  <a:pt x="118" y="117"/>
                </a:lnTo>
                <a:lnTo>
                  <a:pt x="118" y="817"/>
                </a:lnTo>
                <a:lnTo>
                  <a:pt x="1168" y="817"/>
                </a:lnTo>
                <a:close/>
                <a:moveTo>
                  <a:pt x="1168" y="0"/>
                </a:moveTo>
                <a:cubicBezTo>
                  <a:pt x="1231" y="0"/>
                  <a:pt x="1286" y="51"/>
                  <a:pt x="1286" y="117"/>
                </a:cubicBezTo>
                <a:lnTo>
                  <a:pt x="1283" y="817"/>
                </a:lnTo>
                <a:cubicBezTo>
                  <a:pt x="1283" y="880"/>
                  <a:pt x="1231" y="932"/>
                  <a:pt x="1168" y="932"/>
                </a:cubicBezTo>
                <a:lnTo>
                  <a:pt x="875" y="932"/>
                </a:lnTo>
                <a:lnTo>
                  <a:pt x="875" y="1049"/>
                </a:lnTo>
                <a:lnTo>
                  <a:pt x="411" y="1049"/>
                </a:lnTo>
                <a:lnTo>
                  <a:pt x="411" y="932"/>
                </a:lnTo>
                <a:lnTo>
                  <a:pt x="118" y="932"/>
                </a:lnTo>
                <a:cubicBezTo>
                  <a:pt x="52" y="932"/>
                  <a:pt x="0" y="880"/>
                  <a:pt x="0" y="817"/>
                </a:cubicBezTo>
                <a:lnTo>
                  <a:pt x="0" y="117"/>
                </a:lnTo>
                <a:cubicBezTo>
                  <a:pt x="0" y="51"/>
                  <a:pt x="52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15624" y="3570288"/>
            <a:ext cx="419100" cy="419100"/>
          </a:xfrm>
          <a:custGeom>
            <a:avLst/>
            <a:gdLst>
              <a:gd name="T0" fmla="*/ 875 w 1166"/>
              <a:gd name="T1" fmla="*/ 640 h 1166"/>
              <a:gd name="T2" fmla="*/ 875 w 1166"/>
              <a:gd name="T3" fmla="*/ 525 h 1166"/>
              <a:gd name="T4" fmla="*/ 290 w 1166"/>
              <a:gd name="T5" fmla="*/ 525 h 1166"/>
              <a:gd name="T6" fmla="*/ 290 w 1166"/>
              <a:gd name="T7" fmla="*/ 640 h 1166"/>
              <a:gd name="T8" fmla="*/ 875 w 1166"/>
              <a:gd name="T9" fmla="*/ 640 h 1166"/>
              <a:gd name="T10" fmla="*/ 583 w 1166"/>
              <a:gd name="T11" fmla="*/ 0 h 1166"/>
              <a:gd name="T12" fmla="*/ 1165 w 1166"/>
              <a:gd name="T13" fmla="*/ 582 h 1166"/>
              <a:gd name="T14" fmla="*/ 583 w 1166"/>
              <a:gd name="T15" fmla="*/ 1165 h 1166"/>
              <a:gd name="T16" fmla="*/ 0 w 1166"/>
              <a:gd name="T17" fmla="*/ 582 h 1166"/>
              <a:gd name="T18" fmla="*/ 583 w 1166"/>
              <a:gd name="T1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66" h="1166">
                <a:moveTo>
                  <a:pt x="875" y="640"/>
                </a:moveTo>
                <a:lnTo>
                  <a:pt x="875" y="525"/>
                </a:lnTo>
                <a:lnTo>
                  <a:pt x="290" y="525"/>
                </a:lnTo>
                <a:lnTo>
                  <a:pt x="290" y="640"/>
                </a:lnTo>
                <a:lnTo>
                  <a:pt x="875" y="640"/>
                </a:lnTo>
                <a:close/>
                <a:moveTo>
                  <a:pt x="583" y="0"/>
                </a:moveTo>
                <a:cubicBezTo>
                  <a:pt x="905" y="0"/>
                  <a:pt x="1165" y="260"/>
                  <a:pt x="1165" y="582"/>
                </a:cubicBezTo>
                <a:cubicBezTo>
                  <a:pt x="1165" y="905"/>
                  <a:pt x="906" y="1165"/>
                  <a:pt x="583" y="1165"/>
                </a:cubicBezTo>
                <a:cubicBezTo>
                  <a:pt x="261" y="1165"/>
                  <a:pt x="0" y="905"/>
                  <a:pt x="0" y="582"/>
                </a:cubicBezTo>
                <a:cubicBezTo>
                  <a:pt x="0" y="260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7" y="4313239"/>
            <a:ext cx="336550" cy="420687"/>
          </a:xfrm>
          <a:custGeom>
            <a:avLst/>
            <a:gdLst>
              <a:gd name="T0" fmla="*/ 580 w 936"/>
              <a:gd name="T1" fmla="*/ 848 h 1169"/>
              <a:gd name="T2" fmla="*/ 607 w 936"/>
              <a:gd name="T3" fmla="*/ 829 h 1169"/>
              <a:gd name="T4" fmla="*/ 612 w 936"/>
              <a:gd name="T5" fmla="*/ 695 h 1169"/>
              <a:gd name="T6" fmla="*/ 580 w 936"/>
              <a:gd name="T7" fmla="*/ 659 h 1169"/>
              <a:gd name="T8" fmla="*/ 550 w 936"/>
              <a:gd name="T9" fmla="*/ 678 h 1169"/>
              <a:gd name="T10" fmla="*/ 544 w 936"/>
              <a:gd name="T11" fmla="*/ 812 h 1169"/>
              <a:gd name="T12" fmla="*/ 659 w 936"/>
              <a:gd name="T13" fmla="*/ 771 h 1169"/>
              <a:gd name="T14" fmla="*/ 637 w 936"/>
              <a:gd name="T15" fmla="*/ 853 h 1169"/>
              <a:gd name="T16" fmla="*/ 571 w 936"/>
              <a:gd name="T17" fmla="*/ 875 h 1169"/>
              <a:gd name="T18" fmla="*/ 492 w 936"/>
              <a:gd name="T19" fmla="*/ 818 h 1169"/>
              <a:gd name="T20" fmla="*/ 484 w 936"/>
              <a:gd name="T21" fmla="*/ 730 h 1169"/>
              <a:gd name="T22" fmla="*/ 509 w 936"/>
              <a:gd name="T23" fmla="*/ 648 h 1169"/>
              <a:gd name="T24" fmla="*/ 571 w 936"/>
              <a:gd name="T25" fmla="*/ 626 h 1169"/>
              <a:gd name="T26" fmla="*/ 637 w 936"/>
              <a:gd name="T27" fmla="*/ 648 h 1169"/>
              <a:gd name="T28" fmla="*/ 659 w 936"/>
              <a:gd name="T29" fmla="*/ 730 h 1169"/>
              <a:gd name="T30" fmla="*/ 350 w 936"/>
              <a:gd name="T31" fmla="*/ 730 h 1169"/>
              <a:gd name="T32" fmla="*/ 391 w 936"/>
              <a:gd name="T33" fmla="*/ 684 h 1169"/>
              <a:gd name="T34" fmla="*/ 375 w 936"/>
              <a:gd name="T35" fmla="*/ 667 h 1169"/>
              <a:gd name="T36" fmla="*/ 334 w 936"/>
              <a:gd name="T37" fmla="*/ 673 h 1169"/>
              <a:gd name="T38" fmla="*/ 328 w 936"/>
              <a:gd name="T39" fmla="*/ 695 h 1169"/>
              <a:gd name="T40" fmla="*/ 317 w 936"/>
              <a:gd name="T41" fmla="*/ 632 h 1169"/>
              <a:gd name="T42" fmla="*/ 410 w 936"/>
              <a:gd name="T43" fmla="*/ 643 h 1169"/>
              <a:gd name="T44" fmla="*/ 432 w 936"/>
              <a:gd name="T45" fmla="*/ 714 h 1169"/>
              <a:gd name="T46" fmla="*/ 416 w 936"/>
              <a:gd name="T47" fmla="*/ 741 h 1169"/>
              <a:gd name="T48" fmla="*/ 427 w 936"/>
              <a:gd name="T49" fmla="*/ 777 h 1169"/>
              <a:gd name="T50" fmla="*/ 432 w 936"/>
              <a:gd name="T51" fmla="*/ 842 h 1169"/>
              <a:gd name="T52" fmla="*/ 386 w 936"/>
              <a:gd name="T53" fmla="*/ 875 h 1169"/>
              <a:gd name="T54" fmla="*/ 323 w 936"/>
              <a:gd name="T55" fmla="*/ 875 h 1169"/>
              <a:gd name="T56" fmla="*/ 268 w 936"/>
              <a:gd name="T57" fmla="*/ 807 h 1169"/>
              <a:gd name="T58" fmla="*/ 317 w 936"/>
              <a:gd name="T59" fmla="*/ 818 h 1169"/>
              <a:gd name="T60" fmla="*/ 334 w 936"/>
              <a:gd name="T61" fmla="*/ 834 h 1169"/>
              <a:gd name="T62" fmla="*/ 375 w 936"/>
              <a:gd name="T63" fmla="*/ 829 h 1169"/>
              <a:gd name="T64" fmla="*/ 380 w 936"/>
              <a:gd name="T65" fmla="*/ 788 h 1169"/>
              <a:gd name="T66" fmla="*/ 364 w 936"/>
              <a:gd name="T67" fmla="*/ 771 h 1169"/>
              <a:gd name="T68" fmla="*/ 328 w 936"/>
              <a:gd name="T69" fmla="*/ 730 h 1169"/>
              <a:gd name="T70" fmla="*/ 468 w 936"/>
              <a:gd name="T71" fmla="*/ 235 h 1169"/>
              <a:gd name="T72" fmla="*/ 468 w 936"/>
              <a:gd name="T73" fmla="*/ 1168 h 1169"/>
              <a:gd name="T74" fmla="*/ 118 w 936"/>
              <a:gd name="T75" fmla="*/ 700 h 1169"/>
              <a:gd name="T76" fmla="*/ 818 w 936"/>
              <a:gd name="T77" fmla="*/ 700 h 1169"/>
              <a:gd name="T78" fmla="*/ 468 w 936"/>
              <a:gd name="T79" fmla="*/ 585 h 1169"/>
              <a:gd name="T80" fmla="*/ 468 w 936"/>
              <a:gd name="T81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36" h="1169">
                <a:moveTo>
                  <a:pt x="550" y="829"/>
                </a:moveTo>
                <a:cubicBezTo>
                  <a:pt x="550" y="839"/>
                  <a:pt x="569" y="848"/>
                  <a:pt x="580" y="848"/>
                </a:cubicBezTo>
                <a:cubicBezTo>
                  <a:pt x="585" y="848"/>
                  <a:pt x="591" y="848"/>
                  <a:pt x="596" y="842"/>
                </a:cubicBezTo>
                <a:lnTo>
                  <a:pt x="607" y="829"/>
                </a:lnTo>
                <a:cubicBezTo>
                  <a:pt x="607" y="829"/>
                  <a:pt x="612" y="818"/>
                  <a:pt x="612" y="812"/>
                </a:cubicBezTo>
                <a:lnTo>
                  <a:pt x="612" y="695"/>
                </a:lnTo>
                <a:cubicBezTo>
                  <a:pt x="612" y="689"/>
                  <a:pt x="607" y="684"/>
                  <a:pt x="607" y="678"/>
                </a:cubicBezTo>
                <a:cubicBezTo>
                  <a:pt x="607" y="672"/>
                  <a:pt x="586" y="659"/>
                  <a:pt x="580" y="659"/>
                </a:cubicBezTo>
                <a:cubicBezTo>
                  <a:pt x="574" y="659"/>
                  <a:pt x="566" y="662"/>
                  <a:pt x="561" y="667"/>
                </a:cubicBezTo>
                <a:lnTo>
                  <a:pt x="550" y="678"/>
                </a:lnTo>
                <a:cubicBezTo>
                  <a:pt x="550" y="678"/>
                  <a:pt x="544" y="689"/>
                  <a:pt x="544" y="695"/>
                </a:cubicBezTo>
                <a:lnTo>
                  <a:pt x="544" y="812"/>
                </a:lnTo>
                <a:cubicBezTo>
                  <a:pt x="544" y="812"/>
                  <a:pt x="550" y="823"/>
                  <a:pt x="550" y="829"/>
                </a:cubicBezTo>
                <a:close/>
                <a:moveTo>
                  <a:pt x="659" y="771"/>
                </a:moveTo>
                <a:cubicBezTo>
                  <a:pt x="659" y="788"/>
                  <a:pt x="659" y="807"/>
                  <a:pt x="653" y="818"/>
                </a:cubicBezTo>
                <a:lnTo>
                  <a:pt x="637" y="853"/>
                </a:lnTo>
                <a:cubicBezTo>
                  <a:pt x="637" y="853"/>
                  <a:pt x="618" y="870"/>
                  <a:pt x="607" y="870"/>
                </a:cubicBezTo>
                <a:cubicBezTo>
                  <a:pt x="596" y="870"/>
                  <a:pt x="582" y="875"/>
                  <a:pt x="571" y="875"/>
                </a:cubicBezTo>
                <a:cubicBezTo>
                  <a:pt x="544" y="875"/>
                  <a:pt x="527" y="863"/>
                  <a:pt x="509" y="853"/>
                </a:cubicBezTo>
                <a:cubicBezTo>
                  <a:pt x="498" y="848"/>
                  <a:pt x="497" y="835"/>
                  <a:pt x="492" y="818"/>
                </a:cubicBezTo>
                <a:cubicBezTo>
                  <a:pt x="486" y="802"/>
                  <a:pt x="484" y="788"/>
                  <a:pt x="484" y="771"/>
                </a:cubicBezTo>
                <a:lnTo>
                  <a:pt x="484" y="730"/>
                </a:lnTo>
                <a:cubicBezTo>
                  <a:pt x="484" y="714"/>
                  <a:pt x="487" y="695"/>
                  <a:pt x="492" y="684"/>
                </a:cubicBezTo>
                <a:lnTo>
                  <a:pt x="509" y="648"/>
                </a:lnTo>
                <a:cubicBezTo>
                  <a:pt x="509" y="648"/>
                  <a:pt x="528" y="632"/>
                  <a:pt x="539" y="632"/>
                </a:cubicBezTo>
                <a:cubicBezTo>
                  <a:pt x="550" y="632"/>
                  <a:pt x="560" y="626"/>
                  <a:pt x="571" y="626"/>
                </a:cubicBezTo>
                <a:cubicBezTo>
                  <a:pt x="581" y="626"/>
                  <a:pt x="596" y="627"/>
                  <a:pt x="607" y="632"/>
                </a:cubicBezTo>
                <a:cubicBezTo>
                  <a:pt x="618" y="638"/>
                  <a:pt x="626" y="643"/>
                  <a:pt x="637" y="648"/>
                </a:cubicBezTo>
                <a:cubicBezTo>
                  <a:pt x="648" y="654"/>
                  <a:pt x="647" y="668"/>
                  <a:pt x="653" y="684"/>
                </a:cubicBezTo>
                <a:cubicBezTo>
                  <a:pt x="658" y="701"/>
                  <a:pt x="659" y="714"/>
                  <a:pt x="659" y="730"/>
                </a:cubicBezTo>
                <a:lnTo>
                  <a:pt x="659" y="771"/>
                </a:lnTo>
                <a:close/>
                <a:moveTo>
                  <a:pt x="350" y="730"/>
                </a:moveTo>
                <a:cubicBezTo>
                  <a:pt x="372" y="730"/>
                  <a:pt x="391" y="717"/>
                  <a:pt x="391" y="695"/>
                </a:cubicBezTo>
                <a:lnTo>
                  <a:pt x="391" y="684"/>
                </a:lnTo>
                <a:cubicBezTo>
                  <a:pt x="391" y="684"/>
                  <a:pt x="386" y="679"/>
                  <a:pt x="386" y="673"/>
                </a:cubicBezTo>
                <a:cubicBezTo>
                  <a:pt x="386" y="668"/>
                  <a:pt x="380" y="667"/>
                  <a:pt x="375" y="667"/>
                </a:cubicBezTo>
                <a:lnTo>
                  <a:pt x="345" y="667"/>
                </a:lnTo>
                <a:cubicBezTo>
                  <a:pt x="345" y="667"/>
                  <a:pt x="339" y="673"/>
                  <a:pt x="334" y="673"/>
                </a:cubicBezTo>
                <a:cubicBezTo>
                  <a:pt x="328" y="673"/>
                  <a:pt x="328" y="678"/>
                  <a:pt x="328" y="684"/>
                </a:cubicBezTo>
                <a:lnTo>
                  <a:pt x="328" y="695"/>
                </a:lnTo>
                <a:lnTo>
                  <a:pt x="268" y="695"/>
                </a:lnTo>
                <a:cubicBezTo>
                  <a:pt x="268" y="668"/>
                  <a:pt x="292" y="632"/>
                  <a:pt x="317" y="632"/>
                </a:cubicBezTo>
                <a:cubicBezTo>
                  <a:pt x="323" y="632"/>
                  <a:pt x="339" y="626"/>
                  <a:pt x="345" y="626"/>
                </a:cubicBezTo>
                <a:cubicBezTo>
                  <a:pt x="368" y="626"/>
                  <a:pt x="393" y="634"/>
                  <a:pt x="410" y="643"/>
                </a:cubicBezTo>
                <a:cubicBezTo>
                  <a:pt x="424" y="650"/>
                  <a:pt x="432" y="676"/>
                  <a:pt x="432" y="695"/>
                </a:cubicBezTo>
                <a:lnTo>
                  <a:pt x="432" y="714"/>
                </a:lnTo>
                <a:cubicBezTo>
                  <a:pt x="432" y="714"/>
                  <a:pt x="427" y="725"/>
                  <a:pt x="427" y="730"/>
                </a:cubicBezTo>
                <a:cubicBezTo>
                  <a:pt x="427" y="736"/>
                  <a:pt x="421" y="741"/>
                  <a:pt x="416" y="741"/>
                </a:cubicBezTo>
                <a:cubicBezTo>
                  <a:pt x="410" y="741"/>
                  <a:pt x="402" y="749"/>
                  <a:pt x="396" y="755"/>
                </a:cubicBezTo>
                <a:cubicBezTo>
                  <a:pt x="407" y="760"/>
                  <a:pt x="421" y="766"/>
                  <a:pt x="427" y="777"/>
                </a:cubicBezTo>
                <a:cubicBezTo>
                  <a:pt x="432" y="788"/>
                  <a:pt x="437" y="801"/>
                  <a:pt x="437" y="812"/>
                </a:cubicBezTo>
                <a:cubicBezTo>
                  <a:pt x="437" y="823"/>
                  <a:pt x="437" y="837"/>
                  <a:pt x="432" y="842"/>
                </a:cubicBezTo>
                <a:cubicBezTo>
                  <a:pt x="427" y="848"/>
                  <a:pt x="421" y="859"/>
                  <a:pt x="416" y="864"/>
                </a:cubicBezTo>
                <a:cubicBezTo>
                  <a:pt x="410" y="870"/>
                  <a:pt x="396" y="875"/>
                  <a:pt x="386" y="875"/>
                </a:cubicBezTo>
                <a:cubicBezTo>
                  <a:pt x="375" y="875"/>
                  <a:pt x="361" y="881"/>
                  <a:pt x="350" y="881"/>
                </a:cubicBezTo>
                <a:cubicBezTo>
                  <a:pt x="339" y="881"/>
                  <a:pt x="329" y="881"/>
                  <a:pt x="323" y="875"/>
                </a:cubicBezTo>
                <a:cubicBezTo>
                  <a:pt x="317" y="870"/>
                  <a:pt x="303" y="870"/>
                  <a:pt x="293" y="864"/>
                </a:cubicBezTo>
                <a:cubicBezTo>
                  <a:pt x="277" y="857"/>
                  <a:pt x="268" y="827"/>
                  <a:pt x="268" y="807"/>
                </a:cubicBezTo>
                <a:lnTo>
                  <a:pt x="317" y="807"/>
                </a:lnTo>
                <a:lnTo>
                  <a:pt x="317" y="818"/>
                </a:lnTo>
                <a:cubicBezTo>
                  <a:pt x="317" y="818"/>
                  <a:pt x="323" y="824"/>
                  <a:pt x="323" y="829"/>
                </a:cubicBezTo>
                <a:cubicBezTo>
                  <a:pt x="323" y="835"/>
                  <a:pt x="328" y="834"/>
                  <a:pt x="334" y="834"/>
                </a:cubicBezTo>
                <a:lnTo>
                  <a:pt x="364" y="834"/>
                </a:lnTo>
                <a:cubicBezTo>
                  <a:pt x="364" y="834"/>
                  <a:pt x="369" y="829"/>
                  <a:pt x="375" y="829"/>
                </a:cubicBezTo>
                <a:cubicBezTo>
                  <a:pt x="380" y="829"/>
                  <a:pt x="380" y="823"/>
                  <a:pt x="380" y="818"/>
                </a:cubicBezTo>
                <a:lnTo>
                  <a:pt x="380" y="788"/>
                </a:lnTo>
                <a:cubicBezTo>
                  <a:pt x="380" y="788"/>
                  <a:pt x="375" y="783"/>
                  <a:pt x="375" y="777"/>
                </a:cubicBezTo>
                <a:cubicBezTo>
                  <a:pt x="375" y="772"/>
                  <a:pt x="369" y="771"/>
                  <a:pt x="364" y="771"/>
                </a:cubicBezTo>
                <a:lnTo>
                  <a:pt x="328" y="771"/>
                </a:lnTo>
                <a:lnTo>
                  <a:pt x="328" y="730"/>
                </a:lnTo>
                <a:lnTo>
                  <a:pt x="350" y="730"/>
                </a:lnTo>
                <a:close/>
                <a:moveTo>
                  <a:pt x="468" y="235"/>
                </a:moveTo>
                <a:cubicBezTo>
                  <a:pt x="725" y="235"/>
                  <a:pt x="935" y="443"/>
                  <a:pt x="935" y="700"/>
                </a:cubicBezTo>
                <a:cubicBezTo>
                  <a:pt x="935" y="957"/>
                  <a:pt x="725" y="1168"/>
                  <a:pt x="468" y="1168"/>
                </a:cubicBezTo>
                <a:cubicBezTo>
                  <a:pt x="211" y="1168"/>
                  <a:pt x="0" y="957"/>
                  <a:pt x="0" y="700"/>
                </a:cubicBezTo>
                <a:lnTo>
                  <a:pt x="118" y="700"/>
                </a:lnTo>
                <a:cubicBezTo>
                  <a:pt x="118" y="892"/>
                  <a:pt x="276" y="1050"/>
                  <a:pt x="468" y="1050"/>
                </a:cubicBezTo>
                <a:cubicBezTo>
                  <a:pt x="659" y="1050"/>
                  <a:pt x="818" y="892"/>
                  <a:pt x="818" y="700"/>
                </a:cubicBezTo>
                <a:cubicBezTo>
                  <a:pt x="818" y="509"/>
                  <a:pt x="659" y="350"/>
                  <a:pt x="468" y="350"/>
                </a:cubicBezTo>
                <a:lnTo>
                  <a:pt x="468" y="585"/>
                </a:lnTo>
                <a:lnTo>
                  <a:pt x="175" y="293"/>
                </a:lnTo>
                <a:lnTo>
                  <a:pt x="468" y="0"/>
                </a:lnTo>
                <a:lnTo>
                  <a:pt x="468" y="2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055814" y="4325939"/>
            <a:ext cx="504825" cy="396875"/>
          </a:xfrm>
          <a:custGeom>
            <a:avLst/>
            <a:gdLst>
              <a:gd name="T0" fmla="*/ 374 w 1401"/>
              <a:gd name="T1" fmla="*/ 454 h 1101"/>
              <a:gd name="T2" fmla="*/ 167 w 1401"/>
              <a:gd name="T3" fmla="*/ 249 h 1101"/>
              <a:gd name="T4" fmla="*/ 249 w 1401"/>
              <a:gd name="T5" fmla="*/ 165 h 1101"/>
              <a:gd name="T6" fmla="*/ 456 w 1401"/>
              <a:gd name="T7" fmla="*/ 372 h 1101"/>
              <a:gd name="T8" fmla="*/ 374 w 1401"/>
              <a:gd name="T9" fmla="*/ 454 h 1101"/>
              <a:gd name="T10" fmla="*/ 757 w 1401"/>
              <a:gd name="T11" fmla="*/ 0 h 1101"/>
              <a:gd name="T12" fmla="*/ 757 w 1401"/>
              <a:gd name="T13" fmla="*/ 290 h 1101"/>
              <a:gd name="T14" fmla="*/ 642 w 1401"/>
              <a:gd name="T15" fmla="*/ 290 h 1101"/>
              <a:gd name="T16" fmla="*/ 642 w 1401"/>
              <a:gd name="T17" fmla="*/ 0 h 1101"/>
              <a:gd name="T18" fmla="*/ 757 w 1401"/>
              <a:gd name="T19" fmla="*/ 0 h 1101"/>
              <a:gd name="T20" fmla="*/ 1233 w 1401"/>
              <a:gd name="T21" fmla="*/ 249 h 1101"/>
              <a:gd name="T22" fmla="*/ 1025 w 1401"/>
              <a:gd name="T23" fmla="*/ 454 h 1101"/>
              <a:gd name="T24" fmla="*/ 943 w 1401"/>
              <a:gd name="T25" fmla="*/ 372 h 1101"/>
              <a:gd name="T26" fmla="*/ 1151 w 1401"/>
              <a:gd name="T27" fmla="*/ 164 h 1101"/>
              <a:gd name="T28" fmla="*/ 1233 w 1401"/>
              <a:gd name="T29" fmla="*/ 249 h 1101"/>
              <a:gd name="T30" fmla="*/ 1383 w 1401"/>
              <a:gd name="T31" fmla="*/ 856 h 1101"/>
              <a:gd name="T32" fmla="*/ 1400 w 1401"/>
              <a:gd name="T33" fmla="*/ 897 h 1101"/>
              <a:gd name="T34" fmla="*/ 1383 w 1401"/>
              <a:gd name="T35" fmla="*/ 938 h 1101"/>
              <a:gd name="T36" fmla="*/ 1238 w 1401"/>
              <a:gd name="T37" fmla="*/ 1083 h 1101"/>
              <a:gd name="T38" fmla="*/ 1197 w 1401"/>
              <a:gd name="T39" fmla="*/ 1100 h 1101"/>
              <a:gd name="T40" fmla="*/ 1156 w 1401"/>
              <a:gd name="T41" fmla="*/ 1083 h 1101"/>
              <a:gd name="T42" fmla="*/ 1000 w 1401"/>
              <a:gd name="T43" fmla="*/ 974 h 1101"/>
              <a:gd name="T44" fmla="*/ 968 w 1401"/>
              <a:gd name="T45" fmla="*/ 922 h 1101"/>
              <a:gd name="T46" fmla="*/ 968 w 1401"/>
              <a:gd name="T47" fmla="*/ 741 h 1101"/>
              <a:gd name="T48" fmla="*/ 700 w 1401"/>
              <a:gd name="T49" fmla="*/ 700 h 1101"/>
              <a:gd name="T50" fmla="*/ 432 w 1401"/>
              <a:gd name="T51" fmla="*/ 741 h 1101"/>
              <a:gd name="T52" fmla="*/ 432 w 1401"/>
              <a:gd name="T53" fmla="*/ 922 h 1101"/>
              <a:gd name="T54" fmla="*/ 399 w 1401"/>
              <a:gd name="T55" fmla="*/ 977 h 1101"/>
              <a:gd name="T56" fmla="*/ 243 w 1401"/>
              <a:gd name="T57" fmla="*/ 1083 h 1101"/>
              <a:gd name="T58" fmla="*/ 202 w 1401"/>
              <a:gd name="T59" fmla="*/ 1100 h 1101"/>
              <a:gd name="T60" fmla="*/ 161 w 1401"/>
              <a:gd name="T61" fmla="*/ 1083 h 1101"/>
              <a:gd name="T62" fmla="*/ 16 w 1401"/>
              <a:gd name="T63" fmla="*/ 938 h 1101"/>
              <a:gd name="T64" fmla="*/ 0 w 1401"/>
              <a:gd name="T65" fmla="*/ 897 h 1101"/>
              <a:gd name="T66" fmla="*/ 16 w 1401"/>
              <a:gd name="T67" fmla="*/ 856 h 1101"/>
              <a:gd name="T68" fmla="*/ 700 w 1401"/>
              <a:gd name="T69" fmla="*/ 583 h 1101"/>
              <a:gd name="T70" fmla="*/ 1383 w 1401"/>
              <a:gd name="T71" fmla="*/ 856 h 1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01" h="1101">
                <a:moveTo>
                  <a:pt x="374" y="454"/>
                </a:moveTo>
                <a:cubicBezTo>
                  <a:pt x="374" y="454"/>
                  <a:pt x="172" y="252"/>
                  <a:pt x="167" y="249"/>
                </a:cubicBezTo>
                <a:lnTo>
                  <a:pt x="249" y="165"/>
                </a:lnTo>
                <a:lnTo>
                  <a:pt x="456" y="372"/>
                </a:lnTo>
                <a:lnTo>
                  <a:pt x="374" y="454"/>
                </a:lnTo>
                <a:close/>
                <a:moveTo>
                  <a:pt x="757" y="0"/>
                </a:moveTo>
                <a:lnTo>
                  <a:pt x="757" y="290"/>
                </a:lnTo>
                <a:lnTo>
                  <a:pt x="642" y="290"/>
                </a:lnTo>
                <a:lnTo>
                  <a:pt x="642" y="0"/>
                </a:lnTo>
                <a:lnTo>
                  <a:pt x="757" y="0"/>
                </a:lnTo>
                <a:close/>
                <a:moveTo>
                  <a:pt x="1233" y="249"/>
                </a:moveTo>
                <a:cubicBezTo>
                  <a:pt x="1227" y="252"/>
                  <a:pt x="1025" y="454"/>
                  <a:pt x="1025" y="454"/>
                </a:cubicBezTo>
                <a:lnTo>
                  <a:pt x="943" y="372"/>
                </a:lnTo>
                <a:lnTo>
                  <a:pt x="1151" y="164"/>
                </a:lnTo>
                <a:lnTo>
                  <a:pt x="1233" y="249"/>
                </a:lnTo>
                <a:close/>
                <a:moveTo>
                  <a:pt x="1383" y="856"/>
                </a:moveTo>
                <a:cubicBezTo>
                  <a:pt x="1394" y="867"/>
                  <a:pt x="1400" y="881"/>
                  <a:pt x="1400" y="897"/>
                </a:cubicBezTo>
                <a:cubicBezTo>
                  <a:pt x="1400" y="914"/>
                  <a:pt x="1394" y="927"/>
                  <a:pt x="1383" y="938"/>
                </a:cubicBezTo>
                <a:lnTo>
                  <a:pt x="1238" y="1083"/>
                </a:lnTo>
                <a:cubicBezTo>
                  <a:pt x="1227" y="1094"/>
                  <a:pt x="1213" y="1100"/>
                  <a:pt x="1197" y="1100"/>
                </a:cubicBezTo>
                <a:cubicBezTo>
                  <a:pt x="1180" y="1100"/>
                  <a:pt x="1167" y="1094"/>
                  <a:pt x="1156" y="1083"/>
                </a:cubicBezTo>
                <a:cubicBezTo>
                  <a:pt x="1110" y="1039"/>
                  <a:pt x="1058" y="1001"/>
                  <a:pt x="1000" y="974"/>
                </a:cubicBezTo>
                <a:cubicBezTo>
                  <a:pt x="981" y="966"/>
                  <a:pt x="968" y="944"/>
                  <a:pt x="968" y="922"/>
                </a:cubicBezTo>
                <a:lnTo>
                  <a:pt x="968" y="741"/>
                </a:lnTo>
                <a:cubicBezTo>
                  <a:pt x="883" y="714"/>
                  <a:pt x="793" y="700"/>
                  <a:pt x="700" y="700"/>
                </a:cubicBezTo>
                <a:cubicBezTo>
                  <a:pt x="607" y="700"/>
                  <a:pt x="516" y="714"/>
                  <a:pt x="432" y="741"/>
                </a:cubicBezTo>
                <a:lnTo>
                  <a:pt x="432" y="922"/>
                </a:lnTo>
                <a:cubicBezTo>
                  <a:pt x="432" y="946"/>
                  <a:pt x="418" y="968"/>
                  <a:pt x="399" y="977"/>
                </a:cubicBezTo>
                <a:cubicBezTo>
                  <a:pt x="341" y="1004"/>
                  <a:pt x="290" y="1039"/>
                  <a:pt x="243" y="1083"/>
                </a:cubicBezTo>
                <a:cubicBezTo>
                  <a:pt x="232" y="1094"/>
                  <a:pt x="218" y="1100"/>
                  <a:pt x="202" y="1100"/>
                </a:cubicBezTo>
                <a:cubicBezTo>
                  <a:pt x="186" y="1100"/>
                  <a:pt x="172" y="1094"/>
                  <a:pt x="161" y="1083"/>
                </a:cubicBezTo>
                <a:lnTo>
                  <a:pt x="16" y="938"/>
                </a:lnTo>
                <a:cubicBezTo>
                  <a:pt x="5" y="927"/>
                  <a:pt x="0" y="914"/>
                  <a:pt x="0" y="897"/>
                </a:cubicBezTo>
                <a:cubicBezTo>
                  <a:pt x="0" y="881"/>
                  <a:pt x="5" y="867"/>
                  <a:pt x="16" y="856"/>
                </a:cubicBezTo>
                <a:cubicBezTo>
                  <a:pt x="194" y="687"/>
                  <a:pt x="434" y="583"/>
                  <a:pt x="700" y="583"/>
                </a:cubicBezTo>
                <a:cubicBezTo>
                  <a:pt x="965" y="583"/>
                  <a:pt x="1205" y="687"/>
                  <a:pt x="1383" y="85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68651" y="4333877"/>
            <a:ext cx="441325" cy="377825"/>
          </a:xfrm>
          <a:custGeom>
            <a:avLst/>
            <a:gdLst>
              <a:gd name="T0" fmla="*/ 643 w 1226"/>
              <a:gd name="T1" fmla="*/ 293 h 1051"/>
              <a:gd name="T2" fmla="*/ 730 w 1226"/>
              <a:gd name="T3" fmla="*/ 293 h 1051"/>
              <a:gd name="T4" fmla="*/ 730 w 1226"/>
              <a:gd name="T5" fmla="*/ 539 h 1051"/>
              <a:gd name="T6" fmla="*/ 935 w 1226"/>
              <a:gd name="T7" fmla="*/ 662 h 1051"/>
              <a:gd name="T8" fmla="*/ 892 w 1226"/>
              <a:gd name="T9" fmla="*/ 733 h 1051"/>
              <a:gd name="T10" fmla="*/ 643 w 1226"/>
              <a:gd name="T11" fmla="*/ 582 h 1051"/>
              <a:gd name="T12" fmla="*/ 643 w 1226"/>
              <a:gd name="T13" fmla="*/ 293 h 1051"/>
              <a:gd name="T14" fmla="*/ 700 w 1226"/>
              <a:gd name="T15" fmla="*/ 0 h 1051"/>
              <a:gd name="T16" fmla="*/ 1225 w 1226"/>
              <a:gd name="T17" fmla="*/ 525 h 1051"/>
              <a:gd name="T18" fmla="*/ 700 w 1226"/>
              <a:gd name="T19" fmla="*/ 1050 h 1051"/>
              <a:gd name="T20" fmla="*/ 331 w 1226"/>
              <a:gd name="T21" fmla="*/ 897 h 1051"/>
              <a:gd name="T22" fmla="*/ 413 w 1226"/>
              <a:gd name="T23" fmla="*/ 812 h 1051"/>
              <a:gd name="T24" fmla="*/ 700 w 1226"/>
              <a:gd name="T25" fmla="*/ 932 h 1051"/>
              <a:gd name="T26" fmla="*/ 1110 w 1226"/>
              <a:gd name="T27" fmla="*/ 525 h 1051"/>
              <a:gd name="T28" fmla="*/ 700 w 1226"/>
              <a:gd name="T29" fmla="*/ 118 h 1051"/>
              <a:gd name="T30" fmla="*/ 293 w 1226"/>
              <a:gd name="T31" fmla="*/ 525 h 1051"/>
              <a:gd name="T32" fmla="*/ 468 w 1226"/>
              <a:gd name="T33" fmla="*/ 525 h 1051"/>
              <a:gd name="T34" fmla="*/ 233 w 1226"/>
              <a:gd name="T35" fmla="*/ 760 h 1051"/>
              <a:gd name="T36" fmla="*/ 227 w 1226"/>
              <a:gd name="T37" fmla="*/ 752 h 1051"/>
              <a:gd name="T38" fmla="*/ 0 w 1226"/>
              <a:gd name="T39" fmla="*/ 525 h 1051"/>
              <a:gd name="T40" fmla="*/ 175 w 1226"/>
              <a:gd name="T41" fmla="*/ 525 h 1051"/>
              <a:gd name="T42" fmla="*/ 700 w 1226"/>
              <a:gd name="T43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26" h="1051">
                <a:moveTo>
                  <a:pt x="643" y="293"/>
                </a:moveTo>
                <a:lnTo>
                  <a:pt x="730" y="293"/>
                </a:lnTo>
                <a:lnTo>
                  <a:pt x="730" y="539"/>
                </a:lnTo>
                <a:lnTo>
                  <a:pt x="935" y="662"/>
                </a:lnTo>
                <a:lnTo>
                  <a:pt x="892" y="733"/>
                </a:lnTo>
                <a:lnTo>
                  <a:pt x="643" y="582"/>
                </a:lnTo>
                <a:lnTo>
                  <a:pt x="643" y="293"/>
                </a:lnTo>
                <a:close/>
                <a:moveTo>
                  <a:pt x="700" y="0"/>
                </a:moveTo>
                <a:cubicBezTo>
                  <a:pt x="990" y="0"/>
                  <a:pt x="1225" y="235"/>
                  <a:pt x="1225" y="525"/>
                </a:cubicBezTo>
                <a:cubicBezTo>
                  <a:pt x="1225" y="815"/>
                  <a:pt x="990" y="1050"/>
                  <a:pt x="700" y="1050"/>
                </a:cubicBezTo>
                <a:cubicBezTo>
                  <a:pt x="555" y="1050"/>
                  <a:pt x="427" y="993"/>
                  <a:pt x="331" y="897"/>
                </a:cubicBezTo>
                <a:lnTo>
                  <a:pt x="413" y="812"/>
                </a:lnTo>
                <a:cubicBezTo>
                  <a:pt x="487" y="886"/>
                  <a:pt x="588" y="932"/>
                  <a:pt x="700" y="932"/>
                </a:cubicBezTo>
                <a:cubicBezTo>
                  <a:pt x="927" y="932"/>
                  <a:pt x="1110" y="752"/>
                  <a:pt x="1110" y="525"/>
                </a:cubicBezTo>
                <a:cubicBezTo>
                  <a:pt x="1110" y="298"/>
                  <a:pt x="927" y="118"/>
                  <a:pt x="700" y="118"/>
                </a:cubicBezTo>
                <a:cubicBezTo>
                  <a:pt x="473" y="118"/>
                  <a:pt x="293" y="298"/>
                  <a:pt x="293" y="525"/>
                </a:cubicBezTo>
                <a:lnTo>
                  <a:pt x="468" y="525"/>
                </a:lnTo>
                <a:lnTo>
                  <a:pt x="233" y="760"/>
                </a:lnTo>
                <a:lnTo>
                  <a:pt x="227" y="752"/>
                </a:lnTo>
                <a:lnTo>
                  <a:pt x="0" y="525"/>
                </a:lnTo>
                <a:lnTo>
                  <a:pt x="175" y="525"/>
                </a:lnTo>
                <a:cubicBezTo>
                  <a:pt x="175" y="235"/>
                  <a:pt x="410" y="0"/>
                  <a:pt x="700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303712" y="4313238"/>
            <a:ext cx="336550" cy="419100"/>
          </a:xfrm>
          <a:custGeom>
            <a:avLst/>
            <a:gdLst>
              <a:gd name="T0" fmla="*/ 468 w 936"/>
              <a:gd name="T1" fmla="*/ 932 h 1165"/>
              <a:gd name="T2" fmla="*/ 760 w 936"/>
              <a:gd name="T3" fmla="*/ 639 h 1165"/>
              <a:gd name="T4" fmla="*/ 468 w 936"/>
              <a:gd name="T5" fmla="*/ 350 h 1165"/>
              <a:gd name="T6" fmla="*/ 222 w 936"/>
              <a:gd name="T7" fmla="*/ 484 h 1165"/>
              <a:gd name="T8" fmla="*/ 148 w 936"/>
              <a:gd name="T9" fmla="*/ 407 h 1165"/>
              <a:gd name="T10" fmla="*/ 148 w 936"/>
              <a:gd name="T11" fmla="*/ 639 h 1165"/>
              <a:gd name="T12" fmla="*/ 380 w 936"/>
              <a:gd name="T13" fmla="*/ 639 h 1165"/>
              <a:gd name="T14" fmla="*/ 287 w 936"/>
              <a:gd name="T15" fmla="*/ 546 h 1165"/>
              <a:gd name="T16" fmla="*/ 468 w 936"/>
              <a:gd name="T17" fmla="*/ 437 h 1165"/>
              <a:gd name="T18" fmla="*/ 673 w 936"/>
              <a:gd name="T19" fmla="*/ 639 h 1165"/>
              <a:gd name="T20" fmla="*/ 468 w 936"/>
              <a:gd name="T21" fmla="*/ 845 h 1165"/>
              <a:gd name="T22" fmla="*/ 301 w 936"/>
              <a:gd name="T23" fmla="*/ 757 h 1165"/>
              <a:gd name="T24" fmla="*/ 200 w 936"/>
              <a:gd name="T25" fmla="*/ 757 h 1165"/>
              <a:gd name="T26" fmla="*/ 468 w 936"/>
              <a:gd name="T27" fmla="*/ 932 h 1165"/>
              <a:gd name="T28" fmla="*/ 585 w 936"/>
              <a:gd name="T29" fmla="*/ 0 h 1165"/>
              <a:gd name="T30" fmla="*/ 935 w 936"/>
              <a:gd name="T31" fmla="*/ 350 h 1165"/>
              <a:gd name="T32" fmla="*/ 935 w 936"/>
              <a:gd name="T33" fmla="*/ 1050 h 1165"/>
              <a:gd name="T34" fmla="*/ 818 w 936"/>
              <a:gd name="T35" fmla="*/ 1164 h 1165"/>
              <a:gd name="T36" fmla="*/ 118 w 936"/>
              <a:gd name="T37" fmla="*/ 1164 h 1165"/>
              <a:gd name="T38" fmla="*/ 0 w 936"/>
              <a:gd name="T39" fmla="*/ 1050 h 1165"/>
              <a:gd name="T40" fmla="*/ 3 w 936"/>
              <a:gd name="T41" fmla="*/ 114 h 1165"/>
              <a:gd name="T42" fmla="*/ 118 w 936"/>
              <a:gd name="T43" fmla="*/ 0 h 1165"/>
              <a:gd name="T44" fmla="*/ 585 w 936"/>
              <a:gd name="T4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936" h="1165">
                <a:moveTo>
                  <a:pt x="468" y="932"/>
                </a:moveTo>
                <a:cubicBezTo>
                  <a:pt x="629" y="932"/>
                  <a:pt x="760" y="801"/>
                  <a:pt x="760" y="639"/>
                </a:cubicBezTo>
                <a:cubicBezTo>
                  <a:pt x="760" y="478"/>
                  <a:pt x="629" y="350"/>
                  <a:pt x="468" y="350"/>
                </a:cubicBezTo>
                <a:cubicBezTo>
                  <a:pt x="364" y="350"/>
                  <a:pt x="274" y="404"/>
                  <a:pt x="222" y="484"/>
                </a:cubicBezTo>
                <a:lnTo>
                  <a:pt x="148" y="407"/>
                </a:lnTo>
                <a:lnTo>
                  <a:pt x="148" y="639"/>
                </a:lnTo>
                <a:lnTo>
                  <a:pt x="380" y="639"/>
                </a:lnTo>
                <a:lnTo>
                  <a:pt x="287" y="546"/>
                </a:lnTo>
                <a:cubicBezTo>
                  <a:pt x="320" y="481"/>
                  <a:pt x="389" y="437"/>
                  <a:pt x="468" y="437"/>
                </a:cubicBezTo>
                <a:cubicBezTo>
                  <a:pt x="580" y="437"/>
                  <a:pt x="673" y="527"/>
                  <a:pt x="673" y="639"/>
                </a:cubicBezTo>
                <a:cubicBezTo>
                  <a:pt x="673" y="752"/>
                  <a:pt x="580" y="845"/>
                  <a:pt x="468" y="845"/>
                </a:cubicBezTo>
                <a:cubicBezTo>
                  <a:pt x="399" y="845"/>
                  <a:pt x="337" y="809"/>
                  <a:pt x="301" y="757"/>
                </a:cubicBezTo>
                <a:lnTo>
                  <a:pt x="200" y="757"/>
                </a:lnTo>
                <a:cubicBezTo>
                  <a:pt x="244" y="861"/>
                  <a:pt x="348" y="932"/>
                  <a:pt x="468" y="932"/>
                </a:cubicBezTo>
                <a:close/>
                <a:moveTo>
                  <a:pt x="585" y="0"/>
                </a:moveTo>
                <a:lnTo>
                  <a:pt x="935" y="350"/>
                </a:lnTo>
                <a:lnTo>
                  <a:pt x="935" y="1050"/>
                </a:lnTo>
                <a:cubicBezTo>
                  <a:pt x="935" y="1112"/>
                  <a:pt x="881" y="1164"/>
                  <a:pt x="818" y="1164"/>
                </a:cubicBezTo>
                <a:lnTo>
                  <a:pt x="118" y="1164"/>
                </a:lnTo>
                <a:cubicBezTo>
                  <a:pt x="55" y="1164"/>
                  <a:pt x="0" y="1112"/>
                  <a:pt x="0" y="1050"/>
                </a:cubicBezTo>
                <a:lnTo>
                  <a:pt x="3" y="114"/>
                </a:lnTo>
                <a:cubicBezTo>
                  <a:pt x="3" y="52"/>
                  <a:pt x="55" y="0"/>
                  <a:pt x="118" y="0"/>
                </a:cubicBezTo>
                <a:lnTo>
                  <a:pt x="58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65751" y="4313238"/>
            <a:ext cx="377825" cy="419100"/>
          </a:xfrm>
          <a:custGeom>
            <a:avLst/>
            <a:gdLst>
              <a:gd name="T0" fmla="*/ 757 w 1051"/>
              <a:gd name="T1" fmla="*/ 232 h 1165"/>
              <a:gd name="T2" fmla="*/ 1050 w 1051"/>
              <a:gd name="T3" fmla="*/ 0 h 1165"/>
              <a:gd name="T4" fmla="*/ 1050 w 1051"/>
              <a:gd name="T5" fmla="*/ 1164 h 1165"/>
              <a:gd name="T6" fmla="*/ 905 w 1051"/>
              <a:gd name="T7" fmla="*/ 1164 h 1165"/>
              <a:gd name="T8" fmla="*/ 905 w 1051"/>
              <a:gd name="T9" fmla="*/ 700 h 1165"/>
              <a:gd name="T10" fmla="*/ 757 w 1051"/>
              <a:gd name="T11" fmla="*/ 700 h 1165"/>
              <a:gd name="T12" fmla="*/ 757 w 1051"/>
              <a:gd name="T13" fmla="*/ 232 h 1165"/>
              <a:gd name="T14" fmla="*/ 468 w 1051"/>
              <a:gd name="T15" fmla="*/ 407 h 1165"/>
              <a:gd name="T16" fmla="*/ 468 w 1051"/>
              <a:gd name="T17" fmla="*/ 0 h 1165"/>
              <a:gd name="T18" fmla="*/ 582 w 1051"/>
              <a:gd name="T19" fmla="*/ 0 h 1165"/>
              <a:gd name="T20" fmla="*/ 582 w 1051"/>
              <a:gd name="T21" fmla="*/ 407 h 1165"/>
              <a:gd name="T22" fmla="*/ 364 w 1051"/>
              <a:gd name="T23" fmla="*/ 639 h 1165"/>
              <a:gd name="T24" fmla="*/ 364 w 1051"/>
              <a:gd name="T25" fmla="*/ 1164 h 1165"/>
              <a:gd name="T26" fmla="*/ 219 w 1051"/>
              <a:gd name="T27" fmla="*/ 1164 h 1165"/>
              <a:gd name="T28" fmla="*/ 219 w 1051"/>
              <a:gd name="T29" fmla="*/ 639 h 1165"/>
              <a:gd name="T30" fmla="*/ 0 w 1051"/>
              <a:gd name="T31" fmla="*/ 407 h 1165"/>
              <a:gd name="T32" fmla="*/ 0 w 1051"/>
              <a:gd name="T33" fmla="*/ 0 h 1165"/>
              <a:gd name="T34" fmla="*/ 118 w 1051"/>
              <a:gd name="T35" fmla="*/ 0 h 1165"/>
              <a:gd name="T36" fmla="*/ 118 w 1051"/>
              <a:gd name="T37" fmla="*/ 407 h 1165"/>
              <a:gd name="T38" fmla="*/ 232 w 1051"/>
              <a:gd name="T39" fmla="*/ 407 h 1165"/>
              <a:gd name="T40" fmla="*/ 232 w 1051"/>
              <a:gd name="T41" fmla="*/ 0 h 1165"/>
              <a:gd name="T42" fmla="*/ 350 w 1051"/>
              <a:gd name="T43" fmla="*/ 0 h 1165"/>
              <a:gd name="T44" fmla="*/ 350 w 1051"/>
              <a:gd name="T45" fmla="*/ 407 h 1165"/>
              <a:gd name="T46" fmla="*/ 468 w 1051"/>
              <a:gd name="T47" fmla="*/ 407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165">
                <a:moveTo>
                  <a:pt x="757" y="232"/>
                </a:moveTo>
                <a:cubicBezTo>
                  <a:pt x="757" y="128"/>
                  <a:pt x="889" y="0"/>
                  <a:pt x="1050" y="0"/>
                </a:cubicBezTo>
                <a:lnTo>
                  <a:pt x="1050" y="1164"/>
                </a:lnTo>
                <a:lnTo>
                  <a:pt x="905" y="1164"/>
                </a:lnTo>
                <a:lnTo>
                  <a:pt x="905" y="700"/>
                </a:lnTo>
                <a:lnTo>
                  <a:pt x="757" y="700"/>
                </a:lnTo>
                <a:lnTo>
                  <a:pt x="757" y="232"/>
                </a:lnTo>
                <a:close/>
                <a:moveTo>
                  <a:pt x="468" y="407"/>
                </a:moveTo>
                <a:lnTo>
                  <a:pt x="468" y="0"/>
                </a:lnTo>
                <a:lnTo>
                  <a:pt x="582" y="0"/>
                </a:lnTo>
                <a:lnTo>
                  <a:pt x="582" y="407"/>
                </a:lnTo>
                <a:cubicBezTo>
                  <a:pt x="582" y="530"/>
                  <a:pt x="487" y="631"/>
                  <a:pt x="364" y="639"/>
                </a:cubicBezTo>
                <a:lnTo>
                  <a:pt x="364" y="1164"/>
                </a:lnTo>
                <a:lnTo>
                  <a:pt x="219" y="1164"/>
                </a:lnTo>
                <a:lnTo>
                  <a:pt x="219" y="639"/>
                </a:lnTo>
                <a:cubicBezTo>
                  <a:pt x="96" y="631"/>
                  <a:pt x="0" y="530"/>
                  <a:pt x="0" y="407"/>
                </a:cubicBezTo>
                <a:lnTo>
                  <a:pt x="0" y="0"/>
                </a:lnTo>
                <a:lnTo>
                  <a:pt x="118" y="0"/>
                </a:lnTo>
                <a:lnTo>
                  <a:pt x="118" y="407"/>
                </a:lnTo>
                <a:lnTo>
                  <a:pt x="232" y="407"/>
                </a:lnTo>
                <a:lnTo>
                  <a:pt x="232" y="0"/>
                </a:lnTo>
                <a:lnTo>
                  <a:pt x="350" y="0"/>
                </a:lnTo>
                <a:lnTo>
                  <a:pt x="350" y="407"/>
                </a:lnTo>
                <a:lnTo>
                  <a:pt x="468" y="40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27789" y="4321177"/>
            <a:ext cx="422275" cy="393699"/>
          </a:xfrm>
          <a:custGeom>
            <a:avLst/>
            <a:gdLst>
              <a:gd name="T0" fmla="*/ 730 w 1171"/>
              <a:gd name="T1" fmla="*/ 523 h 1092"/>
              <a:gd name="T2" fmla="*/ 645 w 1171"/>
              <a:gd name="T3" fmla="*/ 607 h 1092"/>
              <a:gd name="T4" fmla="*/ 1047 w 1171"/>
              <a:gd name="T5" fmla="*/ 1009 h 1092"/>
              <a:gd name="T6" fmla="*/ 965 w 1171"/>
              <a:gd name="T7" fmla="*/ 1091 h 1092"/>
              <a:gd name="T8" fmla="*/ 563 w 1171"/>
              <a:gd name="T9" fmla="*/ 689 h 1092"/>
              <a:gd name="T10" fmla="*/ 161 w 1171"/>
              <a:gd name="T11" fmla="*/ 1091 h 1092"/>
              <a:gd name="T12" fmla="*/ 79 w 1171"/>
              <a:gd name="T13" fmla="*/ 1009 h 1092"/>
              <a:gd name="T14" fmla="*/ 648 w 1171"/>
              <a:gd name="T15" fmla="*/ 441 h 1092"/>
              <a:gd name="T16" fmla="*/ 730 w 1171"/>
              <a:gd name="T17" fmla="*/ 132 h 1092"/>
              <a:gd name="T18" fmla="*/ 1085 w 1171"/>
              <a:gd name="T19" fmla="*/ 85 h 1092"/>
              <a:gd name="T20" fmla="*/ 1039 w 1171"/>
              <a:gd name="T21" fmla="*/ 443 h 1092"/>
              <a:gd name="T22" fmla="*/ 730 w 1171"/>
              <a:gd name="T23" fmla="*/ 523 h 1092"/>
              <a:gd name="T24" fmla="*/ 336 w 1171"/>
              <a:gd name="T25" fmla="*/ 629 h 1092"/>
              <a:gd name="T26" fmla="*/ 90 w 1171"/>
              <a:gd name="T27" fmla="*/ 383 h 1092"/>
              <a:gd name="T28" fmla="*/ 90 w 1171"/>
              <a:gd name="T29" fmla="*/ 55 h 1092"/>
              <a:gd name="T30" fmla="*/ 500 w 1171"/>
              <a:gd name="T31" fmla="*/ 463 h 1092"/>
              <a:gd name="T32" fmla="*/ 336 w 1171"/>
              <a:gd name="T33" fmla="*/ 629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71" h="1092">
                <a:moveTo>
                  <a:pt x="730" y="523"/>
                </a:moveTo>
                <a:lnTo>
                  <a:pt x="645" y="607"/>
                </a:lnTo>
                <a:lnTo>
                  <a:pt x="1047" y="1009"/>
                </a:lnTo>
                <a:lnTo>
                  <a:pt x="965" y="1091"/>
                </a:lnTo>
                <a:lnTo>
                  <a:pt x="563" y="689"/>
                </a:lnTo>
                <a:lnTo>
                  <a:pt x="161" y="1091"/>
                </a:lnTo>
                <a:lnTo>
                  <a:pt x="79" y="1009"/>
                </a:lnTo>
                <a:lnTo>
                  <a:pt x="648" y="441"/>
                </a:lnTo>
                <a:cubicBezTo>
                  <a:pt x="607" y="350"/>
                  <a:pt x="637" y="225"/>
                  <a:pt x="730" y="132"/>
                </a:cubicBezTo>
                <a:cubicBezTo>
                  <a:pt x="842" y="20"/>
                  <a:pt x="1000" y="0"/>
                  <a:pt x="1085" y="85"/>
                </a:cubicBezTo>
                <a:cubicBezTo>
                  <a:pt x="1170" y="170"/>
                  <a:pt x="1151" y="331"/>
                  <a:pt x="1039" y="443"/>
                </a:cubicBezTo>
                <a:cubicBezTo>
                  <a:pt x="946" y="536"/>
                  <a:pt x="820" y="564"/>
                  <a:pt x="730" y="523"/>
                </a:cubicBezTo>
                <a:close/>
                <a:moveTo>
                  <a:pt x="336" y="629"/>
                </a:moveTo>
                <a:lnTo>
                  <a:pt x="90" y="383"/>
                </a:lnTo>
                <a:cubicBezTo>
                  <a:pt x="0" y="293"/>
                  <a:pt x="0" y="145"/>
                  <a:pt x="90" y="55"/>
                </a:cubicBezTo>
                <a:lnTo>
                  <a:pt x="500" y="463"/>
                </a:lnTo>
                <a:lnTo>
                  <a:pt x="336" y="62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31101" y="4333877"/>
            <a:ext cx="377825" cy="377825"/>
          </a:xfrm>
          <a:custGeom>
            <a:avLst/>
            <a:gdLst>
              <a:gd name="T0" fmla="*/ 583 w 1051"/>
              <a:gd name="T1" fmla="*/ 582 h 1051"/>
              <a:gd name="T2" fmla="*/ 583 w 1051"/>
              <a:gd name="T3" fmla="*/ 232 h 1051"/>
              <a:gd name="T4" fmla="*/ 468 w 1051"/>
              <a:gd name="T5" fmla="*/ 232 h 1051"/>
              <a:gd name="T6" fmla="*/ 468 w 1051"/>
              <a:gd name="T7" fmla="*/ 582 h 1051"/>
              <a:gd name="T8" fmla="*/ 583 w 1051"/>
              <a:gd name="T9" fmla="*/ 582 h 1051"/>
              <a:gd name="T10" fmla="*/ 525 w 1051"/>
              <a:gd name="T11" fmla="*/ 834 h 1051"/>
              <a:gd name="T12" fmla="*/ 602 w 1051"/>
              <a:gd name="T13" fmla="*/ 757 h 1051"/>
              <a:gd name="T14" fmla="*/ 525 w 1051"/>
              <a:gd name="T15" fmla="*/ 684 h 1051"/>
              <a:gd name="T16" fmla="*/ 449 w 1051"/>
              <a:gd name="T17" fmla="*/ 757 h 1051"/>
              <a:gd name="T18" fmla="*/ 525 w 1051"/>
              <a:gd name="T19" fmla="*/ 834 h 1051"/>
              <a:gd name="T20" fmla="*/ 744 w 1051"/>
              <a:gd name="T21" fmla="*/ 0 h 1051"/>
              <a:gd name="T22" fmla="*/ 1050 w 1051"/>
              <a:gd name="T23" fmla="*/ 306 h 1051"/>
              <a:gd name="T24" fmla="*/ 1050 w 1051"/>
              <a:gd name="T25" fmla="*/ 744 h 1051"/>
              <a:gd name="T26" fmla="*/ 744 w 1051"/>
              <a:gd name="T27" fmla="*/ 1050 h 1051"/>
              <a:gd name="T28" fmla="*/ 306 w 1051"/>
              <a:gd name="T29" fmla="*/ 1050 h 1051"/>
              <a:gd name="T30" fmla="*/ 0 w 1051"/>
              <a:gd name="T31" fmla="*/ 744 h 1051"/>
              <a:gd name="T32" fmla="*/ 0 w 1051"/>
              <a:gd name="T33" fmla="*/ 306 h 1051"/>
              <a:gd name="T34" fmla="*/ 306 w 1051"/>
              <a:gd name="T35" fmla="*/ 0 h 1051"/>
              <a:gd name="T36" fmla="*/ 744 w 1051"/>
              <a:gd name="T3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51" h="1051">
                <a:moveTo>
                  <a:pt x="583" y="582"/>
                </a:moveTo>
                <a:lnTo>
                  <a:pt x="583" y="232"/>
                </a:lnTo>
                <a:lnTo>
                  <a:pt x="468" y="232"/>
                </a:lnTo>
                <a:lnTo>
                  <a:pt x="468" y="582"/>
                </a:lnTo>
                <a:lnTo>
                  <a:pt x="583" y="582"/>
                </a:lnTo>
                <a:close/>
                <a:moveTo>
                  <a:pt x="525" y="834"/>
                </a:moveTo>
                <a:cubicBezTo>
                  <a:pt x="566" y="834"/>
                  <a:pt x="602" y="798"/>
                  <a:pt x="602" y="757"/>
                </a:cubicBezTo>
                <a:cubicBezTo>
                  <a:pt x="602" y="716"/>
                  <a:pt x="566" y="684"/>
                  <a:pt x="525" y="684"/>
                </a:cubicBezTo>
                <a:cubicBezTo>
                  <a:pt x="484" y="684"/>
                  <a:pt x="449" y="716"/>
                  <a:pt x="449" y="757"/>
                </a:cubicBezTo>
                <a:cubicBezTo>
                  <a:pt x="449" y="798"/>
                  <a:pt x="484" y="834"/>
                  <a:pt x="525" y="834"/>
                </a:cubicBezTo>
                <a:close/>
                <a:moveTo>
                  <a:pt x="744" y="0"/>
                </a:moveTo>
                <a:lnTo>
                  <a:pt x="1050" y="306"/>
                </a:lnTo>
                <a:lnTo>
                  <a:pt x="1050" y="744"/>
                </a:lnTo>
                <a:lnTo>
                  <a:pt x="744" y="1050"/>
                </a:lnTo>
                <a:lnTo>
                  <a:pt x="306" y="1050"/>
                </a:lnTo>
                <a:lnTo>
                  <a:pt x="0" y="744"/>
                </a:lnTo>
                <a:lnTo>
                  <a:pt x="0" y="306"/>
                </a:lnTo>
                <a:lnTo>
                  <a:pt x="306" y="0"/>
                </a:lnTo>
                <a:lnTo>
                  <a:pt x="744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612189" y="4365627"/>
            <a:ext cx="377825" cy="314325"/>
          </a:xfrm>
          <a:custGeom>
            <a:avLst/>
            <a:gdLst>
              <a:gd name="T0" fmla="*/ 408 w 1051"/>
              <a:gd name="T1" fmla="*/ 232 h 875"/>
              <a:gd name="T2" fmla="*/ 1050 w 1051"/>
              <a:gd name="T3" fmla="*/ 874 h 875"/>
              <a:gd name="T4" fmla="*/ 408 w 1051"/>
              <a:gd name="T5" fmla="*/ 576 h 875"/>
              <a:gd name="T6" fmla="*/ 408 w 1051"/>
              <a:gd name="T7" fmla="*/ 814 h 875"/>
              <a:gd name="T8" fmla="*/ 0 w 1051"/>
              <a:gd name="T9" fmla="*/ 407 h 875"/>
              <a:gd name="T10" fmla="*/ 408 w 1051"/>
              <a:gd name="T11" fmla="*/ 0 h 875"/>
              <a:gd name="T12" fmla="*/ 408 w 1051"/>
              <a:gd name="T13" fmla="*/ 232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1" h="875">
                <a:moveTo>
                  <a:pt x="408" y="232"/>
                </a:moveTo>
                <a:cubicBezTo>
                  <a:pt x="815" y="289"/>
                  <a:pt x="993" y="582"/>
                  <a:pt x="1050" y="874"/>
                </a:cubicBezTo>
                <a:cubicBezTo>
                  <a:pt x="905" y="669"/>
                  <a:pt x="700" y="576"/>
                  <a:pt x="408" y="576"/>
                </a:cubicBezTo>
                <a:lnTo>
                  <a:pt x="408" y="814"/>
                </a:lnTo>
                <a:lnTo>
                  <a:pt x="0" y="407"/>
                </a:lnTo>
                <a:lnTo>
                  <a:pt x="408" y="0"/>
                </a:lnTo>
                <a:lnTo>
                  <a:pt x="408" y="23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32951" y="4365627"/>
            <a:ext cx="504825" cy="314325"/>
          </a:xfrm>
          <a:custGeom>
            <a:avLst/>
            <a:gdLst>
              <a:gd name="T0" fmla="*/ 758 w 1401"/>
              <a:gd name="T1" fmla="*/ 232 h 875"/>
              <a:gd name="T2" fmla="*/ 1400 w 1401"/>
              <a:gd name="T3" fmla="*/ 874 h 875"/>
              <a:gd name="T4" fmla="*/ 758 w 1401"/>
              <a:gd name="T5" fmla="*/ 576 h 875"/>
              <a:gd name="T6" fmla="*/ 758 w 1401"/>
              <a:gd name="T7" fmla="*/ 814 h 875"/>
              <a:gd name="T8" fmla="*/ 350 w 1401"/>
              <a:gd name="T9" fmla="*/ 407 h 875"/>
              <a:gd name="T10" fmla="*/ 758 w 1401"/>
              <a:gd name="T11" fmla="*/ 0 h 875"/>
              <a:gd name="T12" fmla="*/ 758 w 1401"/>
              <a:gd name="T13" fmla="*/ 232 h 875"/>
              <a:gd name="T14" fmla="*/ 408 w 1401"/>
              <a:gd name="T15" fmla="*/ 175 h 875"/>
              <a:gd name="T16" fmla="*/ 175 w 1401"/>
              <a:gd name="T17" fmla="*/ 407 h 875"/>
              <a:gd name="T18" fmla="*/ 408 w 1401"/>
              <a:gd name="T19" fmla="*/ 639 h 875"/>
              <a:gd name="T20" fmla="*/ 408 w 1401"/>
              <a:gd name="T21" fmla="*/ 814 h 875"/>
              <a:gd name="T22" fmla="*/ 0 w 1401"/>
              <a:gd name="T23" fmla="*/ 407 h 875"/>
              <a:gd name="T24" fmla="*/ 408 w 1401"/>
              <a:gd name="T25" fmla="*/ 0 h 875"/>
              <a:gd name="T26" fmla="*/ 408 w 1401"/>
              <a:gd name="T27" fmla="*/ 175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401" h="875">
                <a:moveTo>
                  <a:pt x="758" y="232"/>
                </a:moveTo>
                <a:cubicBezTo>
                  <a:pt x="1165" y="289"/>
                  <a:pt x="1343" y="582"/>
                  <a:pt x="1400" y="874"/>
                </a:cubicBezTo>
                <a:cubicBezTo>
                  <a:pt x="1255" y="669"/>
                  <a:pt x="1050" y="576"/>
                  <a:pt x="758" y="576"/>
                </a:cubicBezTo>
                <a:lnTo>
                  <a:pt x="758" y="814"/>
                </a:lnTo>
                <a:lnTo>
                  <a:pt x="350" y="407"/>
                </a:lnTo>
                <a:lnTo>
                  <a:pt x="758" y="0"/>
                </a:lnTo>
                <a:lnTo>
                  <a:pt x="758" y="232"/>
                </a:lnTo>
                <a:close/>
                <a:moveTo>
                  <a:pt x="408" y="175"/>
                </a:moveTo>
                <a:lnTo>
                  <a:pt x="175" y="407"/>
                </a:lnTo>
                <a:lnTo>
                  <a:pt x="408" y="639"/>
                </a:lnTo>
                <a:lnTo>
                  <a:pt x="408" y="814"/>
                </a:lnTo>
                <a:lnTo>
                  <a:pt x="0" y="407"/>
                </a:lnTo>
                <a:lnTo>
                  <a:pt x="408" y="0"/>
                </a:lnTo>
                <a:lnTo>
                  <a:pt x="408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98174" y="4313239"/>
            <a:ext cx="336550" cy="420687"/>
          </a:xfrm>
          <a:custGeom>
            <a:avLst/>
            <a:gdLst>
              <a:gd name="T0" fmla="*/ 467 w 936"/>
              <a:gd name="T1" fmla="*/ 235 h 1169"/>
              <a:gd name="T2" fmla="*/ 935 w 936"/>
              <a:gd name="T3" fmla="*/ 700 h 1169"/>
              <a:gd name="T4" fmla="*/ 467 w 936"/>
              <a:gd name="T5" fmla="*/ 1168 h 1169"/>
              <a:gd name="T6" fmla="*/ 0 w 936"/>
              <a:gd name="T7" fmla="*/ 700 h 1169"/>
              <a:gd name="T8" fmla="*/ 117 w 936"/>
              <a:gd name="T9" fmla="*/ 700 h 1169"/>
              <a:gd name="T10" fmla="*/ 467 w 936"/>
              <a:gd name="T11" fmla="*/ 1050 h 1169"/>
              <a:gd name="T12" fmla="*/ 817 w 936"/>
              <a:gd name="T13" fmla="*/ 700 h 1169"/>
              <a:gd name="T14" fmla="*/ 467 w 936"/>
              <a:gd name="T15" fmla="*/ 350 h 1169"/>
              <a:gd name="T16" fmla="*/ 467 w 936"/>
              <a:gd name="T17" fmla="*/ 585 h 1169"/>
              <a:gd name="T18" fmla="*/ 175 w 936"/>
              <a:gd name="T19" fmla="*/ 293 h 1169"/>
              <a:gd name="T20" fmla="*/ 467 w 936"/>
              <a:gd name="T21" fmla="*/ 0 h 1169"/>
              <a:gd name="T22" fmla="*/ 467 w 936"/>
              <a:gd name="T23" fmla="*/ 23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6" h="1169">
                <a:moveTo>
                  <a:pt x="467" y="235"/>
                </a:moveTo>
                <a:cubicBezTo>
                  <a:pt x="724" y="235"/>
                  <a:pt x="935" y="443"/>
                  <a:pt x="935" y="700"/>
                </a:cubicBezTo>
                <a:cubicBezTo>
                  <a:pt x="935" y="957"/>
                  <a:pt x="724" y="1168"/>
                  <a:pt x="467" y="1168"/>
                </a:cubicBezTo>
                <a:cubicBezTo>
                  <a:pt x="210" y="1168"/>
                  <a:pt x="0" y="957"/>
                  <a:pt x="0" y="700"/>
                </a:cubicBezTo>
                <a:lnTo>
                  <a:pt x="117" y="700"/>
                </a:lnTo>
                <a:cubicBezTo>
                  <a:pt x="117" y="894"/>
                  <a:pt x="273" y="1050"/>
                  <a:pt x="467" y="1050"/>
                </a:cubicBezTo>
                <a:cubicBezTo>
                  <a:pt x="662" y="1050"/>
                  <a:pt x="817" y="894"/>
                  <a:pt x="817" y="700"/>
                </a:cubicBezTo>
                <a:cubicBezTo>
                  <a:pt x="817" y="506"/>
                  <a:pt x="662" y="350"/>
                  <a:pt x="467" y="350"/>
                </a:cubicBezTo>
                <a:lnTo>
                  <a:pt x="467" y="585"/>
                </a:lnTo>
                <a:lnTo>
                  <a:pt x="175" y="293"/>
                </a:lnTo>
                <a:lnTo>
                  <a:pt x="467" y="0"/>
                </a:lnTo>
                <a:lnTo>
                  <a:pt x="467" y="23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7" y="5121275"/>
            <a:ext cx="419100" cy="293688"/>
          </a:xfrm>
          <a:custGeom>
            <a:avLst/>
            <a:gdLst>
              <a:gd name="T0" fmla="*/ 689 w 1166"/>
              <a:gd name="T1" fmla="*/ 161 h 816"/>
              <a:gd name="T2" fmla="*/ 1107 w 1166"/>
              <a:gd name="T3" fmla="*/ 640 h 816"/>
              <a:gd name="T4" fmla="*/ 57 w 1166"/>
              <a:gd name="T5" fmla="*/ 640 h 816"/>
              <a:gd name="T6" fmla="*/ 476 w 1166"/>
              <a:gd name="T7" fmla="*/ 161 h 816"/>
              <a:gd name="T8" fmla="*/ 465 w 1166"/>
              <a:gd name="T9" fmla="*/ 115 h 816"/>
              <a:gd name="T10" fmla="*/ 582 w 1166"/>
              <a:gd name="T11" fmla="*/ 0 h 816"/>
              <a:gd name="T12" fmla="*/ 700 w 1166"/>
              <a:gd name="T13" fmla="*/ 115 h 816"/>
              <a:gd name="T14" fmla="*/ 689 w 1166"/>
              <a:gd name="T15" fmla="*/ 161 h 816"/>
              <a:gd name="T16" fmla="*/ 0 w 1166"/>
              <a:gd name="T17" fmla="*/ 700 h 816"/>
              <a:gd name="T18" fmla="*/ 1165 w 1166"/>
              <a:gd name="T19" fmla="*/ 700 h 816"/>
              <a:gd name="T20" fmla="*/ 1165 w 1166"/>
              <a:gd name="T21" fmla="*/ 815 h 816"/>
              <a:gd name="T22" fmla="*/ 0 w 1166"/>
              <a:gd name="T23" fmla="*/ 815 h 816"/>
              <a:gd name="T24" fmla="*/ 0 w 1166"/>
              <a:gd name="T25" fmla="*/ 70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6" h="816">
                <a:moveTo>
                  <a:pt x="689" y="161"/>
                </a:moveTo>
                <a:cubicBezTo>
                  <a:pt x="916" y="208"/>
                  <a:pt x="1091" y="402"/>
                  <a:pt x="1107" y="640"/>
                </a:cubicBezTo>
                <a:lnTo>
                  <a:pt x="57" y="640"/>
                </a:lnTo>
                <a:cubicBezTo>
                  <a:pt x="74" y="402"/>
                  <a:pt x="249" y="208"/>
                  <a:pt x="476" y="161"/>
                </a:cubicBezTo>
                <a:cubicBezTo>
                  <a:pt x="470" y="148"/>
                  <a:pt x="465" y="131"/>
                  <a:pt x="465" y="115"/>
                </a:cubicBezTo>
                <a:cubicBezTo>
                  <a:pt x="465" y="52"/>
                  <a:pt x="520" y="0"/>
                  <a:pt x="582" y="0"/>
                </a:cubicBezTo>
                <a:cubicBezTo>
                  <a:pt x="645" y="0"/>
                  <a:pt x="700" y="52"/>
                  <a:pt x="700" y="115"/>
                </a:cubicBezTo>
                <a:cubicBezTo>
                  <a:pt x="700" y="131"/>
                  <a:pt x="695" y="148"/>
                  <a:pt x="689" y="161"/>
                </a:cubicBezTo>
                <a:close/>
                <a:moveTo>
                  <a:pt x="0" y="700"/>
                </a:moveTo>
                <a:lnTo>
                  <a:pt x="1165" y="700"/>
                </a:lnTo>
                <a:lnTo>
                  <a:pt x="1165" y="815"/>
                </a:lnTo>
                <a:lnTo>
                  <a:pt x="0" y="815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57414" y="5057775"/>
            <a:ext cx="377825" cy="419100"/>
          </a:xfrm>
          <a:custGeom>
            <a:avLst/>
            <a:gdLst>
              <a:gd name="T0" fmla="*/ 761 w 1051"/>
              <a:gd name="T1" fmla="*/ 0 h 1166"/>
              <a:gd name="T2" fmla="*/ 936 w 1051"/>
              <a:gd name="T3" fmla="*/ 175 h 1166"/>
              <a:gd name="T4" fmla="*/ 761 w 1051"/>
              <a:gd name="T5" fmla="*/ 350 h 1166"/>
              <a:gd name="T6" fmla="*/ 761 w 1051"/>
              <a:gd name="T7" fmla="*/ 233 h 1166"/>
              <a:gd name="T8" fmla="*/ 293 w 1051"/>
              <a:gd name="T9" fmla="*/ 233 h 1166"/>
              <a:gd name="T10" fmla="*/ 293 w 1051"/>
              <a:gd name="T11" fmla="*/ 115 h 1166"/>
              <a:gd name="T12" fmla="*/ 761 w 1051"/>
              <a:gd name="T13" fmla="*/ 115 h 1166"/>
              <a:gd name="T14" fmla="*/ 761 w 1051"/>
              <a:gd name="T15" fmla="*/ 0 h 1166"/>
              <a:gd name="T16" fmla="*/ 818 w 1051"/>
              <a:gd name="T17" fmla="*/ 700 h 1166"/>
              <a:gd name="T18" fmla="*/ 818 w 1051"/>
              <a:gd name="T19" fmla="*/ 525 h 1166"/>
              <a:gd name="T20" fmla="*/ 586 w 1051"/>
              <a:gd name="T21" fmla="*/ 525 h 1166"/>
              <a:gd name="T22" fmla="*/ 586 w 1051"/>
              <a:gd name="T23" fmla="*/ 700 h 1166"/>
              <a:gd name="T24" fmla="*/ 818 w 1051"/>
              <a:gd name="T25" fmla="*/ 700 h 1166"/>
              <a:gd name="T26" fmla="*/ 411 w 1051"/>
              <a:gd name="T27" fmla="*/ 1050 h 1166"/>
              <a:gd name="T28" fmla="*/ 468 w 1051"/>
              <a:gd name="T29" fmla="*/ 990 h 1166"/>
              <a:gd name="T30" fmla="*/ 411 w 1051"/>
              <a:gd name="T31" fmla="*/ 932 h 1166"/>
              <a:gd name="T32" fmla="*/ 350 w 1051"/>
              <a:gd name="T33" fmla="*/ 990 h 1166"/>
              <a:gd name="T34" fmla="*/ 411 w 1051"/>
              <a:gd name="T35" fmla="*/ 1050 h 1166"/>
              <a:gd name="T36" fmla="*/ 936 w 1051"/>
              <a:gd name="T37" fmla="*/ 875 h 1166"/>
              <a:gd name="T38" fmla="*/ 1050 w 1051"/>
              <a:gd name="T39" fmla="*/ 875 h 1166"/>
              <a:gd name="T40" fmla="*/ 1050 w 1051"/>
              <a:gd name="T41" fmla="*/ 990 h 1166"/>
              <a:gd name="T42" fmla="*/ 586 w 1051"/>
              <a:gd name="T43" fmla="*/ 990 h 1166"/>
              <a:gd name="T44" fmla="*/ 411 w 1051"/>
              <a:gd name="T45" fmla="*/ 1165 h 1166"/>
              <a:gd name="T46" fmla="*/ 236 w 1051"/>
              <a:gd name="T47" fmla="*/ 990 h 1166"/>
              <a:gd name="T48" fmla="*/ 118 w 1051"/>
              <a:gd name="T49" fmla="*/ 990 h 1166"/>
              <a:gd name="T50" fmla="*/ 0 w 1051"/>
              <a:gd name="T51" fmla="*/ 875 h 1166"/>
              <a:gd name="T52" fmla="*/ 0 w 1051"/>
              <a:gd name="T53" fmla="*/ 700 h 1166"/>
              <a:gd name="T54" fmla="*/ 411 w 1051"/>
              <a:gd name="T55" fmla="*/ 700 h 1166"/>
              <a:gd name="T56" fmla="*/ 411 w 1051"/>
              <a:gd name="T57" fmla="*/ 525 h 1166"/>
              <a:gd name="T58" fmla="*/ 175 w 1051"/>
              <a:gd name="T59" fmla="*/ 525 h 1166"/>
              <a:gd name="T60" fmla="*/ 175 w 1051"/>
              <a:gd name="T61" fmla="*/ 640 h 1166"/>
              <a:gd name="T62" fmla="*/ 0 w 1051"/>
              <a:gd name="T63" fmla="*/ 465 h 1166"/>
              <a:gd name="T64" fmla="*/ 175 w 1051"/>
              <a:gd name="T65" fmla="*/ 290 h 1166"/>
              <a:gd name="T66" fmla="*/ 175 w 1051"/>
              <a:gd name="T67" fmla="*/ 408 h 1166"/>
              <a:gd name="T68" fmla="*/ 818 w 1051"/>
              <a:gd name="T69" fmla="*/ 408 h 1166"/>
              <a:gd name="T70" fmla="*/ 936 w 1051"/>
              <a:gd name="T71" fmla="*/ 525 h 1166"/>
              <a:gd name="T72" fmla="*/ 936 w 1051"/>
              <a:gd name="T73" fmla="*/ 875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51" h="1166">
                <a:moveTo>
                  <a:pt x="761" y="0"/>
                </a:moveTo>
                <a:lnTo>
                  <a:pt x="936" y="175"/>
                </a:lnTo>
                <a:lnTo>
                  <a:pt x="761" y="350"/>
                </a:lnTo>
                <a:lnTo>
                  <a:pt x="761" y="233"/>
                </a:lnTo>
                <a:lnTo>
                  <a:pt x="293" y="233"/>
                </a:lnTo>
                <a:lnTo>
                  <a:pt x="293" y="115"/>
                </a:lnTo>
                <a:lnTo>
                  <a:pt x="761" y="115"/>
                </a:lnTo>
                <a:lnTo>
                  <a:pt x="761" y="0"/>
                </a:lnTo>
                <a:close/>
                <a:moveTo>
                  <a:pt x="818" y="700"/>
                </a:moveTo>
                <a:lnTo>
                  <a:pt x="818" y="525"/>
                </a:lnTo>
                <a:lnTo>
                  <a:pt x="586" y="525"/>
                </a:lnTo>
                <a:lnTo>
                  <a:pt x="586" y="700"/>
                </a:lnTo>
                <a:lnTo>
                  <a:pt x="818" y="700"/>
                </a:lnTo>
                <a:close/>
                <a:moveTo>
                  <a:pt x="411" y="1050"/>
                </a:moveTo>
                <a:cubicBezTo>
                  <a:pt x="443" y="1050"/>
                  <a:pt x="468" y="1023"/>
                  <a:pt x="468" y="990"/>
                </a:cubicBezTo>
                <a:cubicBezTo>
                  <a:pt x="468" y="957"/>
                  <a:pt x="443" y="932"/>
                  <a:pt x="411" y="932"/>
                </a:cubicBezTo>
                <a:cubicBezTo>
                  <a:pt x="378" y="932"/>
                  <a:pt x="350" y="957"/>
                  <a:pt x="350" y="990"/>
                </a:cubicBezTo>
                <a:cubicBezTo>
                  <a:pt x="350" y="1023"/>
                  <a:pt x="378" y="1050"/>
                  <a:pt x="411" y="1050"/>
                </a:cubicBezTo>
                <a:close/>
                <a:moveTo>
                  <a:pt x="936" y="875"/>
                </a:moveTo>
                <a:lnTo>
                  <a:pt x="1050" y="875"/>
                </a:lnTo>
                <a:lnTo>
                  <a:pt x="1050" y="990"/>
                </a:lnTo>
                <a:lnTo>
                  <a:pt x="586" y="990"/>
                </a:lnTo>
                <a:cubicBezTo>
                  <a:pt x="586" y="1086"/>
                  <a:pt x="506" y="1165"/>
                  <a:pt x="411" y="1165"/>
                </a:cubicBezTo>
                <a:cubicBezTo>
                  <a:pt x="315" y="1165"/>
                  <a:pt x="236" y="1086"/>
                  <a:pt x="236" y="990"/>
                </a:cubicBezTo>
                <a:lnTo>
                  <a:pt x="118" y="990"/>
                </a:lnTo>
                <a:cubicBezTo>
                  <a:pt x="55" y="990"/>
                  <a:pt x="0" y="938"/>
                  <a:pt x="0" y="875"/>
                </a:cubicBezTo>
                <a:lnTo>
                  <a:pt x="0" y="700"/>
                </a:lnTo>
                <a:lnTo>
                  <a:pt x="411" y="700"/>
                </a:lnTo>
                <a:lnTo>
                  <a:pt x="411" y="525"/>
                </a:lnTo>
                <a:lnTo>
                  <a:pt x="175" y="525"/>
                </a:lnTo>
                <a:lnTo>
                  <a:pt x="175" y="640"/>
                </a:lnTo>
                <a:lnTo>
                  <a:pt x="0" y="465"/>
                </a:lnTo>
                <a:lnTo>
                  <a:pt x="175" y="290"/>
                </a:lnTo>
                <a:lnTo>
                  <a:pt x="175" y="408"/>
                </a:lnTo>
                <a:lnTo>
                  <a:pt x="818" y="408"/>
                </a:lnTo>
                <a:cubicBezTo>
                  <a:pt x="881" y="408"/>
                  <a:pt x="936" y="462"/>
                  <a:pt x="936" y="525"/>
                </a:cubicBezTo>
                <a:lnTo>
                  <a:pt x="936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63901" y="5103815"/>
            <a:ext cx="327025" cy="327025"/>
          </a:xfrm>
          <a:custGeom>
            <a:avLst/>
            <a:gdLst>
              <a:gd name="T0" fmla="*/ 0 w 908"/>
              <a:gd name="T1" fmla="*/ 328 h 908"/>
              <a:gd name="T2" fmla="*/ 579 w 908"/>
              <a:gd name="T3" fmla="*/ 907 h 908"/>
              <a:gd name="T4" fmla="*/ 412 w 908"/>
              <a:gd name="T5" fmla="*/ 907 h 908"/>
              <a:gd name="T6" fmla="*/ 0 w 908"/>
              <a:gd name="T7" fmla="*/ 495 h 908"/>
              <a:gd name="T8" fmla="*/ 0 w 908"/>
              <a:gd name="T9" fmla="*/ 328 h 908"/>
              <a:gd name="T10" fmla="*/ 0 w 908"/>
              <a:gd name="T11" fmla="*/ 0 h 908"/>
              <a:gd name="T12" fmla="*/ 907 w 908"/>
              <a:gd name="T13" fmla="*/ 907 h 908"/>
              <a:gd name="T14" fmla="*/ 743 w 908"/>
              <a:gd name="T15" fmla="*/ 907 h 908"/>
              <a:gd name="T16" fmla="*/ 0 w 908"/>
              <a:gd name="T17" fmla="*/ 164 h 908"/>
              <a:gd name="T18" fmla="*/ 0 w 908"/>
              <a:gd name="T19" fmla="*/ 0 h 908"/>
              <a:gd name="T20" fmla="*/ 0 w 908"/>
              <a:gd name="T21" fmla="*/ 779 h 908"/>
              <a:gd name="T22" fmla="*/ 128 w 908"/>
              <a:gd name="T23" fmla="*/ 653 h 908"/>
              <a:gd name="T24" fmla="*/ 254 w 908"/>
              <a:gd name="T25" fmla="*/ 779 h 908"/>
              <a:gd name="T26" fmla="*/ 128 w 908"/>
              <a:gd name="T27" fmla="*/ 907 h 908"/>
              <a:gd name="T28" fmla="*/ 0 w 908"/>
              <a:gd name="T29" fmla="*/ 779 h 9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08" h="908">
                <a:moveTo>
                  <a:pt x="0" y="328"/>
                </a:moveTo>
                <a:cubicBezTo>
                  <a:pt x="319" y="328"/>
                  <a:pt x="579" y="588"/>
                  <a:pt x="579" y="907"/>
                </a:cubicBezTo>
                <a:lnTo>
                  <a:pt x="412" y="907"/>
                </a:lnTo>
                <a:cubicBezTo>
                  <a:pt x="412" y="680"/>
                  <a:pt x="226" y="495"/>
                  <a:pt x="0" y="495"/>
                </a:cubicBezTo>
                <a:lnTo>
                  <a:pt x="0" y="328"/>
                </a:lnTo>
                <a:close/>
                <a:moveTo>
                  <a:pt x="0" y="0"/>
                </a:moveTo>
                <a:cubicBezTo>
                  <a:pt x="500" y="0"/>
                  <a:pt x="907" y="407"/>
                  <a:pt x="907" y="907"/>
                </a:cubicBezTo>
                <a:lnTo>
                  <a:pt x="743" y="907"/>
                </a:lnTo>
                <a:cubicBezTo>
                  <a:pt x="743" y="497"/>
                  <a:pt x="410" y="164"/>
                  <a:pt x="0" y="164"/>
                </a:cubicBezTo>
                <a:lnTo>
                  <a:pt x="0" y="0"/>
                </a:lnTo>
                <a:close/>
                <a:moveTo>
                  <a:pt x="0" y="779"/>
                </a:moveTo>
                <a:cubicBezTo>
                  <a:pt x="0" y="708"/>
                  <a:pt x="57" y="653"/>
                  <a:pt x="128" y="653"/>
                </a:cubicBezTo>
                <a:cubicBezTo>
                  <a:pt x="199" y="653"/>
                  <a:pt x="254" y="708"/>
                  <a:pt x="254" y="779"/>
                </a:cubicBezTo>
                <a:cubicBezTo>
                  <a:pt x="254" y="850"/>
                  <a:pt x="199" y="907"/>
                  <a:pt x="128" y="907"/>
                </a:cubicBezTo>
                <a:cubicBezTo>
                  <a:pt x="57" y="907"/>
                  <a:pt x="0" y="850"/>
                  <a:pt x="0" y="77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327524" y="5026025"/>
            <a:ext cx="357188" cy="484188"/>
          </a:xfrm>
          <a:custGeom>
            <a:avLst/>
            <a:gdLst>
              <a:gd name="T0" fmla="*/ 993 w 994"/>
              <a:gd name="T1" fmla="*/ 1168 h 1344"/>
              <a:gd name="T2" fmla="*/ 818 w 994"/>
              <a:gd name="T3" fmla="*/ 1343 h 1344"/>
              <a:gd name="T4" fmla="*/ 643 w 994"/>
              <a:gd name="T5" fmla="*/ 1168 h 1344"/>
              <a:gd name="T6" fmla="*/ 643 w 994"/>
              <a:gd name="T7" fmla="*/ 1080 h 1344"/>
              <a:gd name="T8" fmla="*/ 230 w 994"/>
              <a:gd name="T9" fmla="*/ 667 h 1344"/>
              <a:gd name="T10" fmla="*/ 175 w 994"/>
              <a:gd name="T11" fmla="*/ 670 h 1344"/>
              <a:gd name="T12" fmla="*/ 175 w 994"/>
              <a:gd name="T13" fmla="*/ 544 h 1344"/>
              <a:gd name="T14" fmla="*/ 449 w 994"/>
              <a:gd name="T15" fmla="*/ 427 h 1344"/>
              <a:gd name="T16" fmla="*/ 531 w 994"/>
              <a:gd name="T17" fmla="*/ 337 h 1344"/>
              <a:gd name="T18" fmla="*/ 626 w 994"/>
              <a:gd name="T19" fmla="*/ 293 h 1344"/>
              <a:gd name="T20" fmla="*/ 629 w 994"/>
              <a:gd name="T21" fmla="*/ 293 h 1344"/>
              <a:gd name="T22" fmla="*/ 760 w 994"/>
              <a:gd name="T23" fmla="*/ 424 h 1344"/>
              <a:gd name="T24" fmla="*/ 760 w 994"/>
              <a:gd name="T25" fmla="*/ 760 h 1344"/>
              <a:gd name="T26" fmla="*/ 706 w 994"/>
              <a:gd name="T27" fmla="*/ 886 h 1344"/>
              <a:gd name="T28" fmla="*/ 498 w 994"/>
              <a:gd name="T29" fmla="*/ 678 h 1344"/>
              <a:gd name="T30" fmla="*/ 498 w 994"/>
              <a:gd name="T31" fmla="*/ 544 h 1344"/>
              <a:gd name="T32" fmla="*/ 364 w 994"/>
              <a:gd name="T33" fmla="*/ 626 h 1344"/>
              <a:gd name="T34" fmla="*/ 730 w 994"/>
              <a:gd name="T35" fmla="*/ 993 h 1344"/>
              <a:gd name="T36" fmla="*/ 818 w 994"/>
              <a:gd name="T37" fmla="*/ 993 h 1344"/>
              <a:gd name="T38" fmla="*/ 993 w 994"/>
              <a:gd name="T39" fmla="*/ 1168 h 1344"/>
              <a:gd name="T40" fmla="*/ 643 w 994"/>
              <a:gd name="T41" fmla="*/ 0 h 1344"/>
              <a:gd name="T42" fmla="*/ 760 w 994"/>
              <a:gd name="T43" fmla="*/ 118 h 1344"/>
              <a:gd name="T44" fmla="*/ 643 w 994"/>
              <a:gd name="T45" fmla="*/ 235 h 1344"/>
              <a:gd name="T46" fmla="*/ 525 w 994"/>
              <a:gd name="T47" fmla="*/ 118 h 1344"/>
              <a:gd name="T48" fmla="*/ 643 w 994"/>
              <a:gd name="T49" fmla="*/ 0 h 1344"/>
              <a:gd name="T50" fmla="*/ 263 w 994"/>
              <a:gd name="T51" fmla="*/ 788 h 1344"/>
              <a:gd name="T52" fmla="*/ 410 w 994"/>
              <a:gd name="T53" fmla="*/ 935 h 1344"/>
              <a:gd name="T54" fmla="*/ 293 w 994"/>
              <a:gd name="T55" fmla="*/ 935 h 1344"/>
              <a:gd name="T56" fmla="*/ 88 w 994"/>
              <a:gd name="T57" fmla="*/ 1138 h 1344"/>
              <a:gd name="T58" fmla="*/ 0 w 994"/>
              <a:gd name="T59" fmla="*/ 1050 h 1344"/>
              <a:gd name="T60" fmla="*/ 263 w 994"/>
              <a:gd name="T61" fmla="*/ 788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94" h="1344">
                <a:moveTo>
                  <a:pt x="993" y="1168"/>
                </a:moveTo>
                <a:lnTo>
                  <a:pt x="818" y="1343"/>
                </a:lnTo>
                <a:lnTo>
                  <a:pt x="643" y="1168"/>
                </a:lnTo>
                <a:lnTo>
                  <a:pt x="643" y="1080"/>
                </a:lnTo>
                <a:lnTo>
                  <a:pt x="230" y="667"/>
                </a:lnTo>
                <a:cubicBezTo>
                  <a:pt x="211" y="670"/>
                  <a:pt x="192" y="670"/>
                  <a:pt x="175" y="670"/>
                </a:cubicBezTo>
                <a:lnTo>
                  <a:pt x="175" y="544"/>
                </a:lnTo>
                <a:cubicBezTo>
                  <a:pt x="271" y="547"/>
                  <a:pt x="386" y="495"/>
                  <a:pt x="449" y="427"/>
                </a:cubicBezTo>
                <a:lnTo>
                  <a:pt x="531" y="337"/>
                </a:lnTo>
                <a:cubicBezTo>
                  <a:pt x="551" y="316"/>
                  <a:pt x="586" y="293"/>
                  <a:pt x="626" y="293"/>
                </a:cubicBezTo>
                <a:lnTo>
                  <a:pt x="629" y="293"/>
                </a:lnTo>
                <a:cubicBezTo>
                  <a:pt x="700" y="293"/>
                  <a:pt x="760" y="353"/>
                  <a:pt x="760" y="424"/>
                </a:cubicBezTo>
                <a:lnTo>
                  <a:pt x="760" y="760"/>
                </a:lnTo>
                <a:cubicBezTo>
                  <a:pt x="760" y="810"/>
                  <a:pt x="738" y="853"/>
                  <a:pt x="706" y="886"/>
                </a:cubicBezTo>
                <a:lnTo>
                  <a:pt x="498" y="678"/>
                </a:lnTo>
                <a:lnTo>
                  <a:pt x="498" y="544"/>
                </a:lnTo>
                <a:cubicBezTo>
                  <a:pt x="462" y="575"/>
                  <a:pt x="413" y="605"/>
                  <a:pt x="364" y="626"/>
                </a:cubicBezTo>
                <a:lnTo>
                  <a:pt x="730" y="993"/>
                </a:lnTo>
                <a:lnTo>
                  <a:pt x="818" y="993"/>
                </a:lnTo>
                <a:lnTo>
                  <a:pt x="993" y="1168"/>
                </a:lnTo>
                <a:close/>
                <a:moveTo>
                  <a:pt x="643" y="0"/>
                </a:moveTo>
                <a:cubicBezTo>
                  <a:pt x="706" y="0"/>
                  <a:pt x="760" y="55"/>
                  <a:pt x="760" y="118"/>
                </a:cubicBezTo>
                <a:cubicBezTo>
                  <a:pt x="760" y="181"/>
                  <a:pt x="706" y="235"/>
                  <a:pt x="643" y="235"/>
                </a:cubicBezTo>
                <a:cubicBezTo>
                  <a:pt x="580" y="235"/>
                  <a:pt x="525" y="181"/>
                  <a:pt x="525" y="118"/>
                </a:cubicBezTo>
                <a:cubicBezTo>
                  <a:pt x="525" y="55"/>
                  <a:pt x="580" y="0"/>
                  <a:pt x="643" y="0"/>
                </a:cubicBezTo>
                <a:close/>
                <a:moveTo>
                  <a:pt x="263" y="788"/>
                </a:moveTo>
                <a:lnTo>
                  <a:pt x="410" y="935"/>
                </a:lnTo>
                <a:lnTo>
                  <a:pt x="293" y="935"/>
                </a:lnTo>
                <a:lnTo>
                  <a:pt x="88" y="1138"/>
                </a:lnTo>
                <a:lnTo>
                  <a:pt x="0" y="1050"/>
                </a:lnTo>
                <a:lnTo>
                  <a:pt x="263" y="78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97501" y="5078414"/>
            <a:ext cx="377825" cy="377825"/>
          </a:xfrm>
          <a:custGeom>
            <a:avLst/>
            <a:gdLst>
              <a:gd name="T0" fmla="*/ 700 w 1051"/>
              <a:gd name="T1" fmla="*/ 874 h 1050"/>
              <a:gd name="T2" fmla="*/ 700 w 1051"/>
              <a:gd name="T3" fmla="*/ 757 h 1050"/>
              <a:gd name="T4" fmla="*/ 583 w 1051"/>
              <a:gd name="T5" fmla="*/ 757 h 1050"/>
              <a:gd name="T6" fmla="*/ 583 w 1051"/>
              <a:gd name="T7" fmla="*/ 874 h 1050"/>
              <a:gd name="T8" fmla="*/ 700 w 1051"/>
              <a:gd name="T9" fmla="*/ 874 h 1050"/>
              <a:gd name="T10" fmla="*/ 495 w 1051"/>
              <a:gd name="T11" fmla="*/ 874 h 1050"/>
              <a:gd name="T12" fmla="*/ 495 w 1051"/>
              <a:gd name="T13" fmla="*/ 757 h 1050"/>
              <a:gd name="T14" fmla="*/ 381 w 1051"/>
              <a:gd name="T15" fmla="*/ 757 h 1050"/>
              <a:gd name="T16" fmla="*/ 381 w 1051"/>
              <a:gd name="T17" fmla="*/ 874 h 1050"/>
              <a:gd name="T18" fmla="*/ 495 w 1051"/>
              <a:gd name="T19" fmla="*/ 874 h 1050"/>
              <a:gd name="T20" fmla="*/ 293 w 1051"/>
              <a:gd name="T21" fmla="*/ 874 h 1050"/>
              <a:gd name="T22" fmla="*/ 293 w 1051"/>
              <a:gd name="T23" fmla="*/ 757 h 1050"/>
              <a:gd name="T24" fmla="*/ 175 w 1051"/>
              <a:gd name="T25" fmla="*/ 757 h 1050"/>
              <a:gd name="T26" fmla="*/ 175 w 1051"/>
              <a:gd name="T27" fmla="*/ 874 h 1050"/>
              <a:gd name="T28" fmla="*/ 293 w 1051"/>
              <a:gd name="T29" fmla="*/ 874 h 1050"/>
              <a:gd name="T30" fmla="*/ 1050 w 1051"/>
              <a:gd name="T31" fmla="*/ 700 h 1050"/>
              <a:gd name="T32" fmla="*/ 1050 w 1051"/>
              <a:gd name="T33" fmla="*/ 932 h 1050"/>
              <a:gd name="T34" fmla="*/ 933 w 1051"/>
              <a:gd name="T35" fmla="*/ 1049 h 1050"/>
              <a:gd name="T36" fmla="*/ 118 w 1051"/>
              <a:gd name="T37" fmla="*/ 1049 h 1050"/>
              <a:gd name="T38" fmla="*/ 0 w 1051"/>
              <a:gd name="T39" fmla="*/ 932 h 1050"/>
              <a:gd name="T40" fmla="*/ 0 w 1051"/>
              <a:gd name="T41" fmla="*/ 700 h 1050"/>
              <a:gd name="T42" fmla="*/ 118 w 1051"/>
              <a:gd name="T43" fmla="*/ 582 h 1050"/>
              <a:gd name="T44" fmla="*/ 700 w 1051"/>
              <a:gd name="T45" fmla="*/ 582 h 1050"/>
              <a:gd name="T46" fmla="*/ 700 w 1051"/>
              <a:gd name="T47" fmla="*/ 350 h 1050"/>
              <a:gd name="T48" fmla="*/ 818 w 1051"/>
              <a:gd name="T49" fmla="*/ 350 h 1050"/>
              <a:gd name="T50" fmla="*/ 818 w 1051"/>
              <a:gd name="T51" fmla="*/ 582 h 1050"/>
              <a:gd name="T52" fmla="*/ 933 w 1051"/>
              <a:gd name="T53" fmla="*/ 582 h 1050"/>
              <a:gd name="T54" fmla="*/ 1050 w 1051"/>
              <a:gd name="T55" fmla="*/ 700 h 1050"/>
              <a:gd name="T56" fmla="*/ 952 w 1051"/>
              <a:gd name="T57" fmla="*/ 216 h 1050"/>
              <a:gd name="T58" fmla="*/ 906 w 1051"/>
              <a:gd name="T59" fmla="*/ 262 h 1050"/>
              <a:gd name="T60" fmla="*/ 758 w 1051"/>
              <a:gd name="T61" fmla="*/ 205 h 1050"/>
              <a:gd name="T62" fmla="*/ 613 w 1051"/>
              <a:gd name="T63" fmla="*/ 262 h 1050"/>
              <a:gd name="T64" fmla="*/ 566 w 1051"/>
              <a:gd name="T65" fmla="*/ 216 h 1050"/>
              <a:gd name="T66" fmla="*/ 758 w 1051"/>
              <a:gd name="T67" fmla="*/ 134 h 1050"/>
              <a:gd name="T68" fmla="*/ 952 w 1051"/>
              <a:gd name="T69" fmla="*/ 216 h 1050"/>
              <a:gd name="T70" fmla="*/ 1004 w 1051"/>
              <a:gd name="T71" fmla="*/ 169 h 1050"/>
              <a:gd name="T72" fmla="*/ 758 w 1051"/>
              <a:gd name="T73" fmla="*/ 71 h 1050"/>
              <a:gd name="T74" fmla="*/ 515 w 1051"/>
              <a:gd name="T75" fmla="*/ 169 h 1050"/>
              <a:gd name="T76" fmla="*/ 468 w 1051"/>
              <a:gd name="T77" fmla="*/ 123 h 1050"/>
              <a:gd name="T78" fmla="*/ 758 w 1051"/>
              <a:gd name="T79" fmla="*/ 0 h 1050"/>
              <a:gd name="T80" fmla="*/ 1050 w 1051"/>
              <a:gd name="T81" fmla="*/ 123 h 1050"/>
              <a:gd name="T82" fmla="*/ 1004 w 1051"/>
              <a:gd name="T83" fmla="*/ 16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0">
                <a:moveTo>
                  <a:pt x="700" y="874"/>
                </a:moveTo>
                <a:lnTo>
                  <a:pt x="700" y="757"/>
                </a:lnTo>
                <a:lnTo>
                  <a:pt x="583" y="757"/>
                </a:lnTo>
                <a:lnTo>
                  <a:pt x="583" y="874"/>
                </a:lnTo>
                <a:lnTo>
                  <a:pt x="700" y="874"/>
                </a:lnTo>
                <a:close/>
                <a:moveTo>
                  <a:pt x="495" y="874"/>
                </a:moveTo>
                <a:lnTo>
                  <a:pt x="495" y="757"/>
                </a:lnTo>
                <a:lnTo>
                  <a:pt x="381" y="757"/>
                </a:lnTo>
                <a:lnTo>
                  <a:pt x="381" y="874"/>
                </a:lnTo>
                <a:lnTo>
                  <a:pt x="495" y="874"/>
                </a:lnTo>
                <a:close/>
                <a:moveTo>
                  <a:pt x="293" y="874"/>
                </a:moveTo>
                <a:lnTo>
                  <a:pt x="293" y="757"/>
                </a:lnTo>
                <a:lnTo>
                  <a:pt x="175" y="757"/>
                </a:lnTo>
                <a:lnTo>
                  <a:pt x="175" y="874"/>
                </a:lnTo>
                <a:lnTo>
                  <a:pt x="293" y="874"/>
                </a:lnTo>
                <a:close/>
                <a:moveTo>
                  <a:pt x="1050" y="700"/>
                </a:moveTo>
                <a:lnTo>
                  <a:pt x="1050" y="932"/>
                </a:lnTo>
                <a:cubicBezTo>
                  <a:pt x="1050" y="995"/>
                  <a:pt x="996" y="1049"/>
                  <a:pt x="933" y="1049"/>
                </a:cubicBezTo>
                <a:lnTo>
                  <a:pt x="118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700"/>
                </a:lnTo>
                <a:cubicBezTo>
                  <a:pt x="0" y="637"/>
                  <a:pt x="55" y="582"/>
                  <a:pt x="118" y="582"/>
                </a:cubicBezTo>
                <a:lnTo>
                  <a:pt x="700" y="582"/>
                </a:lnTo>
                <a:lnTo>
                  <a:pt x="700" y="350"/>
                </a:lnTo>
                <a:lnTo>
                  <a:pt x="818" y="350"/>
                </a:lnTo>
                <a:lnTo>
                  <a:pt x="818" y="582"/>
                </a:lnTo>
                <a:lnTo>
                  <a:pt x="933" y="582"/>
                </a:lnTo>
                <a:cubicBezTo>
                  <a:pt x="996" y="582"/>
                  <a:pt x="1050" y="637"/>
                  <a:pt x="1050" y="700"/>
                </a:cubicBezTo>
                <a:close/>
                <a:moveTo>
                  <a:pt x="952" y="216"/>
                </a:moveTo>
                <a:lnTo>
                  <a:pt x="906" y="262"/>
                </a:lnTo>
                <a:cubicBezTo>
                  <a:pt x="865" y="221"/>
                  <a:pt x="810" y="205"/>
                  <a:pt x="758" y="205"/>
                </a:cubicBezTo>
                <a:cubicBezTo>
                  <a:pt x="706" y="205"/>
                  <a:pt x="654" y="221"/>
                  <a:pt x="613" y="262"/>
                </a:cubicBezTo>
                <a:lnTo>
                  <a:pt x="566" y="216"/>
                </a:lnTo>
                <a:cubicBezTo>
                  <a:pt x="618" y="164"/>
                  <a:pt x="687" y="134"/>
                  <a:pt x="758" y="134"/>
                </a:cubicBezTo>
                <a:cubicBezTo>
                  <a:pt x="829" y="134"/>
                  <a:pt x="900" y="164"/>
                  <a:pt x="952" y="216"/>
                </a:cubicBezTo>
                <a:close/>
                <a:moveTo>
                  <a:pt x="1004" y="169"/>
                </a:moveTo>
                <a:cubicBezTo>
                  <a:pt x="933" y="106"/>
                  <a:pt x="845" y="71"/>
                  <a:pt x="758" y="71"/>
                </a:cubicBezTo>
                <a:cubicBezTo>
                  <a:pt x="670" y="71"/>
                  <a:pt x="586" y="106"/>
                  <a:pt x="515" y="169"/>
                </a:cubicBezTo>
                <a:lnTo>
                  <a:pt x="468" y="123"/>
                </a:lnTo>
                <a:cubicBezTo>
                  <a:pt x="550" y="41"/>
                  <a:pt x="654" y="0"/>
                  <a:pt x="758" y="0"/>
                </a:cubicBezTo>
                <a:cubicBezTo>
                  <a:pt x="862" y="0"/>
                  <a:pt x="968" y="41"/>
                  <a:pt x="1050" y="123"/>
                </a:cubicBezTo>
                <a:lnTo>
                  <a:pt x="1004" y="16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78589" y="5078414"/>
            <a:ext cx="377825" cy="377825"/>
          </a:xfrm>
          <a:custGeom>
            <a:avLst/>
            <a:gdLst>
              <a:gd name="T0" fmla="*/ 1049 w 1050"/>
              <a:gd name="T1" fmla="*/ 292 h 1050"/>
              <a:gd name="T2" fmla="*/ 1049 w 1050"/>
              <a:gd name="T3" fmla="*/ 582 h 1050"/>
              <a:gd name="T4" fmla="*/ 932 w 1050"/>
              <a:gd name="T5" fmla="*/ 582 h 1050"/>
              <a:gd name="T6" fmla="*/ 932 w 1050"/>
              <a:gd name="T7" fmla="*/ 292 h 1050"/>
              <a:gd name="T8" fmla="*/ 757 w 1050"/>
              <a:gd name="T9" fmla="*/ 117 h 1050"/>
              <a:gd name="T10" fmla="*/ 467 w 1050"/>
              <a:gd name="T11" fmla="*/ 117 h 1050"/>
              <a:gd name="T12" fmla="*/ 467 w 1050"/>
              <a:gd name="T13" fmla="*/ 0 h 1050"/>
              <a:gd name="T14" fmla="*/ 757 w 1050"/>
              <a:gd name="T15" fmla="*/ 0 h 1050"/>
              <a:gd name="T16" fmla="*/ 1049 w 1050"/>
              <a:gd name="T17" fmla="*/ 292 h 1050"/>
              <a:gd name="T18" fmla="*/ 0 w 1050"/>
              <a:gd name="T19" fmla="*/ 1049 h 1050"/>
              <a:gd name="T20" fmla="*/ 0 w 1050"/>
              <a:gd name="T21" fmla="*/ 932 h 1050"/>
              <a:gd name="T22" fmla="*/ 117 w 1050"/>
              <a:gd name="T23" fmla="*/ 932 h 1050"/>
              <a:gd name="T24" fmla="*/ 117 w 1050"/>
              <a:gd name="T25" fmla="*/ 1049 h 1050"/>
              <a:gd name="T26" fmla="*/ 0 w 1050"/>
              <a:gd name="T27" fmla="*/ 1049 h 1050"/>
              <a:gd name="T28" fmla="*/ 232 w 1050"/>
              <a:gd name="T29" fmla="*/ 1049 h 1050"/>
              <a:gd name="T30" fmla="*/ 232 w 1050"/>
              <a:gd name="T31" fmla="*/ 932 h 1050"/>
              <a:gd name="T32" fmla="*/ 350 w 1050"/>
              <a:gd name="T33" fmla="*/ 932 h 1050"/>
              <a:gd name="T34" fmla="*/ 350 w 1050"/>
              <a:gd name="T35" fmla="*/ 1049 h 1050"/>
              <a:gd name="T36" fmla="*/ 232 w 1050"/>
              <a:gd name="T37" fmla="*/ 1049 h 1050"/>
              <a:gd name="T38" fmla="*/ 467 w 1050"/>
              <a:gd name="T39" fmla="*/ 1049 h 1050"/>
              <a:gd name="T40" fmla="*/ 467 w 1050"/>
              <a:gd name="T41" fmla="*/ 932 h 1050"/>
              <a:gd name="T42" fmla="*/ 582 w 1050"/>
              <a:gd name="T43" fmla="*/ 932 h 1050"/>
              <a:gd name="T44" fmla="*/ 582 w 1050"/>
              <a:gd name="T45" fmla="*/ 1049 h 1050"/>
              <a:gd name="T46" fmla="*/ 467 w 1050"/>
              <a:gd name="T47" fmla="*/ 1049 h 1050"/>
              <a:gd name="T48" fmla="*/ 232 w 1050"/>
              <a:gd name="T49" fmla="*/ 117 h 1050"/>
              <a:gd name="T50" fmla="*/ 232 w 1050"/>
              <a:gd name="T51" fmla="*/ 0 h 1050"/>
              <a:gd name="T52" fmla="*/ 350 w 1050"/>
              <a:gd name="T53" fmla="*/ 0 h 1050"/>
              <a:gd name="T54" fmla="*/ 350 w 1050"/>
              <a:gd name="T55" fmla="*/ 117 h 1050"/>
              <a:gd name="T56" fmla="*/ 232 w 1050"/>
              <a:gd name="T57" fmla="*/ 117 h 1050"/>
              <a:gd name="T58" fmla="*/ 0 w 1050"/>
              <a:gd name="T59" fmla="*/ 117 h 1050"/>
              <a:gd name="T60" fmla="*/ 0 w 1050"/>
              <a:gd name="T61" fmla="*/ 0 h 1050"/>
              <a:gd name="T62" fmla="*/ 117 w 1050"/>
              <a:gd name="T63" fmla="*/ 0 h 1050"/>
              <a:gd name="T64" fmla="*/ 117 w 1050"/>
              <a:gd name="T65" fmla="*/ 117 h 1050"/>
              <a:gd name="T66" fmla="*/ 0 w 1050"/>
              <a:gd name="T67" fmla="*/ 117 h 1050"/>
              <a:gd name="T68" fmla="*/ 0 w 1050"/>
              <a:gd name="T69" fmla="*/ 350 h 1050"/>
              <a:gd name="T70" fmla="*/ 0 w 1050"/>
              <a:gd name="T71" fmla="*/ 232 h 1050"/>
              <a:gd name="T72" fmla="*/ 117 w 1050"/>
              <a:gd name="T73" fmla="*/ 232 h 1050"/>
              <a:gd name="T74" fmla="*/ 117 w 1050"/>
              <a:gd name="T75" fmla="*/ 350 h 1050"/>
              <a:gd name="T76" fmla="*/ 0 w 1050"/>
              <a:gd name="T77" fmla="*/ 350 h 1050"/>
              <a:gd name="T78" fmla="*/ 0 w 1050"/>
              <a:gd name="T79" fmla="*/ 817 h 1050"/>
              <a:gd name="T80" fmla="*/ 0 w 1050"/>
              <a:gd name="T81" fmla="*/ 700 h 1050"/>
              <a:gd name="T82" fmla="*/ 117 w 1050"/>
              <a:gd name="T83" fmla="*/ 700 h 1050"/>
              <a:gd name="T84" fmla="*/ 117 w 1050"/>
              <a:gd name="T85" fmla="*/ 817 h 1050"/>
              <a:gd name="T86" fmla="*/ 0 w 1050"/>
              <a:gd name="T87" fmla="*/ 817 h 1050"/>
              <a:gd name="T88" fmla="*/ 0 w 1050"/>
              <a:gd name="T89" fmla="*/ 582 h 1050"/>
              <a:gd name="T90" fmla="*/ 0 w 1050"/>
              <a:gd name="T91" fmla="*/ 467 h 1050"/>
              <a:gd name="T92" fmla="*/ 117 w 1050"/>
              <a:gd name="T93" fmla="*/ 467 h 1050"/>
              <a:gd name="T94" fmla="*/ 117 w 1050"/>
              <a:gd name="T95" fmla="*/ 582 h 1050"/>
              <a:gd name="T96" fmla="*/ 0 w 1050"/>
              <a:gd name="T97" fmla="*/ 582 h 1050"/>
              <a:gd name="T98" fmla="*/ 932 w 1050"/>
              <a:gd name="T99" fmla="*/ 817 h 1050"/>
              <a:gd name="T100" fmla="*/ 932 w 1050"/>
              <a:gd name="T101" fmla="*/ 700 h 1050"/>
              <a:gd name="T102" fmla="*/ 1049 w 1050"/>
              <a:gd name="T103" fmla="*/ 700 h 1050"/>
              <a:gd name="T104" fmla="*/ 1049 w 1050"/>
              <a:gd name="T105" fmla="*/ 817 h 1050"/>
              <a:gd name="T106" fmla="*/ 932 w 1050"/>
              <a:gd name="T107" fmla="*/ 817 h 1050"/>
              <a:gd name="T108" fmla="*/ 932 w 1050"/>
              <a:gd name="T109" fmla="*/ 932 h 1050"/>
              <a:gd name="T110" fmla="*/ 1049 w 1050"/>
              <a:gd name="T111" fmla="*/ 932 h 1050"/>
              <a:gd name="T112" fmla="*/ 1049 w 1050"/>
              <a:gd name="T113" fmla="*/ 1049 h 1050"/>
              <a:gd name="T114" fmla="*/ 932 w 1050"/>
              <a:gd name="T115" fmla="*/ 1049 h 1050"/>
              <a:gd name="T116" fmla="*/ 932 w 1050"/>
              <a:gd name="T117" fmla="*/ 93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50" h="1050">
                <a:moveTo>
                  <a:pt x="1049" y="292"/>
                </a:moveTo>
                <a:lnTo>
                  <a:pt x="1049" y="582"/>
                </a:lnTo>
                <a:lnTo>
                  <a:pt x="932" y="582"/>
                </a:lnTo>
                <a:lnTo>
                  <a:pt x="932" y="292"/>
                </a:lnTo>
                <a:cubicBezTo>
                  <a:pt x="932" y="196"/>
                  <a:pt x="853" y="117"/>
                  <a:pt x="757" y="117"/>
                </a:cubicBezTo>
                <a:lnTo>
                  <a:pt x="467" y="117"/>
                </a:lnTo>
                <a:lnTo>
                  <a:pt x="467" y="0"/>
                </a:lnTo>
                <a:lnTo>
                  <a:pt x="757" y="0"/>
                </a:lnTo>
                <a:cubicBezTo>
                  <a:pt x="918" y="0"/>
                  <a:pt x="1049" y="131"/>
                  <a:pt x="1049" y="292"/>
                </a:cubicBezTo>
                <a:close/>
                <a:moveTo>
                  <a:pt x="0" y="1049"/>
                </a:moveTo>
                <a:lnTo>
                  <a:pt x="0" y="932"/>
                </a:lnTo>
                <a:lnTo>
                  <a:pt x="117" y="932"/>
                </a:lnTo>
                <a:lnTo>
                  <a:pt x="117" y="1049"/>
                </a:lnTo>
                <a:lnTo>
                  <a:pt x="0" y="1049"/>
                </a:lnTo>
                <a:close/>
                <a:moveTo>
                  <a:pt x="232" y="1049"/>
                </a:moveTo>
                <a:lnTo>
                  <a:pt x="232" y="932"/>
                </a:lnTo>
                <a:lnTo>
                  <a:pt x="350" y="932"/>
                </a:lnTo>
                <a:lnTo>
                  <a:pt x="350" y="1049"/>
                </a:lnTo>
                <a:lnTo>
                  <a:pt x="232" y="1049"/>
                </a:lnTo>
                <a:close/>
                <a:moveTo>
                  <a:pt x="467" y="1049"/>
                </a:moveTo>
                <a:lnTo>
                  <a:pt x="467" y="932"/>
                </a:lnTo>
                <a:lnTo>
                  <a:pt x="582" y="932"/>
                </a:lnTo>
                <a:lnTo>
                  <a:pt x="582" y="1049"/>
                </a:lnTo>
                <a:lnTo>
                  <a:pt x="467" y="1049"/>
                </a:lnTo>
                <a:close/>
                <a:moveTo>
                  <a:pt x="232" y="117"/>
                </a:moveTo>
                <a:lnTo>
                  <a:pt x="232" y="0"/>
                </a:lnTo>
                <a:lnTo>
                  <a:pt x="350" y="0"/>
                </a:lnTo>
                <a:lnTo>
                  <a:pt x="350" y="117"/>
                </a:lnTo>
                <a:lnTo>
                  <a:pt x="232" y="117"/>
                </a:lnTo>
                <a:close/>
                <a:moveTo>
                  <a:pt x="0" y="117"/>
                </a:moveTo>
                <a:lnTo>
                  <a:pt x="0" y="0"/>
                </a:lnTo>
                <a:lnTo>
                  <a:pt x="117" y="0"/>
                </a:lnTo>
                <a:lnTo>
                  <a:pt x="117" y="117"/>
                </a:lnTo>
                <a:lnTo>
                  <a:pt x="0" y="117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close/>
                <a:moveTo>
                  <a:pt x="0" y="817"/>
                </a:moveTo>
                <a:lnTo>
                  <a:pt x="0" y="700"/>
                </a:lnTo>
                <a:lnTo>
                  <a:pt x="117" y="700"/>
                </a:lnTo>
                <a:lnTo>
                  <a:pt x="117" y="817"/>
                </a:lnTo>
                <a:lnTo>
                  <a:pt x="0" y="817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17" y="467"/>
                </a:lnTo>
                <a:lnTo>
                  <a:pt x="117" y="582"/>
                </a:lnTo>
                <a:lnTo>
                  <a:pt x="0" y="582"/>
                </a:lnTo>
                <a:close/>
                <a:moveTo>
                  <a:pt x="932" y="817"/>
                </a:moveTo>
                <a:lnTo>
                  <a:pt x="932" y="700"/>
                </a:lnTo>
                <a:lnTo>
                  <a:pt x="1049" y="700"/>
                </a:lnTo>
                <a:lnTo>
                  <a:pt x="1049" y="817"/>
                </a:lnTo>
                <a:lnTo>
                  <a:pt x="932" y="817"/>
                </a:lnTo>
                <a:close/>
                <a:moveTo>
                  <a:pt x="932" y="932"/>
                </a:moveTo>
                <a:lnTo>
                  <a:pt x="1049" y="932"/>
                </a:lnTo>
                <a:lnTo>
                  <a:pt x="1049" y="1049"/>
                </a:lnTo>
                <a:lnTo>
                  <a:pt x="932" y="1049"/>
                </a:lnTo>
                <a:lnTo>
                  <a:pt x="932" y="9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80312" y="5068890"/>
            <a:ext cx="334962" cy="398461"/>
          </a:xfrm>
          <a:custGeom>
            <a:avLst/>
            <a:gdLst>
              <a:gd name="T0" fmla="*/ 752 w 930"/>
              <a:gd name="T1" fmla="*/ 845 h 1106"/>
              <a:gd name="T2" fmla="*/ 812 w 930"/>
              <a:gd name="T3" fmla="*/ 700 h 1106"/>
              <a:gd name="T4" fmla="*/ 929 w 930"/>
              <a:gd name="T5" fmla="*/ 700 h 1106"/>
              <a:gd name="T6" fmla="*/ 836 w 930"/>
              <a:gd name="T7" fmla="*/ 927 h 1106"/>
              <a:gd name="T8" fmla="*/ 752 w 930"/>
              <a:gd name="T9" fmla="*/ 845 h 1106"/>
              <a:gd name="T10" fmla="*/ 525 w 930"/>
              <a:gd name="T11" fmla="*/ 987 h 1106"/>
              <a:gd name="T12" fmla="*/ 670 w 930"/>
              <a:gd name="T13" fmla="*/ 927 h 1106"/>
              <a:gd name="T14" fmla="*/ 754 w 930"/>
              <a:gd name="T15" fmla="*/ 1012 h 1106"/>
              <a:gd name="T16" fmla="*/ 525 w 930"/>
              <a:gd name="T17" fmla="*/ 1105 h 1106"/>
              <a:gd name="T18" fmla="*/ 525 w 930"/>
              <a:gd name="T19" fmla="*/ 987 h 1106"/>
              <a:gd name="T20" fmla="*/ 929 w 930"/>
              <a:gd name="T21" fmla="*/ 585 h 1106"/>
              <a:gd name="T22" fmla="*/ 812 w 930"/>
              <a:gd name="T23" fmla="*/ 585 h 1106"/>
              <a:gd name="T24" fmla="*/ 752 w 930"/>
              <a:gd name="T25" fmla="*/ 440 h 1106"/>
              <a:gd name="T26" fmla="*/ 836 w 930"/>
              <a:gd name="T27" fmla="*/ 358 h 1106"/>
              <a:gd name="T28" fmla="*/ 929 w 930"/>
              <a:gd name="T29" fmla="*/ 585 h 1106"/>
              <a:gd name="T30" fmla="*/ 675 w 930"/>
              <a:gd name="T31" fmla="*/ 265 h 1106"/>
              <a:gd name="T32" fmla="*/ 410 w 930"/>
              <a:gd name="T33" fmla="*/ 525 h 1106"/>
              <a:gd name="T34" fmla="*/ 410 w 930"/>
              <a:gd name="T35" fmla="*/ 298 h 1106"/>
              <a:gd name="T36" fmla="*/ 117 w 930"/>
              <a:gd name="T37" fmla="*/ 643 h 1106"/>
              <a:gd name="T38" fmla="*/ 410 w 930"/>
              <a:gd name="T39" fmla="*/ 987 h 1106"/>
              <a:gd name="T40" fmla="*/ 410 w 930"/>
              <a:gd name="T41" fmla="*/ 1105 h 1106"/>
              <a:gd name="T42" fmla="*/ 0 w 930"/>
              <a:gd name="T43" fmla="*/ 643 h 1106"/>
              <a:gd name="T44" fmla="*/ 410 w 930"/>
              <a:gd name="T45" fmla="*/ 181 h 1106"/>
              <a:gd name="T46" fmla="*/ 410 w 930"/>
              <a:gd name="T47" fmla="*/ 0 h 1106"/>
              <a:gd name="T48" fmla="*/ 675 w 930"/>
              <a:gd name="T49" fmla="*/ 265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30" h="1106">
                <a:moveTo>
                  <a:pt x="752" y="845"/>
                </a:moveTo>
                <a:cubicBezTo>
                  <a:pt x="784" y="801"/>
                  <a:pt x="804" y="752"/>
                  <a:pt x="812" y="700"/>
                </a:cubicBezTo>
                <a:lnTo>
                  <a:pt x="929" y="700"/>
                </a:lnTo>
                <a:cubicBezTo>
                  <a:pt x="918" y="782"/>
                  <a:pt x="888" y="859"/>
                  <a:pt x="836" y="927"/>
                </a:cubicBezTo>
                <a:lnTo>
                  <a:pt x="752" y="845"/>
                </a:lnTo>
                <a:close/>
                <a:moveTo>
                  <a:pt x="525" y="987"/>
                </a:moveTo>
                <a:cubicBezTo>
                  <a:pt x="577" y="979"/>
                  <a:pt x="626" y="960"/>
                  <a:pt x="670" y="927"/>
                </a:cubicBezTo>
                <a:lnTo>
                  <a:pt x="754" y="1012"/>
                </a:lnTo>
                <a:cubicBezTo>
                  <a:pt x="686" y="1064"/>
                  <a:pt x="607" y="1094"/>
                  <a:pt x="525" y="1105"/>
                </a:cubicBezTo>
                <a:lnTo>
                  <a:pt x="525" y="987"/>
                </a:lnTo>
                <a:close/>
                <a:moveTo>
                  <a:pt x="929" y="585"/>
                </a:moveTo>
                <a:lnTo>
                  <a:pt x="812" y="585"/>
                </a:lnTo>
                <a:cubicBezTo>
                  <a:pt x="804" y="533"/>
                  <a:pt x="784" y="484"/>
                  <a:pt x="752" y="440"/>
                </a:cubicBezTo>
                <a:lnTo>
                  <a:pt x="836" y="358"/>
                </a:lnTo>
                <a:cubicBezTo>
                  <a:pt x="888" y="427"/>
                  <a:pt x="918" y="503"/>
                  <a:pt x="929" y="585"/>
                </a:cubicBezTo>
                <a:close/>
                <a:moveTo>
                  <a:pt x="675" y="265"/>
                </a:moveTo>
                <a:lnTo>
                  <a:pt x="410" y="525"/>
                </a:lnTo>
                <a:lnTo>
                  <a:pt x="410" y="298"/>
                </a:lnTo>
                <a:cubicBezTo>
                  <a:pt x="243" y="326"/>
                  <a:pt x="117" y="471"/>
                  <a:pt x="117" y="643"/>
                </a:cubicBezTo>
                <a:cubicBezTo>
                  <a:pt x="117" y="815"/>
                  <a:pt x="243" y="960"/>
                  <a:pt x="410" y="987"/>
                </a:cubicBezTo>
                <a:lnTo>
                  <a:pt x="410" y="1105"/>
                </a:lnTo>
                <a:cubicBezTo>
                  <a:pt x="180" y="1077"/>
                  <a:pt x="0" y="881"/>
                  <a:pt x="0" y="643"/>
                </a:cubicBezTo>
                <a:cubicBezTo>
                  <a:pt x="0" y="405"/>
                  <a:pt x="180" y="208"/>
                  <a:pt x="410" y="181"/>
                </a:cubicBezTo>
                <a:lnTo>
                  <a:pt x="410" y="0"/>
                </a:lnTo>
                <a:lnTo>
                  <a:pt x="675" y="26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661401" y="5068890"/>
            <a:ext cx="334963" cy="398461"/>
          </a:xfrm>
          <a:custGeom>
            <a:avLst/>
            <a:gdLst>
              <a:gd name="T0" fmla="*/ 519 w 930"/>
              <a:gd name="T1" fmla="*/ 181 h 1106"/>
              <a:gd name="T2" fmla="*/ 929 w 930"/>
              <a:gd name="T3" fmla="*/ 643 h 1106"/>
              <a:gd name="T4" fmla="*/ 519 w 930"/>
              <a:gd name="T5" fmla="*/ 1105 h 1106"/>
              <a:gd name="T6" fmla="*/ 519 w 930"/>
              <a:gd name="T7" fmla="*/ 987 h 1106"/>
              <a:gd name="T8" fmla="*/ 812 w 930"/>
              <a:gd name="T9" fmla="*/ 643 h 1106"/>
              <a:gd name="T10" fmla="*/ 519 w 930"/>
              <a:gd name="T11" fmla="*/ 298 h 1106"/>
              <a:gd name="T12" fmla="*/ 519 w 930"/>
              <a:gd name="T13" fmla="*/ 525 h 1106"/>
              <a:gd name="T14" fmla="*/ 254 w 930"/>
              <a:gd name="T15" fmla="*/ 265 h 1106"/>
              <a:gd name="T16" fmla="*/ 519 w 930"/>
              <a:gd name="T17" fmla="*/ 0 h 1106"/>
              <a:gd name="T18" fmla="*/ 519 w 930"/>
              <a:gd name="T19" fmla="*/ 181 h 1106"/>
              <a:gd name="T20" fmla="*/ 175 w 930"/>
              <a:gd name="T21" fmla="*/ 1012 h 1106"/>
              <a:gd name="T22" fmla="*/ 259 w 930"/>
              <a:gd name="T23" fmla="*/ 927 h 1106"/>
              <a:gd name="T24" fmla="*/ 404 w 930"/>
              <a:gd name="T25" fmla="*/ 987 h 1106"/>
              <a:gd name="T26" fmla="*/ 404 w 930"/>
              <a:gd name="T27" fmla="*/ 1105 h 1106"/>
              <a:gd name="T28" fmla="*/ 175 w 930"/>
              <a:gd name="T29" fmla="*/ 1012 h 1106"/>
              <a:gd name="T30" fmla="*/ 175 w 930"/>
              <a:gd name="T31" fmla="*/ 845 h 1106"/>
              <a:gd name="T32" fmla="*/ 93 w 930"/>
              <a:gd name="T33" fmla="*/ 927 h 1106"/>
              <a:gd name="T34" fmla="*/ 0 w 930"/>
              <a:gd name="T35" fmla="*/ 700 h 1106"/>
              <a:gd name="T36" fmla="*/ 117 w 930"/>
              <a:gd name="T37" fmla="*/ 700 h 1106"/>
              <a:gd name="T38" fmla="*/ 175 w 930"/>
              <a:gd name="T39" fmla="*/ 845 h 1106"/>
              <a:gd name="T40" fmla="*/ 177 w 930"/>
              <a:gd name="T41" fmla="*/ 440 h 1106"/>
              <a:gd name="T42" fmla="*/ 117 w 930"/>
              <a:gd name="T43" fmla="*/ 585 h 1106"/>
              <a:gd name="T44" fmla="*/ 0 w 930"/>
              <a:gd name="T45" fmla="*/ 585 h 1106"/>
              <a:gd name="T46" fmla="*/ 95 w 930"/>
              <a:gd name="T47" fmla="*/ 358 h 1106"/>
              <a:gd name="T48" fmla="*/ 177 w 930"/>
              <a:gd name="T49" fmla="*/ 440 h 1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30" h="1106">
                <a:moveTo>
                  <a:pt x="519" y="181"/>
                </a:moveTo>
                <a:cubicBezTo>
                  <a:pt x="749" y="208"/>
                  <a:pt x="929" y="405"/>
                  <a:pt x="929" y="643"/>
                </a:cubicBezTo>
                <a:cubicBezTo>
                  <a:pt x="929" y="881"/>
                  <a:pt x="749" y="1077"/>
                  <a:pt x="519" y="1105"/>
                </a:cubicBezTo>
                <a:lnTo>
                  <a:pt x="519" y="987"/>
                </a:lnTo>
                <a:cubicBezTo>
                  <a:pt x="686" y="960"/>
                  <a:pt x="812" y="815"/>
                  <a:pt x="812" y="643"/>
                </a:cubicBezTo>
                <a:cubicBezTo>
                  <a:pt x="812" y="471"/>
                  <a:pt x="686" y="326"/>
                  <a:pt x="519" y="298"/>
                </a:cubicBezTo>
                <a:lnTo>
                  <a:pt x="519" y="525"/>
                </a:lnTo>
                <a:lnTo>
                  <a:pt x="254" y="265"/>
                </a:lnTo>
                <a:lnTo>
                  <a:pt x="519" y="0"/>
                </a:lnTo>
                <a:lnTo>
                  <a:pt x="519" y="181"/>
                </a:lnTo>
                <a:close/>
                <a:moveTo>
                  <a:pt x="175" y="1012"/>
                </a:moveTo>
                <a:lnTo>
                  <a:pt x="259" y="927"/>
                </a:lnTo>
                <a:cubicBezTo>
                  <a:pt x="303" y="960"/>
                  <a:pt x="352" y="979"/>
                  <a:pt x="404" y="987"/>
                </a:cubicBezTo>
                <a:lnTo>
                  <a:pt x="404" y="1105"/>
                </a:lnTo>
                <a:cubicBezTo>
                  <a:pt x="322" y="1094"/>
                  <a:pt x="243" y="1064"/>
                  <a:pt x="175" y="1012"/>
                </a:cubicBezTo>
                <a:close/>
                <a:moveTo>
                  <a:pt x="175" y="845"/>
                </a:moveTo>
                <a:lnTo>
                  <a:pt x="93" y="927"/>
                </a:lnTo>
                <a:cubicBezTo>
                  <a:pt x="41" y="859"/>
                  <a:pt x="11" y="782"/>
                  <a:pt x="0" y="700"/>
                </a:cubicBezTo>
                <a:lnTo>
                  <a:pt x="117" y="700"/>
                </a:lnTo>
                <a:cubicBezTo>
                  <a:pt x="125" y="752"/>
                  <a:pt x="145" y="801"/>
                  <a:pt x="175" y="845"/>
                </a:cubicBezTo>
                <a:close/>
                <a:moveTo>
                  <a:pt x="177" y="440"/>
                </a:moveTo>
                <a:cubicBezTo>
                  <a:pt x="147" y="484"/>
                  <a:pt x="125" y="533"/>
                  <a:pt x="117" y="585"/>
                </a:cubicBezTo>
                <a:lnTo>
                  <a:pt x="0" y="585"/>
                </a:lnTo>
                <a:cubicBezTo>
                  <a:pt x="11" y="503"/>
                  <a:pt x="43" y="427"/>
                  <a:pt x="95" y="358"/>
                </a:cubicBezTo>
                <a:lnTo>
                  <a:pt x="177" y="44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86924" y="5043490"/>
            <a:ext cx="463550" cy="446087"/>
          </a:xfrm>
          <a:custGeom>
            <a:avLst/>
            <a:gdLst>
              <a:gd name="T0" fmla="*/ 1080 w 1286"/>
              <a:gd name="T1" fmla="*/ 345 h 1240"/>
              <a:gd name="T2" fmla="*/ 1080 w 1286"/>
              <a:gd name="T3" fmla="*/ 1086 h 1240"/>
              <a:gd name="T4" fmla="*/ 708 w 1286"/>
              <a:gd name="T5" fmla="*/ 1239 h 1240"/>
              <a:gd name="T6" fmla="*/ 456 w 1286"/>
              <a:gd name="T7" fmla="*/ 1173 h 1240"/>
              <a:gd name="T8" fmla="*/ 544 w 1286"/>
              <a:gd name="T9" fmla="*/ 1088 h 1240"/>
              <a:gd name="T10" fmla="*/ 708 w 1286"/>
              <a:gd name="T11" fmla="*/ 1124 h 1240"/>
              <a:gd name="T12" fmla="*/ 998 w 1286"/>
              <a:gd name="T13" fmla="*/ 1004 h 1240"/>
              <a:gd name="T14" fmla="*/ 998 w 1286"/>
              <a:gd name="T15" fmla="*/ 427 h 1240"/>
              <a:gd name="T16" fmla="*/ 708 w 1286"/>
              <a:gd name="T17" fmla="*/ 307 h 1240"/>
              <a:gd name="T18" fmla="*/ 708 w 1286"/>
              <a:gd name="T19" fmla="*/ 495 h 1240"/>
              <a:gd name="T20" fmla="*/ 462 w 1286"/>
              <a:gd name="T21" fmla="*/ 249 h 1240"/>
              <a:gd name="T22" fmla="*/ 708 w 1286"/>
              <a:gd name="T23" fmla="*/ 0 h 1240"/>
              <a:gd name="T24" fmla="*/ 708 w 1286"/>
              <a:gd name="T25" fmla="*/ 189 h 1240"/>
              <a:gd name="T26" fmla="*/ 1080 w 1286"/>
              <a:gd name="T27" fmla="*/ 345 h 1240"/>
              <a:gd name="T28" fmla="*/ 166 w 1286"/>
              <a:gd name="T29" fmla="*/ 708 h 1240"/>
              <a:gd name="T30" fmla="*/ 380 w 1286"/>
              <a:gd name="T31" fmla="*/ 922 h 1240"/>
              <a:gd name="T32" fmla="*/ 593 w 1286"/>
              <a:gd name="T33" fmla="*/ 708 h 1240"/>
              <a:gd name="T34" fmla="*/ 380 w 1286"/>
              <a:gd name="T35" fmla="*/ 495 h 1240"/>
              <a:gd name="T36" fmla="*/ 166 w 1286"/>
              <a:gd name="T37" fmla="*/ 708 h 1240"/>
              <a:gd name="T38" fmla="*/ 380 w 1286"/>
              <a:gd name="T39" fmla="*/ 331 h 1240"/>
              <a:gd name="T40" fmla="*/ 757 w 1286"/>
              <a:gd name="T41" fmla="*/ 708 h 1240"/>
              <a:gd name="T42" fmla="*/ 380 w 1286"/>
              <a:gd name="T43" fmla="*/ 1086 h 1240"/>
              <a:gd name="T44" fmla="*/ 0 w 1286"/>
              <a:gd name="T45" fmla="*/ 708 h 1240"/>
              <a:gd name="T46" fmla="*/ 380 w 1286"/>
              <a:gd name="T47" fmla="*/ 331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6" h="1240">
                <a:moveTo>
                  <a:pt x="1080" y="345"/>
                </a:moveTo>
                <a:cubicBezTo>
                  <a:pt x="1285" y="550"/>
                  <a:pt x="1285" y="881"/>
                  <a:pt x="1080" y="1086"/>
                </a:cubicBezTo>
                <a:cubicBezTo>
                  <a:pt x="979" y="1190"/>
                  <a:pt x="842" y="1239"/>
                  <a:pt x="708" y="1239"/>
                </a:cubicBezTo>
                <a:cubicBezTo>
                  <a:pt x="620" y="1239"/>
                  <a:pt x="536" y="1217"/>
                  <a:pt x="456" y="1173"/>
                </a:cubicBezTo>
                <a:lnTo>
                  <a:pt x="544" y="1088"/>
                </a:lnTo>
                <a:cubicBezTo>
                  <a:pt x="596" y="1113"/>
                  <a:pt x="650" y="1124"/>
                  <a:pt x="708" y="1124"/>
                </a:cubicBezTo>
                <a:cubicBezTo>
                  <a:pt x="812" y="1124"/>
                  <a:pt x="918" y="1083"/>
                  <a:pt x="998" y="1004"/>
                </a:cubicBezTo>
                <a:cubicBezTo>
                  <a:pt x="1156" y="845"/>
                  <a:pt x="1156" y="585"/>
                  <a:pt x="998" y="427"/>
                </a:cubicBezTo>
                <a:cubicBezTo>
                  <a:pt x="918" y="348"/>
                  <a:pt x="812" y="307"/>
                  <a:pt x="708" y="307"/>
                </a:cubicBezTo>
                <a:lnTo>
                  <a:pt x="708" y="495"/>
                </a:lnTo>
                <a:lnTo>
                  <a:pt x="462" y="249"/>
                </a:lnTo>
                <a:lnTo>
                  <a:pt x="708" y="0"/>
                </a:lnTo>
                <a:lnTo>
                  <a:pt x="708" y="189"/>
                </a:lnTo>
                <a:cubicBezTo>
                  <a:pt x="842" y="189"/>
                  <a:pt x="979" y="241"/>
                  <a:pt x="1080" y="345"/>
                </a:cubicBezTo>
                <a:close/>
                <a:moveTo>
                  <a:pt x="166" y="708"/>
                </a:moveTo>
                <a:lnTo>
                  <a:pt x="380" y="922"/>
                </a:lnTo>
                <a:lnTo>
                  <a:pt x="593" y="708"/>
                </a:lnTo>
                <a:lnTo>
                  <a:pt x="380" y="495"/>
                </a:lnTo>
                <a:lnTo>
                  <a:pt x="166" y="708"/>
                </a:lnTo>
                <a:close/>
                <a:moveTo>
                  <a:pt x="380" y="331"/>
                </a:moveTo>
                <a:lnTo>
                  <a:pt x="757" y="708"/>
                </a:lnTo>
                <a:lnTo>
                  <a:pt x="380" y="1086"/>
                </a:lnTo>
                <a:lnTo>
                  <a:pt x="0" y="708"/>
                </a:lnTo>
                <a:lnTo>
                  <a:pt x="380" y="3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842624" y="5057775"/>
            <a:ext cx="293688" cy="419100"/>
          </a:xfrm>
          <a:custGeom>
            <a:avLst/>
            <a:gdLst>
              <a:gd name="T0" fmla="*/ 408 w 816"/>
              <a:gd name="T1" fmla="*/ 552 h 1166"/>
              <a:gd name="T2" fmla="*/ 553 w 816"/>
              <a:gd name="T3" fmla="*/ 408 h 1166"/>
              <a:gd name="T4" fmla="*/ 408 w 816"/>
              <a:gd name="T5" fmla="*/ 263 h 1166"/>
              <a:gd name="T6" fmla="*/ 263 w 816"/>
              <a:gd name="T7" fmla="*/ 408 h 1166"/>
              <a:gd name="T8" fmla="*/ 408 w 816"/>
              <a:gd name="T9" fmla="*/ 552 h 1166"/>
              <a:gd name="T10" fmla="*/ 408 w 816"/>
              <a:gd name="T11" fmla="*/ 0 h 1166"/>
              <a:gd name="T12" fmla="*/ 815 w 816"/>
              <a:gd name="T13" fmla="*/ 408 h 1166"/>
              <a:gd name="T14" fmla="*/ 408 w 816"/>
              <a:gd name="T15" fmla="*/ 1165 h 1166"/>
              <a:gd name="T16" fmla="*/ 0 w 816"/>
              <a:gd name="T17" fmla="*/ 408 h 1166"/>
              <a:gd name="T18" fmla="*/ 408 w 816"/>
              <a:gd name="T1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16" h="1166">
                <a:moveTo>
                  <a:pt x="408" y="552"/>
                </a:moveTo>
                <a:cubicBezTo>
                  <a:pt x="487" y="552"/>
                  <a:pt x="553" y="488"/>
                  <a:pt x="553" y="408"/>
                </a:cubicBezTo>
                <a:cubicBezTo>
                  <a:pt x="553" y="329"/>
                  <a:pt x="488" y="263"/>
                  <a:pt x="408" y="263"/>
                </a:cubicBezTo>
                <a:cubicBezTo>
                  <a:pt x="329" y="263"/>
                  <a:pt x="263" y="329"/>
                  <a:pt x="263" y="408"/>
                </a:cubicBezTo>
                <a:cubicBezTo>
                  <a:pt x="263" y="488"/>
                  <a:pt x="328" y="552"/>
                  <a:pt x="408" y="552"/>
                </a:cubicBezTo>
                <a:close/>
                <a:moveTo>
                  <a:pt x="408" y="0"/>
                </a:moveTo>
                <a:cubicBezTo>
                  <a:pt x="635" y="0"/>
                  <a:pt x="815" y="181"/>
                  <a:pt x="815" y="408"/>
                </a:cubicBezTo>
                <a:cubicBezTo>
                  <a:pt x="815" y="714"/>
                  <a:pt x="408" y="1165"/>
                  <a:pt x="408" y="1165"/>
                </a:cubicBezTo>
                <a:cubicBezTo>
                  <a:pt x="408" y="1165"/>
                  <a:pt x="0" y="714"/>
                  <a:pt x="0" y="408"/>
                </a:cubicBezTo>
                <a:cubicBezTo>
                  <a:pt x="0" y="181"/>
                  <a:pt x="181" y="0"/>
                  <a:pt x="408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3" name="Freeform 72"/>
          <p:cNvSpPr>
            <a:spLocks noChangeArrowheads="1"/>
          </p:cNvSpPr>
          <p:nvPr/>
        </p:nvSpPr>
        <p:spPr bwMode="auto">
          <a:xfrm>
            <a:off x="1055689" y="5822952"/>
            <a:ext cx="377825" cy="377825"/>
          </a:xfrm>
          <a:custGeom>
            <a:avLst/>
            <a:gdLst>
              <a:gd name="T0" fmla="*/ 118 w 1051"/>
              <a:gd name="T1" fmla="*/ 875 h 1051"/>
              <a:gd name="T2" fmla="*/ 932 w 1051"/>
              <a:gd name="T3" fmla="*/ 875 h 1051"/>
              <a:gd name="T4" fmla="*/ 670 w 1051"/>
              <a:gd name="T5" fmla="*/ 525 h 1051"/>
              <a:gd name="T6" fmla="*/ 468 w 1051"/>
              <a:gd name="T7" fmla="*/ 788 h 1051"/>
              <a:gd name="T8" fmla="*/ 320 w 1051"/>
              <a:gd name="T9" fmla="*/ 613 h 1051"/>
              <a:gd name="T10" fmla="*/ 118 w 1051"/>
              <a:gd name="T11" fmla="*/ 875 h 1051"/>
              <a:gd name="T12" fmla="*/ 525 w 1051"/>
              <a:gd name="T13" fmla="*/ 115 h 1051"/>
              <a:gd name="T14" fmla="*/ 407 w 1051"/>
              <a:gd name="T15" fmla="*/ 115 h 1051"/>
              <a:gd name="T16" fmla="*/ 118 w 1051"/>
              <a:gd name="T17" fmla="*/ 408 h 1051"/>
              <a:gd name="T18" fmla="*/ 118 w 1051"/>
              <a:gd name="T19" fmla="*/ 525 h 1051"/>
              <a:gd name="T20" fmla="*/ 525 w 1051"/>
              <a:gd name="T21" fmla="*/ 115 h 1051"/>
              <a:gd name="T22" fmla="*/ 118 w 1051"/>
              <a:gd name="T23" fmla="*/ 115 h 1051"/>
              <a:gd name="T24" fmla="*/ 118 w 1051"/>
              <a:gd name="T25" fmla="*/ 293 h 1051"/>
              <a:gd name="T26" fmla="*/ 293 w 1051"/>
              <a:gd name="T27" fmla="*/ 115 h 1051"/>
              <a:gd name="T28" fmla="*/ 118 w 1051"/>
              <a:gd name="T29" fmla="*/ 115 h 1051"/>
              <a:gd name="T30" fmla="*/ 1050 w 1051"/>
              <a:gd name="T31" fmla="*/ 118 h 1051"/>
              <a:gd name="T32" fmla="*/ 1050 w 1051"/>
              <a:gd name="T33" fmla="*/ 932 h 1051"/>
              <a:gd name="T34" fmla="*/ 932 w 1051"/>
              <a:gd name="T35" fmla="*/ 1050 h 1051"/>
              <a:gd name="T36" fmla="*/ 118 w 1051"/>
              <a:gd name="T37" fmla="*/ 1050 h 1051"/>
              <a:gd name="T38" fmla="*/ 0 w 1051"/>
              <a:gd name="T39" fmla="*/ 932 h 1051"/>
              <a:gd name="T40" fmla="*/ 0 w 1051"/>
              <a:gd name="T41" fmla="*/ 118 h 1051"/>
              <a:gd name="T42" fmla="*/ 118 w 1051"/>
              <a:gd name="T43" fmla="*/ 0 h 1051"/>
              <a:gd name="T44" fmla="*/ 932 w 1051"/>
              <a:gd name="T45" fmla="*/ 0 h 1051"/>
              <a:gd name="T46" fmla="*/ 1050 w 1051"/>
              <a:gd name="T47" fmla="*/ 1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051">
                <a:moveTo>
                  <a:pt x="118" y="875"/>
                </a:moveTo>
                <a:lnTo>
                  <a:pt x="932" y="875"/>
                </a:lnTo>
                <a:lnTo>
                  <a:pt x="670" y="525"/>
                </a:lnTo>
                <a:lnTo>
                  <a:pt x="468" y="788"/>
                </a:lnTo>
                <a:lnTo>
                  <a:pt x="320" y="613"/>
                </a:lnTo>
                <a:lnTo>
                  <a:pt x="118" y="875"/>
                </a:lnTo>
                <a:close/>
                <a:moveTo>
                  <a:pt x="525" y="115"/>
                </a:moveTo>
                <a:lnTo>
                  <a:pt x="407" y="115"/>
                </a:lnTo>
                <a:cubicBezTo>
                  <a:pt x="407" y="276"/>
                  <a:pt x="279" y="408"/>
                  <a:pt x="118" y="408"/>
                </a:cubicBezTo>
                <a:lnTo>
                  <a:pt x="118" y="525"/>
                </a:lnTo>
                <a:cubicBezTo>
                  <a:pt x="345" y="525"/>
                  <a:pt x="525" y="342"/>
                  <a:pt x="525" y="115"/>
                </a:cubicBezTo>
                <a:close/>
                <a:moveTo>
                  <a:pt x="118" y="115"/>
                </a:moveTo>
                <a:lnTo>
                  <a:pt x="118" y="293"/>
                </a:lnTo>
                <a:cubicBezTo>
                  <a:pt x="213" y="293"/>
                  <a:pt x="293" y="211"/>
                  <a:pt x="293" y="115"/>
                </a:cubicBezTo>
                <a:lnTo>
                  <a:pt x="118" y="115"/>
                </a:lnTo>
                <a:close/>
                <a:moveTo>
                  <a:pt x="1050" y="118"/>
                </a:move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ubicBezTo>
                  <a:pt x="995" y="0"/>
                  <a:pt x="1050" y="55"/>
                  <a:pt x="1050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4" name="Freeform 73"/>
          <p:cNvSpPr>
            <a:spLocks noChangeArrowheads="1"/>
          </p:cNvSpPr>
          <p:nvPr/>
        </p:nvSpPr>
        <p:spPr bwMode="auto">
          <a:xfrm>
            <a:off x="2071689" y="5843588"/>
            <a:ext cx="504825" cy="336550"/>
          </a:xfrm>
          <a:custGeom>
            <a:avLst/>
            <a:gdLst>
              <a:gd name="T0" fmla="*/ 758 w 1401"/>
              <a:gd name="T1" fmla="*/ 612 h 936"/>
              <a:gd name="T2" fmla="*/ 758 w 1401"/>
              <a:gd name="T3" fmla="*/ 612 h 936"/>
              <a:gd name="T4" fmla="*/ 758 w 1401"/>
              <a:gd name="T5" fmla="*/ 612 h 936"/>
              <a:gd name="T6" fmla="*/ 993 w 1401"/>
              <a:gd name="T7" fmla="*/ 393 h 936"/>
              <a:gd name="T8" fmla="*/ 758 w 1401"/>
              <a:gd name="T9" fmla="*/ 175 h 936"/>
              <a:gd name="T10" fmla="*/ 758 w 1401"/>
              <a:gd name="T11" fmla="*/ 300 h 936"/>
              <a:gd name="T12" fmla="*/ 408 w 1401"/>
              <a:gd name="T13" fmla="*/ 642 h 936"/>
              <a:gd name="T14" fmla="*/ 758 w 1401"/>
              <a:gd name="T15" fmla="*/ 484 h 936"/>
              <a:gd name="T16" fmla="*/ 758 w 1401"/>
              <a:gd name="T17" fmla="*/ 612 h 936"/>
              <a:gd name="T18" fmla="*/ 1400 w 1401"/>
              <a:gd name="T19" fmla="*/ 817 h 936"/>
              <a:gd name="T20" fmla="*/ 1400 w 1401"/>
              <a:gd name="T21" fmla="*/ 935 h 936"/>
              <a:gd name="T22" fmla="*/ 0 w 1401"/>
              <a:gd name="T23" fmla="*/ 935 h 936"/>
              <a:gd name="T24" fmla="*/ 0 w 1401"/>
              <a:gd name="T25" fmla="*/ 817 h 936"/>
              <a:gd name="T26" fmla="*/ 233 w 1401"/>
              <a:gd name="T27" fmla="*/ 817 h 936"/>
              <a:gd name="T28" fmla="*/ 118 w 1401"/>
              <a:gd name="T29" fmla="*/ 699 h 936"/>
              <a:gd name="T30" fmla="*/ 118 w 1401"/>
              <a:gd name="T31" fmla="*/ 117 h 936"/>
              <a:gd name="T32" fmla="*/ 233 w 1401"/>
              <a:gd name="T33" fmla="*/ 0 h 936"/>
              <a:gd name="T34" fmla="*/ 1168 w 1401"/>
              <a:gd name="T35" fmla="*/ 0 h 936"/>
              <a:gd name="T36" fmla="*/ 1283 w 1401"/>
              <a:gd name="T37" fmla="*/ 117 h 936"/>
              <a:gd name="T38" fmla="*/ 1283 w 1401"/>
              <a:gd name="T39" fmla="*/ 699 h 936"/>
              <a:gd name="T40" fmla="*/ 1168 w 1401"/>
              <a:gd name="T41" fmla="*/ 817 h 936"/>
              <a:gd name="T42" fmla="*/ 1400 w 1401"/>
              <a:gd name="T43" fmla="*/ 81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401" h="936">
                <a:moveTo>
                  <a:pt x="758" y="612"/>
                </a:moveTo>
                <a:lnTo>
                  <a:pt x="758" y="612"/>
                </a:lnTo>
                <a:lnTo>
                  <a:pt x="758" y="612"/>
                </a:lnTo>
                <a:lnTo>
                  <a:pt x="993" y="393"/>
                </a:lnTo>
                <a:lnTo>
                  <a:pt x="758" y="175"/>
                </a:lnTo>
                <a:lnTo>
                  <a:pt x="758" y="300"/>
                </a:lnTo>
                <a:cubicBezTo>
                  <a:pt x="531" y="333"/>
                  <a:pt x="441" y="486"/>
                  <a:pt x="408" y="642"/>
                </a:cubicBezTo>
                <a:cubicBezTo>
                  <a:pt x="490" y="533"/>
                  <a:pt x="596" y="484"/>
                  <a:pt x="758" y="484"/>
                </a:cubicBezTo>
                <a:lnTo>
                  <a:pt x="758" y="612"/>
                </a:lnTo>
                <a:close/>
                <a:moveTo>
                  <a:pt x="1400" y="817"/>
                </a:moveTo>
                <a:lnTo>
                  <a:pt x="1400" y="935"/>
                </a:lnTo>
                <a:lnTo>
                  <a:pt x="0" y="935"/>
                </a:lnTo>
                <a:lnTo>
                  <a:pt x="0" y="817"/>
                </a:lnTo>
                <a:lnTo>
                  <a:pt x="233" y="817"/>
                </a:lnTo>
                <a:cubicBezTo>
                  <a:pt x="167" y="817"/>
                  <a:pt x="118" y="762"/>
                  <a:pt x="118" y="699"/>
                </a:cubicBezTo>
                <a:lnTo>
                  <a:pt x="118" y="117"/>
                </a:lnTo>
                <a:cubicBezTo>
                  <a:pt x="118" y="52"/>
                  <a:pt x="167" y="0"/>
                  <a:pt x="233" y="0"/>
                </a:cubicBezTo>
                <a:lnTo>
                  <a:pt x="1168" y="0"/>
                </a:lnTo>
                <a:cubicBezTo>
                  <a:pt x="1231" y="0"/>
                  <a:pt x="1283" y="52"/>
                  <a:pt x="1283" y="117"/>
                </a:cubicBezTo>
                <a:lnTo>
                  <a:pt x="1283" y="699"/>
                </a:lnTo>
                <a:cubicBezTo>
                  <a:pt x="1283" y="762"/>
                  <a:pt x="1231" y="817"/>
                  <a:pt x="1168" y="817"/>
                </a:cubicBezTo>
                <a:lnTo>
                  <a:pt x="1400" y="8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5" name="Freeform 74"/>
          <p:cNvSpPr>
            <a:spLocks noChangeArrowheads="1"/>
          </p:cNvSpPr>
          <p:nvPr/>
        </p:nvSpPr>
        <p:spPr bwMode="auto">
          <a:xfrm>
            <a:off x="3149599" y="5759452"/>
            <a:ext cx="503238" cy="504825"/>
          </a:xfrm>
          <a:custGeom>
            <a:avLst/>
            <a:gdLst>
              <a:gd name="T0" fmla="*/ 698 w 1396"/>
              <a:gd name="T1" fmla="*/ 1400 h 1401"/>
              <a:gd name="T2" fmla="*/ 0 w 1396"/>
              <a:gd name="T3" fmla="*/ 757 h 1401"/>
              <a:gd name="T4" fmla="*/ 88 w 1396"/>
              <a:gd name="T5" fmla="*/ 757 h 1401"/>
              <a:gd name="T6" fmla="*/ 435 w 1396"/>
              <a:gd name="T7" fmla="*/ 1252 h 1401"/>
              <a:gd name="T8" fmla="*/ 514 w 1396"/>
              <a:gd name="T9" fmla="*/ 1176 h 1401"/>
              <a:gd name="T10" fmla="*/ 736 w 1396"/>
              <a:gd name="T11" fmla="*/ 1397 h 1401"/>
              <a:gd name="T12" fmla="*/ 698 w 1396"/>
              <a:gd name="T13" fmla="*/ 1400 h 1401"/>
              <a:gd name="T14" fmla="*/ 698 w 1396"/>
              <a:gd name="T15" fmla="*/ 1400 h 1401"/>
              <a:gd name="T16" fmla="*/ 862 w 1396"/>
              <a:gd name="T17" fmla="*/ 1236 h 1401"/>
              <a:gd name="T18" fmla="*/ 1234 w 1396"/>
              <a:gd name="T19" fmla="*/ 864 h 1401"/>
              <a:gd name="T20" fmla="*/ 534 w 1396"/>
              <a:gd name="T21" fmla="*/ 164 h 1401"/>
              <a:gd name="T22" fmla="*/ 162 w 1396"/>
              <a:gd name="T23" fmla="*/ 536 h 1401"/>
              <a:gd name="T24" fmla="*/ 862 w 1396"/>
              <a:gd name="T25" fmla="*/ 1236 h 1401"/>
              <a:gd name="T26" fmla="*/ 594 w 1396"/>
              <a:gd name="T27" fmla="*/ 101 h 1401"/>
              <a:gd name="T28" fmla="*/ 1296 w 1396"/>
              <a:gd name="T29" fmla="*/ 804 h 1401"/>
              <a:gd name="T30" fmla="*/ 1296 w 1396"/>
              <a:gd name="T31" fmla="*/ 927 h 1401"/>
              <a:gd name="T32" fmla="*/ 925 w 1396"/>
              <a:gd name="T33" fmla="*/ 1299 h 1401"/>
              <a:gd name="T34" fmla="*/ 802 w 1396"/>
              <a:gd name="T35" fmla="*/ 1299 h 1401"/>
              <a:gd name="T36" fmla="*/ 99 w 1396"/>
              <a:gd name="T37" fmla="*/ 596 h 1401"/>
              <a:gd name="T38" fmla="*/ 99 w 1396"/>
              <a:gd name="T39" fmla="*/ 473 h 1401"/>
              <a:gd name="T40" fmla="*/ 471 w 1396"/>
              <a:gd name="T41" fmla="*/ 101 h 1401"/>
              <a:gd name="T42" fmla="*/ 594 w 1396"/>
              <a:gd name="T43" fmla="*/ 101 h 1401"/>
              <a:gd name="T44" fmla="*/ 960 w 1396"/>
              <a:gd name="T45" fmla="*/ 148 h 1401"/>
              <a:gd name="T46" fmla="*/ 881 w 1396"/>
              <a:gd name="T47" fmla="*/ 224 h 1401"/>
              <a:gd name="T48" fmla="*/ 659 w 1396"/>
              <a:gd name="T49" fmla="*/ 3 h 1401"/>
              <a:gd name="T50" fmla="*/ 698 w 1396"/>
              <a:gd name="T51" fmla="*/ 0 h 1401"/>
              <a:gd name="T52" fmla="*/ 1395 w 1396"/>
              <a:gd name="T53" fmla="*/ 643 h 1401"/>
              <a:gd name="T54" fmla="*/ 1307 w 1396"/>
              <a:gd name="T55" fmla="*/ 643 h 1401"/>
              <a:gd name="T56" fmla="*/ 960 w 1396"/>
              <a:gd name="T57" fmla="*/ 148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96" h="1401">
                <a:moveTo>
                  <a:pt x="698" y="1400"/>
                </a:moveTo>
                <a:cubicBezTo>
                  <a:pt x="331" y="1400"/>
                  <a:pt x="31" y="1116"/>
                  <a:pt x="0" y="757"/>
                </a:cubicBezTo>
                <a:lnTo>
                  <a:pt x="88" y="757"/>
                </a:lnTo>
                <a:cubicBezTo>
                  <a:pt x="110" y="976"/>
                  <a:pt x="244" y="1162"/>
                  <a:pt x="435" y="1252"/>
                </a:cubicBezTo>
                <a:lnTo>
                  <a:pt x="514" y="1176"/>
                </a:lnTo>
                <a:lnTo>
                  <a:pt x="736" y="1397"/>
                </a:lnTo>
                <a:lnTo>
                  <a:pt x="698" y="1400"/>
                </a:lnTo>
                <a:lnTo>
                  <a:pt x="698" y="1400"/>
                </a:lnTo>
                <a:close/>
                <a:moveTo>
                  <a:pt x="862" y="1236"/>
                </a:moveTo>
                <a:lnTo>
                  <a:pt x="1234" y="864"/>
                </a:lnTo>
                <a:lnTo>
                  <a:pt x="534" y="164"/>
                </a:lnTo>
                <a:lnTo>
                  <a:pt x="162" y="536"/>
                </a:lnTo>
                <a:lnTo>
                  <a:pt x="862" y="1236"/>
                </a:lnTo>
                <a:close/>
                <a:moveTo>
                  <a:pt x="594" y="101"/>
                </a:moveTo>
                <a:lnTo>
                  <a:pt x="1296" y="804"/>
                </a:lnTo>
                <a:cubicBezTo>
                  <a:pt x="1332" y="837"/>
                  <a:pt x="1332" y="891"/>
                  <a:pt x="1296" y="927"/>
                </a:cubicBezTo>
                <a:lnTo>
                  <a:pt x="925" y="1299"/>
                </a:lnTo>
                <a:cubicBezTo>
                  <a:pt x="892" y="1334"/>
                  <a:pt x="837" y="1334"/>
                  <a:pt x="802" y="1299"/>
                </a:cubicBezTo>
                <a:lnTo>
                  <a:pt x="99" y="596"/>
                </a:lnTo>
                <a:cubicBezTo>
                  <a:pt x="63" y="563"/>
                  <a:pt x="63" y="509"/>
                  <a:pt x="99" y="473"/>
                </a:cubicBezTo>
                <a:lnTo>
                  <a:pt x="471" y="101"/>
                </a:lnTo>
                <a:cubicBezTo>
                  <a:pt x="504" y="66"/>
                  <a:pt x="558" y="66"/>
                  <a:pt x="594" y="101"/>
                </a:cubicBezTo>
                <a:close/>
                <a:moveTo>
                  <a:pt x="960" y="148"/>
                </a:moveTo>
                <a:lnTo>
                  <a:pt x="881" y="224"/>
                </a:lnTo>
                <a:lnTo>
                  <a:pt x="659" y="3"/>
                </a:lnTo>
                <a:lnTo>
                  <a:pt x="698" y="0"/>
                </a:lnTo>
                <a:cubicBezTo>
                  <a:pt x="1064" y="0"/>
                  <a:pt x="1365" y="284"/>
                  <a:pt x="1395" y="643"/>
                </a:cubicBezTo>
                <a:lnTo>
                  <a:pt x="1307" y="643"/>
                </a:lnTo>
                <a:cubicBezTo>
                  <a:pt x="1286" y="424"/>
                  <a:pt x="1152" y="238"/>
                  <a:pt x="960" y="14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6" name="Freeform 75"/>
          <p:cNvSpPr>
            <a:spLocks noChangeArrowheads="1"/>
          </p:cNvSpPr>
          <p:nvPr/>
        </p:nvSpPr>
        <p:spPr bwMode="auto">
          <a:xfrm>
            <a:off x="4240212" y="5768976"/>
            <a:ext cx="481012" cy="484188"/>
          </a:xfrm>
          <a:custGeom>
            <a:avLst/>
            <a:gdLst>
              <a:gd name="T0" fmla="*/ 922 w 1336"/>
              <a:gd name="T1" fmla="*/ 145 h 1343"/>
              <a:gd name="T2" fmla="*/ 922 w 1336"/>
              <a:gd name="T3" fmla="*/ 175 h 1343"/>
              <a:gd name="T4" fmla="*/ 1121 w 1336"/>
              <a:gd name="T5" fmla="*/ 175 h 1343"/>
              <a:gd name="T6" fmla="*/ 1121 w 1336"/>
              <a:gd name="T7" fmla="*/ 145 h 1343"/>
              <a:gd name="T8" fmla="*/ 1023 w 1336"/>
              <a:gd name="T9" fmla="*/ 46 h 1343"/>
              <a:gd name="T10" fmla="*/ 922 w 1336"/>
              <a:gd name="T11" fmla="*/ 145 h 1343"/>
              <a:gd name="T12" fmla="*/ 875 w 1336"/>
              <a:gd name="T13" fmla="*/ 525 h 1343"/>
              <a:gd name="T14" fmla="*/ 818 w 1336"/>
              <a:gd name="T15" fmla="*/ 467 h 1343"/>
              <a:gd name="T16" fmla="*/ 818 w 1336"/>
              <a:gd name="T17" fmla="*/ 232 h 1343"/>
              <a:gd name="T18" fmla="*/ 875 w 1336"/>
              <a:gd name="T19" fmla="*/ 175 h 1343"/>
              <a:gd name="T20" fmla="*/ 875 w 1336"/>
              <a:gd name="T21" fmla="*/ 145 h 1343"/>
              <a:gd name="T22" fmla="*/ 1023 w 1336"/>
              <a:gd name="T23" fmla="*/ 0 h 1343"/>
              <a:gd name="T24" fmla="*/ 1168 w 1336"/>
              <a:gd name="T25" fmla="*/ 145 h 1343"/>
              <a:gd name="T26" fmla="*/ 1168 w 1336"/>
              <a:gd name="T27" fmla="*/ 175 h 1343"/>
              <a:gd name="T28" fmla="*/ 1225 w 1336"/>
              <a:gd name="T29" fmla="*/ 232 h 1343"/>
              <a:gd name="T30" fmla="*/ 1225 w 1336"/>
              <a:gd name="T31" fmla="*/ 467 h 1343"/>
              <a:gd name="T32" fmla="*/ 1168 w 1336"/>
              <a:gd name="T33" fmla="*/ 525 h 1343"/>
              <a:gd name="T34" fmla="*/ 875 w 1336"/>
              <a:gd name="T35" fmla="*/ 525 h 1343"/>
              <a:gd name="T36" fmla="*/ 438 w 1336"/>
              <a:gd name="T37" fmla="*/ 1195 h 1343"/>
              <a:gd name="T38" fmla="*/ 514 w 1336"/>
              <a:gd name="T39" fmla="*/ 1118 h 1343"/>
              <a:gd name="T40" fmla="*/ 736 w 1336"/>
              <a:gd name="T41" fmla="*/ 1340 h 1343"/>
              <a:gd name="T42" fmla="*/ 698 w 1336"/>
              <a:gd name="T43" fmla="*/ 1342 h 1343"/>
              <a:gd name="T44" fmla="*/ 0 w 1336"/>
              <a:gd name="T45" fmla="*/ 700 h 1343"/>
              <a:gd name="T46" fmla="*/ 88 w 1336"/>
              <a:gd name="T47" fmla="*/ 700 h 1343"/>
              <a:gd name="T48" fmla="*/ 438 w 1336"/>
              <a:gd name="T49" fmla="*/ 1195 h 1343"/>
              <a:gd name="T50" fmla="*/ 1299 w 1336"/>
              <a:gd name="T51" fmla="*/ 744 h 1343"/>
              <a:gd name="T52" fmla="*/ 1299 w 1336"/>
              <a:gd name="T53" fmla="*/ 869 h 1343"/>
              <a:gd name="T54" fmla="*/ 927 w 1336"/>
              <a:gd name="T55" fmla="*/ 1238 h 1343"/>
              <a:gd name="T56" fmla="*/ 804 w 1336"/>
              <a:gd name="T57" fmla="*/ 1238 h 1343"/>
              <a:gd name="T58" fmla="*/ 104 w 1336"/>
              <a:gd name="T59" fmla="*/ 538 h 1343"/>
              <a:gd name="T60" fmla="*/ 104 w 1336"/>
              <a:gd name="T61" fmla="*/ 415 h 1343"/>
              <a:gd name="T62" fmla="*/ 473 w 1336"/>
              <a:gd name="T63" fmla="*/ 44 h 1343"/>
              <a:gd name="T64" fmla="*/ 599 w 1336"/>
              <a:gd name="T65" fmla="*/ 44 h 1343"/>
              <a:gd name="T66" fmla="*/ 741 w 1336"/>
              <a:gd name="T67" fmla="*/ 186 h 1343"/>
              <a:gd name="T68" fmla="*/ 659 w 1336"/>
              <a:gd name="T69" fmla="*/ 268 h 1343"/>
              <a:gd name="T70" fmla="*/ 536 w 1336"/>
              <a:gd name="T71" fmla="*/ 147 h 1343"/>
              <a:gd name="T72" fmla="*/ 205 w 1336"/>
              <a:gd name="T73" fmla="*/ 476 h 1343"/>
              <a:gd name="T74" fmla="*/ 867 w 1336"/>
              <a:gd name="T75" fmla="*/ 1137 h 1343"/>
              <a:gd name="T76" fmla="*/ 1195 w 1336"/>
              <a:gd name="T77" fmla="*/ 806 h 1343"/>
              <a:gd name="T78" fmla="*/ 1067 w 1336"/>
              <a:gd name="T79" fmla="*/ 678 h 1343"/>
              <a:gd name="T80" fmla="*/ 1149 w 1336"/>
              <a:gd name="T81" fmla="*/ 596 h 1343"/>
              <a:gd name="T82" fmla="*/ 1299 w 1336"/>
              <a:gd name="T83" fmla="*/ 744 h 1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336" h="1343">
                <a:moveTo>
                  <a:pt x="922" y="145"/>
                </a:moveTo>
                <a:lnTo>
                  <a:pt x="922" y="175"/>
                </a:lnTo>
                <a:lnTo>
                  <a:pt x="1121" y="175"/>
                </a:lnTo>
                <a:lnTo>
                  <a:pt x="1121" y="145"/>
                </a:lnTo>
                <a:cubicBezTo>
                  <a:pt x="1121" y="90"/>
                  <a:pt x="1078" y="46"/>
                  <a:pt x="1023" y="46"/>
                </a:cubicBezTo>
                <a:cubicBezTo>
                  <a:pt x="968" y="46"/>
                  <a:pt x="922" y="90"/>
                  <a:pt x="922" y="145"/>
                </a:cubicBezTo>
                <a:close/>
                <a:moveTo>
                  <a:pt x="875" y="525"/>
                </a:moveTo>
                <a:cubicBezTo>
                  <a:pt x="842" y="525"/>
                  <a:pt x="818" y="500"/>
                  <a:pt x="818" y="467"/>
                </a:cubicBezTo>
                <a:lnTo>
                  <a:pt x="818" y="232"/>
                </a:lnTo>
                <a:cubicBezTo>
                  <a:pt x="818" y="199"/>
                  <a:pt x="842" y="175"/>
                  <a:pt x="875" y="175"/>
                </a:cubicBezTo>
                <a:lnTo>
                  <a:pt x="875" y="145"/>
                </a:lnTo>
                <a:cubicBezTo>
                  <a:pt x="875" y="65"/>
                  <a:pt x="944" y="0"/>
                  <a:pt x="1023" y="0"/>
                </a:cubicBezTo>
                <a:cubicBezTo>
                  <a:pt x="1102" y="0"/>
                  <a:pt x="1168" y="65"/>
                  <a:pt x="1168" y="145"/>
                </a:cubicBezTo>
                <a:lnTo>
                  <a:pt x="1168" y="175"/>
                </a:lnTo>
                <a:cubicBezTo>
                  <a:pt x="1201" y="175"/>
                  <a:pt x="1225" y="199"/>
                  <a:pt x="1225" y="232"/>
                </a:cubicBezTo>
                <a:lnTo>
                  <a:pt x="1225" y="467"/>
                </a:lnTo>
                <a:cubicBezTo>
                  <a:pt x="1225" y="500"/>
                  <a:pt x="1201" y="525"/>
                  <a:pt x="1168" y="525"/>
                </a:cubicBezTo>
                <a:lnTo>
                  <a:pt x="875" y="525"/>
                </a:lnTo>
                <a:close/>
                <a:moveTo>
                  <a:pt x="438" y="1195"/>
                </a:moveTo>
                <a:lnTo>
                  <a:pt x="514" y="1118"/>
                </a:lnTo>
                <a:lnTo>
                  <a:pt x="736" y="1340"/>
                </a:lnTo>
                <a:lnTo>
                  <a:pt x="698" y="1342"/>
                </a:lnTo>
                <a:cubicBezTo>
                  <a:pt x="331" y="1342"/>
                  <a:pt x="30" y="1058"/>
                  <a:pt x="0" y="700"/>
                </a:cubicBezTo>
                <a:lnTo>
                  <a:pt x="88" y="700"/>
                </a:lnTo>
                <a:cubicBezTo>
                  <a:pt x="110" y="919"/>
                  <a:pt x="246" y="1104"/>
                  <a:pt x="438" y="1195"/>
                </a:cubicBezTo>
                <a:close/>
                <a:moveTo>
                  <a:pt x="1299" y="744"/>
                </a:moveTo>
                <a:cubicBezTo>
                  <a:pt x="1335" y="776"/>
                  <a:pt x="1335" y="834"/>
                  <a:pt x="1299" y="869"/>
                </a:cubicBezTo>
                <a:lnTo>
                  <a:pt x="927" y="1238"/>
                </a:lnTo>
                <a:cubicBezTo>
                  <a:pt x="894" y="1274"/>
                  <a:pt x="840" y="1274"/>
                  <a:pt x="804" y="1238"/>
                </a:cubicBezTo>
                <a:lnTo>
                  <a:pt x="104" y="538"/>
                </a:lnTo>
                <a:cubicBezTo>
                  <a:pt x="69" y="506"/>
                  <a:pt x="69" y="451"/>
                  <a:pt x="104" y="415"/>
                </a:cubicBezTo>
                <a:lnTo>
                  <a:pt x="473" y="44"/>
                </a:lnTo>
                <a:cubicBezTo>
                  <a:pt x="506" y="8"/>
                  <a:pt x="564" y="8"/>
                  <a:pt x="599" y="44"/>
                </a:cubicBezTo>
                <a:lnTo>
                  <a:pt x="741" y="186"/>
                </a:lnTo>
                <a:lnTo>
                  <a:pt x="659" y="268"/>
                </a:lnTo>
                <a:lnTo>
                  <a:pt x="536" y="147"/>
                </a:lnTo>
                <a:lnTo>
                  <a:pt x="205" y="476"/>
                </a:lnTo>
                <a:lnTo>
                  <a:pt x="867" y="1137"/>
                </a:lnTo>
                <a:lnTo>
                  <a:pt x="1195" y="806"/>
                </a:lnTo>
                <a:lnTo>
                  <a:pt x="1067" y="678"/>
                </a:lnTo>
                <a:lnTo>
                  <a:pt x="1149" y="596"/>
                </a:lnTo>
                <a:lnTo>
                  <a:pt x="1299" y="74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7" name="Freeform 76"/>
          <p:cNvSpPr>
            <a:spLocks noChangeArrowheads="1"/>
          </p:cNvSpPr>
          <p:nvPr/>
        </p:nvSpPr>
        <p:spPr bwMode="auto">
          <a:xfrm>
            <a:off x="5410199" y="5780088"/>
            <a:ext cx="293688" cy="463550"/>
          </a:xfrm>
          <a:custGeom>
            <a:avLst/>
            <a:gdLst>
              <a:gd name="T0" fmla="*/ 700 w 816"/>
              <a:gd name="T1" fmla="*/ 1049 h 1286"/>
              <a:gd name="T2" fmla="*/ 700 w 816"/>
              <a:gd name="T3" fmla="*/ 235 h 1286"/>
              <a:gd name="T4" fmla="*/ 115 w 816"/>
              <a:gd name="T5" fmla="*/ 235 h 1286"/>
              <a:gd name="T6" fmla="*/ 115 w 816"/>
              <a:gd name="T7" fmla="*/ 1049 h 1286"/>
              <a:gd name="T8" fmla="*/ 700 w 816"/>
              <a:gd name="T9" fmla="*/ 1049 h 1286"/>
              <a:gd name="T10" fmla="*/ 700 w 816"/>
              <a:gd name="T11" fmla="*/ 0 h 1286"/>
              <a:gd name="T12" fmla="*/ 815 w 816"/>
              <a:gd name="T13" fmla="*/ 117 h 1286"/>
              <a:gd name="T14" fmla="*/ 815 w 816"/>
              <a:gd name="T15" fmla="*/ 1167 h 1286"/>
              <a:gd name="T16" fmla="*/ 700 w 816"/>
              <a:gd name="T17" fmla="*/ 1285 h 1286"/>
              <a:gd name="T18" fmla="*/ 115 w 816"/>
              <a:gd name="T19" fmla="*/ 1285 h 1286"/>
              <a:gd name="T20" fmla="*/ 0 w 816"/>
              <a:gd name="T21" fmla="*/ 1167 h 1286"/>
              <a:gd name="T22" fmla="*/ 0 w 816"/>
              <a:gd name="T23" fmla="*/ 117 h 1286"/>
              <a:gd name="T24" fmla="*/ 115 w 816"/>
              <a:gd name="T25" fmla="*/ 0 h 1286"/>
              <a:gd name="T26" fmla="*/ 700 w 816"/>
              <a:gd name="T27" fmla="*/ 0 h 1286"/>
              <a:gd name="T28" fmla="*/ 336 w 816"/>
              <a:gd name="T29" fmla="*/ 525 h 1286"/>
              <a:gd name="T30" fmla="*/ 336 w 816"/>
              <a:gd name="T31" fmla="*/ 585 h 1286"/>
              <a:gd name="T32" fmla="*/ 478 w 816"/>
              <a:gd name="T33" fmla="*/ 585 h 1286"/>
              <a:gd name="T34" fmla="*/ 478 w 816"/>
              <a:gd name="T35" fmla="*/ 525 h 1286"/>
              <a:gd name="T36" fmla="*/ 407 w 816"/>
              <a:gd name="T37" fmla="*/ 456 h 1286"/>
              <a:gd name="T38" fmla="*/ 336 w 816"/>
              <a:gd name="T39" fmla="*/ 525 h 1286"/>
              <a:gd name="T40" fmla="*/ 290 w 816"/>
              <a:gd name="T41" fmla="*/ 874 h 1286"/>
              <a:gd name="T42" fmla="*/ 232 w 816"/>
              <a:gd name="T43" fmla="*/ 817 h 1286"/>
              <a:gd name="T44" fmla="*/ 232 w 816"/>
              <a:gd name="T45" fmla="*/ 642 h 1286"/>
              <a:gd name="T46" fmla="*/ 290 w 816"/>
              <a:gd name="T47" fmla="*/ 585 h 1286"/>
              <a:gd name="T48" fmla="*/ 290 w 816"/>
              <a:gd name="T49" fmla="*/ 524 h 1286"/>
              <a:gd name="T50" fmla="*/ 407 w 816"/>
              <a:gd name="T51" fmla="*/ 410 h 1286"/>
              <a:gd name="T52" fmla="*/ 525 w 816"/>
              <a:gd name="T53" fmla="*/ 524 h 1286"/>
              <a:gd name="T54" fmla="*/ 525 w 816"/>
              <a:gd name="T55" fmla="*/ 585 h 1286"/>
              <a:gd name="T56" fmla="*/ 582 w 816"/>
              <a:gd name="T57" fmla="*/ 642 h 1286"/>
              <a:gd name="T58" fmla="*/ 582 w 816"/>
              <a:gd name="T59" fmla="*/ 817 h 1286"/>
              <a:gd name="T60" fmla="*/ 525 w 816"/>
              <a:gd name="T61" fmla="*/ 874 h 1286"/>
              <a:gd name="T62" fmla="*/ 290 w 816"/>
              <a:gd name="T63" fmla="*/ 874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16" h="1286">
                <a:moveTo>
                  <a:pt x="700" y="1049"/>
                </a:moveTo>
                <a:lnTo>
                  <a:pt x="700" y="235"/>
                </a:lnTo>
                <a:lnTo>
                  <a:pt x="115" y="235"/>
                </a:lnTo>
                <a:lnTo>
                  <a:pt x="115" y="1049"/>
                </a:lnTo>
                <a:lnTo>
                  <a:pt x="700" y="1049"/>
                </a:lnTo>
                <a:close/>
                <a:moveTo>
                  <a:pt x="700" y="0"/>
                </a:moveTo>
                <a:cubicBezTo>
                  <a:pt x="763" y="0"/>
                  <a:pt x="815" y="54"/>
                  <a:pt x="815" y="117"/>
                </a:cubicBezTo>
                <a:lnTo>
                  <a:pt x="815" y="1167"/>
                </a:lnTo>
                <a:cubicBezTo>
                  <a:pt x="815" y="1230"/>
                  <a:pt x="763" y="1285"/>
                  <a:pt x="700" y="1285"/>
                </a:cubicBezTo>
                <a:lnTo>
                  <a:pt x="115" y="1285"/>
                </a:lnTo>
                <a:cubicBezTo>
                  <a:pt x="52" y="1285"/>
                  <a:pt x="0" y="1230"/>
                  <a:pt x="0" y="1167"/>
                </a:cubicBez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700" y="0"/>
                </a:lnTo>
                <a:close/>
                <a:moveTo>
                  <a:pt x="336" y="525"/>
                </a:moveTo>
                <a:lnTo>
                  <a:pt x="336" y="585"/>
                </a:lnTo>
                <a:lnTo>
                  <a:pt x="478" y="585"/>
                </a:lnTo>
                <a:lnTo>
                  <a:pt x="478" y="525"/>
                </a:lnTo>
                <a:cubicBezTo>
                  <a:pt x="478" y="486"/>
                  <a:pt x="445" y="456"/>
                  <a:pt x="407" y="456"/>
                </a:cubicBezTo>
                <a:cubicBezTo>
                  <a:pt x="368" y="456"/>
                  <a:pt x="336" y="486"/>
                  <a:pt x="336" y="525"/>
                </a:cubicBezTo>
                <a:close/>
                <a:moveTo>
                  <a:pt x="290" y="874"/>
                </a:moveTo>
                <a:cubicBezTo>
                  <a:pt x="257" y="874"/>
                  <a:pt x="232" y="850"/>
                  <a:pt x="232" y="817"/>
                </a:cubicBezTo>
                <a:lnTo>
                  <a:pt x="232" y="642"/>
                </a:lnTo>
                <a:cubicBezTo>
                  <a:pt x="232" y="609"/>
                  <a:pt x="257" y="585"/>
                  <a:pt x="290" y="585"/>
                </a:cubicBezTo>
                <a:lnTo>
                  <a:pt x="290" y="524"/>
                </a:lnTo>
                <a:cubicBezTo>
                  <a:pt x="290" y="462"/>
                  <a:pt x="342" y="410"/>
                  <a:pt x="407" y="410"/>
                </a:cubicBezTo>
                <a:cubicBezTo>
                  <a:pt x="470" y="410"/>
                  <a:pt x="525" y="459"/>
                  <a:pt x="525" y="524"/>
                </a:cubicBezTo>
                <a:lnTo>
                  <a:pt x="525" y="585"/>
                </a:lnTo>
                <a:cubicBezTo>
                  <a:pt x="558" y="585"/>
                  <a:pt x="582" y="609"/>
                  <a:pt x="582" y="642"/>
                </a:cubicBezTo>
                <a:lnTo>
                  <a:pt x="582" y="817"/>
                </a:lnTo>
                <a:cubicBezTo>
                  <a:pt x="582" y="850"/>
                  <a:pt x="558" y="874"/>
                  <a:pt x="525" y="874"/>
                </a:cubicBezTo>
                <a:lnTo>
                  <a:pt x="290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8" name="Freeform 77"/>
          <p:cNvSpPr>
            <a:spLocks noChangeArrowheads="1"/>
          </p:cNvSpPr>
          <p:nvPr/>
        </p:nvSpPr>
        <p:spPr bwMode="auto">
          <a:xfrm>
            <a:off x="6403974" y="5864225"/>
            <a:ext cx="463550" cy="293688"/>
          </a:xfrm>
          <a:custGeom>
            <a:avLst/>
            <a:gdLst>
              <a:gd name="T0" fmla="*/ 572 w 1286"/>
              <a:gd name="T1" fmla="*/ 290 h 815"/>
              <a:gd name="T2" fmla="*/ 572 w 1286"/>
              <a:gd name="T3" fmla="*/ 350 h 815"/>
              <a:gd name="T4" fmla="*/ 714 w 1286"/>
              <a:gd name="T5" fmla="*/ 350 h 815"/>
              <a:gd name="T6" fmla="*/ 714 w 1286"/>
              <a:gd name="T7" fmla="*/ 290 h 815"/>
              <a:gd name="T8" fmla="*/ 643 w 1286"/>
              <a:gd name="T9" fmla="*/ 221 h 815"/>
              <a:gd name="T10" fmla="*/ 572 w 1286"/>
              <a:gd name="T11" fmla="*/ 290 h 815"/>
              <a:gd name="T12" fmla="*/ 525 w 1286"/>
              <a:gd name="T13" fmla="*/ 639 h 815"/>
              <a:gd name="T14" fmla="*/ 468 w 1286"/>
              <a:gd name="T15" fmla="*/ 582 h 815"/>
              <a:gd name="T16" fmla="*/ 468 w 1286"/>
              <a:gd name="T17" fmla="*/ 407 h 815"/>
              <a:gd name="T18" fmla="*/ 525 w 1286"/>
              <a:gd name="T19" fmla="*/ 350 h 815"/>
              <a:gd name="T20" fmla="*/ 525 w 1286"/>
              <a:gd name="T21" fmla="*/ 290 h 815"/>
              <a:gd name="T22" fmla="*/ 643 w 1286"/>
              <a:gd name="T23" fmla="*/ 175 h 815"/>
              <a:gd name="T24" fmla="*/ 760 w 1286"/>
              <a:gd name="T25" fmla="*/ 290 h 815"/>
              <a:gd name="T26" fmla="*/ 760 w 1286"/>
              <a:gd name="T27" fmla="*/ 350 h 815"/>
              <a:gd name="T28" fmla="*/ 818 w 1286"/>
              <a:gd name="T29" fmla="*/ 407 h 815"/>
              <a:gd name="T30" fmla="*/ 818 w 1286"/>
              <a:gd name="T31" fmla="*/ 582 h 815"/>
              <a:gd name="T32" fmla="*/ 760 w 1286"/>
              <a:gd name="T33" fmla="*/ 639 h 815"/>
              <a:gd name="T34" fmla="*/ 525 w 1286"/>
              <a:gd name="T35" fmla="*/ 639 h 815"/>
              <a:gd name="T36" fmla="*/ 1050 w 1286"/>
              <a:gd name="T37" fmla="*/ 700 h 815"/>
              <a:gd name="T38" fmla="*/ 1050 w 1286"/>
              <a:gd name="T39" fmla="*/ 115 h 815"/>
              <a:gd name="T40" fmla="*/ 235 w 1286"/>
              <a:gd name="T41" fmla="*/ 115 h 815"/>
              <a:gd name="T42" fmla="*/ 235 w 1286"/>
              <a:gd name="T43" fmla="*/ 700 h 815"/>
              <a:gd name="T44" fmla="*/ 1050 w 1286"/>
              <a:gd name="T45" fmla="*/ 700 h 815"/>
              <a:gd name="T46" fmla="*/ 1285 w 1286"/>
              <a:gd name="T47" fmla="*/ 115 h 815"/>
              <a:gd name="T48" fmla="*/ 1285 w 1286"/>
              <a:gd name="T49" fmla="*/ 700 h 815"/>
              <a:gd name="T50" fmla="*/ 1168 w 1286"/>
              <a:gd name="T51" fmla="*/ 814 h 815"/>
              <a:gd name="T52" fmla="*/ 118 w 1286"/>
              <a:gd name="T53" fmla="*/ 814 h 815"/>
              <a:gd name="T54" fmla="*/ 0 w 1286"/>
              <a:gd name="T55" fmla="*/ 700 h 815"/>
              <a:gd name="T56" fmla="*/ 0 w 1286"/>
              <a:gd name="T57" fmla="*/ 115 h 815"/>
              <a:gd name="T58" fmla="*/ 118 w 1286"/>
              <a:gd name="T59" fmla="*/ 0 h 815"/>
              <a:gd name="T60" fmla="*/ 1168 w 1286"/>
              <a:gd name="T61" fmla="*/ 0 h 815"/>
              <a:gd name="T62" fmla="*/ 1285 w 1286"/>
              <a:gd name="T63" fmla="*/ 115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86" h="815">
                <a:moveTo>
                  <a:pt x="572" y="290"/>
                </a:moveTo>
                <a:lnTo>
                  <a:pt x="572" y="350"/>
                </a:lnTo>
                <a:lnTo>
                  <a:pt x="714" y="350"/>
                </a:lnTo>
                <a:lnTo>
                  <a:pt x="714" y="290"/>
                </a:lnTo>
                <a:cubicBezTo>
                  <a:pt x="714" y="251"/>
                  <a:pt x="682" y="221"/>
                  <a:pt x="643" y="221"/>
                </a:cubicBezTo>
                <a:cubicBezTo>
                  <a:pt x="605" y="221"/>
                  <a:pt x="572" y="251"/>
                  <a:pt x="572" y="290"/>
                </a:cubicBezTo>
                <a:close/>
                <a:moveTo>
                  <a:pt x="525" y="639"/>
                </a:moveTo>
                <a:cubicBezTo>
                  <a:pt x="492" y="639"/>
                  <a:pt x="468" y="615"/>
                  <a:pt x="468" y="582"/>
                </a:cubicBezTo>
                <a:lnTo>
                  <a:pt x="468" y="407"/>
                </a:lnTo>
                <a:cubicBezTo>
                  <a:pt x="468" y="374"/>
                  <a:pt x="492" y="350"/>
                  <a:pt x="525" y="350"/>
                </a:cubicBezTo>
                <a:lnTo>
                  <a:pt x="525" y="290"/>
                </a:lnTo>
                <a:cubicBezTo>
                  <a:pt x="525" y="227"/>
                  <a:pt x="577" y="175"/>
                  <a:pt x="643" y="175"/>
                </a:cubicBezTo>
                <a:cubicBezTo>
                  <a:pt x="706" y="175"/>
                  <a:pt x="760" y="224"/>
                  <a:pt x="760" y="290"/>
                </a:cubicBezTo>
                <a:lnTo>
                  <a:pt x="760" y="350"/>
                </a:lnTo>
                <a:cubicBezTo>
                  <a:pt x="793" y="350"/>
                  <a:pt x="818" y="374"/>
                  <a:pt x="818" y="407"/>
                </a:cubicBezTo>
                <a:lnTo>
                  <a:pt x="818" y="582"/>
                </a:lnTo>
                <a:cubicBezTo>
                  <a:pt x="818" y="615"/>
                  <a:pt x="793" y="639"/>
                  <a:pt x="760" y="639"/>
                </a:cubicBezTo>
                <a:lnTo>
                  <a:pt x="525" y="639"/>
                </a:lnTo>
                <a:close/>
                <a:moveTo>
                  <a:pt x="1050" y="700"/>
                </a:moveTo>
                <a:lnTo>
                  <a:pt x="1050" y="115"/>
                </a:lnTo>
                <a:lnTo>
                  <a:pt x="235" y="115"/>
                </a:lnTo>
                <a:lnTo>
                  <a:pt x="235" y="700"/>
                </a:lnTo>
                <a:lnTo>
                  <a:pt x="1050" y="700"/>
                </a:lnTo>
                <a:close/>
                <a:moveTo>
                  <a:pt x="1285" y="115"/>
                </a:moveTo>
                <a:lnTo>
                  <a:pt x="1285" y="700"/>
                </a:lnTo>
                <a:cubicBezTo>
                  <a:pt x="1285" y="763"/>
                  <a:pt x="1231" y="814"/>
                  <a:pt x="1168" y="814"/>
                </a:cubicBezTo>
                <a:lnTo>
                  <a:pt x="118" y="814"/>
                </a:lnTo>
                <a:cubicBezTo>
                  <a:pt x="55" y="814"/>
                  <a:pt x="0" y="763"/>
                  <a:pt x="0" y="700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1168" y="0"/>
                </a:lnTo>
                <a:cubicBezTo>
                  <a:pt x="1231" y="0"/>
                  <a:pt x="1285" y="52"/>
                  <a:pt x="1285" y="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9" name="Freeform 78"/>
          <p:cNvSpPr>
            <a:spLocks noChangeArrowheads="1"/>
          </p:cNvSpPr>
          <p:nvPr/>
        </p:nvSpPr>
        <p:spPr bwMode="auto">
          <a:xfrm>
            <a:off x="7481887" y="5822952"/>
            <a:ext cx="463550" cy="377825"/>
          </a:xfrm>
          <a:custGeom>
            <a:avLst/>
            <a:gdLst>
              <a:gd name="T0" fmla="*/ 643 w 1287"/>
              <a:gd name="T1" fmla="*/ 0 h 1051"/>
              <a:gd name="T2" fmla="*/ 1286 w 1287"/>
              <a:gd name="T3" fmla="*/ 350 h 1051"/>
              <a:gd name="T4" fmla="*/ 1286 w 1287"/>
              <a:gd name="T5" fmla="*/ 818 h 1051"/>
              <a:gd name="T6" fmla="*/ 1168 w 1287"/>
              <a:gd name="T7" fmla="*/ 818 h 1051"/>
              <a:gd name="T8" fmla="*/ 1168 w 1287"/>
              <a:gd name="T9" fmla="*/ 413 h 1051"/>
              <a:gd name="T10" fmla="*/ 643 w 1287"/>
              <a:gd name="T11" fmla="*/ 700 h 1051"/>
              <a:gd name="T12" fmla="*/ 0 w 1287"/>
              <a:gd name="T13" fmla="*/ 350 h 1051"/>
              <a:gd name="T14" fmla="*/ 643 w 1287"/>
              <a:gd name="T15" fmla="*/ 0 h 1051"/>
              <a:gd name="T16" fmla="*/ 236 w 1287"/>
              <a:gd name="T17" fmla="*/ 593 h 1051"/>
              <a:gd name="T18" fmla="*/ 643 w 1287"/>
              <a:gd name="T19" fmla="*/ 818 h 1051"/>
              <a:gd name="T20" fmla="*/ 1050 w 1287"/>
              <a:gd name="T21" fmla="*/ 593 h 1051"/>
              <a:gd name="T22" fmla="*/ 1050 w 1287"/>
              <a:gd name="T23" fmla="*/ 829 h 1051"/>
              <a:gd name="T24" fmla="*/ 643 w 1287"/>
              <a:gd name="T25" fmla="*/ 1050 h 1051"/>
              <a:gd name="T26" fmla="*/ 236 w 1287"/>
              <a:gd name="T27" fmla="*/ 829 h 1051"/>
              <a:gd name="T28" fmla="*/ 236 w 1287"/>
              <a:gd name="T29" fmla="*/ 5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7" h="1051">
                <a:moveTo>
                  <a:pt x="643" y="0"/>
                </a:moveTo>
                <a:lnTo>
                  <a:pt x="1286" y="350"/>
                </a:lnTo>
                <a:lnTo>
                  <a:pt x="1286" y="818"/>
                </a:lnTo>
                <a:lnTo>
                  <a:pt x="1168" y="818"/>
                </a:lnTo>
                <a:lnTo>
                  <a:pt x="1168" y="413"/>
                </a:lnTo>
                <a:lnTo>
                  <a:pt x="643" y="700"/>
                </a:lnTo>
                <a:lnTo>
                  <a:pt x="0" y="350"/>
                </a:lnTo>
                <a:lnTo>
                  <a:pt x="643" y="0"/>
                </a:lnTo>
                <a:close/>
                <a:moveTo>
                  <a:pt x="236" y="593"/>
                </a:moveTo>
                <a:lnTo>
                  <a:pt x="643" y="818"/>
                </a:lnTo>
                <a:lnTo>
                  <a:pt x="1050" y="593"/>
                </a:lnTo>
                <a:lnTo>
                  <a:pt x="1050" y="829"/>
                </a:lnTo>
                <a:lnTo>
                  <a:pt x="643" y="1050"/>
                </a:lnTo>
                <a:lnTo>
                  <a:pt x="236" y="829"/>
                </a:lnTo>
                <a:lnTo>
                  <a:pt x="236" y="5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0" name="Freeform 79"/>
          <p:cNvSpPr>
            <a:spLocks noChangeArrowheads="1"/>
          </p:cNvSpPr>
          <p:nvPr/>
        </p:nvSpPr>
        <p:spPr bwMode="auto">
          <a:xfrm>
            <a:off x="8580437" y="5802313"/>
            <a:ext cx="419100" cy="419100"/>
          </a:xfrm>
          <a:custGeom>
            <a:avLst/>
            <a:gdLst>
              <a:gd name="T0" fmla="*/ 612 w 1166"/>
              <a:gd name="T1" fmla="*/ 596 h 1165"/>
              <a:gd name="T2" fmla="*/ 875 w 1166"/>
              <a:gd name="T3" fmla="*/ 752 h 1165"/>
              <a:gd name="T4" fmla="*/ 831 w 1166"/>
              <a:gd name="T5" fmla="*/ 825 h 1165"/>
              <a:gd name="T6" fmla="*/ 525 w 1166"/>
              <a:gd name="T7" fmla="*/ 639 h 1165"/>
              <a:gd name="T8" fmla="*/ 525 w 1166"/>
              <a:gd name="T9" fmla="*/ 290 h 1165"/>
              <a:gd name="T10" fmla="*/ 612 w 1166"/>
              <a:gd name="T11" fmla="*/ 290 h 1165"/>
              <a:gd name="T12" fmla="*/ 612 w 1166"/>
              <a:gd name="T13" fmla="*/ 596 h 1165"/>
              <a:gd name="T14" fmla="*/ 582 w 1166"/>
              <a:gd name="T15" fmla="*/ 1050 h 1165"/>
              <a:gd name="T16" fmla="*/ 1050 w 1166"/>
              <a:gd name="T17" fmla="*/ 582 h 1165"/>
              <a:gd name="T18" fmla="*/ 582 w 1166"/>
              <a:gd name="T19" fmla="*/ 115 h 1165"/>
              <a:gd name="T20" fmla="*/ 115 w 1166"/>
              <a:gd name="T21" fmla="*/ 582 h 1165"/>
              <a:gd name="T22" fmla="*/ 582 w 1166"/>
              <a:gd name="T23" fmla="*/ 1050 h 1165"/>
              <a:gd name="T24" fmla="*/ 582 w 1166"/>
              <a:gd name="T25" fmla="*/ 0 h 1165"/>
              <a:gd name="T26" fmla="*/ 1165 w 1166"/>
              <a:gd name="T27" fmla="*/ 582 h 1165"/>
              <a:gd name="T28" fmla="*/ 582 w 1166"/>
              <a:gd name="T29" fmla="*/ 1164 h 1165"/>
              <a:gd name="T30" fmla="*/ 0 w 1166"/>
              <a:gd name="T31" fmla="*/ 582 h 1165"/>
              <a:gd name="T32" fmla="*/ 582 w 1166"/>
              <a:gd name="T33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66" h="1165">
                <a:moveTo>
                  <a:pt x="612" y="596"/>
                </a:moveTo>
                <a:lnTo>
                  <a:pt x="875" y="752"/>
                </a:lnTo>
                <a:lnTo>
                  <a:pt x="831" y="825"/>
                </a:lnTo>
                <a:lnTo>
                  <a:pt x="525" y="639"/>
                </a:lnTo>
                <a:lnTo>
                  <a:pt x="525" y="290"/>
                </a:lnTo>
                <a:lnTo>
                  <a:pt x="612" y="290"/>
                </a:lnTo>
                <a:lnTo>
                  <a:pt x="612" y="596"/>
                </a:lnTo>
                <a:close/>
                <a:moveTo>
                  <a:pt x="582" y="1050"/>
                </a:moveTo>
                <a:cubicBezTo>
                  <a:pt x="839" y="1050"/>
                  <a:pt x="1050" y="839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1" name="Freeform 80"/>
          <p:cNvSpPr>
            <a:spLocks noChangeArrowheads="1"/>
          </p:cNvSpPr>
          <p:nvPr/>
        </p:nvSpPr>
        <p:spPr bwMode="auto">
          <a:xfrm>
            <a:off x="9678989" y="5853113"/>
            <a:ext cx="377825" cy="315912"/>
          </a:xfrm>
          <a:custGeom>
            <a:avLst/>
            <a:gdLst>
              <a:gd name="T0" fmla="*/ 932 w 1051"/>
              <a:gd name="T1" fmla="*/ 700 h 876"/>
              <a:gd name="T2" fmla="*/ 932 w 1051"/>
              <a:gd name="T3" fmla="*/ 582 h 876"/>
              <a:gd name="T4" fmla="*/ 350 w 1051"/>
              <a:gd name="T5" fmla="*/ 582 h 876"/>
              <a:gd name="T6" fmla="*/ 350 w 1051"/>
              <a:gd name="T7" fmla="*/ 700 h 876"/>
              <a:gd name="T8" fmla="*/ 932 w 1051"/>
              <a:gd name="T9" fmla="*/ 700 h 876"/>
              <a:gd name="T10" fmla="*/ 232 w 1051"/>
              <a:gd name="T11" fmla="*/ 700 h 876"/>
              <a:gd name="T12" fmla="*/ 232 w 1051"/>
              <a:gd name="T13" fmla="*/ 582 h 876"/>
              <a:gd name="T14" fmla="*/ 117 w 1051"/>
              <a:gd name="T15" fmla="*/ 582 h 876"/>
              <a:gd name="T16" fmla="*/ 117 w 1051"/>
              <a:gd name="T17" fmla="*/ 700 h 876"/>
              <a:gd name="T18" fmla="*/ 232 w 1051"/>
              <a:gd name="T19" fmla="*/ 700 h 876"/>
              <a:gd name="T20" fmla="*/ 979 w 1051"/>
              <a:gd name="T21" fmla="*/ 330 h 876"/>
              <a:gd name="T22" fmla="*/ 1050 w 1051"/>
              <a:gd name="T23" fmla="*/ 437 h 876"/>
              <a:gd name="T24" fmla="*/ 1050 w 1051"/>
              <a:gd name="T25" fmla="*/ 757 h 876"/>
              <a:gd name="T26" fmla="*/ 932 w 1051"/>
              <a:gd name="T27" fmla="*/ 875 h 876"/>
              <a:gd name="T28" fmla="*/ 117 w 1051"/>
              <a:gd name="T29" fmla="*/ 875 h 876"/>
              <a:gd name="T30" fmla="*/ 0 w 1051"/>
              <a:gd name="T31" fmla="*/ 757 h 876"/>
              <a:gd name="T32" fmla="*/ 0 w 1051"/>
              <a:gd name="T33" fmla="*/ 525 h 876"/>
              <a:gd name="T34" fmla="*/ 117 w 1051"/>
              <a:gd name="T35" fmla="*/ 407 h 876"/>
              <a:gd name="T36" fmla="*/ 850 w 1051"/>
              <a:gd name="T37" fmla="*/ 407 h 876"/>
              <a:gd name="T38" fmla="*/ 30 w 1051"/>
              <a:gd name="T39" fmla="*/ 109 h 876"/>
              <a:gd name="T40" fmla="*/ 71 w 1051"/>
              <a:gd name="T41" fmla="*/ 0 h 876"/>
              <a:gd name="T42" fmla="*/ 979 w 1051"/>
              <a:gd name="T43" fmla="*/ 330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51" h="876">
                <a:moveTo>
                  <a:pt x="932" y="700"/>
                </a:moveTo>
                <a:lnTo>
                  <a:pt x="932" y="582"/>
                </a:lnTo>
                <a:lnTo>
                  <a:pt x="350" y="582"/>
                </a:lnTo>
                <a:lnTo>
                  <a:pt x="350" y="700"/>
                </a:lnTo>
                <a:lnTo>
                  <a:pt x="932" y="700"/>
                </a:lnTo>
                <a:close/>
                <a:moveTo>
                  <a:pt x="232" y="700"/>
                </a:moveTo>
                <a:lnTo>
                  <a:pt x="232" y="582"/>
                </a:lnTo>
                <a:lnTo>
                  <a:pt x="117" y="582"/>
                </a:lnTo>
                <a:lnTo>
                  <a:pt x="117" y="700"/>
                </a:lnTo>
                <a:lnTo>
                  <a:pt x="232" y="700"/>
                </a:lnTo>
                <a:close/>
                <a:moveTo>
                  <a:pt x="979" y="330"/>
                </a:moveTo>
                <a:cubicBezTo>
                  <a:pt x="1020" y="341"/>
                  <a:pt x="1050" y="391"/>
                  <a:pt x="1050" y="437"/>
                </a:cubicBezTo>
                <a:lnTo>
                  <a:pt x="1050" y="757"/>
                </a:lnTo>
                <a:cubicBezTo>
                  <a:pt x="1050" y="820"/>
                  <a:pt x="995" y="875"/>
                  <a:pt x="932" y="875"/>
                </a:cubicBezTo>
                <a:lnTo>
                  <a:pt x="117" y="875"/>
                </a:lnTo>
                <a:cubicBezTo>
                  <a:pt x="54" y="875"/>
                  <a:pt x="0" y="820"/>
                  <a:pt x="0" y="757"/>
                </a:cubicBezTo>
                <a:lnTo>
                  <a:pt x="0" y="525"/>
                </a:lnTo>
                <a:cubicBezTo>
                  <a:pt x="0" y="462"/>
                  <a:pt x="54" y="407"/>
                  <a:pt x="117" y="407"/>
                </a:cubicBezTo>
                <a:lnTo>
                  <a:pt x="850" y="407"/>
                </a:lnTo>
                <a:lnTo>
                  <a:pt x="30" y="109"/>
                </a:lnTo>
                <a:lnTo>
                  <a:pt x="71" y="0"/>
                </a:lnTo>
                <a:lnTo>
                  <a:pt x="979" y="33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2" name="Freeform 81"/>
          <p:cNvSpPr>
            <a:spLocks noChangeArrowheads="1"/>
          </p:cNvSpPr>
          <p:nvPr/>
        </p:nvSpPr>
        <p:spPr bwMode="auto">
          <a:xfrm>
            <a:off x="10756901" y="5822952"/>
            <a:ext cx="377825" cy="377825"/>
          </a:xfrm>
          <a:custGeom>
            <a:avLst/>
            <a:gdLst>
              <a:gd name="T0" fmla="*/ 700 w 1051"/>
              <a:gd name="T1" fmla="*/ 350 h 1051"/>
              <a:gd name="T2" fmla="*/ 700 w 1051"/>
              <a:gd name="T3" fmla="*/ 118 h 1051"/>
              <a:gd name="T4" fmla="*/ 118 w 1051"/>
              <a:gd name="T5" fmla="*/ 118 h 1051"/>
              <a:gd name="T6" fmla="*/ 118 w 1051"/>
              <a:gd name="T7" fmla="*/ 350 h 1051"/>
              <a:gd name="T8" fmla="*/ 700 w 1051"/>
              <a:gd name="T9" fmla="*/ 350 h 1051"/>
              <a:gd name="T10" fmla="*/ 525 w 1051"/>
              <a:gd name="T11" fmla="*/ 932 h 1051"/>
              <a:gd name="T12" fmla="*/ 700 w 1051"/>
              <a:gd name="T13" fmla="*/ 757 h 1051"/>
              <a:gd name="T14" fmla="*/ 525 w 1051"/>
              <a:gd name="T15" fmla="*/ 582 h 1051"/>
              <a:gd name="T16" fmla="*/ 350 w 1051"/>
              <a:gd name="T17" fmla="*/ 757 h 1051"/>
              <a:gd name="T18" fmla="*/ 525 w 1051"/>
              <a:gd name="T19" fmla="*/ 932 h 1051"/>
              <a:gd name="T20" fmla="*/ 818 w 1051"/>
              <a:gd name="T21" fmla="*/ 0 h 1051"/>
              <a:gd name="T22" fmla="*/ 1050 w 1051"/>
              <a:gd name="T23" fmla="*/ 233 h 1051"/>
              <a:gd name="T24" fmla="*/ 1050 w 1051"/>
              <a:gd name="T25" fmla="*/ 932 h 1051"/>
              <a:gd name="T26" fmla="*/ 932 w 1051"/>
              <a:gd name="T27" fmla="*/ 1050 h 1051"/>
              <a:gd name="T28" fmla="*/ 118 w 1051"/>
              <a:gd name="T29" fmla="*/ 1050 h 1051"/>
              <a:gd name="T30" fmla="*/ 0 w 1051"/>
              <a:gd name="T31" fmla="*/ 932 h 1051"/>
              <a:gd name="T32" fmla="*/ 0 w 1051"/>
              <a:gd name="T33" fmla="*/ 118 h 1051"/>
              <a:gd name="T34" fmla="*/ 118 w 1051"/>
              <a:gd name="T35" fmla="*/ 0 h 1051"/>
              <a:gd name="T36" fmla="*/ 818 w 1051"/>
              <a:gd name="T3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51" h="1051">
                <a:moveTo>
                  <a:pt x="700" y="350"/>
                </a:moveTo>
                <a:lnTo>
                  <a:pt x="700" y="118"/>
                </a:lnTo>
                <a:lnTo>
                  <a:pt x="118" y="118"/>
                </a:lnTo>
                <a:lnTo>
                  <a:pt x="118" y="350"/>
                </a:lnTo>
                <a:lnTo>
                  <a:pt x="700" y="350"/>
                </a:lnTo>
                <a:close/>
                <a:moveTo>
                  <a:pt x="525" y="932"/>
                </a:moveTo>
                <a:cubicBezTo>
                  <a:pt x="621" y="932"/>
                  <a:pt x="700" y="853"/>
                  <a:pt x="700" y="757"/>
                </a:cubicBezTo>
                <a:cubicBezTo>
                  <a:pt x="700" y="662"/>
                  <a:pt x="621" y="582"/>
                  <a:pt x="525" y="582"/>
                </a:cubicBezTo>
                <a:cubicBezTo>
                  <a:pt x="429" y="582"/>
                  <a:pt x="350" y="662"/>
                  <a:pt x="350" y="757"/>
                </a:cubicBezTo>
                <a:cubicBezTo>
                  <a:pt x="350" y="853"/>
                  <a:pt x="429" y="932"/>
                  <a:pt x="525" y="932"/>
                </a:cubicBezTo>
                <a:close/>
                <a:moveTo>
                  <a:pt x="818" y="0"/>
                </a:moveTo>
                <a:lnTo>
                  <a:pt x="1050" y="233"/>
                </a:lnTo>
                <a:lnTo>
                  <a:pt x="1050" y="932"/>
                </a:lnTo>
                <a:cubicBezTo>
                  <a:pt x="1050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2" y="0"/>
                  <a:pt x="118" y="0"/>
                </a:cubicBezTo>
                <a:lnTo>
                  <a:pt x="81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10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8069" y="617538"/>
            <a:ext cx="336550" cy="419100"/>
          </a:xfrm>
          <a:custGeom>
            <a:avLst/>
            <a:gdLst>
              <a:gd name="T0" fmla="*/ 817 w 936"/>
              <a:gd name="T1" fmla="*/ 350 h 1166"/>
              <a:gd name="T2" fmla="*/ 817 w 936"/>
              <a:gd name="T3" fmla="*/ 115 h 1166"/>
              <a:gd name="T4" fmla="*/ 700 w 936"/>
              <a:gd name="T5" fmla="*/ 115 h 1166"/>
              <a:gd name="T6" fmla="*/ 700 w 936"/>
              <a:gd name="T7" fmla="*/ 350 h 1166"/>
              <a:gd name="T8" fmla="*/ 817 w 936"/>
              <a:gd name="T9" fmla="*/ 350 h 1166"/>
              <a:gd name="T10" fmla="*/ 643 w 936"/>
              <a:gd name="T11" fmla="*/ 350 h 1166"/>
              <a:gd name="T12" fmla="*/ 643 w 936"/>
              <a:gd name="T13" fmla="*/ 115 h 1166"/>
              <a:gd name="T14" fmla="*/ 525 w 936"/>
              <a:gd name="T15" fmla="*/ 115 h 1166"/>
              <a:gd name="T16" fmla="*/ 525 w 936"/>
              <a:gd name="T17" fmla="*/ 350 h 1166"/>
              <a:gd name="T18" fmla="*/ 643 w 936"/>
              <a:gd name="T19" fmla="*/ 350 h 1166"/>
              <a:gd name="T20" fmla="*/ 468 w 936"/>
              <a:gd name="T21" fmla="*/ 350 h 1166"/>
              <a:gd name="T22" fmla="*/ 468 w 936"/>
              <a:gd name="T23" fmla="*/ 115 h 1166"/>
              <a:gd name="T24" fmla="*/ 350 w 936"/>
              <a:gd name="T25" fmla="*/ 115 h 1166"/>
              <a:gd name="T26" fmla="*/ 350 w 936"/>
              <a:gd name="T27" fmla="*/ 350 h 1166"/>
              <a:gd name="T28" fmla="*/ 468 w 936"/>
              <a:gd name="T29" fmla="*/ 350 h 1166"/>
              <a:gd name="T30" fmla="*/ 817 w 936"/>
              <a:gd name="T31" fmla="*/ 0 h 1166"/>
              <a:gd name="T32" fmla="*/ 935 w 936"/>
              <a:gd name="T33" fmla="*/ 115 h 1166"/>
              <a:gd name="T34" fmla="*/ 935 w 936"/>
              <a:gd name="T35" fmla="*/ 1050 h 1166"/>
              <a:gd name="T36" fmla="*/ 817 w 936"/>
              <a:gd name="T37" fmla="*/ 1165 h 1166"/>
              <a:gd name="T38" fmla="*/ 118 w 936"/>
              <a:gd name="T39" fmla="*/ 1165 h 1166"/>
              <a:gd name="T40" fmla="*/ 0 w 936"/>
              <a:gd name="T41" fmla="*/ 1050 h 1166"/>
              <a:gd name="T42" fmla="*/ 3 w 936"/>
              <a:gd name="T43" fmla="*/ 350 h 1166"/>
              <a:gd name="T44" fmla="*/ 350 w 936"/>
              <a:gd name="T45" fmla="*/ 0 h 1166"/>
              <a:gd name="T46" fmla="*/ 817 w 936"/>
              <a:gd name="T47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36" h="1166">
                <a:moveTo>
                  <a:pt x="817" y="350"/>
                </a:moveTo>
                <a:lnTo>
                  <a:pt x="817" y="115"/>
                </a:lnTo>
                <a:lnTo>
                  <a:pt x="700" y="115"/>
                </a:lnTo>
                <a:lnTo>
                  <a:pt x="700" y="350"/>
                </a:lnTo>
                <a:lnTo>
                  <a:pt x="817" y="350"/>
                </a:lnTo>
                <a:close/>
                <a:moveTo>
                  <a:pt x="643" y="350"/>
                </a:moveTo>
                <a:lnTo>
                  <a:pt x="643" y="115"/>
                </a:lnTo>
                <a:lnTo>
                  <a:pt x="525" y="115"/>
                </a:lnTo>
                <a:lnTo>
                  <a:pt x="525" y="350"/>
                </a:lnTo>
                <a:lnTo>
                  <a:pt x="643" y="350"/>
                </a:lnTo>
                <a:close/>
                <a:moveTo>
                  <a:pt x="468" y="350"/>
                </a:moveTo>
                <a:lnTo>
                  <a:pt x="468" y="115"/>
                </a:lnTo>
                <a:lnTo>
                  <a:pt x="350" y="115"/>
                </a:lnTo>
                <a:lnTo>
                  <a:pt x="350" y="350"/>
                </a:lnTo>
                <a:lnTo>
                  <a:pt x="468" y="350"/>
                </a:lnTo>
                <a:close/>
                <a:moveTo>
                  <a:pt x="817" y="0"/>
                </a:moveTo>
                <a:cubicBezTo>
                  <a:pt x="880" y="0"/>
                  <a:pt x="935" y="52"/>
                  <a:pt x="935" y="115"/>
                </a:cubicBezTo>
                <a:lnTo>
                  <a:pt x="935" y="1050"/>
                </a:lnTo>
                <a:cubicBezTo>
                  <a:pt x="935" y="1113"/>
                  <a:pt x="880" y="1165"/>
                  <a:pt x="817" y="1165"/>
                </a:cubicBezTo>
                <a:lnTo>
                  <a:pt x="118" y="1165"/>
                </a:lnTo>
                <a:cubicBezTo>
                  <a:pt x="55" y="1165"/>
                  <a:pt x="0" y="1113"/>
                  <a:pt x="0" y="1050"/>
                </a:cubicBezTo>
                <a:lnTo>
                  <a:pt x="3" y="350"/>
                </a:lnTo>
                <a:lnTo>
                  <a:pt x="350" y="0"/>
                </a:ln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096294" y="617538"/>
            <a:ext cx="419100" cy="419100"/>
          </a:xfrm>
          <a:custGeom>
            <a:avLst/>
            <a:gdLst>
              <a:gd name="T0" fmla="*/ 582 w 1166"/>
              <a:gd name="T1" fmla="*/ 902 h 1166"/>
              <a:gd name="T2" fmla="*/ 285 w 1166"/>
              <a:gd name="T3" fmla="*/ 700 h 1166"/>
              <a:gd name="T4" fmla="*/ 880 w 1166"/>
              <a:gd name="T5" fmla="*/ 700 h 1166"/>
              <a:gd name="T6" fmla="*/ 582 w 1166"/>
              <a:gd name="T7" fmla="*/ 902 h 1166"/>
              <a:gd name="T8" fmla="*/ 399 w 1166"/>
              <a:gd name="T9" fmla="*/ 462 h 1166"/>
              <a:gd name="T10" fmla="*/ 339 w 1166"/>
              <a:gd name="T11" fmla="*/ 525 h 1166"/>
              <a:gd name="T12" fmla="*/ 276 w 1166"/>
              <a:gd name="T13" fmla="*/ 462 h 1166"/>
              <a:gd name="T14" fmla="*/ 399 w 1166"/>
              <a:gd name="T15" fmla="*/ 339 h 1166"/>
              <a:gd name="T16" fmla="*/ 525 w 1166"/>
              <a:gd name="T17" fmla="*/ 462 h 1166"/>
              <a:gd name="T18" fmla="*/ 462 w 1166"/>
              <a:gd name="T19" fmla="*/ 525 h 1166"/>
              <a:gd name="T20" fmla="*/ 399 w 1166"/>
              <a:gd name="T21" fmla="*/ 462 h 1166"/>
              <a:gd name="T22" fmla="*/ 640 w 1166"/>
              <a:gd name="T23" fmla="*/ 462 h 1166"/>
              <a:gd name="T24" fmla="*/ 766 w 1166"/>
              <a:gd name="T25" fmla="*/ 339 h 1166"/>
              <a:gd name="T26" fmla="*/ 889 w 1166"/>
              <a:gd name="T27" fmla="*/ 462 h 1166"/>
              <a:gd name="T28" fmla="*/ 826 w 1166"/>
              <a:gd name="T29" fmla="*/ 525 h 1166"/>
              <a:gd name="T30" fmla="*/ 766 w 1166"/>
              <a:gd name="T31" fmla="*/ 462 h 1166"/>
              <a:gd name="T32" fmla="*/ 703 w 1166"/>
              <a:gd name="T33" fmla="*/ 525 h 1166"/>
              <a:gd name="T34" fmla="*/ 640 w 1166"/>
              <a:gd name="T35" fmla="*/ 462 h 1166"/>
              <a:gd name="T36" fmla="*/ 582 w 1166"/>
              <a:gd name="T37" fmla="*/ 1050 h 1166"/>
              <a:gd name="T38" fmla="*/ 1050 w 1166"/>
              <a:gd name="T39" fmla="*/ 582 h 1166"/>
              <a:gd name="T40" fmla="*/ 582 w 1166"/>
              <a:gd name="T41" fmla="*/ 115 h 1166"/>
              <a:gd name="T42" fmla="*/ 115 w 1166"/>
              <a:gd name="T43" fmla="*/ 582 h 1166"/>
              <a:gd name="T44" fmla="*/ 582 w 1166"/>
              <a:gd name="T45" fmla="*/ 1050 h 1166"/>
              <a:gd name="T46" fmla="*/ 582 w 1166"/>
              <a:gd name="T47" fmla="*/ 0 h 1166"/>
              <a:gd name="T48" fmla="*/ 1165 w 1166"/>
              <a:gd name="T49" fmla="*/ 582 h 1166"/>
              <a:gd name="T50" fmla="*/ 582 w 1166"/>
              <a:gd name="T51" fmla="*/ 1165 h 1166"/>
              <a:gd name="T52" fmla="*/ 0 w 1166"/>
              <a:gd name="T53" fmla="*/ 582 h 1166"/>
              <a:gd name="T54" fmla="*/ 582 w 1166"/>
              <a:gd name="T55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166" h="1166">
                <a:moveTo>
                  <a:pt x="582" y="902"/>
                </a:moveTo>
                <a:cubicBezTo>
                  <a:pt x="446" y="902"/>
                  <a:pt x="331" y="820"/>
                  <a:pt x="285" y="700"/>
                </a:cubicBezTo>
                <a:lnTo>
                  <a:pt x="880" y="700"/>
                </a:lnTo>
                <a:cubicBezTo>
                  <a:pt x="834" y="820"/>
                  <a:pt x="719" y="902"/>
                  <a:pt x="582" y="902"/>
                </a:cubicBezTo>
                <a:close/>
                <a:moveTo>
                  <a:pt x="399" y="462"/>
                </a:moveTo>
                <a:lnTo>
                  <a:pt x="339" y="525"/>
                </a:lnTo>
                <a:lnTo>
                  <a:pt x="276" y="462"/>
                </a:lnTo>
                <a:lnTo>
                  <a:pt x="399" y="339"/>
                </a:lnTo>
                <a:lnTo>
                  <a:pt x="525" y="462"/>
                </a:lnTo>
                <a:lnTo>
                  <a:pt x="462" y="525"/>
                </a:lnTo>
                <a:lnTo>
                  <a:pt x="399" y="462"/>
                </a:lnTo>
                <a:close/>
                <a:moveTo>
                  <a:pt x="640" y="462"/>
                </a:moveTo>
                <a:lnTo>
                  <a:pt x="766" y="339"/>
                </a:lnTo>
                <a:lnTo>
                  <a:pt x="889" y="462"/>
                </a:lnTo>
                <a:lnTo>
                  <a:pt x="826" y="525"/>
                </a:lnTo>
                <a:lnTo>
                  <a:pt x="766" y="462"/>
                </a:lnTo>
                <a:lnTo>
                  <a:pt x="703" y="525"/>
                </a:lnTo>
                <a:lnTo>
                  <a:pt x="640" y="462"/>
                </a:lnTo>
                <a:close/>
                <a:moveTo>
                  <a:pt x="582" y="1050"/>
                </a:moveTo>
                <a:cubicBezTo>
                  <a:pt x="839" y="1050"/>
                  <a:pt x="1050" y="838"/>
                  <a:pt x="1050" y="582"/>
                </a:cubicBezTo>
                <a:cubicBezTo>
                  <a:pt x="1050" y="325"/>
                  <a:pt x="838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8"/>
                  <a:pt x="326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4"/>
                  <a:pt x="904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177381" y="617538"/>
            <a:ext cx="419100" cy="419100"/>
          </a:xfrm>
          <a:custGeom>
            <a:avLst/>
            <a:gdLst>
              <a:gd name="T0" fmla="*/ 582 w 1165"/>
              <a:gd name="T1" fmla="*/ 700 h 1166"/>
              <a:gd name="T2" fmla="*/ 880 w 1165"/>
              <a:gd name="T3" fmla="*/ 902 h 1166"/>
              <a:gd name="T4" fmla="*/ 284 w 1165"/>
              <a:gd name="T5" fmla="*/ 902 h 1166"/>
              <a:gd name="T6" fmla="*/ 582 w 1165"/>
              <a:gd name="T7" fmla="*/ 700 h 1166"/>
              <a:gd name="T8" fmla="*/ 339 w 1165"/>
              <a:gd name="T9" fmla="*/ 582 h 1166"/>
              <a:gd name="T10" fmla="*/ 276 w 1165"/>
              <a:gd name="T11" fmla="*/ 520 h 1166"/>
              <a:gd name="T12" fmla="*/ 339 w 1165"/>
              <a:gd name="T13" fmla="*/ 459 h 1166"/>
              <a:gd name="T14" fmla="*/ 276 w 1165"/>
              <a:gd name="T15" fmla="*/ 397 h 1166"/>
              <a:gd name="T16" fmla="*/ 339 w 1165"/>
              <a:gd name="T17" fmla="*/ 337 h 1166"/>
              <a:gd name="T18" fmla="*/ 399 w 1165"/>
              <a:gd name="T19" fmla="*/ 397 h 1166"/>
              <a:gd name="T20" fmla="*/ 462 w 1165"/>
              <a:gd name="T21" fmla="*/ 337 h 1166"/>
              <a:gd name="T22" fmla="*/ 525 w 1165"/>
              <a:gd name="T23" fmla="*/ 397 h 1166"/>
              <a:gd name="T24" fmla="*/ 462 w 1165"/>
              <a:gd name="T25" fmla="*/ 459 h 1166"/>
              <a:gd name="T26" fmla="*/ 525 w 1165"/>
              <a:gd name="T27" fmla="*/ 520 h 1166"/>
              <a:gd name="T28" fmla="*/ 462 w 1165"/>
              <a:gd name="T29" fmla="*/ 582 h 1166"/>
              <a:gd name="T30" fmla="*/ 399 w 1165"/>
              <a:gd name="T31" fmla="*/ 520 h 1166"/>
              <a:gd name="T32" fmla="*/ 339 w 1165"/>
              <a:gd name="T33" fmla="*/ 582 h 1166"/>
              <a:gd name="T34" fmla="*/ 825 w 1165"/>
              <a:gd name="T35" fmla="*/ 337 h 1166"/>
              <a:gd name="T36" fmla="*/ 888 w 1165"/>
              <a:gd name="T37" fmla="*/ 397 h 1166"/>
              <a:gd name="T38" fmla="*/ 825 w 1165"/>
              <a:gd name="T39" fmla="*/ 459 h 1166"/>
              <a:gd name="T40" fmla="*/ 888 w 1165"/>
              <a:gd name="T41" fmla="*/ 520 h 1166"/>
              <a:gd name="T42" fmla="*/ 825 w 1165"/>
              <a:gd name="T43" fmla="*/ 582 h 1166"/>
              <a:gd name="T44" fmla="*/ 765 w 1165"/>
              <a:gd name="T45" fmla="*/ 520 h 1166"/>
              <a:gd name="T46" fmla="*/ 703 w 1165"/>
              <a:gd name="T47" fmla="*/ 582 h 1166"/>
              <a:gd name="T48" fmla="*/ 640 w 1165"/>
              <a:gd name="T49" fmla="*/ 520 h 1166"/>
              <a:gd name="T50" fmla="*/ 703 w 1165"/>
              <a:gd name="T51" fmla="*/ 459 h 1166"/>
              <a:gd name="T52" fmla="*/ 640 w 1165"/>
              <a:gd name="T53" fmla="*/ 397 h 1166"/>
              <a:gd name="T54" fmla="*/ 703 w 1165"/>
              <a:gd name="T55" fmla="*/ 337 h 1166"/>
              <a:gd name="T56" fmla="*/ 765 w 1165"/>
              <a:gd name="T57" fmla="*/ 397 h 1166"/>
              <a:gd name="T58" fmla="*/ 825 w 1165"/>
              <a:gd name="T59" fmla="*/ 337 h 1166"/>
              <a:gd name="T60" fmla="*/ 582 w 1165"/>
              <a:gd name="T61" fmla="*/ 1050 h 1166"/>
              <a:gd name="T62" fmla="*/ 1050 w 1165"/>
              <a:gd name="T63" fmla="*/ 582 h 1166"/>
              <a:gd name="T64" fmla="*/ 582 w 1165"/>
              <a:gd name="T65" fmla="*/ 115 h 1166"/>
              <a:gd name="T66" fmla="*/ 115 w 1165"/>
              <a:gd name="T67" fmla="*/ 582 h 1166"/>
              <a:gd name="T68" fmla="*/ 582 w 1165"/>
              <a:gd name="T69" fmla="*/ 1050 h 1166"/>
              <a:gd name="T70" fmla="*/ 582 w 1165"/>
              <a:gd name="T71" fmla="*/ 0 h 1166"/>
              <a:gd name="T72" fmla="*/ 1164 w 1165"/>
              <a:gd name="T73" fmla="*/ 582 h 1166"/>
              <a:gd name="T74" fmla="*/ 582 w 1165"/>
              <a:gd name="T75" fmla="*/ 1165 h 1166"/>
              <a:gd name="T76" fmla="*/ 0 w 1165"/>
              <a:gd name="T77" fmla="*/ 582 h 1166"/>
              <a:gd name="T78" fmla="*/ 582 w 1165"/>
              <a:gd name="T7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65" h="1166">
                <a:moveTo>
                  <a:pt x="582" y="700"/>
                </a:moveTo>
                <a:cubicBezTo>
                  <a:pt x="719" y="700"/>
                  <a:pt x="834" y="782"/>
                  <a:pt x="880" y="902"/>
                </a:cubicBezTo>
                <a:lnTo>
                  <a:pt x="284" y="902"/>
                </a:lnTo>
                <a:cubicBezTo>
                  <a:pt x="331" y="782"/>
                  <a:pt x="446" y="700"/>
                  <a:pt x="582" y="700"/>
                </a:cubicBezTo>
                <a:close/>
                <a:moveTo>
                  <a:pt x="339" y="582"/>
                </a:moveTo>
                <a:lnTo>
                  <a:pt x="276" y="520"/>
                </a:lnTo>
                <a:lnTo>
                  <a:pt x="339" y="459"/>
                </a:lnTo>
                <a:lnTo>
                  <a:pt x="276" y="397"/>
                </a:lnTo>
                <a:lnTo>
                  <a:pt x="339" y="337"/>
                </a:lnTo>
                <a:lnTo>
                  <a:pt x="399" y="397"/>
                </a:lnTo>
                <a:lnTo>
                  <a:pt x="462" y="337"/>
                </a:lnTo>
                <a:lnTo>
                  <a:pt x="525" y="397"/>
                </a:lnTo>
                <a:lnTo>
                  <a:pt x="462" y="459"/>
                </a:lnTo>
                <a:lnTo>
                  <a:pt x="525" y="520"/>
                </a:lnTo>
                <a:lnTo>
                  <a:pt x="462" y="582"/>
                </a:lnTo>
                <a:lnTo>
                  <a:pt x="399" y="520"/>
                </a:lnTo>
                <a:lnTo>
                  <a:pt x="339" y="582"/>
                </a:lnTo>
                <a:close/>
                <a:moveTo>
                  <a:pt x="825" y="337"/>
                </a:moveTo>
                <a:lnTo>
                  <a:pt x="888" y="397"/>
                </a:lnTo>
                <a:lnTo>
                  <a:pt x="825" y="459"/>
                </a:lnTo>
                <a:lnTo>
                  <a:pt x="888" y="520"/>
                </a:lnTo>
                <a:lnTo>
                  <a:pt x="825" y="582"/>
                </a:lnTo>
                <a:lnTo>
                  <a:pt x="765" y="520"/>
                </a:lnTo>
                <a:lnTo>
                  <a:pt x="703" y="582"/>
                </a:lnTo>
                <a:lnTo>
                  <a:pt x="640" y="520"/>
                </a:lnTo>
                <a:lnTo>
                  <a:pt x="703" y="459"/>
                </a:lnTo>
                <a:lnTo>
                  <a:pt x="640" y="397"/>
                </a:lnTo>
                <a:lnTo>
                  <a:pt x="703" y="337"/>
                </a:lnTo>
                <a:lnTo>
                  <a:pt x="765" y="397"/>
                </a:lnTo>
                <a:lnTo>
                  <a:pt x="825" y="337"/>
                </a:lnTo>
                <a:close/>
                <a:moveTo>
                  <a:pt x="582" y="1050"/>
                </a:moveTo>
                <a:cubicBezTo>
                  <a:pt x="839" y="1050"/>
                  <a:pt x="1050" y="838"/>
                  <a:pt x="1050" y="582"/>
                </a:cubicBezTo>
                <a:cubicBezTo>
                  <a:pt x="1050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4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256881" y="617538"/>
            <a:ext cx="419100" cy="419100"/>
          </a:xfrm>
          <a:custGeom>
            <a:avLst/>
            <a:gdLst>
              <a:gd name="T0" fmla="*/ 582 w 1165"/>
              <a:gd name="T1" fmla="*/ 815 h 1166"/>
              <a:gd name="T2" fmla="*/ 784 w 1165"/>
              <a:gd name="T3" fmla="*/ 700 h 1166"/>
              <a:gd name="T4" fmla="*/ 880 w 1165"/>
              <a:gd name="T5" fmla="*/ 700 h 1166"/>
              <a:gd name="T6" fmla="*/ 582 w 1165"/>
              <a:gd name="T7" fmla="*/ 902 h 1166"/>
              <a:gd name="T8" fmla="*/ 284 w 1165"/>
              <a:gd name="T9" fmla="*/ 700 h 1166"/>
              <a:gd name="T10" fmla="*/ 380 w 1165"/>
              <a:gd name="T11" fmla="*/ 700 h 1166"/>
              <a:gd name="T12" fmla="*/ 582 w 1165"/>
              <a:gd name="T13" fmla="*/ 815 h 1166"/>
              <a:gd name="T14" fmla="*/ 582 w 1165"/>
              <a:gd name="T15" fmla="*/ 1050 h 1166"/>
              <a:gd name="T16" fmla="*/ 1049 w 1165"/>
              <a:gd name="T17" fmla="*/ 582 h 1166"/>
              <a:gd name="T18" fmla="*/ 582 w 1165"/>
              <a:gd name="T19" fmla="*/ 115 h 1166"/>
              <a:gd name="T20" fmla="*/ 115 w 1165"/>
              <a:gd name="T21" fmla="*/ 582 h 1166"/>
              <a:gd name="T22" fmla="*/ 582 w 1165"/>
              <a:gd name="T23" fmla="*/ 1050 h 1166"/>
              <a:gd name="T24" fmla="*/ 582 w 1165"/>
              <a:gd name="T25" fmla="*/ 0 h 1166"/>
              <a:gd name="T26" fmla="*/ 1164 w 1165"/>
              <a:gd name="T27" fmla="*/ 582 h 1166"/>
              <a:gd name="T28" fmla="*/ 582 w 1165"/>
              <a:gd name="T29" fmla="*/ 1165 h 1166"/>
              <a:gd name="T30" fmla="*/ 0 w 1165"/>
              <a:gd name="T31" fmla="*/ 582 h 1166"/>
              <a:gd name="T32" fmla="*/ 582 w 1165"/>
              <a:gd name="T33" fmla="*/ 0 h 1166"/>
              <a:gd name="T34" fmla="*/ 290 w 1165"/>
              <a:gd name="T35" fmla="*/ 438 h 1166"/>
              <a:gd name="T36" fmla="*/ 377 w 1165"/>
              <a:gd name="T37" fmla="*/ 350 h 1166"/>
              <a:gd name="T38" fmla="*/ 465 w 1165"/>
              <a:gd name="T39" fmla="*/ 438 h 1166"/>
              <a:gd name="T40" fmla="*/ 377 w 1165"/>
              <a:gd name="T41" fmla="*/ 525 h 1166"/>
              <a:gd name="T42" fmla="*/ 290 w 1165"/>
              <a:gd name="T43" fmla="*/ 438 h 1166"/>
              <a:gd name="T44" fmla="*/ 700 w 1165"/>
              <a:gd name="T45" fmla="*/ 438 h 1166"/>
              <a:gd name="T46" fmla="*/ 787 w 1165"/>
              <a:gd name="T47" fmla="*/ 350 h 1166"/>
              <a:gd name="T48" fmla="*/ 875 w 1165"/>
              <a:gd name="T49" fmla="*/ 438 h 1166"/>
              <a:gd name="T50" fmla="*/ 787 w 1165"/>
              <a:gd name="T51" fmla="*/ 525 h 1166"/>
              <a:gd name="T52" fmla="*/ 700 w 1165"/>
              <a:gd name="T53" fmla="*/ 43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66">
                <a:moveTo>
                  <a:pt x="582" y="815"/>
                </a:moveTo>
                <a:cubicBezTo>
                  <a:pt x="670" y="815"/>
                  <a:pt x="743" y="768"/>
                  <a:pt x="784" y="700"/>
                </a:cubicBezTo>
                <a:lnTo>
                  <a:pt x="880" y="700"/>
                </a:lnTo>
                <a:cubicBezTo>
                  <a:pt x="833" y="820"/>
                  <a:pt x="719" y="902"/>
                  <a:pt x="582" y="902"/>
                </a:cubicBezTo>
                <a:cubicBezTo>
                  <a:pt x="445" y="902"/>
                  <a:pt x="331" y="820"/>
                  <a:pt x="284" y="700"/>
                </a:cubicBezTo>
                <a:lnTo>
                  <a:pt x="380" y="700"/>
                </a:lnTo>
                <a:cubicBezTo>
                  <a:pt x="421" y="768"/>
                  <a:pt x="495" y="815"/>
                  <a:pt x="582" y="815"/>
                </a:cubicBezTo>
                <a:close/>
                <a:moveTo>
                  <a:pt x="582" y="1050"/>
                </a:moveTo>
                <a:cubicBezTo>
                  <a:pt x="839" y="1050"/>
                  <a:pt x="1049" y="838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5" y="0"/>
                  <a:pt x="1164" y="259"/>
                  <a:pt x="1164" y="582"/>
                </a:cubicBezTo>
                <a:cubicBezTo>
                  <a:pt x="1164" y="904"/>
                  <a:pt x="904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290" y="438"/>
                </a:moveTo>
                <a:cubicBezTo>
                  <a:pt x="290" y="388"/>
                  <a:pt x="328" y="350"/>
                  <a:pt x="377" y="350"/>
                </a:cubicBezTo>
                <a:cubicBezTo>
                  <a:pt x="426" y="350"/>
                  <a:pt x="465" y="388"/>
                  <a:pt x="465" y="438"/>
                </a:cubicBezTo>
                <a:cubicBezTo>
                  <a:pt x="465" y="487"/>
                  <a:pt x="426" y="525"/>
                  <a:pt x="377" y="525"/>
                </a:cubicBezTo>
                <a:cubicBezTo>
                  <a:pt x="328" y="525"/>
                  <a:pt x="290" y="487"/>
                  <a:pt x="290" y="438"/>
                </a:cubicBezTo>
                <a:close/>
                <a:moveTo>
                  <a:pt x="700" y="438"/>
                </a:moveTo>
                <a:cubicBezTo>
                  <a:pt x="700" y="388"/>
                  <a:pt x="738" y="350"/>
                  <a:pt x="787" y="350"/>
                </a:cubicBezTo>
                <a:cubicBezTo>
                  <a:pt x="836" y="350"/>
                  <a:pt x="875" y="388"/>
                  <a:pt x="875" y="438"/>
                </a:cubicBezTo>
                <a:cubicBezTo>
                  <a:pt x="875" y="487"/>
                  <a:pt x="836" y="525"/>
                  <a:pt x="787" y="525"/>
                </a:cubicBezTo>
                <a:cubicBezTo>
                  <a:pt x="738" y="525"/>
                  <a:pt x="700" y="487"/>
                  <a:pt x="700" y="43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37969" y="617538"/>
            <a:ext cx="419100" cy="419100"/>
          </a:xfrm>
          <a:custGeom>
            <a:avLst/>
            <a:gdLst>
              <a:gd name="T0" fmla="*/ 582 w 1165"/>
              <a:gd name="T1" fmla="*/ 1050 h 1166"/>
              <a:gd name="T2" fmla="*/ 1049 w 1165"/>
              <a:gd name="T3" fmla="*/ 582 h 1166"/>
              <a:gd name="T4" fmla="*/ 582 w 1165"/>
              <a:gd name="T5" fmla="*/ 115 h 1166"/>
              <a:gd name="T6" fmla="*/ 115 w 1165"/>
              <a:gd name="T7" fmla="*/ 582 h 1166"/>
              <a:gd name="T8" fmla="*/ 582 w 1165"/>
              <a:gd name="T9" fmla="*/ 1050 h 1166"/>
              <a:gd name="T10" fmla="*/ 582 w 1165"/>
              <a:gd name="T11" fmla="*/ 0 h 1166"/>
              <a:gd name="T12" fmla="*/ 1164 w 1165"/>
              <a:gd name="T13" fmla="*/ 582 h 1166"/>
              <a:gd name="T14" fmla="*/ 582 w 1165"/>
              <a:gd name="T15" fmla="*/ 1165 h 1166"/>
              <a:gd name="T16" fmla="*/ 0 w 1165"/>
              <a:gd name="T17" fmla="*/ 582 h 1166"/>
              <a:gd name="T18" fmla="*/ 582 w 1165"/>
              <a:gd name="T19" fmla="*/ 0 h 1166"/>
              <a:gd name="T20" fmla="*/ 289 w 1165"/>
              <a:gd name="T21" fmla="*/ 438 h 1166"/>
              <a:gd name="T22" fmla="*/ 377 w 1165"/>
              <a:gd name="T23" fmla="*/ 350 h 1166"/>
              <a:gd name="T24" fmla="*/ 464 w 1165"/>
              <a:gd name="T25" fmla="*/ 438 h 1166"/>
              <a:gd name="T26" fmla="*/ 377 w 1165"/>
              <a:gd name="T27" fmla="*/ 525 h 1166"/>
              <a:gd name="T28" fmla="*/ 289 w 1165"/>
              <a:gd name="T29" fmla="*/ 438 h 1166"/>
              <a:gd name="T30" fmla="*/ 699 w 1165"/>
              <a:gd name="T31" fmla="*/ 438 h 1166"/>
              <a:gd name="T32" fmla="*/ 787 w 1165"/>
              <a:gd name="T33" fmla="*/ 350 h 1166"/>
              <a:gd name="T34" fmla="*/ 874 w 1165"/>
              <a:gd name="T35" fmla="*/ 438 h 1166"/>
              <a:gd name="T36" fmla="*/ 787 w 1165"/>
              <a:gd name="T37" fmla="*/ 525 h 1166"/>
              <a:gd name="T38" fmla="*/ 699 w 1165"/>
              <a:gd name="T39" fmla="*/ 438 h 1166"/>
              <a:gd name="T40" fmla="*/ 407 w 1165"/>
              <a:gd name="T41" fmla="*/ 700 h 1166"/>
              <a:gd name="T42" fmla="*/ 757 w 1165"/>
              <a:gd name="T43" fmla="*/ 700 h 1166"/>
              <a:gd name="T44" fmla="*/ 757 w 1165"/>
              <a:gd name="T45" fmla="*/ 787 h 1166"/>
              <a:gd name="T46" fmla="*/ 407 w 1165"/>
              <a:gd name="T47" fmla="*/ 787 h 1166"/>
              <a:gd name="T48" fmla="*/ 407 w 1165"/>
              <a:gd name="T49" fmla="*/ 70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165" h="1166">
                <a:moveTo>
                  <a:pt x="582" y="1050"/>
                </a:moveTo>
                <a:cubicBezTo>
                  <a:pt x="839" y="1050"/>
                  <a:pt x="1049" y="838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5" y="115"/>
                  <a:pt x="115" y="325"/>
                  <a:pt x="115" y="582"/>
                </a:cubicBezTo>
                <a:cubicBezTo>
                  <a:pt x="115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4" y="1165"/>
                  <a:pt x="582" y="1165"/>
                </a:cubicBezTo>
                <a:cubicBezTo>
                  <a:pt x="259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289" y="438"/>
                </a:moveTo>
                <a:cubicBezTo>
                  <a:pt x="289" y="388"/>
                  <a:pt x="328" y="350"/>
                  <a:pt x="377" y="350"/>
                </a:cubicBezTo>
                <a:cubicBezTo>
                  <a:pt x="426" y="350"/>
                  <a:pt x="464" y="388"/>
                  <a:pt x="464" y="438"/>
                </a:cubicBezTo>
                <a:cubicBezTo>
                  <a:pt x="464" y="487"/>
                  <a:pt x="426" y="525"/>
                  <a:pt x="377" y="525"/>
                </a:cubicBezTo>
                <a:cubicBezTo>
                  <a:pt x="328" y="525"/>
                  <a:pt x="289" y="487"/>
                  <a:pt x="289" y="438"/>
                </a:cubicBezTo>
                <a:close/>
                <a:moveTo>
                  <a:pt x="699" y="438"/>
                </a:moveTo>
                <a:cubicBezTo>
                  <a:pt x="699" y="388"/>
                  <a:pt x="738" y="350"/>
                  <a:pt x="787" y="350"/>
                </a:cubicBezTo>
                <a:cubicBezTo>
                  <a:pt x="836" y="350"/>
                  <a:pt x="874" y="388"/>
                  <a:pt x="874" y="438"/>
                </a:cubicBezTo>
                <a:cubicBezTo>
                  <a:pt x="874" y="487"/>
                  <a:pt x="836" y="525"/>
                  <a:pt x="787" y="525"/>
                </a:cubicBezTo>
                <a:cubicBezTo>
                  <a:pt x="738" y="525"/>
                  <a:pt x="699" y="487"/>
                  <a:pt x="699" y="438"/>
                </a:cubicBezTo>
                <a:close/>
                <a:moveTo>
                  <a:pt x="407" y="700"/>
                </a:moveTo>
                <a:lnTo>
                  <a:pt x="757" y="700"/>
                </a:lnTo>
                <a:lnTo>
                  <a:pt x="757" y="787"/>
                </a:lnTo>
                <a:lnTo>
                  <a:pt x="407" y="787"/>
                </a:lnTo>
                <a:lnTo>
                  <a:pt x="407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17469" y="617538"/>
            <a:ext cx="419100" cy="419100"/>
          </a:xfrm>
          <a:custGeom>
            <a:avLst/>
            <a:gdLst>
              <a:gd name="T0" fmla="*/ 582 w 1165"/>
              <a:gd name="T1" fmla="*/ 700 h 1166"/>
              <a:gd name="T2" fmla="*/ 880 w 1165"/>
              <a:gd name="T3" fmla="*/ 902 h 1166"/>
              <a:gd name="T4" fmla="*/ 784 w 1165"/>
              <a:gd name="T5" fmla="*/ 902 h 1166"/>
              <a:gd name="T6" fmla="*/ 582 w 1165"/>
              <a:gd name="T7" fmla="*/ 787 h 1166"/>
              <a:gd name="T8" fmla="*/ 380 w 1165"/>
              <a:gd name="T9" fmla="*/ 902 h 1166"/>
              <a:gd name="T10" fmla="*/ 284 w 1165"/>
              <a:gd name="T11" fmla="*/ 902 h 1166"/>
              <a:gd name="T12" fmla="*/ 582 w 1165"/>
              <a:gd name="T13" fmla="*/ 700 h 1166"/>
              <a:gd name="T14" fmla="*/ 582 w 1165"/>
              <a:gd name="T15" fmla="*/ 1050 h 1166"/>
              <a:gd name="T16" fmla="*/ 1049 w 1165"/>
              <a:gd name="T17" fmla="*/ 582 h 1166"/>
              <a:gd name="T18" fmla="*/ 582 w 1165"/>
              <a:gd name="T19" fmla="*/ 115 h 1166"/>
              <a:gd name="T20" fmla="*/ 114 w 1165"/>
              <a:gd name="T21" fmla="*/ 582 h 1166"/>
              <a:gd name="T22" fmla="*/ 582 w 1165"/>
              <a:gd name="T23" fmla="*/ 1050 h 1166"/>
              <a:gd name="T24" fmla="*/ 582 w 1165"/>
              <a:gd name="T25" fmla="*/ 0 h 1166"/>
              <a:gd name="T26" fmla="*/ 1164 w 1165"/>
              <a:gd name="T27" fmla="*/ 582 h 1166"/>
              <a:gd name="T28" fmla="*/ 582 w 1165"/>
              <a:gd name="T29" fmla="*/ 1165 h 1166"/>
              <a:gd name="T30" fmla="*/ 0 w 1165"/>
              <a:gd name="T31" fmla="*/ 582 h 1166"/>
              <a:gd name="T32" fmla="*/ 582 w 1165"/>
              <a:gd name="T33" fmla="*/ 0 h 1166"/>
              <a:gd name="T34" fmla="*/ 289 w 1165"/>
              <a:gd name="T35" fmla="*/ 438 h 1166"/>
              <a:gd name="T36" fmla="*/ 377 w 1165"/>
              <a:gd name="T37" fmla="*/ 350 h 1166"/>
              <a:gd name="T38" fmla="*/ 464 w 1165"/>
              <a:gd name="T39" fmla="*/ 438 h 1166"/>
              <a:gd name="T40" fmla="*/ 377 w 1165"/>
              <a:gd name="T41" fmla="*/ 525 h 1166"/>
              <a:gd name="T42" fmla="*/ 289 w 1165"/>
              <a:gd name="T43" fmla="*/ 438 h 1166"/>
              <a:gd name="T44" fmla="*/ 699 w 1165"/>
              <a:gd name="T45" fmla="*/ 438 h 1166"/>
              <a:gd name="T46" fmla="*/ 787 w 1165"/>
              <a:gd name="T47" fmla="*/ 350 h 1166"/>
              <a:gd name="T48" fmla="*/ 874 w 1165"/>
              <a:gd name="T49" fmla="*/ 438 h 1166"/>
              <a:gd name="T50" fmla="*/ 787 w 1165"/>
              <a:gd name="T51" fmla="*/ 525 h 1166"/>
              <a:gd name="T52" fmla="*/ 699 w 1165"/>
              <a:gd name="T53" fmla="*/ 438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5" h="1166">
                <a:moveTo>
                  <a:pt x="582" y="700"/>
                </a:moveTo>
                <a:cubicBezTo>
                  <a:pt x="718" y="700"/>
                  <a:pt x="833" y="782"/>
                  <a:pt x="880" y="902"/>
                </a:cubicBezTo>
                <a:lnTo>
                  <a:pt x="784" y="902"/>
                </a:lnTo>
                <a:cubicBezTo>
                  <a:pt x="743" y="834"/>
                  <a:pt x="670" y="787"/>
                  <a:pt x="582" y="787"/>
                </a:cubicBezTo>
                <a:cubicBezTo>
                  <a:pt x="495" y="787"/>
                  <a:pt x="421" y="834"/>
                  <a:pt x="380" y="902"/>
                </a:cubicBezTo>
                <a:lnTo>
                  <a:pt x="284" y="902"/>
                </a:lnTo>
                <a:cubicBezTo>
                  <a:pt x="330" y="782"/>
                  <a:pt x="445" y="700"/>
                  <a:pt x="582" y="700"/>
                </a:cubicBezTo>
                <a:close/>
                <a:moveTo>
                  <a:pt x="582" y="1050"/>
                </a:moveTo>
                <a:cubicBezTo>
                  <a:pt x="839" y="1050"/>
                  <a:pt x="1049" y="838"/>
                  <a:pt x="1049" y="582"/>
                </a:cubicBezTo>
                <a:cubicBezTo>
                  <a:pt x="1049" y="325"/>
                  <a:pt x="839" y="115"/>
                  <a:pt x="582" y="115"/>
                </a:cubicBezTo>
                <a:cubicBezTo>
                  <a:pt x="325" y="115"/>
                  <a:pt x="114" y="325"/>
                  <a:pt x="114" y="582"/>
                </a:cubicBezTo>
                <a:cubicBezTo>
                  <a:pt x="114" y="838"/>
                  <a:pt x="325" y="1050"/>
                  <a:pt x="582" y="1050"/>
                </a:cubicBezTo>
                <a:close/>
                <a:moveTo>
                  <a:pt x="582" y="0"/>
                </a:moveTo>
                <a:cubicBezTo>
                  <a:pt x="904" y="0"/>
                  <a:pt x="1164" y="259"/>
                  <a:pt x="1164" y="582"/>
                </a:cubicBezTo>
                <a:cubicBezTo>
                  <a:pt x="1164" y="904"/>
                  <a:pt x="905" y="1165"/>
                  <a:pt x="582" y="1165"/>
                </a:cubicBezTo>
                <a:cubicBezTo>
                  <a:pt x="260" y="1165"/>
                  <a:pt x="0" y="904"/>
                  <a:pt x="0" y="582"/>
                </a:cubicBezTo>
                <a:cubicBezTo>
                  <a:pt x="0" y="259"/>
                  <a:pt x="259" y="0"/>
                  <a:pt x="582" y="0"/>
                </a:cubicBezTo>
                <a:close/>
                <a:moveTo>
                  <a:pt x="289" y="438"/>
                </a:moveTo>
                <a:cubicBezTo>
                  <a:pt x="289" y="388"/>
                  <a:pt x="328" y="350"/>
                  <a:pt x="377" y="350"/>
                </a:cubicBezTo>
                <a:cubicBezTo>
                  <a:pt x="426" y="350"/>
                  <a:pt x="464" y="388"/>
                  <a:pt x="464" y="438"/>
                </a:cubicBezTo>
                <a:cubicBezTo>
                  <a:pt x="464" y="487"/>
                  <a:pt x="426" y="525"/>
                  <a:pt x="377" y="525"/>
                </a:cubicBezTo>
                <a:cubicBezTo>
                  <a:pt x="328" y="525"/>
                  <a:pt x="289" y="487"/>
                  <a:pt x="289" y="438"/>
                </a:cubicBezTo>
                <a:close/>
                <a:moveTo>
                  <a:pt x="699" y="438"/>
                </a:moveTo>
                <a:cubicBezTo>
                  <a:pt x="699" y="388"/>
                  <a:pt x="738" y="350"/>
                  <a:pt x="787" y="350"/>
                </a:cubicBezTo>
                <a:cubicBezTo>
                  <a:pt x="836" y="350"/>
                  <a:pt x="874" y="388"/>
                  <a:pt x="874" y="438"/>
                </a:cubicBezTo>
                <a:cubicBezTo>
                  <a:pt x="874" y="487"/>
                  <a:pt x="836" y="525"/>
                  <a:pt x="787" y="525"/>
                </a:cubicBezTo>
                <a:cubicBezTo>
                  <a:pt x="738" y="525"/>
                  <a:pt x="699" y="487"/>
                  <a:pt x="699" y="43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487446" y="638177"/>
            <a:ext cx="441325" cy="377825"/>
          </a:xfrm>
          <a:custGeom>
            <a:avLst/>
            <a:gdLst>
              <a:gd name="T0" fmla="*/ 0 w 1226"/>
              <a:gd name="T1" fmla="*/ 1049 h 1050"/>
              <a:gd name="T2" fmla="*/ 0 w 1226"/>
              <a:gd name="T3" fmla="*/ 642 h 1050"/>
              <a:gd name="T4" fmla="*/ 875 w 1226"/>
              <a:gd name="T5" fmla="*/ 524 h 1050"/>
              <a:gd name="T6" fmla="*/ 0 w 1226"/>
              <a:gd name="T7" fmla="*/ 407 h 1050"/>
              <a:gd name="T8" fmla="*/ 0 w 1226"/>
              <a:gd name="T9" fmla="*/ 0 h 1050"/>
              <a:gd name="T10" fmla="*/ 1225 w 1226"/>
              <a:gd name="T11" fmla="*/ 524 h 1050"/>
              <a:gd name="T12" fmla="*/ 0 w 1226"/>
              <a:gd name="T13" fmla="*/ 1049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6" h="1050">
                <a:moveTo>
                  <a:pt x="0" y="1049"/>
                </a:moveTo>
                <a:lnTo>
                  <a:pt x="0" y="642"/>
                </a:lnTo>
                <a:lnTo>
                  <a:pt x="875" y="524"/>
                </a:lnTo>
                <a:lnTo>
                  <a:pt x="0" y="407"/>
                </a:lnTo>
                <a:lnTo>
                  <a:pt x="0" y="0"/>
                </a:lnTo>
                <a:lnTo>
                  <a:pt x="1225" y="524"/>
                </a:lnTo>
                <a:lnTo>
                  <a:pt x="0" y="1049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598696" y="638177"/>
            <a:ext cx="377825" cy="377825"/>
          </a:xfrm>
          <a:custGeom>
            <a:avLst/>
            <a:gdLst>
              <a:gd name="T0" fmla="*/ 349 w 1050"/>
              <a:gd name="T1" fmla="*/ 699 h 1050"/>
              <a:gd name="T2" fmla="*/ 699 w 1050"/>
              <a:gd name="T3" fmla="*/ 350 h 1050"/>
              <a:gd name="T4" fmla="*/ 232 w 1050"/>
              <a:gd name="T5" fmla="*/ 817 h 1050"/>
              <a:gd name="T6" fmla="*/ 817 w 1050"/>
              <a:gd name="T7" fmla="*/ 232 h 1050"/>
              <a:gd name="T8" fmla="*/ 232 w 1050"/>
              <a:gd name="T9" fmla="*/ 817 h 1050"/>
              <a:gd name="T10" fmla="*/ 699 w 1050"/>
              <a:gd name="T11" fmla="*/ 0 h 1050"/>
              <a:gd name="T12" fmla="*/ 817 w 1050"/>
              <a:gd name="T13" fmla="*/ 117 h 1050"/>
              <a:gd name="T14" fmla="*/ 699 w 1050"/>
              <a:gd name="T15" fmla="*/ 1049 h 1050"/>
              <a:gd name="T16" fmla="*/ 817 w 1050"/>
              <a:gd name="T17" fmla="*/ 932 h 1050"/>
              <a:gd name="T18" fmla="*/ 699 w 1050"/>
              <a:gd name="T19" fmla="*/ 1049 h 1050"/>
              <a:gd name="T20" fmla="*/ 932 w 1050"/>
              <a:gd name="T21" fmla="*/ 699 h 1050"/>
              <a:gd name="T22" fmla="*/ 1049 w 1050"/>
              <a:gd name="T23" fmla="*/ 817 h 1050"/>
              <a:gd name="T24" fmla="*/ 932 w 1050"/>
              <a:gd name="T25" fmla="*/ 350 h 1050"/>
              <a:gd name="T26" fmla="*/ 1049 w 1050"/>
              <a:gd name="T27" fmla="*/ 232 h 1050"/>
              <a:gd name="T28" fmla="*/ 932 w 1050"/>
              <a:gd name="T29" fmla="*/ 350 h 1050"/>
              <a:gd name="T30" fmla="*/ 932 w 1050"/>
              <a:gd name="T31" fmla="*/ 932 h 1050"/>
              <a:gd name="T32" fmla="*/ 932 w 1050"/>
              <a:gd name="T33" fmla="*/ 1049 h 1050"/>
              <a:gd name="T34" fmla="*/ 932 w 1050"/>
              <a:gd name="T35" fmla="*/ 467 h 1050"/>
              <a:gd name="T36" fmla="*/ 1049 w 1050"/>
              <a:gd name="T37" fmla="*/ 582 h 1050"/>
              <a:gd name="T38" fmla="*/ 467 w 1050"/>
              <a:gd name="T39" fmla="*/ 1049 h 1050"/>
              <a:gd name="T40" fmla="*/ 582 w 1050"/>
              <a:gd name="T41" fmla="*/ 932 h 1050"/>
              <a:gd name="T42" fmla="*/ 467 w 1050"/>
              <a:gd name="T43" fmla="*/ 1049 h 1050"/>
              <a:gd name="T44" fmla="*/ 349 w 1050"/>
              <a:gd name="T45" fmla="*/ 117 h 1050"/>
              <a:gd name="T46" fmla="*/ 232 w 1050"/>
              <a:gd name="T47" fmla="*/ 0 h 1050"/>
              <a:gd name="T48" fmla="*/ 0 w 1050"/>
              <a:gd name="T49" fmla="*/ 817 h 1050"/>
              <a:gd name="T50" fmla="*/ 117 w 1050"/>
              <a:gd name="T51" fmla="*/ 699 h 1050"/>
              <a:gd name="T52" fmla="*/ 0 w 1050"/>
              <a:gd name="T53" fmla="*/ 817 h 1050"/>
              <a:gd name="T54" fmla="*/ 0 w 1050"/>
              <a:gd name="T55" fmla="*/ 932 h 1050"/>
              <a:gd name="T56" fmla="*/ 117 w 1050"/>
              <a:gd name="T57" fmla="*/ 1049 h 1050"/>
              <a:gd name="T58" fmla="*/ 1049 w 1050"/>
              <a:gd name="T59" fmla="*/ 117 h 1050"/>
              <a:gd name="T60" fmla="*/ 932 w 1050"/>
              <a:gd name="T61" fmla="*/ 0 h 1050"/>
              <a:gd name="T62" fmla="*/ 582 w 1050"/>
              <a:gd name="T63" fmla="*/ 117 h 1050"/>
              <a:gd name="T64" fmla="*/ 467 w 1050"/>
              <a:gd name="T65" fmla="*/ 0 h 1050"/>
              <a:gd name="T66" fmla="*/ 0 w 1050"/>
              <a:gd name="T67" fmla="*/ 350 h 1050"/>
              <a:gd name="T68" fmla="*/ 117 w 1050"/>
              <a:gd name="T69" fmla="*/ 232 h 1050"/>
              <a:gd name="T70" fmla="*/ 0 w 1050"/>
              <a:gd name="T71" fmla="*/ 350 h 1050"/>
              <a:gd name="T72" fmla="*/ 232 w 1050"/>
              <a:gd name="T73" fmla="*/ 932 h 1050"/>
              <a:gd name="T74" fmla="*/ 349 w 1050"/>
              <a:gd name="T75" fmla="*/ 1049 h 1050"/>
              <a:gd name="T76" fmla="*/ 0 w 1050"/>
              <a:gd name="T77" fmla="*/ 582 h 1050"/>
              <a:gd name="T78" fmla="*/ 117 w 1050"/>
              <a:gd name="T79" fmla="*/ 467 h 1050"/>
              <a:gd name="T80" fmla="*/ 0 w 1050"/>
              <a:gd name="T81" fmla="*/ 582 h 1050"/>
              <a:gd name="T82" fmla="*/ 117 w 1050"/>
              <a:gd name="T83" fmla="*/ 0 h 1050"/>
              <a:gd name="T84" fmla="*/ 0 w 1050"/>
              <a:gd name="T85" fmla="*/ 1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50" h="1050">
                <a:moveTo>
                  <a:pt x="349" y="350"/>
                </a:moveTo>
                <a:lnTo>
                  <a:pt x="349" y="699"/>
                </a:lnTo>
                <a:lnTo>
                  <a:pt x="699" y="699"/>
                </a:lnTo>
                <a:lnTo>
                  <a:pt x="699" y="350"/>
                </a:lnTo>
                <a:lnTo>
                  <a:pt x="349" y="350"/>
                </a:lnTo>
                <a:close/>
                <a:moveTo>
                  <a:pt x="232" y="817"/>
                </a:moveTo>
                <a:lnTo>
                  <a:pt x="232" y="232"/>
                </a:lnTo>
                <a:lnTo>
                  <a:pt x="817" y="232"/>
                </a:lnTo>
                <a:lnTo>
                  <a:pt x="817" y="817"/>
                </a:lnTo>
                <a:lnTo>
                  <a:pt x="232" y="817"/>
                </a:lnTo>
                <a:close/>
                <a:moveTo>
                  <a:pt x="699" y="117"/>
                </a:moveTo>
                <a:lnTo>
                  <a:pt x="699" y="0"/>
                </a:lnTo>
                <a:lnTo>
                  <a:pt x="817" y="0"/>
                </a:lnTo>
                <a:lnTo>
                  <a:pt x="817" y="117"/>
                </a:lnTo>
                <a:lnTo>
                  <a:pt x="699" y="117"/>
                </a:lnTo>
                <a:close/>
                <a:moveTo>
                  <a:pt x="699" y="1049"/>
                </a:moveTo>
                <a:lnTo>
                  <a:pt x="699" y="932"/>
                </a:lnTo>
                <a:lnTo>
                  <a:pt x="817" y="932"/>
                </a:lnTo>
                <a:lnTo>
                  <a:pt x="817" y="1049"/>
                </a:lnTo>
                <a:lnTo>
                  <a:pt x="699" y="1049"/>
                </a:lnTo>
                <a:close/>
                <a:moveTo>
                  <a:pt x="932" y="817"/>
                </a:moveTo>
                <a:lnTo>
                  <a:pt x="932" y="699"/>
                </a:lnTo>
                <a:lnTo>
                  <a:pt x="1049" y="699"/>
                </a:lnTo>
                <a:lnTo>
                  <a:pt x="1049" y="817"/>
                </a:lnTo>
                <a:lnTo>
                  <a:pt x="932" y="817"/>
                </a:lnTo>
                <a:close/>
                <a:moveTo>
                  <a:pt x="932" y="350"/>
                </a:moveTo>
                <a:lnTo>
                  <a:pt x="932" y="232"/>
                </a:lnTo>
                <a:lnTo>
                  <a:pt x="1049" y="232"/>
                </a:lnTo>
                <a:lnTo>
                  <a:pt x="1049" y="350"/>
                </a:lnTo>
                <a:lnTo>
                  <a:pt x="932" y="350"/>
                </a:lnTo>
                <a:close/>
                <a:moveTo>
                  <a:pt x="932" y="1049"/>
                </a:moveTo>
                <a:lnTo>
                  <a:pt x="932" y="932"/>
                </a:lnTo>
                <a:lnTo>
                  <a:pt x="1049" y="932"/>
                </a:lnTo>
                <a:cubicBezTo>
                  <a:pt x="1049" y="994"/>
                  <a:pt x="994" y="1049"/>
                  <a:pt x="932" y="1049"/>
                </a:cubicBezTo>
                <a:close/>
                <a:moveTo>
                  <a:pt x="932" y="582"/>
                </a:moveTo>
                <a:lnTo>
                  <a:pt x="932" y="467"/>
                </a:lnTo>
                <a:lnTo>
                  <a:pt x="1049" y="467"/>
                </a:lnTo>
                <a:lnTo>
                  <a:pt x="1049" y="582"/>
                </a:lnTo>
                <a:lnTo>
                  <a:pt x="932" y="582"/>
                </a:lnTo>
                <a:close/>
                <a:moveTo>
                  <a:pt x="467" y="1049"/>
                </a:moveTo>
                <a:lnTo>
                  <a:pt x="467" y="932"/>
                </a:lnTo>
                <a:lnTo>
                  <a:pt x="582" y="932"/>
                </a:lnTo>
                <a:lnTo>
                  <a:pt x="582" y="1049"/>
                </a:lnTo>
                <a:lnTo>
                  <a:pt x="467" y="1049"/>
                </a:lnTo>
                <a:close/>
                <a:moveTo>
                  <a:pt x="349" y="0"/>
                </a:moveTo>
                <a:lnTo>
                  <a:pt x="349" y="117"/>
                </a:lnTo>
                <a:lnTo>
                  <a:pt x="232" y="117"/>
                </a:lnTo>
                <a:lnTo>
                  <a:pt x="232" y="0"/>
                </a:lnTo>
                <a:lnTo>
                  <a:pt x="349" y="0"/>
                </a:lnTo>
                <a:close/>
                <a:moveTo>
                  <a:pt x="0" y="817"/>
                </a:moveTo>
                <a:lnTo>
                  <a:pt x="0" y="699"/>
                </a:lnTo>
                <a:lnTo>
                  <a:pt x="117" y="699"/>
                </a:lnTo>
                <a:lnTo>
                  <a:pt x="117" y="817"/>
                </a:lnTo>
                <a:lnTo>
                  <a:pt x="0" y="817"/>
                </a:lnTo>
                <a:close/>
                <a:moveTo>
                  <a:pt x="117" y="1049"/>
                </a:moveTo>
                <a:cubicBezTo>
                  <a:pt x="54" y="1049"/>
                  <a:pt x="0" y="994"/>
                  <a:pt x="0" y="932"/>
                </a:cubicBezTo>
                <a:lnTo>
                  <a:pt x="117" y="932"/>
                </a:lnTo>
                <a:lnTo>
                  <a:pt x="117" y="1049"/>
                </a:lnTo>
                <a:close/>
                <a:moveTo>
                  <a:pt x="932" y="0"/>
                </a:moveTo>
                <a:cubicBezTo>
                  <a:pt x="994" y="0"/>
                  <a:pt x="1049" y="54"/>
                  <a:pt x="1049" y="117"/>
                </a:cubicBezTo>
                <a:lnTo>
                  <a:pt x="932" y="117"/>
                </a:lnTo>
                <a:lnTo>
                  <a:pt x="932" y="0"/>
                </a:lnTo>
                <a:close/>
                <a:moveTo>
                  <a:pt x="582" y="0"/>
                </a:moveTo>
                <a:lnTo>
                  <a:pt x="582" y="117"/>
                </a:lnTo>
                <a:lnTo>
                  <a:pt x="467" y="117"/>
                </a:lnTo>
                <a:lnTo>
                  <a:pt x="467" y="0"/>
                </a:lnTo>
                <a:lnTo>
                  <a:pt x="582" y="0"/>
                </a:lnTo>
                <a:close/>
                <a:moveTo>
                  <a:pt x="0" y="350"/>
                </a:moveTo>
                <a:lnTo>
                  <a:pt x="0" y="232"/>
                </a:lnTo>
                <a:lnTo>
                  <a:pt x="117" y="232"/>
                </a:lnTo>
                <a:lnTo>
                  <a:pt x="117" y="350"/>
                </a:lnTo>
                <a:lnTo>
                  <a:pt x="0" y="350"/>
                </a:lnTo>
                <a:close/>
                <a:moveTo>
                  <a:pt x="232" y="1049"/>
                </a:moveTo>
                <a:lnTo>
                  <a:pt x="232" y="932"/>
                </a:lnTo>
                <a:lnTo>
                  <a:pt x="349" y="932"/>
                </a:lnTo>
                <a:lnTo>
                  <a:pt x="349" y="1049"/>
                </a:lnTo>
                <a:lnTo>
                  <a:pt x="232" y="1049"/>
                </a:lnTo>
                <a:close/>
                <a:moveTo>
                  <a:pt x="0" y="582"/>
                </a:moveTo>
                <a:lnTo>
                  <a:pt x="0" y="467"/>
                </a:lnTo>
                <a:lnTo>
                  <a:pt x="117" y="467"/>
                </a:lnTo>
                <a:lnTo>
                  <a:pt x="117" y="582"/>
                </a:lnTo>
                <a:lnTo>
                  <a:pt x="0" y="582"/>
                </a:lnTo>
                <a:close/>
                <a:moveTo>
                  <a:pt x="0" y="117"/>
                </a:moveTo>
                <a:cubicBezTo>
                  <a:pt x="0" y="54"/>
                  <a:pt x="54" y="0"/>
                  <a:pt x="117" y="0"/>
                </a:cubicBezTo>
                <a:lnTo>
                  <a:pt x="117" y="117"/>
                </a:lnTo>
                <a:lnTo>
                  <a:pt x="0" y="1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79783" y="595313"/>
            <a:ext cx="377825" cy="463550"/>
          </a:xfrm>
          <a:custGeom>
            <a:avLst/>
            <a:gdLst>
              <a:gd name="T0" fmla="*/ 524 w 1050"/>
              <a:gd name="T1" fmla="*/ 0 h 1286"/>
              <a:gd name="T2" fmla="*/ 1049 w 1050"/>
              <a:gd name="T3" fmla="*/ 235 h 1286"/>
              <a:gd name="T4" fmla="*/ 1049 w 1050"/>
              <a:gd name="T5" fmla="*/ 585 h 1286"/>
              <a:gd name="T6" fmla="*/ 524 w 1050"/>
              <a:gd name="T7" fmla="*/ 1285 h 1286"/>
              <a:gd name="T8" fmla="*/ 0 w 1050"/>
              <a:gd name="T9" fmla="*/ 585 h 1286"/>
              <a:gd name="T10" fmla="*/ 0 w 1050"/>
              <a:gd name="T11" fmla="*/ 235 h 1286"/>
              <a:gd name="T12" fmla="*/ 524 w 1050"/>
              <a:gd name="T13" fmla="*/ 0 h 1286"/>
              <a:gd name="T14" fmla="*/ 524 w 1050"/>
              <a:gd name="T15" fmla="*/ 642 h 1286"/>
              <a:gd name="T16" fmla="*/ 524 w 1050"/>
              <a:gd name="T17" fmla="*/ 1164 h 1286"/>
              <a:gd name="T18" fmla="*/ 931 w 1050"/>
              <a:gd name="T19" fmla="*/ 642 h 1286"/>
              <a:gd name="T20" fmla="*/ 524 w 1050"/>
              <a:gd name="T21" fmla="*/ 642 h 1286"/>
              <a:gd name="T22" fmla="*/ 524 w 1050"/>
              <a:gd name="T23" fmla="*/ 642 h 1286"/>
              <a:gd name="T24" fmla="*/ 524 w 1050"/>
              <a:gd name="T25" fmla="*/ 129 h 1286"/>
              <a:gd name="T26" fmla="*/ 117 w 1050"/>
              <a:gd name="T27" fmla="*/ 309 h 1286"/>
              <a:gd name="T28" fmla="*/ 117 w 1050"/>
              <a:gd name="T29" fmla="*/ 642 h 1286"/>
              <a:gd name="T30" fmla="*/ 524 w 1050"/>
              <a:gd name="T31" fmla="*/ 642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0" h="1286">
                <a:moveTo>
                  <a:pt x="524" y="0"/>
                </a:moveTo>
                <a:lnTo>
                  <a:pt x="1049" y="235"/>
                </a:lnTo>
                <a:lnTo>
                  <a:pt x="1049" y="585"/>
                </a:lnTo>
                <a:cubicBezTo>
                  <a:pt x="1049" y="908"/>
                  <a:pt x="825" y="1211"/>
                  <a:pt x="524" y="1285"/>
                </a:cubicBezTo>
                <a:cubicBezTo>
                  <a:pt x="224" y="1211"/>
                  <a:pt x="0" y="908"/>
                  <a:pt x="0" y="585"/>
                </a:cubicBezTo>
                <a:lnTo>
                  <a:pt x="0" y="235"/>
                </a:lnTo>
                <a:lnTo>
                  <a:pt x="524" y="0"/>
                </a:lnTo>
                <a:close/>
                <a:moveTo>
                  <a:pt x="524" y="642"/>
                </a:moveTo>
                <a:lnTo>
                  <a:pt x="524" y="1164"/>
                </a:lnTo>
                <a:cubicBezTo>
                  <a:pt x="740" y="1096"/>
                  <a:pt x="901" y="883"/>
                  <a:pt x="931" y="642"/>
                </a:cubicBezTo>
                <a:lnTo>
                  <a:pt x="524" y="642"/>
                </a:lnTo>
                <a:close/>
                <a:moveTo>
                  <a:pt x="524" y="642"/>
                </a:moveTo>
                <a:lnTo>
                  <a:pt x="524" y="129"/>
                </a:lnTo>
                <a:lnTo>
                  <a:pt x="117" y="309"/>
                </a:lnTo>
                <a:lnTo>
                  <a:pt x="117" y="642"/>
                </a:lnTo>
                <a:lnTo>
                  <a:pt x="524" y="64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65631" y="642940"/>
            <a:ext cx="368300" cy="366711"/>
          </a:xfrm>
          <a:custGeom>
            <a:avLst/>
            <a:gdLst>
              <a:gd name="T0" fmla="*/ 380 w 1021"/>
              <a:gd name="T1" fmla="*/ 642 h 1020"/>
              <a:gd name="T2" fmla="*/ 643 w 1021"/>
              <a:gd name="T3" fmla="*/ 380 h 1020"/>
              <a:gd name="T4" fmla="*/ 380 w 1021"/>
              <a:gd name="T5" fmla="*/ 117 h 1020"/>
              <a:gd name="T6" fmla="*/ 118 w 1021"/>
              <a:gd name="T7" fmla="*/ 380 h 1020"/>
              <a:gd name="T8" fmla="*/ 380 w 1021"/>
              <a:gd name="T9" fmla="*/ 642 h 1020"/>
              <a:gd name="T10" fmla="*/ 730 w 1021"/>
              <a:gd name="T11" fmla="*/ 642 h 1020"/>
              <a:gd name="T12" fmla="*/ 1020 w 1021"/>
              <a:gd name="T13" fmla="*/ 932 h 1020"/>
              <a:gd name="T14" fmla="*/ 932 w 1021"/>
              <a:gd name="T15" fmla="*/ 1019 h 1020"/>
              <a:gd name="T16" fmla="*/ 643 w 1021"/>
              <a:gd name="T17" fmla="*/ 729 h 1020"/>
              <a:gd name="T18" fmla="*/ 643 w 1021"/>
              <a:gd name="T19" fmla="*/ 683 h 1020"/>
              <a:gd name="T20" fmla="*/ 626 w 1021"/>
              <a:gd name="T21" fmla="*/ 667 h 1020"/>
              <a:gd name="T22" fmla="*/ 380 w 1021"/>
              <a:gd name="T23" fmla="*/ 757 h 1020"/>
              <a:gd name="T24" fmla="*/ 0 w 1021"/>
              <a:gd name="T25" fmla="*/ 380 h 1020"/>
              <a:gd name="T26" fmla="*/ 380 w 1021"/>
              <a:gd name="T27" fmla="*/ 0 h 1020"/>
              <a:gd name="T28" fmla="*/ 757 w 1021"/>
              <a:gd name="T29" fmla="*/ 380 h 1020"/>
              <a:gd name="T30" fmla="*/ 667 w 1021"/>
              <a:gd name="T31" fmla="*/ 626 h 1020"/>
              <a:gd name="T32" fmla="*/ 684 w 1021"/>
              <a:gd name="T33" fmla="*/ 642 h 1020"/>
              <a:gd name="T34" fmla="*/ 730 w 1021"/>
              <a:gd name="T35" fmla="*/ 642 h 10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21" h="1020">
                <a:moveTo>
                  <a:pt x="380" y="642"/>
                </a:moveTo>
                <a:cubicBezTo>
                  <a:pt x="525" y="642"/>
                  <a:pt x="643" y="525"/>
                  <a:pt x="643" y="380"/>
                </a:cubicBezTo>
                <a:cubicBezTo>
                  <a:pt x="643" y="235"/>
                  <a:pt x="525" y="117"/>
                  <a:pt x="380" y="117"/>
                </a:cubicBezTo>
                <a:cubicBezTo>
                  <a:pt x="235" y="117"/>
                  <a:pt x="118" y="235"/>
                  <a:pt x="118" y="380"/>
                </a:cubicBezTo>
                <a:cubicBezTo>
                  <a:pt x="118" y="524"/>
                  <a:pt x="235" y="642"/>
                  <a:pt x="380" y="642"/>
                </a:cubicBezTo>
                <a:close/>
                <a:moveTo>
                  <a:pt x="730" y="642"/>
                </a:moveTo>
                <a:lnTo>
                  <a:pt x="1020" y="932"/>
                </a:lnTo>
                <a:lnTo>
                  <a:pt x="932" y="1019"/>
                </a:lnTo>
                <a:lnTo>
                  <a:pt x="643" y="729"/>
                </a:lnTo>
                <a:lnTo>
                  <a:pt x="643" y="683"/>
                </a:lnTo>
                <a:lnTo>
                  <a:pt x="626" y="667"/>
                </a:lnTo>
                <a:cubicBezTo>
                  <a:pt x="561" y="724"/>
                  <a:pt x="473" y="757"/>
                  <a:pt x="380" y="757"/>
                </a:cubicBezTo>
                <a:cubicBezTo>
                  <a:pt x="170" y="757"/>
                  <a:pt x="0" y="590"/>
                  <a:pt x="0" y="380"/>
                </a:cubicBezTo>
                <a:cubicBezTo>
                  <a:pt x="0" y="169"/>
                  <a:pt x="170" y="0"/>
                  <a:pt x="380" y="0"/>
                </a:cubicBezTo>
                <a:cubicBezTo>
                  <a:pt x="591" y="0"/>
                  <a:pt x="757" y="169"/>
                  <a:pt x="757" y="380"/>
                </a:cubicBezTo>
                <a:cubicBezTo>
                  <a:pt x="757" y="473"/>
                  <a:pt x="725" y="560"/>
                  <a:pt x="667" y="626"/>
                </a:cubicBezTo>
                <a:lnTo>
                  <a:pt x="684" y="642"/>
                </a:lnTo>
                <a:lnTo>
                  <a:pt x="730" y="64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8071" y="1504951"/>
            <a:ext cx="441325" cy="377825"/>
          </a:xfrm>
          <a:custGeom>
            <a:avLst/>
            <a:gdLst>
              <a:gd name="T0" fmla="*/ 700 w 1226"/>
              <a:gd name="T1" fmla="*/ 0 h 1050"/>
              <a:gd name="T2" fmla="*/ 1225 w 1226"/>
              <a:gd name="T3" fmla="*/ 525 h 1050"/>
              <a:gd name="T4" fmla="*/ 700 w 1226"/>
              <a:gd name="T5" fmla="*/ 1049 h 1050"/>
              <a:gd name="T6" fmla="*/ 380 w 1226"/>
              <a:gd name="T7" fmla="*/ 940 h 1050"/>
              <a:gd name="T8" fmla="*/ 462 w 1226"/>
              <a:gd name="T9" fmla="*/ 858 h 1050"/>
              <a:gd name="T10" fmla="*/ 700 w 1226"/>
              <a:gd name="T11" fmla="*/ 932 h 1050"/>
              <a:gd name="T12" fmla="*/ 1107 w 1226"/>
              <a:gd name="T13" fmla="*/ 525 h 1050"/>
              <a:gd name="T14" fmla="*/ 700 w 1226"/>
              <a:gd name="T15" fmla="*/ 118 h 1050"/>
              <a:gd name="T16" fmla="*/ 293 w 1226"/>
              <a:gd name="T17" fmla="*/ 525 h 1050"/>
              <a:gd name="T18" fmla="*/ 468 w 1226"/>
              <a:gd name="T19" fmla="*/ 525 h 1050"/>
              <a:gd name="T20" fmla="*/ 233 w 1226"/>
              <a:gd name="T21" fmla="*/ 757 h 1050"/>
              <a:gd name="T22" fmla="*/ 0 w 1226"/>
              <a:gd name="T23" fmla="*/ 525 h 1050"/>
              <a:gd name="T24" fmla="*/ 175 w 1226"/>
              <a:gd name="T25" fmla="*/ 525 h 1050"/>
              <a:gd name="T26" fmla="*/ 700 w 1226"/>
              <a:gd name="T27" fmla="*/ 0 h 1050"/>
              <a:gd name="T28" fmla="*/ 817 w 1226"/>
              <a:gd name="T29" fmla="*/ 525 h 1050"/>
              <a:gd name="T30" fmla="*/ 700 w 1226"/>
              <a:gd name="T31" fmla="*/ 642 h 1050"/>
              <a:gd name="T32" fmla="*/ 582 w 1226"/>
              <a:gd name="T33" fmla="*/ 525 h 1050"/>
              <a:gd name="T34" fmla="*/ 700 w 1226"/>
              <a:gd name="T35" fmla="*/ 407 h 1050"/>
              <a:gd name="T36" fmla="*/ 817 w 1226"/>
              <a:gd name="T37" fmla="*/ 525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26" h="1050">
                <a:moveTo>
                  <a:pt x="700" y="0"/>
                </a:moveTo>
                <a:cubicBezTo>
                  <a:pt x="990" y="0"/>
                  <a:pt x="1225" y="235"/>
                  <a:pt x="1225" y="525"/>
                </a:cubicBezTo>
                <a:cubicBezTo>
                  <a:pt x="1225" y="814"/>
                  <a:pt x="990" y="1049"/>
                  <a:pt x="700" y="1049"/>
                </a:cubicBezTo>
                <a:cubicBezTo>
                  <a:pt x="580" y="1049"/>
                  <a:pt x="468" y="1009"/>
                  <a:pt x="380" y="940"/>
                </a:cubicBezTo>
                <a:lnTo>
                  <a:pt x="462" y="858"/>
                </a:lnTo>
                <a:cubicBezTo>
                  <a:pt x="530" y="905"/>
                  <a:pt x="612" y="932"/>
                  <a:pt x="700" y="932"/>
                </a:cubicBezTo>
                <a:cubicBezTo>
                  <a:pt x="927" y="932"/>
                  <a:pt x="1107" y="752"/>
                  <a:pt x="1107" y="525"/>
                </a:cubicBezTo>
                <a:cubicBezTo>
                  <a:pt x="1107" y="298"/>
                  <a:pt x="927" y="118"/>
                  <a:pt x="700" y="118"/>
                </a:cubicBezTo>
                <a:cubicBezTo>
                  <a:pt x="473" y="118"/>
                  <a:pt x="293" y="298"/>
                  <a:pt x="293" y="525"/>
                </a:cubicBezTo>
                <a:lnTo>
                  <a:pt x="468" y="525"/>
                </a:lnTo>
                <a:lnTo>
                  <a:pt x="233" y="757"/>
                </a:lnTo>
                <a:lnTo>
                  <a:pt x="0" y="525"/>
                </a:lnTo>
                <a:lnTo>
                  <a:pt x="175" y="525"/>
                </a:lnTo>
                <a:cubicBezTo>
                  <a:pt x="175" y="235"/>
                  <a:pt x="410" y="0"/>
                  <a:pt x="700" y="0"/>
                </a:cubicBezTo>
                <a:close/>
                <a:moveTo>
                  <a:pt x="817" y="525"/>
                </a:moveTo>
                <a:cubicBezTo>
                  <a:pt x="817" y="588"/>
                  <a:pt x="763" y="642"/>
                  <a:pt x="700" y="642"/>
                </a:cubicBezTo>
                <a:cubicBezTo>
                  <a:pt x="637" y="642"/>
                  <a:pt x="582" y="588"/>
                  <a:pt x="582" y="525"/>
                </a:cubicBezTo>
                <a:cubicBezTo>
                  <a:pt x="582" y="462"/>
                  <a:pt x="637" y="407"/>
                  <a:pt x="700" y="407"/>
                </a:cubicBezTo>
                <a:cubicBezTo>
                  <a:pt x="763" y="407"/>
                  <a:pt x="817" y="462"/>
                  <a:pt x="817" y="52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69321" y="1504951"/>
            <a:ext cx="377825" cy="377825"/>
          </a:xfrm>
          <a:custGeom>
            <a:avLst/>
            <a:gdLst>
              <a:gd name="T0" fmla="*/ 831 w 1050"/>
              <a:gd name="T1" fmla="*/ 525 h 1050"/>
              <a:gd name="T2" fmla="*/ 828 w 1050"/>
              <a:gd name="T3" fmla="*/ 484 h 1050"/>
              <a:gd name="T4" fmla="*/ 915 w 1050"/>
              <a:gd name="T5" fmla="*/ 418 h 1050"/>
              <a:gd name="T6" fmla="*/ 918 w 1050"/>
              <a:gd name="T7" fmla="*/ 391 h 1050"/>
              <a:gd name="T8" fmla="*/ 836 w 1050"/>
              <a:gd name="T9" fmla="*/ 249 h 1050"/>
              <a:gd name="T10" fmla="*/ 812 w 1050"/>
              <a:gd name="T11" fmla="*/ 241 h 1050"/>
              <a:gd name="T12" fmla="*/ 710 w 1050"/>
              <a:gd name="T13" fmla="*/ 282 h 1050"/>
              <a:gd name="T14" fmla="*/ 642 w 1050"/>
              <a:gd name="T15" fmla="*/ 241 h 1050"/>
              <a:gd name="T16" fmla="*/ 626 w 1050"/>
              <a:gd name="T17" fmla="*/ 134 h 1050"/>
              <a:gd name="T18" fmla="*/ 607 w 1050"/>
              <a:gd name="T19" fmla="*/ 118 h 1050"/>
              <a:gd name="T20" fmla="*/ 443 w 1050"/>
              <a:gd name="T21" fmla="*/ 118 h 1050"/>
              <a:gd name="T22" fmla="*/ 424 w 1050"/>
              <a:gd name="T23" fmla="*/ 134 h 1050"/>
              <a:gd name="T24" fmla="*/ 407 w 1050"/>
              <a:gd name="T25" fmla="*/ 243 h 1050"/>
              <a:gd name="T26" fmla="*/ 339 w 1050"/>
              <a:gd name="T27" fmla="*/ 282 h 1050"/>
              <a:gd name="T28" fmla="*/ 238 w 1050"/>
              <a:gd name="T29" fmla="*/ 241 h 1050"/>
              <a:gd name="T30" fmla="*/ 213 w 1050"/>
              <a:gd name="T31" fmla="*/ 252 h 1050"/>
              <a:gd name="T32" fmla="*/ 131 w 1050"/>
              <a:gd name="T33" fmla="*/ 391 h 1050"/>
              <a:gd name="T34" fmla="*/ 134 w 1050"/>
              <a:gd name="T35" fmla="*/ 418 h 1050"/>
              <a:gd name="T36" fmla="*/ 221 w 1050"/>
              <a:gd name="T37" fmla="*/ 484 h 1050"/>
              <a:gd name="T38" fmla="*/ 219 w 1050"/>
              <a:gd name="T39" fmla="*/ 525 h 1050"/>
              <a:gd name="T40" fmla="*/ 221 w 1050"/>
              <a:gd name="T41" fmla="*/ 566 h 1050"/>
              <a:gd name="T42" fmla="*/ 134 w 1050"/>
              <a:gd name="T43" fmla="*/ 631 h 1050"/>
              <a:gd name="T44" fmla="*/ 131 w 1050"/>
              <a:gd name="T45" fmla="*/ 659 h 1050"/>
              <a:gd name="T46" fmla="*/ 213 w 1050"/>
              <a:gd name="T47" fmla="*/ 801 h 1050"/>
              <a:gd name="T48" fmla="*/ 238 w 1050"/>
              <a:gd name="T49" fmla="*/ 809 h 1050"/>
              <a:gd name="T50" fmla="*/ 339 w 1050"/>
              <a:gd name="T51" fmla="*/ 768 h 1050"/>
              <a:gd name="T52" fmla="*/ 407 w 1050"/>
              <a:gd name="T53" fmla="*/ 809 h 1050"/>
              <a:gd name="T54" fmla="*/ 424 w 1050"/>
              <a:gd name="T55" fmla="*/ 916 h 1050"/>
              <a:gd name="T56" fmla="*/ 443 w 1050"/>
              <a:gd name="T57" fmla="*/ 932 h 1050"/>
              <a:gd name="T58" fmla="*/ 607 w 1050"/>
              <a:gd name="T59" fmla="*/ 932 h 1050"/>
              <a:gd name="T60" fmla="*/ 626 w 1050"/>
              <a:gd name="T61" fmla="*/ 916 h 1050"/>
              <a:gd name="T62" fmla="*/ 642 w 1050"/>
              <a:gd name="T63" fmla="*/ 806 h 1050"/>
              <a:gd name="T64" fmla="*/ 710 w 1050"/>
              <a:gd name="T65" fmla="*/ 768 h 1050"/>
              <a:gd name="T66" fmla="*/ 812 w 1050"/>
              <a:gd name="T67" fmla="*/ 809 h 1050"/>
              <a:gd name="T68" fmla="*/ 836 w 1050"/>
              <a:gd name="T69" fmla="*/ 798 h 1050"/>
              <a:gd name="T70" fmla="*/ 918 w 1050"/>
              <a:gd name="T71" fmla="*/ 659 h 1050"/>
              <a:gd name="T72" fmla="*/ 915 w 1050"/>
              <a:gd name="T73" fmla="*/ 631 h 1050"/>
              <a:gd name="T74" fmla="*/ 828 w 1050"/>
              <a:gd name="T75" fmla="*/ 566 h 1050"/>
              <a:gd name="T76" fmla="*/ 831 w 1050"/>
              <a:gd name="T77" fmla="*/ 525 h 1050"/>
              <a:gd name="T78" fmla="*/ 932 w 1050"/>
              <a:gd name="T79" fmla="*/ 0 h 1050"/>
              <a:gd name="T80" fmla="*/ 1049 w 1050"/>
              <a:gd name="T81" fmla="*/ 118 h 1050"/>
              <a:gd name="T82" fmla="*/ 1049 w 1050"/>
              <a:gd name="T83" fmla="*/ 932 h 1050"/>
              <a:gd name="T84" fmla="*/ 932 w 1050"/>
              <a:gd name="T85" fmla="*/ 1049 h 1050"/>
              <a:gd name="T86" fmla="*/ 117 w 1050"/>
              <a:gd name="T87" fmla="*/ 1049 h 1050"/>
              <a:gd name="T88" fmla="*/ 0 w 1050"/>
              <a:gd name="T89" fmla="*/ 932 h 1050"/>
              <a:gd name="T90" fmla="*/ 0 w 1050"/>
              <a:gd name="T91" fmla="*/ 118 h 1050"/>
              <a:gd name="T92" fmla="*/ 117 w 1050"/>
              <a:gd name="T93" fmla="*/ 0 h 1050"/>
              <a:gd name="T94" fmla="*/ 932 w 1050"/>
              <a:gd name="T95" fmla="*/ 0 h 1050"/>
              <a:gd name="T96" fmla="*/ 525 w 1050"/>
              <a:gd name="T97" fmla="*/ 407 h 1050"/>
              <a:gd name="T98" fmla="*/ 642 w 1050"/>
              <a:gd name="T99" fmla="*/ 525 h 1050"/>
              <a:gd name="T100" fmla="*/ 525 w 1050"/>
              <a:gd name="T101" fmla="*/ 642 h 1050"/>
              <a:gd name="T102" fmla="*/ 407 w 1050"/>
              <a:gd name="T103" fmla="*/ 525 h 1050"/>
              <a:gd name="T104" fmla="*/ 525 w 1050"/>
              <a:gd name="T105" fmla="*/ 40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50" h="1050">
                <a:moveTo>
                  <a:pt x="831" y="525"/>
                </a:moveTo>
                <a:cubicBezTo>
                  <a:pt x="831" y="511"/>
                  <a:pt x="831" y="497"/>
                  <a:pt x="828" y="484"/>
                </a:cubicBezTo>
                <a:lnTo>
                  <a:pt x="915" y="418"/>
                </a:lnTo>
                <a:cubicBezTo>
                  <a:pt x="924" y="413"/>
                  <a:pt x="924" y="399"/>
                  <a:pt x="918" y="391"/>
                </a:cubicBezTo>
                <a:lnTo>
                  <a:pt x="836" y="249"/>
                </a:lnTo>
                <a:cubicBezTo>
                  <a:pt x="831" y="241"/>
                  <a:pt x="820" y="238"/>
                  <a:pt x="812" y="241"/>
                </a:cubicBezTo>
                <a:lnTo>
                  <a:pt x="710" y="282"/>
                </a:lnTo>
                <a:cubicBezTo>
                  <a:pt x="689" y="265"/>
                  <a:pt x="667" y="252"/>
                  <a:pt x="642" y="241"/>
                </a:cubicBezTo>
                <a:lnTo>
                  <a:pt x="626" y="134"/>
                </a:lnTo>
                <a:cubicBezTo>
                  <a:pt x="623" y="126"/>
                  <a:pt x="618" y="118"/>
                  <a:pt x="607" y="118"/>
                </a:cubicBezTo>
                <a:lnTo>
                  <a:pt x="443" y="118"/>
                </a:lnTo>
                <a:cubicBezTo>
                  <a:pt x="432" y="118"/>
                  <a:pt x="426" y="123"/>
                  <a:pt x="424" y="134"/>
                </a:cubicBezTo>
                <a:lnTo>
                  <a:pt x="407" y="243"/>
                </a:lnTo>
                <a:cubicBezTo>
                  <a:pt x="383" y="254"/>
                  <a:pt x="361" y="265"/>
                  <a:pt x="339" y="282"/>
                </a:cubicBezTo>
                <a:lnTo>
                  <a:pt x="238" y="241"/>
                </a:lnTo>
                <a:cubicBezTo>
                  <a:pt x="229" y="238"/>
                  <a:pt x="219" y="243"/>
                  <a:pt x="213" y="252"/>
                </a:cubicBezTo>
                <a:lnTo>
                  <a:pt x="131" y="391"/>
                </a:lnTo>
                <a:cubicBezTo>
                  <a:pt x="126" y="399"/>
                  <a:pt x="126" y="413"/>
                  <a:pt x="134" y="418"/>
                </a:cubicBezTo>
                <a:lnTo>
                  <a:pt x="221" y="484"/>
                </a:lnTo>
                <a:cubicBezTo>
                  <a:pt x="219" y="497"/>
                  <a:pt x="219" y="511"/>
                  <a:pt x="219" y="525"/>
                </a:cubicBezTo>
                <a:cubicBezTo>
                  <a:pt x="219" y="538"/>
                  <a:pt x="219" y="552"/>
                  <a:pt x="221" y="566"/>
                </a:cubicBezTo>
                <a:lnTo>
                  <a:pt x="134" y="631"/>
                </a:lnTo>
                <a:cubicBezTo>
                  <a:pt x="126" y="637"/>
                  <a:pt x="126" y="651"/>
                  <a:pt x="131" y="659"/>
                </a:cubicBezTo>
                <a:lnTo>
                  <a:pt x="213" y="801"/>
                </a:lnTo>
                <a:cubicBezTo>
                  <a:pt x="219" y="809"/>
                  <a:pt x="229" y="812"/>
                  <a:pt x="238" y="809"/>
                </a:cubicBezTo>
                <a:lnTo>
                  <a:pt x="339" y="768"/>
                </a:lnTo>
                <a:cubicBezTo>
                  <a:pt x="361" y="784"/>
                  <a:pt x="383" y="798"/>
                  <a:pt x="407" y="809"/>
                </a:cubicBezTo>
                <a:lnTo>
                  <a:pt x="424" y="916"/>
                </a:lnTo>
                <a:cubicBezTo>
                  <a:pt x="426" y="924"/>
                  <a:pt x="432" y="932"/>
                  <a:pt x="443" y="932"/>
                </a:cubicBezTo>
                <a:lnTo>
                  <a:pt x="607" y="932"/>
                </a:lnTo>
                <a:cubicBezTo>
                  <a:pt x="618" y="932"/>
                  <a:pt x="623" y="927"/>
                  <a:pt x="626" y="916"/>
                </a:cubicBezTo>
                <a:lnTo>
                  <a:pt x="642" y="806"/>
                </a:lnTo>
                <a:cubicBezTo>
                  <a:pt x="667" y="795"/>
                  <a:pt x="689" y="784"/>
                  <a:pt x="710" y="768"/>
                </a:cubicBezTo>
                <a:lnTo>
                  <a:pt x="812" y="809"/>
                </a:lnTo>
                <a:cubicBezTo>
                  <a:pt x="820" y="812"/>
                  <a:pt x="831" y="806"/>
                  <a:pt x="836" y="798"/>
                </a:cubicBezTo>
                <a:lnTo>
                  <a:pt x="918" y="659"/>
                </a:lnTo>
                <a:cubicBezTo>
                  <a:pt x="924" y="651"/>
                  <a:pt x="924" y="637"/>
                  <a:pt x="915" y="631"/>
                </a:cubicBezTo>
                <a:lnTo>
                  <a:pt x="828" y="566"/>
                </a:lnTo>
                <a:cubicBezTo>
                  <a:pt x="831" y="552"/>
                  <a:pt x="831" y="538"/>
                  <a:pt x="831" y="525"/>
                </a:cubicBezTo>
                <a:close/>
                <a:moveTo>
                  <a:pt x="932" y="0"/>
                </a:moveTo>
                <a:cubicBezTo>
                  <a:pt x="997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7" y="1049"/>
                  <a:pt x="932" y="1049"/>
                </a:cubicBezTo>
                <a:lnTo>
                  <a:pt x="117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2" y="0"/>
                  <a:pt x="117" y="0"/>
                </a:cubicBezTo>
                <a:lnTo>
                  <a:pt x="932" y="0"/>
                </a:lnTo>
                <a:close/>
                <a:moveTo>
                  <a:pt x="525" y="407"/>
                </a:moveTo>
                <a:cubicBezTo>
                  <a:pt x="588" y="407"/>
                  <a:pt x="642" y="462"/>
                  <a:pt x="642" y="525"/>
                </a:cubicBezTo>
                <a:cubicBezTo>
                  <a:pt x="642" y="588"/>
                  <a:pt x="588" y="642"/>
                  <a:pt x="525" y="642"/>
                </a:cubicBezTo>
                <a:cubicBezTo>
                  <a:pt x="462" y="642"/>
                  <a:pt x="407" y="588"/>
                  <a:pt x="407" y="525"/>
                </a:cubicBezTo>
                <a:cubicBezTo>
                  <a:pt x="407" y="462"/>
                  <a:pt x="462" y="407"/>
                  <a:pt x="525" y="40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07544" y="1463677"/>
            <a:ext cx="461962" cy="461963"/>
          </a:xfrm>
          <a:custGeom>
            <a:avLst/>
            <a:gdLst>
              <a:gd name="T0" fmla="*/ 847 w 1285"/>
              <a:gd name="T1" fmla="*/ 817 h 1285"/>
              <a:gd name="T2" fmla="*/ 934 w 1285"/>
              <a:gd name="T3" fmla="*/ 904 h 1285"/>
              <a:gd name="T4" fmla="*/ 847 w 1285"/>
              <a:gd name="T5" fmla="*/ 992 h 1285"/>
              <a:gd name="T6" fmla="*/ 759 w 1285"/>
              <a:gd name="T7" fmla="*/ 904 h 1285"/>
              <a:gd name="T8" fmla="*/ 847 w 1285"/>
              <a:gd name="T9" fmla="*/ 817 h 1285"/>
              <a:gd name="T10" fmla="*/ 962 w 1285"/>
              <a:gd name="T11" fmla="*/ 524 h 1285"/>
              <a:gd name="T12" fmla="*/ 1049 w 1285"/>
              <a:gd name="T13" fmla="*/ 612 h 1285"/>
              <a:gd name="T14" fmla="*/ 962 w 1285"/>
              <a:gd name="T15" fmla="*/ 699 h 1285"/>
              <a:gd name="T16" fmla="*/ 874 w 1285"/>
              <a:gd name="T17" fmla="*/ 612 h 1285"/>
              <a:gd name="T18" fmla="*/ 962 w 1285"/>
              <a:gd name="T19" fmla="*/ 524 h 1285"/>
              <a:gd name="T20" fmla="*/ 642 w 1285"/>
              <a:gd name="T21" fmla="*/ 1166 h 1285"/>
              <a:gd name="T22" fmla="*/ 1167 w 1285"/>
              <a:gd name="T23" fmla="*/ 642 h 1285"/>
              <a:gd name="T24" fmla="*/ 642 w 1285"/>
              <a:gd name="T25" fmla="*/ 117 h 1285"/>
              <a:gd name="T26" fmla="*/ 117 w 1285"/>
              <a:gd name="T27" fmla="*/ 642 h 1285"/>
              <a:gd name="T28" fmla="*/ 642 w 1285"/>
              <a:gd name="T29" fmla="*/ 1166 h 1285"/>
              <a:gd name="T30" fmla="*/ 642 w 1285"/>
              <a:gd name="T31" fmla="*/ 0 h 1285"/>
              <a:gd name="T32" fmla="*/ 1284 w 1285"/>
              <a:gd name="T33" fmla="*/ 642 h 1285"/>
              <a:gd name="T34" fmla="*/ 642 w 1285"/>
              <a:gd name="T35" fmla="*/ 1284 h 1285"/>
              <a:gd name="T36" fmla="*/ 0 w 1285"/>
              <a:gd name="T37" fmla="*/ 642 h 1285"/>
              <a:gd name="T38" fmla="*/ 642 w 1285"/>
              <a:gd name="T39" fmla="*/ 0 h 1285"/>
              <a:gd name="T40" fmla="*/ 437 w 1285"/>
              <a:gd name="T41" fmla="*/ 817 h 1285"/>
              <a:gd name="T42" fmla="*/ 524 w 1285"/>
              <a:gd name="T43" fmla="*/ 904 h 1285"/>
              <a:gd name="T44" fmla="*/ 437 w 1285"/>
              <a:gd name="T45" fmla="*/ 992 h 1285"/>
              <a:gd name="T46" fmla="*/ 349 w 1285"/>
              <a:gd name="T47" fmla="*/ 904 h 1285"/>
              <a:gd name="T48" fmla="*/ 437 w 1285"/>
              <a:gd name="T49" fmla="*/ 817 h 1285"/>
              <a:gd name="T50" fmla="*/ 817 w 1285"/>
              <a:gd name="T51" fmla="*/ 322 h 1285"/>
              <a:gd name="T52" fmla="*/ 729 w 1285"/>
              <a:gd name="T53" fmla="*/ 410 h 1285"/>
              <a:gd name="T54" fmla="*/ 554 w 1285"/>
              <a:gd name="T55" fmla="*/ 410 h 1285"/>
              <a:gd name="T56" fmla="*/ 467 w 1285"/>
              <a:gd name="T57" fmla="*/ 322 h 1285"/>
              <a:gd name="T58" fmla="*/ 554 w 1285"/>
              <a:gd name="T59" fmla="*/ 235 h 1285"/>
              <a:gd name="T60" fmla="*/ 729 w 1285"/>
              <a:gd name="T61" fmla="*/ 235 h 1285"/>
              <a:gd name="T62" fmla="*/ 817 w 1285"/>
              <a:gd name="T63" fmla="*/ 322 h 1285"/>
              <a:gd name="T64" fmla="*/ 410 w 1285"/>
              <a:gd name="T65" fmla="*/ 612 h 1285"/>
              <a:gd name="T66" fmla="*/ 322 w 1285"/>
              <a:gd name="T67" fmla="*/ 699 h 1285"/>
              <a:gd name="T68" fmla="*/ 235 w 1285"/>
              <a:gd name="T69" fmla="*/ 612 h 1285"/>
              <a:gd name="T70" fmla="*/ 322 w 1285"/>
              <a:gd name="T71" fmla="*/ 524 h 1285"/>
              <a:gd name="T72" fmla="*/ 410 w 1285"/>
              <a:gd name="T73" fmla="*/ 612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5" h="1285">
                <a:moveTo>
                  <a:pt x="847" y="817"/>
                </a:moveTo>
                <a:cubicBezTo>
                  <a:pt x="896" y="817"/>
                  <a:pt x="934" y="855"/>
                  <a:pt x="934" y="904"/>
                </a:cubicBezTo>
                <a:cubicBezTo>
                  <a:pt x="934" y="953"/>
                  <a:pt x="896" y="992"/>
                  <a:pt x="847" y="992"/>
                </a:cubicBezTo>
                <a:cubicBezTo>
                  <a:pt x="798" y="992"/>
                  <a:pt x="759" y="953"/>
                  <a:pt x="759" y="904"/>
                </a:cubicBezTo>
                <a:cubicBezTo>
                  <a:pt x="759" y="855"/>
                  <a:pt x="798" y="817"/>
                  <a:pt x="847" y="817"/>
                </a:cubicBezTo>
                <a:close/>
                <a:moveTo>
                  <a:pt x="962" y="524"/>
                </a:moveTo>
                <a:cubicBezTo>
                  <a:pt x="1011" y="524"/>
                  <a:pt x="1049" y="563"/>
                  <a:pt x="1049" y="612"/>
                </a:cubicBezTo>
                <a:cubicBezTo>
                  <a:pt x="1049" y="661"/>
                  <a:pt x="1011" y="699"/>
                  <a:pt x="962" y="699"/>
                </a:cubicBezTo>
                <a:cubicBezTo>
                  <a:pt x="912" y="699"/>
                  <a:pt x="874" y="661"/>
                  <a:pt x="874" y="612"/>
                </a:cubicBezTo>
                <a:cubicBezTo>
                  <a:pt x="874" y="563"/>
                  <a:pt x="912" y="524"/>
                  <a:pt x="962" y="524"/>
                </a:cubicBezTo>
                <a:close/>
                <a:moveTo>
                  <a:pt x="642" y="1166"/>
                </a:moveTo>
                <a:cubicBezTo>
                  <a:pt x="932" y="1166"/>
                  <a:pt x="1167" y="931"/>
                  <a:pt x="1167" y="642"/>
                </a:cubicBezTo>
                <a:cubicBezTo>
                  <a:pt x="1167" y="352"/>
                  <a:pt x="932" y="117"/>
                  <a:pt x="642" y="117"/>
                </a:cubicBezTo>
                <a:cubicBezTo>
                  <a:pt x="352" y="117"/>
                  <a:pt x="117" y="352"/>
                  <a:pt x="117" y="642"/>
                </a:cubicBezTo>
                <a:cubicBezTo>
                  <a:pt x="117" y="931"/>
                  <a:pt x="352" y="1166"/>
                  <a:pt x="642" y="1166"/>
                </a:cubicBezTo>
                <a:close/>
                <a:moveTo>
                  <a:pt x="642" y="0"/>
                </a:moveTo>
                <a:cubicBezTo>
                  <a:pt x="994" y="0"/>
                  <a:pt x="1284" y="289"/>
                  <a:pt x="1284" y="642"/>
                </a:cubicBezTo>
                <a:cubicBezTo>
                  <a:pt x="1284" y="994"/>
                  <a:pt x="994" y="1284"/>
                  <a:pt x="642" y="1284"/>
                </a:cubicBezTo>
                <a:cubicBezTo>
                  <a:pt x="289" y="1284"/>
                  <a:pt x="0" y="994"/>
                  <a:pt x="0" y="642"/>
                </a:cubicBezTo>
                <a:cubicBezTo>
                  <a:pt x="0" y="289"/>
                  <a:pt x="289" y="0"/>
                  <a:pt x="642" y="0"/>
                </a:cubicBezTo>
                <a:close/>
                <a:moveTo>
                  <a:pt x="437" y="817"/>
                </a:moveTo>
                <a:cubicBezTo>
                  <a:pt x="486" y="817"/>
                  <a:pt x="524" y="855"/>
                  <a:pt x="524" y="904"/>
                </a:cubicBezTo>
                <a:cubicBezTo>
                  <a:pt x="524" y="953"/>
                  <a:pt x="486" y="992"/>
                  <a:pt x="437" y="992"/>
                </a:cubicBezTo>
                <a:cubicBezTo>
                  <a:pt x="388" y="992"/>
                  <a:pt x="349" y="953"/>
                  <a:pt x="349" y="904"/>
                </a:cubicBezTo>
                <a:cubicBezTo>
                  <a:pt x="349" y="855"/>
                  <a:pt x="388" y="817"/>
                  <a:pt x="437" y="817"/>
                </a:cubicBezTo>
                <a:close/>
                <a:moveTo>
                  <a:pt x="817" y="322"/>
                </a:moveTo>
                <a:cubicBezTo>
                  <a:pt x="817" y="371"/>
                  <a:pt x="779" y="410"/>
                  <a:pt x="729" y="410"/>
                </a:cubicBezTo>
                <a:lnTo>
                  <a:pt x="554" y="410"/>
                </a:lnTo>
                <a:cubicBezTo>
                  <a:pt x="505" y="410"/>
                  <a:pt x="467" y="371"/>
                  <a:pt x="467" y="322"/>
                </a:cubicBezTo>
                <a:cubicBezTo>
                  <a:pt x="467" y="273"/>
                  <a:pt x="505" y="235"/>
                  <a:pt x="554" y="235"/>
                </a:cubicBezTo>
                <a:lnTo>
                  <a:pt x="729" y="235"/>
                </a:lnTo>
                <a:cubicBezTo>
                  <a:pt x="779" y="235"/>
                  <a:pt x="817" y="273"/>
                  <a:pt x="817" y="322"/>
                </a:cubicBezTo>
                <a:close/>
                <a:moveTo>
                  <a:pt x="410" y="612"/>
                </a:moveTo>
                <a:cubicBezTo>
                  <a:pt x="410" y="661"/>
                  <a:pt x="371" y="699"/>
                  <a:pt x="322" y="699"/>
                </a:cubicBezTo>
                <a:cubicBezTo>
                  <a:pt x="273" y="699"/>
                  <a:pt x="235" y="661"/>
                  <a:pt x="235" y="612"/>
                </a:cubicBezTo>
                <a:cubicBezTo>
                  <a:pt x="235" y="563"/>
                  <a:pt x="273" y="524"/>
                  <a:pt x="322" y="524"/>
                </a:cubicBezTo>
                <a:cubicBezTo>
                  <a:pt x="371" y="524"/>
                  <a:pt x="410" y="563"/>
                  <a:pt x="410" y="61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372771" y="1484313"/>
            <a:ext cx="293687" cy="419100"/>
          </a:xfrm>
          <a:custGeom>
            <a:avLst/>
            <a:gdLst>
              <a:gd name="T0" fmla="*/ 175 w 815"/>
              <a:gd name="T1" fmla="*/ 115 h 1165"/>
              <a:gd name="T2" fmla="*/ 175 w 815"/>
              <a:gd name="T3" fmla="*/ 289 h 1165"/>
              <a:gd name="T4" fmla="*/ 290 w 815"/>
              <a:gd name="T5" fmla="*/ 289 h 1165"/>
              <a:gd name="T6" fmla="*/ 290 w 815"/>
              <a:gd name="T7" fmla="*/ 175 h 1165"/>
              <a:gd name="T8" fmla="*/ 350 w 815"/>
              <a:gd name="T9" fmla="*/ 175 h 1165"/>
              <a:gd name="T10" fmla="*/ 350 w 815"/>
              <a:gd name="T11" fmla="*/ 289 h 1165"/>
              <a:gd name="T12" fmla="*/ 464 w 815"/>
              <a:gd name="T13" fmla="*/ 289 h 1165"/>
              <a:gd name="T14" fmla="*/ 464 w 815"/>
              <a:gd name="T15" fmla="*/ 175 h 1165"/>
              <a:gd name="T16" fmla="*/ 525 w 815"/>
              <a:gd name="T17" fmla="*/ 175 h 1165"/>
              <a:gd name="T18" fmla="*/ 525 w 815"/>
              <a:gd name="T19" fmla="*/ 289 h 1165"/>
              <a:gd name="T20" fmla="*/ 639 w 815"/>
              <a:gd name="T21" fmla="*/ 289 h 1165"/>
              <a:gd name="T22" fmla="*/ 639 w 815"/>
              <a:gd name="T23" fmla="*/ 115 h 1165"/>
              <a:gd name="T24" fmla="*/ 175 w 815"/>
              <a:gd name="T25" fmla="*/ 115 h 1165"/>
              <a:gd name="T26" fmla="*/ 814 w 815"/>
              <a:gd name="T27" fmla="*/ 289 h 1165"/>
              <a:gd name="T28" fmla="*/ 814 w 815"/>
              <a:gd name="T29" fmla="*/ 639 h 1165"/>
              <a:gd name="T30" fmla="*/ 639 w 815"/>
              <a:gd name="T31" fmla="*/ 989 h 1165"/>
              <a:gd name="T32" fmla="*/ 639 w 815"/>
              <a:gd name="T33" fmla="*/ 1164 h 1165"/>
              <a:gd name="T34" fmla="*/ 175 w 815"/>
              <a:gd name="T35" fmla="*/ 1164 h 1165"/>
              <a:gd name="T36" fmla="*/ 175 w 815"/>
              <a:gd name="T37" fmla="*/ 989 h 1165"/>
              <a:gd name="T38" fmla="*/ 0 w 815"/>
              <a:gd name="T39" fmla="*/ 639 h 1165"/>
              <a:gd name="T40" fmla="*/ 0 w 815"/>
              <a:gd name="T41" fmla="*/ 289 h 1165"/>
              <a:gd name="T42" fmla="*/ 57 w 815"/>
              <a:gd name="T43" fmla="*/ 289 h 1165"/>
              <a:gd name="T44" fmla="*/ 57 w 815"/>
              <a:gd name="T45" fmla="*/ 115 h 1165"/>
              <a:gd name="T46" fmla="*/ 175 w 815"/>
              <a:gd name="T47" fmla="*/ 0 h 1165"/>
              <a:gd name="T48" fmla="*/ 639 w 815"/>
              <a:gd name="T49" fmla="*/ 0 h 1165"/>
              <a:gd name="T50" fmla="*/ 757 w 815"/>
              <a:gd name="T51" fmla="*/ 115 h 1165"/>
              <a:gd name="T52" fmla="*/ 757 w 815"/>
              <a:gd name="T53" fmla="*/ 289 h 1165"/>
              <a:gd name="T54" fmla="*/ 814 w 815"/>
              <a:gd name="T55" fmla="*/ 28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15" h="1165">
                <a:moveTo>
                  <a:pt x="175" y="115"/>
                </a:moveTo>
                <a:lnTo>
                  <a:pt x="175" y="289"/>
                </a:lnTo>
                <a:lnTo>
                  <a:pt x="290" y="289"/>
                </a:lnTo>
                <a:lnTo>
                  <a:pt x="290" y="175"/>
                </a:lnTo>
                <a:lnTo>
                  <a:pt x="350" y="175"/>
                </a:lnTo>
                <a:lnTo>
                  <a:pt x="350" y="289"/>
                </a:lnTo>
                <a:lnTo>
                  <a:pt x="464" y="289"/>
                </a:lnTo>
                <a:lnTo>
                  <a:pt x="464" y="175"/>
                </a:lnTo>
                <a:lnTo>
                  <a:pt x="525" y="175"/>
                </a:lnTo>
                <a:lnTo>
                  <a:pt x="525" y="289"/>
                </a:lnTo>
                <a:lnTo>
                  <a:pt x="639" y="289"/>
                </a:lnTo>
                <a:lnTo>
                  <a:pt x="639" y="115"/>
                </a:lnTo>
                <a:lnTo>
                  <a:pt x="175" y="115"/>
                </a:lnTo>
                <a:close/>
                <a:moveTo>
                  <a:pt x="814" y="289"/>
                </a:moveTo>
                <a:lnTo>
                  <a:pt x="814" y="639"/>
                </a:lnTo>
                <a:lnTo>
                  <a:pt x="639" y="989"/>
                </a:lnTo>
                <a:lnTo>
                  <a:pt x="639" y="1164"/>
                </a:lnTo>
                <a:lnTo>
                  <a:pt x="175" y="1164"/>
                </a:lnTo>
                <a:lnTo>
                  <a:pt x="175" y="989"/>
                </a:lnTo>
                <a:lnTo>
                  <a:pt x="0" y="639"/>
                </a:lnTo>
                <a:lnTo>
                  <a:pt x="0" y="289"/>
                </a:lnTo>
                <a:lnTo>
                  <a:pt x="57" y="289"/>
                </a:lnTo>
                <a:lnTo>
                  <a:pt x="57" y="115"/>
                </a:lnTo>
                <a:cubicBezTo>
                  <a:pt x="57" y="52"/>
                  <a:pt x="112" y="0"/>
                  <a:pt x="175" y="0"/>
                </a:cubicBezTo>
                <a:lnTo>
                  <a:pt x="639" y="0"/>
                </a:lnTo>
                <a:cubicBezTo>
                  <a:pt x="702" y="0"/>
                  <a:pt x="757" y="52"/>
                  <a:pt x="757" y="115"/>
                </a:cubicBezTo>
                <a:lnTo>
                  <a:pt x="757" y="289"/>
                </a:lnTo>
                <a:lnTo>
                  <a:pt x="814" y="28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68131" y="1463677"/>
            <a:ext cx="463550" cy="461963"/>
          </a:xfrm>
          <a:custGeom>
            <a:avLst/>
            <a:gdLst>
              <a:gd name="T0" fmla="*/ 935 w 1286"/>
              <a:gd name="T1" fmla="*/ 874 h 1285"/>
              <a:gd name="T2" fmla="*/ 935 w 1286"/>
              <a:gd name="T3" fmla="*/ 759 h 1285"/>
              <a:gd name="T4" fmla="*/ 1285 w 1286"/>
              <a:gd name="T5" fmla="*/ 759 h 1285"/>
              <a:gd name="T6" fmla="*/ 1285 w 1286"/>
              <a:gd name="T7" fmla="*/ 874 h 1285"/>
              <a:gd name="T8" fmla="*/ 1167 w 1286"/>
              <a:gd name="T9" fmla="*/ 1038 h 1285"/>
              <a:gd name="T10" fmla="*/ 1167 w 1286"/>
              <a:gd name="T11" fmla="*/ 1284 h 1285"/>
              <a:gd name="T12" fmla="*/ 1050 w 1286"/>
              <a:gd name="T13" fmla="*/ 1284 h 1285"/>
              <a:gd name="T14" fmla="*/ 1050 w 1286"/>
              <a:gd name="T15" fmla="*/ 1038 h 1285"/>
              <a:gd name="T16" fmla="*/ 935 w 1286"/>
              <a:gd name="T17" fmla="*/ 874 h 1285"/>
              <a:gd name="T18" fmla="*/ 700 w 1286"/>
              <a:gd name="T19" fmla="*/ 60 h 1285"/>
              <a:gd name="T20" fmla="*/ 700 w 1286"/>
              <a:gd name="T21" fmla="*/ 292 h 1285"/>
              <a:gd name="T22" fmla="*/ 817 w 1286"/>
              <a:gd name="T23" fmla="*/ 292 h 1285"/>
              <a:gd name="T24" fmla="*/ 817 w 1286"/>
              <a:gd name="T25" fmla="*/ 642 h 1285"/>
              <a:gd name="T26" fmla="*/ 467 w 1286"/>
              <a:gd name="T27" fmla="*/ 642 h 1285"/>
              <a:gd name="T28" fmla="*/ 467 w 1286"/>
              <a:gd name="T29" fmla="*/ 292 h 1285"/>
              <a:gd name="T30" fmla="*/ 585 w 1286"/>
              <a:gd name="T31" fmla="*/ 292 h 1285"/>
              <a:gd name="T32" fmla="*/ 585 w 1286"/>
              <a:gd name="T33" fmla="*/ 60 h 1285"/>
              <a:gd name="T34" fmla="*/ 642 w 1286"/>
              <a:gd name="T35" fmla="*/ 0 h 1285"/>
              <a:gd name="T36" fmla="*/ 700 w 1286"/>
              <a:gd name="T37" fmla="*/ 60 h 1285"/>
              <a:gd name="T38" fmla="*/ 1167 w 1286"/>
              <a:gd name="T39" fmla="*/ 292 h 1285"/>
              <a:gd name="T40" fmla="*/ 1285 w 1286"/>
              <a:gd name="T41" fmla="*/ 292 h 1285"/>
              <a:gd name="T42" fmla="*/ 1285 w 1286"/>
              <a:gd name="T43" fmla="*/ 642 h 1285"/>
              <a:gd name="T44" fmla="*/ 935 w 1286"/>
              <a:gd name="T45" fmla="*/ 642 h 1285"/>
              <a:gd name="T46" fmla="*/ 935 w 1286"/>
              <a:gd name="T47" fmla="*/ 292 h 1285"/>
              <a:gd name="T48" fmla="*/ 1050 w 1286"/>
              <a:gd name="T49" fmla="*/ 292 h 1285"/>
              <a:gd name="T50" fmla="*/ 1050 w 1286"/>
              <a:gd name="T51" fmla="*/ 60 h 1285"/>
              <a:gd name="T52" fmla="*/ 1110 w 1286"/>
              <a:gd name="T53" fmla="*/ 0 h 1285"/>
              <a:gd name="T54" fmla="*/ 1167 w 1286"/>
              <a:gd name="T55" fmla="*/ 60 h 1285"/>
              <a:gd name="T56" fmla="*/ 1167 w 1286"/>
              <a:gd name="T57" fmla="*/ 292 h 1285"/>
              <a:gd name="T58" fmla="*/ 0 w 1286"/>
              <a:gd name="T59" fmla="*/ 874 h 1285"/>
              <a:gd name="T60" fmla="*/ 0 w 1286"/>
              <a:gd name="T61" fmla="*/ 759 h 1285"/>
              <a:gd name="T62" fmla="*/ 350 w 1286"/>
              <a:gd name="T63" fmla="*/ 759 h 1285"/>
              <a:gd name="T64" fmla="*/ 350 w 1286"/>
              <a:gd name="T65" fmla="*/ 874 h 1285"/>
              <a:gd name="T66" fmla="*/ 235 w 1286"/>
              <a:gd name="T67" fmla="*/ 1038 h 1285"/>
              <a:gd name="T68" fmla="*/ 235 w 1286"/>
              <a:gd name="T69" fmla="*/ 1284 h 1285"/>
              <a:gd name="T70" fmla="*/ 118 w 1286"/>
              <a:gd name="T71" fmla="*/ 1284 h 1285"/>
              <a:gd name="T72" fmla="*/ 118 w 1286"/>
              <a:gd name="T73" fmla="*/ 1038 h 1285"/>
              <a:gd name="T74" fmla="*/ 0 w 1286"/>
              <a:gd name="T75" fmla="*/ 874 h 1285"/>
              <a:gd name="T76" fmla="*/ 467 w 1286"/>
              <a:gd name="T77" fmla="*/ 874 h 1285"/>
              <a:gd name="T78" fmla="*/ 467 w 1286"/>
              <a:gd name="T79" fmla="*/ 759 h 1285"/>
              <a:gd name="T80" fmla="*/ 817 w 1286"/>
              <a:gd name="T81" fmla="*/ 759 h 1285"/>
              <a:gd name="T82" fmla="*/ 817 w 1286"/>
              <a:gd name="T83" fmla="*/ 874 h 1285"/>
              <a:gd name="T84" fmla="*/ 700 w 1286"/>
              <a:gd name="T85" fmla="*/ 1038 h 1285"/>
              <a:gd name="T86" fmla="*/ 700 w 1286"/>
              <a:gd name="T87" fmla="*/ 1284 h 1285"/>
              <a:gd name="T88" fmla="*/ 585 w 1286"/>
              <a:gd name="T89" fmla="*/ 1284 h 1285"/>
              <a:gd name="T90" fmla="*/ 585 w 1286"/>
              <a:gd name="T91" fmla="*/ 1038 h 1285"/>
              <a:gd name="T92" fmla="*/ 467 w 1286"/>
              <a:gd name="T93" fmla="*/ 874 h 1285"/>
              <a:gd name="T94" fmla="*/ 235 w 1286"/>
              <a:gd name="T95" fmla="*/ 60 h 1285"/>
              <a:gd name="T96" fmla="*/ 235 w 1286"/>
              <a:gd name="T97" fmla="*/ 292 h 1285"/>
              <a:gd name="T98" fmla="*/ 350 w 1286"/>
              <a:gd name="T99" fmla="*/ 292 h 1285"/>
              <a:gd name="T100" fmla="*/ 350 w 1286"/>
              <a:gd name="T101" fmla="*/ 642 h 1285"/>
              <a:gd name="T102" fmla="*/ 0 w 1286"/>
              <a:gd name="T103" fmla="*/ 642 h 1285"/>
              <a:gd name="T104" fmla="*/ 0 w 1286"/>
              <a:gd name="T105" fmla="*/ 292 h 1285"/>
              <a:gd name="T106" fmla="*/ 118 w 1286"/>
              <a:gd name="T107" fmla="*/ 292 h 1285"/>
              <a:gd name="T108" fmla="*/ 118 w 1286"/>
              <a:gd name="T109" fmla="*/ 60 h 1285"/>
              <a:gd name="T110" fmla="*/ 175 w 1286"/>
              <a:gd name="T111" fmla="*/ 0 h 1285"/>
              <a:gd name="T112" fmla="*/ 235 w 1286"/>
              <a:gd name="T113" fmla="*/ 6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6" h="1285">
                <a:moveTo>
                  <a:pt x="935" y="874"/>
                </a:moveTo>
                <a:lnTo>
                  <a:pt x="935" y="759"/>
                </a:lnTo>
                <a:lnTo>
                  <a:pt x="1285" y="759"/>
                </a:lnTo>
                <a:lnTo>
                  <a:pt x="1285" y="874"/>
                </a:lnTo>
                <a:cubicBezTo>
                  <a:pt x="1285" y="951"/>
                  <a:pt x="1235" y="1013"/>
                  <a:pt x="1167" y="1038"/>
                </a:cubicBezTo>
                <a:lnTo>
                  <a:pt x="1167" y="1284"/>
                </a:lnTo>
                <a:lnTo>
                  <a:pt x="1050" y="1284"/>
                </a:lnTo>
                <a:lnTo>
                  <a:pt x="1050" y="1038"/>
                </a:lnTo>
                <a:cubicBezTo>
                  <a:pt x="981" y="1013"/>
                  <a:pt x="935" y="951"/>
                  <a:pt x="935" y="874"/>
                </a:cubicBezTo>
                <a:close/>
                <a:moveTo>
                  <a:pt x="700" y="60"/>
                </a:moveTo>
                <a:lnTo>
                  <a:pt x="700" y="292"/>
                </a:lnTo>
                <a:lnTo>
                  <a:pt x="817" y="292"/>
                </a:lnTo>
                <a:lnTo>
                  <a:pt x="817" y="642"/>
                </a:lnTo>
                <a:lnTo>
                  <a:pt x="467" y="642"/>
                </a:lnTo>
                <a:lnTo>
                  <a:pt x="467" y="292"/>
                </a:lnTo>
                <a:lnTo>
                  <a:pt x="585" y="292"/>
                </a:lnTo>
                <a:lnTo>
                  <a:pt x="585" y="60"/>
                </a:lnTo>
                <a:cubicBezTo>
                  <a:pt x="585" y="27"/>
                  <a:pt x="609" y="0"/>
                  <a:pt x="642" y="0"/>
                </a:cubicBezTo>
                <a:cubicBezTo>
                  <a:pt x="674" y="0"/>
                  <a:pt x="700" y="27"/>
                  <a:pt x="700" y="60"/>
                </a:cubicBezTo>
                <a:close/>
                <a:moveTo>
                  <a:pt x="1167" y="292"/>
                </a:moveTo>
                <a:lnTo>
                  <a:pt x="1285" y="292"/>
                </a:lnTo>
                <a:lnTo>
                  <a:pt x="1285" y="642"/>
                </a:lnTo>
                <a:lnTo>
                  <a:pt x="935" y="642"/>
                </a:lnTo>
                <a:lnTo>
                  <a:pt x="935" y="292"/>
                </a:lnTo>
                <a:lnTo>
                  <a:pt x="1050" y="292"/>
                </a:lnTo>
                <a:lnTo>
                  <a:pt x="1050" y="60"/>
                </a:lnTo>
                <a:cubicBezTo>
                  <a:pt x="1050" y="27"/>
                  <a:pt x="1077" y="0"/>
                  <a:pt x="1110" y="0"/>
                </a:cubicBezTo>
                <a:cubicBezTo>
                  <a:pt x="1142" y="0"/>
                  <a:pt x="1167" y="27"/>
                  <a:pt x="1167" y="60"/>
                </a:cubicBezTo>
                <a:lnTo>
                  <a:pt x="1167" y="292"/>
                </a:lnTo>
                <a:close/>
                <a:moveTo>
                  <a:pt x="0" y="874"/>
                </a:moveTo>
                <a:lnTo>
                  <a:pt x="0" y="759"/>
                </a:lnTo>
                <a:lnTo>
                  <a:pt x="350" y="759"/>
                </a:lnTo>
                <a:lnTo>
                  <a:pt x="350" y="874"/>
                </a:lnTo>
                <a:cubicBezTo>
                  <a:pt x="350" y="951"/>
                  <a:pt x="303" y="1013"/>
                  <a:pt x="235" y="1038"/>
                </a:cubicBezTo>
                <a:lnTo>
                  <a:pt x="235" y="1284"/>
                </a:lnTo>
                <a:lnTo>
                  <a:pt x="118" y="1284"/>
                </a:lnTo>
                <a:lnTo>
                  <a:pt x="118" y="1038"/>
                </a:lnTo>
                <a:cubicBezTo>
                  <a:pt x="49" y="1013"/>
                  <a:pt x="0" y="951"/>
                  <a:pt x="0" y="874"/>
                </a:cubicBezTo>
                <a:close/>
                <a:moveTo>
                  <a:pt x="467" y="874"/>
                </a:moveTo>
                <a:lnTo>
                  <a:pt x="467" y="759"/>
                </a:lnTo>
                <a:lnTo>
                  <a:pt x="817" y="759"/>
                </a:lnTo>
                <a:lnTo>
                  <a:pt x="817" y="874"/>
                </a:lnTo>
                <a:cubicBezTo>
                  <a:pt x="817" y="951"/>
                  <a:pt x="768" y="1013"/>
                  <a:pt x="700" y="1038"/>
                </a:cubicBezTo>
                <a:lnTo>
                  <a:pt x="700" y="1284"/>
                </a:lnTo>
                <a:lnTo>
                  <a:pt x="585" y="1284"/>
                </a:lnTo>
                <a:lnTo>
                  <a:pt x="585" y="1038"/>
                </a:lnTo>
                <a:cubicBezTo>
                  <a:pt x="517" y="1013"/>
                  <a:pt x="467" y="951"/>
                  <a:pt x="467" y="874"/>
                </a:cubicBezTo>
                <a:close/>
                <a:moveTo>
                  <a:pt x="235" y="60"/>
                </a:moveTo>
                <a:lnTo>
                  <a:pt x="235" y="292"/>
                </a:lnTo>
                <a:lnTo>
                  <a:pt x="350" y="292"/>
                </a:lnTo>
                <a:lnTo>
                  <a:pt x="350" y="642"/>
                </a:lnTo>
                <a:lnTo>
                  <a:pt x="0" y="642"/>
                </a:lnTo>
                <a:lnTo>
                  <a:pt x="0" y="292"/>
                </a:lnTo>
                <a:lnTo>
                  <a:pt x="118" y="292"/>
                </a:lnTo>
                <a:lnTo>
                  <a:pt x="118" y="60"/>
                </a:lnTo>
                <a:cubicBezTo>
                  <a:pt x="118" y="27"/>
                  <a:pt x="142" y="0"/>
                  <a:pt x="175" y="0"/>
                </a:cubicBezTo>
                <a:cubicBezTo>
                  <a:pt x="208" y="0"/>
                  <a:pt x="235" y="27"/>
                  <a:pt x="235" y="6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47631" y="1468438"/>
            <a:ext cx="463550" cy="449262"/>
          </a:xfrm>
          <a:custGeom>
            <a:avLst/>
            <a:gdLst>
              <a:gd name="T0" fmla="*/ 643 w 1286"/>
              <a:gd name="T1" fmla="*/ 0 h 1250"/>
              <a:gd name="T2" fmla="*/ 1285 w 1286"/>
              <a:gd name="T3" fmla="*/ 643 h 1250"/>
              <a:gd name="T4" fmla="*/ 1167 w 1286"/>
              <a:gd name="T5" fmla="*/ 643 h 1250"/>
              <a:gd name="T6" fmla="*/ 643 w 1286"/>
              <a:gd name="T7" fmla="*/ 118 h 1250"/>
              <a:gd name="T8" fmla="*/ 118 w 1286"/>
              <a:gd name="T9" fmla="*/ 643 h 1250"/>
              <a:gd name="T10" fmla="*/ 0 w 1286"/>
              <a:gd name="T11" fmla="*/ 643 h 1250"/>
              <a:gd name="T12" fmla="*/ 643 w 1286"/>
              <a:gd name="T13" fmla="*/ 0 h 1250"/>
              <a:gd name="T14" fmla="*/ 700 w 1286"/>
              <a:gd name="T15" fmla="*/ 776 h 1250"/>
              <a:gd name="T16" fmla="*/ 700 w 1286"/>
              <a:gd name="T17" fmla="*/ 968 h 1250"/>
              <a:gd name="T18" fmla="*/ 899 w 1286"/>
              <a:gd name="T19" fmla="*/ 1167 h 1250"/>
              <a:gd name="T20" fmla="*/ 817 w 1286"/>
              <a:gd name="T21" fmla="*/ 1249 h 1250"/>
              <a:gd name="T22" fmla="*/ 643 w 1286"/>
              <a:gd name="T23" fmla="*/ 1074 h 1250"/>
              <a:gd name="T24" fmla="*/ 468 w 1286"/>
              <a:gd name="T25" fmla="*/ 1249 h 1250"/>
              <a:gd name="T26" fmla="*/ 386 w 1286"/>
              <a:gd name="T27" fmla="*/ 1167 h 1250"/>
              <a:gd name="T28" fmla="*/ 585 w 1286"/>
              <a:gd name="T29" fmla="*/ 968 h 1250"/>
              <a:gd name="T30" fmla="*/ 585 w 1286"/>
              <a:gd name="T31" fmla="*/ 776 h 1250"/>
              <a:gd name="T32" fmla="*/ 498 w 1286"/>
              <a:gd name="T33" fmla="*/ 643 h 1250"/>
              <a:gd name="T34" fmla="*/ 643 w 1286"/>
              <a:gd name="T35" fmla="*/ 498 h 1250"/>
              <a:gd name="T36" fmla="*/ 787 w 1286"/>
              <a:gd name="T37" fmla="*/ 643 h 1250"/>
              <a:gd name="T38" fmla="*/ 700 w 1286"/>
              <a:gd name="T39" fmla="*/ 776 h 1250"/>
              <a:gd name="T40" fmla="*/ 643 w 1286"/>
              <a:gd name="T41" fmla="*/ 235 h 1250"/>
              <a:gd name="T42" fmla="*/ 1050 w 1286"/>
              <a:gd name="T43" fmla="*/ 643 h 1250"/>
              <a:gd name="T44" fmla="*/ 935 w 1286"/>
              <a:gd name="T45" fmla="*/ 643 h 1250"/>
              <a:gd name="T46" fmla="*/ 643 w 1286"/>
              <a:gd name="T47" fmla="*/ 350 h 1250"/>
              <a:gd name="T48" fmla="*/ 350 w 1286"/>
              <a:gd name="T49" fmla="*/ 643 h 1250"/>
              <a:gd name="T50" fmla="*/ 235 w 1286"/>
              <a:gd name="T51" fmla="*/ 643 h 1250"/>
              <a:gd name="T52" fmla="*/ 643 w 1286"/>
              <a:gd name="T53" fmla="*/ 235 h 1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86" h="1250">
                <a:moveTo>
                  <a:pt x="643" y="0"/>
                </a:moveTo>
                <a:cubicBezTo>
                  <a:pt x="995" y="0"/>
                  <a:pt x="1285" y="290"/>
                  <a:pt x="1285" y="643"/>
                </a:cubicBezTo>
                <a:lnTo>
                  <a:pt x="1167" y="643"/>
                </a:lnTo>
                <a:cubicBezTo>
                  <a:pt x="1167" y="353"/>
                  <a:pt x="933" y="118"/>
                  <a:pt x="643" y="118"/>
                </a:cubicBezTo>
                <a:cubicBezTo>
                  <a:pt x="354" y="118"/>
                  <a:pt x="118" y="353"/>
                  <a:pt x="118" y="643"/>
                </a:cubicBezTo>
                <a:lnTo>
                  <a:pt x="0" y="643"/>
                </a:lnTo>
                <a:cubicBezTo>
                  <a:pt x="0" y="290"/>
                  <a:pt x="290" y="0"/>
                  <a:pt x="643" y="0"/>
                </a:cubicBezTo>
                <a:close/>
                <a:moveTo>
                  <a:pt x="700" y="776"/>
                </a:moveTo>
                <a:lnTo>
                  <a:pt x="700" y="968"/>
                </a:lnTo>
                <a:lnTo>
                  <a:pt x="899" y="1167"/>
                </a:lnTo>
                <a:lnTo>
                  <a:pt x="817" y="1249"/>
                </a:lnTo>
                <a:lnTo>
                  <a:pt x="643" y="1074"/>
                </a:lnTo>
                <a:lnTo>
                  <a:pt x="468" y="1249"/>
                </a:lnTo>
                <a:lnTo>
                  <a:pt x="386" y="1167"/>
                </a:lnTo>
                <a:lnTo>
                  <a:pt x="585" y="968"/>
                </a:lnTo>
                <a:lnTo>
                  <a:pt x="585" y="776"/>
                </a:lnTo>
                <a:cubicBezTo>
                  <a:pt x="533" y="755"/>
                  <a:pt x="498" y="703"/>
                  <a:pt x="498" y="643"/>
                </a:cubicBezTo>
                <a:cubicBezTo>
                  <a:pt x="498" y="563"/>
                  <a:pt x="564" y="498"/>
                  <a:pt x="643" y="498"/>
                </a:cubicBezTo>
                <a:cubicBezTo>
                  <a:pt x="723" y="498"/>
                  <a:pt x="787" y="563"/>
                  <a:pt x="787" y="643"/>
                </a:cubicBezTo>
                <a:cubicBezTo>
                  <a:pt x="787" y="703"/>
                  <a:pt x="752" y="755"/>
                  <a:pt x="700" y="776"/>
                </a:cubicBezTo>
                <a:close/>
                <a:moveTo>
                  <a:pt x="643" y="235"/>
                </a:moveTo>
                <a:cubicBezTo>
                  <a:pt x="869" y="235"/>
                  <a:pt x="1050" y="416"/>
                  <a:pt x="1050" y="643"/>
                </a:cubicBezTo>
                <a:lnTo>
                  <a:pt x="935" y="643"/>
                </a:lnTo>
                <a:cubicBezTo>
                  <a:pt x="935" y="481"/>
                  <a:pt x="805" y="350"/>
                  <a:pt x="643" y="350"/>
                </a:cubicBezTo>
                <a:cubicBezTo>
                  <a:pt x="482" y="350"/>
                  <a:pt x="350" y="481"/>
                  <a:pt x="350" y="643"/>
                </a:cubicBezTo>
                <a:lnTo>
                  <a:pt x="235" y="643"/>
                </a:lnTo>
                <a:cubicBezTo>
                  <a:pt x="235" y="416"/>
                  <a:pt x="416" y="235"/>
                  <a:pt x="643" y="23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23956" y="1557340"/>
            <a:ext cx="469900" cy="274637"/>
          </a:xfrm>
          <a:custGeom>
            <a:avLst/>
            <a:gdLst>
              <a:gd name="T0" fmla="*/ 989 w 1307"/>
              <a:gd name="T1" fmla="*/ 0 h 761"/>
              <a:gd name="T2" fmla="*/ 1306 w 1307"/>
              <a:gd name="T3" fmla="*/ 380 h 761"/>
              <a:gd name="T4" fmla="*/ 989 w 1307"/>
              <a:gd name="T5" fmla="*/ 760 h 761"/>
              <a:gd name="T6" fmla="*/ 899 w 1307"/>
              <a:gd name="T7" fmla="*/ 686 h 761"/>
              <a:gd name="T8" fmla="*/ 1153 w 1307"/>
              <a:gd name="T9" fmla="*/ 380 h 761"/>
              <a:gd name="T10" fmla="*/ 899 w 1307"/>
              <a:gd name="T11" fmla="*/ 74 h 761"/>
              <a:gd name="T12" fmla="*/ 989 w 1307"/>
              <a:gd name="T13" fmla="*/ 0 h 761"/>
              <a:gd name="T14" fmla="*/ 595 w 1307"/>
              <a:gd name="T15" fmla="*/ 437 h 761"/>
              <a:gd name="T16" fmla="*/ 595 w 1307"/>
              <a:gd name="T17" fmla="*/ 322 h 761"/>
              <a:gd name="T18" fmla="*/ 710 w 1307"/>
              <a:gd name="T19" fmla="*/ 322 h 761"/>
              <a:gd name="T20" fmla="*/ 710 w 1307"/>
              <a:gd name="T21" fmla="*/ 437 h 761"/>
              <a:gd name="T22" fmla="*/ 595 w 1307"/>
              <a:gd name="T23" fmla="*/ 437 h 761"/>
              <a:gd name="T24" fmla="*/ 945 w 1307"/>
              <a:gd name="T25" fmla="*/ 322 h 761"/>
              <a:gd name="T26" fmla="*/ 945 w 1307"/>
              <a:gd name="T27" fmla="*/ 437 h 761"/>
              <a:gd name="T28" fmla="*/ 828 w 1307"/>
              <a:gd name="T29" fmla="*/ 437 h 761"/>
              <a:gd name="T30" fmla="*/ 828 w 1307"/>
              <a:gd name="T31" fmla="*/ 322 h 761"/>
              <a:gd name="T32" fmla="*/ 945 w 1307"/>
              <a:gd name="T33" fmla="*/ 322 h 761"/>
              <a:gd name="T34" fmla="*/ 360 w 1307"/>
              <a:gd name="T35" fmla="*/ 437 h 761"/>
              <a:gd name="T36" fmla="*/ 360 w 1307"/>
              <a:gd name="T37" fmla="*/ 322 h 761"/>
              <a:gd name="T38" fmla="*/ 478 w 1307"/>
              <a:gd name="T39" fmla="*/ 322 h 761"/>
              <a:gd name="T40" fmla="*/ 478 w 1307"/>
              <a:gd name="T41" fmla="*/ 437 h 761"/>
              <a:gd name="T42" fmla="*/ 360 w 1307"/>
              <a:gd name="T43" fmla="*/ 437 h 761"/>
              <a:gd name="T44" fmla="*/ 407 w 1307"/>
              <a:gd name="T45" fmla="*/ 74 h 761"/>
              <a:gd name="T46" fmla="*/ 153 w 1307"/>
              <a:gd name="T47" fmla="*/ 380 h 761"/>
              <a:gd name="T48" fmla="*/ 407 w 1307"/>
              <a:gd name="T49" fmla="*/ 686 h 761"/>
              <a:gd name="T50" fmla="*/ 317 w 1307"/>
              <a:gd name="T51" fmla="*/ 760 h 761"/>
              <a:gd name="T52" fmla="*/ 0 w 1307"/>
              <a:gd name="T53" fmla="*/ 380 h 761"/>
              <a:gd name="T54" fmla="*/ 317 w 1307"/>
              <a:gd name="T55" fmla="*/ 0 h 761"/>
              <a:gd name="T56" fmla="*/ 407 w 1307"/>
              <a:gd name="T57" fmla="*/ 74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307" h="761">
                <a:moveTo>
                  <a:pt x="989" y="0"/>
                </a:moveTo>
                <a:lnTo>
                  <a:pt x="1306" y="380"/>
                </a:lnTo>
                <a:lnTo>
                  <a:pt x="989" y="760"/>
                </a:lnTo>
                <a:lnTo>
                  <a:pt x="899" y="686"/>
                </a:lnTo>
                <a:lnTo>
                  <a:pt x="1153" y="380"/>
                </a:lnTo>
                <a:lnTo>
                  <a:pt x="899" y="74"/>
                </a:lnTo>
                <a:lnTo>
                  <a:pt x="989" y="0"/>
                </a:lnTo>
                <a:close/>
                <a:moveTo>
                  <a:pt x="595" y="437"/>
                </a:moveTo>
                <a:lnTo>
                  <a:pt x="595" y="322"/>
                </a:lnTo>
                <a:lnTo>
                  <a:pt x="710" y="322"/>
                </a:lnTo>
                <a:lnTo>
                  <a:pt x="710" y="437"/>
                </a:lnTo>
                <a:lnTo>
                  <a:pt x="595" y="437"/>
                </a:lnTo>
                <a:close/>
                <a:moveTo>
                  <a:pt x="945" y="322"/>
                </a:moveTo>
                <a:lnTo>
                  <a:pt x="945" y="437"/>
                </a:lnTo>
                <a:lnTo>
                  <a:pt x="828" y="437"/>
                </a:lnTo>
                <a:lnTo>
                  <a:pt x="828" y="322"/>
                </a:lnTo>
                <a:lnTo>
                  <a:pt x="945" y="322"/>
                </a:lnTo>
                <a:close/>
                <a:moveTo>
                  <a:pt x="360" y="437"/>
                </a:moveTo>
                <a:lnTo>
                  <a:pt x="360" y="322"/>
                </a:lnTo>
                <a:lnTo>
                  <a:pt x="478" y="322"/>
                </a:lnTo>
                <a:lnTo>
                  <a:pt x="478" y="437"/>
                </a:lnTo>
                <a:lnTo>
                  <a:pt x="360" y="437"/>
                </a:lnTo>
                <a:close/>
                <a:moveTo>
                  <a:pt x="407" y="74"/>
                </a:moveTo>
                <a:lnTo>
                  <a:pt x="153" y="380"/>
                </a:lnTo>
                <a:lnTo>
                  <a:pt x="407" y="686"/>
                </a:lnTo>
                <a:lnTo>
                  <a:pt x="317" y="760"/>
                </a:lnTo>
                <a:lnTo>
                  <a:pt x="0" y="380"/>
                </a:lnTo>
                <a:lnTo>
                  <a:pt x="317" y="0"/>
                </a:lnTo>
                <a:lnTo>
                  <a:pt x="407" y="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712994" y="1441450"/>
            <a:ext cx="252412" cy="503238"/>
          </a:xfrm>
          <a:custGeom>
            <a:avLst/>
            <a:gdLst>
              <a:gd name="T0" fmla="*/ 582 w 701"/>
              <a:gd name="T1" fmla="*/ 932 h 1400"/>
              <a:gd name="T2" fmla="*/ 582 w 701"/>
              <a:gd name="T3" fmla="*/ 233 h 1400"/>
              <a:gd name="T4" fmla="*/ 118 w 701"/>
              <a:gd name="T5" fmla="*/ 233 h 1400"/>
              <a:gd name="T6" fmla="*/ 118 w 701"/>
              <a:gd name="T7" fmla="*/ 932 h 1400"/>
              <a:gd name="T8" fmla="*/ 582 w 701"/>
              <a:gd name="T9" fmla="*/ 932 h 1400"/>
              <a:gd name="T10" fmla="*/ 582 w 701"/>
              <a:gd name="T11" fmla="*/ 0 h 1400"/>
              <a:gd name="T12" fmla="*/ 700 w 701"/>
              <a:gd name="T13" fmla="*/ 118 h 1400"/>
              <a:gd name="T14" fmla="*/ 700 w 701"/>
              <a:gd name="T15" fmla="*/ 1050 h 1400"/>
              <a:gd name="T16" fmla="*/ 582 w 701"/>
              <a:gd name="T17" fmla="*/ 1167 h 1400"/>
              <a:gd name="T18" fmla="*/ 118 w 701"/>
              <a:gd name="T19" fmla="*/ 1167 h 1400"/>
              <a:gd name="T20" fmla="*/ 0 w 701"/>
              <a:gd name="T21" fmla="*/ 1050 h 1400"/>
              <a:gd name="T22" fmla="*/ 0 w 701"/>
              <a:gd name="T23" fmla="*/ 118 h 1400"/>
              <a:gd name="T24" fmla="*/ 118 w 701"/>
              <a:gd name="T25" fmla="*/ 0 h 1400"/>
              <a:gd name="T26" fmla="*/ 582 w 701"/>
              <a:gd name="T27" fmla="*/ 0 h 1400"/>
              <a:gd name="T28" fmla="*/ 525 w 701"/>
              <a:gd name="T29" fmla="*/ 1399 h 1400"/>
              <a:gd name="T30" fmla="*/ 525 w 701"/>
              <a:gd name="T31" fmla="*/ 1282 h 1400"/>
              <a:gd name="T32" fmla="*/ 642 w 701"/>
              <a:gd name="T33" fmla="*/ 1282 h 1400"/>
              <a:gd name="T34" fmla="*/ 642 w 701"/>
              <a:gd name="T35" fmla="*/ 1399 h 1400"/>
              <a:gd name="T36" fmla="*/ 525 w 701"/>
              <a:gd name="T37" fmla="*/ 1399 h 1400"/>
              <a:gd name="T38" fmla="*/ 293 w 701"/>
              <a:gd name="T39" fmla="*/ 1399 h 1400"/>
              <a:gd name="T40" fmla="*/ 293 w 701"/>
              <a:gd name="T41" fmla="*/ 1282 h 1400"/>
              <a:gd name="T42" fmla="*/ 407 w 701"/>
              <a:gd name="T43" fmla="*/ 1282 h 1400"/>
              <a:gd name="T44" fmla="*/ 407 w 701"/>
              <a:gd name="T45" fmla="*/ 1399 h 1400"/>
              <a:gd name="T46" fmla="*/ 293 w 701"/>
              <a:gd name="T47" fmla="*/ 1399 h 1400"/>
              <a:gd name="T48" fmla="*/ 58 w 701"/>
              <a:gd name="T49" fmla="*/ 1399 h 1400"/>
              <a:gd name="T50" fmla="*/ 58 w 701"/>
              <a:gd name="T51" fmla="*/ 1282 h 1400"/>
              <a:gd name="T52" fmla="*/ 175 w 701"/>
              <a:gd name="T53" fmla="*/ 1282 h 1400"/>
              <a:gd name="T54" fmla="*/ 175 w 701"/>
              <a:gd name="T55" fmla="*/ 1399 h 1400"/>
              <a:gd name="T56" fmla="*/ 58 w 701"/>
              <a:gd name="T57" fmla="*/ 1399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701" h="1400">
                <a:moveTo>
                  <a:pt x="582" y="932"/>
                </a:moveTo>
                <a:lnTo>
                  <a:pt x="582" y="233"/>
                </a:lnTo>
                <a:lnTo>
                  <a:pt x="118" y="233"/>
                </a:lnTo>
                <a:lnTo>
                  <a:pt x="118" y="932"/>
                </a:lnTo>
                <a:lnTo>
                  <a:pt x="582" y="932"/>
                </a:lnTo>
                <a:close/>
                <a:moveTo>
                  <a:pt x="582" y="0"/>
                </a:moveTo>
                <a:cubicBezTo>
                  <a:pt x="645" y="0"/>
                  <a:pt x="700" y="55"/>
                  <a:pt x="700" y="118"/>
                </a:cubicBezTo>
                <a:lnTo>
                  <a:pt x="700" y="1050"/>
                </a:lnTo>
                <a:cubicBezTo>
                  <a:pt x="700" y="1112"/>
                  <a:pt x="645" y="1167"/>
                  <a:pt x="582" y="1167"/>
                </a:cubicBezTo>
                <a:lnTo>
                  <a:pt x="118" y="1167"/>
                </a:lnTo>
                <a:cubicBezTo>
                  <a:pt x="55" y="1167"/>
                  <a:pt x="0" y="1112"/>
                  <a:pt x="0" y="1050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582" y="0"/>
                </a:lnTo>
                <a:close/>
                <a:moveTo>
                  <a:pt x="525" y="1399"/>
                </a:moveTo>
                <a:lnTo>
                  <a:pt x="525" y="1282"/>
                </a:lnTo>
                <a:lnTo>
                  <a:pt x="642" y="1282"/>
                </a:lnTo>
                <a:lnTo>
                  <a:pt x="642" y="1399"/>
                </a:lnTo>
                <a:lnTo>
                  <a:pt x="525" y="1399"/>
                </a:lnTo>
                <a:close/>
                <a:moveTo>
                  <a:pt x="293" y="1399"/>
                </a:moveTo>
                <a:lnTo>
                  <a:pt x="293" y="1282"/>
                </a:lnTo>
                <a:lnTo>
                  <a:pt x="407" y="1282"/>
                </a:lnTo>
                <a:lnTo>
                  <a:pt x="407" y="1399"/>
                </a:lnTo>
                <a:lnTo>
                  <a:pt x="293" y="1399"/>
                </a:lnTo>
                <a:close/>
                <a:moveTo>
                  <a:pt x="58" y="1399"/>
                </a:moveTo>
                <a:lnTo>
                  <a:pt x="58" y="1282"/>
                </a:lnTo>
                <a:lnTo>
                  <a:pt x="175" y="1282"/>
                </a:lnTo>
                <a:lnTo>
                  <a:pt x="175" y="1399"/>
                </a:lnTo>
                <a:lnTo>
                  <a:pt x="58" y="139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87719" y="1504951"/>
            <a:ext cx="461962" cy="377825"/>
          </a:xfrm>
          <a:custGeom>
            <a:avLst/>
            <a:gdLst>
              <a:gd name="T0" fmla="*/ 642 w 1285"/>
              <a:gd name="T1" fmla="*/ 350 h 1050"/>
              <a:gd name="T2" fmla="*/ 642 w 1285"/>
              <a:gd name="T3" fmla="*/ 700 h 1050"/>
              <a:gd name="T4" fmla="*/ 817 w 1285"/>
              <a:gd name="T5" fmla="*/ 525 h 1050"/>
              <a:gd name="T6" fmla="*/ 642 w 1285"/>
              <a:gd name="T7" fmla="*/ 350 h 1050"/>
              <a:gd name="T8" fmla="*/ 410 w 1285"/>
              <a:gd name="T9" fmla="*/ 757 h 1050"/>
              <a:gd name="T10" fmla="*/ 410 w 1285"/>
              <a:gd name="T11" fmla="*/ 612 h 1050"/>
              <a:gd name="T12" fmla="*/ 322 w 1285"/>
              <a:gd name="T13" fmla="*/ 525 h 1050"/>
              <a:gd name="T14" fmla="*/ 410 w 1285"/>
              <a:gd name="T15" fmla="*/ 437 h 1050"/>
              <a:gd name="T16" fmla="*/ 410 w 1285"/>
              <a:gd name="T17" fmla="*/ 293 h 1050"/>
              <a:gd name="T18" fmla="*/ 555 w 1285"/>
              <a:gd name="T19" fmla="*/ 293 h 1050"/>
              <a:gd name="T20" fmla="*/ 642 w 1285"/>
              <a:gd name="T21" fmla="*/ 205 h 1050"/>
              <a:gd name="T22" fmla="*/ 730 w 1285"/>
              <a:gd name="T23" fmla="*/ 293 h 1050"/>
              <a:gd name="T24" fmla="*/ 875 w 1285"/>
              <a:gd name="T25" fmla="*/ 293 h 1050"/>
              <a:gd name="T26" fmla="*/ 875 w 1285"/>
              <a:gd name="T27" fmla="*/ 437 h 1050"/>
              <a:gd name="T28" fmla="*/ 962 w 1285"/>
              <a:gd name="T29" fmla="*/ 525 h 1050"/>
              <a:gd name="T30" fmla="*/ 875 w 1285"/>
              <a:gd name="T31" fmla="*/ 612 h 1050"/>
              <a:gd name="T32" fmla="*/ 875 w 1285"/>
              <a:gd name="T33" fmla="*/ 757 h 1050"/>
              <a:gd name="T34" fmla="*/ 730 w 1285"/>
              <a:gd name="T35" fmla="*/ 757 h 1050"/>
              <a:gd name="T36" fmla="*/ 642 w 1285"/>
              <a:gd name="T37" fmla="*/ 845 h 1050"/>
              <a:gd name="T38" fmla="*/ 555 w 1285"/>
              <a:gd name="T39" fmla="*/ 757 h 1050"/>
              <a:gd name="T40" fmla="*/ 410 w 1285"/>
              <a:gd name="T41" fmla="*/ 757 h 1050"/>
              <a:gd name="T42" fmla="*/ 1167 w 1285"/>
              <a:gd name="T43" fmla="*/ 935 h 1050"/>
              <a:gd name="T44" fmla="*/ 1167 w 1285"/>
              <a:gd name="T45" fmla="*/ 115 h 1050"/>
              <a:gd name="T46" fmla="*/ 117 w 1285"/>
              <a:gd name="T47" fmla="*/ 115 h 1050"/>
              <a:gd name="T48" fmla="*/ 117 w 1285"/>
              <a:gd name="T49" fmla="*/ 935 h 1050"/>
              <a:gd name="T50" fmla="*/ 1167 w 1285"/>
              <a:gd name="T51" fmla="*/ 935 h 1050"/>
              <a:gd name="T52" fmla="*/ 1167 w 1285"/>
              <a:gd name="T53" fmla="*/ 0 h 1050"/>
              <a:gd name="T54" fmla="*/ 1284 w 1285"/>
              <a:gd name="T55" fmla="*/ 118 h 1050"/>
              <a:gd name="T56" fmla="*/ 1284 w 1285"/>
              <a:gd name="T57" fmla="*/ 932 h 1050"/>
              <a:gd name="T58" fmla="*/ 1167 w 1285"/>
              <a:gd name="T59" fmla="*/ 1049 h 1050"/>
              <a:gd name="T60" fmla="*/ 117 w 1285"/>
              <a:gd name="T61" fmla="*/ 1049 h 1050"/>
              <a:gd name="T62" fmla="*/ 0 w 1285"/>
              <a:gd name="T63" fmla="*/ 932 h 1050"/>
              <a:gd name="T64" fmla="*/ 0 w 1285"/>
              <a:gd name="T65" fmla="*/ 118 h 1050"/>
              <a:gd name="T66" fmla="*/ 117 w 1285"/>
              <a:gd name="T67" fmla="*/ 0 h 1050"/>
              <a:gd name="T68" fmla="*/ 1167 w 1285"/>
              <a:gd name="T69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5" h="1050">
                <a:moveTo>
                  <a:pt x="642" y="350"/>
                </a:moveTo>
                <a:lnTo>
                  <a:pt x="642" y="700"/>
                </a:lnTo>
                <a:cubicBezTo>
                  <a:pt x="738" y="700"/>
                  <a:pt x="817" y="620"/>
                  <a:pt x="817" y="525"/>
                </a:cubicBezTo>
                <a:cubicBezTo>
                  <a:pt x="817" y="429"/>
                  <a:pt x="738" y="350"/>
                  <a:pt x="642" y="350"/>
                </a:cubicBezTo>
                <a:close/>
                <a:moveTo>
                  <a:pt x="410" y="757"/>
                </a:moveTo>
                <a:lnTo>
                  <a:pt x="410" y="612"/>
                </a:lnTo>
                <a:lnTo>
                  <a:pt x="322" y="525"/>
                </a:lnTo>
                <a:lnTo>
                  <a:pt x="410" y="437"/>
                </a:lnTo>
                <a:lnTo>
                  <a:pt x="410" y="293"/>
                </a:lnTo>
                <a:lnTo>
                  <a:pt x="555" y="293"/>
                </a:lnTo>
                <a:lnTo>
                  <a:pt x="642" y="205"/>
                </a:lnTo>
                <a:lnTo>
                  <a:pt x="730" y="293"/>
                </a:lnTo>
                <a:lnTo>
                  <a:pt x="875" y="293"/>
                </a:lnTo>
                <a:lnTo>
                  <a:pt x="875" y="437"/>
                </a:lnTo>
                <a:lnTo>
                  <a:pt x="962" y="525"/>
                </a:lnTo>
                <a:lnTo>
                  <a:pt x="875" y="612"/>
                </a:lnTo>
                <a:lnTo>
                  <a:pt x="875" y="757"/>
                </a:lnTo>
                <a:lnTo>
                  <a:pt x="730" y="757"/>
                </a:lnTo>
                <a:lnTo>
                  <a:pt x="642" y="845"/>
                </a:lnTo>
                <a:lnTo>
                  <a:pt x="555" y="757"/>
                </a:lnTo>
                <a:lnTo>
                  <a:pt x="410" y="757"/>
                </a:lnTo>
                <a:close/>
                <a:moveTo>
                  <a:pt x="1167" y="935"/>
                </a:moveTo>
                <a:lnTo>
                  <a:pt x="1167" y="115"/>
                </a:lnTo>
                <a:lnTo>
                  <a:pt x="117" y="115"/>
                </a:lnTo>
                <a:lnTo>
                  <a:pt x="117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4" y="55"/>
                  <a:pt x="1284" y="118"/>
                </a:cubicBezTo>
                <a:lnTo>
                  <a:pt x="1284" y="932"/>
                </a:lnTo>
                <a:cubicBezTo>
                  <a:pt x="1284" y="995"/>
                  <a:pt x="1230" y="1049"/>
                  <a:pt x="1167" y="1049"/>
                </a:cubicBezTo>
                <a:lnTo>
                  <a:pt x="117" y="1049"/>
                </a:lnTo>
                <a:cubicBezTo>
                  <a:pt x="55" y="1049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865644" y="1441450"/>
            <a:ext cx="266700" cy="503238"/>
          </a:xfrm>
          <a:custGeom>
            <a:avLst/>
            <a:gdLst>
              <a:gd name="T0" fmla="*/ 574 w 742"/>
              <a:gd name="T1" fmla="*/ 834 h 1400"/>
              <a:gd name="T2" fmla="*/ 465 w 742"/>
              <a:gd name="T3" fmla="*/ 724 h 1400"/>
              <a:gd name="T4" fmla="*/ 465 w 742"/>
              <a:gd name="T5" fmla="*/ 943 h 1400"/>
              <a:gd name="T6" fmla="*/ 574 w 742"/>
              <a:gd name="T7" fmla="*/ 834 h 1400"/>
              <a:gd name="T8" fmla="*/ 465 w 742"/>
              <a:gd name="T9" fmla="*/ 224 h 1400"/>
              <a:gd name="T10" fmla="*/ 465 w 742"/>
              <a:gd name="T11" fmla="*/ 443 h 1400"/>
              <a:gd name="T12" fmla="*/ 574 w 742"/>
              <a:gd name="T13" fmla="*/ 334 h 1400"/>
              <a:gd name="T14" fmla="*/ 465 w 742"/>
              <a:gd name="T15" fmla="*/ 224 h 1400"/>
              <a:gd name="T16" fmla="*/ 741 w 742"/>
              <a:gd name="T17" fmla="*/ 334 h 1400"/>
              <a:gd name="T18" fmla="*/ 489 w 742"/>
              <a:gd name="T19" fmla="*/ 582 h 1400"/>
              <a:gd name="T20" fmla="*/ 741 w 742"/>
              <a:gd name="T21" fmla="*/ 834 h 1400"/>
              <a:gd name="T22" fmla="*/ 407 w 742"/>
              <a:gd name="T23" fmla="*/ 1167 h 1400"/>
              <a:gd name="T24" fmla="*/ 350 w 742"/>
              <a:gd name="T25" fmla="*/ 1167 h 1400"/>
              <a:gd name="T26" fmla="*/ 350 w 742"/>
              <a:gd name="T27" fmla="*/ 724 h 1400"/>
              <a:gd name="T28" fmla="*/ 82 w 742"/>
              <a:gd name="T29" fmla="*/ 992 h 1400"/>
              <a:gd name="T30" fmla="*/ 0 w 742"/>
              <a:gd name="T31" fmla="*/ 910 h 1400"/>
              <a:gd name="T32" fmla="*/ 325 w 742"/>
              <a:gd name="T33" fmla="*/ 582 h 1400"/>
              <a:gd name="T34" fmla="*/ 0 w 742"/>
              <a:gd name="T35" fmla="*/ 257 h 1400"/>
              <a:gd name="T36" fmla="*/ 82 w 742"/>
              <a:gd name="T37" fmla="*/ 175 h 1400"/>
              <a:gd name="T38" fmla="*/ 350 w 742"/>
              <a:gd name="T39" fmla="*/ 443 h 1400"/>
              <a:gd name="T40" fmla="*/ 350 w 742"/>
              <a:gd name="T41" fmla="*/ 0 h 1400"/>
              <a:gd name="T42" fmla="*/ 407 w 742"/>
              <a:gd name="T43" fmla="*/ 0 h 1400"/>
              <a:gd name="T44" fmla="*/ 741 w 742"/>
              <a:gd name="T45" fmla="*/ 334 h 1400"/>
              <a:gd name="T46" fmla="*/ 582 w 742"/>
              <a:gd name="T47" fmla="*/ 1399 h 1400"/>
              <a:gd name="T48" fmla="*/ 582 w 742"/>
              <a:gd name="T49" fmla="*/ 1282 h 1400"/>
              <a:gd name="T50" fmla="*/ 700 w 742"/>
              <a:gd name="T51" fmla="*/ 1282 h 1400"/>
              <a:gd name="T52" fmla="*/ 700 w 742"/>
              <a:gd name="T53" fmla="*/ 1399 h 1400"/>
              <a:gd name="T54" fmla="*/ 582 w 742"/>
              <a:gd name="T55" fmla="*/ 1399 h 1400"/>
              <a:gd name="T56" fmla="*/ 115 w 742"/>
              <a:gd name="T57" fmla="*/ 1399 h 1400"/>
              <a:gd name="T58" fmla="*/ 115 w 742"/>
              <a:gd name="T59" fmla="*/ 1282 h 1400"/>
              <a:gd name="T60" fmla="*/ 232 w 742"/>
              <a:gd name="T61" fmla="*/ 1282 h 1400"/>
              <a:gd name="T62" fmla="*/ 232 w 742"/>
              <a:gd name="T63" fmla="*/ 1399 h 1400"/>
              <a:gd name="T64" fmla="*/ 115 w 742"/>
              <a:gd name="T65" fmla="*/ 1399 h 1400"/>
              <a:gd name="T66" fmla="*/ 350 w 742"/>
              <a:gd name="T67" fmla="*/ 1399 h 1400"/>
              <a:gd name="T68" fmla="*/ 350 w 742"/>
              <a:gd name="T69" fmla="*/ 1282 h 1400"/>
              <a:gd name="T70" fmla="*/ 465 w 742"/>
              <a:gd name="T71" fmla="*/ 1282 h 1400"/>
              <a:gd name="T72" fmla="*/ 465 w 742"/>
              <a:gd name="T73" fmla="*/ 1399 h 1400"/>
              <a:gd name="T74" fmla="*/ 350 w 742"/>
              <a:gd name="T75" fmla="*/ 1399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42" h="1400">
                <a:moveTo>
                  <a:pt x="574" y="834"/>
                </a:moveTo>
                <a:lnTo>
                  <a:pt x="465" y="724"/>
                </a:lnTo>
                <a:lnTo>
                  <a:pt x="465" y="943"/>
                </a:lnTo>
                <a:lnTo>
                  <a:pt x="574" y="834"/>
                </a:lnTo>
                <a:close/>
                <a:moveTo>
                  <a:pt x="465" y="224"/>
                </a:moveTo>
                <a:lnTo>
                  <a:pt x="465" y="443"/>
                </a:lnTo>
                <a:lnTo>
                  <a:pt x="574" y="334"/>
                </a:lnTo>
                <a:lnTo>
                  <a:pt x="465" y="224"/>
                </a:lnTo>
                <a:close/>
                <a:moveTo>
                  <a:pt x="741" y="334"/>
                </a:moveTo>
                <a:lnTo>
                  <a:pt x="489" y="582"/>
                </a:lnTo>
                <a:lnTo>
                  <a:pt x="741" y="834"/>
                </a:lnTo>
                <a:lnTo>
                  <a:pt x="407" y="1167"/>
                </a:lnTo>
                <a:lnTo>
                  <a:pt x="350" y="1167"/>
                </a:lnTo>
                <a:lnTo>
                  <a:pt x="350" y="724"/>
                </a:lnTo>
                <a:lnTo>
                  <a:pt x="82" y="992"/>
                </a:lnTo>
                <a:lnTo>
                  <a:pt x="0" y="910"/>
                </a:lnTo>
                <a:lnTo>
                  <a:pt x="325" y="582"/>
                </a:lnTo>
                <a:lnTo>
                  <a:pt x="0" y="257"/>
                </a:lnTo>
                <a:lnTo>
                  <a:pt x="82" y="175"/>
                </a:lnTo>
                <a:lnTo>
                  <a:pt x="350" y="443"/>
                </a:lnTo>
                <a:lnTo>
                  <a:pt x="350" y="0"/>
                </a:lnTo>
                <a:lnTo>
                  <a:pt x="407" y="0"/>
                </a:lnTo>
                <a:lnTo>
                  <a:pt x="741" y="334"/>
                </a:lnTo>
                <a:close/>
                <a:moveTo>
                  <a:pt x="582" y="1399"/>
                </a:moveTo>
                <a:lnTo>
                  <a:pt x="582" y="1282"/>
                </a:lnTo>
                <a:lnTo>
                  <a:pt x="700" y="1282"/>
                </a:lnTo>
                <a:lnTo>
                  <a:pt x="700" y="1399"/>
                </a:lnTo>
                <a:lnTo>
                  <a:pt x="582" y="1399"/>
                </a:lnTo>
                <a:close/>
                <a:moveTo>
                  <a:pt x="115" y="1399"/>
                </a:moveTo>
                <a:lnTo>
                  <a:pt x="115" y="1282"/>
                </a:lnTo>
                <a:lnTo>
                  <a:pt x="232" y="1282"/>
                </a:lnTo>
                <a:lnTo>
                  <a:pt x="232" y="1399"/>
                </a:lnTo>
                <a:lnTo>
                  <a:pt x="115" y="1399"/>
                </a:lnTo>
                <a:close/>
                <a:moveTo>
                  <a:pt x="350" y="1399"/>
                </a:moveTo>
                <a:lnTo>
                  <a:pt x="350" y="1282"/>
                </a:lnTo>
                <a:lnTo>
                  <a:pt x="465" y="1282"/>
                </a:lnTo>
                <a:lnTo>
                  <a:pt x="465" y="1399"/>
                </a:lnTo>
                <a:lnTo>
                  <a:pt x="350" y="139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8069" y="2371727"/>
            <a:ext cx="463550" cy="377825"/>
          </a:xfrm>
          <a:custGeom>
            <a:avLst/>
            <a:gdLst>
              <a:gd name="T0" fmla="*/ 1167 w 1286"/>
              <a:gd name="T1" fmla="*/ 935 h 1051"/>
              <a:gd name="T2" fmla="*/ 1167 w 1286"/>
              <a:gd name="T3" fmla="*/ 115 h 1051"/>
              <a:gd name="T4" fmla="*/ 118 w 1286"/>
              <a:gd name="T5" fmla="*/ 115 h 1051"/>
              <a:gd name="T6" fmla="*/ 118 w 1286"/>
              <a:gd name="T7" fmla="*/ 935 h 1051"/>
              <a:gd name="T8" fmla="*/ 1167 w 1286"/>
              <a:gd name="T9" fmla="*/ 935 h 1051"/>
              <a:gd name="T10" fmla="*/ 1167 w 1286"/>
              <a:gd name="T11" fmla="*/ 0 h 1051"/>
              <a:gd name="T12" fmla="*/ 1285 w 1286"/>
              <a:gd name="T13" fmla="*/ 118 h 1051"/>
              <a:gd name="T14" fmla="*/ 1285 w 1286"/>
              <a:gd name="T15" fmla="*/ 932 h 1051"/>
              <a:gd name="T16" fmla="*/ 1167 w 1286"/>
              <a:gd name="T17" fmla="*/ 1050 h 1051"/>
              <a:gd name="T18" fmla="*/ 118 w 1286"/>
              <a:gd name="T19" fmla="*/ 1050 h 1051"/>
              <a:gd name="T20" fmla="*/ 0 w 1286"/>
              <a:gd name="T21" fmla="*/ 932 h 1051"/>
              <a:gd name="T22" fmla="*/ 0 w 1286"/>
              <a:gd name="T23" fmla="*/ 118 h 1051"/>
              <a:gd name="T24" fmla="*/ 118 w 1286"/>
              <a:gd name="T25" fmla="*/ 0 h 1051"/>
              <a:gd name="T26" fmla="*/ 1167 w 1286"/>
              <a:gd name="T27" fmla="*/ 0 h 1051"/>
              <a:gd name="T28" fmla="*/ 760 w 1286"/>
              <a:gd name="T29" fmla="*/ 757 h 1051"/>
              <a:gd name="T30" fmla="*/ 643 w 1286"/>
              <a:gd name="T31" fmla="*/ 905 h 1051"/>
              <a:gd name="T32" fmla="*/ 525 w 1286"/>
              <a:gd name="T33" fmla="*/ 757 h 1051"/>
              <a:gd name="T34" fmla="*/ 760 w 1286"/>
              <a:gd name="T35" fmla="*/ 757 h 1051"/>
              <a:gd name="T36" fmla="*/ 293 w 1286"/>
              <a:gd name="T37" fmla="*/ 408 h 1051"/>
              <a:gd name="T38" fmla="*/ 293 w 1286"/>
              <a:gd name="T39" fmla="*/ 643 h 1051"/>
              <a:gd name="T40" fmla="*/ 148 w 1286"/>
              <a:gd name="T41" fmla="*/ 525 h 1051"/>
              <a:gd name="T42" fmla="*/ 293 w 1286"/>
              <a:gd name="T43" fmla="*/ 408 h 1051"/>
              <a:gd name="T44" fmla="*/ 992 w 1286"/>
              <a:gd name="T45" fmla="*/ 408 h 1051"/>
              <a:gd name="T46" fmla="*/ 1137 w 1286"/>
              <a:gd name="T47" fmla="*/ 525 h 1051"/>
              <a:gd name="T48" fmla="*/ 992 w 1286"/>
              <a:gd name="T49" fmla="*/ 643 h 1051"/>
              <a:gd name="T50" fmla="*/ 992 w 1286"/>
              <a:gd name="T51" fmla="*/ 408 h 1051"/>
              <a:gd name="T52" fmla="*/ 643 w 1286"/>
              <a:gd name="T53" fmla="*/ 145 h 1051"/>
              <a:gd name="T54" fmla="*/ 760 w 1286"/>
              <a:gd name="T55" fmla="*/ 293 h 1051"/>
              <a:gd name="T56" fmla="*/ 525 w 1286"/>
              <a:gd name="T57" fmla="*/ 293 h 1051"/>
              <a:gd name="T58" fmla="*/ 643 w 1286"/>
              <a:gd name="T59" fmla="*/ 145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1051">
                <a:moveTo>
                  <a:pt x="1167" y="935"/>
                </a:moveTo>
                <a:lnTo>
                  <a:pt x="1167" y="115"/>
                </a:lnTo>
                <a:lnTo>
                  <a:pt x="118" y="115"/>
                </a:lnTo>
                <a:lnTo>
                  <a:pt x="118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2"/>
                </a:lnTo>
                <a:cubicBezTo>
                  <a:pt x="1285" y="995"/>
                  <a:pt x="1230" y="1050"/>
                  <a:pt x="1167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7" y="0"/>
                </a:lnTo>
                <a:close/>
                <a:moveTo>
                  <a:pt x="760" y="757"/>
                </a:moveTo>
                <a:lnTo>
                  <a:pt x="643" y="905"/>
                </a:lnTo>
                <a:lnTo>
                  <a:pt x="525" y="757"/>
                </a:lnTo>
                <a:lnTo>
                  <a:pt x="760" y="757"/>
                </a:lnTo>
                <a:close/>
                <a:moveTo>
                  <a:pt x="293" y="408"/>
                </a:moveTo>
                <a:lnTo>
                  <a:pt x="293" y="643"/>
                </a:lnTo>
                <a:lnTo>
                  <a:pt x="148" y="525"/>
                </a:lnTo>
                <a:lnTo>
                  <a:pt x="293" y="408"/>
                </a:lnTo>
                <a:close/>
                <a:moveTo>
                  <a:pt x="992" y="408"/>
                </a:moveTo>
                <a:lnTo>
                  <a:pt x="1137" y="525"/>
                </a:lnTo>
                <a:lnTo>
                  <a:pt x="992" y="643"/>
                </a:lnTo>
                <a:lnTo>
                  <a:pt x="992" y="408"/>
                </a:lnTo>
                <a:close/>
                <a:moveTo>
                  <a:pt x="643" y="145"/>
                </a:moveTo>
                <a:lnTo>
                  <a:pt x="760" y="293"/>
                </a:lnTo>
                <a:lnTo>
                  <a:pt x="525" y="293"/>
                </a:lnTo>
                <a:lnTo>
                  <a:pt x="643" y="14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51856" y="2362201"/>
            <a:ext cx="419100" cy="398463"/>
          </a:xfrm>
          <a:custGeom>
            <a:avLst/>
            <a:gdLst>
              <a:gd name="T0" fmla="*/ 407 w 1165"/>
              <a:gd name="T1" fmla="*/ 932 h 1108"/>
              <a:gd name="T2" fmla="*/ 845 w 1165"/>
              <a:gd name="T3" fmla="*/ 639 h 1108"/>
              <a:gd name="T4" fmla="*/ 407 w 1165"/>
              <a:gd name="T5" fmla="*/ 407 h 1108"/>
              <a:gd name="T6" fmla="*/ 407 w 1165"/>
              <a:gd name="T7" fmla="*/ 932 h 1108"/>
              <a:gd name="T8" fmla="*/ 465 w 1165"/>
              <a:gd name="T9" fmla="*/ 115 h 1108"/>
              <a:gd name="T10" fmla="*/ 465 w 1165"/>
              <a:gd name="T11" fmla="*/ 232 h 1108"/>
              <a:gd name="T12" fmla="*/ 700 w 1165"/>
              <a:gd name="T13" fmla="*/ 232 h 1108"/>
              <a:gd name="T14" fmla="*/ 700 w 1165"/>
              <a:gd name="T15" fmla="*/ 115 h 1108"/>
              <a:gd name="T16" fmla="*/ 465 w 1165"/>
              <a:gd name="T17" fmla="*/ 115 h 1108"/>
              <a:gd name="T18" fmla="*/ 815 w 1165"/>
              <a:gd name="T19" fmla="*/ 232 h 1108"/>
              <a:gd name="T20" fmla="*/ 1164 w 1165"/>
              <a:gd name="T21" fmla="*/ 232 h 1108"/>
              <a:gd name="T22" fmla="*/ 1164 w 1165"/>
              <a:gd name="T23" fmla="*/ 989 h 1108"/>
              <a:gd name="T24" fmla="*/ 1050 w 1165"/>
              <a:gd name="T25" fmla="*/ 1107 h 1108"/>
              <a:gd name="T26" fmla="*/ 115 w 1165"/>
              <a:gd name="T27" fmla="*/ 1107 h 1108"/>
              <a:gd name="T28" fmla="*/ 0 w 1165"/>
              <a:gd name="T29" fmla="*/ 989 h 1108"/>
              <a:gd name="T30" fmla="*/ 0 w 1165"/>
              <a:gd name="T31" fmla="*/ 232 h 1108"/>
              <a:gd name="T32" fmla="*/ 350 w 1165"/>
              <a:gd name="T33" fmla="*/ 232 h 1108"/>
              <a:gd name="T34" fmla="*/ 350 w 1165"/>
              <a:gd name="T35" fmla="*/ 115 h 1108"/>
              <a:gd name="T36" fmla="*/ 465 w 1165"/>
              <a:gd name="T37" fmla="*/ 0 h 1108"/>
              <a:gd name="T38" fmla="*/ 700 w 1165"/>
              <a:gd name="T39" fmla="*/ 0 h 1108"/>
              <a:gd name="T40" fmla="*/ 815 w 1165"/>
              <a:gd name="T41" fmla="*/ 115 h 1108"/>
              <a:gd name="T42" fmla="*/ 815 w 1165"/>
              <a:gd name="T43" fmla="*/ 232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5" h="1108">
                <a:moveTo>
                  <a:pt x="407" y="932"/>
                </a:moveTo>
                <a:lnTo>
                  <a:pt x="845" y="639"/>
                </a:lnTo>
                <a:lnTo>
                  <a:pt x="407" y="407"/>
                </a:lnTo>
                <a:lnTo>
                  <a:pt x="407" y="932"/>
                </a:lnTo>
                <a:close/>
                <a:moveTo>
                  <a:pt x="465" y="115"/>
                </a:moveTo>
                <a:lnTo>
                  <a:pt x="465" y="232"/>
                </a:lnTo>
                <a:lnTo>
                  <a:pt x="700" y="232"/>
                </a:lnTo>
                <a:lnTo>
                  <a:pt x="700" y="115"/>
                </a:lnTo>
                <a:lnTo>
                  <a:pt x="465" y="115"/>
                </a:lnTo>
                <a:close/>
                <a:moveTo>
                  <a:pt x="815" y="232"/>
                </a:moveTo>
                <a:lnTo>
                  <a:pt x="1164" y="232"/>
                </a:lnTo>
                <a:lnTo>
                  <a:pt x="1164" y="989"/>
                </a:lnTo>
                <a:cubicBezTo>
                  <a:pt x="1164" y="1055"/>
                  <a:pt x="1115" y="1107"/>
                  <a:pt x="1050" y="1107"/>
                </a:cubicBezTo>
                <a:lnTo>
                  <a:pt x="115" y="1107"/>
                </a:lnTo>
                <a:cubicBezTo>
                  <a:pt x="49" y="1107"/>
                  <a:pt x="0" y="1055"/>
                  <a:pt x="0" y="989"/>
                </a:cubicBezTo>
                <a:lnTo>
                  <a:pt x="0" y="232"/>
                </a:lnTo>
                <a:lnTo>
                  <a:pt x="350" y="232"/>
                </a:lnTo>
                <a:lnTo>
                  <a:pt x="350" y="115"/>
                </a:lnTo>
                <a:cubicBezTo>
                  <a:pt x="350" y="49"/>
                  <a:pt x="399" y="0"/>
                  <a:pt x="465" y="0"/>
                </a:cubicBezTo>
                <a:lnTo>
                  <a:pt x="700" y="0"/>
                </a:lnTo>
                <a:cubicBezTo>
                  <a:pt x="765" y="0"/>
                  <a:pt x="815" y="49"/>
                  <a:pt x="815" y="115"/>
                </a:cubicBezTo>
                <a:lnTo>
                  <a:pt x="815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02783" y="2341565"/>
            <a:ext cx="461963" cy="441325"/>
          </a:xfrm>
          <a:custGeom>
            <a:avLst/>
            <a:gdLst>
              <a:gd name="T0" fmla="*/ 642 w 1285"/>
              <a:gd name="T1" fmla="*/ 817 h 1225"/>
              <a:gd name="T2" fmla="*/ 962 w 1285"/>
              <a:gd name="T3" fmla="*/ 585 h 1225"/>
              <a:gd name="T4" fmla="*/ 642 w 1285"/>
              <a:gd name="T5" fmla="*/ 410 h 1225"/>
              <a:gd name="T6" fmla="*/ 642 w 1285"/>
              <a:gd name="T7" fmla="*/ 817 h 1225"/>
              <a:gd name="T8" fmla="*/ 642 w 1285"/>
              <a:gd name="T9" fmla="*/ 118 h 1225"/>
              <a:gd name="T10" fmla="*/ 642 w 1285"/>
              <a:gd name="T11" fmla="*/ 235 h 1225"/>
              <a:gd name="T12" fmla="*/ 874 w 1285"/>
              <a:gd name="T13" fmla="*/ 235 h 1225"/>
              <a:gd name="T14" fmla="*/ 874 w 1285"/>
              <a:gd name="T15" fmla="*/ 118 h 1225"/>
              <a:gd name="T16" fmla="*/ 642 w 1285"/>
              <a:gd name="T17" fmla="*/ 118 h 1225"/>
              <a:gd name="T18" fmla="*/ 992 w 1285"/>
              <a:gd name="T19" fmla="*/ 235 h 1225"/>
              <a:gd name="T20" fmla="*/ 1284 w 1285"/>
              <a:gd name="T21" fmla="*/ 235 h 1225"/>
              <a:gd name="T22" fmla="*/ 1284 w 1285"/>
              <a:gd name="T23" fmla="*/ 874 h 1225"/>
              <a:gd name="T24" fmla="*/ 1167 w 1285"/>
              <a:gd name="T25" fmla="*/ 992 h 1225"/>
              <a:gd name="T26" fmla="*/ 350 w 1285"/>
              <a:gd name="T27" fmla="*/ 992 h 1225"/>
              <a:gd name="T28" fmla="*/ 235 w 1285"/>
              <a:gd name="T29" fmla="*/ 874 h 1225"/>
              <a:gd name="T30" fmla="*/ 235 w 1285"/>
              <a:gd name="T31" fmla="*/ 235 h 1225"/>
              <a:gd name="T32" fmla="*/ 524 w 1285"/>
              <a:gd name="T33" fmla="*/ 235 h 1225"/>
              <a:gd name="T34" fmla="*/ 524 w 1285"/>
              <a:gd name="T35" fmla="*/ 118 h 1225"/>
              <a:gd name="T36" fmla="*/ 642 w 1285"/>
              <a:gd name="T37" fmla="*/ 0 h 1225"/>
              <a:gd name="T38" fmla="*/ 874 w 1285"/>
              <a:gd name="T39" fmla="*/ 0 h 1225"/>
              <a:gd name="T40" fmla="*/ 992 w 1285"/>
              <a:gd name="T41" fmla="*/ 118 h 1225"/>
              <a:gd name="T42" fmla="*/ 992 w 1285"/>
              <a:gd name="T43" fmla="*/ 235 h 1225"/>
              <a:gd name="T44" fmla="*/ 117 w 1285"/>
              <a:gd name="T45" fmla="*/ 467 h 1225"/>
              <a:gd name="T46" fmla="*/ 117 w 1285"/>
              <a:gd name="T47" fmla="*/ 1110 h 1225"/>
              <a:gd name="T48" fmla="*/ 1049 w 1285"/>
              <a:gd name="T49" fmla="*/ 1110 h 1225"/>
              <a:gd name="T50" fmla="*/ 934 w 1285"/>
              <a:gd name="T51" fmla="*/ 1224 h 1225"/>
              <a:gd name="T52" fmla="*/ 117 w 1285"/>
              <a:gd name="T53" fmla="*/ 1224 h 1225"/>
              <a:gd name="T54" fmla="*/ 0 w 1285"/>
              <a:gd name="T55" fmla="*/ 1110 h 1225"/>
              <a:gd name="T56" fmla="*/ 0 w 1285"/>
              <a:gd name="T57" fmla="*/ 467 h 1225"/>
              <a:gd name="T58" fmla="*/ 117 w 1285"/>
              <a:gd name="T59" fmla="*/ 467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5" h="1225">
                <a:moveTo>
                  <a:pt x="642" y="817"/>
                </a:moveTo>
                <a:lnTo>
                  <a:pt x="962" y="585"/>
                </a:lnTo>
                <a:lnTo>
                  <a:pt x="642" y="410"/>
                </a:lnTo>
                <a:lnTo>
                  <a:pt x="642" y="817"/>
                </a:lnTo>
                <a:close/>
                <a:moveTo>
                  <a:pt x="642" y="118"/>
                </a:moveTo>
                <a:lnTo>
                  <a:pt x="642" y="235"/>
                </a:lnTo>
                <a:lnTo>
                  <a:pt x="874" y="235"/>
                </a:lnTo>
                <a:lnTo>
                  <a:pt x="874" y="118"/>
                </a:lnTo>
                <a:lnTo>
                  <a:pt x="642" y="118"/>
                </a:lnTo>
                <a:close/>
                <a:moveTo>
                  <a:pt x="992" y="235"/>
                </a:moveTo>
                <a:lnTo>
                  <a:pt x="1284" y="235"/>
                </a:lnTo>
                <a:lnTo>
                  <a:pt x="1284" y="874"/>
                </a:lnTo>
                <a:cubicBezTo>
                  <a:pt x="1284" y="940"/>
                  <a:pt x="1232" y="992"/>
                  <a:pt x="1167" y="992"/>
                </a:cubicBezTo>
                <a:lnTo>
                  <a:pt x="350" y="992"/>
                </a:lnTo>
                <a:cubicBezTo>
                  <a:pt x="284" y="992"/>
                  <a:pt x="235" y="940"/>
                  <a:pt x="235" y="874"/>
                </a:cubicBezTo>
                <a:lnTo>
                  <a:pt x="235" y="235"/>
                </a:lnTo>
                <a:lnTo>
                  <a:pt x="524" y="235"/>
                </a:lnTo>
                <a:lnTo>
                  <a:pt x="524" y="118"/>
                </a:lnTo>
                <a:cubicBezTo>
                  <a:pt x="524" y="52"/>
                  <a:pt x="576" y="0"/>
                  <a:pt x="642" y="0"/>
                </a:cubicBezTo>
                <a:lnTo>
                  <a:pt x="874" y="0"/>
                </a:lnTo>
                <a:cubicBezTo>
                  <a:pt x="940" y="0"/>
                  <a:pt x="992" y="52"/>
                  <a:pt x="992" y="118"/>
                </a:cubicBezTo>
                <a:lnTo>
                  <a:pt x="992" y="235"/>
                </a:lnTo>
                <a:close/>
                <a:moveTo>
                  <a:pt x="117" y="467"/>
                </a:moveTo>
                <a:lnTo>
                  <a:pt x="117" y="1110"/>
                </a:lnTo>
                <a:lnTo>
                  <a:pt x="1049" y="1110"/>
                </a:lnTo>
                <a:cubicBezTo>
                  <a:pt x="1049" y="1175"/>
                  <a:pt x="1000" y="1224"/>
                  <a:pt x="934" y="1224"/>
                </a:cubicBezTo>
                <a:lnTo>
                  <a:pt x="117" y="1224"/>
                </a:lnTo>
                <a:cubicBezTo>
                  <a:pt x="52" y="1224"/>
                  <a:pt x="0" y="1175"/>
                  <a:pt x="0" y="1110"/>
                </a:cubicBezTo>
                <a:lnTo>
                  <a:pt x="0" y="467"/>
                </a:lnTo>
                <a:lnTo>
                  <a:pt x="117" y="4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318796" y="2352675"/>
            <a:ext cx="377825" cy="419100"/>
          </a:xfrm>
          <a:custGeom>
            <a:avLst/>
            <a:gdLst>
              <a:gd name="T0" fmla="*/ 874 w 1050"/>
              <a:gd name="T1" fmla="*/ 820 h 1163"/>
              <a:gd name="T2" fmla="*/ 1044 w 1050"/>
              <a:gd name="T3" fmla="*/ 990 h 1163"/>
              <a:gd name="T4" fmla="*/ 874 w 1050"/>
              <a:gd name="T5" fmla="*/ 1162 h 1163"/>
              <a:gd name="T6" fmla="*/ 705 w 1050"/>
              <a:gd name="T7" fmla="*/ 990 h 1163"/>
              <a:gd name="T8" fmla="*/ 708 w 1050"/>
              <a:gd name="T9" fmla="*/ 951 h 1163"/>
              <a:gd name="T10" fmla="*/ 295 w 1050"/>
              <a:gd name="T11" fmla="*/ 711 h 1163"/>
              <a:gd name="T12" fmla="*/ 175 w 1050"/>
              <a:gd name="T13" fmla="*/ 757 h 1163"/>
              <a:gd name="T14" fmla="*/ 0 w 1050"/>
              <a:gd name="T15" fmla="*/ 583 h 1163"/>
              <a:gd name="T16" fmla="*/ 175 w 1050"/>
              <a:gd name="T17" fmla="*/ 408 h 1163"/>
              <a:gd name="T18" fmla="*/ 295 w 1050"/>
              <a:gd name="T19" fmla="*/ 454 h 1163"/>
              <a:gd name="T20" fmla="*/ 705 w 1050"/>
              <a:gd name="T21" fmla="*/ 216 h 1163"/>
              <a:gd name="T22" fmla="*/ 700 w 1050"/>
              <a:gd name="T23" fmla="*/ 175 h 1163"/>
              <a:gd name="T24" fmla="*/ 874 w 1050"/>
              <a:gd name="T25" fmla="*/ 0 h 1163"/>
              <a:gd name="T26" fmla="*/ 1049 w 1050"/>
              <a:gd name="T27" fmla="*/ 175 h 1163"/>
              <a:gd name="T28" fmla="*/ 874 w 1050"/>
              <a:gd name="T29" fmla="*/ 350 h 1163"/>
              <a:gd name="T30" fmla="*/ 754 w 1050"/>
              <a:gd name="T31" fmla="*/ 301 h 1163"/>
              <a:gd name="T32" fmla="*/ 344 w 1050"/>
              <a:gd name="T33" fmla="*/ 542 h 1163"/>
              <a:gd name="T34" fmla="*/ 350 w 1050"/>
              <a:gd name="T35" fmla="*/ 583 h 1163"/>
              <a:gd name="T36" fmla="*/ 344 w 1050"/>
              <a:gd name="T37" fmla="*/ 624 h 1163"/>
              <a:gd name="T38" fmla="*/ 760 w 1050"/>
              <a:gd name="T39" fmla="*/ 864 h 1163"/>
              <a:gd name="T40" fmla="*/ 874 w 1050"/>
              <a:gd name="T41" fmla="*/ 820 h 1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50" h="1163">
                <a:moveTo>
                  <a:pt x="874" y="820"/>
                </a:moveTo>
                <a:cubicBezTo>
                  <a:pt x="967" y="820"/>
                  <a:pt x="1044" y="897"/>
                  <a:pt x="1044" y="990"/>
                </a:cubicBezTo>
                <a:cubicBezTo>
                  <a:pt x="1044" y="1083"/>
                  <a:pt x="966" y="1162"/>
                  <a:pt x="874" y="1162"/>
                </a:cubicBezTo>
                <a:cubicBezTo>
                  <a:pt x="781" y="1162"/>
                  <a:pt x="705" y="1083"/>
                  <a:pt x="705" y="990"/>
                </a:cubicBezTo>
                <a:cubicBezTo>
                  <a:pt x="705" y="976"/>
                  <a:pt x="705" y="962"/>
                  <a:pt x="708" y="951"/>
                </a:cubicBezTo>
                <a:lnTo>
                  <a:pt x="295" y="711"/>
                </a:lnTo>
                <a:cubicBezTo>
                  <a:pt x="262" y="741"/>
                  <a:pt x="221" y="757"/>
                  <a:pt x="175" y="757"/>
                </a:cubicBezTo>
                <a:cubicBezTo>
                  <a:pt x="79" y="757"/>
                  <a:pt x="0" y="678"/>
                  <a:pt x="0" y="583"/>
                </a:cubicBezTo>
                <a:cubicBezTo>
                  <a:pt x="0" y="487"/>
                  <a:pt x="79" y="408"/>
                  <a:pt x="175" y="408"/>
                </a:cubicBezTo>
                <a:cubicBezTo>
                  <a:pt x="221" y="408"/>
                  <a:pt x="262" y="424"/>
                  <a:pt x="295" y="454"/>
                </a:cubicBezTo>
                <a:lnTo>
                  <a:pt x="705" y="216"/>
                </a:lnTo>
                <a:cubicBezTo>
                  <a:pt x="702" y="203"/>
                  <a:pt x="700" y="189"/>
                  <a:pt x="700" y="175"/>
                </a:cubicBezTo>
                <a:cubicBezTo>
                  <a:pt x="700" y="80"/>
                  <a:pt x="778" y="0"/>
                  <a:pt x="874" y="0"/>
                </a:cubicBezTo>
                <a:cubicBezTo>
                  <a:pt x="969" y="0"/>
                  <a:pt x="1049" y="79"/>
                  <a:pt x="1049" y="175"/>
                </a:cubicBezTo>
                <a:cubicBezTo>
                  <a:pt x="1049" y="270"/>
                  <a:pt x="970" y="350"/>
                  <a:pt x="874" y="350"/>
                </a:cubicBezTo>
                <a:cubicBezTo>
                  <a:pt x="828" y="350"/>
                  <a:pt x="787" y="331"/>
                  <a:pt x="754" y="301"/>
                </a:cubicBezTo>
                <a:lnTo>
                  <a:pt x="344" y="542"/>
                </a:lnTo>
                <a:cubicBezTo>
                  <a:pt x="347" y="555"/>
                  <a:pt x="350" y="569"/>
                  <a:pt x="350" y="583"/>
                </a:cubicBezTo>
                <a:cubicBezTo>
                  <a:pt x="350" y="596"/>
                  <a:pt x="347" y="610"/>
                  <a:pt x="344" y="624"/>
                </a:cubicBezTo>
                <a:lnTo>
                  <a:pt x="760" y="864"/>
                </a:lnTo>
                <a:cubicBezTo>
                  <a:pt x="790" y="837"/>
                  <a:pt x="831" y="820"/>
                  <a:pt x="874" y="82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74483" y="2351088"/>
            <a:ext cx="411163" cy="419100"/>
          </a:xfrm>
          <a:custGeom>
            <a:avLst/>
            <a:gdLst>
              <a:gd name="T0" fmla="*/ 571 w 1144"/>
              <a:gd name="T1" fmla="*/ 787 h 1165"/>
              <a:gd name="T2" fmla="*/ 776 w 1144"/>
              <a:gd name="T3" fmla="*/ 582 h 1165"/>
              <a:gd name="T4" fmla="*/ 571 w 1144"/>
              <a:gd name="T5" fmla="*/ 377 h 1165"/>
              <a:gd name="T6" fmla="*/ 366 w 1144"/>
              <a:gd name="T7" fmla="*/ 582 h 1165"/>
              <a:gd name="T8" fmla="*/ 571 w 1144"/>
              <a:gd name="T9" fmla="*/ 787 h 1165"/>
              <a:gd name="T10" fmla="*/ 1006 w 1144"/>
              <a:gd name="T11" fmla="*/ 640 h 1165"/>
              <a:gd name="T12" fmla="*/ 1129 w 1144"/>
              <a:gd name="T13" fmla="*/ 735 h 1165"/>
              <a:gd name="T14" fmla="*/ 1134 w 1144"/>
              <a:gd name="T15" fmla="*/ 773 h 1165"/>
              <a:gd name="T16" fmla="*/ 1017 w 1144"/>
              <a:gd name="T17" fmla="*/ 976 h 1165"/>
              <a:gd name="T18" fmla="*/ 981 w 1144"/>
              <a:gd name="T19" fmla="*/ 987 h 1165"/>
              <a:gd name="T20" fmla="*/ 836 w 1144"/>
              <a:gd name="T21" fmla="*/ 929 h 1165"/>
              <a:gd name="T22" fmla="*/ 738 w 1144"/>
              <a:gd name="T23" fmla="*/ 987 h 1165"/>
              <a:gd name="T24" fmla="*/ 716 w 1144"/>
              <a:gd name="T25" fmla="*/ 1140 h 1165"/>
              <a:gd name="T26" fmla="*/ 689 w 1144"/>
              <a:gd name="T27" fmla="*/ 1164 h 1165"/>
              <a:gd name="T28" fmla="*/ 454 w 1144"/>
              <a:gd name="T29" fmla="*/ 1164 h 1165"/>
              <a:gd name="T30" fmla="*/ 427 w 1144"/>
              <a:gd name="T31" fmla="*/ 1140 h 1165"/>
              <a:gd name="T32" fmla="*/ 405 w 1144"/>
              <a:gd name="T33" fmla="*/ 987 h 1165"/>
              <a:gd name="T34" fmla="*/ 306 w 1144"/>
              <a:gd name="T35" fmla="*/ 929 h 1165"/>
              <a:gd name="T36" fmla="*/ 161 w 1144"/>
              <a:gd name="T37" fmla="*/ 987 h 1165"/>
              <a:gd name="T38" fmla="*/ 126 w 1144"/>
              <a:gd name="T39" fmla="*/ 976 h 1165"/>
              <a:gd name="T40" fmla="*/ 8 w 1144"/>
              <a:gd name="T41" fmla="*/ 773 h 1165"/>
              <a:gd name="T42" fmla="*/ 14 w 1144"/>
              <a:gd name="T43" fmla="*/ 735 h 1165"/>
              <a:gd name="T44" fmla="*/ 137 w 1144"/>
              <a:gd name="T45" fmla="*/ 640 h 1165"/>
              <a:gd name="T46" fmla="*/ 134 w 1144"/>
              <a:gd name="T47" fmla="*/ 582 h 1165"/>
              <a:gd name="T48" fmla="*/ 137 w 1144"/>
              <a:gd name="T49" fmla="*/ 525 h 1165"/>
              <a:gd name="T50" fmla="*/ 14 w 1144"/>
              <a:gd name="T51" fmla="*/ 429 h 1165"/>
              <a:gd name="T52" fmla="*/ 8 w 1144"/>
              <a:gd name="T53" fmla="*/ 391 h 1165"/>
              <a:gd name="T54" fmla="*/ 126 w 1144"/>
              <a:gd name="T55" fmla="*/ 189 h 1165"/>
              <a:gd name="T56" fmla="*/ 161 w 1144"/>
              <a:gd name="T57" fmla="*/ 178 h 1165"/>
              <a:gd name="T58" fmla="*/ 306 w 1144"/>
              <a:gd name="T59" fmla="*/ 235 h 1165"/>
              <a:gd name="T60" fmla="*/ 405 w 1144"/>
              <a:gd name="T61" fmla="*/ 178 h 1165"/>
              <a:gd name="T62" fmla="*/ 427 w 1144"/>
              <a:gd name="T63" fmla="*/ 25 h 1165"/>
              <a:gd name="T64" fmla="*/ 454 w 1144"/>
              <a:gd name="T65" fmla="*/ 0 h 1165"/>
              <a:gd name="T66" fmla="*/ 689 w 1144"/>
              <a:gd name="T67" fmla="*/ 0 h 1165"/>
              <a:gd name="T68" fmla="*/ 716 w 1144"/>
              <a:gd name="T69" fmla="*/ 25 h 1165"/>
              <a:gd name="T70" fmla="*/ 738 w 1144"/>
              <a:gd name="T71" fmla="*/ 178 h 1165"/>
              <a:gd name="T72" fmla="*/ 836 w 1144"/>
              <a:gd name="T73" fmla="*/ 235 h 1165"/>
              <a:gd name="T74" fmla="*/ 981 w 1144"/>
              <a:gd name="T75" fmla="*/ 178 h 1165"/>
              <a:gd name="T76" fmla="*/ 1017 w 1144"/>
              <a:gd name="T77" fmla="*/ 189 h 1165"/>
              <a:gd name="T78" fmla="*/ 1134 w 1144"/>
              <a:gd name="T79" fmla="*/ 391 h 1165"/>
              <a:gd name="T80" fmla="*/ 1129 w 1144"/>
              <a:gd name="T81" fmla="*/ 429 h 1165"/>
              <a:gd name="T82" fmla="*/ 1006 w 1144"/>
              <a:gd name="T83" fmla="*/ 525 h 1165"/>
              <a:gd name="T84" fmla="*/ 1009 w 1144"/>
              <a:gd name="T85" fmla="*/ 582 h 1165"/>
              <a:gd name="T86" fmla="*/ 1006 w 1144"/>
              <a:gd name="T87" fmla="*/ 64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144" h="1165">
                <a:moveTo>
                  <a:pt x="571" y="787"/>
                </a:moveTo>
                <a:cubicBezTo>
                  <a:pt x="683" y="787"/>
                  <a:pt x="776" y="694"/>
                  <a:pt x="776" y="582"/>
                </a:cubicBezTo>
                <a:cubicBezTo>
                  <a:pt x="776" y="470"/>
                  <a:pt x="683" y="377"/>
                  <a:pt x="571" y="377"/>
                </a:cubicBezTo>
                <a:cubicBezTo>
                  <a:pt x="459" y="377"/>
                  <a:pt x="366" y="470"/>
                  <a:pt x="366" y="582"/>
                </a:cubicBezTo>
                <a:cubicBezTo>
                  <a:pt x="366" y="694"/>
                  <a:pt x="459" y="787"/>
                  <a:pt x="571" y="787"/>
                </a:cubicBezTo>
                <a:close/>
                <a:moveTo>
                  <a:pt x="1006" y="640"/>
                </a:moveTo>
                <a:lnTo>
                  <a:pt x="1129" y="735"/>
                </a:lnTo>
                <a:cubicBezTo>
                  <a:pt x="1140" y="743"/>
                  <a:pt x="1143" y="760"/>
                  <a:pt x="1134" y="773"/>
                </a:cubicBezTo>
                <a:lnTo>
                  <a:pt x="1017" y="976"/>
                </a:lnTo>
                <a:cubicBezTo>
                  <a:pt x="1009" y="989"/>
                  <a:pt x="995" y="992"/>
                  <a:pt x="981" y="987"/>
                </a:cubicBezTo>
                <a:lnTo>
                  <a:pt x="836" y="929"/>
                </a:lnTo>
                <a:cubicBezTo>
                  <a:pt x="806" y="951"/>
                  <a:pt x="774" y="973"/>
                  <a:pt x="738" y="987"/>
                </a:cubicBezTo>
                <a:lnTo>
                  <a:pt x="716" y="1140"/>
                </a:lnTo>
                <a:cubicBezTo>
                  <a:pt x="713" y="1153"/>
                  <a:pt x="703" y="1164"/>
                  <a:pt x="689" y="1164"/>
                </a:cubicBezTo>
                <a:lnTo>
                  <a:pt x="454" y="1164"/>
                </a:lnTo>
                <a:cubicBezTo>
                  <a:pt x="440" y="1164"/>
                  <a:pt x="429" y="1153"/>
                  <a:pt x="427" y="1140"/>
                </a:cubicBezTo>
                <a:lnTo>
                  <a:pt x="405" y="987"/>
                </a:lnTo>
                <a:cubicBezTo>
                  <a:pt x="369" y="973"/>
                  <a:pt x="336" y="954"/>
                  <a:pt x="306" y="929"/>
                </a:cubicBezTo>
                <a:lnTo>
                  <a:pt x="161" y="987"/>
                </a:lnTo>
                <a:cubicBezTo>
                  <a:pt x="148" y="992"/>
                  <a:pt x="134" y="989"/>
                  <a:pt x="126" y="976"/>
                </a:cubicBezTo>
                <a:lnTo>
                  <a:pt x="8" y="773"/>
                </a:lnTo>
                <a:cubicBezTo>
                  <a:pt x="0" y="760"/>
                  <a:pt x="3" y="743"/>
                  <a:pt x="14" y="735"/>
                </a:cubicBezTo>
                <a:lnTo>
                  <a:pt x="137" y="640"/>
                </a:lnTo>
                <a:cubicBezTo>
                  <a:pt x="134" y="620"/>
                  <a:pt x="134" y="601"/>
                  <a:pt x="134" y="582"/>
                </a:cubicBezTo>
                <a:cubicBezTo>
                  <a:pt x="134" y="563"/>
                  <a:pt x="134" y="544"/>
                  <a:pt x="137" y="525"/>
                </a:cubicBezTo>
                <a:lnTo>
                  <a:pt x="14" y="429"/>
                </a:lnTo>
                <a:cubicBezTo>
                  <a:pt x="3" y="421"/>
                  <a:pt x="0" y="405"/>
                  <a:pt x="8" y="391"/>
                </a:cubicBezTo>
                <a:lnTo>
                  <a:pt x="126" y="189"/>
                </a:lnTo>
                <a:cubicBezTo>
                  <a:pt x="134" y="175"/>
                  <a:pt x="148" y="172"/>
                  <a:pt x="161" y="178"/>
                </a:cubicBezTo>
                <a:lnTo>
                  <a:pt x="306" y="235"/>
                </a:lnTo>
                <a:cubicBezTo>
                  <a:pt x="336" y="213"/>
                  <a:pt x="369" y="191"/>
                  <a:pt x="405" y="178"/>
                </a:cubicBezTo>
                <a:lnTo>
                  <a:pt x="427" y="25"/>
                </a:lnTo>
                <a:cubicBezTo>
                  <a:pt x="429" y="11"/>
                  <a:pt x="440" y="0"/>
                  <a:pt x="454" y="0"/>
                </a:cubicBezTo>
                <a:lnTo>
                  <a:pt x="689" y="0"/>
                </a:lnTo>
                <a:cubicBezTo>
                  <a:pt x="703" y="0"/>
                  <a:pt x="714" y="11"/>
                  <a:pt x="716" y="25"/>
                </a:cubicBezTo>
                <a:lnTo>
                  <a:pt x="738" y="178"/>
                </a:lnTo>
                <a:cubicBezTo>
                  <a:pt x="774" y="191"/>
                  <a:pt x="806" y="211"/>
                  <a:pt x="836" y="235"/>
                </a:cubicBezTo>
                <a:lnTo>
                  <a:pt x="981" y="178"/>
                </a:lnTo>
                <a:cubicBezTo>
                  <a:pt x="995" y="172"/>
                  <a:pt x="1009" y="175"/>
                  <a:pt x="1017" y="189"/>
                </a:cubicBezTo>
                <a:lnTo>
                  <a:pt x="1134" y="391"/>
                </a:lnTo>
                <a:cubicBezTo>
                  <a:pt x="1143" y="405"/>
                  <a:pt x="1140" y="421"/>
                  <a:pt x="1129" y="429"/>
                </a:cubicBezTo>
                <a:lnTo>
                  <a:pt x="1006" y="525"/>
                </a:lnTo>
                <a:cubicBezTo>
                  <a:pt x="1009" y="544"/>
                  <a:pt x="1009" y="563"/>
                  <a:pt x="1009" y="582"/>
                </a:cubicBezTo>
                <a:cubicBezTo>
                  <a:pt x="1009" y="601"/>
                  <a:pt x="1009" y="620"/>
                  <a:pt x="1006" y="64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506371" y="2319339"/>
            <a:ext cx="293687" cy="484187"/>
          </a:xfrm>
          <a:custGeom>
            <a:avLst/>
            <a:gdLst>
              <a:gd name="T0" fmla="*/ 464 w 815"/>
              <a:gd name="T1" fmla="*/ 918 h 1343"/>
              <a:gd name="T2" fmla="*/ 464 w 815"/>
              <a:gd name="T3" fmla="*/ 1110 h 1343"/>
              <a:gd name="T4" fmla="*/ 350 w 815"/>
              <a:gd name="T5" fmla="*/ 1110 h 1343"/>
              <a:gd name="T6" fmla="*/ 350 w 815"/>
              <a:gd name="T7" fmla="*/ 918 h 1343"/>
              <a:gd name="T8" fmla="*/ 0 w 815"/>
              <a:gd name="T9" fmla="*/ 525 h 1343"/>
              <a:gd name="T10" fmla="*/ 98 w 815"/>
              <a:gd name="T11" fmla="*/ 525 h 1343"/>
              <a:gd name="T12" fmla="*/ 407 w 815"/>
              <a:gd name="T13" fmla="*/ 823 h 1343"/>
              <a:gd name="T14" fmla="*/ 716 w 815"/>
              <a:gd name="T15" fmla="*/ 525 h 1343"/>
              <a:gd name="T16" fmla="*/ 814 w 815"/>
              <a:gd name="T17" fmla="*/ 525 h 1343"/>
              <a:gd name="T18" fmla="*/ 464 w 815"/>
              <a:gd name="T19" fmla="*/ 918 h 1343"/>
              <a:gd name="T20" fmla="*/ 582 w 815"/>
              <a:gd name="T21" fmla="*/ 1342 h 1343"/>
              <a:gd name="T22" fmla="*/ 582 w 815"/>
              <a:gd name="T23" fmla="*/ 1225 h 1343"/>
              <a:gd name="T24" fmla="*/ 700 w 815"/>
              <a:gd name="T25" fmla="*/ 1225 h 1343"/>
              <a:gd name="T26" fmla="*/ 700 w 815"/>
              <a:gd name="T27" fmla="*/ 1342 h 1343"/>
              <a:gd name="T28" fmla="*/ 582 w 815"/>
              <a:gd name="T29" fmla="*/ 1342 h 1343"/>
              <a:gd name="T30" fmla="*/ 350 w 815"/>
              <a:gd name="T31" fmla="*/ 1342 h 1343"/>
              <a:gd name="T32" fmla="*/ 350 w 815"/>
              <a:gd name="T33" fmla="*/ 1225 h 1343"/>
              <a:gd name="T34" fmla="*/ 464 w 815"/>
              <a:gd name="T35" fmla="*/ 1225 h 1343"/>
              <a:gd name="T36" fmla="*/ 464 w 815"/>
              <a:gd name="T37" fmla="*/ 1342 h 1343"/>
              <a:gd name="T38" fmla="*/ 350 w 815"/>
              <a:gd name="T39" fmla="*/ 1342 h 1343"/>
              <a:gd name="T40" fmla="*/ 407 w 815"/>
              <a:gd name="T41" fmla="*/ 700 h 1343"/>
              <a:gd name="T42" fmla="*/ 232 w 815"/>
              <a:gd name="T43" fmla="*/ 525 h 1343"/>
              <a:gd name="T44" fmla="*/ 232 w 815"/>
              <a:gd name="T45" fmla="*/ 175 h 1343"/>
              <a:gd name="T46" fmla="*/ 407 w 815"/>
              <a:gd name="T47" fmla="*/ 0 h 1343"/>
              <a:gd name="T48" fmla="*/ 582 w 815"/>
              <a:gd name="T49" fmla="*/ 175 h 1343"/>
              <a:gd name="T50" fmla="*/ 582 w 815"/>
              <a:gd name="T51" fmla="*/ 525 h 1343"/>
              <a:gd name="T52" fmla="*/ 407 w 815"/>
              <a:gd name="T53" fmla="*/ 700 h 1343"/>
              <a:gd name="T54" fmla="*/ 115 w 815"/>
              <a:gd name="T55" fmla="*/ 1342 h 1343"/>
              <a:gd name="T56" fmla="*/ 115 w 815"/>
              <a:gd name="T57" fmla="*/ 1225 h 1343"/>
              <a:gd name="T58" fmla="*/ 232 w 815"/>
              <a:gd name="T59" fmla="*/ 1225 h 1343"/>
              <a:gd name="T60" fmla="*/ 232 w 815"/>
              <a:gd name="T61" fmla="*/ 1342 h 1343"/>
              <a:gd name="T62" fmla="*/ 115 w 815"/>
              <a:gd name="T63" fmla="*/ 1342 h 1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15" h="1343">
                <a:moveTo>
                  <a:pt x="464" y="918"/>
                </a:moveTo>
                <a:lnTo>
                  <a:pt x="464" y="1110"/>
                </a:lnTo>
                <a:lnTo>
                  <a:pt x="350" y="1110"/>
                </a:lnTo>
                <a:lnTo>
                  <a:pt x="350" y="918"/>
                </a:lnTo>
                <a:cubicBezTo>
                  <a:pt x="158" y="891"/>
                  <a:pt x="0" y="724"/>
                  <a:pt x="0" y="525"/>
                </a:cubicBezTo>
                <a:lnTo>
                  <a:pt x="98" y="525"/>
                </a:lnTo>
                <a:cubicBezTo>
                  <a:pt x="98" y="700"/>
                  <a:pt x="246" y="823"/>
                  <a:pt x="407" y="823"/>
                </a:cubicBezTo>
                <a:cubicBezTo>
                  <a:pt x="568" y="823"/>
                  <a:pt x="716" y="700"/>
                  <a:pt x="716" y="525"/>
                </a:cubicBezTo>
                <a:lnTo>
                  <a:pt x="814" y="525"/>
                </a:lnTo>
                <a:cubicBezTo>
                  <a:pt x="814" y="724"/>
                  <a:pt x="656" y="891"/>
                  <a:pt x="464" y="918"/>
                </a:cubicBezTo>
                <a:close/>
                <a:moveTo>
                  <a:pt x="582" y="1342"/>
                </a:moveTo>
                <a:lnTo>
                  <a:pt x="582" y="1225"/>
                </a:lnTo>
                <a:lnTo>
                  <a:pt x="700" y="1225"/>
                </a:lnTo>
                <a:lnTo>
                  <a:pt x="700" y="1342"/>
                </a:lnTo>
                <a:lnTo>
                  <a:pt x="582" y="1342"/>
                </a:lnTo>
                <a:close/>
                <a:moveTo>
                  <a:pt x="350" y="1342"/>
                </a:moveTo>
                <a:lnTo>
                  <a:pt x="350" y="1225"/>
                </a:lnTo>
                <a:lnTo>
                  <a:pt x="464" y="1225"/>
                </a:lnTo>
                <a:lnTo>
                  <a:pt x="464" y="1342"/>
                </a:lnTo>
                <a:lnTo>
                  <a:pt x="350" y="1342"/>
                </a:lnTo>
                <a:close/>
                <a:moveTo>
                  <a:pt x="407" y="700"/>
                </a:moveTo>
                <a:cubicBezTo>
                  <a:pt x="311" y="700"/>
                  <a:pt x="232" y="621"/>
                  <a:pt x="232" y="525"/>
                </a:cubicBezTo>
                <a:lnTo>
                  <a:pt x="232" y="175"/>
                </a:lnTo>
                <a:cubicBezTo>
                  <a:pt x="232" y="80"/>
                  <a:pt x="311" y="0"/>
                  <a:pt x="407" y="0"/>
                </a:cubicBezTo>
                <a:cubicBezTo>
                  <a:pt x="503" y="0"/>
                  <a:pt x="582" y="80"/>
                  <a:pt x="582" y="175"/>
                </a:cubicBezTo>
                <a:lnTo>
                  <a:pt x="582" y="525"/>
                </a:lnTo>
                <a:cubicBezTo>
                  <a:pt x="582" y="621"/>
                  <a:pt x="503" y="700"/>
                  <a:pt x="407" y="700"/>
                </a:cubicBezTo>
                <a:close/>
                <a:moveTo>
                  <a:pt x="115" y="1342"/>
                </a:moveTo>
                <a:lnTo>
                  <a:pt x="115" y="1225"/>
                </a:lnTo>
                <a:lnTo>
                  <a:pt x="232" y="1225"/>
                </a:lnTo>
                <a:lnTo>
                  <a:pt x="232" y="1342"/>
                </a:lnTo>
                <a:lnTo>
                  <a:pt x="115" y="134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493794" y="2371727"/>
            <a:ext cx="461962" cy="377825"/>
          </a:xfrm>
          <a:custGeom>
            <a:avLst/>
            <a:gdLst>
              <a:gd name="T0" fmla="*/ 1167 w 1285"/>
              <a:gd name="T1" fmla="*/ 935 h 1051"/>
              <a:gd name="T2" fmla="*/ 1167 w 1285"/>
              <a:gd name="T3" fmla="*/ 115 h 1051"/>
              <a:gd name="T4" fmla="*/ 117 w 1285"/>
              <a:gd name="T5" fmla="*/ 115 h 1051"/>
              <a:gd name="T6" fmla="*/ 117 w 1285"/>
              <a:gd name="T7" fmla="*/ 935 h 1051"/>
              <a:gd name="T8" fmla="*/ 1167 w 1285"/>
              <a:gd name="T9" fmla="*/ 935 h 1051"/>
              <a:gd name="T10" fmla="*/ 1167 w 1285"/>
              <a:gd name="T11" fmla="*/ 0 h 1051"/>
              <a:gd name="T12" fmla="*/ 1284 w 1285"/>
              <a:gd name="T13" fmla="*/ 118 h 1051"/>
              <a:gd name="T14" fmla="*/ 1284 w 1285"/>
              <a:gd name="T15" fmla="*/ 932 h 1051"/>
              <a:gd name="T16" fmla="*/ 1167 w 1285"/>
              <a:gd name="T17" fmla="*/ 1050 h 1051"/>
              <a:gd name="T18" fmla="*/ 117 w 1285"/>
              <a:gd name="T19" fmla="*/ 1050 h 1051"/>
              <a:gd name="T20" fmla="*/ 0 w 1285"/>
              <a:gd name="T21" fmla="*/ 932 h 1051"/>
              <a:gd name="T22" fmla="*/ 0 w 1285"/>
              <a:gd name="T23" fmla="*/ 118 h 1051"/>
              <a:gd name="T24" fmla="*/ 117 w 1285"/>
              <a:gd name="T25" fmla="*/ 0 h 1051"/>
              <a:gd name="T26" fmla="*/ 1167 w 1285"/>
              <a:gd name="T27" fmla="*/ 0 h 1051"/>
              <a:gd name="T28" fmla="*/ 467 w 1285"/>
              <a:gd name="T29" fmla="*/ 757 h 1051"/>
              <a:gd name="T30" fmla="*/ 292 w 1285"/>
              <a:gd name="T31" fmla="*/ 583 h 1051"/>
              <a:gd name="T32" fmla="*/ 448 w 1285"/>
              <a:gd name="T33" fmla="*/ 410 h 1051"/>
              <a:gd name="T34" fmla="*/ 459 w 1285"/>
              <a:gd name="T35" fmla="*/ 410 h 1051"/>
              <a:gd name="T36" fmla="*/ 642 w 1285"/>
              <a:gd name="T37" fmla="*/ 293 h 1051"/>
              <a:gd name="T38" fmla="*/ 844 w 1285"/>
              <a:gd name="T39" fmla="*/ 468 h 1051"/>
              <a:gd name="T40" fmla="*/ 847 w 1285"/>
              <a:gd name="T41" fmla="*/ 468 h 1051"/>
              <a:gd name="T42" fmla="*/ 992 w 1285"/>
              <a:gd name="T43" fmla="*/ 613 h 1051"/>
              <a:gd name="T44" fmla="*/ 847 w 1285"/>
              <a:gd name="T45" fmla="*/ 757 h 1051"/>
              <a:gd name="T46" fmla="*/ 467 w 1285"/>
              <a:gd name="T47" fmla="*/ 757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5" h="1051">
                <a:moveTo>
                  <a:pt x="1167" y="935"/>
                </a:moveTo>
                <a:lnTo>
                  <a:pt x="1167" y="115"/>
                </a:lnTo>
                <a:lnTo>
                  <a:pt x="117" y="115"/>
                </a:lnTo>
                <a:lnTo>
                  <a:pt x="117" y="935"/>
                </a:lnTo>
                <a:lnTo>
                  <a:pt x="1167" y="935"/>
                </a:lnTo>
                <a:close/>
                <a:moveTo>
                  <a:pt x="1167" y="0"/>
                </a:moveTo>
                <a:cubicBezTo>
                  <a:pt x="1229" y="0"/>
                  <a:pt x="1284" y="55"/>
                  <a:pt x="1284" y="118"/>
                </a:cubicBezTo>
                <a:lnTo>
                  <a:pt x="1284" y="932"/>
                </a:lnTo>
                <a:cubicBezTo>
                  <a:pt x="1284" y="995"/>
                  <a:pt x="1229" y="1050"/>
                  <a:pt x="1167" y="1050"/>
                </a:cubicBez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4" y="0"/>
                  <a:pt x="117" y="0"/>
                </a:cubicBezTo>
                <a:lnTo>
                  <a:pt x="1167" y="0"/>
                </a:lnTo>
                <a:close/>
                <a:moveTo>
                  <a:pt x="467" y="757"/>
                </a:moveTo>
                <a:cubicBezTo>
                  <a:pt x="371" y="757"/>
                  <a:pt x="292" y="678"/>
                  <a:pt x="292" y="583"/>
                </a:cubicBezTo>
                <a:cubicBezTo>
                  <a:pt x="292" y="492"/>
                  <a:pt x="360" y="419"/>
                  <a:pt x="448" y="410"/>
                </a:cubicBezTo>
                <a:lnTo>
                  <a:pt x="459" y="410"/>
                </a:lnTo>
                <a:cubicBezTo>
                  <a:pt x="492" y="342"/>
                  <a:pt x="560" y="293"/>
                  <a:pt x="642" y="293"/>
                </a:cubicBezTo>
                <a:cubicBezTo>
                  <a:pt x="746" y="293"/>
                  <a:pt x="830" y="369"/>
                  <a:pt x="844" y="468"/>
                </a:cubicBezTo>
                <a:lnTo>
                  <a:pt x="847" y="468"/>
                </a:lnTo>
                <a:cubicBezTo>
                  <a:pt x="926" y="468"/>
                  <a:pt x="992" y="533"/>
                  <a:pt x="992" y="613"/>
                </a:cubicBezTo>
                <a:cubicBezTo>
                  <a:pt x="992" y="692"/>
                  <a:pt x="926" y="757"/>
                  <a:pt x="847" y="757"/>
                </a:cubicBezTo>
                <a:lnTo>
                  <a:pt x="467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35208" y="2319339"/>
            <a:ext cx="327025" cy="484187"/>
          </a:xfrm>
          <a:custGeom>
            <a:avLst/>
            <a:gdLst>
              <a:gd name="T0" fmla="*/ 454 w 908"/>
              <a:gd name="T1" fmla="*/ 0 h 1343"/>
              <a:gd name="T2" fmla="*/ 907 w 908"/>
              <a:gd name="T3" fmla="*/ 189 h 1343"/>
              <a:gd name="T4" fmla="*/ 825 w 908"/>
              <a:gd name="T5" fmla="*/ 271 h 1343"/>
              <a:gd name="T6" fmla="*/ 454 w 908"/>
              <a:gd name="T7" fmla="*/ 118 h 1343"/>
              <a:gd name="T8" fmla="*/ 82 w 908"/>
              <a:gd name="T9" fmla="*/ 271 h 1343"/>
              <a:gd name="T10" fmla="*/ 0 w 908"/>
              <a:gd name="T11" fmla="*/ 189 h 1343"/>
              <a:gd name="T12" fmla="*/ 454 w 908"/>
              <a:gd name="T13" fmla="*/ 0 h 1343"/>
              <a:gd name="T14" fmla="*/ 164 w 908"/>
              <a:gd name="T15" fmla="*/ 353 h 1343"/>
              <a:gd name="T16" fmla="*/ 454 w 908"/>
              <a:gd name="T17" fmla="*/ 233 h 1343"/>
              <a:gd name="T18" fmla="*/ 743 w 908"/>
              <a:gd name="T19" fmla="*/ 353 h 1343"/>
              <a:gd name="T20" fmla="*/ 661 w 908"/>
              <a:gd name="T21" fmla="*/ 435 h 1343"/>
              <a:gd name="T22" fmla="*/ 454 w 908"/>
              <a:gd name="T23" fmla="*/ 350 h 1343"/>
              <a:gd name="T24" fmla="*/ 246 w 908"/>
              <a:gd name="T25" fmla="*/ 435 h 1343"/>
              <a:gd name="T26" fmla="*/ 164 w 908"/>
              <a:gd name="T27" fmla="*/ 353 h 1343"/>
              <a:gd name="T28" fmla="*/ 454 w 908"/>
              <a:gd name="T29" fmla="*/ 875 h 1343"/>
              <a:gd name="T30" fmla="*/ 571 w 908"/>
              <a:gd name="T31" fmla="*/ 757 h 1343"/>
              <a:gd name="T32" fmla="*/ 454 w 908"/>
              <a:gd name="T33" fmla="*/ 642 h 1343"/>
              <a:gd name="T34" fmla="*/ 336 w 908"/>
              <a:gd name="T35" fmla="*/ 757 h 1343"/>
              <a:gd name="T36" fmla="*/ 454 w 908"/>
              <a:gd name="T37" fmla="*/ 875 h 1343"/>
              <a:gd name="T38" fmla="*/ 628 w 908"/>
              <a:gd name="T39" fmla="*/ 525 h 1343"/>
              <a:gd name="T40" fmla="*/ 686 w 908"/>
              <a:gd name="T41" fmla="*/ 582 h 1343"/>
              <a:gd name="T42" fmla="*/ 686 w 908"/>
              <a:gd name="T43" fmla="*/ 1282 h 1343"/>
              <a:gd name="T44" fmla="*/ 628 w 908"/>
              <a:gd name="T45" fmla="*/ 1342 h 1343"/>
              <a:gd name="T46" fmla="*/ 279 w 908"/>
              <a:gd name="T47" fmla="*/ 1342 h 1343"/>
              <a:gd name="T48" fmla="*/ 221 w 908"/>
              <a:gd name="T49" fmla="*/ 1282 h 1343"/>
              <a:gd name="T50" fmla="*/ 221 w 908"/>
              <a:gd name="T51" fmla="*/ 582 h 1343"/>
              <a:gd name="T52" fmla="*/ 279 w 908"/>
              <a:gd name="T53" fmla="*/ 525 h 1343"/>
              <a:gd name="T54" fmla="*/ 628 w 908"/>
              <a:gd name="T55" fmla="*/ 525 h 1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08" h="1343">
                <a:moveTo>
                  <a:pt x="454" y="0"/>
                </a:moveTo>
                <a:cubicBezTo>
                  <a:pt x="631" y="0"/>
                  <a:pt x="792" y="71"/>
                  <a:pt x="907" y="189"/>
                </a:cubicBezTo>
                <a:lnTo>
                  <a:pt x="825" y="271"/>
                </a:lnTo>
                <a:cubicBezTo>
                  <a:pt x="730" y="175"/>
                  <a:pt x="599" y="118"/>
                  <a:pt x="454" y="118"/>
                </a:cubicBezTo>
                <a:cubicBezTo>
                  <a:pt x="310" y="118"/>
                  <a:pt x="178" y="175"/>
                  <a:pt x="82" y="271"/>
                </a:cubicBezTo>
                <a:lnTo>
                  <a:pt x="0" y="189"/>
                </a:lnTo>
                <a:cubicBezTo>
                  <a:pt x="115" y="74"/>
                  <a:pt x="276" y="0"/>
                  <a:pt x="454" y="0"/>
                </a:cubicBezTo>
                <a:close/>
                <a:moveTo>
                  <a:pt x="164" y="353"/>
                </a:moveTo>
                <a:cubicBezTo>
                  <a:pt x="238" y="279"/>
                  <a:pt x="342" y="233"/>
                  <a:pt x="454" y="233"/>
                </a:cubicBezTo>
                <a:cubicBezTo>
                  <a:pt x="566" y="233"/>
                  <a:pt x="669" y="279"/>
                  <a:pt x="743" y="353"/>
                </a:cubicBezTo>
                <a:lnTo>
                  <a:pt x="661" y="435"/>
                </a:lnTo>
                <a:cubicBezTo>
                  <a:pt x="609" y="383"/>
                  <a:pt x="534" y="350"/>
                  <a:pt x="454" y="350"/>
                </a:cubicBezTo>
                <a:cubicBezTo>
                  <a:pt x="375" y="350"/>
                  <a:pt x="298" y="383"/>
                  <a:pt x="246" y="435"/>
                </a:cubicBezTo>
                <a:lnTo>
                  <a:pt x="164" y="353"/>
                </a:lnTo>
                <a:close/>
                <a:moveTo>
                  <a:pt x="454" y="875"/>
                </a:moveTo>
                <a:cubicBezTo>
                  <a:pt x="516" y="875"/>
                  <a:pt x="571" y="820"/>
                  <a:pt x="571" y="757"/>
                </a:cubicBezTo>
                <a:cubicBezTo>
                  <a:pt x="571" y="694"/>
                  <a:pt x="517" y="642"/>
                  <a:pt x="454" y="642"/>
                </a:cubicBezTo>
                <a:cubicBezTo>
                  <a:pt x="392" y="642"/>
                  <a:pt x="336" y="694"/>
                  <a:pt x="336" y="757"/>
                </a:cubicBezTo>
                <a:cubicBezTo>
                  <a:pt x="336" y="820"/>
                  <a:pt x="391" y="875"/>
                  <a:pt x="454" y="875"/>
                </a:cubicBezTo>
                <a:close/>
                <a:moveTo>
                  <a:pt x="628" y="525"/>
                </a:moveTo>
                <a:cubicBezTo>
                  <a:pt x="661" y="525"/>
                  <a:pt x="686" y="550"/>
                  <a:pt x="686" y="582"/>
                </a:cubicBezTo>
                <a:lnTo>
                  <a:pt x="686" y="1282"/>
                </a:lnTo>
                <a:cubicBezTo>
                  <a:pt x="686" y="1315"/>
                  <a:pt x="661" y="1342"/>
                  <a:pt x="628" y="1342"/>
                </a:cubicBezTo>
                <a:lnTo>
                  <a:pt x="279" y="1342"/>
                </a:lnTo>
                <a:cubicBezTo>
                  <a:pt x="246" y="1342"/>
                  <a:pt x="221" y="1315"/>
                  <a:pt x="221" y="1282"/>
                </a:cubicBezTo>
                <a:lnTo>
                  <a:pt x="221" y="582"/>
                </a:lnTo>
                <a:cubicBezTo>
                  <a:pt x="221" y="550"/>
                  <a:pt x="246" y="525"/>
                  <a:pt x="279" y="525"/>
                </a:cubicBezTo>
                <a:lnTo>
                  <a:pt x="628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702006" y="2330451"/>
            <a:ext cx="336550" cy="461963"/>
          </a:xfrm>
          <a:custGeom>
            <a:avLst/>
            <a:gdLst>
              <a:gd name="T0" fmla="*/ 642 w 936"/>
              <a:gd name="T1" fmla="*/ 1282 h 1283"/>
              <a:gd name="T2" fmla="*/ 642 w 936"/>
              <a:gd name="T3" fmla="*/ 1164 h 1283"/>
              <a:gd name="T4" fmla="*/ 760 w 936"/>
              <a:gd name="T5" fmla="*/ 1164 h 1283"/>
              <a:gd name="T6" fmla="*/ 760 w 936"/>
              <a:gd name="T7" fmla="*/ 1282 h 1283"/>
              <a:gd name="T8" fmla="*/ 642 w 936"/>
              <a:gd name="T9" fmla="*/ 1282 h 1283"/>
              <a:gd name="T10" fmla="*/ 732 w 936"/>
              <a:gd name="T11" fmla="*/ 142 h 1283"/>
              <a:gd name="T12" fmla="*/ 935 w 936"/>
              <a:gd name="T13" fmla="*/ 525 h 1283"/>
              <a:gd name="T14" fmla="*/ 467 w 936"/>
              <a:gd name="T15" fmla="*/ 990 h 1283"/>
              <a:gd name="T16" fmla="*/ 0 w 936"/>
              <a:gd name="T17" fmla="*/ 525 h 1283"/>
              <a:gd name="T18" fmla="*/ 202 w 936"/>
              <a:gd name="T19" fmla="*/ 142 h 1283"/>
              <a:gd name="T20" fmla="*/ 284 w 936"/>
              <a:gd name="T21" fmla="*/ 224 h 1283"/>
              <a:gd name="T22" fmla="*/ 117 w 936"/>
              <a:gd name="T23" fmla="*/ 525 h 1283"/>
              <a:gd name="T24" fmla="*/ 467 w 936"/>
              <a:gd name="T25" fmla="*/ 875 h 1283"/>
              <a:gd name="T26" fmla="*/ 817 w 936"/>
              <a:gd name="T27" fmla="*/ 525 h 1283"/>
              <a:gd name="T28" fmla="*/ 648 w 936"/>
              <a:gd name="T29" fmla="*/ 227 h 1283"/>
              <a:gd name="T30" fmla="*/ 732 w 936"/>
              <a:gd name="T31" fmla="*/ 142 h 1283"/>
              <a:gd name="T32" fmla="*/ 525 w 936"/>
              <a:gd name="T33" fmla="*/ 0 h 1283"/>
              <a:gd name="T34" fmla="*/ 525 w 936"/>
              <a:gd name="T35" fmla="*/ 582 h 1283"/>
              <a:gd name="T36" fmla="*/ 410 w 936"/>
              <a:gd name="T37" fmla="*/ 582 h 1283"/>
              <a:gd name="T38" fmla="*/ 410 w 936"/>
              <a:gd name="T39" fmla="*/ 0 h 1283"/>
              <a:gd name="T40" fmla="*/ 525 w 936"/>
              <a:gd name="T41" fmla="*/ 0 h 1283"/>
              <a:gd name="T42" fmla="*/ 410 w 936"/>
              <a:gd name="T43" fmla="*/ 1282 h 1283"/>
              <a:gd name="T44" fmla="*/ 410 w 936"/>
              <a:gd name="T45" fmla="*/ 1164 h 1283"/>
              <a:gd name="T46" fmla="*/ 525 w 936"/>
              <a:gd name="T47" fmla="*/ 1164 h 1283"/>
              <a:gd name="T48" fmla="*/ 525 w 936"/>
              <a:gd name="T49" fmla="*/ 1282 h 1283"/>
              <a:gd name="T50" fmla="*/ 410 w 936"/>
              <a:gd name="T51" fmla="*/ 1282 h 1283"/>
              <a:gd name="T52" fmla="*/ 175 w 936"/>
              <a:gd name="T53" fmla="*/ 1282 h 1283"/>
              <a:gd name="T54" fmla="*/ 175 w 936"/>
              <a:gd name="T55" fmla="*/ 1164 h 1283"/>
              <a:gd name="T56" fmla="*/ 292 w 936"/>
              <a:gd name="T57" fmla="*/ 1164 h 1283"/>
              <a:gd name="T58" fmla="*/ 292 w 936"/>
              <a:gd name="T59" fmla="*/ 1282 h 1283"/>
              <a:gd name="T60" fmla="*/ 175 w 936"/>
              <a:gd name="T61" fmla="*/ 1282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36" h="1283">
                <a:moveTo>
                  <a:pt x="642" y="1282"/>
                </a:moveTo>
                <a:lnTo>
                  <a:pt x="642" y="1164"/>
                </a:lnTo>
                <a:lnTo>
                  <a:pt x="760" y="1164"/>
                </a:lnTo>
                <a:lnTo>
                  <a:pt x="760" y="1282"/>
                </a:lnTo>
                <a:lnTo>
                  <a:pt x="642" y="1282"/>
                </a:lnTo>
                <a:close/>
                <a:moveTo>
                  <a:pt x="732" y="142"/>
                </a:moveTo>
                <a:cubicBezTo>
                  <a:pt x="853" y="227"/>
                  <a:pt x="935" y="367"/>
                  <a:pt x="935" y="525"/>
                </a:cubicBezTo>
                <a:cubicBezTo>
                  <a:pt x="935" y="782"/>
                  <a:pt x="724" y="990"/>
                  <a:pt x="467" y="990"/>
                </a:cubicBezTo>
                <a:cubicBezTo>
                  <a:pt x="210" y="990"/>
                  <a:pt x="0" y="782"/>
                  <a:pt x="0" y="525"/>
                </a:cubicBezTo>
                <a:cubicBezTo>
                  <a:pt x="0" y="367"/>
                  <a:pt x="82" y="227"/>
                  <a:pt x="202" y="142"/>
                </a:cubicBezTo>
                <a:lnTo>
                  <a:pt x="284" y="224"/>
                </a:lnTo>
                <a:cubicBezTo>
                  <a:pt x="183" y="287"/>
                  <a:pt x="117" y="399"/>
                  <a:pt x="117" y="525"/>
                </a:cubicBezTo>
                <a:cubicBezTo>
                  <a:pt x="117" y="719"/>
                  <a:pt x="273" y="875"/>
                  <a:pt x="467" y="875"/>
                </a:cubicBezTo>
                <a:cubicBezTo>
                  <a:pt x="661" y="875"/>
                  <a:pt x="817" y="719"/>
                  <a:pt x="817" y="525"/>
                </a:cubicBezTo>
                <a:cubicBezTo>
                  <a:pt x="817" y="399"/>
                  <a:pt x="749" y="287"/>
                  <a:pt x="648" y="227"/>
                </a:cubicBezTo>
                <a:lnTo>
                  <a:pt x="732" y="142"/>
                </a:lnTo>
                <a:close/>
                <a:moveTo>
                  <a:pt x="525" y="0"/>
                </a:moveTo>
                <a:lnTo>
                  <a:pt x="525" y="582"/>
                </a:lnTo>
                <a:lnTo>
                  <a:pt x="410" y="582"/>
                </a:lnTo>
                <a:lnTo>
                  <a:pt x="410" y="0"/>
                </a:lnTo>
                <a:lnTo>
                  <a:pt x="525" y="0"/>
                </a:lnTo>
                <a:close/>
                <a:moveTo>
                  <a:pt x="410" y="1282"/>
                </a:moveTo>
                <a:lnTo>
                  <a:pt x="410" y="1164"/>
                </a:lnTo>
                <a:lnTo>
                  <a:pt x="525" y="1164"/>
                </a:lnTo>
                <a:lnTo>
                  <a:pt x="525" y="1282"/>
                </a:lnTo>
                <a:lnTo>
                  <a:pt x="410" y="1282"/>
                </a:lnTo>
                <a:close/>
                <a:moveTo>
                  <a:pt x="175" y="1282"/>
                </a:moveTo>
                <a:lnTo>
                  <a:pt x="175" y="1164"/>
                </a:lnTo>
                <a:lnTo>
                  <a:pt x="292" y="1164"/>
                </a:lnTo>
                <a:lnTo>
                  <a:pt x="292" y="1282"/>
                </a:lnTo>
                <a:lnTo>
                  <a:pt x="175" y="12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54521" y="2371727"/>
            <a:ext cx="377825" cy="377825"/>
          </a:xfrm>
          <a:custGeom>
            <a:avLst/>
            <a:gdLst>
              <a:gd name="T0" fmla="*/ 932 w 1051"/>
              <a:gd name="T1" fmla="*/ 350 h 1051"/>
              <a:gd name="T2" fmla="*/ 1050 w 1051"/>
              <a:gd name="T3" fmla="*/ 350 h 1051"/>
              <a:gd name="T4" fmla="*/ 1050 w 1051"/>
              <a:gd name="T5" fmla="*/ 468 h 1051"/>
              <a:gd name="T6" fmla="*/ 932 w 1051"/>
              <a:gd name="T7" fmla="*/ 468 h 1051"/>
              <a:gd name="T8" fmla="*/ 932 w 1051"/>
              <a:gd name="T9" fmla="*/ 350 h 1051"/>
              <a:gd name="T10" fmla="*/ 992 w 1051"/>
              <a:gd name="T11" fmla="*/ 730 h 1051"/>
              <a:gd name="T12" fmla="*/ 1050 w 1051"/>
              <a:gd name="T13" fmla="*/ 787 h 1051"/>
              <a:gd name="T14" fmla="*/ 1050 w 1051"/>
              <a:gd name="T15" fmla="*/ 992 h 1051"/>
              <a:gd name="T16" fmla="*/ 992 w 1051"/>
              <a:gd name="T17" fmla="*/ 1050 h 1051"/>
              <a:gd name="T18" fmla="*/ 0 w 1051"/>
              <a:gd name="T19" fmla="*/ 58 h 1051"/>
              <a:gd name="T20" fmla="*/ 58 w 1051"/>
              <a:gd name="T21" fmla="*/ 0 h 1051"/>
              <a:gd name="T22" fmla="*/ 263 w 1051"/>
              <a:gd name="T23" fmla="*/ 0 h 1051"/>
              <a:gd name="T24" fmla="*/ 320 w 1051"/>
              <a:gd name="T25" fmla="*/ 58 h 1051"/>
              <a:gd name="T26" fmla="*/ 353 w 1051"/>
              <a:gd name="T27" fmla="*/ 266 h 1051"/>
              <a:gd name="T28" fmla="*/ 339 w 1051"/>
              <a:gd name="T29" fmla="*/ 326 h 1051"/>
              <a:gd name="T30" fmla="*/ 211 w 1051"/>
              <a:gd name="T31" fmla="*/ 454 h 1051"/>
              <a:gd name="T32" fmla="*/ 596 w 1051"/>
              <a:gd name="T33" fmla="*/ 839 h 1051"/>
              <a:gd name="T34" fmla="*/ 725 w 1051"/>
              <a:gd name="T35" fmla="*/ 711 h 1051"/>
              <a:gd name="T36" fmla="*/ 785 w 1051"/>
              <a:gd name="T37" fmla="*/ 697 h 1051"/>
              <a:gd name="T38" fmla="*/ 992 w 1051"/>
              <a:gd name="T39" fmla="*/ 730 h 1051"/>
              <a:gd name="T40" fmla="*/ 817 w 1051"/>
              <a:gd name="T41" fmla="*/ 350 h 1051"/>
              <a:gd name="T42" fmla="*/ 817 w 1051"/>
              <a:gd name="T43" fmla="*/ 468 h 1051"/>
              <a:gd name="T44" fmla="*/ 700 w 1051"/>
              <a:gd name="T45" fmla="*/ 468 h 1051"/>
              <a:gd name="T46" fmla="*/ 700 w 1051"/>
              <a:gd name="T47" fmla="*/ 350 h 1051"/>
              <a:gd name="T48" fmla="*/ 817 w 1051"/>
              <a:gd name="T49" fmla="*/ 350 h 1051"/>
              <a:gd name="T50" fmla="*/ 582 w 1051"/>
              <a:gd name="T51" fmla="*/ 350 h 1051"/>
              <a:gd name="T52" fmla="*/ 582 w 1051"/>
              <a:gd name="T53" fmla="*/ 468 h 1051"/>
              <a:gd name="T54" fmla="*/ 468 w 1051"/>
              <a:gd name="T55" fmla="*/ 468 h 1051"/>
              <a:gd name="T56" fmla="*/ 468 w 1051"/>
              <a:gd name="T57" fmla="*/ 350 h 1051"/>
              <a:gd name="T58" fmla="*/ 582 w 1051"/>
              <a:gd name="T59" fmla="*/ 3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1051">
                <a:moveTo>
                  <a:pt x="932" y="350"/>
                </a:moveTo>
                <a:lnTo>
                  <a:pt x="1050" y="350"/>
                </a:lnTo>
                <a:lnTo>
                  <a:pt x="1050" y="468"/>
                </a:lnTo>
                <a:lnTo>
                  <a:pt x="932" y="468"/>
                </a:lnTo>
                <a:lnTo>
                  <a:pt x="932" y="350"/>
                </a:lnTo>
                <a:close/>
                <a:moveTo>
                  <a:pt x="992" y="730"/>
                </a:moveTo>
                <a:cubicBezTo>
                  <a:pt x="1025" y="730"/>
                  <a:pt x="1050" y="755"/>
                  <a:pt x="1050" y="787"/>
                </a:cubicBezTo>
                <a:lnTo>
                  <a:pt x="1050" y="992"/>
                </a:lnTo>
                <a:cubicBezTo>
                  <a:pt x="1050" y="1025"/>
                  <a:pt x="1025" y="1050"/>
                  <a:pt x="992" y="1050"/>
                </a:cubicBezTo>
                <a:cubicBezTo>
                  <a:pt x="446" y="1050"/>
                  <a:pt x="0" y="604"/>
                  <a:pt x="0" y="58"/>
                </a:cubicBezTo>
                <a:cubicBezTo>
                  <a:pt x="0" y="25"/>
                  <a:pt x="25" y="0"/>
                  <a:pt x="58" y="0"/>
                </a:cubicBezTo>
                <a:lnTo>
                  <a:pt x="263" y="0"/>
                </a:lnTo>
                <a:cubicBezTo>
                  <a:pt x="295" y="0"/>
                  <a:pt x="320" y="25"/>
                  <a:pt x="320" y="58"/>
                </a:cubicBezTo>
                <a:cubicBezTo>
                  <a:pt x="320" y="132"/>
                  <a:pt x="331" y="200"/>
                  <a:pt x="353" y="266"/>
                </a:cubicBezTo>
                <a:cubicBezTo>
                  <a:pt x="358" y="285"/>
                  <a:pt x="356" y="309"/>
                  <a:pt x="339" y="326"/>
                </a:cubicBezTo>
                <a:lnTo>
                  <a:pt x="211" y="454"/>
                </a:lnTo>
                <a:cubicBezTo>
                  <a:pt x="295" y="618"/>
                  <a:pt x="432" y="755"/>
                  <a:pt x="596" y="839"/>
                </a:cubicBezTo>
                <a:lnTo>
                  <a:pt x="725" y="711"/>
                </a:lnTo>
                <a:cubicBezTo>
                  <a:pt x="741" y="695"/>
                  <a:pt x="765" y="692"/>
                  <a:pt x="785" y="697"/>
                </a:cubicBezTo>
                <a:cubicBezTo>
                  <a:pt x="850" y="719"/>
                  <a:pt x="919" y="730"/>
                  <a:pt x="992" y="730"/>
                </a:cubicBezTo>
                <a:close/>
                <a:moveTo>
                  <a:pt x="817" y="350"/>
                </a:moveTo>
                <a:lnTo>
                  <a:pt x="817" y="468"/>
                </a:lnTo>
                <a:lnTo>
                  <a:pt x="700" y="468"/>
                </a:lnTo>
                <a:lnTo>
                  <a:pt x="700" y="350"/>
                </a:lnTo>
                <a:lnTo>
                  <a:pt x="817" y="350"/>
                </a:lnTo>
                <a:close/>
                <a:moveTo>
                  <a:pt x="582" y="350"/>
                </a:moveTo>
                <a:lnTo>
                  <a:pt x="582" y="468"/>
                </a:lnTo>
                <a:lnTo>
                  <a:pt x="468" y="468"/>
                </a:lnTo>
                <a:lnTo>
                  <a:pt x="468" y="350"/>
                </a:lnTo>
                <a:lnTo>
                  <a:pt x="582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8069" y="3228977"/>
            <a:ext cx="463550" cy="398463"/>
          </a:xfrm>
          <a:custGeom>
            <a:avLst/>
            <a:gdLst>
              <a:gd name="T0" fmla="*/ 643 w 1286"/>
              <a:gd name="T1" fmla="*/ 874 h 1107"/>
              <a:gd name="T2" fmla="*/ 760 w 1286"/>
              <a:gd name="T3" fmla="*/ 756 h 1107"/>
              <a:gd name="T4" fmla="*/ 643 w 1286"/>
              <a:gd name="T5" fmla="*/ 639 h 1107"/>
              <a:gd name="T6" fmla="*/ 525 w 1286"/>
              <a:gd name="T7" fmla="*/ 756 h 1107"/>
              <a:gd name="T8" fmla="*/ 643 w 1286"/>
              <a:gd name="T9" fmla="*/ 874 h 1107"/>
              <a:gd name="T10" fmla="*/ 468 w 1286"/>
              <a:gd name="T11" fmla="*/ 407 h 1107"/>
              <a:gd name="T12" fmla="*/ 817 w 1286"/>
              <a:gd name="T13" fmla="*/ 407 h 1107"/>
              <a:gd name="T14" fmla="*/ 643 w 1286"/>
              <a:gd name="T15" fmla="*/ 150 h 1107"/>
              <a:gd name="T16" fmla="*/ 468 w 1286"/>
              <a:gd name="T17" fmla="*/ 407 h 1107"/>
              <a:gd name="T18" fmla="*/ 946 w 1286"/>
              <a:gd name="T19" fmla="*/ 407 h 1107"/>
              <a:gd name="T20" fmla="*/ 1225 w 1286"/>
              <a:gd name="T21" fmla="*/ 407 h 1107"/>
              <a:gd name="T22" fmla="*/ 1285 w 1286"/>
              <a:gd name="T23" fmla="*/ 465 h 1107"/>
              <a:gd name="T24" fmla="*/ 1134 w 1286"/>
              <a:gd name="T25" fmla="*/ 1021 h 1107"/>
              <a:gd name="T26" fmla="*/ 1022 w 1286"/>
              <a:gd name="T27" fmla="*/ 1106 h 1107"/>
              <a:gd name="T28" fmla="*/ 263 w 1286"/>
              <a:gd name="T29" fmla="*/ 1106 h 1107"/>
              <a:gd name="T30" fmla="*/ 151 w 1286"/>
              <a:gd name="T31" fmla="*/ 1021 h 1107"/>
              <a:gd name="T32" fmla="*/ 3 w 1286"/>
              <a:gd name="T33" fmla="*/ 481 h 1107"/>
              <a:gd name="T34" fmla="*/ 0 w 1286"/>
              <a:gd name="T35" fmla="*/ 465 h 1107"/>
              <a:gd name="T36" fmla="*/ 60 w 1286"/>
              <a:gd name="T37" fmla="*/ 407 h 1107"/>
              <a:gd name="T38" fmla="*/ 339 w 1286"/>
              <a:gd name="T39" fmla="*/ 407 h 1107"/>
              <a:gd name="T40" fmla="*/ 593 w 1286"/>
              <a:gd name="T41" fmla="*/ 25 h 1107"/>
              <a:gd name="T42" fmla="*/ 643 w 1286"/>
              <a:gd name="T43" fmla="*/ 0 h 1107"/>
              <a:gd name="T44" fmla="*/ 692 w 1286"/>
              <a:gd name="T45" fmla="*/ 25 h 1107"/>
              <a:gd name="T46" fmla="*/ 946 w 1286"/>
              <a:gd name="T47" fmla="*/ 407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6" h="1107">
                <a:moveTo>
                  <a:pt x="643" y="874"/>
                </a:moveTo>
                <a:cubicBezTo>
                  <a:pt x="705" y="874"/>
                  <a:pt x="760" y="819"/>
                  <a:pt x="760" y="756"/>
                </a:cubicBezTo>
                <a:cubicBezTo>
                  <a:pt x="760" y="693"/>
                  <a:pt x="705" y="639"/>
                  <a:pt x="643" y="639"/>
                </a:cubicBezTo>
                <a:cubicBezTo>
                  <a:pt x="580" y="639"/>
                  <a:pt x="525" y="693"/>
                  <a:pt x="525" y="756"/>
                </a:cubicBezTo>
                <a:cubicBezTo>
                  <a:pt x="525" y="819"/>
                  <a:pt x="580" y="874"/>
                  <a:pt x="643" y="874"/>
                </a:cubicBezTo>
                <a:close/>
                <a:moveTo>
                  <a:pt x="468" y="407"/>
                </a:moveTo>
                <a:lnTo>
                  <a:pt x="817" y="407"/>
                </a:lnTo>
                <a:lnTo>
                  <a:pt x="643" y="150"/>
                </a:lnTo>
                <a:lnTo>
                  <a:pt x="468" y="407"/>
                </a:lnTo>
                <a:close/>
                <a:moveTo>
                  <a:pt x="946" y="407"/>
                </a:moveTo>
                <a:lnTo>
                  <a:pt x="1225" y="407"/>
                </a:lnTo>
                <a:cubicBezTo>
                  <a:pt x="1257" y="407"/>
                  <a:pt x="1285" y="432"/>
                  <a:pt x="1285" y="465"/>
                </a:cubicBezTo>
                <a:cubicBezTo>
                  <a:pt x="1237" y="652"/>
                  <a:pt x="1184" y="835"/>
                  <a:pt x="1134" y="1021"/>
                </a:cubicBezTo>
                <a:cubicBezTo>
                  <a:pt x="1121" y="1070"/>
                  <a:pt x="1077" y="1106"/>
                  <a:pt x="1022" y="1106"/>
                </a:cubicBezTo>
                <a:lnTo>
                  <a:pt x="263" y="1106"/>
                </a:lnTo>
                <a:cubicBezTo>
                  <a:pt x="208" y="1106"/>
                  <a:pt x="164" y="1070"/>
                  <a:pt x="151" y="1021"/>
                </a:cubicBezTo>
                <a:lnTo>
                  <a:pt x="3" y="481"/>
                </a:lnTo>
                <a:cubicBezTo>
                  <a:pt x="0" y="476"/>
                  <a:pt x="0" y="470"/>
                  <a:pt x="0" y="465"/>
                </a:cubicBezTo>
                <a:cubicBezTo>
                  <a:pt x="0" y="432"/>
                  <a:pt x="28" y="407"/>
                  <a:pt x="60" y="407"/>
                </a:cubicBezTo>
                <a:lnTo>
                  <a:pt x="339" y="407"/>
                </a:lnTo>
                <a:lnTo>
                  <a:pt x="593" y="25"/>
                </a:lnTo>
                <a:cubicBezTo>
                  <a:pt x="604" y="8"/>
                  <a:pt x="623" y="0"/>
                  <a:pt x="643" y="0"/>
                </a:cubicBezTo>
                <a:cubicBezTo>
                  <a:pt x="662" y="0"/>
                  <a:pt x="681" y="8"/>
                  <a:pt x="692" y="25"/>
                </a:cubicBezTo>
                <a:lnTo>
                  <a:pt x="946" y="40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39158" y="3197227"/>
            <a:ext cx="441325" cy="461963"/>
          </a:xfrm>
          <a:custGeom>
            <a:avLst/>
            <a:gdLst>
              <a:gd name="T0" fmla="*/ 221 w 1225"/>
              <a:gd name="T1" fmla="*/ 205 h 1285"/>
              <a:gd name="T2" fmla="*/ 1224 w 1225"/>
              <a:gd name="T3" fmla="*/ 1210 h 1285"/>
              <a:gd name="T4" fmla="*/ 1150 w 1225"/>
              <a:gd name="T5" fmla="*/ 1284 h 1285"/>
              <a:gd name="T6" fmla="*/ 1035 w 1225"/>
              <a:gd name="T7" fmla="*/ 1166 h 1285"/>
              <a:gd name="T8" fmla="*/ 0 w 1225"/>
              <a:gd name="T9" fmla="*/ 1166 h 1285"/>
              <a:gd name="T10" fmla="*/ 516 w 1225"/>
              <a:gd name="T11" fmla="*/ 650 h 1285"/>
              <a:gd name="T12" fmla="*/ 147 w 1225"/>
              <a:gd name="T13" fmla="*/ 279 h 1285"/>
              <a:gd name="T14" fmla="*/ 221 w 1225"/>
              <a:gd name="T15" fmla="*/ 205 h 1285"/>
              <a:gd name="T16" fmla="*/ 1166 w 1225"/>
              <a:gd name="T17" fmla="*/ 0 h 1285"/>
              <a:gd name="T18" fmla="*/ 1166 w 1225"/>
              <a:gd name="T19" fmla="*/ 1002 h 1285"/>
              <a:gd name="T20" fmla="*/ 666 w 1225"/>
              <a:gd name="T21" fmla="*/ 503 h 1285"/>
              <a:gd name="T22" fmla="*/ 1166 w 1225"/>
              <a:gd name="T23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25" h="1285">
                <a:moveTo>
                  <a:pt x="221" y="205"/>
                </a:moveTo>
                <a:lnTo>
                  <a:pt x="1224" y="1210"/>
                </a:lnTo>
                <a:lnTo>
                  <a:pt x="1150" y="1284"/>
                </a:lnTo>
                <a:lnTo>
                  <a:pt x="1035" y="1166"/>
                </a:lnTo>
                <a:lnTo>
                  <a:pt x="0" y="1166"/>
                </a:lnTo>
                <a:lnTo>
                  <a:pt x="516" y="650"/>
                </a:lnTo>
                <a:lnTo>
                  <a:pt x="147" y="279"/>
                </a:lnTo>
                <a:lnTo>
                  <a:pt x="221" y="205"/>
                </a:lnTo>
                <a:close/>
                <a:moveTo>
                  <a:pt x="1166" y="0"/>
                </a:moveTo>
                <a:lnTo>
                  <a:pt x="1166" y="1002"/>
                </a:lnTo>
                <a:lnTo>
                  <a:pt x="666" y="503"/>
                </a:lnTo>
                <a:lnTo>
                  <a:pt x="1166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20244" y="3219450"/>
            <a:ext cx="419100" cy="419100"/>
          </a:xfrm>
          <a:custGeom>
            <a:avLst/>
            <a:gdLst>
              <a:gd name="T0" fmla="*/ 1164 w 1165"/>
              <a:gd name="T1" fmla="*/ 0 h 1165"/>
              <a:gd name="T2" fmla="*/ 1164 w 1165"/>
              <a:gd name="T3" fmla="*/ 1164 h 1165"/>
              <a:gd name="T4" fmla="*/ 0 w 1165"/>
              <a:gd name="T5" fmla="*/ 1164 h 1165"/>
              <a:gd name="T6" fmla="*/ 1164 w 1165"/>
              <a:gd name="T7" fmla="*/ 0 h 1165"/>
              <a:gd name="T8" fmla="*/ 1049 w 1165"/>
              <a:gd name="T9" fmla="*/ 282 h 1165"/>
              <a:gd name="T10" fmla="*/ 281 w 1165"/>
              <a:gd name="T11" fmla="*/ 1049 h 1165"/>
              <a:gd name="T12" fmla="*/ 1049 w 1165"/>
              <a:gd name="T13" fmla="*/ 1049 h 1165"/>
              <a:gd name="T14" fmla="*/ 1049 w 1165"/>
              <a:gd name="T15" fmla="*/ 282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5" h="1165">
                <a:moveTo>
                  <a:pt x="1164" y="0"/>
                </a:moveTo>
                <a:lnTo>
                  <a:pt x="1164" y="1164"/>
                </a:lnTo>
                <a:lnTo>
                  <a:pt x="0" y="1164"/>
                </a:lnTo>
                <a:lnTo>
                  <a:pt x="1164" y="0"/>
                </a:lnTo>
                <a:close/>
                <a:moveTo>
                  <a:pt x="1049" y="282"/>
                </a:moveTo>
                <a:lnTo>
                  <a:pt x="281" y="1049"/>
                </a:lnTo>
                <a:lnTo>
                  <a:pt x="1049" y="1049"/>
                </a:lnTo>
                <a:lnTo>
                  <a:pt x="1049" y="2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302919" y="3222626"/>
            <a:ext cx="393700" cy="412750"/>
          </a:xfrm>
          <a:custGeom>
            <a:avLst/>
            <a:gdLst>
              <a:gd name="T0" fmla="*/ 73 w 1094"/>
              <a:gd name="T1" fmla="*/ 52 h 1145"/>
              <a:gd name="T2" fmla="*/ 1093 w 1094"/>
              <a:gd name="T3" fmla="*/ 1067 h 1145"/>
              <a:gd name="T4" fmla="*/ 1016 w 1094"/>
              <a:gd name="T5" fmla="*/ 1144 h 1145"/>
              <a:gd name="T6" fmla="*/ 907 w 1094"/>
              <a:gd name="T7" fmla="*/ 1032 h 1145"/>
              <a:gd name="T8" fmla="*/ 852 w 1094"/>
              <a:gd name="T9" fmla="*/ 1048 h 1145"/>
              <a:gd name="T10" fmla="*/ 267 w 1094"/>
              <a:gd name="T11" fmla="*/ 1048 h 1145"/>
              <a:gd name="T12" fmla="*/ 153 w 1094"/>
              <a:gd name="T13" fmla="*/ 931 h 1145"/>
              <a:gd name="T14" fmla="*/ 153 w 1094"/>
              <a:gd name="T15" fmla="*/ 279 h 1145"/>
              <a:gd name="T16" fmla="*/ 0 w 1094"/>
              <a:gd name="T17" fmla="*/ 126 h 1145"/>
              <a:gd name="T18" fmla="*/ 73 w 1094"/>
              <a:gd name="T19" fmla="*/ 52 h 1145"/>
              <a:gd name="T20" fmla="*/ 967 w 1094"/>
              <a:gd name="T21" fmla="*/ 797 h 1145"/>
              <a:gd name="T22" fmla="*/ 306 w 1094"/>
              <a:gd name="T23" fmla="*/ 137 h 1145"/>
              <a:gd name="T24" fmla="*/ 442 w 1094"/>
              <a:gd name="T25" fmla="*/ 0 h 1145"/>
              <a:gd name="T26" fmla="*/ 852 w 1094"/>
              <a:gd name="T27" fmla="*/ 0 h 1145"/>
              <a:gd name="T28" fmla="*/ 967 w 1094"/>
              <a:gd name="T29" fmla="*/ 118 h 1145"/>
              <a:gd name="T30" fmla="*/ 967 w 1094"/>
              <a:gd name="T31" fmla="*/ 797 h 1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94" h="1145">
                <a:moveTo>
                  <a:pt x="73" y="52"/>
                </a:moveTo>
                <a:lnTo>
                  <a:pt x="1093" y="1067"/>
                </a:lnTo>
                <a:lnTo>
                  <a:pt x="1016" y="1144"/>
                </a:lnTo>
                <a:lnTo>
                  <a:pt x="907" y="1032"/>
                </a:lnTo>
                <a:cubicBezTo>
                  <a:pt x="890" y="1040"/>
                  <a:pt x="871" y="1048"/>
                  <a:pt x="852" y="1048"/>
                </a:cubicBezTo>
                <a:lnTo>
                  <a:pt x="267" y="1048"/>
                </a:lnTo>
                <a:cubicBezTo>
                  <a:pt x="204" y="1048"/>
                  <a:pt x="153" y="994"/>
                  <a:pt x="153" y="931"/>
                </a:cubicBezTo>
                <a:lnTo>
                  <a:pt x="153" y="279"/>
                </a:lnTo>
                <a:lnTo>
                  <a:pt x="0" y="126"/>
                </a:lnTo>
                <a:lnTo>
                  <a:pt x="73" y="52"/>
                </a:lnTo>
                <a:close/>
                <a:moveTo>
                  <a:pt x="967" y="797"/>
                </a:moveTo>
                <a:lnTo>
                  <a:pt x="306" y="137"/>
                </a:lnTo>
                <a:lnTo>
                  <a:pt x="442" y="0"/>
                </a:lnTo>
                <a:lnTo>
                  <a:pt x="852" y="0"/>
                </a:lnTo>
                <a:cubicBezTo>
                  <a:pt x="915" y="0"/>
                  <a:pt x="967" y="55"/>
                  <a:pt x="967" y="118"/>
                </a:cubicBezTo>
                <a:lnTo>
                  <a:pt x="967" y="79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61781" y="3219450"/>
            <a:ext cx="419100" cy="419100"/>
          </a:xfrm>
          <a:custGeom>
            <a:avLst/>
            <a:gdLst>
              <a:gd name="T0" fmla="*/ 0 w 1165"/>
              <a:gd name="T1" fmla="*/ 1164 h 1165"/>
              <a:gd name="T2" fmla="*/ 1164 w 1165"/>
              <a:gd name="T3" fmla="*/ 0 h 1165"/>
              <a:gd name="T4" fmla="*/ 1164 w 1165"/>
              <a:gd name="T5" fmla="*/ 350 h 1165"/>
              <a:gd name="T6" fmla="*/ 932 w 1165"/>
              <a:gd name="T7" fmla="*/ 350 h 1165"/>
              <a:gd name="T8" fmla="*/ 932 w 1165"/>
              <a:gd name="T9" fmla="*/ 1164 h 1165"/>
              <a:gd name="T10" fmla="*/ 0 w 1165"/>
              <a:gd name="T11" fmla="*/ 1164 h 1165"/>
              <a:gd name="T12" fmla="*/ 1050 w 1165"/>
              <a:gd name="T13" fmla="*/ 1164 h 1165"/>
              <a:gd name="T14" fmla="*/ 1050 w 1165"/>
              <a:gd name="T15" fmla="*/ 1049 h 1165"/>
              <a:gd name="T16" fmla="*/ 1164 w 1165"/>
              <a:gd name="T17" fmla="*/ 1049 h 1165"/>
              <a:gd name="T18" fmla="*/ 1164 w 1165"/>
              <a:gd name="T19" fmla="*/ 1164 h 1165"/>
              <a:gd name="T20" fmla="*/ 1050 w 1165"/>
              <a:gd name="T21" fmla="*/ 1164 h 1165"/>
              <a:gd name="T22" fmla="*/ 1050 w 1165"/>
              <a:gd name="T23" fmla="*/ 931 h 1165"/>
              <a:gd name="T24" fmla="*/ 1050 w 1165"/>
              <a:gd name="T25" fmla="*/ 465 h 1165"/>
              <a:gd name="T26" fmla="*/ 1164 w 1165"/>
              <a:gd name="T27" fmla="*/ 465 h 1165"/>
              <a:gd name="T28" fmla="*/ 1164 w 1165"/>
              <a:gd name="T29" fmla="*/ 931 h 1165"/>
              <a:gd name="T30" fmla="*/ 1050 w 1165"/>
              <a:gd name="T31" fmla="*/ 931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5" h="1165">
                <a:moveTo>
                  <a:pt x="0" y="1164"/>
                </a:moveTo>
                <a:lnTo>
                  <a:pt x="1164" y="0"/>
                </a:lnTo>
                <a:lnTo>
                  <a:pt x="1164" y="350"/>
                </a:lnTo>
                <a:lnTo>
                  <a:pt x="932" y="350"/>
                </a:lnTo>
                <a:lnTo>
                  <a:pt x="932" y="1164"/>
                </a:lnTo>
                <a:lnTo>
                  <a:pt x="0" y="1164"/>
                </a:lnTo>
                <a:close/>
                <a:moveTo>
                  <a:pt x="1050" y="1164"/>
                </a:moveTo>
                <a:lnTo>
                  <a:pt x="1050" y="1049"/>
                </a:lnTo>
                <a:lnTo>
                  <a:pt x="1164" y="1049"/>
                </a:lnTo>
                <a:lnTo>
                  <a:pt x="1164" y="1164"/>
                </a:lnTo>
                <a:lnTo>
                  <a:pt x="1050" y="1164"/>
                </a:lnTo>
                <a:close/>
                <a:moveTo>
                  <a:pt x="1050" y="931"/>
                </a:moveTo>
                <a:lnTo>
                  <a:pt x="1050" y="465"/>
                </a:lnTo>
                <a:lnTo>
                  <a:pt x="1164" y="465"/>
                </a:lnTo>
                <a:lnTo>
                  <a:pt x="1164" y="931"/>
                </a:lnTo>
                <a:lnTo>
                  <a:pt x="1050" y="93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30169" y="3219450"/>
            <a:ext cx="419100" cy="419100"/>
          </a:xfrm>
          <a:custGeom>
            <a:avLst/>
            <a:gdLst>
              <a:gd name="T0" fmla="*/ 0 w 1166"/>
              <a:gd name="T1" fmla="*/ 1164 h 1165"/>
              <a:gd name="T2" fmla="*/ 1165 w 1166"/>
              <a:gd name="T3" fmla="*/ 0 h 1165"/>
              <a:gd name="T4" fmla="*/ 1165 w 1166"/>
              <a:gd name="T5" fmla="*/ 1164 h 1165"/>
              <a:gd name="T6" fmla="*/ 0 w 1166"/>
              <a:gd name="T7" fmla="*/ 116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66" h="1165">
                <a:moveTo>
                  <a:pt x="0" y="1164"/>
                </a:moveTo>
                <a:lnTo>
                  <a:pt x="1165" y="0"/>
                </a:lnTo>
                <a:lnTo>
                  <a:pt x="1165" y="1164"/>
                </a:lnTo>
                <a:lnTo>
                  <a:pt x="0" y="1164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543006" y="3260725"/>
            <a:ext cx="336550" cy="336550"/>
          </a:xfrm>
          <a:custGeom>
            <a:avLst/>
            <a:gdLst>
              <a:gd name="T0" fmla="*/ 632 w 936"/>
              <a:gd name="T1" fmla="*/ 548 h 935"/>
              <a:gd name="T2" fmla="*/ 815 w 936"/>
              <a:gd name="T3" fmla="*/ 732 h 935"/>
              <a:gd name="T4" fmla="*/ 935 w 936"/>
              <a:gd name="T5" fmla="*/ 611 h 935"/>
              <a:gd name="T6" fmla="*/ 935 w 936"/>
              <a:gd name="T7" fmla="*/ 934 h 935"/>
              <a:gd name="T8" fmla="*/ 613 w 936"/>
              <a:gd name="T9" fmla="*/ 934 h 935"/>
              <a:gd name="T10" fmla="*/ 733 w 936"/>
              <a:gd name="T11" fmla="*/ 814 h 935"/>
              <a:gd name="T12" fmla="*/ 550 w 936"/>
              <a:gd name="T13" fmla="*/ 630 h 935"/>
              <a:gd name="T14" fmla="*/ 632 w 936"/>
              <a:gd name="T15" fmla="*/ 548 h 935"/>
              <a:gd name="T16" fmla="*/ 613 w 936"/>
              <a:gd name="T17" fmla="*/ 0 h 935"/>
              <a:gd name="T18" fmla="*/ 935 w 936"/>
              <a:gd name="T19" fmla="*/ 0 h 935"/>
              <a:gd name="T20" fmla="*/ 935 w 936"/>
              <a:gd name="T21" fmla="*/ 323 h 935"/>
              <a:gd name="T22" fmla="*/ 815 w 936"/>
              <a:gd name="T23" fmla="*/ 202 h 935"/>
              <a:gd name="T24" fmla="*/ 82 w 936"/>
              <a:gd name="T25" fmla="*/ 934 h 935"/>
              <a:gd name="T26" fmla="*/ 0 w 936"/>
              <a:gd name="T27" fmla="*/ 852 h 935"/>
              <a:gd name="T28" fmla="*/ 733 w 936"/>
              <a:gd name="T29" fmla="*/ 120 h 935"/>
              <a:gd name="T30" fmla="*/ 613 w 936"/>
              <a:gd name="T31" fmla="*/ 0 h 935"/>
              <a:gd name="T32" fmla="*/ 386 w 936"/>
              <a:gd name="T33" fmla="*/ 304 h 935"/>
              <a:gd name="T34" fmla="*/ 304 w 936"/>
              <a:gd name="T35" fmla="*/ 386 h 935"/>
              <a:gd name="T36" fmla="*/ 0 w 936"/>
              <a:gd name="T37" fmla="*/ 82 h 935"/>
              <a:gd name="T38" fmla="*/ 82 w 936"/>
              <a:gd name="T39" fmla="*/ 0 h 935"/>
              <a:gd name="T40" fmla="*/ 386 w 936"/>
              <a:gd name="T41" fmla="*/ 304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935">
                <a:moveTo>
                  <a:pt x="632" y="548"/>
                </a:moveTo>
                <a:lnTo>
                  <a:pt x="815" y="732"/>
                </a:lnTo>
                <a:lnTo>
                  <a:pt x="935" y="611"/>
                </a:lnTo>
                <a:lnTo>
                  <a:pt x="935" y="934"/>
                </a:lnTo>
                <a:lnTo>
                  <a:pt x="613" y="934"/>
                </a:lnTo>
                <a:lnTo>
                  <a:pt x="733" y="814"/>
                </a:lnTo>
                <a:lnTo>
                  <a:pt x="550" y="630"/>
                </a:lnTo>
                <a:lnTo>
                  <a:pt x="632" y="548"/>
                </a:lnTo>
                <a:close/>
                <a:moveTo>
                  <a:pt x="613" y="0"/>
                </a:moveTo>
                <a:lnTo>
                  <a:pt x="935" y="0"/>
                </a:lnTo>
                <a:lnTo>
                  <a:pt x="935" y="323"/>
                </a:lnTo>
                <a:lnTo>
                  <a:pt x="815" y="202"/>
                </a:lnTo>
                <a:lnTo>
                  <a:pt x="82" y="934"/>
                </a:lnTo>
                <a:lnTo>
                  <a:pt x="0" y="852"/>
                </a:lnTo>
                <a:lnTo>
                  <a:pt x="733" y="120"/>
                </a:lnTo>
                <a:lnTo>
                  <a:pt x="613" y="0"/>
                </a:lnTo>
                <a:close/>
                <a:moveTo>
                  <a:pt x="386" y="304"/>
                </a:moveTo>
                <a:lnTo>
                  <a:pt x="304" y="386"/>
                </a:lnTo>
                <a:lnTo>
                  <a:pt x="0" y="82"/>
                </a:lnTo>
                <a:lnTo>
                  <a:pt x="82" y="0"/>
                </a:lnTo>
                <a:lnTo>
                  <a:pt x="386" y="30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71706" y="3292477"/>
            <a:ext cx="419100" cy="271463"/>
          </a:xfrm>
          <a:custGeom>
            <a:avLst/>
            <a:gdLst>
              <a:gd name="T0" fmla="*/ 87 w 1165"/>
              <a:gd name="T1" fmla="*/ 754 h 755"/>
              <a:gd name="T2" fmla="*/ 0 w 1165"/>
              <a:gd name="T3" fmla="*/ 666 h 755"/>
              <a:gd name="T4" fmla="*/ 437 w 1165"/>
              <a:gd name="T5" fmla="*/ 230 h 755"/>
              <a:gd name="T6" fmla="*/ 669 w 1165"/>
              <a:gd name="T7" fmla="*/ 464 h 755"/>
              <a:gd name="T8" fmla="*/ 1082 w 1165"/>
              <a:gd name="T9" fmla="*/ 0 h 755"/>
              <a:gd name="T10" fmla="*/ 1164 w 1165"/>
              <a:gd name="T11" fmla="*/ 82 h 755"/>
              <a:gd name="T12" fmla="*/ 669 w 1165"/>
              <a:gd name="T13" fmla="*/ 639 h 755"/>
              <a:gd name="T14" fmla="*/ 437 w 1165"/>
              <a:gd name="T15" fmla="*/ 404 h 755"/>
              <a:gd name="T16" fmla="*/ 87 w 1165"/>
              <a:gd name="T17" fmla="*/ 754 h 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5" h="755">
                <a:moveTo>
                  <a:pt x="87" y="754"/>
                </a:moveTo>
                <a:lnTo>
                  <a:pt x="0" y="666"/>
                </a:lnTo>
                <a:lnTo>
                  <a:pt x="437" y="230"/>
                </a:lnTo>
                <a:lnTo>
                  <a:pt x="669" y="464"/>
                </a:lnTo>
                <a:lnTo>
                  <a:pt x="1082" y="0"/>
                </a:lnTo>
                <a:lnTo>
                  <a:pt x="1164" y="82"/>
                </a:lnTo>
                <a:lnTo>
                  <a:pt x="669" y="639"/>
                </a:lnTo>
                <a:lnTo>
                  <a:pt x="437" y="404"/>
                </a:lnTo>
                <a:lnTo>
                  <a:pt x="87" y="754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82956" y="3365502"/>
            <a:ext cx="336550" cy="125413"/>
          </a:xfrm>
          <a:custGeom>
            <a:avLst/>
            <a:gdLst>
              <a:gd name="T0" fmla="*/ 0 w 935"/>
              <a:gd name="T1" fmla="*/ 231 h 349"/>
              <a:gd name="T2" fmla="*/ 585 w 935"/>
              <a:gd name="T3" fmla="*/ 231 h 349"/>
              <a:gd name="T4" fmla="*/ 585 w 935"/>
              <a:gd name="T5" fmla="*/ 348 h 349"/>
              <a:gd name="T6" fmla="*/ 0 w 935"/>
              <a:gd name="T7" fmla="*/ 348 h 349"/>
              <a:gd name="T8" fmla="*/ 0 w 935"/>
              <a:gd name="T9" fmla="*/ 231 h 349"/>
              <a:gd name="T10" fmla="*/ 0 w 935"/>
              <a:gd name="T11" fmla="*/ 0 h 349"/>
              <a:gd name="T12" fmla="*/ 934 w 935"/>
              <a:gd name="T13" fmla="*/ 0 h 349"/>
              <a:gd name="T14" fmla="*/ 934 w 935"/>
              <a:gd name="T15" fmla="*/ 117 h 349"/>
              <a:gd name="T16" fmla="*/ 0 w 935"/>
              <a:gd name="T17" fmla="*/ 117 h 349"/>
              <a:gd name="T18" fmla="*/ 0 w 935"/>
              <a:gd name="T19" fmla="*/ 0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35" h="349">
                <a:moveTo>
                  <a:pt x="0" y="231"/>
                </a:moveTo>
                <a:lnTo>
                  <a:pt x="585" y="231"/>
                </a:lnTo>
                <a:lnTo>
                  <a:pt x="585" y="348"/>
                </a:lnTo>
                <a:lnTo>
                  <a:pt x="0" y="348"/>
                </a:lnTo>
                <a:lnTo>
                  <a:pt x="0" y="231"/>
                </a:lnTo>
                <a:close/>
                <a:moveTo>
                  <a:pt x="0" y="0"/>
                </a:moveTo>
                <a:lnTo>
                  <a:pt x="934" y="0"/>
                </a:lnTo>
                <a:lnTo>
                  <a:pt x="934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11656" y="3219450"/>
            <a:ext cx="420688" cy="419100"/>
          </a:xfrm>
          <a:custGeom>
            <a:avLst/>
            <a:gdLst>
              <a:gd name="T0" fmla="*/ 934 w 1168"/>
              <a:gd name="T1" fmla="*/ 931 h 1165"/>
              <a:gd name="T2" fmla="*/ 1049 w 1168"/>
              <a:gd name="T3" fmla="*/ 1049 h 1165"/>
              <a:gd name="T4" fmla="*/ 934 w 1168"/>
              <a:gd name="T5" fmla="*/ 1164 h 1165"/>
              <a:gd name="T6" fmla="*/ 817 w 1168"/>
              <a:gd name="T7" fmla="*/ 1049 h 1165"/>
              <a:gd name="T8" fmla="*/ 934 w 1168"/>
              <a:gd name="T9" fmla="*/ 931 h 1165"/>
              <a:gd name="T10" fmla="*/ 191 w 1168"/>
              <a:gd name="T11" fmla="*/ 0 h 1165"/>
              <a:gd name="T12" fmla="*/ 246 w 1168"/>
              <a:gd name="T13" fmla="*/ 115 h 1165"/>
              <a:gd name="T14" fmla="*/ 1109 w 1168"/>
              <a:gd name="T15" fmla="*/ 115 h 1165"/>
              <a:gd name="T16" fmla="*/ 1167 w 1168"/>
              <a:gd name="T17" fmla="*/ 175 h 1165"/>
              <a:gd name="T18" fmla="*/ 1159 w 1168"/>
              <a:gd name="T19" fmla="*/ 203 h 1165"/>
              <a:gd name="T20" fmla="*/ 951 w 1168"/>
              <a:gd name="T21" fmla="*/ 580 h 1165"/>
              <a:gd name="T22" fmla="*/ 850 w 1168"/>
              <a:gd name="T23" fmla="*/ 639 h 1165"/>
              <a:gd name="T24" fmla="*/ 415 w 1168"/>
              <a:gd name="T25" fmla="*/ 639 h 1165"/>
              <a:gd name="T26" fmla="*/ 363 w 1168"/>
              <a:gd name="T27" fmla="*/ 735 h 1165"/>
              <a:gd name="T28" fmla="*/ 360 w 1168"/>
              <a:gd name="T29" fmla="*/ 743 h 1165"/>
              <a:gd name="T30" fmla="*/ 374 w 1168"/>
              <a:gd name="T31" fmla="*/ 756 h 1165"/>
              <a:gd name="T32" fmla="*/ 1049 w 1168"/>
              <a:gd name="T33" fmla="*/ 756 h 1165"/>
              <a:gd name="T34" fmla="*/ 1049 w 1168"/>
              <a:gd name="T35" fmla="*/ 874 h 1165"/>
              <a:gd name="T36" fmla="*/ 350 w 1168"/>
              <a:gd name="T37" fmla="*/ 874 h 1165"/>
              <a:gd name="T38" fmla="*/ 235 w 1168"/>
              <a:gd name="T39" fmla="*/ 756 h 1165"/>
              <a:gd name="T40" fmla="*/ 248 w 1168"/>
              <a:gd name="T41" fmla="*/ 702 h 1165"/>
              <a:gd name="T42" fmla="*/ 328 w 1168"/>
              <a:gd name="T43" fmla="*/ 558 h 1165"/>
              <a:gd name="T44" fmla="*/ 117 w 1168"/>
              <a:gd name="T45" fmla="*/ 115 h 1165"/>
              <a:gd name="T46" fmla="*/ 0 w 1168"/>
              <a:gd name="T47" fmla="*/ 115 h 1165"/>
              <a:gd name="T48" fmla="*/ 0 w 1168"/>
              <a:gd name="T49" fmla="*/ 0 h 1165"/>
              <a:gd name="T50" fmla="*/ 0 w 1168"/>
              <a:gd name="T51" fmla="*/ 0 h 1165"/>
              <a:gd name="T52" fmla="*/ 191 w 1168"/>
              <a:gd name="T53" fmla="*/ 0 h 1165"/>
              <a:gd name="T54" fmla="*/ 350 w 1168"/>
              <a:gd name="T55" fmla="*/ 931 h 1165"/>
              <a:gd name="T56" fmla="*/ 467 w 1168"/>
              <a:gd name="T57" fmla="*/ 1049 h 1165"/>
              <a:gd name="T58" fmla="*/ 350 w 1168"/>
              <a:gd name="T59" fmla="*/ 1164 h 1165"/>
              <a:gd name="T60" fmla="*/ 235 w 1168"/>
              <a:gd name="T61" fmla="*/ 1049 h 1165"/>
              <a:gd name="T62" fmla="*/ 350 w 1168"/>
              <a:gd name="T63" fmla="*/ 931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68" h="1165">
                <a:moveTo>
                  <a:pt x="934" y="931"/>
                </a:moveTo>
                <a:cubicBezTo>
                  <a:pt x="997" y="931"/>
                  <a:pt x="1049" y="986"/>
                  <a:pt x="1049" y="1049"/>
                </a:cubicBezTo>
                <a:cubicBezTo>
                  <a:pt x="1049" y="1112"/>
                  <a:pt x="997" y="1164"/>
                  <a:pt x="934" y="1164"/>
                </a:cubicBezTo>
                <a:cubicBezTo>
                  <a:pt x="872" y="1164"/>
                  <a:pt x="817" y="1112"/>
                  <a:pt x="817" y="1049"/>
                </a:cubicBezTo>
                <a:cubicBezTo>
                  <a:pt x="817" y="986"/>
                  <a:pt x="872" y="931"/>
                  <a:pt x="934" y="931"/>
                </a:cubicBezTo>
                <a:close/>
                <a:moveTo>
                  <a:pt x="191" y="0"/>
                </a:moveTo>
                <a:lnTo>
                  <a:pt x="246" y="115"/>
                </a:lnTo>
                <a:lnTo>
                  <a:pt x="1109" y="115"/>
                </a:lnTo>
                <a:cubicBezTo>
                  <a:pt x="1142" y="115"/>
                  <a:pt x="1167" y="143"/>
                  <a:pt x="1167" y="175"/>
                </a:cubicBezTo>
                <a:cubicBezTo>
                  <a:pt x="1167" y="186"/>
                  <a:pt x="1164" y="194"/>
                  <a:pt x="1159" y="203"/>
                </a:cubicBezTo>
                <a:lnTo>
                  <a:pt x="951" y="580"/>
                </a:lnTo>
                <a:cubicBezTo>
                  <a:pt x="932" y="614"/>
                  <a:pt x="893" y="639"/>
                  <a:pt x="850" y="639"/>
                </a:cubicBezTo>
                <a:lnTo>
                  <a:pt x="415" y="639"/>
                </a:lnTo>
                <a:lnTo>
                  <a:pt x="363" y="735"/>
                </a:lnTo>
                <a:lnTo>
                  <a:pt x="360" y="743"/>
                </a:lnTo>
                <a:cubicBezTo>
                  <a:pt x="360" y="751"/>
                  <a:pt x="366" y="756"/>
                  <a:pt x="374" y="756"/>
                </a:cubicBezTo>
                <a:lnTo>
                  <a:pt x="1049" y="756"/>
                </a:lnTo>
                <a:lnTo>
                  <a:pt x="1049" y="874"/>
                </a:lnTo>
                <a:lnTo>
                  <a:pt x="350" y="874"/>
                </a:lnTo>
                <a:cubicBezTo>
                  <a:pt x="287" y="874"/>
                  <a:pt x="235" y="819"/>
                  <a:pt x="235" y="756"/>
                </a:cubicBezTo>
                <a:cubicBezTo>
                  <a:pt x="235" y="737"/>
                  <a:pt x="240" y="718"/>
                  <a:pt x="248" y="702"/>
                </a:cubicBezTo>
                <a:lnTo>
                  <a:pt x="328" y="558"/>
                </a:lnTo>
                <a:lnTo>
                  <a:pt x="117" y="115"/>
                </a:lnTo>
                <a:lnTo>
                  <a:pt x="0" y="115"/>
                </a:lnTo>
                <a:lnTo>
                  <a:pt x="0" y="0"/>
                </a:lnTo>
                <a:lnTo>
                  <a:pt x="0" y="0"/>
                </a:lnTo>
                <a:lnTo>
                  <a:pt x="191" y="0"/>
                </a:lnTo>
                <a:close/>
                <a:moveTo>
                  <a:pt x="350" y="931"/>
                </a:moveTo>
                <a:cubicBezTo>
                  <a:pt x="412" y="931"/>
                  <a:pt x="467" y="986"/>
                  <a:pt x="467" y="1049"/>
                </a:cubicBezTo>
                <a:cubicBezTo>
                  <a:pt x="467" y="1112"/>
                  <a:pt x="412" y="1164"/>
                  <a:pt x="350" y="1164"/>
                </a:cubicBezTo>
                <a:cubicBezTo>
                  <a:pt x="287" y="1164"/>
                  <a:pt x="235" y="1112"/>
                  <a:pt x="235" y="1049"/>
                </a:cubicBezTo>
                <a:cubicBezTo>
                  <a:pt x="235" y="986"/>
                  <a:pt x="287" y="931"/>
                  <a:pt x="350" y="93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8069" y="4095751"/>
            <a:ext cx="495300" cy="398463"/>
          </a:xfrm>
          <a:custGeom>
            <a:avLst/>
            <a:gdLst>
              <a:gd name="T0" fmla="*/ 880 w 1376"/>
              <a:gd name="T1" fmla="*/ 670 h 1108"/>
              <a:gd name="T2" fmla="*/ 880 w 1376"/>
              <a:gd name="T3" fmla="*/ 823 h 1108"/>
              <a:gd name="T4" fmla="*/ 675 w 1376"/>
              <a:gd name="T5" fmla="*/ 1080 h 1108"/>
              <a:gd name="T6" fmla="*/ 0 w 1376"/>
              <a:gd name="T7" fmla="*/ 233 h 1108"/>
              <a:gd name="T8" fmla="*/ 675 w 1376"/>
              <a:gd name="T9" fmla="*/ 0 h 1108"/>
              <a:gd name="T10" fmla="*/ 1350 w 1376"/>
              <a:gd name="T11" fmla="*/ 233 h 1108"/>
              <a:gd name="T12" fmla="*/ 1230 w 1376"/>
              <a:gd name="T13" fmla="*/ 386 h 1108"/>
              <a:gd name="T14" fmla="*/ 1170 w 1376"/>
              <a:gd name="T15" fmla="*/ 380 h 1108"/>
              <a:gd name="T16" fmla="*/ 880 w 1376"/>
              <a:gd name="T17" fmla="*/ 670 h 1108"/>
              <a:gd name="T18" fmla="*/ 1257 w 1376"/>
              <a:gd name="T19" fmla="*/ 757 h 1108"/>
              <a:gd name="T20" fmla="*/ 1257 w 1376"/>
              <a:gd name="T21" fmla="*/ 670 h 1108"/>
              <a:gd name="T22" fmla="*/ 1170 w 1376"/>
              <a:gd name="T23" fmla="*/ 583 h 1108"/>
              <a:gd name="T24" fmla="*/ 1082 w 1376"/>
              <a:gd name="T25" fmla="*/ 670 h 1108"/>
              <a:gd name="T26" fmla="*/ 1082 w 1376"/>
              <a:gd name="T27" fmla="*/ 757 h 1108"/>
              <a:gd name="T28" fmla="*/ 1257 w 1376"/>
              <a:gd name="T29" fmla="*/ 757 h 1108"/>
              <a:gd name="T30" fmla="*/ 1318 w 1376"/>
              <a:gd name="T31" fmla="*/ 757 h 1108"/>
              <a:gd name="T32" fmla="*/ 1375 w 1376"/>
              <a:gd name="T33" fmla="*/ 818 h 1108"/>
              <a:gd name="T34" fmla="*/ 1375 w 1376"/>
              <a:gd name="T35" fmla="*/ 1050 h 1108"/>
              <a:gd name="T36" fmla="*/ 1318 w 1376"/>
              <a:gd name="T37" fmla="*/ 1107 h 1108"/>
              <a:gd name="T38" fmla="*/ 1025 w 1376"/>
              <a:gd name="T39" fmla="*/ 1107 h 1108"/>
              <a:gd name="T40" fmla="*/ 968 w 1376"/>
              <a:gd name="T41" fmla="*/ 1050 h 1108"/>
              <a:gd name="T42" fmla="*/ 968 w 1376"/>
              <a:gd name="T43" fmla="*/ 818 h 1108"/>
              <a:gd name="T44" fmla="*/ 1025 w 1376"/>
              <a:gd name="T45" fmla="*/ 757 h 1108"/>
              <a:gd name="T46" fmla="*/ 1025 w 1376"/>
              <a:gd name="T47" fmla="*/ 670 h 1108"/>
              <a:gd name="T48" fmla="*/ 1170 w 1376"/>
              <a:gd name="T49" fmla="*/ 525 h 1108"/>
              <a:gd name="T50" fmla="*/ 1318 w 1376"/>
              <a:gd name="T51" fmla="*/ 670 h 1108"/>
              <a:gd name="T52" fmla="*/ 1318 w 1376"/>
              <a:gd name="T53" fmla="*/ 757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376" h="1108">
                <a:moveTo>
                  <a:pt x="880" y="670"/>
                </a:moveTo>
                <a:lnTo>
                  <a:pt x="880" y="823"/>
                </a:lnTo>
                <a:lnTo>
                  <a:pt x="675" y="1080"/>
                </a:lnTo>
                <a:lnTo>
                  <a:pt x="0" y="233"/>
                </a:lnTo>
                <a:cubicBezTo>
                  <a:pt x="25" y="216"/>
                  <a:pt x="285" y="0"/>
                  <a:pt x="675" y="0"/>
                </a:cubicBezTo>
                <a:cubicBezTo>
                  <a:pt x="1066" y="0"/>
                  <a:pt x="1326" y="216"/>
                  <a:pt x="1350" y="233"/>
                </a:cubicBezTo>
                <a:lnTo>
                  <a:pt x="1230" y="386"/>
                </a:lnTo>
                <a:cubicBezTo>
                  <a:pt x="1214" y="380"/>
                  <a:pt x="1195" y="380"/>
                  <a:pt x="1170" y="380"/>
                </a:cubicBezTo>
                <a:cubicBezTo>
                  <a:pt x="1006" y="380"/>
                  <a:pt x="880" y="506"/>
                  <a:pt x="880" y="670"/>
                </a:cubicBezTo>
                <a:close/>
                <a:moveTo>
                  <a:pt x="1257" y="757"/>
                </a:moveTo>
                <a:lnTo>
                  <a:pt x="1257" y="670"/>
                </a:lnTo>
                <a:cubicBezTo>
                  <a:pt x="1257" y="624"/>
                  <a:pt x="1216" y="583"/>
                  <a:pt x="1170" y="583"/>
                </a:cubicBezTo>
                <a:cubicBezTo>
                  <a:pt x="1123" y="583"/>
                  <a:pt x="1082" y="624"/>
                  <a:pt x="1082" y="670"/>
                </a:cubicBezTo>
                <a:lnTo>
                  <a:pt x="1082" y="757"/>
                </a:lnTo>
                <a:lnTo>
                  <a:pt x="1257" y="757"/>
                </a:lnTo>
                <a:close/>
                <a:moveTo>
                  <a:pt x="1318" y="757"/>
                </a:moveTo>
                <a:cubicBezTo>
                  <a:pt x="1348" y="757"/>
                  <a:pt x="1375" y="787"/>
                  <a:pt x="1375" y="818"/>
                </a:cubicBezTo>
                <a:lnTo>
                  <a:pt x="1375" y="1050"/>
                </a:lnTo>
                <a:cubicBezTo>
                  <a:pt x="1375" y="1080"/>
                  <a:pt x="1348" y="1107"/>
                  <a:pt x="1318" y="1107"/>
                </a:cubicBezTo>
                <a:lnTo>
                  <a:pt x="1025" y="1107"/>
                </a:lnTo>
                <a:cubicBezTo>
                  <a:pt x="995" y="1107"/>
                  <a:pt x="968" y="1080"/>
                  <a:pt x="968" y="1050"/>
                </a:cubicBezTo>
                <a:lnTo>
                  <a:pt x="968" y="818"/>
                </a:lnTo>
                <a:cubicBezTo>
                  <a:pt x="968" y="787"/>
                  <a:pt x="995" y="757"/>
                  <a:pt x="1025" y="757"/>
                </a:cubicBezTo>
                <a:lnTo>
                  <a:pt x="1025" y="670"/>
                </a:lnTo>
                <a:cubicBezTo>
                  <a:pt x="1025" y="588"/>
                  <a:pt x="1088" y="525"/>
                  <a:pt x="1170" y="525"/>
                </a:cubicBezTo>
                <a:cubicBezTo>
                  <a:pt x="1252" y="525"/>
                  <a:pt x="1318" y="588"/>
                  <a:pt x="1318" y="670"/>
                </a:cubicBezTo>
                <a:lnTo>
                  <a:pt x="1318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61381" y="4075115"/>
            <a:ext cx="419100" cy="441325"/>
          </a:xfrm>
          <a:custGeom>
            <a:avLst/>
            <a:gdLst>
              <a:gd name="T0" fmla="*/ 875 w 1165"/>
              <a:gd name="T1" fmla="*/ 811 h 1225"/>
              <a:gd name="T2" fmla="*/ 703 w 1165"/>
              <a:gd name="T3" fmla="*/ 639 h 1225"/>
              <a:gd name="T4" fmla="*/ 875 w 1165"/>
              <a:gd name="T5" fmla="*/ 639 h 1225"/>
              <a:gd name="T6" fmla="*/ 875 w 1165"/>
              <a:gd name="T7" fmla="*/ 811 h 1225"/>
              <a:gd name="T8" fmla="*/ 727 w 1165"/>
              <a:gd name="T9" fmla="*/ 390 h 1225"/>
              <a:gd name="T10" fmla="*/ 533 w 1165"/>
              <a:gd name="T11" fmla="*/ 194 h 1225"/>
              <a:gd name="T12" fmla="*/ 727 w 1165"/>
              <a:gd name="T13" fmla="*/ 0 h 1225"/>
              <a:gd name="T14" fmla="*/ 727 w 1165"/>
              <a:gd name="T15" fmla="*/ 87 h 1225"/>
              <a:gd name="T16" fmla="*/ 621 w 1165"/>
              <a:gd name="T17" fmla="*/ 188 h 1225"/>
              <a:gd name="T18" fmla="*/ 727 w 1165"/>
              <a:gd name="T19" fmla="*/ 306 h 1225"/>
              <a:gd name="T20" fmla="*/ 817 w 1165"/>
              <a:gd name="T21" fmla="*/ 306 h 1225"/>
              <a:gd name="T22" fmla="*/ 1020 w 1165"/>
              <a:gd name="T23" fmla="*/ 489 h 1225"/>
              <a:gd name="T24" fmla="*/ 1020 w 1165"/>
              <a:gd name="T25" fmla="*/ 582 h 1225"/>
              <a:gd name="T26" fmla="*/ 932 w 1165"/>
              <a:gd name="T27" fmla="*/ 582 h 1225"/>
              <a:gd name="T28" fmla="*/ 932 w 1165"/>
              <a:gd name="T29" fmla="*/ 508 h 1225"/>
              <a:gd name="T30" fmla="*/ 817 w 1165"/>
              <a:gd name="T31" fmla="*/ 391 h 1225"/>
              <a:gd name="T32" fmla="*/ 727 w 1165"/>
              <a:gd name="T33" fmla="*/ 391 h 1225"/>
              <a:gd name="T34" fmla="*/ 727 w 1165"/>
              <a:gd name="T35" fmla="*/ 390 h 1225"/>
              <a:gd name="T36" fmla="*/ 981 w 1165"/>
              <a:gd name="T37" fmla="*/ 166 h 1225"/>
              <a:gd name="T38" fmla="*/ 1164 w 1165"/>
              <a:gd name="T39" fmla="*/ 462 h 1225"/>
              <a:gd name="T40" fmla="*/ 1164 w 1165"/>
              <a:gd name="T41" fmla="*/ 582 h 1225"/>
              <a:gd name="T42" fmla="*/ 1077 w 1165"/>
              <a:gd name="T43" fmla="*/ 582 h 1225"/>
              <a:gd name="T44" fmla="*/ 1077 w 1165"/>
              <a:gd name="T45" fmla="*/ 462 h 1225"/>
              <a:gd name="T46" fmla="*/ 845 w 1165"/>
              <a:gd name="T47" fmla="*/ 224 h 1225"/>
              <a:gd name="T48" fmla="*/ 845 w 1165"/>
              <a:gd name="T49" fmla="*/ 136 h 1225"/>
              <a:gd name="T50" fmla="*/ 951 w 1165"/>
              <a:gd name="T51" fmla="*/ 27 h 1225"/>
              <a:gd name="T52" fmla="*/ 1039 w 1165"/>
              <a:gd name="T53" fmla="*/ 27 h 1225"/>
              <a:gd name="T54" fmla="*/ 981 w 1165"/>
              <a:gd name="T55" fmla="*/ 166 h 1225"/>
              <a:gd name="T56" fmla="*/ 932 w 1165"/>
              <a:gd name="T57" fmla="*/ 639 h 1225"/>
              <a:gd name="T58" fmla="*/ 1020 w 1165"/>
              <a:gd name="T59" fmla="*/ 639 h 1225"/>
              <a:gd name="T60" fmla="*/ 1020 w 1165"/>
              <a:gd name="T61" fmla="*/ 814 h 1225"/>
              <a:gd name="T62" fmla="*/ 932 w 1165"/>
              <a:gd name="T63" fmla="*/ 814 h 1225"/>
              <a:gd name="T64" fmla="*/ 932 w 1165"/>
              <a:gd name="T65" fmla="*/ 639 h 1225"/>
              <a:gd name="T66" fmla="*/ 1077 w 1165"/>
              <a:gd name="T67" fmla="*/ 639 h 1225"/>
              <a:gd name="T68" fmla="*/ 1164 w 1165"/>
              <a:gd name="T69" fmla="*/ 639 h 1225"/>
              <a:gd name="T70" fmla="*/ 1164 w 1165"/>
              <a:gd name="T71" fmla="*/ 814 h 1225"/>
              <a:gd name="T72" fmla="*/ 1077 w 1165"/>
              <a:gd name="T73" fmla="*/ 814 h 1225"/>
              <a:gd name="T74" fmla="*/ 1077 w 1165"/>
              <a:gd name="T75" fmla="*/ 639 h 1225"/>
              <a:gd name="T76" fmla="*/ 0 w 1165"/>
              <a:gd name="T77" fmla="*/ 232 h 1225"/>
              <a:gd name="T78" fmla="*/ 71 w 1165"/>
              <a:gd name="T79" fmla="*/ 158 h 1225"/>
              <a:gd name="T80" fmla="*/ 1063 w 1165"/>
              <a:gd name="T81" fmla="*/ 1150 h 1225"/>
              <a:gd name="T82" fmla="*/ 990 w 1165"/>
              <a:gd name="T83" fmla="*/ 1224 h 1225"/>
              <a:gd name="T84" fmla="*/ 582 w 1165"/>
              <a:gd name="T85" fmla="*/ 814 h 1225"/>
              <a:gd name="T86" fmla="*/ 0 w 1165"/>
              <a:gd name="T87" fmla="*/ 814 h 1225"/>
              <a:gd name="T88" fmla="*/ 0 w 1165"/>
              <a:gd name="T89" fmla="*/ 639 h 1225"/>
              <a:gd name="T90" fmla="*/ 407 w 1165"/>
              <a:gd name="T91" fmla="*/ 639 h 1225"/>
              <a:gd name="T92" fmla="*/ 0 w 1165"/>
              <a:gd name="T93" fmla="*/ 232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165" h="1225">
                <a:moveTo>
                  <a:pt x="875" y="811"/>
                </a:moveTo>
                <a:lnTo>
                  <a:pt x="703" y="639"/>
                </a:lnTo>
                <a:lnTo>
                  <a:pt x="875" y="639"/>
                </a:lnTo>
                <a:lnTo>
                  <a:pt x="875" y="811"/>
                </a:lnTo>
                <a:close/>
                <a:moveTo>
                  <a:pt x="727" y="390"/>
                </a:moveTo>
                <a:cubicBezTo>
                  <a:pt x="621" y="390"/>
                  <a:pt x="533" y="301"/>
                  <a:pt x="533" y="194"/>
                </a:cubicBezTo>
                <a:cubicBezTo>
                  <a:pt x="533" y="88"/>
                  <a:pt x="621" y="0"/>
                  <a:pt x="727" y="0"/>
                </a:cubicBezTo>
                <a:lnTo>
                  <a:pt x="727" y="87"/>
                </a:lnTo>
                <a:cubicBezTo>
                  <a:pt x="667" y="87"/>
                  <a:pt x="621" y="128"/>
                  <a:pt x="621" y="188"/>
                </a:cubicBezTo>
                <a:cubicBezTo>
                  <a:pt x="621" y="248"/>
                  <a:pt x="667" y="306"/>
                  <a:pt x="727" y="306"/>
                </a:cubicBezTo>
                <a:lnTo>
                  <a:pt x="817" y="306"/>
                </a:lnTo>
                <a:cubicBezTo>
                  <a:pt x="927" y="306"/>
                  <a:pt x="1020" y="385"/>
                  <a:pt x="1020" y="489"/>
                </a:cubicBezTo>
                <a:lnTo>
                  <a:pt x="1020" y="582"/>
                </a:lnTo>
                <a:lnTo>
                  <a:pt x="932" y="582"/>
                </a:lnTo>
                <a:lnTo>
                  <a:pt x="932" y="508"/>
                </a:lnTo>
                <a:cubicBezTo>
                  <a:pt x="932" y="431"/>
                  <a:pt x="877" y="391"/>
                  <a:pt x="817" y="391"/>
                </a:cubicBezTo>
                <a:lnTo>
                  <a:pt x="727" y="391"/>
                </a:lnTo>
                <a:lnTo>
                  <a:pt x="727" y="390"/>
                </a:lnTo>
                <a:close/>
                <a:moveTo>
                  <a:pt x="981" y="166"/>
                </a:moveTo>
                <a:cubicBezTo>
                  <a:pt x="1091" y="218"/>
                  <a:pt x="1164" y="330"/>
                  <a:pt x="1164" y="462"/>
                </a:cubicBezTo>
                <a:lnTo>
                  <a:pt x="1164" y="582"/>
                </a:lnTo>
                <a:lnTo>
                  <a:pt x="1077" y="582"/>
                </a:lnTo>
                <a:lnTo>
                  <a:pt x="1077" y="462"/>
                </a:lnTo>
                <a:cubicBezTo>
                  <a:pt x="1077" y="330"/>
                  <a:pt x="976" y="224"/>
                  <a:pt x="845" y="224"/>
                </a:cubicBezTo>
                <a:lnTo>
                  <a:pt x="845" y="136"/>
                </a:lnTo>
                <a:cubicBezTo>
                  <a:pt x="905" y="136"/>
                  <a:pt x="951" y="87"/>
                  <a:pt x="951" y="27"/>
                </a:cubicBezTo>
                <a:lnTo>
                  <a:pt x="1039" y="27"/>
                </a:lnTo>
                <a:cubicBezTo>
                  <a:pt x="1039" y="82"/>
                  <a:pt x="1017" y="131"/>
                  <a:pt x="981" y="166"/>
                </a:cubicBezTo>
                <a:close/>
                <a:moveTo>
                  <a:pt x="932" y="639"/>
                </a:moveTo>
                <a:lnTo>
                  <a:pt x="1020" y="639"/>
                </a:lnTo>
                <a:lnTo>
                  <a:pt x="1020" y="814"/>
                </a:lnTo>
                <a:lnTo>
                  <a:pt x="932" y="814"/>
                </a:lnTo>
                <a:lnTo>
                  <a:pt x="932" y="639"/>
                </a:lnTo>
                <a:close/>
                <a:moveTo>
                  <a:pt x="1077" y="639"/>
                </a:moveTo>
                <a:lnTo>
                  <a:pt x="1164" y="639"/>
                </a:lnTo>
                <a:lnTo>
                  <a:pt x="1164" y="814"/>
                </a:lnTo>
                <a:lnTo>
                  <a:pt x="1077" y="814"/>
                </a:lnTo>
                <a:lnTo>
                  <a:pt x="1077" y="639"/>
                </a:lnTo>
                <a:close/>
                <a:moveTo>
                  <a:pt x="0" y="232"/>
                </a:moveTo>
                <a:lnTo>
                  <a:pt x="71" y="158"/>
                </a:lnTo>
                <a:lnTo>
                  <a:pt x="1063" y="1150"/>
                </a:lnTo>
                <a:lnTo>
                  <a:pt x="990" y="1224"/>
                </a:lnTo>
                <a:lnTo>
                  <a:pt x="582" y="814"/>
                </a:lnTo>
                <a:lnTo>
                  <a:pt x="0" y="814"/>
                </a:lnTo>
                <a:lnTo>
                  <a:pt x="0" y="639"/>
                </a:lnTo>
                <a:lnTo>
                  <a:pt x="407" y="639"/>
                </a:lnTo>
                <a:lnTo>
                  <a:pt x="0" y="23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26594" y="4087814"/>
            <a:ext cx="419100" cy="417512"/>
          </a:xfrm>
          <a:custGeom>
            <a:avLst/>
            <a:gdLst>
              <a:gd name="T0" fmla="*/ 1162 w 1163"/>
              <a:gd name="T1" fmla="*/ 580 h 1160"/>
              <a:gd name="T2" fmla="*/ 640 w 1163"/>
              <a:gd name="T3" fmla="*/ 1159 h 1160"/>
              <a:gd name="T4" fmla="*/ 640 w 1163"/>
              <a:gd name="T5" fmla="*/ 1042 h 1160"/>
              <a:gd name="T6" fmla="*/ 1047 w 1163"/>
              <a:gd name="T7" fmla="*/ 580 h 1160"/>
              <a:gd name="T8" fmla="*/ 640 w 1163"/>
              <a:gd name="T9" fmla="*/ 118 h 1160"/>
              <a:gd name="T10" fmla="*/ 640 w 1163"/>
              <a:gd name="T11" fmla="*/ 0 h 1160"/>
              <a:gd name="T12" fmla="*/ 1162 w 1163"/>
              <a:gd name="T13" fmla="*/ 580 h 1160"/>
              <a:gd name="T14" fmla="*/ 211 w 1163"/>
              <a:gd name="T15" fmla="*/ 1031 h 1160"/>
              <a:gd name="T16" fmla="*/ 293 w 1163"/>
              <a:gd name="T17" fmla="*/ 949 h 1160"/>
              <a:gd name="T18" fmla="*/ 522 w 1163"/>
              <a:gd name="T19" fmla="*/ 1042 h 1160"/>
              <a:gd name="T20" fmla="*/ 522 w 1163"/>
              <a:gd name="T21" fmla="*/ 1159 h 1160"/>
              <a:gd name="T22" fmla="*/ 211 w 1163"/>
              <a:gd name="T23" fmla="*/ 1031 h 1160"/>
              <a:gd name="T24" fmla="*/ 118 w 1163"/>
              <a:gd name="T25" fmla="*/ 637 h 1160"/>
              <a:gd name="T26" fmla="*/ 211 w 1163"/>
              <a:gd name="T27" fmla="*/ 864 h 1160"/>
              <a:gd name="T28" fmla="*/ 129 w 1163"/>
              <a:gd name="T29" fmla="*/ 949 h 1160"/>
              <a:gd name="T30" fmla="*/ 0 w 1163"/>
              <a:gd name="T31" fmla="*/ 637 h 1160"/>
              <a:gd name="T32" fmla="*/ 118 w 1163"/>
              <a:gd name="T33" fmla="*/ 637 h 1160"/>
              <a:gd name="T34" fmla="*/ 211 w 1163"/>
              <a:gd name="T35" fmla="*/ 293 h 1160"/>
              <a:gd name="T36" fmla="*/ 118 w 1163"/>
              <a:gd name="T37" fmla="*/ 522 h 1160"/>
              <a:gd name="T38" fmla="*/ 0 w 1163"/>
              <a:gd name="T39" fmla="*/ 522 h 1160"/>
              <a:gd name="T40" fmla="*/ 129 w 1163"/>
              <a:gd name="T41" fmla="*/ 211 h 1160"/>
              <a:gd name="T42" fmla="*/ 211 w 1163"/>
              <a:gd name="T43" fmla="*/ 293 h 1160"/>
              <a:gd name="T44" fmla="*/ 522 w 1163"/>
              <a:gd name="T45" fmla="*/ 118 h 1160"/>
              <a:gd name="T46" fmla="*/ 293 w 1163"/>
              <a:gd name="T47" fmla="*/ 211 h 1160"/>
              <a:gd name="T48" fmla="*/ 211 w 1163"/>
              <a:gd name="T49" fmla="*/ 129 h 1160"/>
              <a:gd name="T50" fmla="*/ 522 w 1163"/>
              <a:gd name="T51" fmla="*/ 1 h 1160"/>
              <a:gd name="T52" fmla="*/ 522 w 1163"/>
              <a:gd name="T53" fmla="*/ 118 h 1160"/>
              <a:gd name="T54" fmla="*/ 640 w 1163"/>
              <a:gd name="T55" fmla="*/ 451 h 1160"/>
              <a:gd name="T56" fmla="*/ 812 w 1163"/>
              <a:gd name="T57" fmla="*/ 580 h 1160"/>
              <a:gd name="T58" fmla="*/ 462 w 1163"/>
              <a:gd name="T59" fmla="*/ 842 h 1160"/>
              <a:gd name="T60" fmla="*/ 640 w 1163"/>
              <a:gd name="T61" fmla="*/ 451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63" h="1160">
                <a:moveTo>
                  <a:pt x="1162" y="580"/>
                </a:moveTo>
                <a:cubicBezTo>
                  <a:pt x="1162" y="880"/>
                  <a:pt x="932" y="1129"/>
                  <a:pt x="640" y="1159"/>
                </a:cubicBezTo>
                <a:lnTo>
                  <a:pt x="640" y="1042"/>
                </a:lnTo>
                <a:cubicBezTo>
                  <a:pt x="869" y="1012"/>
                  <a:pt x="1047" y="815"/>
                  <a:pt x="1047" y="580"/>
                </a:cubicBezTo>
                <a:cubicBezTo>
                  <a:pt x="1047" y="345"/>
                  <a:pt x="869" y="148"/>
                  <a:pt x="640" y="118"/>
                </a:cubicBezTo>
                <a:lnTo>
                  <a:pt x="640" y="0"/>
                </a:lnTo>
                <a:cubicBezTo>
                  <a:pt x="932" y="31"/>
                  <a:pt x="1162" y="279"/>
                  <a:pt x="1162" y="580"/>
                </a:cubicBezTo>
                <a:close/>
                <a:moveTo>
                  <a:pt x="211" y="1031"/>
                </a:moveTo>
                <a:lnTo>
                  <a:pt x="293" y="949"/>
                </a:lnTo>
                <a:cubicBezTo>
                  <a:pt x="358" y="998"/>
                  <a:pt x="438" y="1031"/>
                  <a:pt x="522" y="1042"/>
                </a:cubicBezTo>
                <a:lnTo>
                  <a:pt x="522" y="1159"/>
                </a:lnTo>
                <a:cubicBezTo>
                  <a:pt x="405" y="1148"/>
                  <a:pt x="298" y="1102"/>
                  <a:pt x="211" y="1031"/>
                </a:cubicBezTo>
                <a:close/>
                <a:moveTo>
                  <a:pt x="118" y="637"/>
                </a:moveTo>
                <a:cubicBezTo>
                  <a:pt x="129" y="722"/>
                  <a:pt x="162" y="801"/>
                  <a:pt x="211" y="864"/>
                </a:cubicBezTo>
                <a:lnTo>
                  <a:pt x="129" y="949"/>
                </a:lnTo>
                <a:cubicBezTo>
                  <a:pt x="58" y="861"/>
                  <a:pt x="11" y="755"/>
                  <a:pt x="0" y="637"/>
                </a:cubicBezTo>
                <a:lnTo>
                  <a:pt x="118" y="637"/>
                </a:lnTo>
                <a:close/>
                <a:moveTo>
                  <a:pt x="211" y="293"/>
                </a:moveTo>
                <a:cubicBezTo>
                  <a:pt x="162" y="358"/>
                  <a:pt x="129" y="438"/>
                  <a:pt x="118" y="522"/>
                </a:cubicBezTo>
                <a:lnTo>
                  <a:pt x="0" y="522"/>
                </a:lnTo>
                <a:cubicBezTo>
                  <a:pt x="11" y="405"/>
                  <a:pt x="58" y="298"/>
                  <a:pt x="129" y="211"/>
                </a:cubicBezTo>
                <a:lnTo>
                  <a:pt x="211" y="293"/>
                </a:lnTo>
                <a:close/>
                <a:moveTo>
                  <a:pt x="522" y="118"/>
                </a:moveTo>
                <a:cubicBezTo>
                  <a:pt x="438" y="129"/>
                  <a:pt x="358" y="162"/>
                  <a:pt x="293" y="211"/>
                </a:cubicBezTo>
                <a:lnTo>
                  <a:pt x="211" y="129"/>
                </a:lnTo>
                <a:cubicBezTo>
                  <a:pt x="298" y="58"/>
                  <a:pt x="405" y="11"/>
                  <a:pt x="522" y="1"/>
                </a:cubicBezTo>
                <a:lnTo>
                  <a:pt x="522" y="118"/>
                </a:lnTo>
                <a:close/>
                <a:moveTo>
                  <a:pt x="640" y="451"/>
                </a:moveTo>
                <a:lnTo>
                  <a:pt x="812" y="580"/>
                </a:lnTo>
                <a:cubicBezTo>
                  <a:pt x="695" y="667"/>
                  <a:pt x="578" y="754"/>
                  <a:pt x="462" y="842"/>
                </a:cubicBezTo>
                <a:lnTo>
                  <a:pt x="640" y="45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310858" y="4106865"/>
            <a:ext cx="377825" cy="377825"/>
          </a:xfrm>
          <a:custGeom>
            <a:avLst/>
            <a:gdLst>
              <a:gd name="T0" fmla="*/ 932 w 1050"/>
              <a:gd name="T1" fmla="*/ 932 h 1051"/>
              <a:gd name="T2" fmla="*/ 932 w 1050"/>
              <a:gd name="T3" fmla="*/ 118 h 1051"/>
              <a:gd name="T4" fmla="*/ 118 w 1050"/>
              <a:gd name="T5" fmla="*/ 118 h 1051"/>
              <a:gd name="T6" fmla="*/ 118 w 1050"/>
              <a:gd name="T7" fmla="*/ 932 h 1051"/>
              <a:gd name="T8" fmla="*/ 932 w 1050"/>
              <a:gd name="T9" fmla="*/ 932 h 1051"/>
              <a:gd name="T10" fmla="*/ 932 w 1050"/>
              <a:gd name="T11" fmla="*/ 0 h 1051"/>
              <a:gd name="T12" fmla="*/ 1049 w 1050"/>
              <a:gd name="T13" fmla="*/ 118 h 1051"/>
              <a:gd name="T14" fmla="*/ 1049 w 1050"/>
              <a:gd name="T15" fmla="*/ 932 h 1051"/>
              <a:gd name="T16" fmla="*/ 932 w 1050"/>
              <a:gd name="T17" fmla="*/ 1050 h 1051"/>
              <a:gd name="T18" fmla="*/ 118 w 1050"/>
              <a:gd name="T19" fmla="*/ 1050 h 1051"/>
              <a:gd name="T20" fmla="*/ 0 w 1050"/>
              <a:gd name="T21" fmla="*/ 932 h 1051"/>
              <a:gd name="T22" fmla="*/ 0 w 1050"/>
              <a:gd name="T23" fmla="*/ 118 h 1051"/>
              <a:gd name="T24" fmla="*/ 118 w 1050"/>
              <a:gd name="T25" fmla="*/ 0 h 1051"/>
              <a:gd name="T26" fmla="*/ 932 w 1050"/>
              <a:gd name="T27" fmla="*/ 0 h 1051"/>
              <a:gd name="T28" fmla="*/ 407 w 1050"/>
              <a:gd name="T29" fmla="*/ 293 h 1051"/>
              <a:gd name="T30" fmla="*/ 700 w 1050"/>
              <a:gd name="T31" fmla="*/ 525 h 1051"/>
              <a:gd name="T32" fmla="*/ 407 w 1050"/>
              <a:gd name="T33" fmla="*/ 757 h 1051"/>
              <a:gd name="T34" fmla="*/ 407 w 1050"/>
              <a:gd name="T35" fmla="*/ 293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50" h="1051">
                <a:moveTo>
                  <a:pt x="932" y="932"/>
                </a:moveTo>
                <a:lnTo>
                  <a:pt x="932" y="118"/>
                </a:lnTo>
                <a:lnTo>
                  <a:pt x="118" y="118"/>
                </a:lnTo>
                <a:lnTo>
                  <a:pt x="118" y="932"/>
                </a:lnTo>
                <a:lnTo>
                  <a:pt x="932" y="932"/>
                </a:lnTo>
                <a:close/>
                <a:moveTo>
                  <a:pt x="932" y="0"/>
                </a:moveTo>
                <a:cubicBezTo>
                  <a:pt x="995" y="0"/>
                  <a:pt x="1049" y="55"/>
                  <a:pt x="1049" y="118"/>
                </a:cubicBezTo>
                <a:lnTo>
                  <a:pt x="1049" y="932"/>
                </a:lnTo>
                <a:cubicBezTo>
                  <a:pt x="1049" y="995"/>
                  <a:pt x="995" y="1050"/>
                  <a:pt x="932" y="1050"/>
                </a:cubicBezTo>
                <a:lnTo>
                  <a:pt x="118" y="1050"/>
                </a:lnTo>
                <a:cubicBezTo>
                  <a:pt x="55" y="1050"/>
                  <a:pt x="0" y="995"/>
                  <a:pt x="0" y="932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932" y="0"/>
                </a:lnTo>
                <a:close/>
                <a:moveTo>
                  <a:pt x="407" y="293"/>
                </a:moveTo>
                <a:lnTo>
                  <a:pt x="700" y="525"/>
                </a:lnTo>
                <a:lnTo>
                  <a:pt x="407" y="757"/>
                </a:lnTo>
                <a:lnTo>
                  <a:pt x="407" y="29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439569" y="4170363"/>
            <a:ext cx="252412" cy="252412"/>
          </a:xfrm>
          <a:custGeom>
            <a:avLst/>
            <a:gdLst>
              <a:gd name="T0" fmla="*/ 205 w 700"/>
              <a:gd name="T1" fmla="*/ 350 h 701"/>
              <a:gd name="T2" fmla="*/ 699 w 700"/>
              <a:gd name="T3" fmla="*/ 0 h 701"/>
              <a:gd name="T4" fmla="*/ 699 w 700"/>
              <a:gd name="T5" fmla="*/ 700 h 701"/>
              <a:gd name="T6" fmla="*/ 205 w 700"/>
              <a:gd name="T7" fmla="*/ 350 h 701"/>
              <a:gd name="T8" fmla="*/ 0 w 700"/>
              <a:gd name="T9" fmla="*/ 0 h 701"/>
              <a:gd name="T10" fmla="*/ 117 w 700"/>
              <a:gd name="T11" fmla="*/ 0 h 701"/>
              <a:gd name="T12" fmla="*/ 117 w 700"/>
              <a:gd name="T13" fmla="*/ 700 h 701"/>
              <a:gd name="T14" fmla="*/ 0 w 700"/>
              <a:gd name="T15" fmla="*/ 700 h 701"/>
              <a:gd name="T16" fmla="*/ 0 w 700"/>
              <a:gd name="T17" fmla="*/ 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00" h="701">
                <a:moveTo>
                  <a:pt x="205" y="350"/>
                </a:moveTo>
                <a:lnTo>
                  <a:pt x="699" y="0"/>
                </a:lnTo>
                <a:lnTo>
                  <a:pt x="699" y="700"/>
                </a:lnTo>
                <a:lnTo>
                  <a:pt x="205" y="350"/>
                </a:lnTo>
                <a:close/>
                <a:moveTo>
                  <a:pt x="0" y="0"/>
                </a:moveTo>
                <a:lnTo>
                  <a:pt x="117" y="0"/>
                </a:lnTo>
                <a:lnTo>
                  <a:pt x="117" y="700"/>
                </a:lnTo>
                <a:lnTo>
                  <a:pt x="0" y="7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503194" y="4170363"/>
            <a:ext cx="252412" cy="252412"/>
          </a:xfrm>
          <a:custGeom>
            <a:avLst/>
            <a:gdLst>
              <a:gd name="T0" fmla="*/ 582 w 701"/>
              <a:gd name="T1" fmla="*/ 0 h 701"/>
              <a:gd name="T2" fmla="*/ 700 w 701"/>
              <a:gd name="T3" fmla="*/ 0 h 701"/>
              <a:gd name="T4" fmla="*/ 700 w 701"/>
              <a:gd name="T5" fmla="*/ 700 h 701"/>
              <a:gd name="T6" fmla="*/ 582 w 701"/>
              <a:gd name="T7" fmla="*/ 700 h 701"/>
              <a:gd name="T8" fmla="*/ 582 w 701"/>
              <a:gd name="T9" fmla="*/ 0 h 701"/>
              <a:gd name="T10" fmla="*/ 0 w 701"/>
              <a:gd name="T11" fmla="*/ 700 h 701"/>
              <a:gd name="T12" fmla="*/ 0 w 701"/>
              <a:gd name="T13" fmla="*/ 0 h 701"/>
              <a:gd name="T14" fmla="*/ 495 w 701"/>
              <a:gd name="T15" fmla="*/ 350 h 701"/>
              <a:gd name="T16" fmla="*/ 0 w 701"/>
              <a:gd name="T17" fmla="*/ 70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01" h="701">
                <a:moveTo>
                  <a:pt x="582" y="0"/>
                </a:moveTo>
                <a:lnTo>
                  <a:pt x="700" y="0"/>
                </a:lnTo>
                <a:lnTo>
                  <a:pt x="700" y="700"/>
                </a:lnTo>
                <a:lnTo>
                  <a:pt x="582" y="700"/>
                </a:lnTo>
                <a:lnTo>
                  <a:pt x="582" y="0"/>
                </a:lnTo>
                <a:close/>
                <a:moveTo>
                  <a:pt x="0" y="700"/>
                </a:moveTo>
                <a:lnTo>
                  <a:pt x="0" y="0"/>
                </a:lnTo>
                <a:lnTo>
                  <a:pt x="495" y="350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525544" y="4086225"/>
            <a:ext cx="336550" cy="419100"/>
          </a:xfrm>
          <a:custGeom>
            <a:avLst/>
            <a:gdLst>
              <a:gd name="T0" fmla="*/ 759 w 935"/>
              <a:gd name="T1" fmla="*/ 757 h 1165"/>
              <a:gd name="T2" fmla="*/ 759 w 935"/>
              <a:gd name="T3" fmla="*/ 524 h 1165"/>
              <a:gd name="T4" fmla="*/ 642 w 935"/>
              <a:gd name="T5" fmla="*/ 524 h 1165"/>
              <a:gd name="T6" fmla="*/ 642 w 935"/>
              <a:gd name="T7" fmla="*/ 757 h 1165"/>
              <a:gd name="T8" fmla="*/ 759 w 935"/>
              <a:gd name="T9" fmla="*/ 757 h 1165"/>
              <a:gd name="T10" fmla="*/ 524 w 935"/>
              <a:gd name="T11" fmla="*/ 639 h 1165"/>
              <a:gd name="T12" fmla="*/ 524 w 935"/>
              <a:gd name="T13" fmla="*/ 524 h 1165"/>
              <a:gd name="T14" fmla="*/ 409 w 935"/>
              <a:gd name="T15" fmla="*/ 524 h 1165"/>
              <a:gd name="T16" fmla="*/ 409 w 935"/>
              <a:gd name="T17" fmla="*/ 639 h 1165"/>
              <a:gd name="T18" fmla="*/ 524 w 935"/>
              <a:gd name="T19" fmla="*/ 639 h 1165"/>
              <a:gd name="T20" fmla="*/ 524 w 935"/>
              <a:gd name="T21" fmla="*/ 989 h 1165"/>
              <a:gd name="T22" fmla="*/ 524 w 935"/>
              <a:gd name="T23" fmla="*/ 757 h 1165"/>
              <a:gd name="T24" fmla="*/ 409 w 935"/>
              <a:gd name="T25" fmla="*/ 757 h 1165"/>
              <a:gd name="T26" fmla="*/ 409 w 935"/>
              <a:gd name="T27" fmla="*/ 989 h 1165"/>
              <a:gd name="T28" fmla="*/ 524 w 935"/>
              <a:gd name="T29" fmla="*/ 989 h 1165"/>
              <a:gd name="T30" fmla="*/ 292 w 935"/>
              <a:gd name="T31" fmla="*/ 757 h 1165"/>
              <a:gd name="T32" fmla="*/ 292 w 935"/>
              <a:gd name="T33" fmla="*/ 524 h 1165"/>
              <a:gd name="T34" fmla="*/ 174 w 935"/>
              <a:gd name="T35" fmla="*/ 524 h 1165"/>
              <a:gd name="T36" fmla="*/ 174 w 935"/>
              <a:gd name="T37" fmla="*/ 757 h 1165"/>
              <a:gd name="T38" fmla="*/ 292 w 935"/>
              <a:gd name="T39" fmla="*/ 757 h 1165"/>
              <a:gd name="T40" fmla="*/ 759 w 935"/>
              <a:gd name="T41" fmla="*/ 989 h 1165"/>
              <a:gd name="T42" fmla="*/ 759 w 935"/>
              <a:gd name="T43" fmla="*/ 874 h 1165"/>
              <a:gd name="T44" fmla="*/ 642 w 935"/>
              <a:gd name="T45" fmla="*/ 874 h 1165"/>
              <a:gd name="T46" fmla="*/ 642 w 935"/>
              <a:gd name="T47" fmla="*/ 989 h 1165"/>
              <a:gd name="T48" fmla="*/ 759 w 935"/>
              <a:gd name="T49" fmla="*/ 989 h 1165"/>
              <a:gd name="T50" fmla="*/ 292 w 935"/>
              <a:gd name="T51" fmla="*/ 989 h 1165"/>
              <a:gd name="T52" fmla="*/ 292 w 935"/>
              <a:gd name="T53" fmla="*/ 874 h 1165"/>
              <a:gd name="T54" fmla="*/ 174 w 935"/>
              <a:gd name="T55" fmla="*/ 874 h 1165"/>
              <a:gd name="T56" fmla="*/ 174 w 935"/>
              <a:gd name="T57" fmla="*/ 989 h 1165"/>
              <a:gd name="T58" fmla="*/ 292 w 935"/>
              <a:gd name="T59" fmla="*/ 989 h 1165"/>
              <a:gd name="T60" fmla="*/ 931 w 935"/>
              <a:gd name="T61" fmla="*/ 115 h 1165"/>
              <a:gd name="T62" fmla="*/ 934 w 935"/>
              <a:gd name="T63" fmla="*/ 1049 h 1165"/>
              <a:gd name="T64" fmla="*/ 817 w 935"/>
              <a:gd name="T65" fmla="*/ 1164 h 1165"/>
              <a:gd name="T66" fmla="*/ 117 w 935"/>
              <a:gd name="T67" fmla="*/ 1164 h 1165"/>
              <a:gd name="T68" fmla="*/ 0 w 935"/>
              <a:gd name="T69" fmla="*/ 1049 h 1165"/>
              <a:gd name="T70" fmla="*/ 0 w 935"/>
              <a:gd name="T71" fmla="*/ 350 h 1165"/>
              <a:gd name="T72" fmla="*/ 349 w 935"/>
              <a:gd name="T73" fmla="*/ 0 h 1165"/>
              <a:gd name="T74" fmla="*/ 817 w 935"/>
              <a:gd name="T75" fmla="*/ 0 h 1165"/>
              <a:gd name="T76" fmla="*/ 931 w 935"/>
              <a:gd name="T77" fmla="*/ 11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935" h="1165">
                <a:moveTo>
                  <a:pt x="759" y="757"/>
                </a:moveTo>
                <a:lnTo>
                  <a:pt x="759" y="524"/>
                </a:lnTo>
                <a:lnTo>
                  <a:pt x="642" y="524"/>
                </a:lnTo>
                <a:lnTo>
                  <a:pt x="642" y="757"/>
                </a:lnTo>
                <a:lnTo>
                  <a:pt x="759" y="757"/>
                </a:lnTo>
                <a:close/>
                <a:moveTo>
                  <a:pt x="524" y="639"/>
                </a:moveTo>
                <a:lnTo>
                  <a:pt x="524" y="524"/>
                </a:lnTo>
                <a:lnTo>
                  <a:pt x="409" y="524"/>
                </a:lnTo>
                <a:lnTo>
                  <a:pt x="409" y="639"/>
                </a:lnTo>
                <a:lnTo>
                  <a:pt x="524" y="639"/>
                </a:lnTo>
                <a:close/>
                <a:moveTo>
                  <a:pt x="524" y="989"/>
                </a:moveTo>
                <a:lnTo>
                  <a:pt x="524" y="757"/>
                </a:lnTo>
                <a:lnTo>
                  <a:pt x="409" y="757"/>
                </a:lnTo>
                <a:lnTo>
                  <a:pt x="409" y="989"/>
                </a:lnTo>
                <a:lnTo>
                  <a:pt x="524" y="989"/>
                </a:lnTo>
                <a:close/>
                <a:moveTo>
                  <a:pt x="292" y="757"/>
                </a:moveTo>
                <a:lnTo>
                  <a:pt x="292" y="524"/>
                </a:lnTo>
                <a:lnTo>
                  <a:pt x="174" y="524"/>
                </a:lnTo>
                <a:lnTo>
                  <a:pt x="174" y="757"/>
                </a:lnTo>
                <a:lnTo>
                  <a:pt x="292" y="757"/>
                </a:lnTo>
                <a:close/>
                <a:moveTo>
                  <a:pt x="759" y="989"/>
                </a:moveTo>
                <a:lnTo>
                  <a:pt x="759" y="874"/>
                </a:lnTo>
                <a:lnTo>
                  <a:pt x="642" y="874"/>
                </a:lnTo>
                <a:lnTo>
                  <a:pt x="642" y="989"/>
                </a:lnTo>
                <a:lnTo>
                  <a:pt x="759" y="989"/>
                </a:lnTo>
                <a:close/>
                <a:moveTo>
                  <a:pt x="292" y="989"/>
                </a:moveTo>
                <a:lnTo>
                  <a:pt x="292" y="874"/>
                </a:lnTo>
                <a:lnTo>
                  <a:pt x="174" y="874"/>
                </a:lnTo>
                <a:lnTo>
                  <a:pt x="174" y="989"/>
                </a:lnTo>
                <a:lnTo>
                  <a:pt x="292" y="989"/>
                </a:lnTo>
                <a:close/>
                <a:moveTo>
                  <a:pt x="931" y="115"/>
                </a:moveTo>
                <a:lnTo>
                  <a:pt x="934" y="1049"/>
                </a:lnTo>
                <a:cubicBezTo>
                  <a:pt x="934" y="1112"/>
                  <a:pt x="880" y="1164"/>
                  <a:pt x="817" y="1164"/>
                </a:cubicBezTo>
                <a:lnTo>
                  <a:pt x="117" y="1164"/>
                </a:lnTo>
                <a:cubicBezTo>
                  <a:pt x="54" y="1164"/>
                  <a:pt x="0" y="1112"/>
                  <a:pt x="0" y="1049"/>
                </a:cubicBezTo>
                <a:lnTo>
                  <a:pt x="0" y="350"/>
                </a:lnTo>
                <a:lnTo>
                  <a:pt x="349" y="0"/>
                </a:lnTo>
                <a:lnTo>
                  <a:pt x="817" y="0"/>
                </a:lnTo>
                <a:cubicBezTo>
                  <a:pt x="880" y="0"/>
                  <a:pt x="931" y="52"/>
                  <a:pt x="931" y="11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90756" y="4086225"/>
            <a:ext cx="336550" cy="419100"/>
          </a:xfrm>
          <a:custGeom>
            <a:avLst/>
            <a:gdLst>
              <a:gd name="T0" fmla="*/ 525 w 936"/>
              <a:gd name="T1" fmla="*/ 639 h 1165"/>
              <a:gd name="T2" fmla="*/ 525 w 936"/>
              <a:gd name="T3" fmla="*/ 350 h 1165"/>
              <a:gd name="T4" fmla="*/ 410 w 936"/>
              <a:gd name="T5" fmla="*/ 350 h 1165"/>
              <a:gd name="T6" fmla="*/ 410 w 936"/>
              <a:gd name="T7" fmla="*/ 639 h 1165"/>
              <a:gd name="T8" fmla="*/ 525 w 936"/>
              <a:gd name="T9" fmla="*/ 639 h 1165"/>
              <a:gd name="T10" fmla="*/ 525 w 936"/>
              <a:gd name="T11" fmla="*/ 874 h 1165"/>
              <a:gd name="T12" fmla="*/ 525 w 936"/>
              <a:gd name="T13" fmla="*/ 757 h 1165"/>
              <a:gd name="T14" fmla="*/ 410 w 936"/>
              <a:gd name="T15" fmla="*/ 757 h 1165"/>
              <a:gd name="T16" fmla="*/ 410 w 936"/>
              <a:gd name="T17" fmla="*/ 874 h 1165"/>
              <a:gd name="T18" fmla="*/ 525 w 936"/>
              <a:gd name="T19" fmla="*/ 874 h 1165"/>
              <a:gd name="T20" fmla="*/ 817 w 936"/>
              <a:gd name="T21" fmla="*/ 0 h 1165"/>
              <a:gd name="T22" fmla="*/ 935 w 936"/>
              <a:gd name="T23" fmla="*/ 115 h 1165"/>
              <a:gd name="T24" fmla="*/ 935 w 936"/>
              <a:gd name="T25" fmla="*/ 1049 h 1165"/>
              <a:gd name="T26" fmla="*/ 817 w 936"/>
              <a:gd name="T27" fmla="*/ 1164 h 1165"/>
              <a:gd name="T28" fmla="*/ 118 w 936"/>
              <a:gd name="T29" fmla="*/ 1164 h 1165"/>
              <a:gd name="T30" fmla="*/ 0 w 936"/>
              <a:gd name="T31" fmla="*/ 1049 h 1165"/>
              <a:gd name="T32" fmla="*/ 3 w 936"/>
              <a:gd name="T33" fmla="*/ 350 h 1165"/>
              <a:gd name="T34" fmla="*/ 350 w 936"/>
              <a:gd name="T35" fmla="*/ 0 h 1165"/>
              <a:gd name="T36" fmla="*/ 817 w 936"/>
              <a:gd name="T3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36" h="1165">
                <a:moveTo>
                  <a:pt x="525" y="639"/>
                </a:moveTo>
                <a:lnTo>
                  <a:pt x="525" y="350"/>
                </a:lnTo>
                <a:lnTo>
                  <a:pt x="410" y="350"/>
                </a:lnTo>
                <a:lnTo>
                  <a:pt x="410" y="639"/>
                </a:lnTo>
                <a:lnTo>
                  <a:pt x="525" y="639"/>
                </a:lnTo>
                <a:close/>
                <a:moveTo>
                  <a:pt x="525" y="874"/>
                </a:moveTo>
                <a:lnTo>
                  <a:pt x="525" y="757"/>
                </a:lnTo>
                <a:lnTo>
                  <a:pt x="410" y="757"/>
                </a:lnTo>
                <a:lnTo>
                  <a:pt x="410" y="874"/>
                </a:lnTo>
                <a:lnTo>
                  <a:pt x="525" y="874"/>
                </a:lnTo>
                <a:close/>
                <a:moveTo>
                  <a:pt x="817" y="0"/>
                </a:moveTo>
                <a:cubicBezTo>
                  <a:pt x="880" y="0"/>
                  <a:pt x="935" y="52"/>
                  <a:pt x="935" y="115"/>
                </a:cubicBezTo>
                <a:lnTo>
                  <a:pt x="935" y="1049"/>
                </a:lnTo>
                <a:cubicBezTo>
                  <a:pt x="935" y="1112"/>
                  <a:pt x="880" y="1164"/>
                  <a:pt x="817" y="1164"/>
                </a:cubicBezTo>
                <a:lnTo>
                  <a:pt x="118" y="1164"/>
                </a:lnTo>
                <a:cubicBezTo>
                  <a:pt x="55" y="1164"/>
                  <a:pt x="0" y="1112"/>
                  <a:pt x="0" y="1049"/>
                </a:cubicBezTo>
                <a:lnTo>
                  <a:pt x="3" y="350"/>
                </a:lnTo>
                <a:lnTo>
                  <a:pt x="350" y="0"/>
                </a:ln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579769" y="4086227"/>
            <a:ext cx="488950" cy="420689"/>
          </a:xfrm>
          <a:custGeom>
            <a:avLst/>
            <a:gdLst>
              <a:gd name="T0" fmla="*/ 169 w 1356"/>
              <a:gd name="T1" fmla="*/ 0 h 1168"/>
              <a:gd name="T2" fmla="*/ 1172 w 1356"/>
              <a:gd name="T3" fmla="*/ 1006 h 1168"/>
              <a:gd name="T4" fmla="*/ 1098 w 1356"/>
              <a:gd name="T5" fmla="*/ 1080 h 1168"/>
              <a:gd name="T6" fmla="*/ 904 w 1356"/>
              <a:gd name="T7" fmla="*/ 886 h 1168"/>
              <a:gd name="T8" fmla="*/ 677 w 1356"/>
              <a:gd name="T9" fmla="*/ 1167 h 1168"/>
              <a:gd name="T10" fmla="*/ 0 w 1356"/>
              <a:gd name="T11" fmla="*/ 323 h 1168"/>
              <a:gd name="T12" fmla="*/ 213 w 1356"/>
              <a:gd name="T13" fmla="*/ 194 h 1168"/>
              <a:gd name="T14" fmla="*/ 95 w 1356"/>
              <a:gd name="T15" fmla="*/ 74 h 1168"/>
              <a:gd name="T16" fmla="*/ 169 w 1356"/>
              <a:gd name="T17" fmla="*/ 0 h 1168"/>
              <a:gd name="T18" fmla="*/ 1038 w 1356"/>
              <a:gd name="T19" fmla="*/ 719 h 1168"/>
              <a:gd name="T20" fmla="*/ 434 w 1356"/>
              <a:gd name="T21" fmla="*/ 118 h 1168"/>
              <a:gd name="T22" fmla="*/ 677 w 1356"/>
              <a:gd name="T23" fmla="*/ 91 h 1168"/>
              <a:gd name="T24" fmla="*/ 1355 w 1356"/>
              <a:gd name="T25" fmla="*/ 323 h 1168"/>
              <a:gd name="T26" fmla="*/ 1038 w 1356"/>
              <a:gd name="T27" fmla="*/ 719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356" h="1168">
                <a:moveTo>
                  <a:pt x="169" y="0"/>
                </a:moveTo>
                <a:cubicBezTo>
                  <a:pt x="503" y="336"/>
                  <a:pt x="840" y="669"/>
                  <a:pt x="1172" y="1006"/>
                </a:cubicBezTo>
                <a:lnTo>
                  <a:pt x="1098" y="1080"/>
                </a:lnTo>
                <a:lnTo>
                  <a:pt x="904" y="886"/>
                </a:lnTo>
                <a:lnTo>
                  <a:pt x="677" y="1167"/>
                </a:lnTo>
                <a:lnTo>
                  <a:pt x="0" y="323"/>
                </a:lnTo>
                <a:cubicBezTo>
                  <a:pt x="13" y="312"/>
                  <a:pt x="87" y="252"/>
                  <a:pt x="213" y="194"/>
                </a:cubicBezTo>
                <a:lnTo>
                  <a:pt x="95" y="74"/>
                </a:lnTo>
                <a:lnTo>
                  <a:pt x="169" y="0"/>
                </a:lnTo>
                <a:close/>
                <a:moveTo>
                  <a:pt x="1038" y="719"/>
                </a:moveTo>
                <a:lnTo>
                  <a:pt x="434" y="118"/>
                </a:lnTo>
                <a:cubicBezTo>
                  <a:pt x="508" y="102"/>
                  <a:pt x="590" y="91"/>
                  <a:pt x="677" y="91"/>
                </a:cubicBezTo>
                <a:cubicBezTo>
                  <a:pt x="1068" y="91"/>
                  <a:pt x="1328" y="304"/>
                  <a:pt x="1355" y="323"/>
                </a:cubicBezTo>
                <a:lnTo>
                  <a:pt x="1038" y="71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643394" y="4102100"/>
            <a:ext cx="488950" cy="387350"/>
          </a:xfrm>
          <a:custGeom>
            <a:avLst/>
            <a:gdLst>
              <a:gd name="T0" fmla="*/ 678 w 1357"/>
              <a:gd name="T1" fmla="*/ 1077 h 1078"/>
              <a:gd name="T2" fmla="*/ 0 w 1357"/>
              <a:gd name="T3" fmla="*/ 233 h 1078"/>
              <a:gd name="T4" fmla="*/ 678 w 1357"/>
              <a:gd name="T5" fmla="*/ 0 h 1078"/>
              <a:gd name="T6" fmla="*/ 1356 w 1357"/>
              <a:gd name="T7" fmla="*/ 233 h 1078"/>
              <a:gd name="T8" fmla="*/ 678 w 1357"/>
              <a:gd name="T9" fmla="*/ 1077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7" h="1078">
                <a:moveTo>
                  <a:pt x="678" y="1077"/>
                </a:moveTo>
                <a:lnTo>
                  <a:pt x="0" y="233"/>
                </a:lnTo>
                <a:cubicBezTo>
                  <a:pt x="28" y="214"/>
                  <a:pt x="287" y="0"/>
                  <a:pt x="678" y="0"/>
                </a:cubicBezTo>
                <a:cubicBezTo>
                  <a:pt x="1069" y="0"/>
                  <a:pt x="1328" y="214"/>
                  <a:pt x="1356" y="233"/>
                </a:cubicBezTo>
                <a:lnTo>
                  <a:pt x="678" y="107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8069" y="4984752"/>
            <a:ext cx="419100" cy="357187"/>
          </a:xfrm>
          <a:custGeom>
            <a:avLst/>
            <a:gdLst>
              <a:gd name="T0" fmla="*/ 817 w 1165"/>
              <a:gd name="T1" fmla="*/ 478 h 990"/>
              <a:gd name="T2" fmla="*/ 1020 w 1165"/>
              <a:gd name="T3" fmla="*/ 661 h 990"/>
              <a:gd name="T4" fmla="*/ 1020 w 1165"/>
              <a:gd name="T5" fmla="*/ 757 h 990"/>
              <a:gd name="T6" fmla="*/ 932 w 1165"/>
              <a:gd name="T7" fmla="*/ 757 h 990"/>
              <a:gd name="T8" fmla="*/ 932 w 1165"/>
              <a:gd name="T9" fmla="*/ 680 h 990"/>
              <a:gd name="T10" fmla="*/ 817 w 1165"/>
              <a:gd name="T11" fmla="*/ 562 h 990"/>
              <a:gd name="T12" fmla="*/ 727 w 1165"/>
              <a:gd name="T13" fmla="*/ 562 h 990"/>
              <a:gd name="T14" fmla="*/ 533 w 1165"/>
              <a:gd name="T15" fmla="*/ 366 h 990"/>
              <a:gd name="T16" fmla="*/ 727 w 1165"/>
              <a:gd name="T17" fmla="*/ 172 h 990"/>
              <a:gd name="T18" fmla="*/ 727 w 1165"/>
              <a:gd name="T19" fmla="*/ 259 h 990"/>
              <a:gd name="T20" fmla="*/ 621 w 1165"/>
              <a:gd name="T21" fmla="*/ 360 h 990"/>
              <a:gd name="T22" fmla="*/ 727 w 1165"/>
              <a:gd name="T23" fmla="*/ 478 h 990"/>
              <a:gd name="T24" fmla="*/ 817 w 1165"/>
              <a:gd name="T25" fmla="*/ 478 h 990"/>
              <a:gd name="T26" fmla="*/ 981 w 1165"/>
              <a:gd name="T27" fmla="*/ 333 h 990"/>
              <a:gd name="T28" fmla="*/ 1164 w 1165"/>
              <a:gd name="T29" fmla="*/ 625 h 990"/>
              <a:gd name="T30" fmla="*/ 1164 w 1165"/>
              <a:gd name="T31" fmla="*/ 757 h 990"/>
              <a:gd name="T32" fmla="*/ 1077 w 1165"/>
              <a:gd name="T33" fmla="*/ 757 h 990"/>
              <a:gd name="T34" fmla="*/ 1077 w 1165"/>
              <a:gd name="T35" fmla="*/ 625 h 990"/>
              <a:gd name="T36" fmla="*/ 845 w 1165"/>
              <a:gd name="T37" fmla="*/ 390 h 990"/>
              <a:gd name="T38" fmla="*/ 845 w 1165"/>
              <a:gd name="T39" fmla="*/ 303 h 990"/>
              <a:gd name="T40" fmla="*/ 951 w 1165"/>
              <a:gd name="T41" fmla="*/ 194 h 990"/>
              <a:gd name="T42" fmla="*/ 845 w 1165"/>
              <a:gd name="T43" fmla="*/ 87 h 990"/>
              <a:gd name="T44" fmla="*/ 845 w 1165"/>
              <a:gd name="T45" fmla="*/ 0 h 990"/>
              <a:gd name="T46" fmla="*/ 1039 w 1165"/>
              <a:gd name="T47" fmla="*/ 194 h 990"/>
              <a:gd name="T48" fmla="*/ 981 w 1165"/>
              <a:gd name="T49" fmla="*/ 333 h 990"/>
              <a:gd name="T50" fmla="*/ 932 w 1165"/>
              <a:gd name="T51" fmla="*/ 814 h 990"/>
              <a:gd name="T52" fmla="*/ 1020 w 1165"/>
              <a:gd name="T53" fmla="*/ 814 h 990"/>
              <a:gd name="T54" fmla="*/ 1020 w 1165"/>
              <a:gd name="T55" fmla="*/ 989 h 990"/>
              <a:gd name="T56" fmla="*/ 932 w 1165"/>
              <a:gd name="T57" fmla="*/ 989 h 990"/>
              <a:gd name="T58" fmla="*/ 932 w 1165"/>
              <a:gd name="T59" fmla="*/ 814 h 990"/>
              <a:gd name="T60" fmla="*/ 1077 w 1165"/>
              <a:gd name="T61" fmla="*/ 814 h 990"/>
              <a:gd name="T62" fmla="*/ 1164 w 1165"/>
              <a:gd name="T63" fmla="*/ 814 h 990"/>
              <a:gd name="T64" fmla="*/ 1164 w 1165"/>
              <a:gd name="T65" fmla="*/ 989 h 990"/>
              <a:gd name="T66" fmla="*/ 1077 w 1165"/>
              <a:gd name="T67" fmla="*/ 989 h 990"/>
              <a:gd name="T68" fmla="*/ 1077 w 1165"/>
              <a:gd name="T69" fmla="*/ 814 h 990"/>
              <a:gd name="T70" fmla="*/ 0 w 1165"/>
              <a:gd name="T71" fmla="*/ 814 h 990"/>
              <a:gd name="T72" fmla="*/ 875 w 1165"/>
              <a:gd name="T73" fmla="*/ 814 h 990"/>
              <a:gd name="T74" fmla="*/ 875 w 1165"/>
              <a:gd name="T75" fmla="*/ 989 h 990"/>
              <a:gd name="T76" fmla="*/ 0 w 1165"/>
              <a:gd name="T77" fmla="*/ 989 h 990"/>
              <a:gd name="T78" fmla="*/ 0 w 1165"/>
              <a:gd name="T79" fmla="*/ 814 h 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65" h="990">
                <a:moveTo>
                  <a:pt x="817" y="478"/>
                </a:moveTo>
                <a:cubicBezTo>
                  <a:pt x="927" y="478"/>
                  <a:pt x="1020" y="554"/>
                  <a:pt x="1020" y="661"/>
                </a:cubicBezTo>
                <a:lnTo>
                  <a:pt x="1020" y="757"/>
                </a:lnTo>
                <a:lnTo>
                  <a:pt x="932" y="757"/>
                </a:lnTo>
                <a:lnTo>
                  <a:pt x="932" y="680"/>
                </a:lnTo>
                <a:cubicBezTo>
                  <a:pt x="932" y="603"/>
                  <a:pt x="878" y="562"/>
                  <a:pt x="817" y="562"/>
                </a:cubicBezTo>
                <a:lnTo>
                  <a:pt x="727" y="562"/>
                </a:lnTo>
                <a:cubicBezTo>
                  <a:pt x="621" y="562"/>
                  <a:pt x="533" y="473"/>
                  <a:pt x="533" y="366"/>
                </a:cubicBezTo>
                <a:cubicBezTo>
                  <a:pt x="533" y="260"/>
                  <a:pt x="621" y="172"/>
                  <a:pt x="727" y="172"/>
                </a:cubicBezTo>
                <a:lnTo>
                  <a:pt x="727" y="259"/>
                </a:lnTo>
                <a:cubicBezTo>
                  <a:pt x="667" y="259"/>
                  <a:pt x="621" y="300"/>
                  <a:pt x="621" y="360"/>
                </a:cubicBezTo>
                <a:cubicBezTo>
                  <a:pt x="621" y="420"/>
                  <a:pt x="667" y="478"/>
                  <a:pt x="727" y="478"/>
                </a:cubicBezTo>
                <a:lnTo>
                  <a:pt x="817" y="478"/>
                </a:lnTo>
                <a:close/>
                <a:moveTo>
                  <a:pt x="981" y="333"/>
                </a:moveTo>
                <a:cubicBezTo>
                  <a:pt x="1091" y="385"/>
                  <a:pt x="1164" y="497"/>
                  <a:pt x="1164" y="625"/>
                </a:cubicBezTo>
                <a:lnTo>
                  <a:pt x="1164" y="757"/>
                </a:lnTo>
                <a:lnTo>
                  <a:pt x="1077" y="757"/>
                </a:lnTo>
                <a:lnTo>
                  <a:pt x="1077" y="625"/>
                </a:lnTo>
                <a:cubicBezTo>
                  <a:pt x="1077" y="494"/>
                  <a:pt x="976" y="390"/>
                  <a:pt x="845" y="390"/>
                </a:cubicBezTo>
                <a:lnTo>
                  <a:pt x="845" y="303"/>
                </a:lnTo>
                <a:cubicBezTo>
                  <a:pt x="905" y="303"/>
                  <a:pt x="951" y="255"/>
                  <a:pt x="951" y="194"/>
                </a:cubicBezTo>
                <a:cubicBezTo>
                  <a:pt x="951" y="134"/>
                  <a:pt x="905" y="87"/>
                  <a:pt x="845" y="87"/>
                </a:cubicBezTo>
                <a:lnTo>
                  <a:pt x="845" y="0"/>
                </a:lnTo>
                <a:cubicBezTo>
                  <a:pt x="951" y="0"/>
                  <a:pt x="1039" y="87"/>
                  <a:pt x="1039" y="194"/>
                </a:cubicBezTo>
                <a:cubicBezTo>
                  <a:pt x="1039" y="248"/>
                  <a:pt x="1017" y="297"/>
                  <a:pt x="981" y="333"/>
                </a:cubicBezTo>
                <a:close/>
                <a:moveTo>
                  <a:pt x="932" y="814"/>
                </a:moveTo>
                <a:lnTo>
                  <a:pt x="1020" y="814"/>
                </a:lnTo>
                <a:lnTo>
                  <a:pt x="1020" y="989"/>
                </a:lnTo>
                <a:lnTo>
                  <a:pt x="932" y="989"/>
                </a:lnTo>
                <a:lnTo>
                  <a:pt x="932" y="814"/>
                </a:lnTo>
                <a:close/>
                <a:moveTo>
                  <a:pt x="1077" y="814"/>
                </a:moveTo>
                <a:lnTo>
                  <a:pt x="1164" y="814"/>
                </a:lnTo>
                <a:lnTo>
                  <a:pt x="1164" y="989"/>
                </a:lnTo>
                <a:lnTo>
                  <a:pt x="1077" y="989"/>
                </a:lnTo>
                <a:lnTo>
                  <a:pt x="1077" y="814"/>
                </a:lnTo>
                <a:close/>
                <a:moveTo>
                  <a:pt x="0" y="814"/>
                </a:moveTo>
                <a:lnTo>
                  <a:pt x="875" y="814"/>
                </a:lnTo>
                <a:lnTo>
                  <a:pt x="875" y="989"/>
                </a:lnTo>
                <a:lnTo>
                  <a:pt x="0" y="989"/>
                </a:lnTo>
                <a:lnTo>
                  <a:pt x="0" y="8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31219" y="4953000"/>
            <a:ext cx="419100" cy="419100"/>
          </a:xfrm>
          <a:custGeom>
            <a:avLst/>
            <a:gdLst>
              <a:gd name="T0" fmla="*/ 932 w 1166"/>
              <a:gd name="T1" fmla="*/ 350 h 1165"/>
              <a:gd name="T2" fmla="*/ 932 w 1166"/>
              <a:gd name="T3" fmla="*/ 232 h 1165"/>
              <a:gd name="T4" fmla="*/ 465 w 1166"/>
              <a:gd name="T5" fmla="*/ 232 h 1165"/>
              <a:gd name="T6" fmla="*/ 465 w 1166"/>
              <a:gd name="T7" fmla="*/ 350 h 1165"/>
              <a:gd name="T8" fmla="*/ 932 w 1166"/>
              <a:gd name="T9" fmla="*/ 350 h 1165"/>
              <a:gd name="T10" fmla="*/ 932 w 1166"/>
              <a:gd name="T11" fmla="*/ 525 h 1165"/>
              <a:gd name="T12" fmla="*/ 932 w 1166"/>
              <a:gd name="T13" fmla="*/ 407 h 1165"/>
              <a:gd name="T14" fmla="*/ 465 w 1166"/>
              <a:gd name="T15" fmla="*/ 407 h 1165"/>
              <a:gd name="T16" fmla="*/ 465 w 1166"/>
              <a:gd name="T17" fmla="*/ 525 h 1165"/>
              <a:gd name="T18" fmla="*/ 932 w 1166"/>
              <a:gd name="T19" fmla="*/ 525 h 1165"/>
              <a:gd name="T20" fmla="*/ 757 w 1166"/>
              <a:gd name="T21" fmla="*/ 700 h 1165"/>
              <a:gd name="T22" fmla="*/ 757 w 1166"/>
              <a:gd name="T23" fmla="*/ 582 h 1165"/>
              <a:gd name="T24" fmla="*/ 465 w 1166"/>
              <a:gd name="T25" fmla="*/ 582 h 1165"/>
              <a:gd name="T26" fmla="*/ 465 w 1166"/>
              <a:gd name="T27" fmla="*/ 700 h 1165"/>
              <a:gd name="T28" fmla="*/ 757 w 1166"/>
              <a:gd name="T29" fmla="*/ 700 h 1165"/>
              <a:gd name="T30" fmla="*/ 350 w 1166"/>
              <a:gd name="T31" fmla="*/ 350 h 1165"/>
              <a:gd name="T32" fmla="*/ 350 w 1166"/>
              <a:gd name="T33" fmla="*/ 232 h 1165"/>
              <a:gd name="T34" fmla="*/ 233 w 1166"/>
              <a:gd name="T35" fmla="*/ 232 h 1165"/>
              <a:gd name="T36" fmla="*/ 233 w 1166"/>
              <a:gd name="T37" fmla="*/ 350 h 1165"/>
              <a:gd name="T38" fmla="*/ 350 w 1166"/>
              <a:gd name="T39" fmla="*/ 350 h 1165"/>
              <a:gd name="T40" fmla="*/ 350 w 1166"/>
              <a:gd name="T41" fmla="*/ 525 h 1165"/>
              <a:gd name="T42" fmla="*/ 350 w 1166"/>
              <a:gd name="T43" fmla="*/ 407 h 1165"/>
              <a:gd name="T44" fmla="*/ 233 w 1166"/>
              <a:gd name="T45" fmla="*/ 407 h 1165"/>
              <a:gd name="T46" fmla="*/ 233 w 1166"/>
              <a:gd name="T47" fmla="*/ 525 h 1165"/>
              <a:gd name="T48" fmla="*/ 350 w 1166"/>
              <a:gd name="T49" fmla="*/ 525 h 1165"/>
              <a:gd name="T50" fmla="*/ 350 w 1166"/>
              <a:gd name="T51" fmla="*/ 700 h 1165"/>
              <a:gd name="T52" fmla="*/ 350 w 1166"/>
              <a:gd name="T53" fmla="*/ 582 h 1165"/>
              <a:gd name="T54" fmla="*/ 233 w 1166"/>
              <a:gd name="T55" fmla="*/ 582 h 1165"/>
              <a:gd name="T56" fmla="*/ 233 w 1166"/>
              <a:gd name="T57" fmla="*/ 700 h 1165"/>
              <a:gd name="T58" fmla="*/ 350 w 1166"/>
              <a:gd name="T59" fmla="*/ 700 h 1165"/>
              <a:gd name="T60" fmla="*/ 1050 w 1166"/>
              <a:gd name="T61" fmla="*/ 0 h 1165"/>
              <a:gd name="T62" fmla="*/ 1165 w 1166"/>
              <a:gd name="T63" fmla="*/ 115 h 1165"/>
              <a:gd name="T64" fmla="*/ 1165 w 1166"/>
              <a:gd name="T65" fmla="*/ 814 h 1165"/>
              <a:gd name="T66" fmla="*/ 1050 w 1166"/>
              <a:gd name="T67" fmla="*/ 932 h 1165"/>
              <a:gd name="T68" fmla="*/ 233 w 1166"/>
              <a:gd name="T69" fmla="*/ 932 h 1165"/>
              <a:gd name="T70" fmla="*/ 0 w 1166"/>
              <a:gd name="T71" fmla="*/ 1164 h 1165"/>
              <a:gd name="T72" fmla="*/ 0 w 1166"/>
              <a:gd name="T73" fmla="*/ 115 h 1165"/>
              <a:gd name="T74" fmla="*/ 115 w 1166"/>
              <a:gd name="T75" fmla="*/ 0 h 1165"/>
              <a:gd name="T76" fmla="*/ 1050 w 1166"/>
              <a:gd name="T7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6" h="1165">
                <a:moveTo>
                  <a:pt x="932" y="350"/>
                </a:moveTo>
                <a:lnTo>
                  <a:pt x="932" y="232"/>
                </a:lnTo>
                <a:lnTo>
                  <a:pt x="465" y="232"/>
                </a:lnTo>
                <a:lnTo>
                  <a:pt x="465" y="350"/>
                </a:lnTo>
                <a:lnTo>
                  <a:pt x="932" y="350"/>
                </a:lnTo>
                <a:close/>
                <a:moveTo>
                  <a:pt x="932" y="525"/>
                </a:moveTo>
                <a:lnTo>
                  <a:pt x="932" y="407"/>
                </a:lnTo>
                <a:lnTo>
                  <a:pt x="465" y="407"/>
                </a:lnTo>
                <a:lnTo>
                  <a:pt x="465" y="525"/>
                </a:lnTo>
                <a:lnTo>
                  <a:pt x="932" y="525"/>
                </a:lnTo>
                <a:close/>
                <a:moveTo>
                  <a:pt x="757" y="700"/>
                </a:moveTo>
                <a:lnTo>
                  <a:pt x="757" y="582"/>
                </a:lnTo>
                <a:lnTo>
                  <a:pt x="465" y="582"/>
                </a:lnTo>
                <a:lnTo>
                  <a:pt x="465" y="700"/>
                </a:lnTo>
                <a:lnTo>
                  <a:pt x="757" y="700"/>
                </a:lnTo>
                <a:close/>
                <a:moveTo>
                  <a:pt x="350" y="350"/>
                </a:moveTo>
                <a:lnTo>
                  <a:pt x="350" y="232"/>
                </a:lnTo>
                <a:lnTo>
                  <a:pt x="233" y="232"/>
                </a:lnTo>
                <a:lnTo>
                  <a:pt x="233" y="350"/>
                </a:lnTo>
                <a:lnTo>
                  <a:pt x="350" y="350"/>
                </a:lnTo>
                <a:close/>
                <a:moveTo>
                  <a:pt x="350" y="525"/>
                </a:moveTo>
                <a:lnTo>
                  <a:pt x="350" y="407"/>
                </a:lnTo>
                <a:lnTo>
                  <a:pt x="233" y="407"/>
                </a:lnTo>
                <a:lnTo>
                  <a:pt x="233" y="525"/>
                </a:lnTo>
                <a:lnTo>
                  <a:pt x="350" y="525"/>
                </a:lnTo>
                <a:close/>
                <a:moveTo>
                  <a:pt x="350" y="700"/>
                </a:moveTo>
                <a:lnTo>
                  <a:pt x="350" y="582"/>
                </a:lnTo>
                <a:lnTo>
                  <a:pt x="233" y="582"/>
                </a:lnTo>
                <a:lnTo>
                  <a:pt x="233" y="700"/>
                </a:lnTo>
                <a:lnTo>
                  <a:pt x="350" y="700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4"/>
                </a:lnTo>
                <a:cubicBezTo>
                  <a:pt x="1165" y="877"/>
                  <a:pt x="1113" y="932"/>
                  <a:pt x="1050" y="932"/>
                </a:cubicBezTo>
                <a:lnTo>
                  <a:pt x="233" y="932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82144" y="4932364"/>
            <a:ext cx="461962" cy="461963"/>
          </a:xfrm>
          <a:custGeom>
            <a:avLst/>
            <a:gdLst>
              <a:gd name="T0" fmla="*/ 1167 w 1282"/>
              <a:gd name="T1" fmla="*/ 17 h 1283"/>
              <a:gd name="T2" fmla="*/ 1281 w 1282"/>
              <a:gd name="T3" fmla="*/ 132 h 1283"/>
              <a:gd name="T4" fmla="*/ 1281 w 1282"/>
              <a:gd name="T5" fmla="*/ 831 h 1283"/>
              <a:gd name="T6" fmla="*/ 1169 w 1282"/>
              <a:gd name="T7" fmla="*/ 949 h 1283"/>
              <a:gd name="T8" fmla="*/ 762 w 1282"/>
              <a:gd name="T9" fmla="*/ 541 h 1283"/>
              <a:gd name="T10" fmla="*/ 1049 w 1282"/>
              <a:gd name="T11" fmla="*/ 541 h 1283"/>
              <a:gd name="T12" fmla="*/ 1049 w 1282"/>
              <a:gd name="T13" fmla="*/ 424 h 1283"/>
              <a:gd name="T14" fmla="*/ 645 w 1282"/>
              <a:gd name="T15" fmla="*/ 424 h 1283"/>
              <a:gd name="T16" fmla="*/ 587 w 1282"/>
              <a:gd name="T17" fmla="*/ 367 h 1283"/>
              <a:gd name="T18" fmla="*/ 1049 w 1282"/>
              <a:gd name="T19" fmla="*/ 367 h 1283"/>
              <a:gd name="T20" fmla="*/ 1049 w 1282"/>
              <a:gd name="T21" fmla="*/ 249 h 1283"/>
              <a:gd name="T22" fmla="*/ 582 w 1282"/>
              <a:gd name="T23" fmla="*/ 249 h 1283"/>
              <a:gd name="T24" fmla="*/ 582 w 1282"/>
              <a:gd name="T25" fmla="*/ 361 h 1283"/>
              <a:gd name="T26" fmla="*/ 237 w 1282"/>
              <a:gd name="T27" fmla="*/ 17 h 1283"/>
              <a:gd name="T28" fmla="*/ 1167 w 1282"/>
              <a:gd name="T29" fmla="*/ 17 h 1283"/>
              <a:gd name="T30" fmla="*/ 349 w 1282"/>
              <a:gd name="T31" fmla="*/ 541 h 1283"/>
              <a:gd name="T32" fmla="*/ 467 w 1282"/>
              <a:gd name="T33" fmla="*/ 541 h 1283"/>
              <a:gd name="T34" fmla="*/ 349 w 1282"/>
              <a:gd name="T35" fmla="*/ 424 h 1283"/>
              <a:gd name="T36" fmla="*/ 349 w 1282"/>
              <a:gd name="T37" fmla="*/ 541 h 1283"/>
              <a:gd name="T38" fmla="*/ 467 w 1282"/>
              <a:gd name="T39" fmla="*/ 716 h 1283"/>
              <a:gd name="T40" fmla="*/ 467 w 1282"/>
              <a:gd name="T41" fmla="*/ 599 h 1283"/>
              <a:gd name="T42" fmla="*/ 349 w 1282"/>
              <a:gd name="T43" fmla="*/ 599 h 1283"/>
              <a:gd name="T44" fmla="*/ 349 w 1282"/>
              <a:gd name="T45" fmla="*/ 716 h 1283"/>
              <a:gd name="T46" fmla="*/ 467 w 1282"/>
              <a:gd name="T47" fmla="*/ 716 h 1283"/>
              <a:gd name="T48" fmla="*/ 73 w 1282"/>
              <a:gd name="T49" fmla="*/ 0 h 1283"/>
              <a:gd name="T50" fmla="*/ 1281 w 1282"/>
              <a:gd name="T51" fmla="*/ 1208 h 1283"/>
              <a:gd name="T52" fmla="*/ 1208 w 1282"/>
              <a:gd name="T53" fmla="*/ 1282 h 1283"/>
              <a:gd name="T54" fmla="*/ 874 w 1282"/>
              <a:gd name="T55" fmla="*/ 949 h 1283"/>
              <a:gd name="T56" fmla="*/ 349 w 1282"/>
              <a:gd name="T57" fmla="*/ 949 h 1283"/>
              <a:gd name="T58" fmla="*/ 117 w 1282"/>
              <a:gd name="T59" fmla="*/ 1181 h 1283"/>
              <a:gd name="T60" fmla="*/ 117 w 1282"/>
              <a:gd name="T61" fmla="*/ 192 h 1283"/>
              <a:gd name="T62" fmla="*/ 0 w 1282"/>
              <a:gd name="T63" fmla="*/ 74 h 1283"/>
              <a:gd name="T64" fmla="*/ 73 w 1282"/>
              <a:gd name="T65" fmla="*/ 0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2" h="1283">
                <a:moveTo>
                  <a:pt x="1167" y="17"/>
                </a:moveTo>
                <a:cubicBezTo>
                  <a:pt x="1229" y="17"/>
                  <a:pt x="1281" y="69"/>
                  <a:pt x="1281" y="132"/>
                </a:cubicBezTo>
                <a:lnTo>
                  <a:pt x="1281" y="831"/>
                </a:lnTo>
                <a:cubicBezTo>
                  <a:pt x="1281" y="894"/>
                  <a:pt x="1232" y="946"/>
                  <a:pt x="1169" y="949"/>
                </a:cubicBezTo>
                <a:lnTo>
                  <a:pt x="762" y="541"/>
                </a:lnTo>
                <a:lnTo>
                  <a:pt x="1049" y="541"/>
                </a:lnTo>
                <a:lnTo>
                  <a:pt x="1049" y="424"/>
                </a:lnTo>
                <a:lnTo>
                  <a:pt x="645" y="424"/>
                </a:lnTo>
                <a:lnTo>
                  <a:pt x="587" y="367"/>
                </a:lnTo>
                <a:lnTo>
                  <a:pt x="1049" y="367"/>
                </a:lnTo>
                <a:lnTo>
                  <a:pt x="1049" y="249"/>
                </a:lnTo>
                <a:lnTo>
                  <a:pt x="582" y="249"/>
                </a:lnTo>
                <a:lnTo>
                  <a:pt x="582" y="361"/>
                </a:lnTo>
                <a:lnTo>
                  <a:pt x="237" y="17"/>
                </a:lnTo>
                <a:lnTo>
                  <a:pt x="1167" y="17"/>
                </a:lnTo>
                <a:close/>
                <a:moveTo>
                  <a:pt x="349" y="541"/>
                </a:moveTo>
                <a:lnTo>
                  <a:pt x="467" y="541"/>
                </a:lnTo>
                <a:lnTo>
                  <a:pt x="349" y="424"/>
                </a:lnTo>
                <a:lnTo>
                  <a:pt x="349" y="541"/>
                </a:lnTo>
                <a:close/>
                <a:moveTo>
                  <a:pt x="467" y="716"/>
                </a:moveTo>
                <a:lnTo>
                  <a:pt x="467" y="599"/>
                </a:lnTo>
                <a:lnTo>
                  <a:pt x="349" y="599"/>
                </a:lnTo>
                <a:lnTo>
                  <a:pt x="349" y="716"/>
                </a:lnTo>
                <a:lnTo>
                  <a:pt x="467" y="716"/>
                </a:lnTo>
                <a:close/>
                <a:moveTo>
                  <a:pt x="73" y="0"/>
                </a:moveTo>
                <a:lnTo>
                  <a:pt x="1281" y="1208"/>
                </a:lnTo>
                <a:lnTo>
                  <a:pt x="1208" y="1282"/>
                </a:lnTo>
                <a:lnTo>
                  <a:pt x="874" y="949"/>
                </a:lnTo>
                <a:lnTo>
                  <a:pt x="349" y="949"/>
                </a:lnTo>
                <a:lnTo>
                  <a:pt x="117" y="1181"/>
                </a:lnTo>
                <a:lnTo>
                  <a:pt x="117" y="192"/>
                </a:lnTo>
                <a:lnTo>
                  <a:pt x="0" y="74"/>
                </a:lnTo>
                <a:lnTo>
                  <a:pt x="7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317206" y="4932364"/>
            <a:ext cx="336550" cy="461963"/>
          </a:xfrm>
          <a:custGeom>
            <a:avLst/>
            <a:gdLst>
              <a:gd name="T0" fmla="*/ 118 w 936"/>
              <a:gd name="T1" fmla="*/ 235 h 1285"/>
              <a:gd name="T2" fmla="*/ 118 w 936"/>
              <a:gd name="T3" fmla="*/ 1167 h 1285"/>
              <a:gd name="T4" fmla="*/ 700 w 936"/>
              <a:gd name="T5" fmla="*/ 1167 h 1285"/>
              <a:gd name="T6" fmla="*/ 700 w 936"/>
              <a:gd name="T7" fmla="*/ 1284 h 1285"/>
              <a:gd name="T8" fmla="*/ 118 w 936"/>
              <a:gd name="T9" fmla="*/ 1284 h 1285"/>
              <a:gd name="T10" fmla="*/ 0 w 936"/>
              <a:gd name="T11" fmla="*/ 1167 h 1285"/>
              <a:gd name="T12" fmla="*/ 0 w 936"/>
              <a:gd name="T13" fmla="*/ 235 h 1285"/>
              <a:gd name="T14" fmla="*/ 118 w 936"/>
              <a:gd name="T15" fmla="*/ 235 h 1285"/>
              <a:gd name="T16" fmla="*/ 437 w 936"/>
              <a:gd name="T17" fmla="*/ 672 h 1285"/>
              <a:gd name="T18" fmla="*/ 585 w 936"/>
              <a:gd name="T19" fmla="*/ 525 h 1285"/>
              <a:gd name="T20" fmla="*/ 730 w 936"/>
              <a:gd name="T21" fmla="*/ 672 h 1285"/>
              <a:gd name="T22" fmla="*/ 585 w 936"/>
              <a:gd name="T23" fmla="*/ 817 h 1285"/>
              <a:gd name="T24" fmla="*/ 437 w 936"/>
              <a:gd name="T25" fmla="*/ 672 h 1285"/>
              <a:gd name="T26" fmla="*/ 585 w 936"/>
              <a:gd name="T27" fmla="*/ 905 h 1285"/>
              <a:gd name="T28" fmla="*/ 817 w 936"/>
              <a:gd name="T29" fmla="*/ 672 h 1285"/>
              <a:gd name="T30" fmla="*/ 585 w 936"/>
              <a:gd name="T31" fmla="*/ 437 h 1285"/>
              <a:gd name="T32" fmla="*/ 350 w 936"/>
              <a:gd name="T33" fmla="*/ 672 h 1285"/>
              <a:gd name="T34" fmla="*/ 585 w 936"/>
              <a:gd name="T35" fmla="*/ 905 h 1285"/>
              <a:gd name="T36" fmla="*/ 585 w 936"/>
              <a:gd name="T37" fmla="*/ 117 h 1285"/>
              <a:gd name="T38" fmla="*/ 467 w 936"/>
              <a:gd name="T39" fmla="*/ 235 h 1285"/>
              <a:gd name="T40" fmla="*/ 585 w 936"/>
              <a:gd name="T41" fmla="*/ 350 h 1285"/>
              <a:gd name="T42" fmla="*/ 700 w 936"/>
              <a:gd name="T43" fmla="*/ 235 h 1285"/>
              <a:gd name="T44" fmla="*/ 585 w 936"/>
              <a:gd name="T45" fmla="*/ 117 h 1285"/>
              <a:gd name="T46" fmla="*/ 828 w 936"/>
              <a:gd name="T47" fmla="*/ 0 h 1285"/>
              <a:gd name="T48" fmla="*/ 935 w 936"/>
              <a:gd name="T49" fmla="*/ 107 h 1285"/>
              <a:gd name="T50" fmla="*/ 935 w 936"/>
              <a:gd name="T51" fmla="*/ 946 h 1285"/>
              <a:gd name="T52" fmla="*/ 828 w 936"/>
              <a:gd name="T53" fmla="*/ 1049 h 1285"/>
              <a:gd name="T54" fmla="*/ 339 w 936"/>
              <a:gd name="T55" fmla="*/ 1049 h 1285"/>
              <a:gd name="T56" fmla="*/ 235 w 936"/>
              <a:gd name="T57" fmla="*/ 946 h 1285"/>
              <a:gd name="T58" fmla="*/ 235 w 936"/>
              <a:gd name="T59" fmla="*/ 107 h 1285"/>
              <a:gd name="T60" fmla="*/ 339 w 936"/>
              <a:gd name="T61" fmla="*/ 0 h 1285"/>
              <a:gd name="T62" fmla="*/ 828 w 936"/>
              <a:gd name="T63" fmla="*/ 0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36" h="1285">
                <a:moveTo>
                  <a:pt x="118" y="235"/>
                </a:moveTo>
                <a:lnTo>
                  <a:pt x="118" y="1167"/>
                </a:lnTo>
                <a:lnTo>
                  <a:pt x="700" y="1167"/>
                </a:lnTo>
                <a:lnTo>
                  <a:pt x="700" y="1284"/>
                </a:lnTo>
                <a:lnTo>
                  <a:pt x="118" y="1284"/>
                </a:lnTo>
                <a:cubicBezTo>
                  <a:pt x="52" y="1284"/>
                  <a:pt x="0" y="1230"/>
                  <a:pt x="0" y="1167"/>
                </a:cubicBezTo>
                <a:lnTo>
                  <a:pt x="0" y="235"/>
                </a:lnTo>
                <a:lnTo>
                  <a:pt x="118" y="235"/>
                </a:lnTo>
                <a:close/>
                <a:moveTo>
                  <a:pt x="437" y="672"/>
                </a:moveTo>
                <a:cubicBezTo>
                  <a:pt x="437" y="593"/>
                  <a:pt x="506" y="525"/>
                  <a:pt x="585" y="525"/>
                </a:cubicBezTo>
                <a:cubicBezTo>
                  <a:pt x="664" y="525"/>
                  <a:pt x="730" y="593"/>
                  <a:pt x="730" y="672"/>
                </a:cubicBezTo>
                <a:cubicBezTo>
                  <a:pt x="730" y="751"/>
                  <a:pt x="664" y="817"/>
                  <a:pt x="585" y="817"/>
                </a:cubicBezTo>
                <a:cubicBezTo>
                  <a:pt x="506" y="817"/>
                  <a:pt x="437" y="751"/>
                  <a:pt x="437" y="672"/>
                </a:cubicBezTo>
                <a:close/>
                <a:moveTo>
                  <a:pt x="585" y="905"/>
                </a:moveTo>
                <a:cubicBezTo>
                  <a:pt x="713" y="905"/>
                  <a:pt x="817" y="801"/>
                  <a:pt x="817" y="672"/>
                </a:cubicBezTo>
                <a:cubicBezTo>
                  <a:pt x="817" y="544"/>
                  <a:pt x="713" y="437"/>
                  <a:pt x="585" y="437"/>
                </a:cubicBezTo>
                <a:cubicBezTo>
                  <a:pt x="457" y="437"/>
                  <a:pt x="350" y="544"/>
                  <a:pt x="350" y="672"/>
                </a:cubicBezTo>
                <a:cubicBezTo>
                  <a:pt x="350" y="801"/>
                  <a:pt x="457" y="905"/>
                  <a:pt x="585" y="905"/>
                </a:cubicBezTo>
                <a:close/>
                <a:moveTo>
                  <a:pt x="585" y="117"/>
                </a:moveTo>
                <a:cubicBezTo>
                  <a:pt x="522" y="117"/>
                  <a:pt x="467" y="169"/>
                  <a:pt x="467" y="235"/>
                </a:cubicBezTo>
                <a:cubicBezTo>
                  <a:pt x="467" y="301"/>
                  <a:pt x="522" y="350"/>
                  <a:pt x="585" y="350"/>
                </a:cubicBezTo>
                <a:cubicBezTo>
                  <a:pt x="648" y="350"/>
                  <a:pt x="700" y="301"/>
                  <a:pt x="700" y="235"/>
                </a:cubicBezTo>
                <a:cubicBezTo>
                  <a:pt x="700" y="169"/>
                  <a:pt x="648" y="117"/>
                  <a:pt x="585" y="117"/>
                </a:cubicBezTo>
                <a:close/>
                <a:moveTo>
                  <a:pt x="828" y="0"/>
                </a:moveTo>
                <a:cubicBezTo>
                  <a:pt x="886" y="0"/>
                  <a:pt x="935" y="49"/>
                  <a:pt x="935" y="107"/>
                </a:cubicBezTo>
                <a:lnTo>
                  <a:pt x="935" y="946"/>
                </a:lnTo>
                <a:cubicBezTo>
                  <a:pt x="935" y="1003"/>
                  <a:pt x="886" y="1049"/>
                  <a:pt x="828" y="1049"/>
                </a:cubicBezTo>
                <a:lnTo>
                  <a:pt x="339" y="1049"/>
                </a:lnTo>
                <a:cubicBezTo>
                  <a:pt x="282" y="1049"/>
                  <a:pt x="235" y="1003"/>
                  <a:pt x="235" y="946"/>
                </a:cubicBezTo>
                <a:lnTo>
                  <a:pt x="235" y="107"/>
                </a:lnTo>
                <a:cubicBezTo>
                  <a:pt x="235" y="49"/>
                  <a:pt x="282" y="0"/>
                  <a:pt x="339" y="0"/>
                </a:cubicBezTo>
                <a:lnTo>
                  <a:pt x="82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90356" y="5100638"/>
            <a:ext cx="336550" cy="127000"/>
          </a:xfrm>
          <a:custGeom>
            <a:avLst/>
            <a:gdLst>
              <a:gd name="T0" fmla="*/ 817 w 936"/>
              <a:gd name="T1" fmla="*/ 0 h 351"/>
              <a:gd name="T2" fmla="*/ 935 w 936"/>
              <a:gd name="T3" fmla="*/ 0 h 351"/>
              <a:gd name="T4" fmla="*/ 935 w 936"/>
              <a:gd name="T5" fmla="*/ 350 h 351"/>
              <a:gd name="T6" fmla="*/ 0 w 936"/>
              <a:gd name="T7" fmla="*/ 350 h 351"/>
              <a:gd name="T8" fmla="*/ 0 w 936"/>
              <a:gd name="T9" fmla="*/ 0 h 351"/>
              <a:gd name="T10" fmla="*/ 118 w 936"/>
              <a:gd name="T11" fmla="*/ 0 h 351"/>
              <a:gd name="T12" fmla="*/ 118 w 936"/>
              <a:gd name="T13" fmla="*/ 233 h 351"/>
              <a:gd name="T14" fmla="*/ 817 w 936"/>
              <a:gd name="T15" fmla="*/ 233 h 351"/>
              <a:gd name="T16" fmla="*/ 817 w 936"/>
              <a:gd name="T17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36" h="351">
                <a:moveTo>
                  <a:pt x="817" y="0"/>
                </a:moveTo>
                <a:lnTo>
                  <a:pt x="935" y="0"/>
                </a:lnTo>
                <a:lnTo>
                  <a:pt x="935" y="350"/>
                </a:lnTo>
                <a:lnTo>
                  <a:pt x="0" y="350"/>
                </a:lnTo>
                <a:lnTo>
                  <a:pt x="0" y="0"/>
                </a:lnTo>
                <a:lnTo>
                  <a:pt x="118" y="0"/>
                </a:lnTo>
                <a:lnTo>
                  <a:pt x="118" y="233"/>
                </a:lnTo>
                <a:lnTo>
                  <a:pt x="817" y="233"/>
                </a:lnTo>
                <a:lnTo>
                  <a:pt x="817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22231" y="4953000"/>
            <a:ext cx="419100" cy="419100"/>
          </a:xfrm>
          <a:custGeom>
            <a:avLst/>
            <a:gdLst>
              <a:gd name="T0" fmla="*/ 785 w 1166"/>
              <a:gd name="T1" fmla="*/ 443 h 1165"/>
              <a:gd name="T2" fmla="*/ 583 w 1166"/>
              <a:gd name="T3" fmla="*/ 599 h 1165"/>
              <a:gd name="T4" fmla="*/ 380 w 1166"/>
              <a:gd name="T5" fmla="*/ 443 h 1165"/>
              <a:gd name="T6" fmla="*/ 585 w 1166"/>
              <a:gd name="T7" fmla="*/ 0 h 1165"/>
              <a:gd name="T8" fmla="*/ 785 w 1166"/>
              <a:gd name="T9" fmla="*/ 443 h 1165"/>
              <a:gd name="T10" fmla="*/ 0 w 1166"/>
              <a:gd name="T11" fmla="*/ 465 h 1165"/>
              <a:gd name="T12" fmla="*/ 583 w 1166"/>
              <a:gd name="T13" fmla="*/ 784 h 1165"/>
              <a:gd name="T14" fmla="*/ 1165 w 1166"/>
              <a:gd name="T15" fmla="*/ 465 h 1165"/>
              <a:gd name="T16" fmla="*/ 697 w 1166"/>
              <a:gd name="T17" fmla="*/ 1134 h 1165"/>
              <a:gd name="T18" fmla="*/ 583 w 1166"/>
              <a:gd name="T19" fmla="*/ 1164 h 1165"/>
              <a:gd name="T20" fmla="*/ 468 w 1166"/>
              <a:gd name="T21" fmla="*/ 1134 h 1165"/>
              <a:gd name="T22" fmla="*/ 0 w 1166"/>
              <a:gd name="T23" fmla="*/ 4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1165">
                <a:moveTo>
                  <a:pt x="785" y="443"/>
                </a:moveTo>
                <a:cubicBezTo>
                  <a:pt x="711" y="484"/>
                  <a:pt x="643" y="536"/>
                  <a:pt x="583" y="599"/>
                </a:cubicBezTo>
                <a:cubicBezTo>
                  <a:pt x="522" y="536"/>
                  <a:pt x="454" y="484"/>
                  <a:pt x="380" y="443"/>
                </a:cubicBezTo>
                <a:cubicBezTo>
                  <a:pt x="394" y="282"/>
                  <a:pt x="460" y="126"/>
                  <a:pt x="585" y="0"/>
                </a:cubicBezTo>
                <a:cubicBezTo>
                  <a:pt x="708" y="123"/>
                  <a:pt x="774" y="279"/>
                  <a:pt x="785" y="443"/>
                </a:cubicBezTo>
                <a:close/>
                <a:moveTo>
                  <a:pt x="0" y="465"/>
                </a:moveTo>
                <a:cubicBezTo>
                  <a:pt x="260" y="465"/>
                  <a:pt x="470" y="613"/>
                  <a:pt x="583" y="784"/>
                </a:cubicBezTo>
                <a:cubicBezTo>
                  <a:pt x="695" y="613"/>
                  <a:pt x="905" y="465"/>
                  <a:pt x="1165" y="465"/>
                </a:cubicBezTo>
                <a:cubicBezTo>
                  <a:pt x="1165" y="773"/>
                  <a:pt x="971" y="1036"/>
                  <a:pt x="697" y="1134"/>
                </a:cubicBezTo>
                <a:cubicBezTo>
                  <a:pt x="659" y="1148"/>
                  <a:pt x="624" y="1156"/>
                  <a:pt x="583" y="1164"/>
                </a:cubicBezTo>
                <a:cubicBezTo>
                  <a:pt x="542" y="1159"/>
                  <a:pt x="503" y="1148"/>
                  <a:pt x="468" y="1134"/>
                </a:cubicBezTo>
                <a:cubicBezTo>
                  <a:pt x="194" y="1036"/>
                  <a:pt x="0" y="773"/>
                  <a:pt x="0" y="465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16021" y="5037138"/>
            <a:ext cx="377825" cy="252412"/>
          </a:xfrm>
          <a:custGeom>
            <a:avLst/>
            <a:gdLst>
              <a:gd name="T0" fmla="*/ 0 w 1050"/>
              <a:gd name="T1" fmla="*/ 408 h 701"/>
              <a:gd name="T2" fmla="*/ 0 w 1050"/>
              <a:gd name="T3" fmla="*/ 293 h 701"/>
              <a:gd name="T4" fmla="*/ 699 w 1050"/>
              <a:gd name="T5" fmla="*/ 293 h 701"/>
              <a:gd name="T6" fmla="*/ 699 w 1050"/>
              <a:gd name="T7" fmla="*/ 408 h 701"/>
              <a:gd name="T8" fmla="*/ 0 w 1050"/>
              <a:gd name="T9" fmla="*/ 408 h 701"/>
              <a:gd name="T10" fmla="*/ 0 w 1050"/>
              <a:gd name="T11" fmla="*/ 0 h 701"/>
              <a:gd name="T12" fmla="*/ 1049 w 1050"/>
              <a:gd name="T13" fmla="*/ 0 h 701"/>
              <a:gd name="T14" fmla="*/ 1049 w 1050"/>
              <a:gd name="T15" fmla="*/ 118 h 701"/>
              <a:gd name="T16" fmla="*/ 0 w 1050"/>
              <a:gd name="T17" fmla="*/ 118 h 701"/>
              <a:gd name="T18" fmla="*/ 0 w 1050"/>
              <a:gd name="T19" fmla="*/ 0 h 701"/>
              <a:gd name="T20" fmla="*/ 0 w 1050"/>
              <a:gd name="T21" fmla="*/ 700 h 701"/>
              <a:gd name="T22" fmla="*/ 0 w 1050"/>
              <a:gd name="T23" fmla="*/ 582 h 701"/>
              <a:gd name="T24" fmla="*/ 350 w 1050"/>
              <a:gd name="T25" fmla="*/ 582 h 701"/>
              <a:gd name="T26" fmla="*/ 350 w 1050"/>
              <a:gd name="T27" fmla="*/ 700 h 701"/>
              <a:gd name="T28" fmla="*/ 0 w 1050"/>
              <a:gd name="T29" fmla="*/ 70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50" h="701">
                <a:moveTo>
                  <a:pt x="0" y="408"/>
                </a:moveTo>
                <a:lnTo>
                  <a:pt x="0" y="293"/>
                </a:lnTo>
                <a:lnTo>
                  <a:pt x="699" y="293"/>
                </a:lnTo>
                <a:lnTo>
                  <a:pt x="699" y="408"/>
                </a:lnTo>
                <a:lnTo>
                  <a:pt x="0" y="408"/>
                </a:lnTo>
                <a:close/>
                <a:moveTo>
                  <a:pt x="0" y="0"/>
                </a:moveTo>
                <a:lnTo>
                  <a:pt x="1049" y="0"/>
                </a:lnTo>
                <a:lnTo>
                  <a:pt x="1049" y="118"/>
                </a:lnTo>
                <a:lnTo>
                  <a:pt x="0" y="118"/>
                </a:lnTo>
                <a:lnTo>
                  <a:pt x="0" y="0"/>
                </a:lnTo>
                <a:close/>
                <a:moveTo>
                  <a:pt x="0" y="700"/>
                </a:moveTo>
                <a:lnTo>
                  <a:pt x="0" y="582"/>
                </a:lnTo>
                <a:lnTo>
                  <a:pt x="350" y="582"/>
                </a:lnTo>
                <a:lnTo>
                  <a:pt x="350" y="700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63769" y="4959350"/>
            <a:ext cx="425450" cy="407988"/>
          </a:xfrm>
          <a:custGeom>
            <a:avLst/>
            <a:gdLst>
              <a:gd name="T0" fmla="*/ 826 w 1182"/>
              <a:gd name="T1" fmla="*/ 806 h 1132"/>
              <a:gd name="T2" fmla="*/ 1181 w 1182"/>
              <a:gd name="T3" fmla="*/ 806 h 1132"/>
              <a:gd name="T4" fmla="*/ 1181 w 1182"/>
              <a:gd name="T5" fmla="*/ 899 h 1132"/>
              <a:gd name="T6" fmla="*/ 683 w 1182"/>
              <a:gd name="T7" fmla="*/ 899 h 1132"/>
              <a:gd name="T8" fmla="*/ 683 w 1182"/>
              <a:gd name="T9" fmla="*/ 825 h 1132"/>
              <a:gd name="T10" fmla="*/ 1028 w 1182"/>
              <a:gd name="T11" fmla="*/ 325 h 1132"/>
              <a:gd name="T12" fmla="*/ 686 w 1182"/>
              <a:gd name="T13" fmla="*/ 325 h 1132"/>
              <a:gd name="T14" fmla="*/ 686 w 1182"/>
              <a:gd name="T15" fmla="*/ 232 h 1132"/>
              <a:gd name="T16" fmla="*/ 1170 w 1182"/>
              <a:gd name="T17" fmla="*/ 232 h 1132"/>
              <a:gd name="T18" fmla="*/ 1170 w 1182"/>
              <a:gd name="T19" fmla="*/ 306 h 1132"/>
              <a:gd name="T20" fmla="*/ 826 w 1182"/>
              <a:gd name="T21" fmla="*/ 806 h 1132"/>
              <a:gd name="T22" fmla="*/ 197 w 1182"/>
              <a:gd name="T23" fmla="*/ 661 h 1132"/>
              <a:gd name="T24" fmla="*/ 424 w 1182"/>
              <a:gd name="T25" fmla="*/ 661 h 1132"/>
              <a:gd name="T26" fmla="*/ 309 w 1182"/>
              <a:gd name="T27" fmla="*/ 358 h 1132"/>
              <a:gd name="T28" fmla="*/ 197 w 1182"/>
              <a:gd name="T29" fmla="*/ 661 h 1132"/>
              <a:gd name="T30" fmla="*/ 263 w 1182"/>
              <a:gd name="T31" fmla="*/ 232 h 1132"/>
              <a:gd name="T32" fmla="*/ 358 w 1182"/>
              <a:gd name="T33" fmla="*/ 232 h 1132"/>
              <a:gd name="T34" fmla="*/ 621 w 1182"/>
              <a:gd name="T35" fmla="*/ 899 h 1132"/>
              <a:gd name="T36" fmla="*/ 514 w 1182"/>
              <a:gd name="T37" fmla="*/ 899 h 1132"/>
              <a:gd name="T38" fmla="*/ 459 w 1182"/>
              <a:gd name="T39" fmla="*/ 756 h 1132"/>
              <a:gd name="T40" fmla="*/ 162 w 1182"/>
              <a:gd name="T41" fmla="*/ 756 h 1132"/>
              <a:gd name="T42" fmla="*/ 107 w 1182"/>
              <a:gd name="T43" fmla="*/ 899 h 1132"/>
              <a:gd name="T44" fmla="*/ 0 w 1182"/>
              <a:gd name="T45" fmla="*/ 899 h 1132"/>
              <a:gd name="T46" fmla="*/ 263 w 1182"/>
              <a:gd name="T47" fmla="*/ 232 h 1132"/>
              <a:gd name="T48" fmla="*/ 506 w 1182"/>
              <a:gd name="T49" fmla="*/ 994 h 1132"/>
              <a:gd name="T50" fmla="*/ 776 w 1182"/>
              <a:gd name="T51" fmla="*/ 994 h 1132"/>
              <a:gd name="T52" fmla="*/ 640 w 1182"/>
              <a:gd name="T53" fmla="*/ 1131 h 1132"/>
              <a:gd name="T54" fmla="*/ 506 w 1182"/>
              <a:gd name="T55" fmla="*/ 994 h 1132"/>
              <a:gd name="T56" fmla="*/ 779 w 1182"/>
              <a:gd name="T57" fmla="*/ 136 h 1132"/>
              <a:gd name="T58" fmla="*/ 503 w 1182"/>
              <a:gd name="T59" fmla="*/ 136 h 1132"/>
              <a:gd name="T60" fmla="*/ 640 w 1182"/>
              <a:gd name="T61" fmla="*/ 0 h 1132"/>
              <a:gd name="T62" fmla="*/ 779 w 1182"/>
              <a:gd name="T63" fmla="*/ 136 h 1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82" h="1132">
                <a:moveTo>
                  <a:pt x="826" y="806"/>
                </a:moveTo>
                <a:lnTo>
                  <a:pt x="1181" y="806"/>
                </a:lnTo>
                <a:lnTo>
                  <a:pt x="1181" y="899"/>
                </a:lnTo>
                <a:lnTo>
                  <a:pt x="683" y="899"/>
                </a:lnTo>
                <a:lnTo>
                  <a:pt x="683" y="825"/>
                </a:lnTo>
                <a:lnTo>
                  <a:pt x="1028" y="325"/>
                </a:lnTo>
                <a:lnTo>
                  <a:pt x="686" y="325"/>
                </a:lnTo>
                <a:lnTo>
                  <a:pt x="686" y="232"/>
                </a:lnTo>
                <a:lnTo>
                  <a:pt x="1170" y="232"/>
                </a:lnTo>
                <a:lnTo>
                  <a:pt x="1170" y="306"/>
                </a:lnTo>
                <a:lnTo>
                  <a:pt x="826" y="806"/>
                </a:lnTo>
                <a:close/>
                <a:moveTo>
                  <a:pt x="197" y="661"/>
                </a:moveTo>
                <a:lnTo>
                  <a:pt x="424" y="661"/>
                </a:lnTo>
                <a:lnTo>
                  <a:pt x="309" y="358"/>
                </a:lnTo>
                <a:lnTo>
                  <a:pt x="197" y="661"/>
                </a:lnTo>
                <a:close/>
                <a:moveTo>
                  <a:pt x="263" y="232"/>
                </a:moveTo>
                <a:lnTo>
                  <a:pt x="358" y="232"/>
                </a:lnTo>
                <a:lnTo>
                  <a:pt x="621" y="899"/>
                </a:lnTo>
                <a:lnTo>
                  <a:pt x="514" y="899"/>
                </a:lnTo>
                <a:lnTo>
                  <a:pt x="459" y="756"/>
                </a:lnTo>
                <a:lnTo>
                  <a:pt x="162" y="756"/>
                </a:lnTo>
                <a:lnTo>
                  <a:pt x="107" y="899"/>
                </a:lnTo>
                <a:lnTo>
                  <a:pt x="0" y="899"/>
                </a:lnTo>
                <a:lnTo>
                  <a:pt x="263" y="232"/>
                </a:lnTo>
                <a:close/>
                <a:moveTo>
                  <a:pt x="506" y="994"/>
                </a:moveTo>
                <a:lnTo>
                  <a:pt x="776" y="994"/>
                </a:lnTo>
                <a:lnTo>
                  <a:pt x="640" y="1131"/>
                </a:lnTo>
                <a:lnTo>
                  <a:pt x="506" y="994"/>
                </a:lnTo>
                <a:close/>
                <a:moveTo>
                  <a:pt x="779" y="136"/>
                </a:moveTo>
                <a:lnTo>
                  <a:pt x="503" y="136"/>
                </a:lnTo>
                <a:lnTo>
                  <a:pt x="640" y="0"/>
                </a:lnTo>
                <a:lnTo>
                  <a:pt x="779" y="13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40094" y="4951414"/>
            <a:ext cx="419100" cy="422275"/>
          </a:xfrm>
          <a:custGeom>
            <a:avLst/>
            <a:gdLst>
              <a:gd name="T0" fmla="*/ 408 w 1166"/>
              <a:gd name="T1" fmla="*/ 533 h 1173"/>
              <a:gd name="T2" fmla="*/ 408 w 1166"/>
              <a:gd name="T3" fmla="*/ 415 h 1173"/>
              <a:gd name="T4" fmla="*/ 757 w 1166"/>
              <a:gd name="T5" fmla="*/ 415 h 1173"/>
              <a:gd name="T6" fmla="*/ 757 w 1166"/>
              <a:gd name="T7" fmla="*/ 519 h 1173"/>
              <a:gd name="T8" fmla="*/ 547 w 1166"/>
              <a:gd name="T9" fmla="*/ 765 h 1173"/>
              <a:gd name="T10" fmla="*/ 757 w 1166"/>
              <a:gd name="T11" fmla="*/ 765 h 1173"/>
              <a:gd name="T12" fmla="*/ 757 w 1166"/>
              <a:gd name="T13" fmla="*/ 883 h 1173"/>
              <a:gd name="T14" fmla="*/ 408 w 1166"/>
              <a:gd name="T15" fmla="*/ 883 h 1173"/>
              <a:gd name="T16" fmla="*/ 408 w 1166"/>
              <a:gd name="T17" fmla="*/ 776 h 1173"/>
              <a:gd name="T18" fmla="*/ 618 w 1166"/>
              <a:gd name="T19" fmla="*/ 533 h 1173"/>
              <a:gd name="T20" fmla="*/ 408 w 1166"/>
              <a:gd name="T21" fmla="*/ 533 h 1173"/>
              <a:gd name="T22" fmla="*/ 583 w 1166"/>
              <a:gd name="T23" fmla="*/ 1058 h 1173"/>
              <a:gd name="T24" fmla="*/ 990 w 1166"/>
              <a:gd name="T25" fmla="*/ 648 h 1173"/>
              <a:gd name="T26" fmla="*/ 583 w 1166"/>
              <a:gd name="T27" fmla="*/ 240 h 1173"/>
              <a:gd name="T28" fmla="*/ 175 w 1166"/>
              <a:gd name="T29" fmla="*/ 648 h 1173"/>
              <a:gd name="T30" fmla="*/ 583 w 1166"/>
              <a:gd name="T31" fmla="*/ 1058 h 1173"/>
              <a:gd name="T32" fmla="*/ 583 w 1166"/>
              <a:gd name="T33" fmla="*/ 123 h 1173"/>
              <a:gd name="T34" fmla="*/ 1107 w 1166"/>
              <a:gd name="T35" fmla="*/ 648 h 1173"/>
              <a:gd name="T36" fmla="*/ 583 w 1166"/>
              <a:gd name="T37" fmla="*/ 1172 h 1173"/>
              <a:gd name="T38" fmla="*/ 58 w 1166"/>
              <a:gd name="T39" fmla="*/ 648 h 1173"/>
              <a:gd name="T40" fmla="*/ 583 w 1166"/>
              <a:gd name="T41" fmla="*/ 123 h 1173"/>
              <a:gd name="T42" fmla="*/ 1165 w 1166"/>
              <a:gd name="T43" fmla="*/ 224 h 1173"/>
              <a:gd name="T44" fmla="*/ 1091 w 1166"/>
              <a:gd name="T45" fmla="*/ 314 h 1173"/>
              <a:gd name="T46" fmla="*/ 823 w 1166"/>
              <a:gd name="T47" fmla="*/ 87 h 1173"/>
              <a:gd name="T48" fmla="*/ 897 w 1166"/>
              <a:gd name="T49" fmla="*/ 0 h 1173"/>
              <a:gd name="T50" fmla="*/ 1165 w 1166"/>
              <a:gd name="T51" fmla="*/ 224 h 1173"/>
              <a:gd name="T52" fmla="*/ 342 w 1166"/>
              <a:gd name="T53" fmla="*/ 87 h 1173"/>
              <a:gd name="T54" fmla="*/ 74 w 1166"/>
              <a:gd name="T55" fmla="*/ 312 h 1173"/>
              <a:gd name="T56" fmla="*/ 0 w 1166"/>
              <a:gd name="T57" fmla="*/ 224 h 1173"/>
              <a:gd name="T58" fmla="*/ 268 w 1166"/>
              <a:gd name="T59" fmla="*/ 0 h 1173"/>
              <a:gd name="T60" fmla="*/ 342 w 1166"/>
              <a:gd name="T61" fmla="*/ 87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166" h="1173">
                <a:moveTo>
                  <a:pt x="408" y="533"/>
                </a:moveTo>
                <a:lnTo>
                  <a:pt x="408" y="415"/>
                </a:lnTo>
                <a:lnTo>
                  <a:pt x="757" y="415"/>
                </a:lnTo>
                <a:lnTo>
                  <a:pt x="757" y="519"/>
                </a:lnTo>
                <a:lnTo>
                  <a:pt x="547" y="765"/>
                </a:lnTo>
                <a:lnTo>
                  <a:pt x="757" y="765"/>
                </a:lnTo>
                <a:lnTo>
                  <a:pt x="757" y="883"/>
                </a:lnTo>
                <a:lnTo>
                  <a:pt x="408" y="883"/>
                </a:lnTo>
                <a:lnTo>
                  <a:pt x="408" y="776"/>
                </a:lnTo>
                <a:lnTo>
                  <a:pt x="618" y="533"/>
                </a:lnTo>
                <a:lnTo>
                  <a:pt x="408" y="533"/>
                </a:lnTo>
                <a:close/>
                <a:moveTo>
                  <a:pt x="583" y="1058"/>
                </a:moveTo>
                <a:cubicBezTo>
                  <a:pt x="809" y="1058"/>
                  <a:pt x="990" y="874"/>
                  <a:pt x="990" y="648"/>
                </a:cubicBezTo>
                <a:cubicBezTo>
                  <a:pt x="990" y="421"/>
                  <a:pt x="810" y="240"/>
                  <a:pt x="583" y="240"/>
                </a:cubicBezTo>
                <a:cubicBezTo>
                  <a:pt x="357" y="240"/>
                  <a:pt x="175" y="421"/>
                  <a:pt x="175" y="648"/>
                </a:cubicBezTo>
                <a:cubicBezTo>
                  <a:pt x="175" y="874"/>
                  <a:pt x="356" y="1058"/>
                  <a:pt x="583" y="1058"/>
                </a:cubicBezTo>
                <a:close/>
                <a:moveTo>
                  <a:pt x="583" y="123"/>
                </a:moveTo>
                <a:cubicBezTo>
                  <a:pt x="872" y="123"/>
                  <a:pt x="1107" y="359"/>
                  <a:pt x="1107" y="648"/>
                </a:cubicBezTo>
                <a:cubicBezTo>
                  <a:pt x="1107" y="938"/>
                  <a:pt x="873" y="1172"/>
                  <a:pt x="583" y="1172"/>
                </a:cubicBezTo>
                <a:cubicBezTo>
                  <a:pt x="294" y="1172"/>
                  <a:pt x="58" y="938"/>
                  <a:pt x="58" y="648"/>
                </a:cubicBezTo>
                <a:cubicBezTo>
                  <a:pt x="58" y="359"/>
                  <a:pt x="293" y="123"/>
                  <a:pt x="583" y="123"/>
                </a:cubicBezTo>
                <a:close/>
                <a:moveTo>
                  <a:pt x="1165" y="224"/>
                </a:moveTo>
                <a:lnTo>
                  <a:pt x="1091" y="314"/>
                </a:lnTo>
                <a:lnTo>
                  <a:pt x="823" y="87"/>
                </a:lnTo>
                <a:lnTo>
                  <a:pt x="897" y="0"/>
                </a:lnTo>
                <a:lnTo>
                  <a:pt x="1165" y="224"/>
                </a:lnTo>
                <a:close/>
                <a:moveTo>
                  <a:pt x="342" y="87"/>
                </a:moveTo>
                <a:lnTo>
                  <a:pt x="74" y="312"/>
                </a:lnTo>
                <a:lnTo>
                  <a:pt x="0" y="224"/>
                </a:lnTo>
                <a:lnTo>
                  <a:pt x="268" y="0"/>
                </a:lnTo>
                <a:lnTo>
                  <a:pt x="342" y="8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13244" y="4953000"/>
            <a:ext cx="419100" cy="419100"/>
          </a:xfrm>
          <a:custGeom>
            <a:avLst/>
            <a:gdLst>
              <a:gd name="T0" fmla="*/ 639 w 1165"/>
              <a:gd name="T1" fmla="*/ 465 h 1165"/>
              <a:gd name="T2" fmla="*/ 639 w 1165"/>
              <a:gd name="T3" fmla="*/ 232 h 1165"/>
              <a:gd name="T4" fmla="*/ 524 w 1165"/>
              <a:gd name="T5" fmla="*/ 232 h 1165"/>
              <a:gd name="T6" fmla="*/ 524 w 1165"/>
              <a:gd name="T7" fmla="*/ 465 h 1165"/>
              <a:gd name="T8" fmla="*/ 639 w 1165"/>
              <a:gd name="T9" fmla="*/ 465 h 1165"/>
              <a:gd name="T10" fmla="*/ 639 w 1165"/>
              <a:gd name="T11" fmla="*/ 700 h 1165"/>
              <a:gd name="T12" fmla="*/ 639 w 1165"/>
              <a:gd name="T13" fmla="*/ 582 h 1165"/>
              <a:gd name="T14" fmla="*/ 524 w 1165"/>
              <a:gd name="T15" fmla="*/ 582 h 1165"/>
              <a:gd name="T16" fmla="*/ 524 w 1165"/>
              <a:gd name="T17" fmla="*/ 700 h 1165"/>
              <a:gd name="T18" fmla="*/ 639 w 1165"/>
              <a:gd name="T19" fmla="*/ 700 h 1165"/>
              <a:gd name="T20" fmla="*/ 1049 w 1165"/>
              <a:gd name="T21" fmla="*/ 0 h 1165"/>
              <a:gd name="T22" fmla="*/ 1164 w 1165"/>
              <a:gd name="T23" fmla="*/ 115 h 1165"/>
              <a:gd name="T24" fmla="*/ 1164 w 1165"/>
              <a:gd name="T25" fmla="*/ 814 h 1165"/>
              <a:gd name="T26" fmla="*/ 1049 w 1165"/>
              <a:gd name="T27" fmla="*/ 932 h 1165"/>
              <a:gd name="T28" fmla="*/ 232 w 1165"/>
              <a:gd name="T29" fmla="*/ 932 h 1165"/>
              <a:gd name="T30" fmla="*/ 0 w 1165"/>
              <a:gd name="T31" fmla="*/ 1164 h 1165"/>
              <a:gd name="T32" fmla="*/ 0 w 1165"/>
              <a:gd name="T33" fmla="*/ 115 h 1165"/>
              <a:gd name="T34" fmla="*/ 114 w 1165"/>
              <a:gd name="T35" fmla="*/ 0 h 1165"/>
              <a:gd name="T36" fmla="*/ 1049 w 1165"/>
              <a:gd name="T3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65" h="1165">
                <a:moveTo>
                  <a:pt x="639" y="465"/>
                </a:moveTo>
                <a:lnTo>
                  <a:pt x="639" y="232"/>
                </a:lnTo>
                <a:lnTo>
                  <a:pt x="524" y="232"/>
                </a:lnTo>
                <a:lnTo>
                  <a:pt x="524" y="465"/>
                </a:lnTo>
                <a:lnTo>
                  <a:pt x="639" y="465"/>
                </a:lnTo>
                <a:close/>
                <a:moveTo>
                  <a:pt x="639" y="700"/>
                </a:moveTo>
                <a:lnTo>
                  <a:pt x="639" y="582"/>
                </a:lnTo>
                <a:lnTo>
                  <a:pt x="524" y="582"/>
                </a:lnTo>
                <a:lnTo>
                  <a:pt x="524" y="700"/>
                </a:lnTo>
                <a:lnTo>
                  <a:pt x="639" y="700"/>
                </a:lnTo>
                <a:close/>
                <a:moveTo>
                  <a:pt x="1049" y="0"/>
                </a:moveTo>
                <a:cubicBezTo>
                  <a:pt x="1112" y="0"/>
                  <a:pt x="1164" y="52"/>
                  <a:pt x="1164" y="115"/>
                </a:cubicBezTo>
                <a:lnTo>
                  <a:pt x="1164" y="814"/>
                </a:lnTo>
                <a:cubicBezTo>
                  <a:pt x="1164" y="877"/>
                  <a:pt x="1112" y="932"/>
                  <a:pt x="1049" y="932"/>
                </a:cubicBezTo>
                <a:lnTo>
                  <a:pt x="232" y="932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1" y="0"/>
                  <a:pt x="114" y="0"/>
                </a:cubicBezTo>
                <a:lnTo>
                  <a:pt x="1049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8071" y="5810251"/>
            <a:ext cx="325437" cy="441325"/>
          </a:xfrm>
          <a:custGeom>
            <a:avLst/>
            <a:gdLst>
              <a:gd name="T0" fmla="*/ 626 w 903"/>
              <a:gd name="T1" fmla="*/ 1110 h 1226"/>
              <a:gd name="T2" fmla="*/ 626 w 903"/>
              <a:gd name="T3" fmla="*/ 643 h 1226"/>
              <a:gd name="T4" fmla="*/ 276 w 903"/>
              <a:gd name="T5" fmla="*/ 643 h 1226"/>
              <a:gd name="T6" fmla="*/ 276 w 903"/>
              <a:gd name="T7" fmla="*/ 1110 h 1226"/>
              <a:gd name="T8" fmla="*/ 626 w 903"/>
              <a:gd name="T9" fmla="*/ 1110 h 1226"/>
              <a:gd name="T10" fmla="*/ 618 w 903"/>
              <a:gd name="T11" fmla="*/ 528 h 1226"/>
              <a:gd name="T12" fmla="*/ 684 w 903"/>
              <a:gd name="T13" fmla="*/ 593 h 1226"/>
              <a:gd name="T14" fmla="*/ 684 w 903"/>
              <a:gd name="T15" fmla="*/ 1159 h 1226"/>
              <a:gd name="T16" fmla="*/ 618 w 903"/>
              <a:gd name="T17" fmla="*/ 1225 h 1226"/>
              <a:gd name="T18" fmla="*/ 285 w 903"/>
              <a:gd name="T19" fmla="*/ 1225 h 1226"/>
              <a:gd name="T20" fmla="*/ 219 w 903"/>
              <a:gd name="T21" fmla="*/ 1159 h 1226"/>
              <a:gd name="T22" fmla="*/ 219 w 903"/>
              <a:gd name="T23" fmla="*/ 593 h 1226"/>
              <a:gd name="T24" fmla="*/ 285 w 903"/>
              <a:gd name="T25" fmla="*/ 525 h 1226"/>
              <a:gd name="T26" fmla="*/ 618 w 903"/>
              <a:gd name="T27" fmla="*/ 528 h 1226"/>
              <a:gd name="T28" fmla="*/ 451 w 903"/>
              <a:gd name="T29" fmla="*/ 0 h 1226"/>
              <a:gd name="T30" fmla="*/ 902 w 903"/>
              <a:gd name="T31" fmla="*/ 189 h 1226"/>
              <a:gd name="T32" fmla="*/ 820 w 903"/>
              <a:gd name="T33" fmla="*/ 271 h 1226"/>
              <a:gd name="T34" fmla="*/ 451 w 903"/>
              <a:gd name="T35" fmla="*/ 118 h 1226"/>
              <a:gd name="T36" fmla="*/ 82 w 903"/>
              <a:gd name="T37" fmla="*/ 271 h 1226"/>
              <a:gd name="T38" fmla="*/ 0 w 903"/>
              <a:gd name="T39" fmla="*/ 189 h 1226"/>
              <a:gd name="T40" fmla="*/ 451 w 903"/>
              <a:gd name="T41" fmla="*/ 0 h 1226"/>
              <a:gd name="T42" fmla="*/ 159 w 903"/>
              <a:gd name="T43" fmla="*/ 356 h 1226"/>
              <a:gd name="T44" fmla="*/ 451 w 903"/>
              <a:gd name="T45" fmla="*/ 235 h 1226"/>
              <a:gd name="T46" fmla="*/ 744 w 903"/>
              <a:gd name="T47" fmla="*/ 356 h 1226"/>
              <a:gd name="T48" fmla="*/ 659 w 903"/>
              <a:gd name="T49" fmla="*/ 438 h 1226"/>
              <a:gd name="T50" fmla="*/ 451 w 903"/>
              <a:gd name="T51" fmla="*/ 353 h 1226"/>
              <a:gd name="T52" fmla="*/ 244 w 903"/>
              <a:gd name="T53" fmla="*/ 438 h 1226"/>
              <a:gd name="T54" fmla="*/ 159 w 903"/>
              <a:gd name="T55" fmla="*/ 356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03" h="1226">
                <a:moveTo>
                  <a:pt x="626" y="1110"/>
                </a:moveTo>
                <a:lnTo>
                  <a:pt x="626" y="643"/>
                </a:lnTo>
                <a:lnTo>
                  <a:pt x="276" y="643"/>
                </a:lnTo>
                <a:lnTo>
                  <a:pt x="276" y="1110"/>
                </a:lnTo>
                <a:lnTo>
                  <a:pt x="626" y="1110"/>
                </a:lnTo>
                <a:close/>
                <a:moveTo>
                  <a:pt x="618" y="528"/>
                </a:moveTo>
                <a:cubicBezTo>
                  <a:pt x="653" y="528"/>
                  <a:pt x="684" y="558"/>
                  <a:pt x="684" y="593"/>
                </a:cubicBezTo>
                <a:lnTo>
                  <a:pt x="684" y="1159"/>
                </a:lnTo>
                <a:cubicBezTo>
                  <a:pt x="684" y="1195"/>
                  <a:pt x="653" y="1225"/>
                  <a:pt x="618" y="1225"/>
                </a:cubicBezTo>
                <a:lnTo>
                  <a:pt x="285" y="1225"/>
                </a:lnTo>
                <a:cubicBezTo>
                  <a:pt x="249" y="1225"/>
                  <a:pt x="219" y="1195"/>
                  <a:pt x="219" y="1159"/>
                </a:cubicBezTo>
                <a:lnTo>
                  <a:pt x="219" y="593"/>
                </a:lnTo>
                <a:cubicBezTo>
                  <a:pt x="219" y="558"/>
                  <a:pt x="249" y="525"/>
                  <a:pt x="285" y="525"/>
                </a:cubicBezTo>
                <a:lnTo>
                  <a:pt x="618" y="528"/>
                </a:lnTo>
                <a:close/>
                <a:moveTo>
                  <a:pt x="451" y="0"/>
                </a:moveTo>
                <a:cubicBezTo>
                  <a:pt x="626" y="0"/>
                  <a:pt x="787" y="74"/>
                  <a:pt x="902" y="189"/>
                </a:cubicBezTo>
                <a:lnTo>
                  <a:pt x="820" y="271"/>
                </a:lnTo>
                <a:cubicBezTo>
                  <a:pt x="725" y="175"/>
                  <a:pt x="596" y="118"/>
                  <a:pt x="451" y="118"/>
                </a:cubicBezTo>
                <a:cubicBezTo>
                  <a:pt x="306" y="118"/>
                  <a:pt x="178" y="175"/>
                  <a:pt x="82" y="271"/>
                </a:cubicBezTo>
                <a:lnTo>
                  <a:pt x="0" y="189"/>
                </a:lnTo>
                <a:cubicBezTo>
                  <a:pt x="115" y="74"/>
                  <a:pt x="276" y="0"/>
                  <a:pt x="451" y="0"/>
                </a:cubicBezTo>
                <a:close/>
                <a:moveTo>
                  <a:pt x="159" y="356"/>
                </a:moveTo>
                <a:cubicBezTo>
                  <a:pt x="233" y="282"/>
                  <a:pt x="336" y="235"/>
                  <a:pt x="451" y="235"/>
                </a:cubicBezTo>
                <a:cubicBezTo>
                  <a:pt x="566" y="235"/>
                  <a:pt x="670" y="282"/>
                  <a:pt x="744" y="356"/>
                </a:cubicBezTo>
                <a:lnTo>
                  <a:pt x="659" y="438"/>
                </a:lnTo>
                <a:cubicBezTo>
                  <a:pt x="607" y="386"/>
                  <a:pt x="533" y="353"/>
                  <a:pt x="451" y="353"/>
                </a:cubicBezTo>
                <a:cubicBezTo>
                  <a:pt x="369" y="353"/>
                  <a:pt x="295" y="386"/>
                  <a:pt x="244" y="438"/>
                </a:cubicBezTo>
                <a:lnTo>
                  <a:pt x="159" y="35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053431" y="5810251"/>
            <a:ext cx="503238" cy="441325"/>
          </a:xfrm>
          <a:custGeom>
            <a:avLst/>
            <a:gdLst>
              <a:gd name="T0" fmla="*/ 407 w 1400"/>
              <a:gd name="T1" fmla="*/ 774 h 1226"/>
              <a:gd name="T2" fmla="*/ 620 w 1400"/>
              <a:gd name="T3" fmla="*/ 632 h 1226"/>
              <a:gd name="T4" fmla="*/ 527 w 1400"/>
              <a:gd name="T5" fmla="*/ 539 h 1226"/>
              <a:gd name="T6" fmla="*/ 407 w 1400"/>
              <a:gd name="T7" fmla="*/ 774 h 1226"/>
              <a:gd name="T8" fmla="*/ 139 w 1400"/>
              <a:gd name="T9" fmla="*/ 0 h 1226"/>
              <a:gd name="T10" fmla="*/ 1290 w 1400"/>
              <a:gd name="T11" fmla="*/ 1151 h 1226"/>
              <a:gd name="T12" fmla="*/ 1216 w 1400"/>
              <a:gd name="T13" fmla="*/ 1225 h 1226"/>
              <a:gd name="T14" fmla="*/ 1057 w 1400"/>
              <a:gd name="T15" fmla="*/ 1066 h 1226"/>
              <a:gd name="T16" fmla="*/ 0 w 1400"/>
              <a:gd name="T17" fmla="*/ 1066 h 1226"/>
              <a:gd name="T18" fmla="*/ 0 w 1400"/>
              <a:gd name="T19" fmla="*/ 949 h 1226"/>
              <a:gd name="T20" fmla="*/ 232 w 1400"/>
              <a:gd name="T21" fmla="*/ 949 h 1226"/>
              <a:gd name="T22" fmla="*/ 117 w 1400"/>
              <a:gd name="T23" fmla="*/ 834 h 1226"/>
              <a:gd name="T24" fmla="*/ 117 w 1400"/>
              <a:gd name="T25" fmla="*/ 249 h 1226"/>
              <a:gd name="T26" fmla="*/ 155 w 1400"/>
              <a:gd name="T27" fmla="*/ 164 h 1226"/>
              <a:gd name="T28" fmla="*/ 65 w 1400"/>
              <a:gd name="T29" fmla="*/ 74 h 1226"/>
              <a:gd name="T30" fmla="*/ 139 w 1400"/>
              <a:gd name="T31" fmla="*/ 0 h 1226"/>
              <a:gd name="T32" fmla="*/ 1281 w 1400"/>
              <a:gd name="T33" fmla="*/ 834 h 1226"/>
              <a:gd name="T34" fmla="*/ 1221 w 1400"/>
              <a:gd name="T35" fmla="*/ 935 h 1226"/>
              <a:gd name="T36" fmla="*/ 899 w 1400"/>
              <a:gd name="T37" fmla="*/ 613 h 1226"/>
              <a:gd name="T38" fmla="*/ 992 w 1400"/>
              <a:gd name="T39" fmla="*/ 525 h 1226"/>
              <a:gd name="T40" fmla="*/ 757 w 1400"/>
              <a:gd name="T41" fmla="*/ 309 h 1226"/>
              <a:gd name="T42" fmla="*/ 757 w 1400"/>
              <a:gd name="T43" fmla="*/ 432 h 1226"/>
              <a:gd name="T44" fmla="*/ 727 w 1400"/>
              <a:gd name="T45" fmla="*/ 438 h 1226"/>
              <a:gd name="T46" fmla="*/ 421 w 1400"/>
              <a:gd name="T47" fmla="*/ 134 h 1226"/>
              <a:gd name="T48" fmla="*/ 1167 w 1400"/>
              <a:gd name="T49" fmla="*/ 134 h 1226"/>
              <a:gd name="T50" fmla="*/ 1281 w 1400"/>
              <a:gd name="T51" fmla="*/ 249 h 1226"/>
              <a:gd name="T52" fmla="*/ 1281 w 1400"/>
              <a:gd name="T53" fmla="*/ 834 h 1226"/>
              <a:gd name="T54" fmla="*/ 1238 w 1400"/>
              <a:gd name="T55" fmla="*/ 949 h 1226"/>
              <a:gd name="T56" fmla="*/ 1399 w 1400"/>
              <a:gd name="T57" fmla="*/ 949 h 1226"/>
              <a:gd name="T58" fmla="*/ 1399 w 1400"/>
              <a:gd name="T59" fmla="*/ 1066 h 1226"/>
              <a:gd name="T60" fmla="*/ 1352 w 1400"/>
              <a:gd name="T61" fmla="*/ 1066 h 1226"/>
              <a:gd name="T62" fmla="*/ 1238 w 1400"/>
              <a:gd name="T63" fmla="*/ 949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00" h="1226">
                <a:moveTo>
                  <a:pt x="407" y="774"/>
                </a:moveTo>
                <a:cubicBezTo>
                  <a:pt x="461" y="697"/>
                  <a:pt x="530" y="654"/>
                  <a:pt x="620" y="632"/>
                </a:cubicBezTo>
                <a:lnTo>
                  <a:pt x="527" y="539"/>
                </a:lnTo>
                <a:cubicBezTo>
                  <a:pt x="459" y="604"/>
                  <a:pt x="426" y="686"/>
                  <a:pt x="407" y="774"/>
                </a:cubicBezTo>
                <a:close/>
                <a:moveTo>
                  <a:pt x="139" y="0"/>
                </a:moveTo>
                <a:lnTo>
                  <a:pt x="1290" y="1151"/>
                </a:lnTo>
                <a:lnTo>
                  <a:pt x="1216" y="1225"/>
                </a:lnTo>
                <a:lnTo>
                  <a:pt x="1057" y="1066"/>
                </a:lnTo>
                <a:lnTo>
                  <a:pt x="0" y="1066"/>
                </a:lnTo>
                <a:lnTo>
                  <a:pt x="0" y="949"/>
                </a:lnTo>
                <a:lnTo>
                  <a:pt x="232" y="949"/>
                </a:lnTo>
                <a:cubicBezTo>
                  <a:pt x="166" y="949"/>
                  <a:pt x="117" y="897"/>
                  <a:pt x="117" y="834"/>
                </a:cubicBezTo>
                <a:lnTo>
                  <a:pt x="117" y="249"/>
                </a:lnTo>
                <a:cubicBezTo>
                  <a:pt x="117" y="214"/>
                  <a:pt x="131" y="186"/>
                  <a:pt x="155" y="164"/>
                </a:cubicBezTo>
                <a:lnTo>
                  <a:pt x="65" y="74"/>
                </a:lnTo>
                <a:lnTo>
                  <a:pt x="139" y="0"/>
                </a:lnTo>
                <a:close/>
                <a:moveTo>
                  <a:pt x="1281" y="834"/>
                </a:moveTo>
                <a:cubicBezTo>
                  <a:pt x="1281" y="878"/>
                  <a:pt x="1257" y="916"/>
                  <a:pt x="1221" y="935"/>
                </a:cubicBezTo>
                <a:lnTo>
                  <a:pt x="899" y="613"/>
                </a:lnTo>
                <a:lnTo>
                  <a:pt x="992" y="525"/>
                </a:lnTo>
                <a:lnTo>
                  <a:pt x="757" y="309"/>
                </a:lnTo>
                <a:lnTo>
                  <a:pt x="757" y="432"/>
                </a:lnTo>
                <a:cubicBezTo>
                  <a:pt x="746" y="435"/>
                  <a:pt x="738" y="435"/>
                  <a:pt x="727" y="438"/>
                </a:cubicBezTo>
                <a:lnTo>
                  <a:pt x="421" y="134"/>
                </a:lnTo>
                <a:lnTo>
                  <a:pt x="1167" y="134"/>
                </a:lnTo>
                <a:cubicBezTo>
                  <a:pt x="1229" y="134"/>
                  <a:pt x="1281" y="184"/>
                  <a:pt x="1281" y="249"/>
                </a:cubicBezTo>
                <a:lnTo>
                  <a:pt x="1281" y="834"/>
                </a:lnTo>
                <a:close/>
                <a:moveTo>
                  <a:pt x="1238" y="949"/>
                </a:moveTo>
                <a:lnTo>
                  <a:pt x="1399" y="949"/>
                </a:lnTo>
                <a:lnTo>
                  <a:pt x="1399" y="1066"/>
                </a:lnTo>
                <a:lnTo>
                  <a:pt x="1352" y="1066"/>
                </a:lnTo>
                <a:lnTo>
                  <a:pt x="1238" y="94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44056" y="5799138"/>
            <a:ext cx="293688" cy="463550"/>
          </a:xfrm>
          <a:custGeom>
            <a:avLst/>
            <a:gdLst>
              <a:gd name="T0" fmla="*/ 700 w 815"/>
              <a:gd name="T1" fmla="*/ 1050 h 1286"/>
              <a:gd name="T2" fmla="*/ 700 w 815"/>
              <a:gd name="T3" fmla="*/ 235 h 1286"/>
              <a:gd name="T4" fmla="*/ 115 w 815"/>
              <a:gd name="T5" fmla="*/ 235 h 1286"/>
              <a:gd name="T6" fmla="*/ 115 w 815"/>
              <a:gd name="T7" fmla="*/ 1050 h 1286"/>
              <a:gd name="T8" fmla="*/ 700 w 815"/>
              <a:gd name="T9" fmla="*/ 1050 h 1286"/>
              <a:gd name="T10" fmla="*/ 700 w 815"/>
              <a:gd name="T11" fmla="*/ 3 h 1286"/>
              <a:gd name="T12" fmla="*/ 814 w 815"/>
              <a:gd name="T13" fmla="*/ 118 h 1286"/>
              <a:gd name="T14" fmla="*/ 814 w 815"/>
              <a:gd name="T15" fmla="*/ 1167 h 1286"/>
              <a:gd name="T16" fmla="*/ 700 w 815"/>
              <a:gd name="T17" fmla="*/ 1285 h 1286"/>
              <a:gd name="T18" fmla="*/ 115 w 815"/>
              <a:gd name="T19" fmla="*/ 1285 h 1286"/>
              <a:gd name="T20" fmla="*/ 0 w 815"/>
              <a:gd name="T21" fmla="*/ 1167 h 1286"/>
              <a:gd name="T22" fmla="*/ 0 w 815"/>
              <a:gd name="T23" fmla="*/ 118 h 1286"/>
              <a:gd name="T24" fmla="*/ 115 w 815"/>
              <a:gd name="T25" fmla="*/ 0 h 1286"/>
              <a:gd name="T26" fmla="*/ 700 w 815"/>
              <a:gd name="T27" fmla="*/ 3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15" h="1286">
                <a:moveTo>
                  <a:pt x="700" y="1050"/>
                </a:moveTo>
                <a:lnTo>
                  <a:pt x="700" y="235"/>
                </a:lnTo>
                <a:lnTo>
                  <a:pt x="115" y="235"/>
                </a:lnTo>
                <a:lnTo>
                  <a:pt x="115" y="1050"/>
                </a:lnTo>
                <a:lnTo>
                  <a:pt x="700" y="1050"/>
                </a:lnTo>
                <a:close/>
                <a:moveTo>
                  <a:pt x="700" y="3"/>
                </a:moveTo>
                <a:cubicBezTo>
                  <a:pt x="763" y="3"/>
                  <a:pt x="814" y="55"/>
                  <a:pt x="814" y="118"/>
                </a:cubicBezTo>
                <a:lnTo>
                  <a:pt x="814" y="1167"/>
                </a:lnTo>
                <a:cubicBezTo>
                  <a:pt x="814" y="1230"/>
                  <a:pt x="763" y="1285"/>
                  <a:pt x="700" y="1285"/>
                </a:cubicBezTo>
                <a:lnTo>
                  <a:pt x="115" y="1285"/>
                </a:lnTo>
                <a:cubicBezTo>
                  <a:pt x="52" y="1285"/>
                  <a:pt x="0" y="1230"/>
                  <a:pt x="0" y="1167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700" y="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44181" y="5883275"/>
            <a:ext cx="463550" cy="293688"/>
          </a:xfrm>
          <a:custGeom>
            <a:avLst/>
            <a:gdLst>
              <a:gd name="T0" fmla="*/ 1050 w 1286"/>
              <a:gd name="T1" fmla="*/ 115 h 816"/>
              <a:gd name="T2" fmla="*/ 235 w 1286"/>
              <a:gd name="T3" fmla="*/ 115 h 816"/>
              <a:gd name="T4" fmla="*/ 235 w 1286"/>
              <a:gd name="T5" fmla="*/ 700 h 816"/>
              <a:gd name="T6" fmla="*/ 1050 w 1286"/>
              <a:gd name="T7" fmla="*/ 700 h 816"/>
              <a:gd name="T8" fmla="*/ 1050 w 1286"/>
              <a:gd name="T9" fmla="*/ 115 h 816"/>
              <a:gd name="T10" fmla="*/ 3 w 1286"/>
              <a:gd name="T11" fmla="*/ 115 h 816"/>
              <a:gd name="T12" fmla="*/ 118 w 1286"/>
              <a:gd name="T13" fmla="*/ 0 h 816"/>
              <a:gd name="T14" fmla="*/ 1167 w 1286"/>
              <a:gd name="T15" fmla="*/ 0 h 816"/>
              <a:gd name="T16" fmla="*/ 1285 w 1286"/>
              <a:gd name="T17" fmla="*/ 115 h 816"/>
              <a:gd name="T18" fmla="*/ 1285 w 1286"/>
              <a:gd name="T19" fmla="*/ 700 h 816"/>
              <a:gd name="T20" fmla="*/ 1167 w 1286"/>
              <a:gd name="T21" fmla="*/ 815 h 816"/>
              <a:gd name="T22" fmla="*/ 118 w 1286"/>
              <a:gd name="T23" fmla="*/ 815 h 816"/>
              <a:gd name="T24" fmla="*/ 0 w 1286"/>
              <a:gd name="T25" fmla="*/ 700 h 816"/>
              <a:gd name="T26" fmla="*/ 3 w 1286"/>
              <a:gd name="T27" fmla="*/ 115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816">
                <a:moveTo>
                  <a:pt x="1050" y="115"/>
                </a:moveTo>
                <a:lnTo>
                  <a:pt x="235" y="115"/>
                </a:lnTo>
                <a:lnTo>
                  <a:pt x="235" y="700"/>
                </a:lnTo>
                <a:lnTo>
                  <a:pt x="1050" y="700"/>
                </a:lnTo>
                <a:lnTo>
                  <a:pt x="1050" y="115"/>
                </a:lnTo>
                <a:close/>
                <a:moveTo>
                  <a:pt x="3" y="115"/>
                </a:moveTo>
                <a:cubicBezTo>
                  <a:pt x="3" y="52"/>
                  <a:pt x="55" y="0"/>
                  <a:pt x="118" y="0"/>
                </a:cubicBezTo>
                <a:lnTo>
                  <a:pt x="1167" y="0"/>
                </a:lnTo>
                <a:cubicBezTo>
                  <a:pt x="1230" y="0"/>
                  <a:pt x="1285" y="52"/>
                  <a:pt x="1285" y="115"/>
                </a:cubicBezTo>
                <a:lnTo>
                  <a:pt x="1285" y="700"/>
                </a:lnTo>
                <a:cubicBezTo>
                  <a:pt x="1285" y="763"/>
                  <a:pt x="1230" y="815"/>
                  <a:pt x="1167" y="815"/>
                </a:cubicBezTo>
                <a:lnTo>
                  <a:pt x="118" y="815"/>
                </a:lnTo>
                <a:cubicBezTo>
                  <a:pt x="55" y="815"/>
                  <a:pt x="0" y="763"/>
                  <a:pt x="0" y="700"/>
                </a:cubicBezTo>
                <a:lnTo>
                  <a:pt x="3" y="1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50669" y="5821363"/>
            <a:ext cx="419100" cy="419100"/>
          </a:xfrm>
          <a:custGeom>
            <a:avLst/>
            <a:gdLst>
              <a:gd name="T0" fmla="*/ 828 w 1165"/>
              <a:gd name="T1" fmla="*/ 932 h 1166"/>
              <a:gd name="T2" fmla="*/ 763 w 1165"/>
              <a:gd name="T3" fmla="*/ 651 h 1166"/>
              <a:gd name="T4" fmla="*/ 981 w 1165"/>
              <a:gd name="T5" fmla="*/ 462 h 1166"/>
              <a:gd name="T6" fmla="*/ 694 w 1165"/>
              <a:gd name="T7" fmla="*/ 438 h 1166"/>
              <a:gd name="T8" fmla="*/ 582 w 1165"/>
              <a:gd name="T9" fmla="*/ 175 h 1166"/>
              <a:gd name="T10" fmla="*/ 470 w 1165"/>
              <a:gd name="T11" fmla="*/ 440 h 1166"/>
              <a:gd name="T12" fmla="*/ 183 w 1165"/>
              <a:gd name="T13" fmla="*/ 462 h 1166"/>
              <a:gd name="T14" fmla="*/ 402 w 1165"/>
              <a:gd name="T15" fmla="*/ 651 h 1166"/>
              <a:gd name="T16" fmla="*/ 336 w 1165"/>
              <a:gd name="T17" fmla="*/ 932 h 1166"/>
              <a:gd name="T18" fmla="*/ 582 w 1165"/>
              <a:gd name="T19" fmla="*/ 785 h 1166"/>
              <a:gd name="T20" fmla="*/ 828 w 1165"/>
              <a:gd name="T21" fmla="*/ 932 h 1166"/>
              <a:gd name="T22" fmla="*/ 582 w 1165"/>
              <a:gd name="T23" fmla="*/ 0 h 1166"/>
              <a:gd name="T24" fmla="*/ 1164 w 1165"/>
              <a:gd name="T25" fmla="*/ 583 h 1166"/>
              <a:gd name="T26" fmla="*/ 582 w 1165"/>
              <a:gd name="T27" fmla="*/ 1165 h 1166"/>
              <a:gd name="T28" fmla="*/ 0 w 1165"/>
              <a:gd name="T29" fmla="*/ 583 h 1166"/>
              <a:gd name="T30" fmla="*/ 582 w 1165"/>
              <a:gd name="T31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5" h="1166">
                <a:moveTo>
                  <a:pt x="828" y="932"/>
                </a:moveTo>
                <a:lnTo>
                  <a:pt x="763" y="651"/>
                </a:lnTo>
                <a:lnTo>
                  <a:pt x="981" y="462"/>
                </a:lnTo>
                <a:lnTo>
                  <a:pt x="694" y="438"/>
                </a:lnTo>
                <a:lnTo>
                  <a:pt x="582" y="175"/>
                </a:lnTo>
                <a:lnTo>
                  <a:pt x="470" y="440"/>
                </a:lnTo>
                <a:lnTo>
                  <a:pt x="183" y="462"/>
                </a:lnTo>
                <a:lnTo>
                  <a:pt x="402" y="651"/>
                </a:lnTo>
                <a:lnTo>
                  <a:pt x="336" y="932"/>
                </a:lnTo>
                <a:lnTo>
                  <a:pt x="582" y="785"/>
                </a:lnTo>
                <a:lnTo>
                  <a:pt x="828" y="932"/>
                </a:lnTo>
                <a:close/>
                <a:moveTo>
                  <a:pt x="582" y="0"/>
                </a:moveTo>
                <a:cubicBezTo>
                  <a:pt x="905" y="0"/>
                  <a:pt x="1164" y="260"/>
                  <a:pt x="1164" y="583"/>
                </a:cubicBezTo>
                <a:cubicBezTo>
                  <a:pt x="1164" y="905"/>
                  <a:pt x="904" y="1165"/>
                  <a:pt x="582" y="1165"/>
                </a:cubicBezTo>
                <a:cubicBezTo>
                  <a:pt x="259" y="1165"/>
                  <a:pt x="0" y="906"/>
                  <a:pt x="0" y="583"/>
                </a:cubicBezTo>
                <a:cubicBezTo>
                  <a:pt x="0" y="261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34931" y="5830890"/>
            <a:ext cx="419100" cy="398461"/>
          </a:xfrm>
          <a:custGeom>
            <a:avLst/>
            <a:gdLst>
              <a:gd name="T0" fmla="*/ 582 w 1165"/>
              <a:gd name="T1" fmla="*/ 888 h 1108"/>
              <a:gd name="T2" fmla="*/ 222 w 1165"/>
              <a:gd name="T3" fmla="*/ 1107 h 1108"/>
              <a:gd name="T4" fmla="*/ 317 w 1165"/>
              <a:gd name="T5" fmla="*/ 697 h 1108"/>
              <a:gd name="T6" fmla="*/ 0 w 1165"/>
              <a:gd name="T7" fmla="*/ 421 h 1108"/>
              <a:gd name="T8" fmla="*/ 418 w 1165"/>
              <a:gd name="T9" fmla="*/ 385 h 1108"/>
              <a:gd name="T10" fmla="*/ 582 w 1165"/>
              <a:gd name="T11" fmla="*/ 0 h 1108"/>
              <a:gd name="T12" fmla="*/ 746 w 1165"/>
              <a:gd name="T13" fmla="*/ 385 h 1108"/>
              <a:gd name="T14" fmla="*/ 1164 w 1165"/>
              <a:gd name="T15" fmla="*/ 421 h 1108"/>
              <a:gd name="T16" fmla="*/ 847 w 1165"/>
              <a:gd name="T17" fmla="*/ 697 h 1108"/>
              <a:gd name="T18" fmla="*/ 943 w 1165"/>
              <a:gd name="T19" fmla="*/ 1107 h 1108"/>
              <a:gd name="T20" fmla="*/ 582 w 1165"/>
              <a:gd name="T21" fmla="*/ 888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65" h="1108">
                <a:moveTo>
                  <a:pt x="582" y="888"/>
                </a:moveTo>
                <a:lnTo>
                  <a:pt x="222" y="1107"/>
                </a:lnTo>
                <a:lnTo>
                  <a:pt x="317" y="697"/>
                </a:lnTo>
                <a:lnTo>
                  <a:pt x="0" y="421"/>
                </a:lnTo>
                <a:lnTo>
                  <a:pt x="418" y="385"/>
                </a:lnTo>
                <a:lnTo>
                  <a:pt x="582" y="0"/>
                </a:lnTo>
                <a:lnTo>
                  <a:pt x="746" y="385"/>
                </a:lnTo>
                <a:lnTo>
                  <a:pt x="1164" y="421"/>
                </a:lnTo>
                <a:lnTo>
                  <a:pt x="847" y="697"/>
                </a:lnTo>
                <a:lnTo>
                  <a:pt x="943" y="1107"/>
                </a:lnTo>
                <a:lnTo>
                  <a:pt x="582" y="888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20781" y="5830890"/>
            <a:ext cx="419100" cy="398461"/>
          </a:xfrm>
          <a:custGeom>
            <a:avLst/>
            <a:gdLst>
              <a:gd name="T0" fmla="*/ 582 w 1165"/>
              <a:gd name="T1" fmla="*/ 782 h 1108"/>
              <a:gd name="T2" fmla="*/ 801 w 1165"/>
              <a:gd name="T3" fmla="*/ 913 h 1108"/>
              <a:gd name="T4" fmla="*/ 744 w 1165"/>
              <a:gd name="T5" fmla="*/ 664 h 1108"/>
              <a:gd name="T6" fmla="*/ 938 w 1165"/>
              <a:gd name="T7" fmla="*/ 495 h 1108"/>
              <a:gd name="T8" fmla="*/ 681 w 1165"/>
              <a:gd name="T9" fmla="*/ 473 h 1108"/>
              <a:gd name="T10" fmla="*/ 582 w 1165"/>
              <a:gd name="T11" fmla="*/ 238 h 1108"/>
              <a:gd name="T12" fmla="*/ 582 w 1165"/>
              <a:gd name="T13" fmla="*/ 782 h 1108"/>
              <a:gd name="T14" fmla="*/ 1164 w 1165"/>
              <a:gd name="T15" fmla="*/ 421 h 1108"/>
              <a:gd name="T16" fmla="*/ 847 w 1165"/>
              <a:gd name="T17" fmla="*/ 697 h 1108"/>
              <a:gd name="T18" fmla="*/ 943 w 1165"/>
              <a:gd name="T19" fmla="*/ 1107 h 1108"/>
              <a:gd name="T20" fmla="*/ 582 w 1165"/>
              <a:gd name="T21" fmla="*/ 888 h 1108"/>
              <a:gd name="T22" fmla="*/ 222 w 1165"/>
              <a:gd name="T23" fmla="*/ 1107 h 1108"/>
              <a:gd name="T24" fmla="*/ 317 w 1165"/>
              <a:gd name="T25" fmla="*/ 697 h 1108"/>
              <a:gd name="T26" fmla="*/ 0 w 1165"/>
              <a:gd name="T27" fmla="*/ 421 h 1108"/>
              <a:gd name="T28" fmla="*/ 418 w 1165"/>
              <a:gd name="T29" fmla="*/ 385 h 1108"/>
              <a:gd name="T30" fmla="*/ 582 w 1165"/>
              <a:gd name="T31" fmla="*/ 0 h 1108"/>
              <a:gd name="T32" fmla="*/ 746 w 1165"/>
              <a:gd name="T33" fmla="*/ 385 h 1108"/>
              <a:gd name="T34" fmla="*/ 1164 w 1165"/>
              <a:gd name="T35" fmla="*/ 421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5" h="1108">
                <a:moveTo>
                  <a:pt x="582" y="782"/>
                </a:moveTo>
                <a:lnTo>
                  <a:pt x="801" y="913"/>
                </a:lnTo>
                <a:lnTo>
                  <a:pt x="744" y="664"/>
                </a:lnTo>
                <a:lnTo>
                  <a:pt x="938" y="495"/>
                </a:lnTo>
                <a:lnTo>
                  <a:pt x="681" y="473"/>
                </a:lnTo>
                <a:lnTo>
                  <a:pt x="582" y="238"/>
                </a:lnTo>
                <a:lnTo>
                  <a:pt x="582" y="782"/>
                </a:lnTo>
                <a:close/>
                <a:moveTo>
                  <a:pt x="1164" y="421"/>
                </a:moveTo>
                <a:lnTo>
                  <a:pt x="847" y="697"/>
                </a:lnTo>
                <a:lnTo>
                  <a:pt x="943" y="1107"/>
                </a:lnTo>
                <a:lnTo>
                  <a:pt x="582" y="888"/>
                </a:lnTo>
                <a:lnTo>
                  <a:pt x="222" y="1107"/>
                </a:lnTo>
                <a:lnTo>
                  <a:pt x="317" y="697"/>
                </a:lnTo>
                <a:lnTo>
                  <a:pt x="0" y="421"/>
                </a:lnTo>
                <a:lnTo>
                  <a:pt x="418" y="385"/>
                </a:lnTo>
                <a:lnTo>
                  <a:pt x="582" y="0"/>
                </a:lnTo>
                <a:lnTo>
                  <a:pt x="746" y="385"/>
                </a:lnTo>
                <a:lnTo>
                  <a:pt x="1164" y="42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605044" y="5830890"/>
            <a:ext cx="419100" cy="398461"/>
          </a:xfrm>
          <a:custGeom>
            <a:avLst/>
            <a:gdLst>
              <a:gd name="T0" fmla="*/ 582 w 1166"/>
              <a:gd name="T1" fmla="*/ 782 h 1108"/>
              <a:gd name="T2" fmla="*/ 801 w 1166"/>
              <a:gd name="T3" fmla="*/ 913 h 1108"/>
              <a:gd name="T4" fmla="*/ 744 w 1166"/>
              <a:gd name="T5" fmla="*/ 664 h 1108"/>
              <a:gd name="T6" fmla="*/ 938 w 1166"/>
              <a:gd name="T7" fmla="*/ 495 h 1108"/>
              <a:gd name="T8" fmla="*/ 681 w 1166"/>
              <a:gd name="T9" fmla="*/ 473 h 1108"/>
              <a:gd name="T10" fmla="*/ 582 w 1166"/>
              <a:gd name="T11" fmla="*/ 238 h 1108"/>
              <a:gd name="T12" fmla="*/ 484 w 1166"/>
              <a:gd name="T13" fmla="*/ 473 h 1108"/>
              <a:gd name="T14" fmla="*/ 227 w 1166"/>
              <a:gd name="T15" fmla="*/ 495 h 1108"/>
              <a:gd name="T16" fmla="*/ 421 w 1166"/>
              <a:gd name="T17" fmla="*/ 664 h 1108"/>
              <a:gd name="T18" fmla="*/ 364 w 1166"/>
              <a:gd name="T19" fmla="*/ 913 h 1108"/>
              <a:gd name="T20" fmla="*/ 582 w 1166"/>
              <a:gd name="T21" fmla="*/ 782 h 1108"/>
              <a:gd name="T22" fmla="*/ 1165 w 1166"/>
              <a:gd name="T23" fmla="*/ 421 h 1108"/>
              <a:gd name="T24" fmla="*/ 848 w 1166"/>
              <a:gd name="T25" fmla="*/ 697 h 1108"/>
              <a:gd name="T26" fmla="*/ 943 w 1166"/>
              <a:gd name="T27" fmla="*/ 1107 h 1108"/>
              <a:gd name="T28" fmla="*/ 582 w 1166"/>
              <a:gd name="T29" fmla="*/ 888 h 1108"/>
              <a:gd name="T30" fmla="*/ 222 w 1166"/>
              <a:gd name="T31" fmla="*/ 1107 h 1108"/>
              <a:gd name="T32" fmla="*/ 317 w 1166"/>
              <a:gd name="T33" fmla="*/ 697 h 1108"/>
              <a:gd name="T34" fmla="*/ 0 w 1166"/>
              <a:gd name="T35" fmla="*/ 421 h 1108"/>
              <a:gd name="T36" fmla="*/ 418 w 1166"/>
              <a:gd name="T37" fmla="*/ 385 h 1108"/>
              <a:gd name="T38" fmla="*/ 582 w 1166"/>
              <a:gd name="T39" fmla="*/ 0 h 1108"/>
              <a:gd name="T40" fmla="*/ 746 w 1166"/>
              <a:gd name="T41" fmla="*/ 385 h 1108"/>
              <a:gd name="T42" fmla="*/ 1165 w 1166"/>
              <a:gd name="T43" fmla="*/ 421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1108">
                <a:moveTo>
                  <a:pt x="582" y="782"/>
                </a:moveTo>
                <a:lnTo>
                  <a:pt x="801" y="913"/>
                </a:lnTo>
                <a:lnTo>
                  <a:pt x="744" y="664"/>
                </a:lnTo>
                <a:lnTo>
                  <a:pt x="938" y="495"/>
                </a:lnTo>
                <a:lnTo>
                  <a:pt x="681" y="473"/>
                </a:lnTo>
                <a:lnTo>
                  <a:pt x="582" y="238"/>
                </a:lnTo>
                <a:lnTo>
                  <a:pt x="484" y="473"/>
                </a:lnTo>
                <a:lnTo>
                  <a:pt x="227" y="495"/>
                </a:lnTo>
                <a:lnTo>
                  <a:pt x="421" y="664"/>
                </a:lnTo>
                <a:lnTo>
                  <a:pt x="364" y="913"/>
                </a:lnTo>
                <a:lnTo>
                  <a:pt x="582" y="782"/>
                </a:lnTo>
                <a:close/>
                <a:moveTo>
                  <a:pt x="1165" y="421"/>
                </a:moveTo>
                <a:lnTo>
                  <a:pt x="848" y="697"/>
                </a:lnTo>
                <a:lnTo>
                  <a:pt x="943" y="1107"/>
                </a:lnTo>
                <a:lnTo>
                  <a:pt x="582" y="888"/>
                </a:lnTo>
                <a:lnTo>
                  <a:pt x="222" y="1107"/>
                </a:lnTo>
                <a:lnTo>
                  <a:pt x="317" y="697"/>
                </a:lnTo>
                <a:lnTo>
                  <a:pt x="0" y="421"/>
                </a:lnTo>
                <a:lnTo>
                  <a:pt x="418" y="385"/>
                </a:lnTo>
                <a:lnTo>
                  <a:pt x="582" y="0"/>
                </a:lnTo>
                <a:lnTo>
                  <a:pt x="746" y="385"/>
                </a:lnTo>
                <a:lnTo>
                  <a:pt x="1165" y="42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84544" y="5826127"/>
            <a:ext cx="431800" cy="409575"/>
          </a:xfrm>
          <a:custGeom>
            <a:avLst/>
            <a:gdLst>
              <a:gd name="T0" fmla="*/ 1117 w 1200"/>
              <a:gd name="T1" fmla="*/ 500 h 1138"/>
              <a:gd name="T2" fmla="*/ 1199 w 1200"/>
              <a:gd name="T3" fmla="*/ 582 h 1138"/>
              <a:gd name="T4" fmla="*/ 645 w 1200"/>
              <a:gd name="T5" fmla="*/ 1137 h 1138"/>
              <a:gd name="T6" fmla="*/ 349 w 1200"/>
              <a:gd name="T7" fmla="*/ 839 h 1138"/>
              <a:gd name="T8" fmla="*/ 431 w 1200"/>
              <a:gd name="T9" fmla="*/ 757 h 1138"/>
              <a:gd name="T10" fmla="*/ 645 w 1200"/>
              <a:gd name="T11" fmla="*/ 973 h 1138"/>
              <a:gd name="T12" fmla="*/ 1117 w 1200"/>
              <a:gd name="T13" fmla="*/ 500 h 1138"/>
              <a:gd name="T14" fmla="*/ 232 w 1200"/>
              <a:gd name="T15" fmla="*/ 467 h 1138"/>
              <a:gd name="T16" fmla="*/ 472 w 1200"/>
              <a:gd name="T17" fmla="*/ 467 h 1138"/>
              <a:gd name="T18" fmla="*/ 352 w 1200"/>
              <a:gd name="T19" fmla="*/ 145 h 1138"/>
              <a:gd name="T20" fmla="*/ 232 w 1200"/>
              <a:gd name="T21" fmla="*/ 467 h 1138"/>
              <a:gd name="T22" fmla="*/ 584 w 1200"/>
              <a:gd name="T23" fmla="*/ 757 h 1138"/>
              <a:gd name="T24" fmla="*/ 516 w 1200"/>
              <a:gd name="T25" fmla="*/ 582 h 1138"/>
              <a:gd name="T26" fmla="*/ 188 w 1200"/>
              <a:gd name="T27" fmla="*/ 582 h 1138"/>
              <a:gd name="T28" fmla="*/ 123 w 1200"/>
              <a:gd name="T29" fmla="*/ 757 h 1138"/>
              <a:gd name="T30" fmla="*/ 0 w 1200"/>
              <a:gd name="T31" fmla="*/ 757 h 1138"/>
              <a:gd name="T32" fmla="*/ 298 w 1200"/>
              <a:gd name="T33" fmla="*/ 0 h 1138"/>
              <a:gd name="T34" fmla="*/ 407 w 1200"/>
              <a:gd name="T35" fmla="*/ 0 h 1138"/>
              <a:gd name="T36" fmla="*/ 705 w 1200"/>
              <a:gd name="T37" fmla="*/ 757 h 1138"/>
              <a:gd name="T38" fmla="*/ 584 w 1200"/>
              <a:gd name="T39" fmla="*/ 757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00" h="1138">
                <a:moveTo>
                  <a:pt x="1117" y="500"/>
                </a:moveTo>
                <a:lnTo>
                  <a:pt x="1199" y="582"/>
                </a:lnTo>
                <a:lnTo>
                  <a:pt x="645" y="1137"/>
                </a:lnTo>
                <a:lnTo>
                  <a:pt x="349" y="839"/>
                </a:lnTo>
                <a:lnTo>
                  <a:pt x="431" y="757"/>
                </a:lnTo>
                <a:lnTo>
                  <a:pt x="645" y="973"/>
                </a:lnTo>
                <a:lnTo>
                  <a:pt x="1117" y="500"/>
                </a:lnTo>
                <a:close/>
                <a:moveTo>
                  <a:pt x="232" y="467"/>
                </a:moveTo>
                <a:lnTo>
                  <a:pt x="472" y="467"/>
                </a:lnTo>
                <a:lnTo>
                  <a:pt x="352" y="145"/>
                </a:lnTo>
                <a:lnTo>
                  <a:pt x="232" y="467"/>
                </a:lnTo>
                <a:close/>
                <a:moveTo>
                  <a:pt x="584" y="757"/>
                </a:moveTo>
                <a:lnTo>
                  <a:pt x="516" y="582"/>
                </a:lnTo>
                <a:lnTo>
                  <a:pt x="188" y="582"/>
                </a:lnTo>
                <a:lnTo>
                  <a:pt x="123" y="757"/>
                </a:lnTo>
                <a:lnTo>
                  <a:pt x="0" y="757"/>
                </a:lnTo>
                <a:lnTo>
                  <a:pt x="298" y="0"/>
                </a:lnTo>
                <a:lnTo>
                  <a:pt x="407" y="0"/>
                </a:lnTo>
                <a:lnTo>
                  <a:pt x="705" y="757"/>
                </a:lnTo>
                <a:lnTo>
                  <a:pt x="584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838656" y="5821363"/>
            <a:ext cx="293688" cy="419100"/>
          </a:xfrm>
          <a:custGeom>
            <a:avLst/>
            <a:gdLst>
              <a:gd name="T0" fmla="*/ 408 w 816"/>
              <a:gd name="T1" fmla="*/ 583 h 1166"/>
              <a:gd name="T2" fmla="*/ 582 w 816"/>
              <a:gd name="T3" fmla="*/ 757 h 1166"/>
              <a:gd name="T4" fmla="*/ 408 w 816"/>
              <a:gd name="T5" fmla="*/ 932 h 1166"/>
              <a:gd name="T6" fmla="*/ 233 w 816"/>
              <a:gd name="T7" fmla="*/ 757 h 1166"/>
              <a:gd name="T8" fmla="*/ 408 w 816"/>
              <a:gd name="T9" fmla="*/ 583 h 1166"/>
              <a:gd name="T10" fmla="*/ 408 w 816"/>
              <a:gd name="T11" fmla="*/ 1050 h 1166"/>
              <a:gd name="T12" fmla="*/ 700 w 816"/>
              <a:gd name="T13" fmla="*/ 757 h 1166"/>
              <a:gd name="T14" fmla="*/ 408 w 816"/>
              <a:gd name="T15" fmla="*/ 465 h 1166"/>
              <a:gd name="T16" fmla="*/ 115 w 816"/>
              <a:gd name="T17" fmla="*/ 757 h 1166"/>
              <a:gd name="T18" fmla="*/ 408 w 816"/>
              <a:gd name="T19" fmla="*/ 1050 h 1166"/>
              <a:gd name="T20" fmla="*/ 408 w 816"/>
              <a:gd name="T21" fmla="*/ 115 h 1166"/>
              <a:gd name="T22" fmla="*/ 290 w 816"/>
              <a:gd name="T23" fmla="*/ 233 h 1166"/>
              <a:gd name="T24" fmla="*/ 408 w 816"/>
              <a:gd name="T25" fmla="*/ 350 h 1166"/>
              <a:gd name="T26" fmla="*/ 525 w 816"/>
              <a:gd name="T27" fmla="*/ 233 h 1166"/>
              <a:gd name="T28" fmla="*/ 408 w 816"/>
              <a:gd name="T29" fmla="*/ 115 h 1166"/>
              <a:gd name="T30" fmla="*/ 700 w 816"/>
              <a:gd name="T31" fmla="*/ 0 h 1166"/>
              <a:gd name="T32" fmla="*/ 815 w 816"/>
              <a:gd name="T33" fmla="*/ 115 h 1166"/>
              <a:gd name="T34" fmla="*/ 815 w 816"/>
              <a:gd name="T35" fmla="*/ 1050 h 1166"/>
              <a:gd name="T36" fmla="*/ 700 w 816"/>
              <a:gd name="T37" fmla="*/ 1165 h 1166"/>
              <a:gd name="T38" fmla="*/ 115 w 816"/>
              <a:gd name="T39" fmla="*/ 1165 h 1166"/>
              <a:gd name="T40" fmla="*/ 0 w 816"/>
              <a:gd name="T41" fmla="*/ 1050 h 1166"/>
              <a:gd name="T42" fmla="*/ 0 w 816"/>
              <a:gd name="T43" fmla="*/ 115 h 1166"/>
              <a:gd name="T44" fmla="*/ 115 w 816"/>
              <a:gd name="T45" fmla="*/ 0 h 1166"/>
              <a:gd name="T46" fmla="*/ 700 w 816"/>
              <a:gd name="T47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16" h="1166">
                <a:moveTo>
                  <a:pt x="408" y="583"/>
                </a:moveTo>
                <a:cubicBezTo>
                  <a:pt x="503" y="583"/>
                  <a:pt x="582" y="662"/>
                  <a:pt x="582" y="757"/>
                </a:cubicBezTo>
                <a:cubicBezTo>
                  <a:pt x="582" y="853"/>
                  <a:pt x="504" y="932"/>
                  <a:pt x="408" y="932"/>
                </a:cubicBezTo>
                <a:cubicBezTo>
                  <a:pt x="313" y="932"/>
                  <a:pt x="233" y="853"/>
                  <a:pt x="233" y="757"/>
                </a:cubicBezTo>
                <a:cubicBezTo>
                  <a:pt x="233" y="662"/>
                  <a:pt x="312" y="583"/>
                  <a:pt x="408" y="583"/>
                </a:cubicBezTo>
                <a:close/>
                <a:moveTo>
                  <a:pt x="408" y="1050"/>
                </a:moveTo>
                <a:cubicBezTo>
                  <a:pt x="569" y="1050"/>
                  <a:pt x="700" y="919"/>
                  <a:pt x="700" y="757"/>
                </a:cubicBezTo>
                <a:cubicBezTo>
                  <a:pt x="700" y="596"/>
                  <a:pt x="570" y="465"/>
                  <a:pt x="408" y="465"/>
                </a:cubicBezTo>
                <a:cubicBezTo>
                  <a:pt x="247" y="465"/>
                  <a:pt x="115" y="596"/>
                  <a:pt x="115" y="757"/>
                </a:cubicBezTo>
                <a:cubicBezTo>
                  <a:pt x="115" y="919"/>
                  <a:pt x="246" y="1050"/>
                  <a:pt x="408" y="1050"/>
                </a:cubicBezTo>
                <a:close/>
                <a:moveTo>
                  <a:pt x="408" y="115"/>
                </a:moveTo>
                <a:cubicBezTo>
                  <a:pt x="342" y="115"/>
                  <a:pt x="290" y="170"/>
                  <a:pt x="290" y="233"/>
                </a:cubicBezTo>
                <a:cubicBezTo>
                  <a:pt x="290" y="296"/>
                  <a:pt x="342" y="350"/>
                  <a:pt x="408" y="350"/>
                </a:cubicBezTo>
                <a:cubicBezTo>
                  <a:pt x="470" y="350"/>
                  <a:pt x="525" y="296"/>
                  <a:pt x="525" y="233"/>
                </a:cubicBezTo>
                <a:cubicBezTo>
                  <a:pt x="525" y="170"/>
                  <a:pt x="470" y="115"/>
                  <a:pt x="408" y="115"/>
                </a:cubicBezTo>
                <a:close/>
                <a:moveTo>
                  <a:pt x="700" y="0"/>
                </a:moveTo>
                <a:cubicBezTo>
                  <a:pt x="763" y="0"/>
                  <a:pt x="815" y="52"/>
                  <a:pt x="815" y="115"/>
                </a:cubicBezTo>
                <a:lnTo>
                  <a:pt x="815" y="1050"/>
                </a:lnTo>
                <a:cubicBezTo>
                  <a:pt x="815" y="1113"/>
                  <a:pt x="763" y="1165"/>
                  <a:pt x="700" y="1165"/>
                </a:cubicBez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23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7" y="681038"/>
            <a:ext cx="252412" cy="252412"/>
          </a:xfrm>
          <a:custGeom>
            <a:avLst/>
            <a:gdLst>
              <a:gd name="T0" fmla="*/ 0 w 701"/>
              <a:gd name="T1" fmla="*/ 0 h 701"/>
              <a:gd name="T2" fmla="*/ 700 w 701"/>
              <a:gd name="T3" fmla="*/ 0 h 701"/>
              <a:gd name="T4" fmla="*/ 700 w 701"/>
              <a:gd name="T5" fmla="*/ 700 h 701"/>
              <a:gd name="T6" fmla="*/ 0 w 701"/>
              <a:gd name="T7" fmla="*/ 700 h 701"/>
              <a:gd name="T8" fmla="*/ 0 w 701"/>
              <a:gd name="T9" fmla="*/ 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1" h="701">
                <a:moveTo>
                  <a:pt x="0" y="0"/>
                </a:moveTo>
                <a:lnTo>
                  <a:pt x="700" y="0"/>
                </a:lnTo>
                <a:lnTo>
                  <a:pt x="700" y="700"/>
                </a:lnTo>
                <a:lnTo>
                  <a:pt x="0" y="700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097087" y="660400"/>
            <a:ext cx="336550" cy="293688"/>
          </a:xfrm>
          <a:custGeom>
            <a:avLst/>
            <a:gdLst>
              <a:gd name="T0" fmla="*/ 935 w 936"/>
              <a:gd name="T1" fmla="*/ 0 h 816"/>
              <a:gd name="T2" fmla="*/ 935 w 936"/>
              <a:gd name="T3" fmla="*/ 115 h 816"/>
              <a:gd name="T4" fmla="*/ 0 w 936"/>
              <a:gd name="T5" fmla="*/ 115 h 816"/>
              <a:gd name="T6" fmla="*/ 0 w 936"/>
              <a:gd name="T7" fmla="*/ 0 h 816"/>
              <a:gd name="T8" fmla="*/ 935 w 936"/>
              <a:gd name="T9" fmla="*/ 0 h 816"/>
              <a:gd name="T10" fmla="*/ 0 w 936"/>
              <a:gd name="T11" fmla="*/ 583 h 816"/>
              <a:gd name="T12" fmla="*/ 0 w 936"/>
              <a:gd name="T13" fmla="*/ 465 h 816"/>
              <a:gd name="T14" fmla="*/ 935 w 936"/>
              <a:gd name="T15" fmla="*/ 465 h 816"/>
              <a:gd name="T16" fmla="*/ 935 w 936"/>
              <a:gd name="T17" fmla="*/ 583 h 816"/>
              <a:gd name="T18" fmla="*/ 0 w 936"/>
              <a:gd name="T19" fmla="*/ 583 h 816"/>
              <a:gd name="T20" fmla="*/ 935 w 936"/>
              <a:gd name="T21" fmla="*/ 350 h 816"/>
              <a:gd name="T22" fmla="*/ 0 w 936"/>
              <a:gd name="T23" fmla="*/ 350 h 816"/>
              <a:gd name="T24" fmla="*/ 0 w 936"/>
              <a:gd name="T25" fmla="*/ 233 h 816"/>
              <a:gd name="T26" fmla="*/ 935 w 936"/>
              <a:gd name="T27" fmla="*/ 233 h 816"/>
              <a:gd name="T28" fmla="*/ 935 w 936"/>
              <a:gd name="T29" fmla="*/ 350 h 816"/>
              <a:gd name="T30" fmla="*/ 585 w 936"/>
              <a:gd name="T31" fmla="*/ 700 h 816"/>
              <a:gd name="T32" fmla="*/ 585 w 936"/>
              <a:gd name="T33" fmla="*/ 815 h 816"/>
              <a:gd name="T34" fmla="*/ 0 w 936"/>
              <a:gd name="T35" fmla="*/ 815 h 816"/>
              <a:gd name="T36" fmla="*/ 0 w 936"/>
              <a:gd name="T37" fmla="*/ 700 h 816"/>
              <a:gd name="T38" fmla="*/ 585 w 936"/>
              <a:gd name="T39" fmla="*/ 70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36" h="816">
                <a:moveTo>
                  <a:pt x="935" y="0"/>
                </a:moveTo>
                <a:lnTo>
                  <a:pt x="935" y="115"/>
                </a:lnTo>
                <a:lnTo>
                  <a:pt x="0" y="115"/>
                </a:lnTo>
                <a:lnTo>
                  <a:pt x="0" y="0"/>
                </a:lnTo>
                <a:lnTo>
                  <a:pt x="935" y="0"/>
                </a:lnTo>
                <a:close/>
                <a:moveTo>
                  <a:pt x="0" y="583"/>
                </a:moveTo>
                <a:lnTo>
                  <a:pt x="0" y="465"/>
                </a:lnTo>
                <a:lnTo>
                  <a:pt x="935" y="465"/>
                </a:lnTo>
                <a:lnTo>
                  <a:pt x="935" y="583"/>
                </a:lnTo>
                <a:lnTo>
                  <a:pt x="0" y="583"/>
                </a:lnTo>
                <a:close/>
                <a:moveTo>
                  <a:pt x="935" y="350"/>
                </a:moveTo>
                <a:lnTo>
                  <a:pt x="0" y="350"/>
                </a:lnTo>
                <a:lnTo>
                  <a:pt x="0" y="233"/>
                </a:lnTo>
                <a:lnTo>
                  <a:pt x="935" y="233"/>
                </a:lnTo>
                <a:lnTo>
                  <a:pt x="935" y="350"/>
                </a:lnTo>
                <a:close/>
                <a:moveTo>
                  <a:pt x="585" y="700"/>
                </a:moveTo>
                <a:lnTo>
                  <a:pt x="585" y="815"/>
                </a:lnTo>
                <a:lnTo>
                  <a:pt x="0" y="815"/>
                </a:lnTo>
                <a:lnTo>
                  <a:pt x="0" y="700"/>
                </a:lnTo>
                <a:lnTo>
                  <a:pt x="585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189287" y="628651"/>
            <a:ext cx="315912" cy="357187"/>
          </a:xfrm>
          <a:custGeom>
            <a:avLst/>
            <a:gdLst>
              <a:gd name="T0" fmla="*/ 875 w 876"/>
              <a:gd name="T1" fmla="*/ 643 h 994"/>
              <a:gd name="T2" fmla="*/ 525 w 876"/>
              <a:gd name="T3" fmla="*/ 993 h 994"/>
              <a:gd name="T4" fmla="*/ 443 w 876"/>
              <a:gd name="T5" fmla="*/ 911 h 994"/>
              <a:gd name="T6" fmla="*/ 654 w 876"/>
              <a:gd name="T7" fmla="*/ 700 h 994"/>
              <a:gd name="T8" fmla="*/ 0 w 876"/>
              <a:gd name="T9" fmla="*/ 700 h 994"/>
              <a:gd name="T10" fmla="*/ 0 w 876"/>
              <a:gd name="T11" fmla="*/ 0 h 994"/>
              <a:gd name="T12" fmla="*/ 118 w 876"/>
              <a:gd name="T13" fmla="*/ 0 h 994"/>
              <a:gd name="T14" fmla="*/ 118 w 876"/>
              <a:gd name="T15" fmla="*/ 586 h 994"/>
              <a:gd name="T16" fmla="*/ 654 w 876"/>
              <a:gd name="T17" fmla="*/ 586 h 994"/>
              <a:gd name="T18" fmla="*/ 443 w 876"/>
              <a:gd name="T19" fmla="*/ 375 h 994"/>
              <a:gd name="T20" fmla="*/ 525 w 876"/>
              <a:gd name="T21" fmla="*/ 293 h 994"/>
              <a:gd name="T22" fmla="*/ 875 w 876"/>
              <a:gd name="T23" fmla="*/ 643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6" h="994">
                <a:moveTo>
                  <a:pt x="875" y="643"/>
                </a:moveTo>
                <a:lnTo>
                  <a:pt x="525" y="993"/>
                </a:lnTo>
                <a:lnTo>
                  <a:pt x="443" y="911"/>
                </a:lnTo>
                <a:lnTo>
                  <a:pt x="654" y="700"/>
                </a:lnTo>
                <a:lnTo>
                  <a:pt x="0" y="700"/>
                </a:lnTo>
                <a:lnTo>
                  <a:pt x="0" y="0"/>
                </a:lnTo>
                <a:lnTo>
                  <a:pt x="118" y="0"/>
                </a:lnTo>
                <a:lnTo>
                  <a:pt x="118" y="586"/>
                </a:lnTo>
                <a:lnTo>
                  <a:pt x="654" y="586"/>
                </a:lnTo>
                <a:lnTo>
                  <a:pt x="443" y="375"/>
                </a:lnTo>
                <a:lnTo>
                  <a:pt x="525" y="293"/>
                </a:lnTo>
                <a:lnTo>
                  <a:pt x="875" y="64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273551" y="628651"/>
            <a:ext cx="315913" cy="357187"/>
          </a:xfrm>
          <a:custGeom>
            <a:avLst/>
            <a:gdLst>
              <a:gd name="T0" fmla="*/ 350 w 876"/>
              <a:gd name="T1" fmla="*/ 292 h 993"/>
              <a:gd name="T2" fmla="*/ 432 w 876"/>
              <a:gd name="T3" fmla="*/ 374 h 993"/>
              <a:gd name="T4" fmla="*/ 221 w 876"/>
              <a:gd name="T5" fmla="*/ 585 h 993"/>
              <a:gd name="T6" fmla="*/ 757 w 876"/>
              <a:gd name="T7" fmla="*/ 585 h 993"/>
              <a:gd name="T8" fmla="*/ 757 w 876"/>
              <a:gd name="T9" fmla="*/ 0 h 993"/>
              <a:gd name="T10" fmla="*/ 875 w 876"/>
              <a:gd name="T11" fmla="*/ 0 h 993"/>
              <a:gd name="T12" fmla="*/ 875 w 876"/>
              <a:gd name="T13" fmla="*/ 699 h 993"/>
              <a:gd name="T14" fmla="*/ 221 w 876"/>
              <a:gd name="T15" fmla="*/ 699 h 993"/>
              <a:gd name="T16" fmla="*/ 432 w 876"/>
              <a:gd name="T17" fmla="*/ 910 h 993"/>
              <a:gd name="T18" fmla="*/ 350 w 876"/>
              <a:gd name="T19" fmla="*/ 992 h 993"/>
              <a:gd name="T20" fmla="*/ 0 w 876"/>
              <a:gd name="T21" fmla="*/ 642 h 993"/>
              <a:gd name="T22" fmla="*/ 350 w 876"/>
              <a:gd name="T23" fmla="*/ 292 h 9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76" h="993">
                <a:moveTo>
                  <a:pt x="350" y="292"/>
                </a:moveTo>
                <a:lnTo>
                  <a:pt x="432" y="374"/>
                </a:lnTo>
                <a:lnTo>
                  <a:pt x="221" y="585"/>
                </a:lnTo>
                <a:lnTo>
                  <a:pt x="757" y="585"/>
                </a:lnTo>
                <a:lnTo>
                  <a:pt x="757" y="0"/>
                </a:lnTo>
                <a:lnTo>
                  <a:pt x="875" y="0"/>
                </a:lnTo>
                <a:lnTo>
                  <a:pt x="875" y="699"/>
                </a:lnTo>
                <a:lnTo>
                  <a:pt x="221" y="699"/>
                </a:lnTo>
                <a:lnTo>
                  <a:pt x="432" y="910"/>
                </a:lnTo>
                <a:lnTo>
                  <a:pt x="350" y="992"/>
                </a:lnTo>
                <a:lnTo>
                  <a:pt x="0" y="642"/>
                </a:lnTo>
                <a:lnTo>
                  <a:pt x="350" y="29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287962" y="608015"/>
            <a:ext cx="449262" cy="398461"/>
          </a:xfrm>
          <a:custGeom>
            <a:avLst/>
            <a:gdLst>
              <a:gd name="T0" fmla="*/ 281 w 1250"/>
              <a:gd name="T1" fmla="*/ 990 h 1108"/>
              <a:gd name="T2" fmla="*/ 281 w 1250"/>
              <a:gd name="T3" fmla="*/ 621 h 1108"/>
              <a:gd name="T4" fmla="*/ 484 w 1250"/>
              <a:gd name="T5" fmla="*/ 1107 h 1108"/>
              <a:gd name="T6" fmla="*/ 399 w 1250"/>
              <a:gd name="T7" fmla="*/ 1107 h 1108"/>
              <a:gd name="T8" fmla="*/ 281 w 1250"/>
              <a:gd name="T9" fmla="*/ 990 h 1108"/>
              <a:gd name="T10" fmla="*/ 399 w 1250"/>
              <a:gd name="T11" fmla="*/ 350 h 1108"/>
              <a:gd name="T12" fmla="*/ 456 w 1250"/>
              <a:gd name="T13" fmla="*/ 290 h 1108"/>
              <a:gd name="T14" fmla="*/ 399 w 1250"/>
              <a:gd name="T15" fmla="*/ 232 h 1108"/>
              <a:gd name="T16" fmla="*/ 342 w 1250"/>
              <a:gd name="T17" fmla="*/ 290 h 1108"/>
              <a:gd name="T18" fmla="*/ 399 w 1250"/>
              <a:gd name="T19" fmla="*/ 350 h 1108"/>
              <a:gd name="T20" fmla="*/ 1225 w 1250"/>
              <a:gd name="T21" fmla="*/ 768 h 1108"/>
              <a:gd name="T22" fmla="*/ 1162 w 1250"/>
              <a:gd name="T23" fmla="*/ 921 h 1108"/>
              <a:gd name="T24" fmla="*/ 733 w 1250"/>
              <a:gd name="T25" fmla="*/ 1099 h 1108"/>
              <a:gd name="T26" fmla="*/ 686 w 1250"/>
              <a:gd name="T27" fmla="*/ 1107 h 1108"/>
              <a:gd name="T28" fmla="*/ 579 w 1250"/>
              <a:gd name="T29" fmla="*/ 1036 h 1108"/>
              <a:gd name="T30" fmla="*/ 290 w 1250"/>
              <a:gd name="T31" fmla="*/ 336 h 1108"/>
              <a:gd name="T32" fmla="*/ 281 w 1250"/>
              <a:gd name="T33" fmla="*/ 290 h 1108"/>
              <a:gd name="T34" fmla="*/ 353 w 1250"/>
              <a:gd name="T35" fmla="*/ 186 h 1108"/>
              <a:gd name="T36" fmla="*/ 785 w 1250"/>
              <a:gd name="T37" fmla="*/ 8 h 1108"/>
              <a:gd name="T38" fmla="*/ 831 w 1250"/>
              <a:gd name="T39" fmla="*/ 0 h 1108"/>
              <a:gd name="T40" fmla="*/ 935 w 1250"/>
              <a:gd name="T41" fmla="*/ 71 h 1108"/>
              <a:gd name="T42" fmla="*/ 1225 w 1250"/>
              <a:gd name="T43" fmla="*/ 768 h 1108"/>
              <a:gd name="T44" fmla="*/ 87 w 1250"/>
              <a:gd name="T45" fmla="*/ 984 h 1108"/>
              <a:gd name="T46" fmla="*/ 24 w 1250"/>
              <a:gd name="T47" fmla="*/ 834 h 1108"/>
              <a:gd name="T48" fmla="*/ 167 w 1250"/>
              <a:gd name="T49" fmla="*/ 492 h 1108"/>
              <a:gd name="T50" fmla="*/ 167 w 1250"/>
              <a:gd name="T51" fmla="*/ 1017 h 1108"/>
              <a:gd name="T52" fmla="*/ 87 w 1250"/>
              <a:gd name="T53" fmla="*/ 984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50" h="1108">
                <a:moveTo>
                  <a:pt x="281" y="990"/>
                </a:moveTo>
                <a:lnTo>
                  <a:pt x="281" y="621"/>
                </a:lnTo>
                <a:lnTo>
                  <a:pt x="484" y="1107"/>
                </a:lnTo>
                <a:lnTo>
                  <a:pt x="399" y="1107"/>
                </a:lnTo>
                <a:cubicBezTo>
                  <a:pt x="336" y="1107"/>
                  <a:pt x="281" y="1053"/>
                  <a:pt x="281" y="990"/>
                </a:cubicBezTo>
                <a:close/>
                <a:moveTo>
                  <a:pt x="399" y="350"/>
                </a:moveTo>
                <a:cubicBezTo>
                  <a:pt x="432" y="350"/>
                  <a:pt x="456" y="323"/>
                  <a:pt x="456" y="290"/>
                </a:cubicBezTo>
                <a:cubicBezTo>
                  <a:pt x="456" y="257"/>
                  <a:pt x="432" y="232"/>
                  <a:pt x="399" y="232"/>
                </a:cubicBezTo>
                <a:cubicBezTo>
                  <a:pt x="366" y="232"/>
                  <a:pt x="342" y="257"/>
                  <a:pt x="342" y="290"/>
                </a:cubicBezTo>
                <a:cubicBezTo>
                  <a:pt x="342" y="323"/>
                  <a:pt x="366" y="350"/>
                  <a:pt x="399" y="350"/>
                </a:cubicBezTo>
                <a:close/>
                <a:moveTo>
                  <a:pt x="1225" y="768"/>
                </a:moveTo>
                <a:cubicBezTo>
                  <a:pt x="1249" y="828"/>
                  <a:pt x="1222" y="897"/>
                  <a:pt x="1162" y="921"/>
                </a:cubicBezTo>
                <a:lnTo>
                  <a:pt x="733" y="1099"/>
                </a:lnTo>
                <a:cubicBezTo>
                  <a:pt x="719" y="1105"/>
                  <a:pt x="703" y="1107"/>
                  <a:pt x="686" y="1107"/>
                </a:cubicBezTo>
                <a:cubicBezTo>
                  <a:pt x="640" y="1107"/>
                  <a:pt x="599" y="1080"/>
                  <a:pt x="579" y="1036"/>
                </a:cubicBezTo>
                <a:lnTo>
                  <a:pt x="290" y="336"/>
                </a:lnTo>
                <a:cubicBezTo>
                  <a:pt x="284" y="320"/>
                  <a:pt x="281" y="306"/>
                  <a:pt x="281" y="290"/>
                </a:cubicBezTo>
                <a:cubicBezTo>
                  <a:pt x="281" y="246"/>
                  <a:pt x="309" y="205"/>
                  <a:pt x="353" y="186"/>
                </a:cubicBezTo>
                <a:lnTo>
                  <a:pt x="785" y="8"/>
                </a:lnTo>
                <a:cubicBezTo>
                  <a:pt x="801" y="3"/>
                  <a:pt x="815" y="0"/>
                  <a:pt x="831" y="0"/>
                </a:cubicBezTo>
                <a:cubicBezTo>
                  <a:pt x="875" y="0"/>
                  <a:pt x="916" y="27"/>
                  <a:pt x="935" y="71"/>
                </a:cubicBezTo>
                <a:lnTo>
                  <a:pt x="1225" y="768"/>
                </a:lnTo>
                <a:close/>
                <a:moveTo>
                  <a:pt x="87" y="984"/>
                </a:moveTo>
                <a:cubicBezTo>
                  <a:pt x="27" y="960"/>
                  <a:pt x="0" y="894"/>
                  <a:pt x="24" y="834"/>
                </a:cubicBezTo>
                <a:lnTo>
                  <a:pt x="167" y="492"/>
                </a:lnTo>
                <a:lnTo>
                  <a:pt x="167" y="1017"/>
                </a:lnTo>
                <a:lnTo>
                  <a:pt x="87" y="98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05564" y="649288"/>
            <a:ext cx="377825" cy="315912"/>
          </a:xfrm>
          <a:custGeom>
            <a:avLst/>
            <a:gdLst>
              <a:gd name="T0" fmla="*/ 372 w 1051"/>
              <a:gd name="T1" fmla="*/ 591 h 876"/>
              <a:gd name="T2" fmla="*/ 541 w 1051"/>
              <a:gd name="T3" fmla="*/ 738 h 876"/>
              <a:gd name="T4" fmla="*/ 675 w 1051"/>
              <a:gd name="T5" fmla="*/ 640 h 876"/>
              <a:gd name="T6" fmla="*/ 593 w 1051"/>
              <a:gd name="T7" fmla="*/ 536 h 876"/>
              <a:gd name="T8" fmla="*/ 561 w 1051"/>
              <a:gd name="T9" fmla="*/ 525 h 876"/>
              <a:gd name="T10" fmla="*/ 0 w 1051"/>
              <a:gd name="T11" fmla="*/ 525 h 876"/>
              <a:gd name="T12" fmla="*/ 0 w 1051"/>
              <a:gd name="T13" fmla="*/ 408 h 876"/>
              <a:gd name="T14" fmla="*/ 1050 w 1051"/>
              <a:gd name="T15" fmla="*/ 408 h 876"/>
              <a:gd name="T16" fmla="*/ 1050 w 1051"/>
              <a:gd name="T17" fmla="*/ 525 h 876"/>
              <a:gd name="T18" fmla="*/ 823 w 1051"/>
              <a:gd name="T19" fmla="*/ 525 h 876"/>
              <a:gd name="T20" fmla="*/ 834 w 1051"/>
              <a:gd name="T21" fmla="*/ 544 h 876"/>
              <a:gd name="T22" fmla="*/ 853 w 1051"/>
              <a:gd name="T23" fmla="*/ 640 h 876"/>
              <a:gd name="T24" fmla="*/ 670 w 1051"/>
              <a:gd name="T25" fmla="*/ 859 h 876"/>
              <a:gd name="T26" fmla="*/ 544 w 1051"/>
              <a:gd name="T27" fmla="*/ 875 h 876"/>
              <a:gd name="T28" fmla="*/ 459 w 1051"/>
              <a:gd name="T29" fmla="*/ 867 h 876"/>
              <a:gd name="T30" fmla="*/ 306 w 1051"/>
              <a:gd name="T31" fmla="*/ 807 h 876"/>
              <a:gd name="T32" fmla="*/ 200 w 1051"/>
              <a:gd name="T33" fmla="*/ 591 h 876"/>
              <a:gd name="T34" fmla="*/ 372 w 1051"/>
              <a:gd name="T35" fmla="*/ 591 h 876"/>
              <a:gd name="T36" fmla="*/ 536 w 1051"/>
              <a:gd name="T37" fmla="*/ 140 h 876"/>
              <a:gd name="T38" fmla="*/ 407 w 1051"/>
              <a:gd name="T39" fmla="*/ 200 h 876"/>
              <a:gd name="T40" fmla="*/ 399 w 1051"/>
              <a:gd name="T41" fmla="*/ 238 h 876"/>
              <a:gd name="T42" fmla="*/ 443 w 1051"/>
              <a:gd name="T43" fmla="*/ 309 h 876"/>
              <a:gd name="T44" fmla="*/ 525 w 1051"/>
              <a:gd name="T45" fmla="*/ 350 h 876"/>
              <a:gd name="T46" fmla="*/ 257 w 1051"/>
              <a:gd name="T47" fmla="*/ 350 h 876"/>
              <a:gd name="T48" fmla="*/ 246 w 1051"/>
              <a:gd name="T49" fmla="*/ 337 h 876"/>
              <a:gd name="T50" fmla="*/ 224 w 1051"/>
              <a:gd name="T51" fmla="*/ 238 h 876"/>
              <a:gd name="T52" fmla="*/ 312 w 1051"/>
              <a:gd name="T53" fmla="*/ 66 h 876"/>
              <a:gd name="T54" fmla="*/ 539 w 1051"/>
              <a:gd name="T55" fmla="*/ 0 h 876"/>
              <a:gd name="T56" fmla="*/ 766 w 1051"/>
              <a:gd name="T57" fmla="*/ 74 h 876"/>
              <a:gd name="T58" fmla="*/ 850 w 1051"/>
              <a:gd name="T59" fmla="*/ 263 h 876"/>
              <a:gd name="T60" fmla="*/ 675 w 1051"/>
              <a:gd name="T61" fmla="*/ 263 h 876"/>
              <a:gd name="T62" fmla="*/ 536 w 1051"/>
              <a:gd name="T63" fmla="*/ 140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876">
                <a:moveTo>
                  <a:pt x="372" y="591"/>
                </a:moveTo>
                <a:cubicBezTo>
                  <a:pt x="372" y="695"/>
                  <a:pt x="438" y="738"/>
                  <a:pt x="541" y="738"/>
                </a:cubicBezTo>
                <a:cubicBezTo>
                  <a:pt x="613" y="738"/>
                  <a:pt x="675" y="709"/>
                  <a:pt x="675" y="640"/>
                </a:cubicBezTo>
                <a:cubicBezTo>
                  <a:pt x="675" y="575"/>
                  <a:pt x="641" y="560"/>
                  <a:pt x="593" y="536"/>
                </a:cubicBezTo>
                <a:cubicBezTo>
                  <a:pt x="585" y="533"/>
                  <a:pt x="571" y="528"/>
                  <a:pt x="561" y="525"/>
                </a:cubicBezTo>
                <a:lnTo>
                  <a:pt x="0" y="525"/>
                </a:lnTo>
                <a:lnTo>
                  <a:pt x="0" y="408"/>
                </a:lnTo>
                <a:lnTo>
                  <a:pt x="1050" y="408"/>
                </a:lnTo>
                <a:lnTo>
                  <a:pt x="1050" y="525"/>
                </a:lnTo>
                <a:lnTo>
                  <a:pt x="823" y="525"/>
                </a:lnTo>
                <a:cubicBezTo>
                  <a:pt x="826" y="531"/>
                  <a:pt x="831" y="539"/>
                  <a:pt x="834" y="544"/>
                </a:cubicBezTo>
                <a:cubicBezTo>
                  <a:pt x="845" y="572"/>
                  <a:pt x="853" y="604"/>
                  <a:pt x="853" y="640"/>
                </a:cubicBezTo>
                <a:cubicBezTo>
                  <a:pt x="853" y="767"/>
                  <a:pt x="771" y="830"/>
                  <a:pt x="670" y="859"/>
                </a:cubicBezTo>
                <a:cubicBezTo>
                  <a:pt x="632" y="870"/>
                  <a:pt x="591" y="875"/>
                  <a:pt x="544" y="875"/>
                </a:cubicBezTo>
                <a:cubicBezTo>
                  <a:pt x="517" y="875"/>
                  <a:pt x="487" y="872"/>
                  <a:pt x="459" y="867"/>
                </a:cubicBezTo>
                <a:cubicBezTo>
                  <a:pt x="399" y="855"/>
                  <a:pt x="348" y="838"/>
                  <a:pt x="306" y="807"/>
                </a:cubicBezTo>
                <a:cubicBezTo>
                  <a:pt x="244" y="760"/>
                  <a:pt x="200" y="698"/>
                  <a:pt x="200" y="591"/>
                </a:cubicBezTo>
                <a:lnTo>
                  <a:pt x="372" y="591"/>
                </a:lnTo>
                <a:close/>
                <a:moveTo>
                  <a:pt x="536" y="140"/>
                </a:moveTo>
                <a:cubicBezTo>
                  <a:pt x="474" y="140"/>
                  <a:pt x="428" y="160"/>
                  <a:pt x="407" y="200"/>
                </a:cubicBezTo>
                <a:cubicBezTo>
                  <a:pt x="402" y="211"/>
                  <a:pt x="399" y="224"/>
                  <a:pt x="399" y="238"/>
                </a:cubicBezTo>
                <a:cubicBezTo>
                  <a:pt x="399" y="265"/>
                  <a:pt x="416" y="290"/>
                  <a:pt x="443" y="309"/>
                </a:cubicBezTo>
                <a:cubicBezTo>
                  <a:pt x="465" y="323"/>
                  <a:pt x="487" y="337"/>
                  <a:pt x="525" y="350"/>
                </a:cubicBezTo>
                <a:lnTo>
                  <a:pt x="257" y="350"/>
                </a:lnTo>
                <a:cubicBezTo>
                  <a:pt x="254" y="345"/>
                  <a:pt x="249" y="342"/>
                  <a:pt x="246" y="337"/>
                </a:cubicBezTo>
                <a:cubicBezTo>
                  <a:pt x="230" y="309"/>
                  <a:pt x="224" y="276"/>
                  <a:pt x="224" y="238"/>
                </a:cubicBezTo>
                <a:cubicBezTo>
                  <a:pt x="224" y="160"/>
                  <a:pt x="265" y="103"/>
                  <a:pt x="312" y="66"/>
                </a:cubicBezTo>
                <a:cubicBezTo>
                  <a:pt x="368" y="27"/>
                  <a:pt x="442" y="0"/>
                  <a:pt x="539" y="0"/>
                </a:cubicBezTo>
                <a:cubicBezTo>
                  <a:pt x="635" y="0"/>
                  <a:pt x="714" y="28"/>
                  <a:pt x="766" y="74"/>
                </a:cubicBezTo>
                <a:cubicBezTo>
                  <a:pt x="814" y="117"/>
                  <a:pt x="850" y="178"/>
                  <a:pt x="850" y="263"/>
                </a:cubicBezTo>
                <a:lnTo>
                  <a:pt x="675" y="263"/>
                </a:lnTo>
                <a:cubicBezTo>
                  <a:pt x="675" y="179"/>
                  <a:pt x="622" y="140"/>
                  <a:pt x="536" y="14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467599" y="596901"/>
            <a:ext cx="420688" cy="420689"/>
          </a:xfrm>
          <a:custGeom>
            <a:avLst/>
            <a:gdLst>
              <a:gd name="T0" fmla="*/ 494 w 1168"/>
              <a:gd name="T1" fmla="*/ 293 h 1168"/>
              <a:gd name="T2" fmla="*/ 607 w 1168"/>
              <a:gd name="T3" fmla="*/ 560 h 1168"/>
              <a:gd name="T4" fmla="*/ 35 w 1168"/>
              <a:gd name="T5" fmla="*/ 1132 h 1168"/>
              <a:gd name="T6" fmla="*/ 0 w 1168"/>
              <a:gd name="T7" fmla="*/ 1050 h 1168"/>
              <a:gd name="T8" fmla="*/ 0 w 1168"/>
              <a:gd name="T9" fmla="*/ 235 h 1168"/>
              <a:gd name="T10" fmla="*/ 117 w 1168"/>
              <a:gd name="T11" fmla="*/ 118 h 1168"/>
              <a:gd name="T12" fmla="*/ 538 w 1168"/>
              <a:gd name="T13" fmla="*/ 118 h 1168"/>
              <a:gd name="T14" fmla="*/ 494 w 1168"/>
              <a:gd name="T15" fmla="*/ 293 h 1168"/>
              <a:gd name="T16" fmla="*/ 582 w 1168"/>
              <a:gd name="T17" fmla="*/ 293 h 1168"/>
              <a:gd name="T18" fmla="*/ 875 w 1168"/>
              <a:gd name="T19" fmla="*/ 0 h 1168"/>
              <a:gd name="T20" fmla="*/ 1167 w 1168"/>
              <a:gd name="T21" fmla="*/ 293 h 1168"/>
              <a:gd name="T22" fmla="*/ 875 w 1168"/>
              <a:gd name="T23" fmla="*/ 585 h 1168"/>
              <a:gd name="T24" fmla="*/ 582 w 1168"/>
              <a:gd name="T25" fmla="*/ 293 h 1168"/>
              <a:gd name="T26" fmla="*/ 557 w 1168"/>
              <a:gd name="T27" fmla="*/ 779 h 1168"/>
              <a:gd name="T28" fmla="*/ 875 w 1168"/>
              <a:gd name="T29" fmla="*/ 673 h 1168"/>
              <a:gd name="T30" fmla="*/ 1050 w 1168"/>
              <a:gd name="T31" fmla="*/ 703 h 1168"/>
              <a:gd name="T32" fmla="*/ 1050 w 1168"/>
              <a:gd name="T33" fmla="*/ 1050 h 1168"/>
              <a:gd name="T34" fmla="*/ 932 w 1168"/>
              <a:gd name="T35" fmla="*/ 1167 h 1168"/>
              <a:gd name="T36" fmla="*/ 525 w 1168"/>
              <a:gd name="T37" fmla="*/ 1167 h 1168"/>
              <a:gd name="T38" fmla="*/ 525 w 1168"/>
              <a:gd name="T39" fmla="*/ 848 h 1168"/>
              <a:gd name="T40" fmla="*/ 557 w 1168"/>
              <a:gd name="T41" fmla="*/ 779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68" h="1168">
                <a:moveTo>
                  <a:pt x="494" y="293"/>
                </a:moveTo>
                <a:cubicBezTo>
                  <a:pt x="494" y="396"/>
                  <a:pt x="538" y="492"/>
                  <a:pt x="607" y="560"/>
                </a:cubicBezTo>
                <a:lnTo>
                  <a:pt x="35" y="1132"/>
                </a:lnTo>
                <a:cubicBezTo>
                  <a:pt x="13" y="1110"/>
                  <a:pt x="0" y="1083"/>
                  <a:pt x="0" y="1050"/>
                </a:cubicBezTo>
                <a:lnTo>
                  <a:pt x="0" y="235"/>
                </a:lnTo>
                <a:cubicBezTo>
                  <a:pt x="0" y="172"/>
                  <a:pt x="54" y="118"/>
                  <a:pt x="117" y="118"/>
                </a:cubicBezTo>
                <a:lnTo>
                  <a:pt x="538" y="118"/>
                </a:lnTo>
                <a:cubicBezTo>
                  <a:pt x="511" y="170"/>
                  <a:pt x="494" y="230"/>
                  <a:pt x="494" y="293"/>
                </a:cubicBezTo>
                <a:close/>
                <a:moveTo>
                  <a:pt x="582" y="293"/>
                </a:moveTo>
                <a:cubicBezTo>
                  <a:pt x="582" y="131"/>
                  <a:pt x="713" y="0"/>
                  <a:pt x="875" y="0"/>
                </a:cubicBezTo>
                <a:cubicBezTo>
                  <a:pt x="1036" y="0"/>
                  <a:pt x="1167" y="131"/>
                  <a:pt x="1167" y="293"/>
                </a:cubicBezTo>
                <a:cubicBezTo>
                  <a:pt x="1167" y="454"/>
                  <a:pt x="1036" y="585"/>
                  <a:pt x="875" y="585"/>
                </a:cubicBezTo>
                <a:cubicBezTo>
                  <a:pt x="713" y="585"/>
                  <a:pt x="582" y="454"/>
                  <a:pt x="582" y="293"/>
                </a:cubicBezTo>
                <a:close/>
                <a:moveTo>
                  <a:pt x="557" y="779"/>
                </a:moveTo>
                <a:cubicBezTo>
                  <a:pt x="645" y="714"/>
                  <a:pt x="757" y="673"/>
                  <a:pt x="875" y="673"/>
                </a:cubicBezTo>
                <a:cubicBezTo>
                  <a:pt x="935" y="673"/>
                  <a:pt x="995" y="684"/>
                  <a:pt x="1050" y="703"/>
                </a:cubicBezTo>
                <a:lnTo>
                  <a:pt x="1050" y="1050"/>
                </a:lnTo>
                <a:cubicBezTo>
                  <a:pt x="1050" y="1113"/>
                  <a:pt x="995" y="1167"/>
                  <a:pt x="932" y="1167"/>
                </a:cubicBezTo>
                <a:lnTo>
                  <a:pt x="525" y="1167"/>
                </a:lnTo>
                <a:lnTo>
                  <a:pt x="525" y="848"/>
                </a:lnTo>
                <a:cubicBezTo>
                  <a:pt x="525" y="820"/>
                  <a:pt x="538" y="796"/>
                  <a:pt x="557" y="77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529637" y="681038"/>
            <a:ext cx="463550" cy="252412"/>
          </a:xfrm>
          <a:custGeom>
            <a:avLst/>
            <a:gdLst>
              <a:gd name="T0" fmla="*/ 1168 w 1286"/>
              <a:gd name="T1" fmla="*/ 117 h 701"/>
              <a:gd name="T2" fmla="*/ 1050 w 1286"/>
              <a:gd name="T3" fmla="*/ 117 h 701"/>
              <a:gd name="T4" fmla="*/ 1050 w 1286"/>
              <a:gd name="T5" fmla="*/ 350 h 701"/>
              <a:gd name="T6" fmla="*/ 935 w 1286"/>
              <a:gd name="T7" fmla="*/ 350 h 701"/>
              <a:gd name="T8" fmla="*/ 935 w 1286"/>
              <a:gd name="T9" fmla="*/ 117 h 701"/>
              <a:gd name="T10" fmla="*/ 818 w 1286"/>
              <a:gd name="T11" fmla="*/ 117 h 701"/>
              <a:gd name="T12" fmla="*/ 818 w 1286"/>
              <a:gd name="T13" fmla="*/ 350 h 701"/>
              <a:gd name="T14" fmla="*/ 700 w 1286"/>
              <a:gd name="T15" fmla="*/ 350 h 701"/>
              <a:gd name="T16" fmla="*/ 700 w 1286"/>
              <a:gd name="T17" fmla="*/ 117 h 701"/>
              <a:gd name="T18" fmla="*/ 585 w 1286"/>
              <a:gd name="T19" fmla="*/ 117 h 701"/>
              <a:gd name="T20" fmla="*/ 585 w 1286"/>
              <a:gd name="T21" fmla="*/ 350 h 701"/>
              <a:gd name="T22" fmla="*/ 468 w 1286"/>
              <a:gd name="T23" fmla="*/ 350 h 701"/>
              <a:gd name="T24" fmla="*/ 468 w 1286"/>
              <a:gd name="T25" fmla="*/ 117 h 701"/>
              <a:gd name="T26" fmla="*/ 350 w 1286"/>
              <a:gd name="T27" fmla="*/ 117 h 701"/>
              <a:gd name="T28" fmla="*/ 350 w 1286"/>
              <a:gd name="T29" fmla="*/ 350 h 701"/>
              <a:gd name="T30" fmla="*/ 235 w 1286"/>
              <a:gd name="T31" fmla="*/ 350 h 701"/>
              <a:gd name="T32" fmla="*/ 235 w 1286"/>
              <a:gd name="T33" fmla="*/ 117 h 701"/>
              <a:gd name="T34" fmla="*/ 118 w 1286"/>
              <a:gd name="T35" fmla="*/ 117 h 701"/>
              <a:gd name="T36" fmla="*/ 118 w 1286"/>
              <a:gd name="T37" fmla="*/ 582 h 701"/>
              <a:gd name="T38" fmla="*/ 1168 w 1286"/>
              <a:gd name="T39" fmla="*/ 582 h 701"/>
              <a:gd name="T40" fmla="*/ 1168 w 1286"/>
              <a:gd name="T41" fmla="*/ 117 h 701"/>
              <a:gd name="T42" fmla="*/ 1285 w 1286"/>
              <a:gd name="T43" fmla="*/ 117 h 701"/>
              <a:gd name="T44" fmla="*/ 1285 w 1286"/>
              <a:gd name="T45" fmla="*/ 582 h 701"/>
              <a:gd name="T46" fmla="*/ 1168 w 1286"/>
              <a:gd name="T47" fmla="*/ 700 h 701"/>
              <a:gd name="T48" fmla="*/ 118 w 1286"/>
              <a:gd name="T49" fmla="*/ 700 h 701"/>
              <a:gd name="T50" fmla="*/ 0 w 1286"/>
              <a:gd name="T51" fmla="*/ 582 h 701"/>
              <a:gd name="T52" fmla="*/ 0 w 1286"/>
              <a:gd name="T53" fmla="*/ 117 h 701"/>
              <a:gd name="T54" fmla="*/ 118 w 1286"/>
              <a:gd name="T55" fmla="*/ 0 h 701"/>
              <a:gd name="T56" fmla="*/ 1168 w 1286"/>
              <a:gd name="T57" fmla="*/ 0 h 701"/>
              <a:gd name="T58" fmla="*/ 1285 w 1286"/>
              <a:gd name="T59" fmla="*/ 117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701">
                <a:moveTo>
                  <a:pt x="1168" y="117"/>
                </a:moveTo>
                <a:lnTo>
                  <a:pt x="1050" y="117"/>
                </a:lnTo>
                <a:lnTo>
                  <a:pt x="1050" y="350"/>
                </a:lnTo>
                <a:lnTo>
                  <a:pt x="935" y="350"/>
                </a:lnTo>
                <a:lnTo>
                  <a:pt x="935" y="117"/>
                </a:lnTo>
                <a:lnTo>
                  <a:pt x="818" y="117"/>
                </a:lnTo>
                <a:lnTo>
                  <a:pt x="818" y="350"/>
                </a:lnTo>
                <a:lnTo>
                  <a:pt x="700" y="350"/>
                </a:lnTo>
                <a:lnTo>
                  <a:pt x="700" y="117"/>
                </a:lnTo>
                <a:lnTo>
                  <a:pt x="585" y="117"/>
                </a:lnTo>
                <a:lnTo>
                  <a:pt x="585" y="350"/>
                </a:lnTo>
                <a:lnTo>
                  <a:pt x="468" y="350"/>
                </a:lnTo>
                <a:lnTo>
                  <a:pt x="468" y="117"/>
                </a:lnTo>
                <a:lnTo>
                  <a:pt x="350" y="117"/>
                </a:lnTo>
                <a:lnTo>
                  <a:pt x="350" y="350"/>
                </a:lnTo>
                <a:lnTo>
                  <a:pt x="235" y="350"/>
                </a:lnTo>
                <a:lnTo>
                  <a:pt x="235" y="117"/>
                </a:lnTo>
                <a:lnTo>
                  <a:pt x="118" y="117"/>
                </a:lnTo>
                <a:lnTo>
                  <a:pt x="118" y="582"/>
                </a:lnTo>
                <a:lnTo>
                  <a:pt x="1168" y="582"/>
                </a:lnTo>
                <a:lnTo>
                  <a:pt x="1168" y="117"/>
                </a:lnTo>
                <a:close/>
                <a:moveTo>
                  <a:pt x="1285" y="117"/>
                </a:moveTo>
                <a:lnTo>
                  <a:pt x="1285" y="582"/>
                </a:lnTo>
                <a:cubicBezTo>
                  <a:pt x="1285" y="645"/>
                  <a:pt x="1231" y="700"/>
                  <a:pt x="1168" y="700"/>
                </a:cubicBezTo>
                <a:lnTo>
                  <a:pt x="118" y="700"/>
                </a:lnTo>
                <a:cubicBezTo>
                  <a:pt x="55" y="700"/>
                  <a:pt x="0" y="645"/>
                  <a:pt x="0" y="58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8" y="0"/>
                </a:lnTo>
                <a:cubicBezTo>
                  <a:pt x="1231" y="0"/>
                  <a:pt x="1285" y="54"/>
                  <a:pt x="128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653589" y="639763"/>
            <a:ext cx="377825" cy="336550"/>
          </a:xfrm>
          <a:custGeom>
            <a:avLst/>
            <a:gdLst>
              <a:gd name="T0" fmla="*/ 525 w 1051"/>
              <a:gd name="T1" fmla="*/ 818 h 936"/>
              <a:gd name="T2" fmla="*/ 525 w 1051"/>
              <a:gd name="T3" fmla="*/ 585 h 936"/>
              <a:gd name="T4" fmla="*/ 175 w 1051"/>
              <a:gd name="T5" fmla="*/ 585 h 936"/>
              <a:gd name="T6" fmla="*/ 175 w 1051"/>
              <a:gd name="T7" fmla="*/ 818 h 936"/>
              <a:gd name="T8" fmla="*/ 525 w 1051"/>
              <a:gd name="T9" fmla="*/ 818 h 936"/>
              <a:gd name="T10" fmla="*/ 993 w 1051"/>
              <a:gd name="T11" fmla="*/ 585 h 936"/>
              <a:gd name="T12" fmla="*/ 993 w 1051"/>
              <a:gd name="T13" fmla="*/ 935 h 936"/>
              <a:gd name="T14" fmla="*/ 875 w 1051"/>
              <a:gd name="T15" fmla="*/ 935 h 936"/>
              <a:gd name="T16" fmla="*/ 875 w 1051"/>
              <a:gd name="T17" fmla="*/ 585 h 936"/>
              <a:gd name="T18" fmla="*/ 643 w 1051"/>
              <a:gd name="T19" fmla="*/ 585 h 936"/>
              <a:gd name="T20" fmla="*/ 643 w 1051"/>
              <a:gd name="T21" fmla="*/ 935 h 936"/>
              <a:gd name="T22" fmla="*/ 58 w 1051"/>
              <a:gd name="T23" fmla="*/ 935 h 936"/>
              <a:gd name="T24" fmla="*/ 58 w 1051"/>
              <a:gd name="T25" fmla="*/ 585 h 936"/>
              <a:gd name="T26" fmla="*/ 0 w 1051"/>
              <a:gd name="T27" fmla="*/ 585 h 936"/>
              <a:gd name="T28" fmla="*/ 0 w 1051"/>
              <a:gd name="T29" fmla="*/ 468 h 936"/>
              <a:gd name="T30" fmla="*/ 58 w 1051"/>
              <a:gd name="T31" fmla="*/ 175 h 936"/>
              <a:gd name="T32" fmla="*/ 993 w 1051"/>
              <a:gd name="T33" fmla="*/ 175 h 936"/>
              <a:gd name="T34" fmla="*/ 1050 w 1051"/>
              <a:gd name="T35" fmla="*/ 468 h 936"/>
              <a:gd name="T36" fmla="*/ 1050 w 1051"/>
              <a:gd name="T37" fmla="*/ 585 h 936"/>
              <a:gd name="T38" fmla="*/ 993 w 1051"/>
              <a:gd name="T39" fmla="*/ 585 h 936"/>
              <a:gd name="T40" fmla="*/ 993 w 1051"/>
              <a:gd name="T41" fmla="*/ 0 h 936"/>
              <a:gd name="T42" fmla="*/ 993 w 1051"/>
              <a:gd name="T43" fmla="*/ 118 h 936"/>
              <a:gd name="T44" fmla="*/ 58 w 1051"/>
              <a:gd name="T45" fmla="*/ 118 h 936"/>
              <a:gd name="T46" fmla="*/ 58 w 1051"/>
              <a:gd name="T47" fmla="*/ 0 h 936"/>
              <a:gd name="T48" fmla="*/ 993 w 1051"/>
              <a:gd name="T49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936">
                <a:moveTo>
                  <a:pt x="525" y="818"/>
                </a:moveTo>
                <a:lnTo>
                  <a:pt x="525" y="585"/>
                </a:lnTo>
                <a:lnTo>
                  <a:pt x="175" y="585"/>
                </a:lnTo>
                <a:lnTo>
                  <a:pt x="175" y="818"/>
                </a:lnTo>
                <a:lnTo>
                  <a:pt x="525" y="818"/>
                </a:lnTo>
                <a:close/>
                <a:moveTo>
                  <a:pt x="993" y="585"/>
                </a:moveTo>
                <a:lnTo>
                  <a:pt x="993" y="935"/>
                </a:lnTo>
                <a:lnTo>
                  <a:pt x="875" y="935"/>
                </a:lnTo>
                <a:lnTo>
                  <a:pt x="875" y="585"/>
                </a:lnTo>
                <a:lnTo>
                  <a:pt x="643" y="585"/>
                </a:lnTo>
                <a:lnTo>
                  <a:pt x="643" y="935"/>
                </a:lnTo>
                <a:lnTo>
                  <a:pt x="58" y="935"/>
                </a:lnTo>
                <a:lnTo>
                  <a:pt x="58" y="585"/>
                </a:lnTo>
                <a:lnTo>
                  <a:pt x="0" y="585"/>
                </a:lnTo>
                <a:lnTo>
                  <a:pt x="0" y="468"/>
                </a:lnTo>
                <a:lnTo>
                  <a:pt x="58" y="175"/>
                </a:lnTo>
                <a:lnTo>
                  <a:pt x="993" y="175"/>
                </a:lnTo>
                <a:lnTo>
                  <a:pt x="1050" y="468"/>
                </a:lnTo>
                <a:lnTo>
                  <a:pt x="1050" y="585"/>
                </a:lnTo>
                <a:lnTo>
                  <a:pt x="993" y="585"/>
                </a:lnTo>
                <a:close/>
                <a:moveTo>
                  <a:pt x="993" y="0"/>
                </a:moveTo>
                <a:lnTo>
                  <a:pt x="993" y="118"/>
                </a:lnTo>
                <a:lnTo>
                  <a:pt x="58" y="118"/>
                </a:lnTo>
                <a:lnTo>
                  <a:pt x="58" y="0"/>
                </a:lnTo>
                <a:lnTo>
                  <a:pt x="99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15624" y="639763"/>
            <a:ext cx="419100" cy="336550"/>
          </a:xfrm>
          <a:custGeom>
            <a:avLst/>
            <a:gdLst>
              <a:gd name="T0" fmla="*/ 115 w 1166"/>
              <a:gd name="T1" fmla="*/ 410 h 936"/>
              <a:gd name="T2" fmla="*/ 115 w 1166"/>
              <a:gd name="T3" fmla="*/ 525 h 936"/>
              <a:gd name="T4" fmla="*/ 233 w 1166"/>
              <a:gd name="T5" fmla="*/ 525 h 936"/>
              <a:gd name="T6" fmla="*/ 233 w 1166"/>
              <a:gd name="T7" fmla="*/ 410 h 936"/>
              <a:gd name="T8" fmla="*/ 115 w 1166"/>
              <a:gd name="T9" fmla="*/ 410 h 936"/>
              <a:gd name="T10" fmla="*/ 0 w 1166"/>
              <a:gd name="T11" fmla="*/ 585 h 936"/>
              <a:gd name="T12" fmla="*/ 0 w 1166"/>
              <a:gd name="T13" fmla="*/ 350 h 936"/>
              <a:gd name="T14" fmla="*/ 1165 w 1166"/>
              <a:gd name="T15" fmla="*/ 350 h 936"/>
              <a:gd name="T16" fmla="*/ 1165 w 1166"/>
              <a:gd name="T17" fmla="*/ 585 h 936"/>
              <a:gd name="T18" fmla="*/ 0 w 1166"/>
              <a:gd name="T19" fmla="*/ 585 h 936"/>
              <a:gd name="T20" fmla="*/ 233 w 1166"/>
              <a:gd name="T21" fmla="*/ 175 h 936"/>
              <a:gd name="T22" fmla="*/ 233 w 1166"/>
              <a:gd name="T23" fmla="*/ 60 h 936"/>
              <a:gd name="T24" fmla="*/ 115 w 1166"/>
              <a:gd name="T25" fmla="*/ 60 h 936"/>
              <a:gd name="T26" fmla="*/ 115 w 1166"/>
              <a:gd name="T27" fmla="*/ 175 h 936"/>
              <a:gd name="T28" fmla="*/ 233 w 1166"/>
              <a:gd name="T29" fmla="*/ 175 h 936"/>
              <a:gd name="T30" fmla="*/ 0 w 1166"/>
              <a:gd name="T31" fmla="*/ 0 h 936"/>
              <a:gd name="T32" fmla="*/ 1165 w 1166"/>
              <a:gd name="T33" fmla="*/ 0 h 936"/>
              <a:gd name="T34" fmla="*/ 1165 w 1166"/>
              <a:gd name="T35" fmla="*/ 235 h 936"/>
              <a:gd name="T36" fmla="*/ 0 w 1166"/>
              <a:gd name="T37" fmla="*/ 235 h 936"/>
              <a:gd name="T38" fmla="*/ 0 w 1166"/>
              <a:gd name="T39" fmla="*/ 0 h 936"/>
              <a:gd name="T40" fmla="*/ 115 w 1166"/>
              <a:gd name="T41" fmla="*/ 760 h 936"/>
              <a:gd name="T42" fmla="*/ 115 w 1166"/>
              <a:gd name="T43" fmla="*/ 875 h 936"/>
              <a:gd name="T44" fmla="*/ 233 w 1166"/>
              <a:gd name="T45" fmla="*/ 875 h 936"/>
              <a:gd name="T46" fmla="*/ 233 w 1166"/>
              <a:gd name="T47" fmla="*/ 760 h 936"/>
              <a:gd name="T48" fmla="*/ 115 w 1166"/>
              <a:gd name="T49" fmla="*/ 760 h 936"/>
              <a:gd name="T50" fmla="*/ 0 w 1166"/>
              <a:gd name="T51" fmla="*/ 935 h 936"/>
              <a:gd name="T52" fmla="*/ 0 w 1166"/>
              <a:gd name="T53" fmla="*/ 700 h 936"/>
              <a:gd name="T54" fmla="*/ 1165 w 1166"/>
              <a:gd name="T55" fmla="*/ 700 h 936"/>
              <a:gd name="T56" fmla="*/ 1165 w 1166"/>
              <a:gd name="T57" fmla="*/ 935 h 936"/>
              <a:gd name="T58" fmla="*/ 0 w 1166"/>
              <a:gd name="T59" fmla="*/ 935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66" h="936">
                <a:moveTo>
                  <a:pt x="115" y="410"/>
                </a:moveTo>
                <a:lnTo>
                  <a:pt x="115" y="525"/>
                </a:lnTo>
                <a:lnTo>
                  <a:pt x="233" y="525"/>
                </a:lnTo>
                <a:lnTo>
                  <a:pt x="233" y="410"/>
                </a:lnTo>
                <a:lnTo>
                  <a:pt x="115" y="410"/>
                </a:lnTo>
                <a:close/>
                <a:moveTo>
                  <a:pt x="0" y="585"/>
                </a:moveTo>
                <a:lnTo>
                  <a:pt x="0" y="350"/>
                </a:lnTo>
                <a:lnTo>
                  <a:pt x="1165" y="350"/>
                </a:lnTo>
                <a:lnTo>
                  <a:pt x="1165" y="585"/>
                </a:lnTo>
                <a:lnTo>
                  <a:pt x="0" y="585"/>
                </a:lnTo>
                <a:close/>
                <a:moveTo>
                  <a:pt x="233" y="175"/>
                </a:moveTo>
                <a:lnTo>
                  <a:pt x="233" y="60"/>
                </a:lnTo>
                <a:lnTo>
                  <a:pt x="115" y="60"/>
                </a:lnTo>
                <a:lnTo>
                  <a:pt x="115" y="175"/>
                </a:lnTo>
                <a:lnTo>
                  <a:pt x="233" y="175"/>
                </a:lnTo>
                <a:close/>
                <a:moveTo>
                  <a:pt x="0" y="0"/>
                </a:moveTo>
                <a:lnTo>
                  <a:pt x="1165" y="0"/>
                </a:lnTo>
                <a:lnTo>
                  <a:pt x="1165" y="235"/>
                </a:lnTo>
                <a:lnTo>
                  <a:pt x="0" y="235"/>
                </a:lnTo>
                <a:lnTo>
                  <a:pt x="0" y="0"/>
                </a:lnTo>
                <a:close/>
                <a:moveTo>
                  <a:pt x="115" y="760"/>
                </a:moveTo>
                <a:lnTo>
                  <a:pt x="115" y="875"/>
                </a:lnTo>
                <a:lnTo>
                  <a:pt x="233" y="875"/>
                </a:lnTo>
                <a:lnTo>
                  <a:pt x="233" y="760"/>
                </a:lnTo>
                <a:lnTo>
                  <a:pt x="115" y="760"/>
                </a:lnTo>
                <a:close/>
                <a:moveTo>
                  <a:pt x="0" y="935"/>
                </a:moveTo>
                <a:lnTo>
                  <a:pt x="0" y="700"/>
                </a:lnTo>
                <a:lnTo>
                  <a:pt x="1165" y="700"/>
                </a:lnTo>
                <a:lnTo>
                  <a:pt x="1165" y="935"/>
                </a:lnTo>
                <a:lnTo>
                  <a:pt x="0" y="93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7" y="1470025"/>
            <a:ext cx="419100" cy="419100"/>
          </a:xfrm>
          <a:custGeom>
            <a:avLst/>
            <a:gdLst>
              <a:gd name="T0" fmla="*/ 815 w 1166"/>
              <a:gd name="T1" fmla="*/ 814 h 1165"/>
              <a:gd name="T2" fmla="*/ 465 w 1166"/>
              <a:gd name="T3" fmla="*/ 626 h 1165"/>
              <a:gd name="T4" fmla="*/ 465 w 1166"/>
              <a:gd name="T5" fmla="*/ 1006 h 1165"/>
              <a:gd name="T6" fmla="*/ 815 w 1166"/>
              <a:gd name="T7" fmla="*/ 814 h 1165"/>
              <a:gd name="T8" fmla="*/ 1165 w 1166"/>
              <a:gd name="T9" fmla="*/ 582 h 1165"/>
              <a:gd name="T10" fmla="*/ 1165 w 1166"/>
              <a:gd name="T11" fmla="*/ 1050 h 1165"/>
              <a:gd name="T12" fmla="*/ 1050 w 1166"/>
              <a:gd name="T13" fmla="*/ 1164 h 1165"/>
              <a:gd name="T14" fmla="*/ 115 w 1166"/>
              <a:gd name="T15" fmla="*/ 1164 h 1165"/>
              <a:gd name="T16" fmla="*/ 0 w 1166"/>
              <a:gd name="T17" fmla="*/ 1050 h 1165"/>
              <a:gd name="T18" fmla="*/ 0 w 1166"/>
              <a:gd name="T19" fmla="*/ 582 h 1165"/>
              <a:gd name="T20" fmla="*/ 115 w 1166"/>
              <a:gd name="T21" fmla="*/ 464 h 1165"/>
              <a:gd name="T22" fmla="*/ 1050 w 1166"/>
              <a:gd name="T23" fmla="*/ 464 h 1165"/>
              <a:gd name="T24" fmla="*/ 1165 w 1166"/>
              <a:gd name="T25" fmla="*/ 582 h 1165"/>
              <a:gd name="T26" fmla="*/ 932 w 1166"/>
              <a:gd name="T27" fmla="*/ 0 h 1165"/>
              <a:gd name="T28" fmla="*/ 932 w 1166"/>
              <a:gd name="T29" fmla="*/ 115 h 1165"/>
              <a:gd name="T30" fmla="*/ 232 w 1166"/>
              <a:gd name="T31" fmla="*/ 115 h 1165"/>
              <a:gd name="T32" fmla="*/ 232 w 1166"/>
              <a:gd name="T33" fmla="*/ 0 h 1165"/>
              <a:gd name="T34" fmla="*/ 932 w 1166"/>
              <a:gd name="T35" fmla="*/ 0 h 1165"/>
              <a:gd name="T36" fmla="*/ 1050 w 1166"/>
              <a:gd name="T37" fmla="*/ 350 h 1165"/>
              <a:gd name="T38" fmla="*/ 115 w 1166"/>
              <a:gd name="T39" fmla="*/ 350 h 1165"/>
              <a:gd name="T40" fmla="*/ 115 w 1166"/>
              <a:gd name="T41" fmla="*/ 232 h 1165"/>
              <a:gd name="T42" fmla="*/ 1050 w 1166"/>
              <a:gd name="T43" fmla="*/ 232 h 1165"/>
              <a:gd name="T44" fmla="*/ 1050 w 1166"/>
              <a:gd name="T45" fmla="*/ 35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1165">
                <a:moveTo>
                  <a:pt x="815" y="814"/>
                </a:moveTo>
                <a:lnTo>
                  <a:pt x="465" y="626"/>
                </a:lnTo>
                <a:lnTo>
                  <a:pt x="465" y="1006"/>
                </a:lnTo>
                <a:lnTo>
                  <a:pt x="815" y="814"/>
                </a:lnTo>
                <a:close/>
                <a:moveTo>
                  <a:pt x="1165" y="582"/>
                </a:moveTo>
                <a:lnTo>
                  <a:pt x="1165" y="1050"/>
                </a:lnTo>
                <a:cubicBezTo>
                  <a:pt x="1165" y="1112"/>
                  <a:pt x="1113" y="1164"/>
                  <a:pt x="1050" y="1164"/>
                </a:cubicBezTo>
                <a:lnTo>
                  <a:pt x="115" y="1164"/>
                </a:lnTo>
                <a:cubicBezTo>
                  <a:pt x="52" y="1164"/>
                  <a:pt x="0" y="1112"/>
                  <a:pt x="0" y="1050"/>
                </a:cubicBezTo>
                <a:lnTo>
                  <a:pt x="0" y="582"/>
                </a:lnTo>
                <a:cubicBezTo>
                  <a:pt x="0" y="519"/>
                  <a:pt x="52" y="464"/>
                  <a:pt x="115" y="464"/>
                </a:cubicBezTo>
                <a:lnTo>
                  <a:pt x="1050" y="464"/>
                </a:lnTo>
                <a:cubicBezTo>
                  <a:pt x="1113" y="464"/>
                  <a:pt x="1165" y="519"/>
                  <a:pt x="1165" y="582"/>
                </a:cubicBezTo>
                <a:close/>
                <a:moveTo>
                  <a:pt x="932" y="0"/>
                </a:moveTo>
                <a:lnTo>
                  <a:pt x="932" y="115"/>
                </a:lnTo>
                <a:lnTo>
                  <a:pt x="232" y="115"/>
                </a:lnTo>
                <a:lnTo>
                  <a:pt x="232" y="0"/>
                </a:lnTo>
                <a:lnTo>
                  <a:pt x="932" y="0"/>
                </a:lnTo>
                <a:close/>
                <a:moveTo>
                  <a:pt x="1050" y="350"/>
                </a:moveTo>
                <a:lnTo>
                  <a:pt x="115" y="350"/>
                </a:lnTo>
                <a:lnTo>
                  <a:pt x="115" y="232"/>
                </a:lnTo>
                <a:lnTo>
                  <a:pt x="1050" y="232"/>
                </a:lnTo>
                <a:lnTo>
                  <a:pt x="105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30424" y="1490664"/>
            <a:ext cx="419100" cy="377825"/>
          </a:xfrm>
          <a:custGeom>
            <a:avLst/>
            <a:gdLst>
              <a:gd name="T0" fmla="*/ 757 w 1165"/>
              <a:gd name="T1" fmla="*/ 787 h 1051"/>
              <a:gd name="T2" fmla="*/ 962 w 1165"/>
              <a:gd name="T3" fmla="*/ 582 h 1051"/>
              <a:gd name="T4" fmla="*/ 757 w 1165"/>
              <a:gd name="T5" fmla="*/ 377 h 1051"/>
              <a:gd name="T6" fmla="*/ 757 w 1165"/>
              <a:gd name="T7" fmla="*/ 525 h 1051"/>
              <a:gd name="T8" fmla="*/ 407 w 1165"/>
              <a:gd name="T9" fmla="*/ 525 h 1051"/>
              <a:gd name="T10" fmla="*/ 407 w 1165"/>
              <a:gd name="T11" fmla="*/ 377 h 1051"/>
              <a:gd name="T12" fmla="*/ 202 w 1165"/>
              <a:gd name="T13" fmla="*/ 582 h 1051"/>
              <a:gd name="T14" fmla="*/ 407 w 1165"/>
              <a:gd name="T15" fmla="*/ 787 h 1051"/>
              <a:gd name="T16" fmla="*/ 407 w 1165"/>
              <a:gd name="T17" fmla="*/ 640 h 1051"/>
              <a:gd name="T18" fmla="*/ 757 w 1165"/>
              <a:gd name="T19" fmla="*/ 640 h 1051"/>
              <a:gd name="T20" fmla="*/ 757 w 1165"/>
              <a:gd name="T21" fmla="*/ 787 h 1051"/>
              <a:gd name="T22" fmla="*/ 1164 w 1165"/>
              <a:gd name="T23" fmla="*/ 232 h 1051"/>
              <a:gd name="T24" fmla="*/ 1164 w 1165"/>
              <a:gd name="T25" fmla="*/ 932 h 1051"/>
              <a:gd name="T26" fmla="*/ 1050 w 1165"/>
              <a:gd name="T27" fmla="*/ 1050 h 1051"/>
              <a:gd name="T28" fmla="*/ 114 w 1165"/>
              <a:gd name="T29" fmla="*/ 1050 h 1051"/>
              <a:gd name="T30" fmla="*/ 0 w 1165"/>
              <a:gd name="T31" fmla="*/ 932 h 1051"/>
              <a:gd name="T32" fmla="*/ 0 w 1165"/>
              <a:gd name="T33" fmla="*/ 232 h 1051"/>
              <a:gd name="T34" fmla="*/ 114 w 1165"/>
              <a:gd name="T35" fmla="*/ 115 h 1051"/>
              <a:gd name="T36" fmla="*/ 300 w 1165"/>
              <a:gd name="T37" fmla="*/ 115 h 1051"/>
              <a:gd name="T38" fmla="*/ 407 w 1165"/>
              <a:gd name="T39" fmla="*/ 0 h 1051"/>
              <a:gd name="T40" fmla="*/ 757 w 1165"/>
              <a:gd name="T41" fmla="*/ 0 h 1051"/>
              <a:gd name="T42" fmla="*/ 864 w 1165"/>
              <a:gd name="T43" fmla="*/ 115 h 1051"/>
              <a:gd name="T44" fmla="*/ 1050 w 1165"/>
              <a:gd name="T45" fmla="*/ 115 h 1051"/>
              <a:gd name="T46" fmla="*/ 1164 w 1165"/>
              <a:gd name="T47" fmla="*/ 23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5" h="1051">
                <a:moveTo>
                  <a:pt x="757" y="787"/>
                </a:moveTo>
                <a:lnTo>
                  <a:pt x="962" y="582"/>
                </a:lnTo>
                <a:lnTo>
                  <a:pt x="757" y="377"/>
                </a:lnTo>
                <a:lnTo>
                  <a:pt x="757" y="525"/>
                </a:lnTo>
                <a:lnTo>
                  <a:pt x="407" y="525"/>
                </a:lnTo>
                <a:lnTo>
                  <a:pt x="407" y="377"/>
                </a:lnTo>
                <a:lnTo>
                  <a:pt x="202" y="582"/>
                </a:lnTo>
                <a:lnTo>
                  <a:pt x="407" y="787"/>
                </a:lnTo>
                <a:lnTo>
                  <a:pt x="407" y="640"/>
                </a:lnTo>
                <a:lnTo>
                  <a:pt x="757" y="640"/>
                </a:lnTo>
                <a:lnTo>
                  <a:pt x="757" y="787"/>
                </a:lnTo>
                <a:close/>
                <a:moveTo>
                  <a:pt x="1164" y="232"/>
                </a:moveTo>
                <a:lnTo>
                  <a:pt x="1164" y="932"/>
                </a:lnTo>
                <a:cubicBezTo>
                  <a:pt x="1164" y="995"/>
                  <a:pt x="1112" y="1050"/>
                  <a:pt x="1050" y="1050"/>
                </a:cubicBezTo>
                <a:lnTo>
                  <a:pt x="114" y="1050"/>
                </a:lnTo>
                <a:cubicBezTo>
                  <a:pt x="52" y="1050"/>
                  <a:pt x="0" y="995"/>
                  <a:pt x="0" y="932"/>
                </a:cubicBezTo>
                <a:lnTo>
                  <a:pt x="0" y="232"/>
                </a:lnTo>
                <a:cubicBezTo>
                  <a:pt x="0" y="170"/>
                  <a:pt x="52" y="115"/>
                  <a:pt x="114" y="115"/>
                </a:cubicBezTo>
                <a:lnTo>
                  <a:pt x="300" y="115"/>
                </a:lnTo>
                <a:lnTo>
                  <a:pt x="407" y="0"/>
                </a:lnTo>
                <a:lnTo>
                  <a:pt x="757" y="0"/>
                </a:lnTo>
                <a:lnTo>
                  <a:pt x="864" y="115"/>
                </a:lnTo>
                <a:lnTo>
                  <a:pt x="1050" y="115"/>
                </a:lnTo>
                <a:cubicBezTo>
                  <a:pt x="1112" y="115"/>
                  <a:pt x="1164" y="170"/>
                  <a:pt x="1164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03574" y="1470025"/>
            <a:ext cx="419100" cy="419100"/>
          </a:xfrm>
          <a:custGeom>
            <a:avLst/>
            <a:gdLst>
              <a:gd name="T0" fmla="*/ 902 w 1166"/>
              <a:gd name="T1" fmla="*/ 757 h 1165"/>
              <a:gd name="T2" fmla="*/ 758 w 1166"/>
              <a:gd name="T3" fmla="*/ 757 h 1165"/>
              <a:gd name="T4" fmla="*/ 758 w 1166"/>
              <a:gd name="T5" fmla="*/ 525 h 1165"/>
              <a:gd name="T6" fmla="*/ 640 w 1166"/>
              <a:gd name="T7" fmla="*/ 525 h 1165"/>
              <a:gd name="T8" fmla="*/ 640 w 1166"/>
              <a:gd name="T9" fmla="*/ 757 h 1165"/>
              <a:gd name="T10" fmla="*/ 495 w 1166"/>
              <a:gd name="T11" fmla="*/ 757 h 1165"/>
              <a:gd name="T12" fmla="*/ 700 w 1166"/>
              <a:gd name="T13" fmla="*/ 962 h 1165"/>
              <a:gd name="T14" fmla="*/ 902 w 1166"/>
              <a:gd name="T15" fmla="*/ 757 h 1165"/>
              <a:gd name="T16" fmla="*/ 263 w 1166"/>
              <a:gd name="T17" fmla="*/ 407 h 1165"/>
              <a:gd name="T18" fmla="*/ 408 w 1166"/>
              <a:gd name="T19" fmla="*/ 407 h 1165"/>
              <a:gd name="T20" fmla="*/ 408 w 1166"/>
              <a:gd name="T21" fmla="*/ 639 h 1165"/>
              <a:gd name="T22" fmla="*/ 525 w 1166"/>
              <a:gd name="T23" fmla="*/ 639 h 1165"/>
              <a:gd name="T24" fmla="*/ 525 w 1166"/>
              <a:gd name="T25" fmla="*/ 407 h 1165"/>
              <a:gd name="T26" fmla="*/ 670 w 1166"/>
              <a:gd name="T27" fmla="*/ 407 h 1165"/>
              <a:gd name="T28" fmla="*/ 465 w 1166"/>
              <a:gd name="T29" fmla="*/ 202 h 1165"/>
              <a:gd name="T30" fmla="*/ 263 w 1166"/>
              <a:gd name="T31" fmla="*/ 407 h 1165"/>
              <a:gd name="T32" fmla="*/ 583 w 1166"/>
              <a:gd name="T33" fmla="*/ 0 h 1165"/>
              <a:gd name="T34" fmla="*/ 1165 w 1166"/>
              <a:gd name="T35" fmla="*/ 582 h 1165"/>
              <a:gd name="T36" fmla="*/ 583 w 1166"/>
              <a:gd name="T37" fmla="*/ 1164 h 1165"/>
              <a:gd name="T38" fmla="*/ 0 w 1166"/>
              <a:gd name="T39" fmla="*/ 582 h 1165"/>
              <a:gd name="T40" fmla="*/ 583 w 1166"/>
              <a:gd name="T41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66" h="1165">
                <a:moveTo>
                  <a:pt x="902" y="757"/>
                </a:moveTo>
                <a:lnTo>
                  <a:pt x="758" y="757"/>
                </a:lnTo>
                <a:lnTo>
                  <a:pt x="758" y="525"/>
                </a:lnTo>
                <a:lnTo>
                  <a:pt x="640" y="525"/>
                </a:lnTo>
                <a:lnTo>
                  <a:pt x="640" y="757"/>
                </a:lnTo>
                <a:lnTo>
                  <a:pt x="495" y="757"/>
                </a:lnTo>
                <a:lnTo>
                  <a:pt x="700" y="962"/>
                </a:lnTo>
                <a:lnTo>
                  <a:pt x="902" y="757"/>
                </a:lnTo>
                <a:close/>
                <a:moveTo>
                  <a:pt x="263" y="407"/>
                </a:moveTo>
                <a:lnTo>
                  <a:pt x="408" y="407"/>
                </a:lnTo>
                <a:lnTo>
                  <a:pt x="408" y="639"/>
                </a:lnTo>
                <a:lnTo>
                  <a:pt x="525" y="639"/>
                </a:lnTo>
                <a:lnTo>
                  <a:pt x="525" y="407"/>
                </a:lnTo>
                <a:lnTo>
                  <a:pt x="670" y="407"/>
                </a:lnTo>
                <a:lnTo>
                  <a:pt x="465" y="202"/>
                </a:lnTo>
                <a:lnTo>
                  <a:pt x="263" y="407"/>
                </a:lnTo>
                <a:close/>
                <a:moveTo>
                  <a:pt x="583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5" y="1164"/>
                  <a:pt x="583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338639" y="1490664"/>
            <a:ext cx="293687" cy="377825"/>
          </a:xfrm>
          <a:custGeom>
            <a:avLst/>
            <a:gdLst>
              <a:gd name="T0" fmla="*/ 232 w 816"/>
              <a:gd name="T1" fmla="*/ 0 h 1051"/>
              <a:gd name="T2" fmla="*/ 465 w 816"/>
              <a:gd name="T3" fmla="*/ 232 h 1051"/>
              <a:gd name="T4" fmla="*/ 290 w 816"/>
              <a:gd name="T5" fmla="*/ 232 h 1051"/>
              <a:gd name="T6" fmla="*/ 290 w 816"/>
              <a:gd name="T7" fmla="*/ 643 h 1051"/>
              <a:gd name="T8" fmla="*/ 175 w 816"/>
              <a:gd name="T9" fmla="*/ 643 h 1051"/>
              <a:gd name="T10" fmla="*/ 175 w 816"/>
              <a:gd name="T11" fmla="*/ 232 h 1051"/>
              <a:gd name="T12" fmla="*/ 0 w 816"/>
              <a:gd name="T13" fmla="*/ 232 h 1051"/>
              <a:gd name="T14" fmla="*/ 232 w 816"/>
              <a:gd name="T15" fmla="*/ 0 h 1051"/>
              <a:gd name="T16" fmla="*/ 640 w 816"/>
              <a:gd name="T17" fmla="*/ 818 h 1051"/>
              <a:gd name="T18" fmla="*/ 815 w 816"/>
              <a:gd name="T19" fmla="*/ 818 h 1051"/>
              <a:gd name="T20" fmla="*/ 582 w 816"/>
              <a:gd name="T21" fmla="*/ 1050 h 1051"/>
              <a:gd name="T22" fmla="*/ 350 w 816"/>
              <a:gd name="T23" fmla="*/ 818 h 1051"/>
              <a:gd name="T24" fmla="*/ 525 w 816"/>
              <a:gd name="T25" fmla="*/ 818 h 1051"/>
              <a:gd name="T26" fmla="*/ 525 w 816"/>
              <a:gd name="T27" fmla="*/ 407 h 1051"/>
              <a:gd name="T28" fmla="*/ 640 w 816"/>
              <a:gd name="T29" fmla="*/ 407 h 1051"/>
              <a:gd name="T30" fmla="*/ 640 w 816"/>
              <a:gd name="T31" fmla="*/ 81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16" h="1051">
                <a:moveTo>
                  <a:pt x="232" y="0"/>
                </a:moveTo>
                <a:lnTo>
                  <a:pt x="465" y="232"/>
                </a:lnTo>
                <a:lnTo>
                  <a:pt x="290" y="232"/>
                </a:lnTo>
                <a:lnTo>
                  <a:pt x="290" y="643"/>
                </a:lnTo>
                <a:lnTo>
                  <a:pt x="175" y="643"/>
                </a:lnTo>
                <a:lnTo>
                  <a:pt x="175" y="232"/>
                </a:lnTo>
                <a:lnTo>
                  <a:pt x="0" y="232"/>
                </a:lnTo>
                <a:lnTo>
                  <a:pt x="232" y="0"/>
                </a:lnTo>
                <a:close/>
                <a:moveTo>
                  <a:pt x="640" y="818"/>
                </a:moveTo>
                <a:lnTo>
                  <a:pt x="815" y="818"/>
                </a:lnTo>
                <a:lnTo>
                  <a:pt x="582" y="1050"/>
                </a:lnTo>
                <a:lnTo>
                  <a:pt x="350" y="818"/>
                </a:lnTo>
                <a:lnTo>
                  <a:pt x="525" y="818"/>
                </a:lnTo>
                <a:lnTo>
                  <a:pt x="525" y="407"/>
                </a:lnTo>
                <a:lnTo>
                  <a:pt x="640" y="407"/>
                </a:lnTo>
                <a:lnTo>
                  <a:pt x="640" y="8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70514" y="1531938"/>
            <a:ext cx="377825" cy="293688"/>
          </a:xfrm>
          <a:custGeom>
            <a:avLst/>
            <a:gdLst>
              <a:gd name="T0" fmla="*/ 1050 w 1051"/>
              <a:gd name="T1" fmla="*/ 232 h 815"/>
              <a:gd name="T2" fmla="*/ 817 w 1051"/>
              <a:gd name="T3" fmla="*/ 464 h 815"/>
              <a:gd name="T4" fmla="*/ 817 w 1051"/>
              <a:gd name="T5" fmla="*/ 289 h 815"/>
              <a:gd name="T6" fmla="*/ 407 w 1051"/>
              <a:gd name="T7" fmla="*/ 289 h 815"/>
              <a:gd name="T8" fmla="*/ 407 w 1051"/>
              <a:gd name="T9" fmla="*/ 175 h 815"/>
              <a:gd name="T10" fmla="*/ 817 w 1051"/>
              <a:gd name="T11" fmla="*/ 175 h 815"/>
              <a:gd name="T12" fmla="*/ 817 w 1051"/>
              <a:gd name="T13" fmla="*/ 0 h 815"/>
              <a:gd name="T14" fmla="*/ 1050 w 1051"/>
              <a:gd name="T15" fmla="*/ 232 h 815"/>
              <a:gd name="T16" fmla="*/ 232 w 1051"/>
              <a:gd name="T17" fmla="*/ 350 h 815"/>
              <a:gd name="T18" fmla="*/ 232 w 1051"/>
              <a:gd name="T19" fmla="*/ 525 h 815"/>
              <a:gd name="T20" fmla="*/ 642 w 1051"/>
              <a:gd name="T21" fmla="*/ 525 h 815"/>
              <a:gd name="T22" fmla="*/ 642 w 1051"/>
              <a:gd name="T23" fmla="*/ 639 h 815"/>
              <a:gd name="T24" fmla="*/ 232 w 1051"/>
              <a:gd name="T25" fmla="*/ 639 h 815"/>
              <a:gd name="T26" fmla="*/ 232 w 1051"/>
              <a:gd name="T27" fmla="*/ 814 h 815"/>
              <a:gd name="T28" fmla="*/ 0 w 1051"/>
              <a:gd name="T29" fmla="*/ 582 h 815"/>
              <a:gd name="T30" fmla="*/ 232 w 1051"/>
              <a:gd name="T31" fmla="*/ 35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51" h="815">
                <a:moveTo>
                  <a:pt x="1050" y="232"/>
                </a:moveTo>
                <a:lnTo>
                  <a:pt x="817" y="464"/>
                </a:lnTo>
                <a:lnTo>
                  <a:pt x="817" y="289"/>
                </a:lnTo>
                <a:lnTo>
                  <a:pt x="407" y="289"/>
                </a:lnTo>
                <a:lnTo>
                  <a:pt x="407" y="175"/>
                </a:lnTo>
                <a:lnTo>
                  <a:pt x="817" y="175"/>
                </a:lnTo>
                <a:lnTo>
                  <a:pt x="817" y="0"/>
                </a:lnTo>
                <a:lnTo>
                  <a:pt x="1050" y="232"/>
                </a:lnTo>
                <a:close/>
                <a:moveTo>
                  <a:pt x="232" y="350"/>
                </a:moveTo>
                <a:lnTo>
                  <a:pt x="232" y="525"/>
                </a:lnTo>
                <a:lnTo>
                  <a:pt x="642" y="525"/>
                </a:lnTo>
                <a:lnTo>
                  <a:pt x="642" y="639"/>
                </a:lnTo>
                <a:lnTo>
                  <a:pt x="232" y="639"/>
                </a:lnTo>
                <a:lnTo>
                  <a:pt x="232" y="814"/>
                </a:lnTo>
                <a:lnTo>
                  <a:pt x="0" y="582"/>
                </a:lnTo>
                <a:lnTo>
                  <a:pt x="232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23024" y="1520827"/>
            <a:ext cx="419100" cy="314325"/>
          </a:xfrm>
          <a:custGeom>
            <a:avLst/>
            <a:gdLst>
              <a:gd name="T0" fmla="*/ 932 w 1166"/>
              <a:gd name="T1" fmla="*/ 0 h 875"/>
              <a:gd name="T2" fmla="*/ 1165 w 1166"/>
              <a:gd name="T3" fmla="*/ 235 h 875"/>
              <a:gd name="T4" fmla="*/ 990 w 1166"/>
              <a:gd name="T5" fmla="*/ 235 h 875"/>
              <a:gd name="T6" fmla="*/ 990 w 1166"/>
              <a:gd name="T7" fmla="*/ 642 h 875"/>
              <a:gd name="T8" fmla="*/ 757 w 1166"/>
              <a:gd name="T9" fmla="*/ 874 h 875"/>
              <a:gd name="T10" fmla="*/ 525 w 1166"/>
              <a:gd name="T11" fmla="*/ 642 h 875"/>
              <a:gd name="T12" fmla="*/ 525 w 1166"/>
              <a:gd name="T13" fmla="*/ 235 h 875"/>
              <a:gd name="T14" fmla="*/ 407 w 1166"/>
              <a:gd name="T15" fmla="*/ 117 h 875"/>
              <a:gd name="T16" fmla="*/ 290 w 1166"/>
              <a:gd name="T17" fmla="*/ 235 h 875"/>
              <a:gd name="T18" fmla="*/ 290 w 1166"/>
              <a:gd name="T19" fmla="*/ 642 h 875"/>
              <a:gd name="T20" fmla="*/ 465 w 1166"/>
              <a:gd name="T21" fmla="*/ 642 h 875"/>
              <a:gd name="T22" fmla="*/ 232 w 1166"/>
              <a:gd name="T23" fmla="*/ 874 h 875"/>
              <a:gd name="T24" fmla="*/ 0 w 1166"/>
              <a:gd name="T25" fmla="*/ 642 h 875"/>
              <a:gd name="T26" fmla="*/ 175 w 1166"/>
              <a:gd name="T27" fmla="*/ 642 h 875"/>
              <a:gd name="T28" fmla="*/ 175 w 1166"/>
              <a:gd name="T29" fmla="*/ 235 h 875"/>
              <a:gd name="T30" fmla="*/ 407 w 1166"/>
              <a:gd name="T31" fmla="*/ 0 h 875"/>
              <a:gd name="T32" fmla="*/ 640 w 1166"/>
              <a:gd name="T33" fmla="*/ 235 h 875"/>
              <a:gd name="T34" fmla="*/ 640 w 1166"/>
              <a:gd name="T35" fmla="*/ 642 h 875"/>
              <a:gd name="T36" fmla="*/ 757 w 1166"/>
              <a:gd name="T37" fmla="*/ 760 h 875"/>
              <a:gd name="T38" fmla="*/ 875 w 1166"/>
              <a:gd name="T39" fmla="*/ 642 h 875"/>
              <a:gd name="T40" fmla="*/ 875 w 1166"/>
              <a:gd name="T41" fmla="*/ 235 h 875"/>
              <a:gd name="T42" fmla="*/ 700 w 1166"/>
              <a:gd name="T43" fmla="*/ 235 h 875"/>
              <a:gd name="T44" fmla="*/ 932 w 1166"/>
              <a:gd name="T45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875">
                <a:moveTo>
                  <a:pt x="932" y="0"/>
                </a:moveTo>
                <a:lnTo>
                  <a:pt x="1165" y="235"/>
                </a:lnTo>
                <a:lnTo>
                  <a:pt x="990" y="235"/>
                </a:lnTo>
                <a:lnTo>
                  <a:pt x="990" y="642"/>
                </a:lnTo>
                <a:cubicBezTo>
                  <a:pt x="990" y="771"/>
                  <a:pt x="886" y="874"/>
                  <a:pt x="757" y="874"/>
                </a:cubicBezTo>
                <a:cubicBezTo>
                  <a:pt x="629" y="874"/>
                  <a:pt x="525" y="771"/>
                  <a:pt x="525" y="642"/>
                </a:cubicBezTo>
                <a:lnTo>
                  <a:pt x="525" y="235"/>
                </a:lnTo>
                <a:cubicBezTo>
                  <a:pt x="525" y="172"/>
                  <a:pt x="470" y="117"/>
                  <a:pt x="407" y="117"/>
                </a:cubicBezTo>
                <a:cubicBezTo>
                  <a:pt x="344" y="117"/>
                  <a:pt x="290" y="172"/>
                  <a:pt x="290" y="235"/>
                </a:cubicBezTo>
                <a:lnTo>
                  <a:pt x="290" y="642"/>
                </a:lnTo>
                <a:lnTo>
                  <a:pt x="465" y="642"/>
                </a:lnTo>
                <a:lnTo>
                  <a:pt x="232" y="874"/>
                </a:lnTo>
                <a:lnTo>
                  <a:pt x="0" y="642"/>
                </a:lnTo>
                <a:lnTo>
                  <a:pt x="175" y="642"/>
                </a:lnTo>
                <a:lnTo>
                  <a:pt x="175" y="235"/>
                </a:lnTo>
                <a:cubicBezTo>
                  <a:pt x="175" y="106"/>
                  <a:pt x="279" y="0"/>
                  <a:pt x="407" y="0"/>
                </a:cubicBezTo>
                <a:cubicBezTo>
                  <a:pt x="536" y="0"/>
                  <a:pt x="640" y="106"/>
                  <a:pt x="640" y="235"/>
                </a:cubicBezTo>
                <a:lnTo>
                  <a:pt x="640" y="642"/>
                </a:lnTo>
                <a:cubicBezTo>
                  <a:pt x="640" y="705"/>
                  <a:pt x="694" y="760"/>
                  <a:pt x="757" y="760"/>
                </a:cubicBezTo>
                <a:cubicBezTo>
                  <a:pt x="820" y="760"/>
                  <a:pt x="875" y="705"/>
                  <a:pt x="875" y="642"/>
                </a:cubicBezTo>
                <a:lnTo>
                  <a:pt x="875" y="235"/>
                </a:lnTo>
                <a:lnTo>
                  <a:pt x="700" y="235"/>
                </a:lnTo>
                <a:lnTo>
                  <a:pt x="932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496174" y="1509713"/>
            <a:ext cx="419100" cy="336550"/>
          </a:xfrm>
          <a:custGeom>
            <a:avLst/>
            <a:gdLst>
              <a:gd name="T0" fmla="*/ 583 w 1166"/>
              <a:gd name="T1" fmla="*/ 350 h 937"/>
              <a:gd name="T2" fmla="*/ 700 w 1166"/>
              <a:gd name="T3" fmla="*/ 468 h 937"/>
              <a:gd name="T4" fmla="*/ 583 w 1166"/>
              <a:gd name="T5" fmla="*/ 586 h 937"/>
              <a:gd name="T6" fmla="*/ 465 w 1166"/>
              <a:gd name="T7" fmla="*/ 468 h 937"/>
              <a:gd name="T8" fmla="*/ 583 w 1166"/>
              <a:gd name="T9" fmla="*/ 350 h 937"/>
              <a:gd name="T10" fmla="*/ 914 w 1166"/>
              <a:gd name="T11" fmla="*/ 799 h 937"/>
              <a:gd name="T12" fmla="*/ 1050 w 1166"/>
              <a:gd name="T13" fmla="*/ 468 h 937"/>
              <a:gd name="T14" fmla="*/ 914 w 1166"/>
              <a:gd name="T15" fmla="*/ 137 h 937"/>
              <a:gd name="T16" fmla="*/ 829 w 1166"/>
              <a:gd name="T17" fmla="*/ 222 h 937"/>
              <a:gd name="T18" fmla="*/ 933 w 1166"/>
              <a:gd name="T19" fmla="*/ 468 h 937"/>
              <a:gd name="T20" fmla="*/ 832 w 1166"/>
              <a:gd name="T21" fmla="*/ 717 h 937"/>
              <a:gd name="T22" fmla="*/ 914 w 1166"/>
              <a:gd name="T23" fmla="*/ 799 h 937"/>
              <a:gd name="T24" fmla="*/ 583 w 1166"/>
              <a:gd name="T25" fmla="*/ 700 h 937"/>
              <a:gd name="T26" fmla="*/ 815 w 1166"/>
              <a:gd name="T27" fmla="*/ 468 h 937"/>
              <a:gd name="T28" fmla="*/ 583 w 1166"/>
              <a:gd name="T29" fmla="*/ 236 h 937"/>
              <a:gd name="T30" fmla="*/ 350 w 1166"/>
              <a:gd name="T31" fmla="*/ 468 h 937"/>
              <a:gd name="T32" fmla="*/ 583 w 1166"/>
              <a:gd name="T33" fmla="*/ 700 h 937"/>
              <a:gd name="T34" fmla="*/ 337 w 1166"/>
              <a:gd name="T35" fmla="*/ 714 h 937"/>
              <a:gd name="T36" fmla="*/ 233 w 1166"/>
              <a:gd name="T37" fmla="*/ 468 h 937"/>
              <a:gd name="T38" fmla="*/ 334 w 1166"/>
              <a:gd name="T39" fmla="*/ 219 h 937"/>
              <a:gd name="T40" fmla="*/ 252 w 1166"/>
              <a:gd name="T41" fmla="*/ 137 h 937"/>
              <a:gd name="T42" fmla="*/ 115 w 1166"/>
              <a:gd name="T43" fmla="*/ 468 h 937"/>
              <a:gd name="T44" fmla="*/ 252 w 1166"/>
              <a:gd name="T45" fmla="*/ 799 h 937"/>
              <a:gd name="T46" fmla="*/ 337 w 1166"/>
              <a:gd name="T47" fmla="*/ 714 h 937"/>
              <a:gd name="T48" fmla="*/ 1050 w 1166"/>
              <a:gd name="T49" fmla="*/ 0 h 937"/>
              <a:gd name="T50" fmla="*/ 1165 w 1166"/>
              <a:gd name="T51" fmla="*/ 118 h 937"/>
              <a:gd name="T52" fmla="*/ 1165 w 1166"/>
              <a:gd name="T53" fmla="*/ 818 h 937"/>
              <a:gd name="T54" fmla="*/ 1050 w 1166"/>
              <a:gd name="T55" fmla="*/ 936 h 937"/>
              <a:gd name="T56" fmla="*/ 115 w 1166"/>
              <a:gd name="T57" fmla="*/ 936 h 937"/>
              <a:gd name="T58" fmla="*/ 0 w 1166"/>
              <a:gd name="T59" fmla="*/ 818 h 937"/>
              <a:gd name="T60" fmla="*/ 0 w 1166"/>
              <a:gd name="T61" fmla="*/ 118 h 937"/>
              <a:gd name="T62" fmla="*/ 115 w 1166"/>
              <a:gd name="T63" fmla="*/ 0 h 937"/>
              <a:gd name="T64" fmla="*/ 1050 w 1166"/>
              <a:gd name="T65" fmla="*/ 0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166" h="937">
                <a:moveTo>
                  <a:pt x="583" y="350"/>
                </a:moveTo>
                <a:cubicBezTo>
                  <a:pt x="646" y="350"/>
                  <a:pt x="700" y="405"/>
                  <a:pt x="700" y="468"/>
                </a:cubicBezTo>
                <a:cubicBezTo>
                  <a:pt x="700" y="531"/>
                  <a:pt x="646" y="586"/>
                  <a:pt x="583" y="586"/>
                </a:cubicBezTo>
                <a:cubicBezTo>
                  <a:pt x="520" y="586"/>
                  <a:pt x="465" y="531"/>
                  <a:pt x="465" y="468"/>
                </a:cubicBezTo>
                <a:cubicBezTo>
                  <a:pt x="465" y="405"/>
                  <a:pt x="520" y="350"/>
                  <a:pt x="583" y="350"/>
                </a:cubicBezTo>
                <a:close/>
                <a:moveTo>
                  <a:pt x="914" y="799"/>
                </a:moveTo>
                <a:cubicBezTo>
                  <a:pt x="1004" y="709"/>
                  <a:pt x="1050" y="588"/>
                  <a:pt x="1050" y="468"/>
                </a:cubicBezTo>
                <a:cubicBezTo>
                  <a:pt x="1050" y="348"/>
                  <a:pt x="1004" y="227"/>
                  <a:pt x="914" y="137"/>
                </a:cubicBezTo>
                <a:lnTo>
                  <a:pt x="829" y="222"/>
                </a:lnTo>
                <a:cubicBezTo>
                  <a:pt x="897" y="290"/>
                  <a:pt x="933" y="378"/>
                  <a:pt x="933" y="468"/>
                </a:cubicBezTo>
                <a:cubicBezTo>
                  <a:pt x="933" y="558"/>
                  <a:pt x="900" y="648"/>
                  <a:pt x="832" y="717"/>
                </a:cubicBezTo>
                <a:lnTo>
                  <a:pt x="914" y="799"/>
                </a:lnTo>
                <a:close/>
                <a:moveTo>
                  <a:pt x="583" y="700"/>
                </a:moveTo>
                <a:cubicBezTo>
                  <a:pt x="711" y="700"/>
                  <a:pt x="815" y="597"/>
                  <a:pt x="815" y="468"/>
                </a:cubicBezTo>
                <a:cubicBezTo>
                  <a:pt x="815" y="339"/>
                  <a:pt x="712" y="236"/>
                  <a:pt x="583" y="236"/>
                </a:cubicBezTo>
                <a:cubicBezTo>
                  <a:pt x="455" y="236"/>
                  <a:pt x="350" y="339"/>
                  <a:pt x="350" y="468"/>
                </a:cubicBezTo>
                <a:cubicBezTo>
                  <a:pt x="350" y="597"/>
                  <a:pt x="454" y="700"/>
                  <a:pt x="583" y="700"/>
                </a:cubicBezTo>
                <a:close/>
                <a:moveTo>
                  <a:pt x="337" y="714"/>
                </a:moveTo>
                <a:cubicBezTo>
                  <a:pt x="268" y="646"/>
                  <a:pt x="233" y="558"/>
                  <a:pt x="233" y="468"/>
                </a:cubicBezTo>
                <a:cubicBezTo>
                  <a:pt x="233" y="378"/>
                  <a:pt x="266" y="288"/>
                  <a:pt x="334" y="219"/>
                </a:cubicBezTo>
                <a:lnTo>
                  <a:pt x="252" y="137"/>
                </a:lnTo>
                <a:cubicBezTo>
                  <a:pt x="162" y="227"/>
                  <a:pt x="115" y="348"/>
                  <a:pt x="115" y="468"/>
                </a:cubicBezTo>
                <a:cubicBezTo>
                  <a:pt x="115" y="588"/>
                  <a:pt x="162" y="709"/>
                  <a:pt x="252" y="799"/>
                </a:cubicBezTo>
                <a:lnTo>
                  <a:pt x="337" y="714"/>
                </a:lnTo>
                <a:close/>
                <a:moveTo>
                  <a:pt x="1050" y="0"/>
                </a:moveTo>
                <a:cubicBezTo>
                  <a:pt x="1113" y="0"/>
                  <a:pt x="1165" y="55"/>
                  <a:pt x="1165" y="118"/>
                </a:cubicBezTo>
                <a:lnTo>
                  <a:pt x="1165" y="818"/>
                </a:lnTo>
                <a:cubicBezTo>
                  <a:pt x="1165" y="881"/>
                  <a:pt x="1113" y="936"/>
                  <a:pt x="1050" y="936"/>
                </a:cubicBezTo>
                <a:lnTo>
                  <a:pt x="115" y="936"/>
                </a:lnTo>
                <a:cubicBezTo>
                  <a:pt x="52" y="936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69324" y="1531938"/>
            <a:ext cx="419100" cy="293688"/>
          </a:xfrm>
          <a:custGeom>
            <a:avLst/>
            <a:gdLst>
              <a:gd name="T0" fmla="*/ 407 w 1166"/>
              <a:gd name="T1" fmla="*/ 464 h 815"/>
              <a:gd name="T2" fmla="*/ 547 w 1166"/>
              <a:gd name="T3" fmla="*/ 481 h 815"/>
              <a:gd name="T4" fmla="*/ 407 w 1166"/>
              <a:gd name="T5" fmla="*/ 683 h 815"/>
              <a:gd name="T6" fmla="*/ 407 w 1166"/>
              <a:gd name="T7" fmla="*/ 814 h 815"/>
              <a:gd name="T8" fmla="*/ 0 w 1166"/>
              <a:gd name="T9" fmla="*/ 814 h 815"/>
              <a:gd name="T10" fmla="*/ 0 w 1166"/>
              <a:gd name="T11" fmla="*/ 669 h 815"/>
              <a:gd name="T12" fmla="*/ 407 w 1166"/>
              <a:gd name="T13" fmla="*/ 464 h 815"/>
              <a:gd name="T14" fmla="*/ 1165 w 1166"/>
              <a:gd name="T15" fmla="*/ 683 h 815"/>
              <a:gd name="T16" fmla="*/ 1165 w 1166"/>
              <a:gd name="T17" fmla="*/ 814 h 815"/>
              <a:gd name="T18" fmla="*/ 525 w 1166"/>
              <a:gd name="T19" fmla="*/ 814 h 815"/>
              <a:gd name="T20" fmla="*/ 525 w 1166"/>
              <a:gd name="T21" fmla="*/ 683 h 815"/>
              <a:gd name="T22" fmla="*/ 845 w 1166"/>
              <a:gd name="T23" fmla="*/ 525 h 815"/>
              <a:gd name="T24" fmla="*/ 1165 w 1166"/>
              <a:gd name="T25" fmla="*/ 683 h 815"/>
              <a:gd name="T26" fmla="*/ 407 w 1166"/>
              <a:gd name="T27" fmla="*/ 350 h 815"/>
              <a:gd name="T28" fmla="*/ 232 w 1166"/>
              <a:gd name="T29" fmla="*/ 175 h 815"/>
              <a:gd name="T30" fmla="*/ 407 w 1166"/>
              <a:gd name="T31" fmla="*/ 0 h 815"/>
              <a:gd name="T32" fmla="*/ 582 w 1166"/>
              <a:gd name="T33" fmla="*/ 175 h 815"/>
              <a:gd name="T34" fmla="*/ 407 w 1166"/>
              <a:gd name="T35" fmla="*/ 350 h 815"/>
              <a:gd name="T36" fmla="*/ 845 w 1166"/>
              <a:gd name="T37" fmla="*/ 407 h 815"/>
              <a:gd name="T38" fmla="*/ 700 w 1166"/>
              <a:gd name="T39" fmla="*/ 262 h 815"/>
              <a:gd name="T40" fmla="*/ 845 w 1166"/>
              <a:gd name="T41" fmla="*/ 114 h 815"/>
              <a:gd name="T42" fmla="*/ 990 w 1166"/>
              <a:gd name="T43" fmla="*/ 262 h 815"/>
              <a:gd name="T44" fmla="*/ 845 w 1166"/>
              <a:gd name="T45" fmla="*/ 407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815">
                <a:moveTo>
                  <a:pt x="407" y="464"/>
                </a:moveTo>
                <a:cubicBezTo>
                  <a:pt x="446" y="464"/>
                  <a:pt x="495" y="470"/>
                  <a:pt x="547" y="481"/>
                </a:cubicBezTo>
                <a:cubicBezTo>
                  <a:pt x="427" y="546"/>
                  <a:pt x="407" y="634"/>
                  <a:pt x="407" y="683"/>
                </a:cubicBezTo>
                <a:lnTo>
                  <a:pt x="407" y="814"/>
                </a:lnTo>
                <a:lnTo>
                  <a:pt x="0" y="814"/>
                </a:lnTo>
                <a:lnTo>
                  <a:pt x="0" y="669"/>
                </a:lnTo>
                <a:cubicBezTo>
                  <a:pt x="0" y="533"/>
                  <a:pt x="271" y="464"/>
                  <a:pt x="407" y="464"/>
                </a:cubicBezTo>
                <a:close/>
                <a:moveTo>
                  <a:pt x="1165" y="683"/>
                </a:moveTo>
                <a:lnTo>
                  <a:pt x="1165" y="814"/>
                </a:lnTo>
                <a:lnTo>
                  <a:pt x="525" y="814"/>
                </a:lnTo>
                <a:lnTo>
                  <a:pt x="525" y="683"/>
                </a:lnTo>
                <a:cubicBezTo>
                  <a:pt x="525" y="577"/>
                  <a:pt x="738" y="525"/>
                  <a:pt x="845" y="525"/>
                </a:cubicBezTo>
                <a:cubicBezTo>
                  <a:pt x="952" y="525"/>
                  <a:pt x="1165" y="577"/>
                  <a:pt x="1165" y="683"/>
                </a:cubicBezTo>
                <a:close/>
                <a:moveTo>
                  <a:pt x="407" y="350"/>
                </a:moveTo>
                <a:cubicBezTo>
                  <a:pt x="312" y="350"/>
                  <a:pt x="232" y="270"/>
                  <a:pt x="232" y="175"/>
                </a:cubicBezTo>
                <a:cubicBezTo>
                  <a:pt x="232" y="79"/>
                  <a:pt x="312" y="0"/>
                  <a:pt x="407" y="0"/>
                </a:cubicBezTo>
                <a:cubicBezTo>
                  <a:pt x="503" y="0"/>
                  <a:pt x="582" y="79"/>
                  <a:pt x="582" y="175"/>
                </a:cubicBezTo>
                <a:cubicBezTo>
                  <a:pt x="582" y="270"/>
                  <a:pt x="503" y="350"/>
                  <a:pt x="407" y="350"/>
                </a:cubicBezTo>
                <a:close/>
                <a:moveTo>
                  <a:pt x="845" y="407"/>
                </a:moveTo>
                <a:cubicBezTo>
                  <a:pt x="766" y="407"/>
                  <a:pt x="700" y="341"/>
                  <a:pt x="700" y="262"/>
                </a:cubicBezTo>
                <a:cubicBezTo>
                  <a:pt x="700" y="183"/>
                  <a:pt x="766" y="114"/>
                  <a:pt x="845" y="114"/>
                </a:cubicBezTo>
                <a:cubicBezTo>
                  <a:pt x="924" y="114"/>
                  <a:pt x="990" y="183"/>
                  <a:pt x="990" y="262"/>
                </a:cubicBezTo>
                <a:cubicBezTo>
                  <a:pt x="990" y="341"/>
                  <a:pt x="924" y="407"/>
                  <a:pt x="845" y="40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42474" y="1470025"/>
            <a:ext cx="419100" cy="419100"/>
          </a:xfrm>
          <a:custGeom>
            <a:avLst/>
            <a:gdLst>
              <a:gd name="T0" fmla="*/ 932 w 1165"/>
              <a:gd name="T1" fmla="*/ 809 h 1165"/>
              <a:gd name="T2" fmla="*/ 932 w 1165"/>
              <a:gd name="T3" fmla="*/ 407 h 1165"/>
              <a:gd name="T4" fmla="*/ 582 w 1165"/>
              <a:gd name="T5" fmla="*/ 232 h 1165"/>
              <a:gd name="T6" fmla="*/ 232 w 1165"/>
              <a:gd name="T7" fmla="*/ 407 h 1165"/>
              <a:gd name="T8" fmla="*/ 232 w 1165"/>
              <a:gd name="T9" fmla="*/ 809 h 1165"/>
              <a:gd name="T10" fmla="*/ 385 w 1165"/>
              <a:gd name="T11" fmla="*/ 962 h 1165"/>
              <a:gd name="T12" fmla="*/ 320 w 1165"/>
              <a:gd name="T13" fmla="*/ 1028 h 1165"/>
              <a:gd name="T14" fmla="*/ 320 w 1165"/>
              <a:gd name="T15" fmla="*/ 1050 h 1165"/>
              <a:gd name="T16" fmla="*/ 418 w 1165"/>
              <a:gd name="T17" fmla="*/ 1050 h 1165"/>
              <a:gd name="T18" fmla="*/ 505 w 1165"/>
              <a:gd name="T19" fmla="*/ 962 h 1165"/>
              <a:gd name="T20" fmla="*/ 670 w 1165"/>
              <a:gd name="T21" fmla="*/ 962 h 1165"/>
              <a:gd name="T22" fmla="*/ 757 w 1165"/>
              <a:gd name="T23" fmla="*/ 1050 h 1165"/>
              <a:gd name="T24" fmla="*/ 845 w 1165"/>
              <a:gd name="T25" fmla="*/ 1050 h 1165"/>
              <a:gd name="T26" fmla="*/ 845 w 1165"/>
              <a:gd name="T27" fmla="*/ 1028 h 1165"/>
              <a:gd name="T28" fmla="*/ 779 w 1165"/>
              <a:gd name="T29" fmla="*/ 962 h 1165"/>
              <a:gd name="T30" fmla="*/ 932 w 1165"/>
              <a:gd name="T31" fmla="*/ 809 h 1165"/>
              <a:gd name="T32" fmla="*/ 921 w 1165"/>
              <a:gd name="T33" fmla="*/ 46 h 1165"/>
              <a:gd name="T34" fmla="*/ 1164 w 1165"/>
              <a:gd name="T35" fmla="*/ 399 h 1165"/>
              <a:gd name="T36" fmla="*/ 1164 w 1165"/>
              <a:gd name="T37" fmla="*/ 1164 h 1165"/>
              <a:gd name="T38" fmla="*/ 0 w 1165"/>
              <a:gd name="T39" fmla="*/ 1164 h 1165"/>
              <a:gd name="T40" fmla="*/ 0 w 1165"/>
              <a:gd name="T41" fmla="*/ 399 h 1165"/>
              <a:gd name="T42" fmla="*/ 243 w 1165"/>
              <a:gd name="T43" fmla="*/ 46 h 1165"/>
              <a:gd name="T44" fmla="*/ 582 w 1165"/>
              <a:gd name="T45" fmla="*/ 0 h 1165"/>
              <a:gd name="T46" fmla="*/ 921 w 1165"/>
              <a:gd name="T47" fmla="*/ 46 h 1165"/>
              <a:gd name="T48" fmla="*/ 292 w 1165"/>
              <a:gd name="T49" fmla="*/ 407 h 1165"/>
              <a:gd name="T50" fmla="*/ 875 w 1165"/>
              <a:gd name="T51" fmla="*/ 407 h 1165"/>
              <a:gd name="T52" fmla="*/ 875 w 1165"/>
              <a:gd name="T53" fmla="*/ 700 h 1165"/>
              <a:gd name="T54" fmla="*/ 292 w 1165"/>
              <a:gd name="T55" fmla="*/ 700 h 1165"/>
              <a:gd name="T56" fmla="*/ 292 w 1165"/>
              <a:gd name="T57" fmla="*/ 407 h 1165"/>
              <a:gd name="T58" fmla="*/ 320 w 1165"/>
              <a:gd name="T59" fmla="*/ 814 h 1165"/>
              <a:gd name="T60" fmla="*/ 377 w 1165"/>
              <a:gd name="T61" fmla="*/ 757 h 1165"/>
              <a:gd name="T62" fmla="*/ 437 w 1165"/>
              <a:gd name="T63" fmla="*/ 814 h 1165"/>
              <a:gd name="T64" fmla="*/ 377 w 1165"/>
              <a:gd name="T65" fmla="*/ 875 h 1165"/>
              <a:gd name="T66" fmla="*/ 320 w 1165"/>
              <a:gd name="T67" fmla="*/ 814 h 1165"/>
              <a:gd name="T68" fmla="*/ 727 w 1165"/>
              <a:gd name="T69" fmla="*/ 814 h 1165"/>
              <a:gd name="T70" fmla="*/ 787 w 1165"/>
              <a:gd name="T71" fmla="*/ 757 h 1165"/>
              <a:gd name="T72" fmla="*/ 845 w 1165"/>
              <a:gd name="T73" fmla="*/ 814 h 1165"/>
              <a:gd name="T74" fmla="*/ 787 w 1165"/>
              <a:gd name="T75" fmla="*/ 875 h 1165"/>
              <a:gd name="T76" fmla="*/ 727 w 1165"/>
              <a:gd name="T77" fmla="*/ 81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65" h="1165">
                <a:moveTo>
                  <a:pt x="932" y="809"/>
                </a:moveTo>
                <a:lnTo>
                  <a:pt x="932" y="407"/>
                </a:lnTo>
                <a:cubicBezTo>
                  <a:pt x="932" y="254"/>
                  <a:pt x="776" y="232"/>
                  <a:pt x="582" y="232"/>
                </a:cubicBezTo>
                <a:cubicBezTo>
                  <a:pt x="407" y="232"/>
                  <a:pt x="232" y="254"/>
                  <a:pt x="232" y="407"/>
                </a:cubicBezTo>
                <a:lnTo>
                  <a:pt x="232" y="809"/>
                </a:lnTo>
                <a:cubicBezTo>
                  <a:pt x="232" y="894"/>
                  <a:pt x="300" y="962"/>
                  <a:pt x="385" y="962"/>
                </a:cubicBezTo>
                <a:lnTo>
                  <a:pt x="320" y="1028"/>
                </a:lnTo>
                <a:lnTo>
                  <a:pt x="320" y="1050"/>
                </a:lnTo>
                <a:lnTo>
                  <a:pt x="418" y="1050"/>
                </a:lnTo>
                <a:lnTo>
                  <a:pt x="505" y="962"/>
                </a:lnTo>
                <a:lnTo>
                  <a:pt x="670" y="962"/>
                </a:lnTo>
                <a:lnTo>
                  <a:pt x="757" y="1050"/>
                </a:lnTo>
                <a:lnTo>
                  <a:pt x="845" y="1050"/>
                </a:lnTo>
                <a:lnTo>
                  <a:pt x="845" y="1028"/>
                </a:lnTo>
                <a:lnTo>
                  <a:pt x="779" y="962"/>
                </a:lnTo>
                <a:cubicBezTo>
                  <a:pt x="864" y="962"/>
                  <a:pt x="932" y="894"/>
                  <a:pt x="932" y="809"/>
                </a:cubicBezTo>
                <a:close/>
                <a:moveTo>
                  <a:pt x="921" y="46"/>
                </a:moveTo>
                <a:cubicBezTo>
                  <a:pt x="1077" y="106"/>
                  <a:pt x="1164" y="235"/>
                  <a:pt x="1164" y="399"/>
                </a:cubicBezTo>
                <a:lnTo>
                  <a:pt x="1164" y="1164"/>
                </a:lnTo>
                <a:lnTo>
                  <a:pt x="0" y="1164"/>
                </a:lnTo>
                <a:lnTo>
                  <a:pt x="0" y="399"/>
                </a:lnTo>
                <a:cubicBezTo>
                  <a:pt x="0" y="235"/>
                  <a:pt x="87" y="106"/>
                  <a:pt x="243" y="46"/>
                </a:cubicBezTo>
                <a:cubicBezTo>
                  <a:pt x="347" y="5"/>
                  <a:pt x="473" y="0"/>
                  <a:pt x="582" y="0"/>
                </a:cubicBezTo>
                <a:cubicBezTo>
                  <a:pt x="691" y="0"/>
                  <a:pt x="817" y="5"/>
                  <a:pt x="921" y="46"/>
                </a:cubicBezTo>
                <a:close/>
                <a:moveTo>
                  <a:pt x="292" y="407"/>
                </a:moveTo>
                <a:lnTo>
                  <a:pt x="875" y="407"/>
                </a:lnTo>
                <a:lnTo>
                  <a:pt x="875" y="700"/>
                </a:lnTo>
                <a:lnTo>
                  <a:pt x="292" y="700"/>
                </a:lnTo>
                <a:lnTo>
                  <a:pt x="292" y="407"/>
                </a:lnTo>
                <a:close/>
                <a:moveTo>
                  <a:pt x="320" y="814"/>
                </a:moveTo>
                <a:cubicBezTo>
                  <a:pt x="320" y="782"/>
                  <a:pt x="344" y="757"/>
                  <a:pt x="377" y="757"/>
                </a:cubicBezTo>
                <a:cubicBezTo>
                  <a:pt x="410" y="757"/>
                  <a:pt x="437" y="781"/>
                  <a:pt x="437" y="814"/>
                </a:cubicBezTo>
                <a:cubicBezTo>
                  <a:pt x="437" y="846"/>
                  <a:pt x="410" y="875"/>
                  <a:pt x="377" y="875"/>
                </a:cubicBezTo>
                <a:cubicBezTo>
                  <a:pt x="344" y="875"/>
                  <a:pt x="320" y="847"/>
                  <a:pt x="320" y="814"/>
                </a:cubicBezTo>
                <a:close/>
                <a:moveTo>
                  <a:pt x="727" y="814"/>
                </a:moveTo>
                <a:cubicBezTo>
                  <a:pt x="727" y="782"/>
                  <a:pt x="754" y="757"/>
                  <a:pt x="787" y="757"/>
                </a:cubicBezTo>
                <a:cubicBezTo>
                  <a:pt x="820" y="757"/>
                  <a:pt x="845" y="781"/>
                  <a:pt x="845" y="814"/>
                </a:cubicBezTo>
                <a:cubicBezTo>
                  <a:pt x="845" y="846"/>
                  <a:pt x="820" y="875"/>
                  <a:pt x="787" y="875"/>
                </a:cubicBezTo>
                <a:cubicBezTo>
                  <a:pt x="754" y="875"/>
                  <a:pt x="727" y="847"/>
                  <a:pt x="727" y="81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715624" y="1509713"/>
            <a:ext cx="419100" cy="336550"/>
          </a:xfrm>
          <a:custGeom>
            <a:avLst/>
            <a:gdLst>
              <a:gd name="T0" fmla="*/ 1050 w 1166"/>
              <a:gd name="T1" fmla="*/ 586 h 937"/>
              <a:gd name="T2" fmla="*/ 1050 w 1166"/>
              <a:gd name="T3" fmla="*/ 468 h 937"/>
              <a:gd name="T4" fmla="*/ 465 w 1166"/>
              <a:gd name="T5" fmla="*/ 468 h 937"/>
              <a:gd name="T6" fmla="*/ 465 w 1166"/>
              <a:gd name="T7" fmla="*/ 586 h 937"/>
              <a:gd name="T8" fmla="*/ 1050 w 1166"/>
              <a:gd name="T9" fmla="*/ 586 h 937"/>
              <a:gd name="T10" fmla="*/ 1050 w 1166"/>
              <a:gd name="T11" fmla="*/ 818 h 937"/>
              <a:gd name="T12" fmla="*/ 1050 w 1166"/>
              <a:gd name="T13" fmla="*/ 700 h 937"/>
              <a:gd name="T14" fmla="*/ 815 w 1166"/>
              <a:gd name="T15" fmla="*/ 700 h 937"/>
              <a:gd name="T16" fmla="*/ 815 w 1166"/>
              <a:gd name="T17" fmla="*/ 818 h 937"/>
              <a:gd name="T18" fmla="*/ 1050 w 1166"/>
              <a:gd name="T19" fmla="*/ 818 h 937"/>
              <a:gd name="T20" fmla="*/ 700 w 1166"/>
              <a:gd name="T21" fmla="*/ 818 h 937"/>
              <a:gd name="T22" fmla="*/ 700 w 1166"/>
              <a:gd name="T23" fmla="*/ 700 h 937"/>
              <a:gd name="T24" fmla="*/ 115 w 1166"/>
              <a:gd name="T25" fmla="*/ 700 h 937"/>
              <a:gd name="T26" fmla="*/ 115 w 1166"/>
              <a:gd name="T27" fmla="*/ 818 h 937"/>
              <a:gd name="T28" fmla="*/ 700 w 1166"/>
              <a:gd name="T29" fmla="*/ 818 h 937"/>
              <a:gd name="T30" fmla="*/ 115 w 1166"/>
              <a:gd name="T31" fmla="*/ 468 h 937"/>
              <a:gd name="T32" fmla="*/ 115 w 1166"/>
              <a:gd name="T33" fmla="*/ 586 h 937"/>
              <a:gd name="T34" fmla="*/ 350 w 1166"/>
              <a:gd name="T35" fmla="*/ 586 h 937"/>
              <a:gd name="T36" fmla="*/ 350 w 1166"/>
              <a:gd name="T37" fmla="*/ 468 h 937"/>
              <a:gd name="T38" fmla="*/ 115 w 1166"/>
              <a:gd name="T39" fmla="*/ 468 h 937"/>
              <a:gd name="T40" fmla="*/ 1050 w 1166"/>
              <a:gd name="T41" fmla="*/ 0 h 937"/>
              <a:gd name="T42" fmla="*/ 1165 w 1166"/>
              <a:gd name="T43" fmla="*/ 118 h 937"/>
              <a:gd name="T44" fmla="*/ 1165 w 1166"/>
              <a:gd name="T45" fmla="*/ 818 h 937"/>
              <a:gd name="T46" fmla="*/ 1050 w 1166"/>
              <a:gd name="T47" fmla="*/ 936 h 937"/>
              <a:gd name="T48" fmla="*/ 115 w 1166"/>
              <a:gd name="T49" fmla="*/ 936 h 937"/>
              <a:gd name="T50" fmla="*/ 0 w 1166"/>
              <a:gd name="T51" fmla="*/ 818 h 937"/>
              <a:gd name="T52" fmla="*/ 0 w 1166"/>
              <a:gd name="T53" fmla="*/ 118 h 937"/>
              <a:gd name="T54" fmla="*/ 115 w 1166"/>
              <a:gd name="T55" fmla="*/ 0 h 937"/>
              <a:gd name="T56" fmla="*/ 1050 w 1166"/>
              <a:gd name="T57" fmla="*/ 0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66" h="937">
                <a:moveTo>
                  <a:pt x="1050" y="586"/>
                </a:moveTo>
                <a:lnTo>
                  <a:pt x="1050" y="468"/>
                </a:lnTo>
                <a:lnTo>
                  <a:pt x="465" y="468"/>
                </a:lnTo>
                <a:lnTo>
                  <a:pt x="465" y="586"/>
                </a:lnTo>
                <a:lnTo>
                  <a:pt x="1050" y="586"/>
                </a:lnTo>
                <a:close/>
                <a:moveTo>
                  <a:pt x="1050" y="818"/>
                </a:moveTo>
                <a:lnTo>
                  <a:pt x="1050" y="700"/>
                </a:lnTo>
                <a:lnTo>
                  <a:pt x="815" y="700"/>
                </a:lnTo>
                <a:lnTo>
                  <a:pt x="815" y="818"/>
                </a:lnTo>
                <a:lnTo>
                  <a:pt x="1050" y="818"/>
                </a:lnTo>
                <a:close/>
                <a:moveTo>
                  <a:pt x="700" y="818"/>
                </a:moveTo>
                <a:lnTo>
                  <a:pt x="700" y="700"/>
                </a:lnTo>
                <a:lnTo>
                  <a:pt x="115" y="700"/>
                </a:lnTo>
                <a:lnTo>
                  <a:pt x="115" y="818"/>
                </a:lnTo>
                <a:lnTo>
                  <a:pt x="700" y="818"/>
                </a:lnTo>
                <a:close/>
                <a:moveTo>
                  <a:pt x="115" y="468"/>
                </a:moveTo>
                <a:lnTo>
                  <a:pt x="115" y="586"/>
                </a:lnTo>
                <a:lnTo>
                  <a:pt x="350" y="586"/>
                </a:lnTo>
                <a:lnTo>
                  <a:pt x="350" y="468"/>
                </a:lnTo>
                <a:lnTo>
                  <a:pt x="115" y="468"/>
                </a:lnTo>
                <a:close/>
                <a:moveTo>
                  <a:pt x="1050" y="0"/>
                </a:moveTo>
                <a:cubicBezTo>
                  <a:pt x="1113" y="0"/>
                  <a:pt x="1165" y="55"/>
                  <a:pt x="1165" y="118"/>
                </a:cubicBezTo>
                <a:lnTo>
                  <a:pt x="1165" y="818"/>
                </a:lnTo>
                <a:cubicBezTo>
                  <a:pt x="1165" y="881"/>
                  <a:pt x="1113" y="936"/>
                  <a:pt x="1050" y="936"/>
                </a:cubicBezTo>
                <a:lnTo>
                  <a:pt x="115" y="936"/>
                </a:lnTo>
                <a:cubicBezTo>
                  <a:pt x="52" y="936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7" y="2403475"/>
            <a:ext cx="419100" cy="293688"/>
          </a:xfrm>
          <a:custGeom>
            <a:avLst/>
            <a:gdLst>
              <a:gd name="T0" fmla="*/ 845 w 1166"/>
              <a:gd name="T1" fmla="*/ 407 h 816"/>
              <a:gd name="T2" fmla="*/ 640 w 1166"/>
              <a:gd name="T3" fmla="*/ 202 h 816"/>
              <a:gd name="T4" fmla="*/ 640 w 1166"/>
              <a:gd name="T5" fmla="*/ 350 h 816"/>
              <a:gd name="T6" fmla="*/ 290 w 1166"/>
              <a:gd name="T7" fmla="*/ 350 h 816"/>
              <a:gd name="T8" fmla="*/ 290 w 1166"/>
              <a:gd name="T9" fmla="*/ 202 h 816"/>
              <a:gd name="T10" fmla="*/ 88 w 1166"/>
              <a:gd name="T11" fmla="*/ 407 h 816"/>
              <a:gd name="T12" fmla="*/ 290 w 1166"/>
              <a:gd name="T13" fmla="*/ 612 h 816"/>
              <a:gd name="T14" fmla="*/ 290 w 1166"/>
              <a:gd name="T15" fmla="*/ 465 h 816"/>
              <a:gd name="T16" fmla="*/ 640 w 1166"/>
              <a:gd name="T17" fmla="*/ 465 h 816"/>
              <a:gd name="T18" fmla="*/ 640 w 1166"/>
              <a:gd name="T19" fmla="*/ 612 h 816"/>
              <a:gd name="T20" fmla="*/ 845 w 1166"/>
              <a:gd name="T21" fmla="*/ 407 h 816"/>
              <a:gd name="T22" fmla="*/ 1165 w 1166"/>
              <a:gd name="T23" fmla="*/ 27 h 816"/>
              <a:gd name="T24" fmla="*/ 1165 w 1166"/>
              <a:gd name="T25" fmla="*/ 787 h 816"/>
              <a:gd name="T26" fmla="*/ 932 w 1166"/>
              <a:gd name="T27" fmla="*/ 552 h 816"/>
              <a:gd name="T28" fmla="*/ 932 w 1166"/>
              <a:gd name="T29" fmla="*/ 757 h 816"/>
              <a:gd name="T30" fmla="*/ 875 w 1166"/>
              <a:gd name="T31" fmla="*/ 815 h 816"/>
              <a:gd name="T32" fmla="*/ 57 w 1166"/>
              <a:gd name="T33" fmla="*/ 815 h 816"/>
              <a:gd name="T34" fmla="*/ 0 w 1166"/>
              <a:gd name="T35" fmla="*/ 757 h 816"/>
              <a:gd name="T36" fmla="*/ 0 w 1166"/>
              <a:gd name="T37" fmla="*/ 57 h 816"/>
              <a:gd name="T38" fmla="*/ 57 w 1166"/>
              <a:gd name="T39" fmla="*/ 0 h 816"/>
              <a:gd name="T40" fmla="*/ 875 w 1166"/>
              <a:gd name="T41" fmla="*/ 0 h 816"/>
              <a:gd name="T42" fmla="*/ 932 w 1166"/>
              <a:gd name="T43" fmla="*/ 57 h 816"/>
              <a:gd name="T44" fmla="*/ 932 w 1166"/>
              <a:gd name="T45" fmla="*/ 262 h 816"/>
              <a:gd name="T46" fmla="*/ 1165 w 1166"/>
              <a:gd name="T47" fmla="*/ 27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816">
                <a:moveTo>
                  <a:pt x="845" y="407"/>
                </a:moveTo>
                <a:lnTo>
                  <a:pt x="640" y="202"/>
                </a:lnTo>
                <a:lnTo>
                  <a:pt x="640" y="350"/>
                </a:lnTo>
                <a:lnTo>
                  <a:pt x="290" y="350"/>
                </a:lnTo>
                <a:lnTo>
                  <a:pt x="290" y="202"/>
                </a:lnTo>
                <a:lnTo>
                  <a:pt x="88" y="407"/>
                </a:lnTo>
                <a:lnTo>
                  <a:pt x="290" y="612"/>
                </a:lnTo>
                <a:lnTo>
                  <a:pt x="290" y="465"/>
                </a:lnTo>
                <a:lnTo>
                  <a:pt x="640" y="465"/>
                </a:lnTo>
                <a:lnTo>
                  <a:pt x="640" y="612"/>
                </a:lnTo>
                <a:lnTo>
                  <a:pt x="845" y="407"/>
                </a:lnTo>
                <a:close/>
                <a:moveTo>
                  <a:pt x="1165" y="27"/>
                </a:moveTo>
                <a:lnTo>
                  <a:pt x="1165" y="787"/>
                </a:lnTo>
                <a:lnTo>
                  <a:pt x="932" y="552"/>
                </a:lnTo>
                <a:lnTo>
                  <a:pt x="932" y="757"/>
                </a:lnTo>
                <a:cubicBezTo>
                  <a:pt x="932" y="790"/>
                  <a:pt x="908" y="815"/>
                  <a:pt x="875" y="815"/>
                </a:cubicBezTo>
                <a:lnTo>
                  <a:pt x="57" y="815"/>
                </a:lnTo>
                <a:cubicBezTo>
                  <a:pt x="25" y="815"/>
                  <a:pt x="0" y="790"/>
                  <a:pt x="0" y="757"/>
                </a:cubicBezTo>
                <a:lnTo>
                  <a:pt x="0" y="57"/>
                </a:lnTo>
                <a:cubicBezTo>
                  <a:pt x="0" y="25"/>
                  <a:pt x="25" y="0"/>
                  <a:pt x="57" y="0"/>
                </a:cubicBezTo>
                <a:lnTo>
                  <a:pt x="875" y="0"/>
                </a:lnTo>
                <a:cubicBezTo>
                  <a:pt x="908" y="0"/>
                  <a:pt x="932" y="25"/>
                  <a:pt x="932" y="57"/>
                </a:cubicBezTo>
                <a:lnTo>
                  <a:pt x="932" y="262"/>
                </a:lnTo>
                <a:lnTo>
                  <a:pt x="1165" y="2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43126" y="2298702"/>
            <a:ext cx="398463" cy="504825"/>
          </a:xfrm>
          <a:custGeom>
            <a:avLst/>
            <a:gdLst>
              <a:gd name="T0" fmla="*/ 990 w 1109"/>
              <a:gd name="T1" fmla="*/ 1108 h 1401"/>
              <a:gd name="T2" fmla="*/ 990 w 1109"/>
              <a:gd name="T3" fmla="*/ 175 h 1401"/>
              <a:gd name="T4" fmla="*/ 115 w 1109"/>
              <a:gd name="T5" fmla="*/ 175 h 1401"/>
              <a:gd name="T6" fmla="*/ 115 w 1109"/>
              <a:gd name="T7" fmla="*/ 1108 h 1401"/>
              <a:gd name="T8" fmla="*/ 990 w 1109"/>
              <a:gd name="T9" fmla="*/ 1108 h 1401"/>
              <a:gd name="T10" fmla="*/ 553 w 1109"/>
              <a:gd name="T11" fmla="*/ 1343 h 1401"/>
              <a:gd name="T12" fmla="*/ 640 w 1109"/>
              <a:gd name="T13" fmla="*/ 1255 h 1401"/>
              <a:gd name="T14" fmla="*/ 553 w 1109"/>
              <a:gd name="T15" fmla="*/ 1168 h 1401"/>
              <a:gd name="T16" fmla="*/ 465 w 1109"/>
              <a:gd name="T17" fmla="*/ 1255 h 1401"/>
              <a:gd name="T18" fmla="*/ 553 w 1109"/>
              <a:gd name="T19" fmla="*/ 1343 h 1401"/>
              <a:gd name="T20" fmla="*/ 963 w 1109"/>
              <a:gd name="T21" fmla="*/ 0 h 1401"/>
              <a:gd name="T22" fmla="*/ 1108 w 1109"/>
              <a:gd name="T23" fmla="*/ 145 h 1401"/>
              <a:gd name="T24" fmla="*/ 1108 w 1109"/>
              <a:gd name="T25" fmla="*/ 1255 h 1401"/>
              <a:gd name="T26" fmla="*/ 963 w 1109"/>
              <a:gd name="T27" fmla="*/ 1400 h 1401"/>
              <a:gd name="T28" fmla="*/ 145 w 1109"/>
              <a:gd name="T29" fmla="*/ 1400 h 1401"/>
              <a:gd name="T30" fmla="*/ 0 w 1109"/>
              <a:gd name="T31" fmla="*/ 1255 h 1401"/>
              <a:gd name="T32" fmla="*/ 0 w 1109"/>
              <a:gd name="T33" fmla="*/ 145 h 1401"/>
              <a:gd name="T34" fmla="*/ 145 w 1109"/>
              <a:gd name="T35" fmla="*/ 0 h 1401"/>
              <a:gd name="T36" fmla="*/ 963 w 1109"/>
              <a:gd name="T37" fmla="*/ 0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09" h="1401">
                <a:moveTo>
                  <a:pt x="990" y="1108"/>
                </a:moveTo>
                <a:lnTo>
                  <a:pt x="990" y="175"/>
                </a:lnTo>
                <a:lnTo>
                  <a:pt x="115" y="175"/>
                </a:lnTo>
                <a:lnTo>
                  <a:pt x="115" y="1108"/>
                </a:lnTo>
                <a:lnTo>
                  <a:pt x="990" y="1108"/>
                </a:lnTo>
                <a:close/>
                <a:moveTo>
                  <a:pt x="553" y="1343"/>
                </a:moveTo>
                <a:cubicBezTo>
                  <a:pt x="602" y="1343"/>
                  <a:pt x="640" y="1304"/>
                  <a:pt x="640" y="1255"/>
                </a:cubicBezTo>
                <a:cubicBezTo>
                  <a:pt x="640" y="1205"/>
                  <a:pt x="602" y="1168"/>
                  <a:pt x="553" y="1168"/>
                </a:cubicBezTo>
                <a:cubicBezTo>
                  <a:pt x="504" y="1168"/>
                  <a:pt x="465" y="1205"/>
                  <a:pt x="465" y="1255"/>
                </a:cubicBezTo>
                <a:cubicBezTo>
                  <a:pt x="465" y="1304"/>
                  <a:pt x="504" y="1343"/>
                  <a:pt x="553" y="1343"/>
                </a:cubicBezTo>
                <a:close/>
                <a:moveTo>
                  <a:pt x="963" y="0"/>
                </a:moveTo>
                <a:cubicBezTo>
                  <a:pt x="1042" y="0"/>
                  <a:pt x="1108" y="66"/>
                  <a:pt x="1108" y="145"/>
                </a:cubicBezTo>
                <a:lnTo>
                  <a:pt x="1108" y="1255"/>
                </a:lnTo>
                <a:cubicBezTo>
                  <a:pt x="1108" y="1335"/>
                  <a:pt x="1042" y="1400"/>
                  <a:pt x="963" y="1400"/>
                </a:cubicBezTo>
                <a:lnTo>
                  <a:pt x="145" y="1400"/>
                </a:lnTo>
                <a:cubicBezTo>
                  <a:pt x="66" y="1400"/>
                  <a:pt x="0" y="1335"/>
                  <a:pt x="0" y="1255"/>
                </a:cubicBezTo>
                <a:lnTo>
                  <a:pt x="0" y="145"/>
                </a:lnTo>
                <a:cubicBezTo>
                  <a:pt x="0" y="66"/>
                  <a:pt x="66" y="0"/>
                  <a:pt x="145" y="0"/>
                </a:cubicBezTo>
                <a:lnTo>
                  <a:pt x="963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30564" y="2298702"/>
            <a:ext cx="377825" cy="504825"/>
          </a:xfrm>
          <a:custGeom>
            <a:avLst/>
            <a:gdLst>
              <a:gd name="T0" fmla="*/ 949 w 1051"/>
              <a:gd name="T1" fmla="*/ 1108 h 1401"/>
              <a:gd name="T2" fmla="*/ 949 w 1051"/>
              <a:gd name="T3" fmla="*/ 175 h 1401"/>
              <a:gd name="T4" fmla="*/ 101 w 1051"/>
              <a:gd name="T5" fmla="*/ 175 h 1401"/>
              <a:gd name="T6" fmla="*/ 101 w 1051"/>
              <a:gd name="T7" fmla="*/ 1108 h 1401"/>
              <a:gd name="T8" fmla="*/ 949 w 1051"/>
              <a:gd name="T9" fmla="*/ 1108 h 1401"/>
              <a:gd name="T10" fmla="*/ 642 w 1051"/>
              <a:gd name="T11" fmla="*/ 1283 h 1401"/>
              <a:gd name="T12" fmla="*/ 642 w 1051"/>
              <a:gd name="T13" fmla="*/ 1225 h 1401"/>
              <a:gd name="T14" fmla="*/ 407 w 1051"/>
              <a:gd name="T15" fmla="*/ 1225 h 1401"/>
              <a:gd name="T16" fmla="*/ 407 w 1051"/>
              <a:gd name="T17" fmla="*/ 1283 h 1401"/>
              <a:gd name="T18" fmla="*/ 642 w 1051"/>
              <a:gd name="T19" fmla="*/ 1283 h 1401"/>
              <a:gd name="T20" fmla="*/ 875 w 1051"/>
              <a:gd name="T21" fmla="*/ 0 h 1401"/>
              <a:gd name="T22" fmla="*/ 1050 w 1051"/>
              <a:gd name="T23" fmla="*/ 175 h 1401"/>
              <a:gd name="T24" fmla="*/ 1050 w 1051"/>
              <a:gd name="T25" fmla="*/ 1225 h 1401"/>
              <a:gd name="T26" fmla="*/ 875 w 1051"/>
              <a:gd name="T27" fmla="*/ 1400 h 1401"/>
              <a:gd name="T28" fmla="*/ 175 w 1051"/>
              <a:gd name="T29" fmla="*/ 1400 h 1401"/>
              <a:gd name="T30" fmla="*/ 0 w 1051"/>
              <a:gd name="T31" fmla="*/ 1225 h 1401"/>
              <a:gd name="T32" fmla="*/ 0 w 1051"/>
              <a:gd name="T33" fmla="*/ 175 h 1401"/>
              <a:gd name="T34" fmla="*/ 175 w 1051"/>
              <a:gd name="T35" fmla="*/ 0 h 1401"/>
              <a:gd name="T36" fmla="*/ 875 w 1051"/>
              <a:gd name="T37" fmla="*/ 0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51" h="1401">
                <a:moveTo>
                  <a:pt x="949" y="1108"/>
                </a:moveTo>
                <a:lnTo>
                  <a:pt x="949" y="175"/>
                </a:lnTo>
                <a:lnTo>
                  <a:pt x="101" y="175"/>
                </a:lnTo>
                <a:lnTo>
                  <a:pt x="101" y="1108"/>
                </a:lnTo>
                <a:lnTo>
                  <a:pt x="949" y="1108"/>
                </a:lnTo>
                <a:close/>
                <a:moveTo>
                  <a:pt x="642" y="1283"/>
                </a:moveTo>
                <a:lnTo>
                  <a:pt x="642" y="1225"/>
                </a:lnTo>
                <a:lnTo>
                  <a:pt x="407" y="1225"/>
                </a:lnTo>
                <a:lnTo>
                  <a:pt x="407" y="1283"/>
                </a:lnTo>
                <a:lnTo>
                  <a:pt x="642" y="1283"/>
                </a:lnTo>
                <a:close/>
                <a:moveTo>
                  <a:pt x="875" y="0"/>
                </a:moveTo>
                <a:cubicBezTo>
                  <a:pt x="970" y="0"/>
                  <a:pt x="1050" y="80"/>
                  <a:pt x="1050" y="175"/>
                </a:cubicBezTo>
                <a:lnTo>
                  <a:pt x="1050" y="1225"/>
                </a:lnTo>
                <a:cubicBezTo>
                  <a:pt x="1050" y="1321"/>
                  <a:pt x="970" y="1400"/>
                  <a:pt x="875" y="1400"/>
                </a:cubicBezTo>
                <a:lnTo>
                  <a:pt x="175" y="1400"/>
                </a:lnTo>
                <a:cubicBezTo>
                  <a:pt x="79" y="1400"/>
                  <a:pt x="0" y="1321"/>
                  <a:pt x="0" y="1225"/>
                </a:cubicBezTo>
                <a:lnTo>
                  <a:pt x="0" y="175"/>
                </a:lnTo>
                <a:cubicBezTo>
                  <a:pt x="0" y="80"/>
                  <a:pt x="79" y="0"/>
                  <a:pt x="175" y="0"/>
                </a:cubicBezTo>
                <a:lnTo>
                  <a:pt x="87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264024" y="2360614"/>
            <a:ext cx="463550" cy="377825"/>
          </a:xfrm>
          <a:custGeom>
            <a:avLst/>
            <a:gdLst>
              <a:gd name="T0" fmla="*/ 1167 w 1286"/>
              <a:gd name="T1" fmla="*/ 933 h 1051"/>
              <a:gd name="T2" fmla="*/ 1167 w 1286"/>
              <a:gd name="T3" fmla="*/ 350 h 1051"/>
              <a:gd name="T4" fmla="*/ 700 w 1286"/>
              <a:gd name="T5" fmla="*/ 350 h 1051"/>
              <a:gd name="T6" fmla="*/ 700 w 1286"/>
              <a:gd name="T7" fmla="*/ 118 h 1051"/>
              <a:gd name="T8" fmla="*/ 118 w 1286"/>
              <a:gd name="T9" fmla="*/ 118 h 1051"/>
              <a:gd name="T10" fmla="*/ 118 w 1286"/>
              <a:gd name="T11" fmla="*/ 933 h 1051"/>
              <a:gd name="T12" fmla="*/ 1167 w 1286"/>
              <a:gd name="T13" fmla="*/ 933 h 1051"/>
              <a:gd name="T14" fmla="*/ 1167 w 1286"/>
              <a:gd name="T15" fmla="*/ 0 h 1051"/>
              <a:gd name="T16" fmla="*/ 1285 w 1286"/>
              <a:gd name="T17" fmla="*/ 118 h 1051"/>
              <a:gd name="T18" fmla="*/ 1285 w 1286"/>
              <a:gd name="T19" fmla="*/ 933 h 1051"/>
              <a:gd name="T20" fmla="*/ 1167 w 1286"/>
              <a:gd name="T21" fmla="*/ 1050 h 1051"/>
              <a:gd name="T22" fmla="*/ 118 w 1286"/>
              <a:gd name="T23" fmla="*/ 1050 h 1051"/>
              <a:gd name="T24" fmla="*/ 0 w 1286"/>
              <a:gd name="T25" fmla="*/ 933 h 1051"/>
              <a:gd name="T26" fmla="*/ 0 w 1286"/>
              <a:gd name="T27" fmla="*/ 118 h 1051"/>
              <a:gd name="T28" fmla="*/ 118 w 1286"/>
              <a:gd name="T29" fmla="*/ 0 h 1051"/>
              <a:gd name="T30" fmla="*/ 1167 w 1286"/>
              <a:gd name="T31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6" h="1051">
                <a:moveTo>
                  <a:pt x="1167" y="933"/>
                </a:moveTo>
                <a:lnTo>
                  <a:pt x="1167" y="350"/>
                </a:lnTo>
                <a:lnTo>
                  <a:pt x="700" y="350"/>
                </a:lnTo>
                <a:lnTo>
                  <a:pt x="700" y="118"/>
                </a:lnTo>
                <a:lnTo>
                  <a:pt x="118" y="118"/>
                </a:lnTo>
                <a:lnTo>
                  <a:pt x="118" y="933"/>
                </a:lnTo>
                <a:lnTo>
                  <a:pt x="1167" y="933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933"/>
                </a:lnTo>
                <a:cubicBezTo>
                  <a:pt x="1285" y="996"/>
                  <a:pt x="1230" y="1050"/>
                  <a:pt x="1167" y="1050"/>
                </a:cubicBezTo>
                <a:lnTo>
                  <a:pt x="118" y="1050"/>
                </a:lnTo>
                <a:cubicBezTo>
                  <a:pt x="55" y="1050"/>
                  <a:pt x="0" y="996"/>
                  <a:pt x="0" y="933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41937" y="2360614"/>
            <a:ext cx="463550" cy="377825"/>
          </a:xfrm>
          <a:custGeom>
            <a:avLst/>
            <a:gdLst>
              <a:gd name="T0" fmla="*/ 935 w 1286"/>
              <a:gd name="T1" fmla="*/ 933 h 1051"/>
              <a:gd name="T2" fmla="*/ 1050 w 1286"/>
              <a:gd name="T3" fmla="*/ 1050 h 1051"/>
              <a:gd name="T4" fmla="*/ 700 w 1286"/>
              <a:gd name="T5" fmla="*/ 1050 h 1051"/>
              <a:gd name="T6" fmla="*/ 817 w 1286"/>
              <a:gd name="T7" fmla="*/ 933 h 1051"/>
              <a:gd name="T8" fmla="*/ 700 w 1286"/>
              <a:gd name="T9" fmla="*/ 1050 h 1051"/>
              <a:gd name="T10" fmla="*/ 1167 w 1286"/>
              <a:gd name="T11" fmla="*/ 468 h 1051"/>
              <a:gd name="T12" fmla="*/ 1285 w 1286"/>
              <a:gd name="T13" fmla="*/ 583 h 1051"/>
              <a:gd name="T14" fmla="*/ 1167 w 1286"/>
              <a:gd name="T15" fmla="*/ 1050 h 1051"/>
              <a:gd name="T16" fmla="*/ 1285 w 1286"/>
              <a:gd name="T17" fmla="*/ 933 h 1051"/>
              <a:gd name="T18" fmla="*/ 235 w 1286"/>
              <a:gd name="T19" fmla="*/ 118 h 1051"/>
              <a:gd name="T20" fmla="*/ 350 w 1286"/>
              <a:gd name="T21" fmla="*/ 0 h 1051"/>
              <a:gd name="T22" fmla="*/ 235 w 1286"/>
              <a:gd name="T23" fmla="*/ 118 h 1051"/>
              <a:gd name="T24" fmla="*/ 235 w 1286"/>
              <a:gd name="T25" fmla="*/ 933 h 1051"/>
              <a:gd name="T26" fmla="*/ 350 w 1286"/>
              <a:gd name="T27" fmla="*/ 1050 h 1051"/>
              <a:gd name="T28" fmla="*/ 467 w 1286"/>
              <a:gd name="T29" fmla="*/ 118 h 1051"/>
              <a:gd name="T30" fmla="*/ 585 w 1286"/>
              <a:gd name="T31" fmla="*/ 0 h 1051"/>
              <a:gd name="T32" fmla="*/ 467 w 1286"/>
              <a:gd name="T33" fmla="*/ 118 h 1051"/>
              <a:gd name="T34" fmla="*/ 1285 w 1286"/>
              <a:gd name="T35" fmla="*/ 700 h 1051"/>
              <a:gd name="T36" fmla="*/ 1167 w 1286"/>
              <a:gd name="T37" fmla="*/ 818 h 1051"/>
              <a:gd name="T38" fmla="*/ 1167 w 1286"/>
              <a:gd name="T39" fmla="*/ 0 h 1051"/>
              <a:gd name="T40" fmla="*/ 1285 w 1286"/>
              <a:gd name="T41" fmla="*/ 350 h 1051"/>
              <a:gd name="T42" fmla="*/ 700 w 1286"/>
              <a:gd name="T43" fmla="*/ 0 h 1051"/>
              <a:gd name="T44" fmla="*/ 117 w 1286"/>
              <a:gd name="T45" fmla="*/ 1050 h 1051"/>
              <a:gd name="T46" fmla="*/ 117 w 1286"/>
              <a:gd name="T47" fmla="*/ 933 h 1051"/>
              <a:gd name="T48" fmla="*/ 0 w 1286"/>
              <a:gd name="T49" fmla="*/ 700 h 1051"/>
              <a:gd name="T50" fmla="*/ 117 w 1286"/>
              <a:gd name="T51" fmla="*/ 818 h 1051"/>
              <a:gd name="T52" fmla="*/ 0 w 1286"/>
              <a:gd name="T53" fmla="*/ 700 h 1051"/>
              <a:gd name="T54" fmla="*/ 467 w 1286"/>
              <a:gd name="T55" fmla="*/ 933 h 1051"/>
              <a:gd name="T56" fmla="*/ 585 w 1286"/>
              <a:gd name="T57" fmla="*/ 1050 h 1051"/>
              <a:gd name="T58" fmla="*/ 0 w 1286"/>
              <a:gd name="T59" fmla="*/ 118 h 1051"/>
              <a:gd name="T60" fmla="*/ 117 w 1286"/>
              <a:gd name="T61" fmla="*/ 118 h 1051"/>
              <a:gd name="T62" fmla="*/ 0 w 1286"/>
              <a:gd name="T63" fmla="*/ 583 h 1051"/>
              <a:gd name="T64" fmla="*/ 117 w 1286"/>
              <a:gd name="T65" fmla="*/ 468 h 1051"/>
              <a:gd name="T66" fmla="*/ 0 w 1286"/>
              <a:gd name="T67" fmla="*/ 583 h 1051"/>
              <a:gd name="T68" fmla="*/ 0 w 1286"/>
              <a:gd name="T69" fmla="*/ 233 h 1051"/>
              <a:gd name="T70" fmla="*/ 117 w 1286"/>
              <a:gd name="T71" fmla="*/ 3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6" h="1051">
                <a:moveTo>
                  <a:pt x="935" y="1050"/>
                </a:moveTo>
                <a:lnTo>
                  <a:pt x="935" y="933"/>
                </a:lnTo>
                <a:lnTo>
                  <a:pt x="1050" y="933"/>
                </a:lnTo>
                <a:lnTo>
                  <a:pt x="1050" y="1050"/>
                </a:lnTo>
                <a:lnTo>
                  <a:pt x="935" y="1050"/>
                </a:lnTo>
                <a:close/>
                <a:moveTo>
                  <a:pt x="700" y="1050"/>
                </a:moveTo>
                <a:lnTo>
                  <a:pt x="700" y="933"/>
                </a:lnTo>
                <a:lnTo>
                  <a:pt x="817" y="933"/>
                </a:lnTo>
                <a:lnTo>
                  <a:pt x="817" y="1050"/>
                </a:lnTo>
                <a:lnTo>
                  <a:pt x="700" y="1050"/>
                </a:lnTo>
                <a:close/>
                <a:moveTo>
                  <a:pt x="1167" y="583"/>
                </a:moveTo>
                <a:lnTo>
                  <a:pt x="1167" y="468"/>
                </a:lnTo>
                <a:lnTo>
                  <a:pt x="1285" y="468"/>
                </a:lnTo>
                <a:lnTo>
                  <a:pt x="1285" y="583"/>
                </a:lnTo>
                <a:lnTo>
                  <a:pt x="1167" y="583"/>
                </a:lnTo>
                <a:close/>
                <a:moveTo>
                  <a:pt x="1167" y="1050"/>
                </a:moveTo>
                <a:lnTo>
                  <a:pt x="1167" y="933"/>
                </a:lnTo>
                <a:lnTo>
                  <a:pt x="1285" y="933"/>
                </a:lnTo>
                <a:cubicBezTo>
                  <a:pt x="1285" y="996"/>
                  <a:pt x="1230" y="1050"/>
                  <a:pt x="1167" y="1050"/>
                </a:cubicBezTo>
                <a:close/>
                <a:moveTo>
                  <a:pt x="235" y="118"/>
                </a:moveTo>
                <a:lnTo>
                  <a:pt x="235" y="0"/>
                </a:lnTo>
                <a:lnTo>
                  <a:pt x="350" y="0"/>
                </a:lnTo>
                <a:lnTo>
                  <a:pt x="350" y="118"/>
                </a:lnTo>
                <a:lnTo>
                  <a:pt x="235" y="118"/>
                </a:lnTo>
                <a:close/>
                <a:moveTo>
                  <a:pt x="235" y="1050"/>
                </a:moveTo>
                <a:lnTo>
                  <a:pt x="235" y="933"/>
                </a:lnTo>
                <a:lnTo>
                  <a:pt x="350" y="933"/>
                </a:lnTo>
                <a:lnTo>
                  <a:pt x="350" y="1050"/>
                </a:lnTo>
                <a:lnTo>
                  <a:pt x="235" y="1050"/>
                </a:lnTo>
                <a:close/>
                <a:moveTo>
                  <a:pt x="467" y="118"/>
                </a:moveTo>
                <a:lnTo>
                  <a:pt x="467" y="0"/>
                </a:lnTo>
                <a:lnTo>
                  <a:pt x="585" y="0"/>
                </a:lnTo>
                <a:lnTo>
                  <a:pt x="585" y="118"/>
                </a:lnTo>
                <a:lnTo>
                  <a:pt x="467" y="118"/>
                </a:lnTo>
                <a:close/>
                <a:moveTo>
                  <a:pt x="1167" y="700"/>
                </a:moveTo>
                <a:lnTo>
                  <a:pt x="1285" y="700"/>
                </a:lnTo>
                <a:lnTo>
                  <a:pt x="1285" y="818"/>
                </a:lnTo>
                <a:lnTo>
                  <a:pt x="1167" y="818"/>
                </a:lnTo>
                <a:lnTo>
                  <a:pt x="1167" y="700"/>
                </a:lnTo>
                <a:close/>
                <a:moveTo>
                  <a:pt x="1167" y="0"/>
                </a:moveTo>
                <a:cubicBezTo>
                  <a:pt x="1230" y="0"/>
                  <a:pt x="1285" y="55"/>
                  <a:pt x="1285" y="118"/>
                </a:cubicBezTo>
                <a:lnTo>
                  <a:pt x="1285" y="350"/>
                </a:lnTo>
                <a:lnTo>
                  <a:pt x="700" y="350"/>
                </a:lnTo>
                <a:lnTo>
                  <a:pt x="700" y="0"/>
                </a:lnTo>
                <a:lnTo>
                  <a:pt x="1167" y="0"/>
                </a:lnTo>
                <a:close/>
                <a:moveTo>
                  <a:pt x="117" y="1050"/>
                </a:moveTo>
                <a:cubicBezTo>
                  <a:pt x="54" y="1050"/>
                  <a:pt x="0" y="996"/>
                  <a:pt x="0" y="933"/>
                </a:cubicBezTo>
                <a:lnTo>
                  <a:pt x="117" y="933"/>
                </a:lnTo>
                <a:lnTo>
                  <a:pt x="117" y="1050"/>
                </a:lnTo>
                <a:close/>
                <a:moveTo>
                  <a:pt x="0" y="700"/>
                </a:moveTo>
                <a:lnTo>
                  <a:pt x="117" y="700"/>
                </a:lnTo>
                <a:lnTo>
                  <a:pt x="117" y="818"/>
                </a:lnTo>
                <a:lnTo>
                  <a:pt x="0" y="818"/>
                </a:lnTo>
                <a:lnTo>
                  <a:pt x="0" y="700"/>
                </a:lnTo>
                <a:close/>
                <a:moveTo>
                  <a:pt x="467" y="1050"/>
                </a:moveTo>
                <a:lnTo>
                  <a:pt x="467" y="933"/>
                </a:lnTo>
                <a:lnTo>
                  <a:pt x="585" y="933"/>
                </a:lnTo>
                <a:lnTo>
                  <a:pt x="585" y="1050"/>
                </a:lnTo>
                <a:lnTo>
                  <a:pt x="467" y="1050"/>
                </a:lnTo>
                <a:close/>
                <a:moveTo>
                  <a:pt x="0" y="118"/>
                </a:moveTo>
                <a:cubicBezTo>
                  <a:pt x="0" y="55"/>
                  <a:pt x="54" y="0"/>
                  <a:pt x="117" y="0"/>
                </a:cubicBezTo>
                <a:lnTo>
                  <a:pt x="117" y="118"/>
                </a:lnTo>
                <a:lnTo>
                  <a:pt x="0" y="118"/>
                </a:lnTo>
                <a:close/>
                <a:moveTo>
                  <a:pt x="0" y="583"/>
                </a:moveTo>
                <a:lnTo>
                  <a:pt x="0" y="468"/>
                </a:lnTo>
                <a:lnTo>
                  <a:pt x="117" y="468"/>
                </a:lnTo>
                <a:lnTo>
                  <a:pt x="117" y="583"/>
                </a:lnTo>
                <a:lnTo>
                  <a:pt x="0" y="583"/>
                </a:lnTo>
                <a:close/>
                <a:moveTo>
                  <a:pt x="0" y="350"/>
                </a:moveTo>
                <a:lnTo>
                  <a:pt x="0" y="233"/>
                </a:lnTo>
                <a:lnTo>
                  <a:pt x="117" y="233"/>
                </a:lnTo>
                <a:lnTo>
                  <a:pt x="117" y="350"/>
                </a:lnTo>
                <a:lnTo>
                  <a:pt x="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502399" y="2319338"/>
            <a:ext cx="293688" cy="463550"/>
          </a:xfrm>
          <a:custGeom>
            <a:avLst/>
            <a:gdLst>
              <a:gd name="T0" fmla="*/ 640 w 816"/>
              <a:gd name="T1" fmla="*/ 700 h 1286"/>
              <a:gd name="T2" fmla="*/ 408 w 816"/>
              <a:gd name="T3" fmla="*/ 935 h 1286"/>
              <a:gd name="T4" fmla="*/ 175 w 816"/>
              <a:gd name="T5" fmla="*/ 700 h 1286"/>
              <a:gd name="T6" fmla="*/ 350 w 816"/>
              <a:gd name="T7" fmla="*/ 700 h 1286"/>
              <a:gd name="T8" fmla="*/ 350 w 816"/>
              <a:gd name="T9" fmla="*/ 410 h 1286"/>
              <a:gd name="T10" fmla="*/ 465 w 816"/>
              <a:gd name="T11" fmla="*/ 410 h 1286"/>
              <a:gd name="T12" fmla="*/ 465 w 816"/>
              <a:gd name="T13" fmla="*/ 700 h 1286"/>
              <a:gd name="T14" fmla="*/ 640 w 816"/>
              <a:gd name="T15" fmla="*/ 700 h 1286"/>
              <a:gd name="T16" fmla="*/ 700 w 816"/>
              <a:gd name="T17" fmla="*/ 1050 h 1286"/>
              <a:gd name="T18" fmla="*/ 700 w 816"/>
              <a:gd name="T19" fmla="*/ 235 h 1286"/>
              <a:gd name="T20" fmla="*/ 115 w 816"/>
              <a:gd name="T21" fmla="*/ 235 h 1286"/>
              <a:gd name="T22" fmla="*/ 115 w 816"/>
              <a:gd name="T23" fmla="*/ 1050 h 1286"/>
              <a:gd name="T24" fmla="*/ 700 w 816"/>
              <a:gd name="T25" fmla="*/ 1050 h 1286"/>
              <a:gd name="T26" fmla="*/ 700 w 816"/>
              <a:gd name="T27" fmla="*/ 3 h 1286"/>
              <a:gd name="T28" fmla="*/ 815 w 816"/>
              <a:gd name="T29" fmla="*/ 117 h 1286"/>
              <a:gd name="T30" fmla="*/ 815 w 816"/>
              <a:gd name="T31" fmla="*/ 1167 h 1286"/>
              <a:gd name="T32" fmla="*/ 700 w 816"/>
              <a:gd name="T33" fmla="*/ 1285 h 1286"/>
              <a:gd name="T34" fmla="*/ 115 w 816"/>
              <a:gd name="T35" fmla="*/ 1285 h 1286"/>
              <a:gd name="T36" fmla="*/ 0 w 816"/>
              <a:gd name="T37" fmla="*/ 1167 h 1286"/>
              <a:gd name="T38" fmla="*/ 0 w 816"/>
              <a:gd name="T39" fmla="*/ 117 h 1286"/>
              <a:gd name="T40" fmla="*/ 115 w 816"/>
              <a:gd name="T41" fmla="*/ 0 h 1286"/>
              <a:gd name="T42" fmla="*/ 700 w 816"/>
              <a:gd name="T43" fmla="*/ 3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16" h="1286">
                <a:moveTo>
                  <a:pt x="640" y="700"/>
                </a:moveTo>
                <a:lnTo>
                  <a:pt x="408" y="935"/>
                </a:lnTo>
                <a:lnTo>
                  <a:pt x="175" y="700"/>
                </a:lnTo>
                <a:lnTo>
                  <a:pt x="350" y="700"/>
                </a:lnTo>
                <a:lnTo>
                  <a:pt x="350" y="410"/>
                </a:lnTo>
                <a:lnTo>
                  <a:pt x="465" y="410"/>
                </a:lnTo>
                <a:lnTo>
                  <a:pt x="465" y="700"/>
                </a:lnTo>
                <a:lnTo>
                  <a:pt x="640" y="700"/>
                </a:lnTo>
                <a:close/>
                <a:moveTo>
                  <a:pt x="700" y="1050"/>
                </a:moveTo>
                <a:lnTo>
                  <a:pt x="700" y="235"/>
                </a:lnTo>
                <a:lnTo>
                  <a:pt x="115" y="235"/>
                </a:lnTo>
                <a:lnTo>
                  <a:pt x="115" y="1050"/>
                </a:lnTo>
                <a:lnTo>
                  <a:pt x="700" y="1050"/>
                </a:lnTo>
                <a:close/>
                <a:moveTo>
                  <a:pt x="700" y="3"/>
                </a:moveTo>
                <a:cubicBezTo>
                  <a:pt x="763" y="3"/>
                  <a:pt x="815" y="55"/>
                  <a:pt x="815" y="117"/>
                </a:cubicBezTo>
                <a:lnTo>
                  <a:pt x="815" y="1167"/>
                </a:lnTo>
                <a:cubicBezTo>
                  <a:pt x="815" y="1230"/>
                  <a:pt x="763" y="1285"/>
                  <a:pt x="700" y="1285"/>
                </a:cubicBezTo>
                <a:lnTo>
                  <a:pt x="115" y="1285"/>
                </a:lnTo>
                <a:cubicBezTo>
                  <a:pt x="52" y="1285"/>
                  <a:pt x="0" y="1230"/>
                  <a:pt x="0" y="1167"/>
                </a:cubicBezTo>
                <a:lnTo>
                  <a:pt x="0" y="117"/>
                </a:lnTo>
                <a:cubicBezTo>
                  <a:pt x="0" y="55"/>
                  <a:pt x="52" y="0"/>
                  <a:pt x="115" y="0"/>
                </a:cubicBezTo>
                <a:lnTo>
                  <a:pt x="700" y="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494587" y="2360614"/>
            <a:ext cx="463550" cy="377825"/>
          </a:xfrm>
          <a:custGeom>
            <a:avLst/>
            <a:gdLst>
              <a:gd name="T0" fmla="*/ 1168 w 1286"/>
              <a:gd name="T1" fmla="*/ 0 h 1051"/>
              <a:gd name="T2" fmla="*/ 1285 w 1286"/>
              <a:gd name="T3" fmla="*/ 115 h 1051"/>
              <a:gd name="T4" fmla="*/ 1285 w 1286"/>
              <a:gd name="T5" fmla="*/ 933 h 1051"/>
              <a:gd name="T6" fmla="*/ 1168 w 1286"/>
              <a:gd name="T7" fmla="*/ 1050 h 1051"/>
              <a:gd name="T8" fmla="*/ 118 w 1286"/>
              <a:gd name="T9" fmla="*/ 1050 h 1051"/>
              <a:gd name="T10" fmla="*/ 0 w 1286"/>
              <a:gd name="T11" fmla="*/ 933 h 1051"/>
              <a:gd name="T12" fmla="*/ 0 w 1286"/>
              <a:gd name="T13" fmla="*/ 115 h 1051"/>
              <a:gd name="T14" fmla="*/ 118 w 1286"/>
              <a:gd name="T15" fmla="*/ 0 h 1051"/>
              <a:gd name="T16" fmla="*/ 468 w 1286"/>
              <a:gd name="T17" fmla="*/ 0 h 1051"/>
              <a:gd name="T18" fmla="*/ 468 w 1286"/>
              <a:gd name="T19" fmla="*/ 115 h 1051"/>
              <a:gd name="T20" fmla="*/ 118 w 1286"/>
              <a:gd name="T21" fmla="*/ 115 h 1051"/>
              <a:gd name="T22" fmla="*/ 118 w 1286"/>
              <a:gd name="T23" fmla="*/ 933 h 1051"/>
              <a:gd name="T24" fmla="*/ 1168 w 1286"/>
              <a:gd name="T25" fmla="*/ 933 h 1051"/>
              <a:gd name="T26" fmla="*/ 1168 w 1286"/>
              <a:gd name="T27" fmla="*/ 115 h 1051"/>
              <a:gd name="T28" fmla="*/ 818 w 1286"/>
              <a:gd name="T29" fmla="*/ 115 h 1051"/>
              <a:gd name="T30" fmla="*/ 818 w 1286"/>
              <a:gd name="T31" fmla="*/ 0 h 1051"/>
              <a:gd name="T32" fmla="*/ 1168 w 1286"/>
              <a:gd name="T33" fmla="*/ 0 h 1051"/>
              <a:gd name="T34" fmla="*/ 643 w 1286"/>
              <a:gd name="T35" fmla="*/ 758 h 1051"/>
              <a:gd name="T36" fmla="*/ 410 w 1286"/>
              <a:gd name="T37" fmla="*/ 525 h 1051"/>
              <a:gd name="T38" fmla="*/ 585 w 1286"/>
              <a:gd name="T39" fmla="*/ 525 h 1051"/>
              <a:gd name="T40" fmla="*/ 585 w 1286"/>
              <a:gd name="T41" fmla="*/ 0 h 1051"/>
              <a:gd name="T42" fmla="*/ 700 w 1286"/>
              <a:gd name="T43" fmla="*/ 0 h 1051"/>
              <a:gd name="T44" fmla="*/ 700 w 1286"/>
              <a:gd name="T45" fmla="*/ 525 h 1051"/>
              <a:gd name="T46" fmla="*/ 875 w 1286"/>
              <a:gd name="T47" fmla="*/ 525 h 1051"/>
              <a:gd name="T48" fmla="*/ 643 w 1286"/>
              <a:gd name="T49" fmla="*/ 75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86" h="1051">
                <a:moveTo>
                  <a:pt x="1168" y="0"/>
                </a:moveTo>
                <a:cubicBezTo>
                  <a:pt x="1230" y="0"/>
                  <a:pt x="1285" y="52"/>
                  <a:pt x="1285" y="115"/>
                </a:cubicBezTo>
                <a:lnTo>
                  <a:pt x="1285" y="933"/>
                </a:lnTo>
                <a:cubicBezTo>
                  <a:pt x="1285" y="996"/>
                  <a:pt x="1230" y="1050"/>
                  <a:pt x="1168" y="1050"/>
                </a:cubicBezTo>
                <a:lnTo>
                  <a:pt x="118" y="1050"/>
                </a:lnTo>
                <a:cubicBezTo>
                  <a:pt x="55" y="1050"/>
                  <a:pt x="0" y="996"/>
                  <a:pt x="0" y="933"/>
                </a:cubicBezTo>
                <a:lnTo>
                  <a:pt x="0" y="115"/>
                </a:lnTo>
                <a:cubicBezTo>
                  <a:pt x="0" y="52"/>
                  <a:pt x="55" y="0"/>
                  <a:pt x="118" y="0"/>
                </a:cubicBezTo>
                <a:lnTo>
                  <a:pt x="468" y="0"/>
                </a:lnTo>
                <a:lnTo>
                  <a:pt x="468" y="115"/>
                </a:lnTo>
                <a:lnTo>
                  <a:pt x="118" y="115"/>
                </a:lnTo>
                <a:lnTo>
                  <a:pt x="118" y="933"/>
                </a:lnTo>
                <a:lnTo>
                  <a:pt x="1168" y="933"/>
                </a:lnTo>
                <a:lnTo>
                  <a:pt x="1168" y="115"/>
                </a:lnTo>
                <a:lnTo>
                  <a:pt x="818" y="115"/>
                </a:lnTo>
                <a:lnTo>
                  <a:pt x="818" y="0"/>
                </a:lnTo>
                <a:lnTo>
                  <a:pt x="1168" y="0"/>
                </a:lnTo>
                <a:close/>
                <a:moveTo>
                  <a:pt x="643" y="758"/>
                </a:moveTo>
                <a:lnTo>
                  <a:pt x="410" y="525"/>
                </a:lnTo>
                <a:lnTo>
                  <a:pt x="585" y="525"/>
                </a:lnTo>
                <a:lnTo>
                  <a:pt x="585" y="0"/>
                </a:lnTo>
                <a:lnTo>
                  <a:pt x="700" y="0"/>
                </a:lnTo>
                <a:lnTo>
                  <a:pt x="700" y="525"/>
                </a:lnTo>
                <a:lnTo>
                  <a:pt x="875" y="525"/>
                </a:lnTo>
                <a:lnTo>
                  <a:pt x="643" y="75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634412" y="2319338"/>
            <a:ext cx="336550" cy="463550"/>
          </a:xfrm>
          <a:custGeom>
            <a:avLst/>
            <a:gdLst>
              <a:gd name="T0" fmla="*/ 467 w 936"/>
              <a:gd name="T1" fmla="*/ 992 h 1286"/>
              <a:gd name="T2" fmla="*/ 467 w 936"/>
              <a:gd name="T3" fmla="*/ 817 h 1286"/>
              <a:gd name="T4" fmla="*/ 700 w 936"/>
              <a:gd name="T5" fmla="*/ 1050 h 1286"/>
              <a:gd name="T6" fmla="*/ 467 w 936"/>
              <a:gd name="T7" fmla="*/ 1285 h 1286"/>
              <a:gd name="T8" fmla="*/ 467 w 936"/>
              <a:gd name="T9" fmla="*/ 1110 h 1286"/>
              <a:gd name="T10" fmla="*/ 0 w 936"/>
              <a:gd name="T11" fmla="*/ 642 h 1286"/>
              <a:gd name="T12" fmla="*/ 74 w 936"/>
              <a:gd name="T13" fmla="*/ 394 h 1286"/>
              <a:gd name="T14" fmla="*/ 158 w 936"/>
              <a:gd name="T15" fmla="*/ 478 h 1286"/>
              <a:gd name="T16" fmla="*/ 117 w 936"/>
              <a:gd name="T17" fmla="*/ 642 h 1286"/>
              <a:gd name="T18" fmla="*/ 467 w 936"/>
              <a:gd name="T19" fmla="*/ 992 h 1286"/>
              <a:gd name="T20" fmla="*/ 467 w 936"/>
              <a:gd name="T21" fmla="*/ 175 h 1286"/>
              <a:gd name="T22" fmla="*/ 935 w 936"/>
              <a:gd name="T23" fmla="*/ 642 h 1286"/>
              <a:gd name="T24" fmla="*/ 861 w 936"/>
              <a:gd name="T25" fmla="*/ 891 h 1286"/>
              <a:gd name="T26" fmla="*/ 776 w 936"/>
              <a:gd name="T27" fmla="*/ 806 h 1286"/>
              <a:gd name="T28" fmla="*/ 817 w 936"/>
              <a:gd name="T29" fmla="*/ 642 h 1286"/>
              <a:gd name="T30" fmla="*/ 467 w 936"/>
              <a:gd name="T31" fmla="*/ 292 h 1286"/>
              <a:gd name="T32" fmla="*/ 467 w 936"/>
              <a:gd name="T33" fmla="*/ 467 h 1286"/>
              <a:gd name="T34" fmla="*/ 235 w 936"/>
              <a:gd name="T35" fmla="*/ 235 h 1286"/>
              <a:gd name="T36" fmla="*/ 467 w 936"/>
              <a:gd name="T37" fmla="*/ 0 h 1286"/>
              <a:gd name="T38" fmla="*/ 467 w 936"/>
              <a:gd name="T39" fmla="*/ 17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36" h="1286">
                <a:moveTo>
                  <a:pt x="467" y="992"/>
                </a:moveTo>
                <a:lnTo>
                  <a:pt x="467" y="817"/>
                </a:lnTo>
                <a:lnTo>
                  <a:pt x="700" y="1050"/>
                </a:lnTo>
                <a:lnTo>
                  <a:pt x="467" y="1285"/>
                </a:lnTo>
                <a:lnTo>
                  <a:pt x="467" y="1110"/>
                </a:lnTo>
                <a:cubicBezTo>
                  <a:pt x="210" y="1110"/>
                  <a:pt x="0" y="899"/>
                  <a:pt x="0" y="642"/>
                </a:cubicBezTo>
                <a:cubicBezTo>
                  <a:pt x="0" y="552"/>
                  <a:pt x="27" y="465"/>
                  <a:pt x="74" y="394"/>
                </a:cubicBezTo>
                <a:lnTo>
                  <a:pt x="158" y="478"/>
                </a:lnTo>
                <a:cubicBezTo>
                  <a:pt x="131" y="527"/>
                  <a:pt x="117" y="582"/>
                  <a:pt x="117" y="642"/>
                </a:cubicBezTo>
                <a:cubicBezTo>
                  <a:pt x="117" y="836"/>
                  <a:pt x="273" y="992"/>
                  <a:pt x="467" y="992"/>
                </a:cubicBezTo>
                <a:close/>
                <a:moveTo>
                  <a:pt x="467" y="175"/>
                </a:moveTo>
                <a:cubicBezTo>
                  <a:pt x="724" y="175"/>
                  <a:pt x="935" y="385"/>
                  <a:pt x="935" y="642"/>
                </a:cubicBezTo>
                <a:cubicBezTo>
                  <a:pt x="935" y="733"/>
                  <a:pt x="907" y="820"/>
                  <a:pt x="861" y="891"/>
                </a:cubicBezTo>
                <a:lnTo>
                  <a:pt x="776" y="806"/>
                </a:lnTo>
                <a:cubicBezTo>
                  <a:pt x="804" y="757"/>
                  <a:pt x="817" y="702"/>
                  <a:pt x="817" y="642"/>
                </a:cubicBezTo>
                <a:cubicBezTo>
                  <a:pt x="817" y="448"/>
                  <a:pt x="661" y="292"/>
                  <a:pt x="467" y="292"/>
                </a:cubicBezTo>
                <a:lnTo>
                  <a:pt x="467" y="467"/>
                </a:lnTo>
                <a:lnTo>
                  <a:pt x="235" y="235"/>
                </a:lnTo>
                <a:lnTo>
                  <a:pt x="467" y="0"/>
                </a:lnTo>
                <a:lnTo>
                  <a:pt x="467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90101" y="2381250"/>
            <a:ext cx="377825" cy="336550"/>
          </a:xfrm>
          <a:custGeom>
            <a:avLst/>
            <a:gdLst>
              <a:gd name="T0" fmla="*/ 468 w 1051"/>
              <a:gd name="T1" fmla="*/ 525 h 936"/>
              <a:gd name="T2" fmla="*/ 468 w 1051"/>
              <a:gd name="T3" fmla="*/ 175 h 936"/>
              <a:gd name="T4" fmla="*/ 582 w 1051"/>
              <a:gd name="T5" fmla="*/ 175 h 936"/>
              <a:gd name="T6" fmla="*/ 582 w 1051"/>
              <a:gd name="T7" fmla="*/ 525 h 936"/>
              <a:gd name="T8" fmla="*/ 468 w 1051"/>
              <a:gd name="T9" fmla="*/ 525 h 936"/>
              <a:gd name="T10" fmla="*/ 1050 w 1051"/>
              <a:gd name="T11" fmla="*/ 0 h 936"/>
              <a:gd name="T12" fmla="*/ 913 w 1051"/>
              <a:gd name="T13" fmla="*/ 139 h 936"/>
              <a:gd name="T14" fmla="*/ 1050 w 1051"/>
              <a:gd name="T15" fmla="*/ 467 h 936"/>
              <a:gd name="T16" fmla="*/ 700 w 1051"/>
              <a:gd name="T17" fmla="*/ 918 h 936"/>
              <a:gd name="T18" fmla="*/ 700 w 1051"/>
              <a:gd name="T19" fmla="*/ 798 h 936"/>
              <a:gd name="T20" fmla="*/ 932 w 1051"/>
              <a:gd name="T21" fmla="*/ 467 h 936"/>
              <a:gd name="T22" fmla="*/ 831 w 1051"/>
              <a:gd name="T23" fmla="*/ 221 h 936"/>
              <a:gd name="T24" fmla="*/ 700 w 1051"/>
              <a:gd name="T25" fmla="*/ 350 h 936"/>
              <a:gd name="T26" fmla="*/ 700 w 1051"/>
              <a:gd name="T27" fmla="*/ 0 h 936"/>
              <a:gd name="T28" fmla="*/ 1050 w 1051"/>
              <a:gd name="T29" fmla="*/ 0 h 936"/>
              <a:gd name="T30" fmla="*/ 468 w 1051"/>
              <a:gd name="T31" fmla="*/ 642 h 936"/>
              <a:gd name="T32" fmla="*/ 582 w 1051"/>
              <a:gd name="T33" fmla="*/ 642 h 936"/>
              <a:gd name="T34" fmla="*/ 582 w 1051"/>
              <a:gd name="T35" fmla="*/ 760 h 936"/>
              <a:gd name="T36" fmla="*/ 468 w 1051"/>
              <a:gd name="T37" fmla="*/ 760 h 936"/>
              <a:gd name="T38" fmla="*/ 468 w 1051"/>
              <a:gd name="T39" fmla="*/ 642 h 936"/>
              <a:gd name="T40" fmla="*/ 0 w 1051"/>
              <a:gd name="T41" fmla="*/ 467 h 936"/>
              <a:gd name="T42" fmla="*/ 350 w 1051"/>
              <a:gd name="T43" fmla="*/ 16 h 936"/>
              <a:gd name="T44" fmla="*/ 350 w 1051"/>
              <a:gd name="T45" fmla="*/ 136 h 936"/>
              <a:gd name="T46" fmla="*/ 118 w 1051"/>
              <a:gd name="T47" fmla="*/ 467 h 936"/>
              <a:gd name="T48" fmla="*/ 219 w 1051"/>
              <a:gd name="T49" fmla="*/ 713 h 936"/>
              <a:gd name="T50" fmla="*/ 350 w 1051"/>
              <a:gd name="T51" fmla="*/ 585 h 936"/>
              <a:gd name="T52" fmla="*/ 350 w 1051"/>
              <a:gd name="T53" fmla="*/ 935 h 936"/>
              <a:gd name="T54" fmla="*/ 0 w 1051"/>
              <a:gd name="T55" fmla="*/ 935 h 936"/>
              <a:gd name="T56" fmla="*/ 137 w 1051"/>
              <a:gd name="T57" fmla="*/ 795 h 936"/>
              <a:gd name="T58" fmla="*/ 0 w 1051"/>
              <a:gd name="T59" fmla="*/ 467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936">
                <a:moveTo>
                  <a:pt x="468" y="525"/>
                </a:moveTo>
                <a:lnTo>
                  <a:pt x="468" y="175"/>
                </a:lnTo>
                <a:lnTo>
                  <a:pt x="582" y="175"/>
                </a:lnTo>
                <a:lnTo>
                  <a:pt x="582" y="525"/>
                </a:lnTo>
                <a:lnTo>
                  <a:pt x="468" y="525"/>
                </a:lnTo>
                <a:close/>
                <a:moveTo>
                  <a:pt x="1050" y="0"/>
                </a:moveTo>
                <a:lnTo>
                  <a:pt x="913" y="139"/>
                </a:lnTo>
                <a:cubicBezTo>
                  <a:pt x="998" y="224"/>
                  <a:pt x="1050" y="339"/>
                  <a:pt x="1050" y="467"/>
                </a:cubicBezTo>
                <a:cubicBezTo>
                  <a:pt x="1050" y="686"/>
                  <a:pt x="902" y="866"/>
                  <a:pt x="700" y="918"/>
                </a:cubicBezTo>
                <a:lnTo>
                  <a:pt x="700" y="798"/>
                </a:lnTo>
                <a:cubicBezTo>
                  <a:pt x="837" y="752"/>
                  <a:pt x="932" y="620"/>
                  <a:pt x="932" y="467"/>
                </a:cubicBezTo>
                <a:cubicBezTo>
                  <a:pt x="932" y="372"/>
                  <a:pt x="894" y="284"/>
                  <a:pt x="831" y="221"/>
                </a:cubicBezTo>
                <a:lnTo>
                  <a:pt x="700" y="350"/>
                </a:lnTo>
                <a:lnTo>
                  <a:pt x="700" y="0"/>
                </a:lnTo>
                <a:lnTo>
                  <a:pt x="1050" y="0"/>
                </a:lnTo>
                <a:close/>
                <a:moveTo>
                  <a:pt x="468" y="642"/>
                </a:moveTo>
                <a:lnTo>
                  <a:pt x="582" y="642"/>
                </a:lnTo>
                <a:lnTo>
                  <a:pt x="582" y="760"/>
                </a:lnTo>
                <a:lnTo>
                  <a:pt x="468" y="760"/>
                </a:lnTo>
                <a:lnTo>
                  <a:pt x="468" y="642"/>
                </a:lnTo>
                <a:close/>
                <a:moveTo>
                  <a:pt x="0" y="467"/>
                </a:moveTo>
                <a:cubicBezTo>
                  <a:pt x="0" y="249"/>
                  <a:pt x="148" y="68"/>
                  <a:pt x="350" y="16"/>
                </a:cubicBezTo>
                <a:lnTo>
                  <a:pt x="350" y="136"/>
                </a:lnTo>
                <a:cubicBezTo>
                  <a:pt x="213" y="183"/>
                  <a:pt x="118" y="314"/>
                  <a:pt x="118" y="467"/>
                </a:cubicBezTo>
                <a:cubicBezTo>
                  <a:pt x="118" y="563"/>
                  <a:pt x="156" y="650"/>
                  <a:pt x="219" y="713"/>
                </a:cubicBezTo>
                <a:lnTo>
                  <a:pt x="350" y="585"/>
                </a:lnTo>
                <a:lnTo>
                  <a:pt x="350" y="935"/>
                </a:lnTo>
                <a:lnTo>
                  <a:pt x="0" y="935"/>
                </a:lnTo>
                <a:lnTo>
                  <a:pt x="137" y="795"/>
                </a:lnTo>
                <a:cubicBezTo>
                  <a:pt x="52" y="711"/>
                  <a:pt x="0" y="596"/>
                  <a:pt x="0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74362" y="2370138"/>
            <a:ext cx="360362" cy="360362"/>
          </a:xfrm>
          <a:custGeom>
            <a:avLst/>
            <a:gdLst>
              <a:gd name="T0" fmla="*/ 1001 w 1002"/>
              <a:gd name="T1" fmla="*/ 0 h 1002"/>
              <a:gd name="T2" fmla="*/ 862 w 1002"/>
              <a:gd name="T3" fmla="*/ 139 h 1002"/>
              <a:gd name="T4" fmla="*/ 1001 w 1002"/>
              <a:gd name="T5" fmla="*/ 468 h 1002"/>
              <a:gd name="T6" fmla="*/ 930 w 1002"/>
              <a:gd name="T7" fmla="*/ 714 h 1002"/>
              <a:gd name="T8" fmla="*/ 842 w 1002"/>
              <a:gd name="T9" fmla="*/ 629 h 1002"/>
              <a:gd name="T10" fmla="*/ 883 w 1002"/>
              <a:gd name="T11" fmla="*/ 468 h 1002"/>
              <a:gd name="T12" fmla="*/ 780 w 1002"/>
              <a:gd name="T13" fmla="*/ 221 h 1002"/>
              <a:gd name="T14" fmla="*/ 651 w 1002"/>
              <a:gd name="T15" fmla="*/ 350 h 1002"/>
              <a:gd name="T16" fmla="*/ 651 w 1002"/>
              <a:gd name="T17" fmla="*/ 0 h 1002"/>
              <a:gd name="T18" fmla="*/ 1001 w 1002"/>
              <a:gd name="T19" fmla="*/ 0 h 1002"/>
              <a:gd name="T20" fmla="*/ 0 w 1002"/>
              <a:gd name="T21" fmla="*/ 82 h 1002"/>
              <a:gd name="T22" fmla="*/ 74 w 1002"/>
              <a:gd name="T23" fmla="*/ 8 h 1002"/>
              <a:gd name="T24" fmla="*/ 990 w 1002"/>
              <a:gd name="T25" fmla="*/ 927 h 1002"/>
              <a:gd name="T26" fmla="*/ 916 w 1002"/>
              <a:gd name="T27" fmla="*/ 1001 h 1002"/>
              <a:gd name="T28" fmla="*/ 780 w 1002"/>
              <a:gd name="T29" fmla="*/ 864 h 1002"/>
              <a:gd name="T30" fmla="*/ 648 w 1002"/>
              <a:gd name="T31" fmla="*/ 919 h 1002"/>
              <a:gd name="T32" fmla="*/ 648 w 1002"/>
              <a:gd name="T33" fmla="*/ 798 h 1002"/>
              <a:gd name="T34" fmla="*/ 695 w 1002"/>
              <a:gd name="T35" fmla="*/ 776 h 1002"/>
              <a:gd name="T36" fmla="*/ 224 w 1002"/>
              <a:gd name="T37" fmla="*/ 306 h 1002"/>
              <a:gd name="T38" fmla="*/ 183 w 1002"/>
              <a:gd name="T39" fmla="*/ 468 h 1002"/>
              <a:gd name="T40" fmla="*/ 287 w 1002"/>
              <a:gd name="T41" fmla="*/ 714 h 1002"/>
              <a:gd name="T42" fmla="*/ 416 w 1002"/>
              <a:gd name="T43" fmla="*/ 585 h 1002"/>
              <a:gd name="T44" fmla="*/ 416 w 1002"/>
              <a:gd name="T45" fmla="*/ 935 h 1002"/>
              <a:gd name="T46" fmla="*/ 66 w 1002"/>
              <a:gd name="T47" fmla="*/ 935 h 1002"/>
              <a:gd name="T48" fmla="*/ 205 w 1002"/>
              <a:gd name="T49" fmla="*/ 796 h 1002"/>
              <a:gd name="T50" fmla="*/ 66 w 1002"/>
              <a:gd name="T51" fmla="*/ 468 h 1002"/>
              <a:gd name="T52" fmla="*/ 137 w 1002"/>
              <a:gd name="T53" fmla="*/ 221 h 1002"/>
              <a:gd name="T54" fmla="*/ 0 w 1002"/>
              <a:gd name="T55" fmla="*/ 82 h 1002"/>
              <a:gd name="T56" fmla="*/ 416 w 1002"/>
              <a:gd name="T57" fmla="*/ 137 h 1002"/>
              <a:gd name="T58" fmla="*/ 372 w 1002"/>
              <a:gd name="T59" fmla="*/ 159 h 1002"/>
              <a:gd name="T60" fmla="*/ 287 w 1002"/>
              <a:gd name="T61" fmla="*/ 71 h 1002"/>
              <a:gd name="T62" fmla="*/ 416 w 1002"/>
              <a:gd name="T63" fmla="*/ 16 h 1002"/>
              <a:gd name="T64" fmla="*/ 416 w 1002"/>
              <a:gd name="T65" fmla="*/ 137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02" h="1002">
                <a:moveTo>
                  <a:pt x="1001" y="0"/>
                </a:moveTo>
                <a:lnTo>
                  <a:pt x="862" y="139"/>
                </a:lnTo>
                <a:cubicBezTo>
                  <a:pt x="946" y="224"/>
                  <a:pt x="1001" y="339"/>
                  <a:pt x="1001" y="468"/>
                </a:cubicBezTo>
                <a:cubicBezTo>
                  <a:pt x="1001" y="558"/>
                  <a:pt x="974" y="642"/>
                  <a:pt x="930" y="714"/>
                </a:cubicBezTo>
                <a:lnTo>
                  <a:pt x="842" y="629"/>
                </a:lnTo>
                <a:cubicBezTo>
                  <a:pt x="867" y="580"/>
                  <a:pt x="883" y="525"/>
                  <a:pt x="883" y="468"/>
                </a:cubicBezTo>
                <a:cubicBezTo>
                  <a:pt x="883" y="372"/>
                  <a:pt x="842" y="284"/>
                  <a:pt x="780" y="221"/>
                </a:cubicBezTo>
                <a:lnTo>
                  <a:pt x="651" y="350"/>
                </a:lnTo>
                <a:lnTo>
                  <a:pt x="651" y="0"/>
                </a:lnTo>
                <a:lnTo>
                  <a:pt x="1001" y="0"/>
                </a:lnTo>
                <a:close/>
                <a:moveTo>
                  <a:pt x="0" y="82"/>
                </a:moveTo>
                <a:lnTo>
                  <a:pt x="74" y="8"/>
                </a:lnTo>
                <a:lnTo>
                  <a:pt x="990" y="927"/>
                </a:lnTo>
                <a:lnTo>
                  <a:pt x="916" y="1001"/>
                </a:lnTo>
                <a:lnTo>
                  <a:pt x="780" y="864"/>
                </a:lnTo>
                <a:cubicBezTo>
                  <a:pt x="739" y="889"/>
                  <a:pt x="695" y="908"/>
                  <a:pt x="648" y="919"/>
                </a:cubicBezTo>
                <a:lnTo>
                  <a:pt x="648" y="798"/>
                </a:lnTo>
                <a:cubicBezTo>
                  <a:pt x="665" y="793"/>
                  <a:pt x="681" y="785"/>
                  <a:pt x="695" y="776"/>
                </a:cubicBezTo>
                <a:lnTo>
                  <a:pt x="224" y="306"/>
                </a:lnTo>
                <a:cubicBezTo>
                  <a:pt x="200" y="355"/>
                  <a:pt x="183" y="410"/>
                  <a:pt x="183" y="468"/>
                </a:cubicBezTo>
                <a:cubicBezTo>
                  <a:pt x="183" y="563"/>
                  <a:pt x="224" y="651"/>
                  <a:pt x="287" y="714"/>
                </a:cubicBezTo>
                <a:lnTo>
                  <a:pt x="416" y="585"/>
                </a:lnTo>
                <a:lnTo>
                  <a:pt x="416" y="935"/>
                </a:lnTo>
                <a:lnTo>
                  <a:pt x="66" y="935"/>
                </a:lnTo>
                <a:lnTo>
                  <a:pt x="205" y="796"/>
                </a:lnTo>
                <a:cubicBezTo>
                  <a:pt x="121" y="711"/>
                  <a:pt x="66" y="596"/>
                  <a:pt x="66" y="468"/>
                </a:cubicBezTo>
                <a:cubicBezTo>
                  <a:pt x="66" y="377"/>
                  <a:pt x="93" y="293"/>
                  <a:pt x="137" y="221"/>
                </a:cubicBezTo>
                <a:lnTo>
                  <a:pt x="0" y="82"/>
                </a:lnTo>
                <a:close/>
                <a:moveTo>
                  <a:pt x="416" y="137"/>
                </a:moveTo>
                <a:cubicBezTo>
                  <a:pt x="399" y="142"/>
                  <a:pt x="386" y="150"/>
                  <a:pt x="372" y="159"/>
                </a:cubicBezTo>
                <a:lnTo>
                  <a:pt x="287" y="71"/>
                </a:lnTo>
                <a:cubicBezTo>
                  <a:pt x="328" y="46"/>
                  <a:pt x="369" y="27"/>
                  <a:pt x="416" y="16"/>
                </a:cubicBezTo>
                <a:lnTo>
                  <a:pt x="416" y="13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7" y="3252788"/>
            <a:ext cx="463550" cy="336550"/>
          </a:xfrm>
          <a:custGeom>
            <a:avLst/>
            <a:gdLst>
              <a:gd name="T0" fmla="*/ 1050 w 1286"/>
              <a:gd name="T1" fmla="*/ 817 h 935"/>
              <a:gd name="T2" fmla="*/ 1050 w 1286"/>
              <a:gd name="T3" fmla="*/ 118 h 935"/>
              <a:gd name="T4" fmla="*/ 235 w 1286"/>
              <a:gd name="T5" fmla="*/ 118 h 935"/>
              <a:gd name="T6" fmla="*/ 235 w 1286"/>
              <a:gd name="T7" fmla="*/ 817 h 935"/>
              <a:gd name="T8" fmla="*/ 1050 w 1286"/>
              <a:gd name="T9" fmla="*/ 817 h 935"/>
              <a:gd name="T10" fmla="*/ 1285 w 1286"/>
              <a:gd name="T11" fmla="*/ 118 h 935"/>
              <a:gd name="T12" fmla="*/ 1282 w 1286"/>
              <a:gd name="T13" fmla="*/ 817 h 935"/>
              <a:gd name="T14" fmla="*/ 1168 w 1286"/>
              <a:gd name="T15" fmla="*/ 934 h 935"/>
              <a:gd name="T16" fmla="*/ 118 w 1286"/>
              <a:gd name="T17" fmla="*/ 934 h 935"/>
              <a:gd name="T18" fmla="*/ 0 w 1286"/>
              <a:gd name="T19" fmla="*/ 817 h 935"/>
              <a:gd name="T20" fmla="*/ 0 w 1286"/>
              <a:gd name="T21" fmla="*/ 118 h 935"/>
              <a:gd name="T22" fmla="*/ 118 w 1286"/>
              <a:gd name="T23" fmla="*/ 0 h 935"/>
              <a:gd name="T24" fmla="*/ 1168 w 1286"/>
              <a:gd name="T25" fmla="*/ 0 h 935"/>
              <a:gd name="T26" fmla="*/ 1285 w 1286"/>
              <a:gd name="T27" fmla="*/ 118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935">
                <a:moveTo>
                  <a:pt x="1050" y="817"/>
                </a:moveTo>
                <a:lnTo>
                  <a:pt x="1050" y="118"/>
                </a:lnTo>
                <a:lnTo>
                  <a:pt x="235" y="118"/>
                </a:lnTo>
                <a:lnTo>
                  <a:pt x="235" y="817"/>
                </a:lnTo>
                <a:lnTo>
                  <a:pt x="1050" y="817"/>
                </a:lnTo>
                <a:close/>
                <a:moveTo>
                  <a:pt x="1285" y="118"/>
                </a:moveTo>
                <a:lnTo>
                  <a:pt x="1282" y="817"/>
                </a:lnTo>
                <a:cubicBezTo>
                  <a:pt x="1282" y="879"/>
                  <a:pt x="1230" y="934"/>
                  <a:pt x="1168" y="934"/>
                </a:cubicBezTo>
                <a:lnTo>
                  <a:pt x="118" y="934"/>
                </a:lnTo>
                <a:cubicBezTo>
                  <a:pt x="55" y="934"/>
                  <a:pt x="0" y="879"/>
                  <a:pt x="0" y="817"/>
                </a:cubicBezTo>
                <a:lnTo>
                  <a:pt x="0" y="118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ubicBezTo>
                  <a:pt x="1230" y="0"/>
                  <a:pt x="1285" y="55"/>
                  <a:pt x="1285" y="11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27249" y="3211515"/>
            <a:ext cx="463550" cy="420687"/>
          </a:xfrm>
          <a:custGeom>
            <a:avLst/>
            <a:gdLst>
              <a:gd name="T0" fmla="*/ 1050 w 1286"/>
              <a:gd name="T1" fmla="*/ 0 h 1167"/>
              <a:gd name="T2" fmla="*/ 1285 w 1286"/>
              <a:gd name="T3" fmla="*/ 0 h 1167"/>
              <a:gd name="T4" fmla="*/ 1285 w 1286"/>
              <a:gd name="T5" fmla="*/ 699 h 1167"/>
              <a:gd name="T6" fmla="*/ 1050 w 1286"/>
              <a:gd name="T7" fmla="*/ 699 h 1167"/>
              <a:gd name="T8" fmla="*/ 1050 w 1286"/>
              <a:gd name="T9" fmla="*/ 0 h 1167"/>
              <a:gd name="T10" fmla="*/ 817 w 1286"/>
              <a:gd name="T11" fmla="*/ 0 h 1167"/>
              <a:gd name="T12" fmla="*/ 935 w 1286"/>
              <a:gd name="T13" fmla="*/ 117 h 1167"/>
              <a:gd name="T14" fmla="*/ 935 w 1286"/>
              <a:gd name="T15" fmla="*/ 699 h 1167"/>
              <a:gd name="T16" fmla="*/ 899 w 1286"/>
              <a:gd name="T17" fmla="*/ 781 h 1167"/>
              <a:gd name="T18" fmla="*/ 517 w 1286"/>
              <a:gd name="T19" fmla="*/ 1166 h 1167"/>
              <a:gd name="T20" fmla="*/ 454 w 1286"/>
              <a:gd name="T21" fmla="*/ 1103 h 1167"/>
              <a:gd name="T22" fmla="*/ 429 w 1286"/>
              <a:gd name="T23" fmla="*/ 1043 h 1167"/>
              <a:gd name="T24" fmla="*/ 429 w 1286"/>
              <a:gd name="T25" fmla="*/ 1024 h 1167"/>
              <a:gd name="T26" fmla="*/ 487 w 1286"/>
              <a:gd name="T27" fmla="*/ 756 h 1167"/>
              <a:gd name="T28" fmla="*/ 117 w 1286"/>
              <a:gd name="T29" fmla="*/ 756 h 1167"/>
              <a:gd name="T30" fmla="*/ 0 w 1286"/>
              <a:gd name="T31" fmla="*/ 641 h 1167"/>
              <a:gd name="T32" fmla="*/ 3 w 1286"/>
              <a:gd name="T33" fmla="*/ 636 h 1167"/>
              <a:gd name="T34" fmla="*/ 0 w 1286"/>
              <a:gd name="T35" fmla="*/ 636 h 1167"/>
              <a:gd name="T36" fmla="*/ 0 w 1286"/>
              <a:gd name="T37" fmla="*/ 525 h 1167"/>
              <a:gd name="T38" fmla="*/ 8 w 1286"/>
              <a:gd name="T39" fmla="*/ 481 h 1167"/>
              <a:gd name="T40" fmla="*/ 186 w 1286"/>
              <a:gd name="T41" fmla="*/ 71 h 1167"/>
              <a:gd name="T42" fmla="*/ 292 w 1286"/>
              <a:gd name="T43" fmla="*/ 0 h 1167"/>
              <a:gd name="T44" fmla="*/ 817 w 1286"/>
              <a:gd name="T45" fmla="*/ 0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6" h="1167">
                <a:moveTo>
                  <a:pt x="1050" y="0"/>
                </a:moveTo>
                <a:lnTo>
                  <a:pt x="1285" y="0"/>
                </a:lnTo>
                <a:lnTo>
                  <a:pt x="1285" y="699"/>
                </a:lnTo>
                <a:lnTo>
                  <a:pt x="1050" y="699"/>
                </a:lnTo>
                <a:lnTo>
                  <a:pt x="1050" y="0"/>
                </a:lnTo>
                <a:close/>
                <a:moveTo>
                  <a:pt x="817" y="0"/>
                </a:moveTo>
                <a:cubicBezTo>
                  <a:pt x="880" y="0"/>
                  <a:pt x="935" y="55"/>
                  <a:pt x="935" y="117"/>
                </a:cubicBezTo>
                <a:lnTo>
                  <a:pt x="935" y="699"/>
                </a:lnTo>
                <a:cubicBezTo>
                  <a:pt x="935" y="732"/>
                  <a:pt x="921" y="759"/>
                  <a:pt x="899" y="781"/>
                </a:cubicBezTo>
                <a:lnTo>
                  <a:pt x="517" y="1166"/>
                </a:lnTo>
                <a:lnTo>
                  <a:pt x="454" y="1103"/>
                </a:lnTo>
                <a:cubicBezTo>
                  <a:pt x="437" y="1087"/>
                  <a:pt x="429" y="1068"/>
                  <a:pt x="429" y="1043"/>
                </a:cubicBezTo>
                <a:lnTo>
                  <a:pt x="429" y="1024"/>
                </a:lnTo>
                <a:lnTo>
                  <a:pt x="487" y="756"/>
                </a:lnTo>
                <a:lnTo>
                  <a:pt x="117" y="756"/>
                </a:lnTo>
                <a:cubicBezTo>
                  <a:pt x="55" y="756"/>
                  <a:pt x="0" y="704"/>
                  <a:pt x="0" y="641"/>
                </a:cubicBezTo>
                <a:lnTo>
                  <a:pt x="3" y="636"/>
                </a:lnTo>
                <a:lnTo>
                  <a:pt x="0" y="636"/>
                </a:lnTo>
                <a:lnTo>
                  <a:pt x="0" y="525"/>
                </a:lnTo>
                <a:cubicBezTo>
                  <a:pt x="0" y="508"/>
                  <a:pt x="3" y="495"/>
                  <a:pt x="8" y="481"/>
                </a:cubicBezTo>
                <a:lnTo>
                  <a:pt x="186" y="71"/>
                </a:lnTo>
                <a:cubicBezTo>
                  <a:pt x="202" y="30"/>
                  <a:pt x="243" y="0"/>
                  <a:pt x="292" y="0"/>
                </a:cubicBez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60724" y="3232152"/>
            <a:ext cx="336550" cy="377825"/>
          </a:xfrm>
          <a:custGeom>
            <a:avLst/>
            <a:gdLst>
              <a:gd name="T0" fmla="*/ 817 w 936"/>
              <a:gd name="T1" fmla="*/ 350 h 1050"/>
              <a:gd name="T2" fmla="*/ 817 w 936"/>
              <a:gd name="T3" fmla="*/ 232 h 1050"/>
              <a:gd name="T4" fmla="*/ 700 w 936"/>
              <a:gd name="T5" fmla="*/ 232 h 1050"/>
              <a:gd name="T6" fmla="*/ 700 w 936"/>
              <a:gd name="T7" fmla="*/ 350 h 1050"/>
              <a:gd name="T8" fmla="*/ 817 w 936"/>
              <a:gd name="T9" fmla="*/ 350 h 1050"/>
              <a:gd name="T10" fmla="*/ 817 w 936"/>
              <a:gd name="T11" fmla="*/ 581 h 1050"/>
              <a:gd name="T12" fmla="*/ 817 w 936"/>
              <a:gd name="T13" fmla="*/ 467 h 1050"/>
              <a:gd name="T14" fmla="*/ 700 w 936"/>
              <a:gd name="T15" fmla="*/ 467 h 1050"/>
              <a:gd name="T16" fmla="*/ 700 w 936"/>
              <a:gd name="T17" fmla="*/ 581 h 1050"/>
              <a:gd name="T18" fmla="*/ 817 w 936"/>
              <a:gd name="T19" fmla="*/ 581 h 1050"/>
              <a:gd name="T20" fmla="*/ 817 w 936"/>
              <a:gd name="T21" fmla="*/ 816 h 1050"/>
              <a:gd name="T22" fmla="*/ 817 w 936"/>
              <a:gd name="T23" fmla="*/ 699 h 1050"/>
              <a:gd name="T24" fmla="*/ 700 w 936"/>
              <a:gd name="T25" fmla="*/ 699 h 1050"/>
              <a:gd name="T26" fmla="*/ 700 w 936"/>
              <a:gd name="T27" fmla="*/ 816 h 1050"/>
              <a:gd name="T28" fmla="*/ 817 w 936"/>
              <a:gd name="T29" fmla="*/ 816 h 1050"/>
              <a:gd name="T30" fmla="*/ 235 w 936"/>
              <a:gd name="T31" fmla="*/ 350 h 1050"/>
              <a:gd name="T32" fmla="*/ 235 w 936"/>
              <a:gd name="T33" fmla="*/ 232 h 1050"/>
              <a:gd name="T34" fmla="*/ 117 w 936"/>
              <a:gd name="T35" fmla="*/ 232 h 1050"/>
              <a:gd name="T36" fmla="*/ 117 w 936"/>
              <a:gd name="T37" fmla="*/ 350 h 1050"/>
              <a:gd name="T38" fmla="*/ 235 w 936"/>
              <a:gd name="T39" fmla="*/ 350 h 1050"/>
              <a:gd name="T40" fmla="*/ 235 w 936"/>
              <a:gd name="T41" fmla="*/ 581 h 1050"/>
              <a:gd name="T42" fmla="*/ 235 w 936"/>
              <a:gd name="T43" fmla="*/ 467 h 1050"/>
              <a:gd name="T44" fmla="*/ 117 w 936"/>
              <a:gd name="T45" fmla="*/ 467 h 1050"/>
              <a:gd name="T46" fmla="*/ 117 w 936"/>
              <a:gd name="T47" fmla="*/ 581 h 1050"/>
              <a:gd name="T48" fmla="*/ 235 w 936"/>
              <a:gd name="T49" fmla="*/ 581 h 1050"/>
              <a:gd name="T50" fmla="*/ 235 w 936"/>
              <a:gd name="T51" fmla="*/ 816 h 1050"/>
              <a:gd name="T52" fmla="*/ 235 w 936"/>
              <a:gd name="T53" fmla="*/ 699 h 1050"/>
              <a:gd name="T54" fmla="*/ 117 w 936"/>
              <a:gd name="T55" fmla="*/ 699 h 1050"/>
              <a:gd name="T56" fmla="*/ 117 w 936"/>
              <a:gd name="T57" fmla="*/ 816 h 1050"/>
              <a:gd name="T58" fmla="*/ 235 w 936"/>
              <a:gd name="T59" fmla="*/ 816 h 1050"/>
              <a:gd name="T60" fmla="*/ 817 w 936"/>
              <a:gd name="T61" fmla="*/ 0 h 1050"/>
              <a:gd name="T62" fmla="*/ 935 w 936"/>
              <a:gd name="T63" fmla="*/ 0 h 1050"/>
              <a:gd name="T64" fmla="*/ 935 w 936"/>
              <a:gd name="T65" fmla="*/ 1049 h 1050"/>
              <a:gd name="T66" fmla="*/ 817 w 936"/>
              <a:gd name="T67" fmla="*/ 1049 h 1050"/>
              <a:gd name="T68" fmla="*/ 817 w 936"/>
              <a:gd name="T69" fmla="*/ 931 h 1050"/>
              <a:gd name="T70" fmla="*/ 700 w 936"/>
              <a:gd name="T71" fmla="*/ 931 h 1050"/>
              <a:gd name="T72" fmla="*/ 700 w 936"/>
              <a:gd name="T73" fmla="*/ 1049 h 1050"/>
              <a:gd name="T74" fmla="*/ 235 w 936"/>
              <a:gd name="T75" fmla="*/ 1049 h 1050"/>
              <a:gd name="T76" fmla="*/ 235 w 936"/>
              <a:gd name="T77" fmla="*/ 931 h 1050"/>
              <a:gd name="T78" fmla="*/ 117 w 936"/>
              <a:gd name="T79" fmla="*/ 931 h 1050"/>
              <a:gd name="T80" fmla="*/ 117 w 936"/>
              <a:gd name="T81" fmla="*/ 1049 h 1050"/>
              <a:gd name="T82" fmla="*/ 0 w 936"/>
              <a:gd name="T83" fmla="*/ 1049 h 1050"/>
              <a:gd name="T84" fmla="*/ 0 w 936"/>
              <a:gd name="T85" fmla="*/ 0 h 1050"/>
              <a:gd name="T86" fmla="*/ 117 w 936"/>
              <a:gd name="T87" fmla="*/ 0 h 1050"/>
              <a:gd name="T88" fmla="*/ 117 w 936"/>
              <a:gd name="T89" fmla="*/ 117 h 1050"/>
              <a:gd name="T90" fmla="*/ 235 w 936"/>
              <a:gd name="T91" fmla="*/ 117 h 1050"/>
              <a:gd name="T92" fmla="*/ 235 w 936"/>
              <a:gd name="T93" fmla="*/ 0 h 1050"/>
              <a:gd name="T94" fmla="*/ 700 w 936"/>
              <a:gd name="T95" fmla="*/ 0 h 1050"/>
              <a:gd name="T96" fmla="*/ 700 w 936"/>
              <a:gd name="T97" fmla="*/ 117 h 1050"/>
              <a:gd name="T98" fmla="*/ 817 w 936"/>
              <a:gd name="T99" fmla="*/ 117 h 1050"/>
              <a:gd name="T100" fmla="*/ 817 w 936"/>
              <a:gd name="T101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36" h="1050">
                <a:moveTo>
                  <a:pt x="817" y="350"/>
                </a:moveTo>
                <a:lnTo>
                  <a:pt x="817" y="232"/>
                </a:lnTo>
                <a:lnTo>
                  <a:pt x="700" y="232"/>
                </a:lnTo>
                <a:lnTo>
                  <a:pt x="700" y="350"/>
                </a:lnTo>
                <a:lnTo>
                  <a:pt x="817" y="350"/>
                </a:lnTo>
                <a:close/>
                <a:moveTo>
                  <a:pt x="817" y="581"/>
                </a:moveTo>
                <a:lnTo>
                  <a:pt x="817" y="467"/>
                </a:lnTo>
                <a:lnTo>
                  <a:pt x="700" y="467"/>
                </a:lnTo>
                <a:lnTo>
                  <a:pt x="700" y="581"/>
                </a:lnTo>
                <a:lnTo>
                  <a:pt x="817" y="581"/>
                </a:lnTo>
                <a:close/>
                <a:moveTo>
                  <a:pt x="817" y="816"/>
                </a:moveTo>
                <a:lnTo>
                  <a:pt x="817" y="699"/>
                </a:lnTo>
                <a:lnTo>
                  <a:pt x="700" y="699"/>
                </a:lnTo>
                <a:lnTo>
                  <a:pt x="700" y="816"/>
                </a:lnTo>
                <a:lnTo>
                  <a:pt x="817" y="816"/>
                </a:lnTo>
                <a:close/>
                <a:moveTo>
                  <a:pt x="235" y="350"/>
                </a:moveTo>
                <a:lnTo>
                  <a:pt x="235" y="232"/>
                </a:lnTo>
                <a:lnTo>
                  <a:pt x="117" y="232"/>
                </a:lnTo>
                <a:lnTo>
                  <a:pt x="117" y="350"/>
                </a:lnTo>
                <a:lnTo>
                  <a:pt x="235" y="350"/>
                </a:lnTo>
                <a:close/>
                <a:moveTo>
                  <a:pt x="235" y="581"/>
                </a:moveTo>
                <a:lnTo>
                  <a:pt x="235" y="467"/>
                </a:lnTo>
                <a:lnTo>
                  <a:pt x="117" y="467"/>
                </a:lnTo>
                <a:lnTo>
                  <a:pt x="117" y="581"/>
                </a:lnTo>
                <a:lnTo>
                  <a:pt x="235" y="581"/>
                </a:lnTo>
                <a:close/>
                <a:moveTo>
                  <a:pt x="235" y="816"/>
                </a:moveTo>
                <a:lnTo>
                  <a:pt x="235" y="699"/>
                </a:lnTo>
                <a:lnTo>
                  <a:pt x="117" y="699"/>
                </a:lnTo>
                <a:lnTo>
                  <a:pt x="117" y="816"/>
                </a:lnTo>
                <a:lnTo>
                  <a:pt x="235" y="816"/>
                </a:lnTo>
                <a:close/>
                <a:moveTo>
                  <a:pt x="817" y="0"/>
                </a:moveTo>
                <a:lnTo>
                  <a:pt x="935" y="0"/>
                </a:lnTo>
                <a:lnTo>
                  <a:pt x="935" y="1049"/>
                </a:lnTo>
                <a:lnTo>
                  <a:pt x="817" y="1049"/>
                </a:lnTo>
                <a:lnTo>
                  <a:pt x="817" y="931"/>
                </a:lnTo>
                <a:lnTo>
                  <a:pt x="700" y="931"/>
                </a:lnTo>
                <a:lnTo>
                  <a:pt x="700" y="1049"/>
                </a:lnTo>
                <a:lnTo>
                  <a:pt x="235" y="1049"/>
                </a:lnTo>
                <a:lnTo>
                  <a:pt x="235" y="931"/>
                </a:lnTo>
                <a:lnTo>
                  <a:pt x="117" y="931"/>
                </a:lnTo>
                <a:lnTo>
                  <a:pt x="117" y="1049"/>
                </a:lnTo>
                <a:lnTo>
                  <a:pt x="0" y="1049"/>
                </a:lnTo>
                <a:lnTo>
                  <a:pt x="0" y="0"/>
                </a:lnTo>
                <a:lnTo>
                  <a:pt x="117" y="0"/>
                </a:lnTo>
                <a:lnTo>
                  <a:pt x="117" y="117"/>
                </a:lnTo>
                <a:lnTo>
                  <a:pt x="235" y="117"/>
                </a:lnTo>
                <a:lnTo>
                  <a:pt x="235" y="0"/>
                </a:lnTo>
                <a:lnTo>
                  <a:pt x="700" y="0"/>
                </a:lnTo>
                <a:lnTo>
                  <a:pt x="700" y="117"/>
                </a:lnTo>
                <a:lnTo>
                  <a:pt x="817" y="117"/>
                </a:lnTo>
                <a:lnTo>
                  <a:pt x="81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311651" y="3232152"/>
            <a:ext cx="377825" cy="377825"/>
          </a:xfrm>
          <a:custGeom>
            <a:avLst/>
            <a:gdLst>
              <a:gd name="T0" fmla="*/ 367 w 1051"/>
              <a:gd name="T1" fmla="*/ 1049 h 1050"/>
              <a:gd name="T2" fmla="*/ 1050 w 1051"/>
              <a:gd name="T3" fmla="*/ 366 h 1050"/>
              <a:gd name="T4" fmla="*/ 1050 w 1051"/>
              <a:gd name="T5" fmla="*/ 533 h 1050"/>
              <a:gd name="T6" fmla="*/ 533 w 1051"/>
              <a:gd name="T7" fmla="*/ 1049 h 1050"/>
              <a:gd name="T8" fmla="*/ 367 w 1051"/>
              <a:gd name="T9" fmla="*/ 1049 h 1050"/>
              <a:gd name="T10" fmla="*/ 1050 w 1051"/>
              <a:gd name="T11" fmla="*/ 931 h 1050"/>
              <a:gd name="T12" fmla="*/ 933 w 1051"/>
              <a:gd name="T13" fmla="*/ 1049 h 1050"/>
              <a:gd name="T14" fmla="*/ 818 w 1051"/>
              <a:gd name="T15" fmla="*/ 1049 h 1050"/>
              <a:gd name="T16" fmla="*/ 1050 w 1051"/>
              <a:gd name="T17" fmla="*/ 816 h 1050"/>
              <a:gd name="T18" fmla="*/ 1050 w 1051"/>
              <a:gd name="T19" fmla="*/ 931 h 1050"/>
              <a:gd name="T20" fmla="*/ 118 w 1051"/>
              <a:gd name="T21" fmla="*/ 0 h 1050"/>
              <a:gd name="T22" fmla="*/ 233 w 1051"/>
              <a:gd name="T23" fmla="*/ 0 h 1050"/>
              <a:gd name="T24" fmla="*/ 0 w 1051"/>
              <a:gd name="T25" fmla="*/ 232 h 1050"/>
              <a:gd name="T26" fmla="*/ 0 w 1051"/>
              <a:gd name="T27" fmla="*/ 117 h 1050"/>
              <a:gd name="T28" fmla="*/ 118 w 1051"/>
              <a:gd name="T29" fmla="*/ 0 h 1050"/>
              <a:gd name="T30" fmla="*/ 517 w 1051"/>
              <a:gd name="T31" fmla="*/ 0 h 1050"/>
              <a:gd name="T32" fmla="*/ 684 w 1051"/>
              <a:gd name="T33" fmla="*/ 0 h 1050"/>
              <a:gd name="T34" fmla="*/ 0 w 1051"/>
              <a:gd name="T35" fmla="*/ 682 h 1050"/>
              <a:gd name="T36" fmla="*/ 0 w 1051"/>
              <a:gd name="T37" fmla="*/ 516 h 1050"/>
              <a:gd name="T38" fmla="*/ 517 w 1051"/>
              <a:gd name="T39" fmla="*/ 0 h 1050"/>
              <a:gd name="T40" fmla="*/ 963 w 1051"/>
              <a:gd name="T41" fmla="*/ 5 h 1050"/>
              <a:gd name="T42" fmla="*/ 1047 w 1051"/>
              <a:gd name="T43" fmla="*/ 87 h 1050"/>
              <a:gd name="T44" fmla="*/ 88 w 1051"/>
              <a:gd name="T45" fmla="*/ 1043 h 1050"/>
              <a:gd name="T46" fmla="*/ 6 w 1051"/>
              <a:gd name="T47" fmla="*/ 961 h 1050"/>
              <a:gd name="T48" fmla="*/ 963 w 1051"/>
              <a:gd name="T49" fmla="*/ 5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051" h="1050">
                <a:moveTo>
                  <a:pt x="367" y="1049"/>
                </a:moveTo>
                <a:lnTo>
                  <a:pt x="1050" y="366"/>
                </a:lnTo>
                <a:lnTo>
                  <a:pt x="1050" y="533"/>
                </a:lnTo>
                <a:lnTo>
                  <a:pt x="533" y="1049"/>
                </a:lnTo>
                <a:lnTo>
                  <a:pt x="367" y="1049"/>
                </a:lnTo>
                <a:close/>
                <a:moveTo>
                  <a:pt x="1050" y="931"/>
                </a:moveTo>
                <a:cubicBezTo>
                  <a:pt x="1050" y="994"/>
                  <a:pt x="995" y="1049"/>
                  <a:pt x="933" y="1049"/>
                </a:cubicBezTo>
                <a:lnTo>
                  <a:pt x="818" y="1049"/>
                </a:lnTo>
                <a:lnTo>
                  <a:pt x="1050" y="816"/>
                </a:lnTo>
                <a:lnTo>
                  <a:pt x="1050" y="931"/>
                </a:lnTo>
                <a:close/>
                <a:moveTo>
                  <a:pt x="118" y="0"/>
                </a:moveTo>
                <a:lnTo>
                  <a:pt x="233" y="0"/>
                </a:lnTo>
                <a:lnTo>
                  <a:pt x="0" y="232"/>
                </a:ln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close/>
                <a:moveTo>
                  <a:pt x="517" y="0"/>
                </a:moveTo>
                <a:lnTo>
                  <a:pt x="684" y="0"/>
                </a:lnTo>
                <a:lnTo>
                  <a:pt x="0" y="682"/>
                </a:lnTo>
                <a:lnTo>
                  <a:pt x="0" y="516"/>
                </a:lnTo>
                <a:lnTo>
                  <a:pt x="517" y="0"/>
                </a:lnTo>
                <a:close/>
                <a:moveTo>
                  <a:pt x="963" y="5"/>
                </a:moveTo>
                <a:cubicBezTo>
                  <a:pt x="1004" y="16"/>
                  <a:pt x="1037" y="46"/>
                  <a:pt x="1047" y="87"/>
                </a:cubicBezTo>
                <a:lnTo>
                  <a:pt x="88" y="1043"/>
                </a:lnTo>
                <a:cubicBezTo>
                  <a:pt x="48" y="1032"/>
                  <a:pt x="17" y="1001"/>
                  <a:pt x="6" y="961"/>
                </a:cubicBezTo>
                <a:lnTo>
                  <a:pt x="963" y="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362574" y="3211513"/>
            <a:ext cx="419100" cy="419100"/>
          </a:xfrm>
          <a:custGeom>
            <a:avLst/>
            <a:gdLst>
              <a:gd name="T0" fmla="*/ 875 w 1166"/>
              <a:gd name="T1" fmla="*/ 525 h 1165"/>
              <a:gd name="T2" fmla="*/ 875 w 1166"/>
              <a:gd name="T3" fmla="*/ 408 h 1165"/>
              <a:gd name="T4" fmla="*/ 757 w 1166"/>
              <a:gd name="T5" fmla="*/ 408 h 1165"/>
              <a:gd name="T6" fmla="*/ 757 w 1166"/>
              <a:gd name="T7" fmla="*/ 525 h 1165"/>
              <a:gd name="T8" fmla="*/ 875 w 1166"/>
              <a:gd name="T9" fmla="*/ 525 h 1165"/>
              <a:gd name="T10" fmla="*/ 640 w 1166"/>
              <a:gd name="T11" fmla="*/ 525 h 1165"/>
              <a:gd name="T12" fmla="*/ 640 w 1166"/>
              <a:gd name="T13" fmla="*/ 408 h 1165"/>
              <a:gd name="T14" fmla="*/ 525 w 1166"/>
              <a:gd name="T15" fmla="*/ 408 h 1165"/>
              <a:gd name="T16" fmla="*/ 525 w 1166"/>
              <a:gd name="T17" fmla="*/ 525 h 1165"/>
              <a:gd name="T18" fmla="*/ 640 w 1166"/>
              <a:gd name="T19" fmla="*/ 525 h 1165"/>
              <a:gd name="T20" fmla="*/ 407 w 1166"/>
              <a:gd name="T21" fmla="*/ 525 h 1165"/>
              <a:gd name="T22" fmla="*/ 407 w 1166"/>
              <a:gd name="T23" fmla="*/ 408 h 1165"/>
              <a:gd name="T24" fmla="*/ 290 w 1166"/>
              <a:gd name="T25" fmla="*/ 408 h 1165"/>
              <a:gd name="T26" fmla="*/ 290 w 1166"/>
              <a:gd name="T27" fmla="*/ 525 h 1165"/>
              <a:gd name="T28" fmla="*/ 407 w 1166"/>
              <a:gd name="T29" fmla="*/ 525 h 1165"/>
              <a:gd name="T30" fmla="*/ 1050 w 1166"/>
              <a:gd name="T31" fmla="*/ 0 h 1165"/>
              <a:gd name="T32" fmla="*/ 1165 w 1166"/>
              <a:gd name="T33" fmla="*/ 115 h 1165"/>
              <a:gd name="T34" fmla="*/ 1165 w 1166"/>
              <a:gd name="T35" fmla="*/ 814 h 1165"/>
              <a:gd name="T36" fmla="*/ 1050 w 1166"/>
              <a:gd name="T37" fmla="*/ 932 h 1165"/>
              <a:gd name="T38" fmla="*/ 232 w 1166"/>
              <a:gd name="T39" fmla="*/ 932 h 1165"/>
              <a:gd name="T40" fmla="*/ 0 w 1166"/>
              <a:gd name="T41" fmla="*/ 1164 h 1165"/>
              <a:gd name="T42" fmla="*/ 0 w 1166"/>
              <a:gd name="T43" fmla="*/ 115 h 1165"/>
              <a:gd name="T44" fmla="*/ 115 w 1166"/>
              <a:gd name="T45" fmla="*/ 0 h 1165"/>
              <a:gd name="T46" fmla="*/ 1050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875" y="525"/>
                </a:moveTo>
                <a:lnTo>
                  <a:pt x="875" y="408"/>
                </a:lnTo>
                <a:lnTo>
                  <a:pt x="757" y="408"/>
                </a:lnTo>
                <a:lnTo>
                  <a:pt x="757" y="525"/>
                </a:lnTo>
                <a:lnTo>
                  <a:pt x="875" y="525"/>
                </a:lnTo>
                <a:close/>
                <a:moveTo>
                  <a:pt x="640" y="525"/>
                </a:moveTo>
                <a:lnTo>
                  <a:pt x="640" y="408"/>
                </a:lnTo>
                <a:lnTo>
                  <a:pt x="525" y="408"/>
                </a:lnTo>
                <a:lnTo>
                  <a:pt x="525" y="525"/>
                </a:lnTo>
                <a:lnTo>
                  <a:pt x="640" y="525"/>
                </a:lnTo>
                <a:close/>
                <a:moveTo>
                  <a:pt x="407" y="525"/>
                </a:moveTo>
                <a:lnTo>
                  <a:pt x="407" y="408"/>
                </a:lnTo>
                <a:lnTo>
                  <a:pt x="290" y="408"/>
                </a:lnTo>
                <a:lnTo>
                  <a:pt x="290" y="525"/>
                </a:lnTo>
                <a:lnTo>
                  <a:pt x="407" y="525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4"/>
                </a:lnTo>
                <a:cubicBezTo>
                  <a:pt x="1165" y="877"/>
                  <a:pt x="1113" y="932"/>
                  <a:pt x="1050" y="932"/>
                </a:cubicBezTo>
                <a:lnTo>
                  <a:pt x="232" y="932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96049" y="3263902"/>
            <a:ext cx="293688" cy="314325"/>
          </a:xfrm>
          <a:custGeom>
            <a:avLst/>
            <a:gdLst>
              <a:gd name="T0" fmla="*/ 407 w 815"/>
              <a:gd name="T1" fmla="*/ 118 h 875"/>
              <a:gd name="T2" fmla="*/ 298 w 815"/>
              <a:gd name="T3" fmla="*/ 410 h 875"/>
              <a:gd name="T4" fmla="*/ 516 w 815"/>
              <a:gd name="T5" fmla="*/ 410 h 875"/>
              <a:gd name="T6" fmla="*/ 407 w 815"/>
              <a:gd name="T7" fmla="*/ 118 h 875"/>
              <a:gd name="T8" fmla="*/ 262 w 815"/>
              <a:gd name="T9" fmla="*/ 513 h 875"/>
              <a:gd name="T10" fmla="*/ 207 w 815"/>
              <a:gd name="T11" fmla="*/ 642 h 875"/>
              <a:gd name="T12" fmla="*/ 87 w 815"/>
              <a:gd name="T13" fmla="*/ 642 h 875"/>
              <a:gd name="T14" fmla="*/ 363 w 815"/>
              <a:gd name="T15" fmla="*/ 0 h 875"/>
              <a:gd name="T16" fmla="*/ 451 w 815"/>
              <a:gd name="T17" fmla="*/ 0 h 875"/>
              <a:gd name="T18" fmla="*/ 727 w 815"/>
              <a:gd name="T19" fmla="*/ 642 h 875"/>
              <a:gd name="T20" fmla="*/ 607 w 815"/>
              <a:gd name="T21" fmla="*/ 642 h 875"/>
              <a:gd name="T22" fmla="*/ 552 w 815"/>
              <a:gd name="T23" fmla="*/ 513 h 875"/>
              <a:gd name="T24" fmla="*/ 262 w 815"/>
              <a:gd name="T25" fmla="*/ 513 h 875"/>
              <a:gd name="T26" fmla="*/ 0 w 815"/>
              <a:gd name="T27" fmla="*/ 759 h 875"/>
              <a:gd name="T28" fmla="*/ 814 w 815"/>
              <a:gd name="T29" fmla="*/ 759 h 875"/>
              <a:gd name="T30" fmla="*/ 814 w 815"/>
              <a:gd name="T31" fmla="*/ 874 h 875"/>
              <a:gd name="T32" fmla="*/ 0 w 815"/>
              <a:gd name="T33" fmla="*/ 874 h 875"/>
              <a:gd name="T34" fmla="*/ 0 w 815"/>
              <a:gd name="T35" fmla="*/ 759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15" h="875">
                <a:moveTo>
                  <a:pt x="407" y="118"/>
                </a:moveTo>
                <a:lnTo>
                  <a:pt x="298" y="410"/>
                </a:lnTo>
                <a:lnTo>
                  <a:pt x="516" y="410"/>
                </a:lnTo>
                <a:lnTo>
                  <a:pt x="407" y="118"/>
                </a:lnTo>
                <a:close/>
                <a:moveTo>
                  <a:pt x="262" y="513"/>
                </a:moveTo>
                <a:lnTo>
                  <a:pt x="207" y="642"/>
                </a:lnTo>
                <a:lnTo>
                  <a:pt x="87" y="642"/>
                </a:lnTo>
                <a:lnTo>
                  <a:pt x="363" y="0"/>
                </a:lnTo>
                <a:lnTo>
                  <a:pt x="451" y="0"/>
                </a:lnTo>
                <a:lnTo>
                  <a:pt x="727" y="642"/>
                </a:lnTo>
                <a:lnTo>
                  <a:pt x="607" y="642"/>
                </a:lnTo>
                <a:lnTo>
                  <a:pt x="552" y="513"/>
                </a:lnTo>
                <a:lnTo>
                  <a:pt x="262" y="513"/>
                </a:lnTo>
                <a:close/>
                <a:moveTo>
                  <a:pt x="0" y="759"/>
                </a:moveTo>
                <a:lnTo>
                  <a:pt x="814" y="759"/>
                </a:lnTo>
                <a:lnTo>
                  <a:pt x="814" y="874"/>
                </a:lnTo>
                <a:lnTo>
                  <a:pt x="0" y="874"/>
                </a:lnTo>
                <a:lnTo>
                  <a:pt x="0" y="75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513637" y="3263902"/>
            <a:ext cx="400050" cy="314325"/>
          </a:xfrm>
          <a:custGeom>
            <a:avLst/>
            <a:gdLst>
              <a:gd name="T0" fmla="*/ 1110 w 1111"/>
              <a:gd name="T1" fmla="*/ 293 h 875"/>
              <a:gd name="T2" fmla="*/ 1110 w 1111"/>
              <a:gd name="T3" fmla="*/ 467 h 875"/>
              <a:gd name="T4" fmla="*/ 935 w 1111"/>
              <a:gd name="T5" fmla="*/ 467 h 875"/>
              <a:gd name="T6" fmla="*/ 935 w 1111"/>
              <a:gd name="T7" fmla="*/ 874 h 875"/>
              <a:gd name="T8" fmla="*/ 760 w 1111"/>
              <a:gd name="T9" fmla="*/ 874 h 875"/>
              <a:gd name="T10" fmla="*/ 760 w 1111"/>
              <a:gd name="T11" fmla="*/ 467 h 875"/>
              <a:gd name="T12" fmla="*/ 585 w 1111"/>
              <a:gd name="T13" fmla="*/ 467 h 875"/>
              <a:gd name="T14" fmla="*/ 585 w 1111"/>
              <a:gd name="T15" fmla="*/ 293 h 875"/>
              <a:gd name="T16" fmla="*/ 1110 w 1111"/>
              <a:gd name="T17" fmla="*/ 293 h 875"/>
              <a:gd name="T18" fmla="*/ 0 w 1111"/>
              <a:gd name="T19" fmla="*/ 0 h 875"/>
              <a:gd name="T20" fmla="*/ 760 w 1111"/>
              <a:gd name="T21" fmla="*/ 0 h 875"/>
              <a:gd name="T22" fmla="*/ 760 w 1111"/>
              <a:gd name="T23" fmla="*/ 175 h 875"/>
              <a:gd name="T24" fmla="*/ 467 w 1111"/>
              <a:gd name="T25" fmla="*/ 175 h 875"/>
              <a:gd name="T26" fmla="*/ 467 w 1111"/>
              <a:gd name="T27" fmla="*/ 874 h 875"/>
              <a:gd name="T28" fmla="*/ 292 w 1111"/>
              <a:gd name="T29" fmla="*/ 874 h 875"/>
              <a:gd name="T30" fmla="*/ 292 w 1111"/>
              <a:gd name="T31" fmla="*/ 175 h 875"/>
              <a:gd name="T32" fmla="*/ 0 w 1111"/>
              <a:gd name="T33" fmla="*/ 175 h 875"/>
              <a:gd name="T34" fmla="*/ 0 w 1111"/>
              <a:gd name="T35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11" h="875">
                <a:moveTo>
                  <a:pt x="1110" y="293"/>
                </a:moveTo>
                <a:lnTo>
                  <a:pt x="1110" y="467"/>
                </a:lnTo>
                <a:lnTo>
                  <a:pt x="935" y="467"/>
                </a:lnTo>
                <a:lnTo>
                  <a:pt x="935" y="874"/>
                </a:lnTo>
                <a:lnTo>
                  <a:pt x="760" y="874"/>
                </a:lnTo>
                <a:lnTo>
                  <a:pt x="760" y="467"/>
                </a:lnTo>
                <a:lnTo>
                  <a:pt x="585" y="467"/>
                </a:lnTo>
                <a:lnTo>
                  <a:pt x="585" y="293"/>
                </a:lnTo>
                <a:lnTo>
                  <a:pt x="1110" y="293"/>
                </a:lnTo>
                <a:close/>
                <a:moveTo>
                  <a:pt x="0" y="0"/>
                </a:moveTo>
                <a:lnTo>
                  <a:pt x="760" y="0"/>
                </a:lnTo>
                <a:lnTo>
                  <a:pt x="760" y="175"/>
                </a:lnTo>
                <a:lnTo>
                  <a:pt x="467" y="175"/>
                </a:lnTo>
                <a:lnTo>
                  <a:pt x="467" y="874"/>
                </a:lnTo>
                <a:lnTo>
                  <a:pt x="292" y="874"/>
                </a:lnTo>
                <a:lnTo>
                  <a:pt x="292" y="175"/>
                </a:lnTo>
                <a:lnTo>
                  <a:pt x="0" y="1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51862" y="3295651"/>
            <a:ext cx="463550" cy="252412"/>
          </a:xfrm>
          <a:custGeom>
            <a:avLst/>
            <a:gdLst>
              <a:gd name="T0" fmla="*/ 760 w 1286"/>
              <a:gd name="T1" fmla="*/ 0 h 700"/>
              <a:gd name="T2" fmla="*/ 1285 w 1286"/>
              <a:gd name="T3" fmla="*/ 699 h 700"/>
              <a:gd name="T4" fmla="*/ 0 w 1286"/>
              <a:gd name="T5" fmla="*/ 699 h 700"/>
              <a:gd name="T6" fmla="*/ 350 w 1286"/>
              <a:gd name="T7" fmla="*/ 232 h 700"/>
              <a:gd name="T8" fmla="*/ 613 w 1286"/>
              <a:gd name="T9" fmla="*/ 581 h 700"/>
              <a:gd name="T10" fmla="*/ 706 w 1286"/>
              <a:gd name="T11" fmla="*/ 513 h 700"/>
              <a:gd name="T12" fmla="*/ 542 w 1286"/>
              <a:gd name="T13" fmla="*/ 292 h 700"/>
              <a:gd name="T14" fmla="*/ 760 w 1286"/>
              <a:gd name="T15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6" h="700">
                <a:moveTo>
                  <a:pt x="760" y="0"/>
                </a:moveTo>
                <a:lnTo>
                  <a:pt x="1285" y="699"/>
                </a:lnTo>
                <a:lnTo>
                  <a:pt x="0" y="699"/>
                </a:lnTo>
                <a:lnTo>
                  <a:pt x="350" y="232"/>
                </a:lnTo>
                <a:lnTo>
                  <a:pt x="613" y="581"/>
                </a:lnTo>
                <a:lnTo>
                  <a:pt x="706" y="513"/>
                </a:lnTo>
                <a:lnTo>
                  <a:pt x="542" y="292"/>
                </a:lnTo>
                <a:lnTo>
                  <a:pt x="76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77399" y="3190877"/>
            <a:ext cx="357188" cy="461963"/>
          </a:xfrm>
          <a:custGeom>
            <a:avLst/>
            <a:gdLst>
              <a:gd name="T0" fmla="*/ 875 w 991"/>
              <a:gd name="T1" fmla="*/ 3 h 1285"/>
              <a:gd name="T2" fmla="*/ 990 w 991"/>
              <a:gd name="T3" fmla="*/ 118 h 1285"/>
              <a:gd name="T4" fmla="*/ 990 w 991"/>
              <a:gd name="T5" fmla="*/ 1109 h 1285"/>
              <a:gd name="T6" fmla="*/ 875 w 991"/>
              <a:gd name="T7" fmla="*/ 1224 h 1285"/>
              <a:gd name="T8" fmla="*/ 752 w 991"/>
              <a:gd name="T9" fmla="*/ 1224 h 1285"/>
              <a:gd name="T10" fmla="*/ 697 w 991"/>
              <a:gd name="T11" fmla="*/ 992 h 1285"/>
              <a:gd name="T12" fmla="*/ 875 w 991"/>
              <a:gd name="T13" fmla="*/ 992 h 1285"/>
              <a:gd name="T14" fmla="*/ 875 w 991"/>
              <a:gd name="T15" fmla="*/ 235 h 1285"/>
              <a:gd name="T16" fmla="*/ 290 w 991"/>
              <a:gd name="T17" fmla="*/ 235 h 1285"/>
              <a:gd name="T18" fmla="*/ 290 w 991"/>
              <a:gd name="T19" fmla="*/ 585 h 1285"/>
              <a:gd name="T20" fmla="*/ 175 w 991"/>
              <a:gd name="T21" fmla="*/ 547 h 1285"/>
              <a:gd name="T22" fmla="*/ 175 w 991"/>
              <a:gd name="T23" fmla="*/ 118 h 1285"/>
              <a:gd name="T24" fmla="*/ 290 w 991"/>
              <a:gd name="T25" fmla="*/ 0 h 1285"/>
              <a:gd name="T26" fmla="*/ 875 w 991"/>
              <a:gd name="T27" fmla="*/ 3 h 1285"/>
              <a:gd name="T28" fmla="*/ 0 w 991"/>
              <a:gd name="T29" fmla="*/ 643 h 1285"/>
              <a:gd name="T30" fmla="*/ 640 w 991"/>
              <a:gd name="T31" fmla="*/ 1284 h 1285"/>
              <a:gd name="T32" fmla="*/ 525 w 991"/>
              <a:gd name="T33" fmla="*/ 1284 h 1285"/>
              <a:gd name="T34" fmla="*/ 0 w 991"/>
              <a:gd name="T35" fmla="*/ 759 h 1285"/>
              <a:gd name="T36" fmla="*/ 0 w 991"/>
              <a:gd name="T37" fmla="*/ 643 h 1285"/>
              <a:gd name="T38" fmla="*/ 0 w 991"/>
              <a:gd name="T39" fmla="*/ 1109 h 1285"/>
              <a:gd name="T40" fmla="*/ 175 w 991"/>
              <a:gd name="T41" fmla="*/ 1284 h 1285"/>
              <a:gd name="T42" fmla="*/ 0 w 991"/>
              <a:gd name="T43" fmla="*/ 1284 h 1285"/>
              <a:gd name="T44" fmla="*/ 0 w 991"/>
              <a:gd name="T45" fmla="*/ 1109 h 1285"/>
              <a:gd name="T46" fmla="*/ 0 w 991"/>
              <a:gd name="T47" fmla="*/ 874 h 1285"/>
              <a:gd name="T48" fmla="*/ 407 w 991"/>
              <a:gd name="T49" fmla="*/ 1284 h 1285"/>
              <a:gd name="T50" fmla="*/ 290 w 991"/>
              <a:gd name="T51" fmla="*/ 1284 h 1285"/>
              <a:gd name="T52" fmla="*/ 0 w 991"/>
              <a:gd name="T53" fmla="*/ 992 h 1285"/>
              <a:gd name="T54" fmla="*/ 0 w 991"/>
              <a:gd name="T55" fmla="*/ 874 h 1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91" h="1285">
                <a:moveTo>
                  <a:pt x="875" y="3"/>
                </a:moveTo>
                <a:cubicBezTo>
                  <a:pt x="938" y="3"/>
                  <a:pt x="990" y="55"/>
                  <a:pt x="990" y="118"/>
                </a:cubicBezTo>
                <a:lnTo>
                  <a:pt x="990" y="1109"/>
                </a:lnTo>
                <a:cubicBezTo>
                  <a:pt x="990" y="1172"/>
                  <a:pt x="938" y="1224"/>
                  <a:pt x="875" y="1224"/>
                </a:cubicBezTo>
                <a:lnTo>
                  <a:pt x="752" y="1224"/>
                </a:lnTo>
                <a:cubicBezTo>
                  <a:pt x="746" y="1142"/>
                  <a:pt x="727" y="1065"/>
                  <a:pt x="697" y="992"/>
                </a:cubicBezTo>
                <a:lnTo>
                  <a:pt x="875" y="992"/>
                </a:lnTo>
                <a:lnTo>
                  <a:pt x="875" y="235"/>
                </a:lnTo>
                <a:lnTo>
                  <a:pt x="290" y="235"/>
                </a:lnTo>
                <a:lnTo>
                  <a:pt x="290" y="585"/>
                </a:lnTo>
                <a:cubicBezTo>
                  <a:pt x="251" y="569"/>
                  <a:pt x="216" y="555"/>
                  <a:pt x="175" y="547"/>
                </a:cubicBezTo>
                <a:lnTo>
                  <a:pt x="175" y="118"/>
                </a:lnTo>
                <a:cubicBezTo>
                  <a:pt x="175" y="55"/>
                  <a:pt x="227" y="0"/>
                  <a:pt x="290" y="0"/>
                </a:cubicBezTo>
                <a:lnTo>
                  <a:pt x="875" y="3"/>
                </a:lnTo>
                <a:close/>
                <a:moveTo>
                  <a:pt x="0" y="643"/>
                </a:moveTo>
                <a:cubicBezTo>
                  <a:pt x="355" y="643"/>
                  <a:pt x="640" y="929"/>
                  <a:pt x="640" y="1284"/>
                </a:cubicBezTo>
                <a:lnTo>
                  <a:pt x="525" y="1284"/>
                </a:lnTo>
                <a:cubicBezTo>
                  <a:pt x="525" y="994"/>
                  <a:pt x="290" y="759"/>
                  <a:pt x="0" y="759"/>
                </a:cubicBezTo>
                <a:lnTo>
                  <a:pt x="0" y="643"/>
                </a:lnTo>
                <a:close/>
                <a:moveTo>
                  <a:pt x="0" y="1109"/>
                </a:moveTo>
                <a:cubicBezTo>
                  <a:pt x="96" y="1109"/>
                  <a:pt x="175" y="1188"/>
                  <a:pt x="175" y="1284"/>
                </a:cubicBezTo>
                <a:lnTo>
                  <a:pt x="0" y="1284"/>
                </a:lnTo>
                <a:lnTo>
                  <a:pt x="0" y="1109"/>
                </a:lnTo>
                <a:close/>
                <a:moveTo>
                  <a:pt x="0" y="874"/>
                </a:moveTo>
                <a:cubicBezTo>
                  <a:pt x="227" y="874"/>
                  <a:pt x="407" y="1057"/>
                  <a:pt x="407" y="1284"/>
                </a:cubicBezTo>
                <a:lnTo>
                  <a:pt x="290" y="1284"/>
                </a:lnTo>
                <a:cubicBezTo>
                  <a:pt x="290" y="1123"/>
                  <a:pt x="161" y="992"/>
                  <a:pt x="0" y="992"/>
                </a:cubicBezTo>
                <a:lnTo>
                  <a:pt x="0" y="87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715624" y="3211513"/>
            <a:ext cx="419100" cy="419100"/>
          </a:xfrm>
          <a:custGeom>
            <a:avLst/>
            <a:gdLst>
              <a:gd name="T0" fmla="*/ 583 w 1166"/>
              <a:gd name="T1" fmla="*/ 901 h 1165"/>
              <a:gd name="T2" fmla="*/ 285 w 1166"/>
              <a:gd name="T3" fmla="*/ 699 h 1165"/>
              <a:gd name="T4" fmla="*/ 881 w 1166"/>
              <a:gd name="T5" fmla="*/ 699 h 1165"/>
              <a:gd name="T6" fmla="*/ 583 w 1166"/>
              <a:gd name="T7" fmla="*/ 901 h 1165"/>
              <a:gd name="T8" fmla="*/ 378 w 1166"/>
              <a:gd name="T9" fmla="*/ 525 h 1165"/>
              <a:gd name="T10" fmla="*/ 290 w 1166"/>
              <a:gd name="T11" fmla="*/ 438 h 1165"/>
              <a:gd name="T12" fmla="*/ 378 w 1166"/>
              <a:gd name="T13" fmla="*/ 350 h 1165"/>
              <a:gd name="T14" fmla="*/ 465 w 1166"/>
              <a:gd name="T15" fmla="*/ 438 h 1165"/>
              <a:gd name="T16" fmla="*/ 378 w 1166"/>
              <a:gd name="T17" fmla="*/ 525 h 1165"/>
              <a:gd name="T18" fmla="*/ 788 w 1166"/>
              <a:gd name="T19" fmla="*/ 525 h 1165"/>
              <a:gd name="T20" fmla="*/ 700 w 1166"/>
              <a:gd name="T21" fmla="*/ 438 h 1165"/>
              <a:gd name="T22" fmla="*/ 788 w 1166"/>
              <a:gd name="T23" fmla="*/ 350 h 1165"/>
              <a:gd name="T24" fmla="*/ 875 w 1166"/>
              <a:gd name="T25" fmla="*/ 438 h 1165"/>
              <a:gd name="T26" fmla="*/ 788 w 1166"/>
              <a:gd name="T27" fmla="*/ 525 h 1165"/>
              <a:gd name="T28" fmla="*/ 583 w 1166"/>
              <a:gd name="T29" fmla="*/ 1049 h 1165"/>
              <a:gd name="T30" fmla="*/ 1050 w 1166"/>
              <a:gd name="T31" fmla="*/ 583 h 1165"/>
              <a:gd name="T32" fmla="*/ 583 w 1166"/>
              <a:gd name="T33" fmla="*/ 115 h 1165"/>
              <a:gd name="T34" fmla="*/ 115 w 1166"/>
              <a:gd name="T35" fmla="*/ 583 h 1165"/>
              <a:gd name="T36" fmla="*/ 583 w 1166"/>
              <a:gd name="T37" fmla="*/ 1049 h 1165"/>
              <a:gd name="T38" fmla="*/ 583 w 1166"/>
              <a:gd name="T39" fmla="*/ 0 h 1165"/>
              <a:gd name="T40" fmla="*/ 1165 w 1166"/>
              <a:gd name="T41" fmla="*/ 583 h 1165"/>
              <a:gd name="T42" fmla="*/ 583 w 1166"/>
              <a:gd name="T43" fmla="*/ 1164 h 1165"/>
              <a:gd name="T44" fmla="*/ 0 w 1166"/>
              <a:gd name="T45" fmla="*/ 583 h 1165"/>
              <a:gd name="T46" fmla="*/ 583 w 1166"/>
              <a:gd name="T47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1165">
                <a:moveTo>
                  <a:pt x="583" y="901"/>
                </a:moveTo>
                <a:cubicBezTo>
                  <a:pt x="446" y="901"/>
                  <a:pt x="331" y="819"/>
                  <a:pt x="285" y="699"/>
                </a:cubicBezTo>
                <a:lnTo>
                  <a:pt x="881" y="699"/>
                </a:lnTo>
                <a:cubicBezTo>
                  <a:pt x="834" y="819"/>
                  <a:pt x="719" y="901"/>
                  <a:pt x="583" y="901"/>
                </a:cubicBezTo>
                <a:close/>
                <a:moveTo>
                  <a:pt x="378" y="525"/>
                </a:moveTo>
                <a:cubicBezTo>
                  <a:pt x="328" y="525"/>
                  <a:pt x="290" y="487"/>
                  <a:pt x="290" y="438"/>
                </a:cubicBezTo>
                <a:cubicBezTo>
                  <a:pt x="290" y="388"/>
                  <a:pt x="329" y="350"/>
                  <a:pt x="378" y="350"/>
                </a:cubicBezTo>
                <a:cubicBezTo>
                  <a:pt x="428" y="350"/>
                  <a:pt x="465" y="388"/>
                  <a:pt x="465" y="438"/>
                </a:cubicBezTo>
                <a:cubicBezTo>
                  <a:pt x="465" y="487"/>
                  <a:pt x="427" y="525"/>
                  <a:pt x="378" y="525"/>
                </a:cubicBezTo>
                <a:close/>
                <a:moveTo>
                  <a:pt x="788" y="525"/>
                </a:moveTo>
                <a:cubicBezTo>
                  <a:pt x="738" y="525"/>
                  <a:pt x="700" y="487"/>
                  <a:pt x="700" y="438"/>
                </a:cubicBezTo>
                <a:cubicBezTo>
                  <a:pt x="700" y="388"/>
                  <a:pt x="739" y="350"/>
                  <a:pt x="788" y="350"/>
                </a:cubicBezTo>
                <a:cubicBezTo>
                  <a:pt x="838" y="350"/>
                  <a:pt x="875" y="388"/>
                  <a:pt x="875" y="438"/>
                </a:cubicBezTo>
                <a:cubicBezTo>
                  <a:pt x="875" y="487"/>
                  <a:pt x="837" y="525"/>
                  <a:pt x="788" y="525"/>
                </a:cubicBezTo>
                <a:close/>
                <a:moveTo>
                  <a:pt x="583" y="1049"/>
                </a:moveTo>
                <a:cubicBezTo>
                  <a:pt x="840" y="1049"/>
                  <a:pt x="1050" y="839"/>
                  <a:pt x="1050" y="583"/>
                </a:cubicBezTo>
                <a:cubicBezTo>
                  <a:pt x="1050" y="326"/>
                  <a:pt x="840" y="115"/>
                  <a:pt x="583" y="115"/>
                </a:cubicBezTo>
                <a:cubicBezTo>
                  <a:pt x="326" y="115"/>
                  <a:pt x="115" y="326"/>
                  <a:pt x="115" y="583"/>
                </a:cubicBezTo>
                <a:cubicBezTo>
                  <a:pt x="115" y="839"/>
                  <a:pt x="326" y="1049"/>
                  <a:pt x="583" y="1049"/>
                </a:cubicBezTo>
                <a:close/>
                <a:moveTo>
                  <a:pt x="583" y="0"/>
                </a:moveTo>
                <a:cubicBezTo>
                  <a:pt x="905" y="0"/>
                  <a:pt x="1165" y="260"/>
                  <a:pt x="1165" y="583"/>
                </a:cubicBezTo>
                <a:cubicBezTo>
                  <a:pt x="1165" y="905"/>
                  <a:pt x="906" y="1164"/>
                  <a:pt x="583" y="1164"/>
                </a:cubicBezTo>
                <a:cubicBezTo>
                  <a:pt x="261" y="1164"/>
                  <a:pt x="0" y="905"/>
                  <a:pt x="0" y="583"/>
                </a:cubicBezTo>
                <a:cubicBezTo>
                  <a:pt x="0" y="260"/>
                  <a:pt x="260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7" y="4083051"/>
            <a:ext cx="463550" cy="420689"/>
          </a:xfrm>
          <a:custGeom>
            <a:avLst/>
            <a:gdLst>
              <a:gd name="T0" fmla="*/ 1285 w 1286"/>
              <a:gd name="T1" fmla="*/ 525 h 1169"/>
              <a:gd name="T2" fmla="*/ 1282 w 1286"/>
              <a:gd name="T3" fmla="*/ 531 h 1169"/>
              <a:gd name="T4" fmla="*/ 1285 w 1286"/>
              <a:gd name="T5" fmla="*/ 531 h 1169"/>
              <a:gd name="T6" fmla="*/ 1285 w 1286"/>
              <a:gd name="T7" fmla="*/ 643 h 1169"/>
              <a:gd name="T8" fmla="*/ 1277 w 1286"/>
              <a:gd name="T9" fmla="*/ 686 h 1169"/>
              <a:gd name="T10" fmla="*/ 1099 w 1286"/>
              <a:gd name="T11" fmla="*/ 1097 h 1169"/>
              <a:gd name="T12" fmla="*/ 993 w 1286"/>
              <a:gd name="T13" fmla="*/ 1168 h 1169"/>
              <a:gd name="T14" fmla="*/ 468 w 1286"/>
              <a:gd name="T15" fmla="*/ 1168 h 1169"/>
              <a:gd name="T16" fmla="*/ 350 w 1286"/>
              <a:gd name="T17" fmla="*/ 1050 h 1169"/>
              <a:gd name="T18" fmla="*/ 350 w 1286"/>
              <a:gd name="T19" fmla="*/ 468 h 1169"/>
              <a:gd name="T20" fmla="*/ 386 w 1286"/>
              <a:gd name="T21" fmla="*/ 386 h 1169"/>
              <a:gd name="T22" fmla="*/ 768 w 1286"/>
              <a:gd name="T23" fmla="*/ 0 h 1169"/>
              <a:gd name="T24" fmla="*/ 831 w 1286"/>
              <a:gd name="T25" fmla="*/ 63 h 1169"/>
              <a:gd name="T26" fmla="*/ 856 w 1286"/>
              <a:gd name="T27" fmla="*/ 123 h 1169"/>
              <a:gd name="T28" fmla="*/ 856 w 1286"/>
              <a:gd name="T29" fmla="*/ 142 h 1169"/>
              <a:gd name="T30" fmla="*/ 798 w 1286"/>
              <a:gd name="T31" fmla="*/ 410 h 1169"/>
              <a:gd name="T32" fmla="*/ 1168 w 1286"/>
              <a:gd name="T33" fmla="*/ 410 h 1169"/>
              <a:gd name="T34" fmla="*/ 1285 w 1286"/>
              <a:gd name="T35" fmla="*/ 525 h 1169"/>
              <a:gd name="T36" fmla="*/ 0 w 1286"/>
              <a:gd name="T37" fmla="*/ 1168 h 1169"/>
              <a:gd name="T38" fmla="*/ 0 w 1286"/>
              <a:gd name="T39" fmla="*/ 468 h 1169"/>
              <a:gd name="T40" fmla="*/ 235 w 1286"/>
              <a:gd name="T41" fmla="*/ 468 h 1169"/>
              <a:gd name="T42" fmla="*/ 235 w 1286"/>
              <a:gd name="T43" fmla="*/ 1168 h 1169"/>
              <a:gd name="T44" fmla="*/ 0 w 1286"/>
              <a:gd name="T45" fmla="*/ 116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6" h="1169">
                <a:moveTo>
                  <a:pt x="1285" y="525"/>
                </a:moveTo>
                <a:lnTo>
                  <a:pt x="1282" y="531"/>
                </a:lnTo>
                <a:lnTo>
                  <a:pt x="1285" y="531"/>
                </a:lnTo>
                <a:lnTo>
                  <a:pt x="1285" y="643"/>
                </a:lnTo>
                <a:cubicBezTo>
                  <a:pt x="1285" y="659"/>
                  <a:pt x="1282" y="673"/>
                  <a:pt x="1277" y="686"/>
                </a:cubicBezTo>
                <a:lnTo>
                  <a:pt x="1099" y="1097"/>
                </a:lnTo>
                <a:cubicBezTo>
                  <a:pt x="1083" y="1138"/>
                  <a:pt x="1042" y="1168"/>
                  <a:pt x="993" y="1168"/>
                </a:cubicBezTo>
                <a:lnTo>
                  <a:pt x="468" y="1168"/>
                </a:lnTo>
                <a:cubicBezTo>
                  <a:pt x="405" y="1168"/>
                  <a:pt x="350" y="1113"/>
                  <a:pt x="350" y="1050"/>
                </a:cubicBezTo>
                <a:lnTo>
                  <a:pt x="350" y="468"/>
                </a:lnTo>
                <a:cubicBezTo>
                  <a:pt x="350" y="435"/>
                  <a:pt x="364" y="408"/>
                  <a:pt x="386" y="386"/>
                </a:cubicBezTo>
                <a:lnTo>
                  <a:pt x="768" y="0"/>
                </a:lnTo>
                <a:lnTo>
                  <a:pt x="831" y="63"/>
                </a:lnTo>
                <a:cubicBezTo>
                  <a:pt x="848" y="79"/>
                  <a:pt x="856" y="99"/>
                  <a:pt x="856" y="123"/>
                </a:cubicBezTo>
                <a:lnTo>
                  <a:pt x="856" y="142"/>
                </a:lnTo>
                <a:lnTo>
                  <a:pt x="798" y="410"/>
                </a:lnTo>
                <a:lnTo>
                  <a:pt x="1168" y="410"/>
                </a:lnTo>
                <a:cubicBezTo>
                  <a:pt x="1230" y="410"/>
                  <a:pt x="1285" y="462"/>
                  <a:pt x="1285" y="525"/>
                </a:cubicBezTo>
                <a:close/>
                <a:moveTo>
                  <a:pt x="0" y="1168"/>
                </a:moveTo>
                <a:lnTo>
                  <a:pt x="0" y="468"/>
                </a:lnTo>
                <a:lnTo>
                  <a:pt x="235" y="468"/>
                </a:lnTo>
                <a:lnTo>
                  <a:pt x="235" y="1168"/>
                </a:lnTo>
                <a:lnTo>
                  <a:pt x="0" y="116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206624" y="4135438"/>
            <a:ext cx="293688" cy="315912"/>
          </a:xfrm>
          <a:custGeom>
            <a:avLst/>
            <a:gdLst>
              <a:gd name="T0" fmla="*/ 0 w 816"/>
              <a:gd name="T1" fmla="*/ 0 h 876"/>
              <a:gd name="T2" fmla="*/ 815 w 816"/>
              <a:gd name="T3" fmla="*/ 0 h 876"/>
              <a:gd name="T4" fmla="*/ 815 w 816"/>
              <a:gd name="T5" fmla="*/ 175 h 876"/>
              <a:gd name="T6" fmla="*/ 495 w 816"/>
              <a:gd name="T7" fmla="*/ 175 h 876"/>
              <a:gd name="T8" fmla="*/ 495 w 816"/>
              <a:gd name="T9" fmla="*/ 875 h 876"/>
              <a:gd name="T10" fmla="*/ 320 w 816"/>
              <a:gd name="T11" fmla="*/ 875 h 876"/>
              <a:gd name="T12" fmla="*/ 320 w 816"/>
              <a:gd name="T13" fmla="*/ 175 h 876"/>
              <a:gd name="T14" fmla="*/ 0 w 816"/>
              <a:gd name="T15" fmla="*/ 175 h 876"/>
              <a:gd name="T16" fmla="*/ 0 w 816"/>
              <a:gd name="T17" fmla="*/ 0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6" h="876">
                <a:moveTo>
                  <a:pt x="0" y="0"/>
                </a:moveTo>
                <a:lnTo>
                  <a:pt x="815" y="0"/>
                </a:lnTo>
                <a:lnTo>
                  <a:pt x="815" y="175"/>
                </a:lnTo>
                <a:lnTo>
                  <a:pt x="495" y="175"/>
                </a:lnTo>
                <a:lnTo>
                  <a:pt x="495" y="875"/>
                </a:lnTo>
                <a:lnTo>
                  <a:pt x="320" y="875"/>
                </a:lnTo>
                <a:lnTo>
                  <a:pt x="320" y="175"/>
                </a:lnTo>
                <a:lnTo>
                  <a:pt x="0" y="175"/>
                </a:lnTo>
                <a:lnTo>
                  <a:pt x="0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30564" y="4071939"/>
            <a:ext cx="377825" cy="441325"/>
          </a:xfrm>
          <a:custGeom>
            <a:avLst/>
            <a:gdLst>
              <a:gd name="T0" fmla="*/ 525 w 1051"/>
              <a:gd name="T1" fmla="*/ 1111 h 1226"/>
              <a:gd name="T2" fmla="*/ 933 w 1051"/>
              <a:gd name="T3" fmla="*/ 700 h 1226"/>
              <a:gd name="T4" fmla="*/ 525 w 1051"/>
              <a:gd name="T5" fmla="*/ 293 h 1226"/>
              <a:gd name="T6" fmla="*/ 118 w 1051"/>
              <a:gd name="T7" fmla="*/ 700 h 1226"/>
              <a:gd name="T8" fmla="*/ 525 w 1051"/>
              <a:gd name="T9" fmla="*/ 1111 h 1226"/>
              <a:gd name="T10" fmla="*/ 935 w 1051"/>
              <a:gd name="T11" fmla="*/ 375 h 1226"/>
              <a:gd name="T12" fmla="*/ 1050 w 1051"/>
              <a:gd name="T13" fmla="*/ 700 h 1226"/>
              <a:gd name="T14" fmla="*/ 525 w 1051"/>
              <a:gd name="T15" fmla="*/ 1225 h 1226"/>
              <a:gd name="T16" fmla="*/ 0 w 1051"/>
              <a:gd name="T17" fmla="*/ 700 h 1226"/>
              <a:gd name="T18" fmla="*/ 525 w 1051"/>
              <a:gd name="T19" fmla="*/ 175 h 1226"/>
              <a:gd name="T20" fmla="*/ 853 w 1051"/>
              <a:gd name="T21" fmla="*/ 293 h 1226"/>
              <a:gd name="T22" fmla="*/ 935 w 1051"/>
              <a:gd name="T23" fmla="*/ 208 h 1226"/>
              <a:gd name="T24" fmla="*/ 1017 w 1051"/>
              <a:gd name="T25" fmla="*/ 290 h 1226"/>
              <a:gd name="T26" fmla="*/ 935 w 1051"/>
              <a:gd name="T27" fmla="*/ 375 h 1226"/>
              <a:gd name="T28" fmla="*/ 468 w 1051"/>
              <a:gd name="T29" fmla="*/ 761 h 1226"/>
              <a:gd name="T30" fmla="*/ 468 w 1051"/>
              <a:gd name="T31" fmla="*/ 411 h 1226"/>
              <a:gd name="T32" fmla="*/ 583 w 1051"/>
              <a:gd name="T33" fmla="*/ 411 h 1226"/>
              <a:gd name="T34" fmla="*/ 583 w 1051"/>
              <a:gd name="T35" fmla="*/ 761 h 1226"/>
              <a:gd name="T36" fmla="*/ 468 w 1051"/>
              <a:gd name="T37" fmla="*/ 761 h 1226"/>
              <a:gd name="T38" fmla="*/ 700 w 1051"/>
              <a:gd name="T39" fmla="*/ 0 h 1226"/>
              <a:gd name="T40" fmla="*/ 700 w 1051"/>
              <a:gd name="T41" fmla="*/ 118 h 1226"/>
              <a:gd name="T42" fmla="*/ 350 w 1051"/>
              <a:gd name="T43" fmla="*/ 118 h 1226"/>
              <a:gd name="T44" fmla="*/ 350 w 1051"/>
              <a:gd name="T45" fmla="*/ 0 h 1226"/>
              <a:gd name="T46" fmla="*/ 700 w 1051"/>
              <a:gd name="T47" fmla="*/ 0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226">
                <a:moveTo>
                  <a:pt x="525" y="1111"/>
                </a:moveTo>
                <a:cubicBezTo>
                  <a:pt x="752" y="1111"/>
                  <a:pt x="933" y="927"/>
                  <a:pt x="933" y="700"/>
                </a:cubicBezTo>
                <a:cubicBezTo>
                  <a:pt x="933" y="473"/>
                  <a:pt x="752" y="293"/>
                  <a:pt x="525" y="293"/>
                </a:cubicBezTo>
                <a:cubicBezTo>
                  <a:pt x="298" y="293"/>
                  <a:pt x="118" y="473"/>
                  <a:pt x="118" y="700"/>
                </a:cubicBezTo>
                <a:cubicBezTo>
                  <a:pt x="118" y="927"/>
                  <a:pt x="298" y="1111"/>
                  <a:pt x="525" y="1111"/>
                </a:cubicBezTo>
                <a:close/>
                <a:moveTo>
                  <a:pt x="935" y="375"/>
                </a:moveTo>
                <a:cubicBezTo>
                  <a:pt x="1006" y="465"/>
                  <a:pt x="1050" y="577"/>
                  <a:pt x="1050" y="700"/>
                </a:cubicBezTo>
                <a:cubicBezTo>
                  <a:pt x="1050" y="990"/>
                  <a:pt x="815" y="1225"/>
                  <a:pt x="525" y="1225"/>
                </a:cubicBezTo>
                <a:cubicBezTo>
                  <a:pt x="235" y="1225"/>
                  <a:pt x="0" y="990"/>
                  <a:pt x="0" y="700"/>
                </a:cubicBezTo>
                <a:cubicBezTo>
                  <a:pt x="0" y="411"/>
                  <a:pt x="235" y="175"/>
                  <a:pt x="525" y="175"/>
                </a:cubicBezTo>
                <a:cubicBezTo>
                  <a:pt x="648" y="175"/>
                  <a:pt x="763" y="222"/>
                  <a:pt x="853" y="293"/>
                </a:cubicBezTo>
                <a:lnTo>
                  <a:pt x="935" y="208"/>
                </a:lnTo>
                <a:cubicBezTo>
                  <a:pt x="965" y="233"/>
                  <a:pt x="993" y="260"/>
                  <a:pt x="1017" y="290"/>
                </a:cubicBezTo>
                <a:lnTo>
                  <a:pt x="935" y="375"/>
                </a:lnTo>
                <a:close/>
                <a:moveTo>
                  <a:pt x="468" y="761"/>
                </a:moveTo>
                <a:lnTo>
                  <a:pt x="468" y="411"/>
                </a:lnTo>
                <a:lnTo>
                  <a:pt x="583" y="411"/>
                </a:lnTo>
                <a:lnTo>
                  <a:pt x="583" y="761"/>
                </a:lnTo>
                <a:lnTo>
                  <a:pt x="468" y="761"/>
                </a:lnTo>
                <a:close/>
                <a:moveTo>
                  <a:pt x="700" y="0"/>
                </a:moveTo>
                <a:lnTo>
                  <a:pt x="700" y="118"/>
                </a:lnTo>
                <a:lnTo>
                  <a:pt x="350" y="118"/>
                </a:lnTo>
                <a:lnTo>
                  <a:pt x="350" y="0"/>
                </a:ln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84662" y="4060825"/>
            <a:ext cx="404812" cy="463550"/>
          </a:xfrm>
          <a:custGeom>
            <a:avLst/>
            <a:gdLst>
              <a:gd name="T0" fmla="*/ 599 w 1125"/>
              <a:gd name="T1" fmla="*/ 1110 h 1286"/>
              <a:gd name="T2" fmla="*/ 804 w 1125"/>
              <a:gd name="T3" fmla="*/ 1053 h 1286"/>
              <a:gd name="T4" fmla="*/ 246 w 1125"/>
              <a:gd name="T5" fmla="*/ 495 h 1286"/>
              <a:gd name="T6" fmla="*/ 192 w 1125"/>
              <a:gd name="T7" fmla="*/ 700 h 1286"/>
              <a:gd name="T8" fmla="*/ 599 w 1125"/>
              <a:gd name="T9" fmla="*/ 1110 h 1286"/>
              <a:gd name="T10" fmla="*/ 74 w 1125"/>
              <a:gd name="T11" fmla="*/ 175 h 1286"/>
              <a:gd name="T12" fmla="*/ 1110 w 1125"/>
              <a:gd name="T13" fmla="*/ 1212 h 1286"/>
              <a:gd name="T14" fmla="*/ 1036 w 1125"/>
              <a:gd name="T15" fmla="*/ 1285 h 1286"/>
              <a:gd name="T16" fmla="*/ 889 w 1125"/>
              <a:gd name="T17" fmla="*/ 1138 h 1286"/>
              <a:gd name="T18" fmla="*/ 599 w 1125"/>
              <a:gd name="T19" fmla="*/ 1225 h 1286"/>
              <a:gd name="T20" fmla="*/ 74 w 1125"/>
              <a:gd name="T21" fmla="*/ 700 h 1286"/>
              <a:gd name="T22" fmla="*/ 161 w 1125"/>
              <a:gd name="T23" fmla="*/ 411 h 1286"/>
              <a:gd name="T24" fmla="*/ 0 w 1125"/>
              <a:gd name="T25" fmla="*/ 249 h 1286"/>
              <a:gd name="T26" fmla="*/ 74 w 1125"/>
              <a:gd name="T27" fmla="*/ 175 h 1286"/>
              <a:gd name="T28" fmla="*/ 542 w 1125"/>
              <a:gd name="T29" fmla="*/ 493 h 1286"/>
              <a:gd name="T30" fmla="*/ 542 w 1125"/>
              <a:gd name="T31" fmla="*/ 410 h 1286"/>
              <a:gd name="T32" fmla="*/ 656 w 1125"/>
              <a:gd name="T33" fmla="*/ 410 h 1286"/>
              <a:gd name="T34" fmla="*/ 656 w 1125"/>
              <a:gd name="T35" fmla="*/ 610 h 1286"/>
              <a:gd name="T36" fmla="*/ 542 w 1125"/>
              <a:gd name="T37" fmla="*/ 493 h 1286"/>
              <a:gd name="T38" fmla="*/ 774 w 1125"/>
              <a:gd name="T39" fmla="*/ 0 h 1286"/>
              <a:gd name="T40" fmla="*/ 774 w 1125"/>
              <a:gd name="T41" fmla="*/ 118 h 1286"/>
              <a:gd name="T42" fmla="*/ 424 w 1125"/>
              <a:gd name="T43" fmla="*/ 118 h 1286"/>
              <a:gd name="T44" fmla="*/ 424 w 1125"/>
              <a:gd name="T45" fmla="*/ 0 h 1286"/>
              <a:gd name="T46" fmla="*/ 774 w 1125"/>
              <a:gd name="T47" fmla="*/ 0 h 1286"/>
              <a:gd name="T48" fmla="*/ 1009 w 1125"/>
              <a:gd name="T49" fmla="*/ 208 h 1286"/>
              <a:gd name="T50" fmla="*/ 1091 w 1125"/>
              <a:gd name="T51" fmla="*/ 290 h 1286"/>
              <a:gd name="T52" fmla="*/ 1009 w 1125"/>
              <a:gd name="T53" fmla="*/ 375 h 1286"/>
              <a:gd name="T54" fmla="*/ 1124 w 1125"/>
              <a:gd name="T55" fmla="*/ 700 h 1286"/>
              <a:gd name="T56" fmla="*/ 1036 w 1125"/>
              <a:gd name="T57" fmla="*/ 990 h 1286"/>
              <a:gd name="T58" fmla="*/ 952 w 1125"/>
              <a:gd name="T59" fmla="*/ 905 h 1286"/>
              <a:gd name="T60" fmla="*/ 1006 w 1125"/>
              <a:gd name="T61" fmla="*/ 700 h 1286"/>
              <a:gd name="T62" fmla="*/ 599 w 1125"/>
              <a:gd name="T63" fmla="*/ 293 h 1286"/>
              <a:gd name="T64" fmla="*/ 397 w 1125"/>
              <a:gd name="T65" fmla="*/ 348 h 1286"/>
              <a:gd name="T66" fmla="*/ 309 w 1125"/>
              <a:gd name="T67" fmla="*/ 263 h 1286"/>
              <a:gd name="T68" fmla="*/ 599 w 1125"/>
              <a:gd name="T69" fmla="*/ 175 h 1286"/>
              <a:gd name="T70" fmla="*/ 927 w 1125"/>
              <a:gd name="T71" fmla="*/ 290 h 1286"/>
              <a:gd name="T72" fmla="*/ 1009 w 1125"/>
              <a:gd name="T73" fmla="*/ 208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25" h="1286">
                <a:moveTo>
                  <a:pt x="599" y="1110"/>
                </a:moveTo>
                <a:cubicBezTo>
                  <a:pt x="673" y="1110"/>
                  <a:pt x="744" y="1089"/>
                  <a:pt x="804" y="1053"/>
                </a:cubicBezTo>
                <a:lnTo>
                  <a:pt x="246" y="495"/>
                </a:lnTo>
                <a:cubicBezTo>
                  <a:pt x="211" y="555"/>
                  <a:pt x="192" y="626"/>
                  <a:pt x="192" y="700"/>
                </a:cubicBezTo>
                <a:cubicBezTo>
                  <a:pt x="192" y="927"/>
                  <a:pt x="372" y="1110"/>
                  <a:pt x="599" y="1110"/>
                </a:cubicBezTo>
                <a:close/>
                <a:moveTo>
                  <a:pt x="74" y="175"/>
                </a:moveTo>
                <a:lnTo>
                  <a:pt x="1110" y="1212"/>
                </a:lnTo>
                <a:lnTo>
                  <a:pt x="1036" y="1285"/>
                </a:lnTo>
                <a:lnTo>
                  <a:pt x="889" y="1138"/>
                </a:lnTo>
                <a:cubicBezTo>
                  <a:pt x="804" y="1192"/>
                  <a:pt x="706" y="1225"/>
                  <a:pt x="599" y="1225"/>
                </a:cubicBezTo>
                <a:cubicBezTo>
                  <a:pt x="309" y="1225"/>
                  <a:pt x="74" y="990"/>
                  <a:pt x="74" y="700"/>
                </a:cubicBezTo>
                <a:cubicBezTo>
                  <a:pt x="74" y="594"/>
                  <a:pt x="107" y="493"/>
                  <a:pt x="161" y="411"/>
                </a:cubicBezTo>
                <a:lnTo>
                  <a:pt x="0" y="249"/>
                </a:lnTo>
                <a:lnTo>
                  <a:pt x="74" y="175"/>
                </a:lnTo>
                <a:close/>
                <a:moveTo>
                  <a:pt x="542" y="493"/>
                </a:moveTo>
                <a:lnTo>
                  <a:pt x="542" y="410"/>
                </a:lnTo>
                <a:lnTo>
                  <a:pt x="656" y="410"/>
                </a:lnTo>
                <a:lnTo>
                  <a:pt x="656" y="610"/>
                </a:lnTo>
                <a:lnTo>
                  <a:pt x="542" y="493"/>
                </a:lnTo>
                <a:close/>
                <a:moveTo>
                  <a:pt x="774" y="0"/>
                </a:moveTo>
                <a:lnTo>
                  <a:pt x="774" y="118"/>
                </a:lnTo>
                <a:lnTo>
                  <a:pt x="424" y="118"/>
                </a:lnTo>
                <a:lnTo>
                  <a:pt x="424" y="0"/>
                </a:lnTo>
                <a:lnTo>
                  <a:pt x="774" y="0"/>
                </a:lnTo>
                <a:close/>
                <a:moveTo>
                  <a:pt x="1009" y="208"/>
                </a:moveTo>
                <a:lnTo>
                  <a:pt x="1091" y="290"/>
                </a:lnTo>
                <a:lnTo>
                  <a:pt x="1009" y="375"/>
                </a:lnTo>
                <a:cubicBezTo>
                  <a:pt x="1080" y="465"/>
                  <a:pt x="1124" y="577"/>
                  <a:pt x="1124" y="700"/>
                </a:cubicBezTo>
                <a:cubicBezTo>
                  <a:pt x="1124" y="807"/>
                  <a:pt x="1091" y="908"/>
                  <a:pt x="1036" y="990"/>
                </a:cubicBezTo>
                <a:lnTo>
                  <a:pt x="952" y="905"/>
                </a:lnTo>
                <a:cubicBezTo>
                  <a:pt x="987" y="845"/>
                  <a:pt x="1006" y="774"/>
                  <a:pt x="1006" y="700"/>
                </a:cubicBezTo>
                <a:cubicBezTo>
                  <a:pt x="1006" y="473"/>
                  <a:pt x="826" y="293"/>
                  <a:pt x="599" y="293"/>
                </a:cubicBezTo>
                <a:cubicBezTo>
                  <a:pt x="525" y="293"/>
                  <a:pt x="457" y="312"/>
                  <a:pt x="397" y="348"/>
                </a:cubicBezTo>
                <a:lnTo>
                  <a:pt x="309" y="263"/>
                </a:lnTo>
                <a:cubicBezTo>
                  <a:pt x="391" y="208"/>
                  <a:pt x="492" y="175"/>
                  <a:pt x="599" y="175"/>
                </a:cubicBezTo>
                <a:cubicBezTo>
                  <a:pt x="722" y="175"/>
                  <a:pt x="837" y="219"/>
                  <a:pt x="927" y="290"/>
                </a:cubicBezTo>
                <a:lnTo>
                  <a:pt x="1009" y="20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00664" y="4164015"/>
            <a:ext cx="504825" cy="255587"/>
          </a:xfrm>
          <a:custGeom>
            <a:avLst/>
            <a:gdLst>
              <a:gd name="T0" fmla="*/ 752 w 1401"/>
              <a:gd name="T1" fmla="*/ 427 h 712"/>
              <a:gd name="T2" fmla="*/ 752 w 1401"/>
              <a:gd name="T3" fmla="*/ 279 h 712"/>
              <a:gd name="T4" fmla="*/ 724 w 1401"/>
              <a:gd name="T5" fmla="*/ 134 h 712"/>
              <a:gd name="T6" fmla="*/ 642 w 1401"/>
              <a:gd name="T7" fmla="*/ 93 h 712"/>
              <a:gd name="T8" fmla="*/ 593 w 1401"/>
              <a:gd name="T9" fmla="*/ 102 h 712"/>
              <a:gd name="T10" fmla="*/ 530 w 1401"/>
              <a:gd name="T11" fmla="*/ 282 h 712"/>
              <a:gd name="T12" fmla="*/ 530 w 1401"/>
              <a:gd name="T13" fmla="*/ 427 h 712"/>
              <a:gd name="T14" fmla="*/ 536 w 1401"/>
              <a:gd name="T15" fmla="*/ 517 h 712"/>
              <a:gd name="T16" fmla="*/ 560 w 1401"/>
              <a:gd name="T17" fmla="*/ 575 h 712"/>
              <a:gd name="T18" fmla="*/ 642 w 1401"/>
              <a:gd name="T19" fmla="*/ 618 h 712"/>
              <a:gd name="T20" fmla="*/ 724 w 1401"/>
              <a:gd name="T21" fmla="*/ 575 h 712"/>
              <a:gd name="T22" fmla="*/ 746 w 1401"/>
              <a:gd name="T23" fmla="*/ 517 h 712"/>
              <a:gd name="T24" fmla="*/ 752 w 1401"/>
              <a:gd name="T25" fmla="*/ 427 h 712"/>
              <a:gd name="T26" fmla="*/ 415 w 1401"/>
              <a:gd name="T27" fmla="*/ 298 h 712"/>
              <a:gd name="T28" fmla="*/ 642 w 1401"/>
              <a:gd name="T29" fmla="*/ 0 h 712"/>
              <a:gd name="T30" fmla="*/ 807 w 1401"/>
              <a:gd name="T31" fmla="*/ 66 h 712"/>
              <a:gd name="T32" fmla="*/ 867 w 1401"/>
              <a:gd name="T33" fmla="*/ 298 h 712"/>
              <a:gd name="T34" fmla="*/ 867 w 1401"/>
              <a:gd name="T35" fmla="*/ 411 h 712"/>
              <a:gd name="T36" fmla="*/ 642 w 1401"/>
              <a:gd name="T37" fmla="*/ 711 h 712"/>
              <a:gd name="T38" fmla="*/ 415 w 1401"/>
              <a:gd name="T39" fmla="*/ 411 h 712"/>
              <a:gd name="T40" fmla="*/ 415 w 1401"/>
              <a:gd name="T41" fmla="*/ 298 h 712"/>
              <a:gd name="T42" fmla="*/ 1192 w 1401"/>
              <a:gd name="T43" fmla="*/ 266 h 712"/>
              <a:gd name="T44" fmla="*/ 1110 w 1401"/>
              <a:gd name="T45" fmla="*/ 329 h 712"/>
              <a:gd name="T46" fmla="*/ 1162 w 1401"/>
              <a:gd name="T47" fmla="*/ 383 h 712"/>
              <a:gd name="T48" fmla="*/ 1214 w 1401"/>
              <a:gd name="T49" fmla="*/ 397 h 712"/>
              <a:gd name="T50" fmla="*/ 1290 w 1401"/>
              <a:gd name="T51" fmla="*/ 419 h 712"/>
              <a:gd name="T52" fmla="*/ 1351 w 1401"/>
              <a:gd name="T53" fmla="*/ 452 h 712"/>
              <a:gd name="T54" fmla="*/ 1386 w 1401"/>
              <a:gd name="T55" fmla="*/ 495 h 712"/>
              <a:gd name="T56" fmla="*/ 1400 w 1401"/>
              <a:gd name="T57" fmla="*/ 553 h 712"/>
              <a:gd name="T58" fmla="*/ 1280 w 1401"/>
              <a:gd name="T59" fmla="*/ 695 h 712"/>
              <a:gd name="T60" fmla="*/ 1198 w 1401"/>
              <a:gd name="T61" fmla="*/ 706 h 712"/>
              <a:gd name="T62" fmla="*/ 995 w 1401"/>
              <a:gd name="T63" fmla="*/ 599 h 712"/>
              <a:gd name="T64" fmla="*/ 981 w 1401"/>
              <a:gd name="T65" fmla="*/ 539 h 712"/>
              <a:gd name="T66" fmla="*/ 1094 w 1401"/>
              <a:gd name="T67" fmla="*/ 539 h 712"/>
              <a:gd name="T68" fmla="*/ 1198 w 1401"/>
              <a:gd name="T69" fmla="*/ 621 h 712"/>
              <a:gd name="T70" fmla="*/ 1288 w 1401"/>
              <a:gd name="T71" fmla="*/ 558 h 712"/>
              <a:gd name="T72" fmla="*/ 1236 w 1401"/>
              <a:gd name="T73" fmla="*/ 501 h 712"/>
              <a:gd name="T74" fmla="*/ 1105 w 1401"/>
              <a:gd name="T75" fmla="*/ 463 h 712"/>
              <a:gd name="T76" fmla="*/ 1050 w 1401"/>
              <a:gd name="T77" fmla="*/ 432 h 712"/>
              <a:gd name="T78" fmla="*/ 998 w 1401"/>
              <a:gd name="T79" fmla="*/ 334 h 712"/>
              <a:gd name="T80" fmla="*/ 1113 w 1401"/>
              <a:gd name="T81" fmla="*/ 192 h 712"/>
              <a:gd name="T82" fmla="*/ 1192 w 1401"/>
              <a:gd name="T83" fmla="*/ 181 h 712"/>
              <a:gd name="T84" fmla="*/ 1397 w 1401"/>
              <a:gd name="T85" fmla="*/ 342 h 712"/>
              <a:gd name="T86" fmla="*/ 1282 w 1401"/>
              <a:gd name="T87" fmla="*/ 342 h 712"/>
              <a:gd name="T88" fmla="*/ 1233 w 1401"/>
              <a:gd name="T89" fmla="*/ 274 h 712"/>
              <a:gd name="T90" fmla="*/ 1192 w 1401"/>
              <a:gd name="T91" fmla="*/ 266 h 712"/>
              <a:gd name="T92" fmla="*/ 0 w 1401"/>
              <a:gd name="T93" fmla="*/ 107 h 712"/>
              <a:gd name="T94" fmla="*/ 276 w 1401"/>
              <a:gd name="T95" fmla="*/ 6 h 712"/>
              <a:gd name="T96" fmla="*/ 292 w 1401"/>
              <a:gd name="T97" fmla="*/ 6 h 712"/>
              <a:gd name="T98" fmla="*/ 292 w 1401"/>
              <a:gd name="T99" fmla="*/ 706 h 712"/>
              <a:gd name="T100" fmla="*/ 175 w 1401"/>
              <a:gd name="T101" fmla="*/ 706 h 712"/>
              <a:gd name="T102" fmla="*/ 175 w 1401"/>
              <a:gd name="T103" fmla="*/ 145 h 712"/>
              <a:gd name="T104" fmla="*/ 0 w 1401"/>
              <a:gd name="T105" fmla="*/ 206 h 712"/>
              <a:gd name="T106" fmla="*/ 0 w 1401"/>
              <a:gd name="T107" fmla="*/ 107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1" h="712">
                <a:moveTo>
                  <a:pt x="752" y="427"/>
                </a:moveTo>
                <a:lnTo>
                  <a:pt x="752" y="279"/>
                </a:lnTo>
                <a:cubicBezTo>
                  <a:pt x="752" y="216"/>
                  <a:pt x="746" y="170"/>
                  <a:pt x="724" y="134"/>
                </a:cubicBezTo>
                <a:cubicBezTo>
                  <a:pt x="710" y="105"/>
                  <a:pt x="683" y="93"/>
                  <a:pt x="642" y="93"/>
                </a:cubicBezTo>
                <a:cubicBezTo>
                  <a:pt x="626" y="93"/>
                  <a:pt x="607" y="96"/>
                  <a:pt x="593" y="102"/>
                </a:cubicBezTo>
                <a:cubicBezTo>
                  <a:pt x="540" y="133"/>
                  <a:pt x="530" y="195"/>
                  <a:pt x="530" y="282"/>
                </a:cubicBezTo>
                <a:lnTo>
                  <a:pt x="530" y="427"/>
                </a:lnTo>
                <a:cubicBezTo>
                  <a:pt x="530" y="463"/>
                  <a:pt x="530" y="493"/>
                  <a:pt x="536" y="517"/>
                </a:cubicBezTo>
                <a:cubicBezTo>
                  <a:pt x="541" y="542"/>
                  <a:pt x="552" y="558"/>
                  <a:pt x="560" y="575"/>
                </a:cubicBezTo>
                <a:cubicBezTo>
                  <a:pt x="576" y="605"/>
                  <a:pt x="599" y="618"/>
                  <a:pt x="642" y="618"/>
                </a:cubicBezTo>
                <a:cubicBezTo>
                  <a:pt x="685" y="618"/>
                  <a:pt x="710" y="604"/>
                  <a:pt x="724" y="575"/>
                </a:cubicBezTo>
                <a:cubicBezTo>
                  <a:pt x="733" y="558"/>
                  <a:pt x="740" y="542"/>
                  <a:pt x="746" y="517"/>
                </a:cubicBezTo>
                <a:cubicBezTo>
                  <a:pt x="751" y="493"/>
                  <a:pt x="752" y="463"/>
                  <a:pt x="752" y="427"/>
                </a:cubicBezTo>
                <a:close/>
                <a:moveTo>
                  <a:pt x="415" y="298"/>
                </a:moveTo>
                <a:cubicBezTo>
                  <a:pt x="415" y="123"/>
                  <a:pt x="472" y="0"/>
                  <a:pt x="642" y="0"/>
                </a:cubicBezTo>
                <a:cubicBezTo>
                  <a:pt x="713" y="0"/>
                  <a:pt x="773" y="23"/>
                  <a:pt x="807" y="66"/>
                </a:cubicBezTo>
                <a:cubicBezTo>
                  <a:pt x="848" y="120"/>
                  <a:pt x="867" y="199"/>
                  <a:pt x="867" y="298"/>
                </a:cubicBezTo>
                <a:lnTo>
                  <a:pt x="867" y="411"/>
                </a:lnTo>
                <a:cubicBezTo>
                  <a:pt x="867" y="585"/>
                  <a:pt x="813" y="711"/>
                  <a:pt x="642" y="711"/>
                </a:cubicBezTo>
                <a:cubicBezTo>
                  <a:pt x="473" y="711"/>
                  <a:pt x="415" y="585"/>
                  <a:pt x="415" y="411"/>
                </a:cubicBezTo>
                <a:lnTo>
                  <a:pt x="415" y="298"/>
                </a:lnTo>
                <a:close/>
                <a:moveTo>
                  <a:pt x="1192" y="266"/>
                </a:moveTo>
                <a:cubicBezTo>
                  <a:pt x="1147" y="266"/>
                  <a:pt x="1110" y="284"/>
                  <a:pt x="1110" y="329"/>
                </a:cubicBezTo>
                <a:cubicBezTo>
                  <a:pt x="1110" y="368"/>
                  <a:pt x="1131" y="371"/>
                  <a:pt x="1162" y="383"/>
                </a:cubicBezTo>
                <a:cubicBezTo>
                  <a:pt x="1176" y="389"/>
                  <a:pt x="1195" y="394"/>
                  <a:pt x="1214" y="397"/>
                </a:cubicBezTo>
                <a:cubicBezTo>
                  <a:pt x="1244" y="402"/>
                  <a:pt x="1266" y="411"/>
                  <a:pt x="1290" y="419"/>
                </a:cubicBezTo>
                <a:cubicBezTo>
                  <a:pt x="1315" y="427"/>
                  <a:pt x="1334" y="441"/>
                  <a:pt x="1351" y="452"/>
                </a:cubicBezTo>
                <a:cubicBezTo>
                  <a:pt x="1367" y="463"/>
                  <a:pt x="1378" y="479"/>
                  <a:pt x="1386" y="495"/>
                </a:cubicBezTo>
                <a:cubicBezTo>
                  <a:pt x="1394" y="512"/>
                  <a:pt x="1400" y="528"/>
                  <a:pt x="1400" y="553"/>
                </a:cubicBezTo>
                <a:cubicBezTo>
                  <a:pt x="1400" y="637"/>
                  <a:pt x="1345" y="673"/>
                  <a:pt x="1280" y="695"/>
                </a:cubicBezTo>
                <a:cubicBezTo>
                  <a:pt x="1255" y="703"/>
                  <a:pt x="1228" y="706"/>
                  <a:pt x="1198" y="706"/>
                </a:cubicBezTo>
                <a:cubicBezTo>
                  <a:pt x="1099" y="706"/>
                  <a:pt x="1024" y="666"/>
                  <a:pt x="995" y="599"/>
                </a:cubicBezTo>
                <a:cubicBezTo>
                  <a:pt x="987" y="580"/>
                  <a:pt x="981" y="561"/>
                  <a:pt x="981" y="539"/>
                </a:cubicBezTo>
                <a:lnTo>
                  <a:pt x="1094" y="539"/>
                </a:lnTo>
                <a:cubicBezTo>
                  <a:pt x="1094" y="597"/>
                  <a:pt x="1140" y="621"/>
                  <a:pt x="1198" y="621"/>
                </a:cubicBezTo>
                <a:cubicBezTo>
                  <a:pt x="1249" y="621"/>
                  <a:pt x="1288" y="605"/>
                  <a:pt x="1288" y="558"/>
                </a:cubicBezTo>
                <a:cubicBezTo>
                  <a:pt x="1288" y="521"/>
                  <a:pt x="1264" y="512"/>
                  <a:pt x="1236" y="501"/>
                </a:cubicBezTo>
                <a:cubicBezTo>
                  <a:pt x="1201" y="487"/>
                  <a:pt x="1140" y="476"/>
                  <a:pt x="1105" y="463"/>
                </a:cubicBezTo>
                <a:cubicBezTo>
                  <a:pt x="1083" y="454"/>
                  <a:pt x="1066" y="443"/>
                  <a:pt x="1050" y="432"/>
                </a:cubicBezTo>
                <a:cubicBezTo>
                  <a:pt x="1020" y="412"/>
                  <a:pt x="998" y="382"/>
                  <a:pt x="998" y="334"/>
                </a:cubicBezTo>
                <a:cubicBezTo>
                  <a:pt x="998" y="259"/>
                  <a:pt x="1054" y="212"/>
                  <a:pt x="1113" y="192"/>
                </a:cubicBezTo>
                <a:cubicBezTo>
                  <a:pt x="1137" y="184"/>
                  <a:pt x="1162" y="181"/>
                  <a:pt x="1192" y="181"/>
                </a:cubicBezTo>
                <a:cubicBezTo>
                  <a:pt x="1304" y="181"/>
                  <a:pt x="1397" y="233"/>
                  <a:pt x="1397" y="342"/>
                </a:cubicBezTo>
                <a:lnTo>
                  <a:pt x="1282" y="342"/>
                </a:lnTo>
                <a:cubicBezTo>
                  <a:pt x="1282" y="309"/>
                  <a:pt x="1261" y="281"/>
                  <a:pt x="1233" y="274"/>
                </a:cubicBezTo>
                <a:cubicBezTo>
                  <a:pt x="1222" y="271"/>
                  <a:pt x="1206" y="266"/>
                  <a:pt x="1192" y="266"/>
                </a:cubicBezTo>
                <a:close/>
                <a:moveTo>
                  <a:pt x="0" y="107"/>
                </a:moveTo>
                <a:lnTo>
                  <a:pt x="276" y="6"/>
                </a:lnTo>
                <a:lnTo>
                  <a:pt x="292" y="6"/>
                </a:lnTo>
                <a:lnTo>
                  <a:pt x="292" y="706"/>
                </a:lnTo>
                <a:lnTo>
                  <a:pt x="175" y="706"/>
                </a:lnTo>
                <a:lnTo>
                  <a:pt x="175" y="145"/>
                </a:lnTo>
                <a:lnTo>
                  <a:pt x="0" y="206"/>
                </a:lnTo>
                <a:lnTo>
                  <a:pt x="0" y="10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440487" y="4164015"/>
            <a:ext cx="355600" cy="255587"/>
          </a:xfrm>
          <a:custGeom>
            <a:avLst/>
            <a:gdLst>
              <a:gd name="T0" fmla="*/ 779 w 988"/>
              <a:gd name="T1" fmla="*/ 266 h 712"/>
              <a:gd name="T2" fmla="*/ 695 w 988"/>
              <a:gd name="T3" fmla="*/ 329 h 712"/>
              <a:gd name="T4" fmla="*/ 749 w 988"/>
              <a:gd name="T5" fmla="*/ 383 h 712"/>
              <a:gd name="T6" fmla="*/ 799 w 988"/>
              <a:gd name="T7" fmla="*/ 397 h 712"/>
              <a:gd name="T8" fmla="*/ 878 w 988"/>
              <a:gd name="T9" fmla="*/ 419 h 712"/>
              <a:gd name="T10" fmla="*/ 938 w 988"/>
              <a:gd name="T11" fmla="*/ 452 h 712"/>
              <a:gd name="T12" fmla="*/ 974 w 988"/>
              <a:gd name="T13" fmla="*/ 495 h 712"/>
              <a:gd name="T14" fmla="*/ 987 w 988"/>
              <a:gd name="T15" fmla="*/ 553 h 712"/>
              <a:gd name="T16" fmla="*/ 867 w 988"/>
              <a:gd name="T17" fmla="*/ 695 h 712"/>
              <a:gd name="T18" fmla="*/ 782 w 988"/>
              <a:gd name="T19" fmla="*/ 706 h 712"/>
              <a:gd name="T20" fmla="*/ 583 w 988"/>
              <a:gd name="T21" fmla="*/ 599 h 712"/>
              <a:gd name="T22" fmla="*/ 569 w 988"/>
              <a:gd name="T23" fmla="*/ 539 h 712"/>
              <a:gd name="T24" fmla="*/ 678 w 988"/>
              <a:gd name="T25" fmla="*/ 539 h 712"/>
              <a:gd name="T26" fmla="*/ 785 w 988"/>
              <a:gd name="T27" fmla="*/ 621 h 712"/>
              <a:gd name="T28" fmla="*/ 875 w 988"/>
              <a:gd name="T29" fmla="*/ 558 h 712"/>
              <a:gd name="T30" fmla="*/ 823 w 988"/>
              <a:gd name="T31" fmla="*/ 501 h 712"/>
              <a:gd name="T32" fmla="*/ 766 w 988"/>
              <a:gd name="T33" fmla="*/ 484 h 712"/>
              <a:gd name="T34" fmla="*/ 635 w 988"/>
              <a:gd name="T35" fmla="*/ 432 h 712"/>
              <a:gd name="T36" fmla="*/ 585 w 988"/>
              <a:gd name="T37" fmla="*/ 334 h 712"/>
              <a:gd name="T38" fmla="*/ 700 w 988"/>
              <a:gd name="T39" fmla="*/ 192 h 712"/>
              <a:gd name="T40" fmla="*/ 779 w 988"/>
              <a:gd name="T41" fmla="*/ 181 h 712"/>
              <a:gd name="T42" fmla="*/ 985 w 988"/>
              <a:gd name="T43" fmla="*/ 342 h 712"/>
              <a:gd name="T44" fmla="*/ 870 w 988"/>
              <a:gd name="T45" fmla="*/ 342 h 712"/>
              <a:gd name="T46" fmla="*/ 818 w 988"/>
              <a:gd name="T47" fmla="*/ 274 h 712"/>
              <a:gd name="T48" fmla="*/ 779 w 988"/>
              <a:gd name="T49" fmla="*/ 266 h 712"/>
              <a:gd name="T50" fmla="*/ 345 w 988"/>
              <a:gd name="T51" fmla="*/ 348 h 712"/>
              <a:gd name="T52" fmla="*/ 460 w 988"/>
              <a:gd name="T53" fmla="*/ 506 h 712"/>
              <a:gd name="T54" fmla="*/ 394 w 988"/>
              <a:gd name="T55" fmla="*/ 657 h 712"/>
              <a:gd name="T56" fmla="*/ 230 w 988"/>
              <a:gd name="T57" fmla="*/ 711 h 712"/>
              <a:gd name="T58" fmla="*/ 0 w 988"/>
              <a:gd name="T59" fmla="*/ 514 h 712"/>
              <a:gd name="T60" fmla="*/ 118 w 988"/>
              <a:gd name="T61" fmla="*/ 514 h 712"/>
              <a:gd name="T62" fmla="*/ 148 w 988"/>
              <a:gd name="T63" fmla="*/ 591 h 712"/>
              <a:gd name="T64" fmla="*/ 230 w 988"/>
              <a:gd name="T65" fmla="*/ 618 h 712"/>
              <a:gd name="T66" fmla="*/ 345 w 988"/>
              <a:gd name="T67" fmla="*/ 506 h 712"/>
              <a:gd name="T68" fmla="*/ 219 w 988"/>
              <a:gd name="T69" fmla="*/ 394 h 712"/>
              <a:gd name="T70" fmla="*/ 148 w 988"/>
              <a:gd name="T71" fmla="*/ 394 h 712"/>
              <a:gd name="T72" fmla="*/ 148 w 988"/>
              <a:gd name="T73" fmla="*/ 304 h 712"/>
              <a:gd name="T74" fmla="*/ 216 w 988"/>
              <a:gd name="T75" fmla="*/ 304 h 712"/>
              <a:gd name="T76" fmla="*/ 328 w 988"/>
              <a:gd name="T77" fmla="*/ 241 h 712"/>
              <a:gd name="T78" fmla="*/ 334 w 988"/>
              <a:gd name="T79" fmla="*/ 197 h 712"/>
              <a:gd name="T80" fmla="*/ 230 w 988"/>
              <a:gd name="T81" fmla="*/ 93 h 712"/>
              <a:gd name="T82" fmla="*/ 131 w 988"/>
              <a:gd name="T83" fmla="*/ 148 h 712"/>
              <a:gd name="T84" fmla="*/ 123 w 988"/>
              <a:gd name="T85" fmla="*/ 189 h 712"/>
              <a:gd name="T86" fmla="*/ 8 w 988"/>
              <a:gd name="T87" fmla="*/ 189 h 712"/>
              <a:gd name="T88" fmla="*/ 140 w 988"/>
              <a:gd name="T89" fmla="*/ 14 h 712"/>
              <a:gd name="T90" fmla="*/ 230 w 988"/>
              <a:gd name="T91" fmla="*/ 0 h 712"/>
              <a:gd name="T92" fmla="*/ 449 w 988"/>
              <a:gd name="T93" fmla="*/ 197 h 712"/>
              <a:gd name="T94" fmla="*/ 345 w 988"/>
              <a:gd name="T95" fmla="*/ 348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988" h="712">
                <a:moveTo>
                  <a:pt x="779" y="266"/>
                </a:moveTo>
                <a:cubicBezTo>
                  <a:pt x="736" y="266"/>
                  <a:pt x="695" y="286"/>
                  <a:pt x="695" y="329"/>
                </a:cubicBezTo>
                <a:cubicBezTo>
                  <a:pt x="695" y="366"/>
                  <a:pt x="720" y="372"/>
                  <a:pt x="749" y="383"/>
                </a:cubicBezTo>
                <a:cubicBezTo>
                  <a:pt x="763" y="389"/>
                  <a:pt x="779" y="394"/>
                  <a:pt x="799" y="397"/>
                </a:cubicBezTo>
                <a:cubicBezTo>
                  <a:pt x="829" y="402"/>
                  <a:pt x="854" y="411"/>
                  <a:pt x="878" y="419"/>
                </a:cubicBezTo>
                <a:cubicBezTo>
                  <a:pt x="903" y="427"/>
                  <a:pt x="922" y="441"/>
                  <a:pt x="938" y="452"/>
                </a:cubicBezTo>
                <a:cubicBezTo>
                  <a:pt x="954" y="463"/>
                  <a:pt x="966" y="479"/>
                  <a:pt x="974" y="495"/>
                </a:cubicBezTo>
                <a:cubicBezTo>
                  <a:pt x="983" y="512"/>
                  <a:pt x="987" y="528"/>
                  <a:pt x="987" y="553"/>
                </a:cubicBezTo>
                <a:cubicBezTo>
                  <a:pt x="987" y="637"/>
                  <a:pt x="932" y="673"/>
                  <a:pt x="867" y="695"/>
                </a:cubicBezTo>
                <a:cubicBezTo>
                  <a:pt x="842" y="703"/>
                  <a:pt x="812" y="706"/>
                  <a:pt x="782" y="706"/>
                </a:cubicBezTo>
                <a:cubicBezTo>
                  <a:pt x="685" y="706"/>
                  <a:pt x="611" y="666"/>
                  <a:pt x="583" y="599"/>
                </a:cubicBezTo>
                <a:cubicBezTo>
                  <a:pt x="574" y="580"/>
                  <a:pt x="569" y="561"/>
                  <a:pt x="569" y="539"/>
                </a:cubicBezTo>
                <a:lnTo>
                  <a:pt x="678" y="539"/>
                </a:lnTo>
                <a:cubicBezTo>
                  <a:pt x="678" y="595"/>
                  <a:pt x="729" y="621"/>
                  <a:pt x="785" y="621"/>
                </a:cubicBezTo>
                <a:cubicBezTo>
                  <a:pt x="836" y="621"/>
                  <a:pt x="875" y="605"/>
                  <a:pt x="875" y="558"/>
                </a:cubicBezTo>
                <a:cubicBezTo>
                  <a:pt x="875" y="521"/>
                  <a:pt x="852" y="512"/>
                  <a:pt x="823" y="501"/>
                </a:cubicBezTo>
                <a:cubicBezTo>
                  <a:pt x="810" y="495"/>
                  <a:pt x="788" y="490"/>
                  <a:pt x="766" y="484"/>
                </a:cubicBezTo>
                <a:cubicBezTo>
                  <a:pt x="714" y="474"/>
                  <a:pt x="670" y="456"/>
                  <a:pt x="635" y="432"/>
                </a:cubicBezTo>
                <a:cubicBezTo>
                  <a:pt x="606" y="413"/>
                  <a:pt x="585" y="379"/>
                  <a:pt x="585" y="334"/>
                </a:cubicBezTo>
                <a:cubicBezTo>
                  <a:pt x="585" y="259"/>
                  <a:pt x="641" y="212"/>
                  <a:pt x="700" y="192"/>
                </a:cubicBezTo>
                <a:cubicBezTo>
                  <a:pt x="725" y="184"/>
                  <a:pt x="749" y="181"/>
                  <a:pt x="779" y="181"/>
                </a:cubicBezTo>
                <a:cubicBezTo>
                  <a:pt x="891" y="181"/>
                  <a:pt x="985" y="233"/>
                  <a:pt x="985" y="342"/>
                </a:cubicBezTo>
                <a:lnTo>
                  <a:pt x="870" y="342"/>
                </a:lnTo>
                <a:cubicBezTo>
                  <a:pt x="870" y="307"/>
                  <a:pt x="847" y="281"/>
                  <a:pt x="818" y="274"/>
                </a:cubicBezTo>
                <a:cubicBezTo>
                  <a:pt x="807" y="271"/>
                  <a:pt x="793" y="266"/>
                  <a:pt x="779" y="266"/>
                </a:cubicBezTo>
                <a:close/>
                <a:moveTo>
                  <a:pt x="345" y="348"/>
                </a:moveTo>
                <a:cubicBezTo>
                  <a:pt x="412" y="373"/>
                  <a:pt x="460" y="417"/>
                  <a:pt x="460" y="506"/>
                </a:cubicBezTo>
                <a:cubicBezTo>
                  <a:pt x="460" y="576"/>
                  <a:pt x="435" y="626"/>
                  <a:pt x="394" y="657"/>
                </a:cubicBezTo>
                <a:cubicBezTo>
                  <a:pt x="356" y="690"/>
                  <a:pt x="300" y="711"/>
                  <a:pt x="230" y="711"/>
                </a:cubicBezTo>
                <a:cubicBezTo>
                  <a:pt x="102" y="711"/>
                  <a:pt x="0" y="642"/>
                  <a:pt x="0" y="514"/>
                </a:cubicBezTo>
                <a:lnTo>
                  <a:pt x="118" y="514"/>
                </a:lnTo>
                <a:cubicBezTo>
                  <a:pt x="118" y="546"/>
                  <a:pt x="129" y="577"/>
                  <a:pt x="148" y="591"/>
                </a:cubicBezTo>
                <a:cubicBezTo>
                  <a:pt x="168" y="606"/>
                  <a:pt x="196" y="618"/>
                  <a:pt x="230" y="618"/>
                </a:cubicBezTo>
                <a:cubicBezTo>
                  <a:pt x="304" y="618"/>
                  <a:pt x="345" y="580"/>
                  <a:pt x="345" y="506"/>
                </a:cubicBezTo>
                <a:cubicBezTo>
                  <a:pt x="345" y="428"/>
                  <a:pt x="298" y="394"/>
                  <a:pt x="219" y="394"/>
                </a:cubicBezTo>
                <a:lnTo>
                  <a:pt x="148" y="394"/>
                </a:lnTo>
                <a:lnTo>
                  <a:pt x="148" y="304"/>
                </a:lnTo>
                <a:lnTo>
                  <a:pt x="216" y="304"/>
                </a:lnTo>
                <a:cubicBezTo>
                  <a:pt x="272" y="304"/>
                  <a:pt x="312" y="281"/>
                  <a:pt x="328" y="241"/>
                </a:cubicBezTo>
                <a:cubicBezTo>
                  <a:pt x="334" y="227"/>
                  <a:pt x="334" y="214"/>
                  <a:pt x="334" y="197"/>
                </a:cubicBezTo>
                <a:cubicBezTo>
                  <a:pt x="334" y="129"/>
                  <a:pt x="300" y="93"/>
                  <a:pt x="230" y="93"/>
                </a:cubicBezTo>
                <a:cubicBezTo>
                  <a:pt x="179" y="93"/>
                  <a:pt x="149" y="114"/>
                  <a:pt x="131" y="148"/>
                </a:cubicBezTo>
                <a:cubicBezTo>
                  <a:pt x="126" y="159"/>
                  <a:pt x="123" y="173"/>
                  <a:pt x="123" y="189"/>
                </a:cubicBezTo>
                <a:lnTo>
                  <a:pt x="8" y="189"/>
                </a:lnTo>
                <a:cubicBezTo>
                  <a:pt x="8" y="95"/>
                  <a:pt x="71" y="42"/>
                  <a:pt x="140" y="14"/>
                </a:cubicBezTo>
                <a:cubicBezTo>
                  <a:pt x="167" y="6"/>
                  <a:pt x="197" y="0"/>
                  <a:pt x="230" y="0"/>
                </a:cubicBezTo>
                <a:cubicBezTo>
                  <a:pt x="363" y="0"/>
                  <a:pt x="449" y="65"/>
                  <a:pt x="449" y="197"/>
                </a:cubicBezTo>
                <a:cubicBezTo>
                  <a:pt x="449" y="275"/>
                  <a:pt x="398" y="321"/>
                  <a:pt x="345" y="348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453312" y="4167188"/>
            <a:ext cx="463550" cy="252412"/>
          </a:xfrm>
          <a:custGeom>
            <a:avLst/>
            <a:gdLst>
              <a:gd name="T0" fmla="*/ 1168 w 1286"/>
              <a:gd name="T1" fmla="*/ 232 h 701"/>
              <a:gd name="T2" fmla="*/ 1137 w 1286"/>
              <a:gd name="T3" fmla="*/ 230 h 701"/>
              <a:gd name="T4" fmla="*/ 930 w 1286"/>
              <a:gd name="T5" fmla="*/ 437 h 701"/>
              <a:gd name="T6" fmla="*/ 935 w 1286"/>
              <a:gd name="T7" fmla="*/ 467 h 701"/>
              <a:gd name="T8" fmla="*/ 818 w 1286"/>
              <a:gd name="T9" fmla="*/ 582 h 701"/>
              <a:gd name="T10" fmla="*/ 700 w 1286"/>
              <a:gd name="T11" fmla="*/ 467 h 701"/>
              <a:gd name="T12" fmla="*/ 705 w 1286"/>
              <a:gd name="T13" fmla="*/ 437 h 701"/>
              <a:gd name="T14" fmla="*/ 555 w 1286"/>
              <a:gd name="T15" fmla="*/ 287 h 701"/>
              <a:gd name="T16" fmla="*/ 525 w 1286"/>
              <a:gd name="T17" fmla="*/ 292 h 701"/>
              <a:gd name="T18" fmla="*/ 495 w 1286"/>
              <a:gd name="T19" fmla="*/ 287 h 701"/>
              <a:gd name="T20" fmla="*/ 230 w 1286"/>
              <a:gd name="T21" fmla="*/ 552 h 701"/>
              <a:gd name="T22" fmla="*/ 235 w 1286"/>
              <a:gd name="T23" fmla="*/ 582 h 701"/>
              <a:gd name="T24" fmla="*/ 118 w 1286"/>
              <a:gd name="T25" fmla="*/ 700 h 701"/>
              <a:gd name="T26" fmla="*/ 0 w 1286"/>
              <a:gd name="T27" fmla="*/ 582 h 701"/>
              <a:gd name="T28" fmla="*/ 118 w 1286"/>
              <a:gd name="T29" fmla="*/ 467 h 701"/>
              <a:gd name="T30" fmla="*/ 148 w 1286"/>
              <a:gd name="T31" fmla="*/ 470 h 701"/>
              <a:gd name="T32" fmla="*/ 413 w 1286"/>
              <a:gd name="T33" fmla="*/ 205 h 701"/>
              <a:gd name="T34" fmla="*/ 410 w 1286"/>
              <a:gd name="T35" fmla="*/ 175 h 701"/>
              <a:gd name="T36" fmla="*/ 525 w 1286"/>
              <a:gd name="T37" fmla="*/ 57 h 701"/>
              <a:gd name="T38" fmla="*/ 643 w 1286"/>
              <a:gd name="T39" fmla="*/ 175 h 701"/>
              <a:gd name="T40" fmla="*/ 640 w 1286"/>
              <a:gd name="T41" fmla="*/ 205 h 701"/>
              <a:gd name="T42" fmla="*/ 787 w 1286"/>
              <a:gd name="T43" fmla="*/ 353 h 701"/>
              <a:gd name="T44" fmla="*/ 818 w 1286"/>
              <a:gd name="T45" fmla="*/ 350 h 701"/>
              <a:gd name="T46" fmla="*/ 848 w 1286"/>
              <a:gd name="T47" fmla="*/ 353 h 701"/>
              <a:gd name="T48" fmla="*/ 1055 w 1286"/>
              <a:gd name="T49" fmla="*/ 148 h 701"/>
              <a:gd name="T50" fmla="*/ 1050 w 1286"/>
              <a:gd name="T51" fmla="*/ 118 h 701"/>
              <a:gd name="T52" fmla="*/ 1168 w 1286"/>
              <a:gd name="T53" fmla="*/ 0 h 701"/>
              <a:gd name="T54" fmla="*/ 1285 w 1286"/>
              <a:gd name="T55" fmla="*/ 118 h 701"/>
              <a:gd name="T56" fmla="*/ 1285 w 1286"/>
              <a:gd name="T57" fmla="*/ 118 h 701"/>
              <a:gd name="T58" fmla="*/ 1168 w 1286"/>
              <a:gd name="T59" fmla="*/ 232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6" h="701">
                <a:moveTo>
                  <a:pt x="1168" y="232"/>
                </a:moveTo>
                <a:cubicBezTo>
                  <a:pt x="1157" y="232"/>
                  <a:pt x="1146" y="232"/>
                  <a:pt x="1137" y="230"/>
                </a:cubicBezTo>
                <a:lnTo>
                  <a:pt x="930" y="437"/>
                </a:lnTo>
                <a:cubicBezTo>
                  <a:pt x="932" y="446"/>
                  <a:pt x="935" y="457"/>
                  <a:pt x="935" y="467"/>
                </a:cubicBezTo>
                <a:cubicBezTo>
                  <a:pt x="935" y="530"/>
                  <a:pt x="880" y="582"/>
                  <a:pt x="818" y="582"/>
                </a:cubicBezTo>
                <a:cubicBezTo>
                  <a:pt x="755" y="582"/>
                  <a:pt x="700" y="530"/>
                  <a:pt x="700" y="467"/>
                </a:cubicBezTo>
                <a:cubicBezTo>
                  <a:pt x="700" y="457"/>
                  <a:pt x="703" y="446"/>
                  <a:pt x="705" y="437"/>
                </a:cubicBezTo>
                <a:lnTo>
                  <a:pt x="555" y="287"/>
                </a:lnTo>
                <a:cubicBezTo>
                  <a:pt x="547" y="290"/>
                  <a:pt x="536" y="292"/>
                  <a:pt x="525" y="292"/>
                </a:cubicBezTo>
                <a:cubicBezTo>
                  <a:pt x="514" y="292"/>
                  <a:pt x="503" y="290"/>
                  <a:pt x="495" y="287"/>
                </a:cubicBezTo>
                <a:lnTo>
                  <a:pt x="230" y="552"/>
                </a:lnTo>
                <a:cubicBezTo>
                  <a:pt x="232" y="560"/>
                  <a:pt x="235" y="571"/>
                  <a:pt x="235" y="582"/>
                </a:cubicBezTo>
                <a:cubicBezTo>
                  <a:pt x="235" y="645"/>
                  <a:pt x="180" y="700"/>
                  <a:pt x="118" y="700"/>
                </a:cubicBezTo>
                <a:cubicBezTo>
                  <a:pt x="55" y="700"/>
                  <a:pt x="0" y="645"/>
                  <a:pt x="0" y="582"/>
                </a:cubicBezTo>
                <a:cubicBezTo>
                  <a:pt x="0" y="519"/>
                  <a:pt x="55" y="467"/>
                  <a:pt x="118" y="467"/>
                </a:cubicBezTo>
                <a:cubicBezTo>
                  <a:pt x="129" y="467"/>
                  <a:pt x="139" y="467"/>
                  <a:pt x="148" y="470"/>
                </a:cubicBezTo>
                <a:lnTo>
                  <a:pt x="413" y="205"/>
                </a:lnTo>
                <a:cubicBezTo>
                  <a:pt x="410" y="197"/>
                  <a:pt x="410" y="186"/>
                  <a:pt x="410" y="175"/>
                </a:cubicBezTo>
                <a:cubicBezTo>
                  <a:pt x="410" y="112"/>
                  <a:pt x="462" y="57"/>
                  <a:pt x="525" y="57"/>
                </a:cubicBezTo>
                <a:cubicBezTo>
                  <a:pt x="588" y="57"/>
                  <a:pt x="643" y="112"/>
                  <a:pt x="643" y="175"/>
                </a:cubicBezTo>
                <a:cubicBezTo>
                  <a:pt x="643" y="186"/>
                  <a:pt x="643" y="197"/>
                  <a:pt x="640" y="205"/>
                </a:cubicBezTo>
                <a:lnTo>
                  <a:pt x="787" y="353"/>
                </a:lnTo>
                <a:cubicBezTo>
                  <a:pt x="796" y="350"/>
                  <a:pt x="808" y="350"/>
                  <a:pt x="818" y="350"/>
                </a:cubicBezTo>
                <a:cubicBezTo>
                  <a:pt x="829" y="350"/>
                  <a:pt x="839" y="350"/>
                  <a:pt x="848" y="353"/>
                </a:cubicBezTo>
                <a:lnTo>
                  <a:pt x="1055" y="148"/>
                </a:lnTo>
                <a:cubicBezTo>
                  <a:pt x="1053" y="139"/>
                  <a:pt x="1050" y="128"/>
                  <a:pt x="1050" y="118"/>
                </a:cubicBezTo>
                <a:cubicBezTo>
                  <a:pt x="1050" y="55"/>
                  <a:pt x="1106" y="0"/>
                  <a:pt x="1168" y="0"/>
                </a:cubicBezTo>
                <a:cubicBezTo>
                  <a:pt x="1231" y="0"/>
                  <a:pt x="1285" y="55"/>
                  <a:pt x="1285" y="118"/>
                </a:cubicBezTo>
                <a:lnTo>
                  <a:pt x="1285" y="118"/>
                </a:lnTo>
                <a:cubicBezTo>
                  <a:pt x="1285" y="180"/>
                  <a:pt x="1230" y="232"/>
                  <a:pt x="1168" y="232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40749" y="4083050"/>
            <a:ext cx="419100" cy="419100"/>
          </a:xfrm>
          <a:custGeom>
            <a:avLst/>
            <a:gdLst>
              <a:gd name="T0" fmla="*/ 582 w 1166"/>
              <a:gd name="T1" fmla="*/ 1049 h 1165"/>
              <a:gd name="T2" fmla="*/ 1050 w 1166"/>
              <a:gd name="T3" fmla="*/ 582 h 1165"/>
              <a:gd name="T4" fmla="*/ 582 w 1166"/>
              <a:gd name="T5" fmla="*/ 114 h 1165"/>
              <a:gd name="T6" fmla="*/ 115 w 1166"/>
              <a:gd name="T7" fmla="*/ 582 h 1165"/>
              <a:gd name="T8" fmla="*/ 582 w 1166"/>
              <a:gd name="T9" fmla="*/ 1049 h 1165"/>
              <a:gd name="T10" fmla="*/ 582 w 1166"/>
              <a:gd name="T11" fmla="*/ 0 h 1165"/>
              <a:gd name="T12" fmla="*/ 1165 w 1166"/>
              <a:gd name="T13" fmla="*/ 582 h 1165"/>
              <a:gd name="T14" fmla="*/ 582 w 1166"/>
              <a:gd name="T15" fmla="*/ 1164 h 1165"/>
              <a:gd name="T16" fmla="*/ 0 w 1166"/>
              <a:gd name="T17" fmla="*/ 582 h 1165"/>
              <a:gd name="T18" fmla="*/ 582 w 1166"/>
              <a:gd name="T19" fmla="*/ 0 h 1165"/>
              <a:gd name="T20" fmla="*/ 828 w 1166"/>
              <a:gd name="T21" fmla="*/ 336 h 1165"/>
              <a:gd name="T22" fmla="*/ 831 w 1166"/>
              <a:gd name="T23" fmla="*/ 828 h 1165"/>
              <a:gd name="T24" fmla="*/ 336 w 1166"/>
              <a:gd name="T25" fmla="*/ 828 h 1165"/>
              <a:gd name="T26" fmla="*/ 582 w 1166"/>
              <a:gd name="T27" fmla="*/ 582 h 1165"/>
              <a:gd name="T28" fmla="*/ 582 w 1166"/>
              <a:gd name="T29" fmla="*/ 232 h 1165"/>
              <a:gd name="T30" fmla="*/ 828 w 1166"/>
              <a:gd name="T31" fmla="*/ 336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66" h="1165">
                <a:moveTo>
                  <a:pt x="582" y="1049"/>
                </a:moveTo>
                <a:cubicBezTo>
                  <a:pt x="839" y="1049"/>
                  <a:pt x="1050" y="839"/>
                  <a:pt x="1050" y="582"/>
                </a:cubicBezTo>
                <a:cubicBezTo>
                  <a:pt x="1050" y="325"/>
                  <a:pt x="839" y="114"/>
                  <a:pt x="582" y="114"/>
                </a:cubicBezTo>
                <a:cubicBezTo>
                  <a:pt x="325" y="114"/>
                  <a:pt x="115" y="325"/>
                  <a:pt x="115" y="582"/>
                </a:cubicBezTo>
                <a:cubicBezTo>
                  <a:pt x="115" y="839"/>
                  <a:pt x="325" y="1049"/>
                  <a:pt x="582" y="1049"/>
                </a:cubicBezTo>
                <a:close/>
                <a:moveTo>
                  <a:pt x="582" y="0"/>
                </a:moveTo>
                <a:cubicBezTo>
                  <a:pt x="905" y="0"/>
                  <a:pt x="1165" y="259"/>
                  <a:pt x="1165" y="582"/>
                </a:cubicBezTo>
                <a:cubicBezTo>
                  <a:pt x="1165" y="905"/>
                  <a:pt x="905" y="1164"/>
                  <a:pt x="582" y="1164"/>
                </a:cubicBezTo>
                <a:cubicBezTo>
                  <a:pt x="260" y="1164"/>
                  <a:pt x="0" y="905"/>
                  <a:pt x="0" y="582"/>
                </a:cubicBezTo>
                <a:cubicBezTo>
                  <a:pt x="0" y="259"/>
                  <a:pt x="260" y="0"/>
                  <a:pt x="582" y="0"/>
                </a:cubicBezTo>
                <a:close/>
                <a:moveTo>
                  <a:pt x="828" y="336"/>
                </a:moveTo>
                <a:cubicBezTo>
                  <a:pt x="965" y="473"/>
                  <a:pt x="968" y="691"/>
                  <a:pt x="831" y="828"/>
                </a:cubicBezTo>
                <a:cubicBezTo>
                  <a:pt x="694" y="965"/>
                  <a:pt x="473" y="965"/>
                  <a:pt x="336" y="828"/>
                </a:cubicBezTo>
                <a:lnTo>
                  <a:pt x="582" y="582"/>
                </a:lnTo>
                <a:lnTo>
                  <a:pt x="582" y="232"/>
                </a:lnTo>
                <a:cubicBezTo>
                  <a:pt x="673" y="232"/>
                  <a:pt x="760" y="267"/>
                  <a:pt x="828" y="33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28189" y="4124325"/>
            <a:ext cx="377825" cy="336550"/>
          </a:xfrm>
          <a:custGeom>
            <a:avLst/>
            <a:gdLst>
              <a:gd name="T0" fmla="*/ 118 w 1051"/>
              <a:gd name="T1" fmla="*/ 350 h 936"/>
              <a:gd name="T2" fmla="*/ 933 w 1051"/>
              <a:gd name="T3" fmla="*/ 350 h 936"/>
              <a:gd name="T4" fmla="*/ 845 w 1051"/>
              <a:gd name="T5" fmla="*/ 88 h 936"/>
              <a:gd name="T6" fmla="*/ 205 w 1051"/>
              <a:gd name="T7" fmla="*/ 88 h 936"/>
              <a:gd name="T8" fmla="*/ 118 w 1051"/>
              <a:gd name="T9" fmla="*/ 350 h 936"/>
              <a:gd name="T10" fmla="*/ 845 w 1051"/>
              <a:gd name="T11" fmla="*/ 643 h 936"/>
              <a:gd name="T12" fmla="*/ 933 w 1051"/>
              <a:gd name="T13" fmla="*/ 555 h 936"/>
              <a:gd name="T14" fmla="*/ 845 w 1051"/>
              <a:gd name="T15" fmla="*/ 468 h 936"/>
              <a:gd name="T16" fmla="*/ 758 w 1051"/>
              <a:gd name="T17" fmla="*/ 555 h 936"/>
              <a:gd name="T18" fmla="*/ 845 w 1051"/>
              <a:gd name="T19" fmla="*/ 643 h 936"/>
              <a:gd name="T20" fmla="*/ 205 w 1051"/>
              <a:gd name="T21" fmla="*/ 643 h 936"/>
              <a:gd name="T22" fmla="*/ 293 w 1051"/>
              <a:gd name="T23" fmla="*/ 555 h 936"/>
              <a:gd name="T24" fmla="*/ 205 w 1051"/>
              <a:gd name="T25" fmla="*/ 468 h 936"/>
              <a:gd name="T26" fmla="*/ 118 w 1051"/>
              <a:gd name="T27" fmla="*/ 555 h 936"/>
              <a:gd name="T28" fmla="*/ 205 w 1051"/>
              <a:gd name="T29" fmla="*/ 643 h 936"/>
              <a:gd name="T30" fmla="*/ 930 w 1051"/>
              <a:gd name="T31" fmla="*/ 61 h 936"/>
              <a:gd name="T32" fmla="*/ 1050 w 1051"/>
              <a:gd name="T33" fmla="*/ 410 h 936"/>
              <a:gd name="T34" fmla="*/ 1050 w 1051"/>
              <a:gd name="T35" fmla="*/ 875 h 936"/>
              <a:gd name="T36" fmla="*/ 993 w 1051"/>
              <a:gd name="T37" fmla="*/ 935 h 936"/>
              <a:gd name="T38" fmla="*/ 933 w 1051"/>
              <a:gd name="T39" fmla="*/ 935 h 936"/>
              <a:gd name="T40" fmla="*/ 875 w 1051"/>
              <a:gd name="T41" fmla="*/ 875 h 936"/>
              <a:gd name="T42" fmla="*/ 875 w 1051"/>
              <a:gd name="T43" fmla="*/ 818 h 936"/>
              <a:gd name="T44" fmla="*/ 175 w 1051"/>
              <a:gd name="T45" fmla="*/ 818 h 936"/>
              <a:gd name="T46" fmla="*/ 175 w 1051"/>
              <a:gd name="T47" fmla="*/ 875 h 936"/>
              <a:gd name="T48" fmla="*/ 118 w 1051"/>
              <a:gd name="T49" fmla="*/ 935 h 936"/>
              <a:gd name="T50" fmla="*/ 58 w 1051"/>
              <a:gd name="T51" fmla="*/ 935 h 936"/>
              <a:gd name="T52" fmla="*/ 0 w 1051"/>
              <a:gd name="T53" fmla="*/ 875 h 936"/>
              <a:gd name="T54" fmla="*/ 0 w 1051"/>
              <a:gd name="T55" fmla="*/ 410 h 936"/>
              <a:gd name="T56" fmla="*/ 120 w 1051"/>
              <a:gd name="T57" fmla="*/ 61 h 936"/>
              <a:gd name="T58" fmla="*/ 205 w 1051"/>
              <a:gd name="T59" fmla="*/ 0 h 936"/>
              <a:gd name="T60" fmla="*/ 845 w 1051"/>
              <a:gd name="T61" fmla="*/ 0 h 936"/>
              <a:gd name="T62" fmla="*/ 930 w 1051"/>
              <a:gd name="T63" fmla="*/ 61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51" h="936">
                <a:moveTo>
                  <a:pt x="118" y="350"/>
                </a:moveTo>
                <a:lnTo>
                  <a:pt x="933" y="350"/>
                </a:lnTo>
                <a:lnTo>
                  <a:pt x="845" y="88"/>
                </a:lnTo>
                <a:lnTo>
                  <a:pt x="205" y="88"/>
                </a:lnTo>
                <a:lnTo>
                  <a:pt x="118" y="350"/>
                </a:lnTo>
                <a:close/>
                <a:moveTo>
                  <a:pt x="845" y="643"/>
                </a:moveTo>
                <a:cubicBezTo>
                  <a:pt x="894" y="643"/>
                  <a:pt x="933" y="605"/>
                  <a:pt x="933" y="555"/>
                </a:cubicBezTo>
                <a:cubicBezTo>
                  <a:pt x="933" y="506"/>
                  <a:pt x="894" y="468"/>
                  <a:pt x="845" y="468"/>
                </a:cubicBezTo>
                <a:cubicBezTo>
                  <a:pt x="796" y="468"/>
                  <a:pt x="758" y="506"/>
                  <a:pt x="758" y="555"/>
                </a:cubicBezTo>
                <a:cubicBezTo>
                  <a:pt x="758" y="605"/>
                  <a:pt x="796" y="643"/>
                  <a:pt x="845" y="643"/>
                </a:cubicBezTo>
                <a:close/>
                <a:moveTo>
                  <a:pt x="205" y="643"/>
                </a:moveTo>
                <a:cubicBezTo>
                  <a:pt x="255" y="643"/>
                  <a:pt x="293" y="605"/>
                  <a:pt x="293" y="555"/>
                </a:cubicBezTo>
                <a:cubicBezTo>
                  <a:pt x="293" y="506"/>
                  <a:pt x="255" y="468"/>
                  <a:pt x="205" y="468"/>
                </a:cubicBezTo>
                <a:cubicBezTo>
                  <a:pt x="156" y="468"/>
                  <a:pt x="118" y="506"/>
                  <a:pt x="118" y="555"/>
                </a:cubicBezTo>
                <a:cubicBezTo>
                  <a:pt x="118" y="605"/>
                  <a:pt x="156" y="643"/>
                  <a:pt x="205" y="643"/>
                </a:cubicBezTo>
                <a:close/>
                <a:moveTo>
                  <a:pt x="930" y="61"/>
                </a:moveTo>
                <a:lnTo>
                  <a:pt x="1050" y="410"/>
                </a:lnTo>
                <a:lnTo>
                  <a:pt x="1050" y="875"/>
                </a:lnTo>
                <a:cubicBezTo>
                  <a:pt x="1050" y="908"/>
                  <a:pt x="1026" y="935"/>
                  <a:pt x="993" y="935"/>
                </a:cubicBezTo>
                <a:lnTo>
                  <a:pt x="933" y="935"/>
                </a:lnTo>
                <a:cubicBezTo>
                  <a:pt x="900" y="935"/>
                  <a:pt x="875" y="908"/>
                  <a:pt x="875" y="875"/>
                </a:cubicBezTo>
                <a:lnTo>
                  <a:pt x="875" y="818"/>
                </a:lnTo>
                <a:lnTo>
                  <a:pt x="175" y="818"/>
                </a:lnTo>
                <a:lnTo>
                  <a:pt x="175" y="875"/>
                </a:lnTo>
                <a:cubicBezTo>
                  <a:pt x="175" y="908"/>
                  <a:pt x="151" y="935"/>
                  <a:pt x="118" y="935"/>
                </a:cubicBezTo>
                <a:lnTo>
                  <a:pt x="58" y="935"/>
                </a:lnTo>
                <a:cubicBezTo>
                  <a:pt x="25" y="935"/>
                  <a:pt x="0" y="908"/>
                  <a:pt x="0" y="875"/>
                </a:cubicBezTo>
                <a:lnTo>
                  <a:pt x="0" y="410"/>
                </a:lnTo>
                <a:lnTo>
                  <a:pt x="120" y="61"/>
                </a:lnTo>
                <a:cubicBezTo>
                  <a:pt x="131" y="25"/>
                  <a:pt x="167" y="0"/>
                  <a:pt x="205" y="0"/>
                </a:cubicBezTo>
                <a:lnTo>
                  <a:pt x="845" y="0"/>
                </a:lnTo>
                <a:cubicBezTo>
                  <a:pt x="883" y="0"/>
                  <a:pt x="919" y="25"/>
                  <a:pt x="930" y="61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631489" y="4040189"/>
            <a:ext cx="504825" cy="504825"/>
          </a:xfrm>
          <a:custGeom>
            <a:avLst/>
            <a:gdLst>
              <a:gd name="T0" fmla="*/ 1313 w 1401"/>
              <a:gd name="T1" fmla="*/ 582 h 1401"/>
              <a:gd name="T2" fmla="*/ 1400 w 1401"/>
              <a:gd name="T3" fmla="*/ 670 h 1401"/>
              <a:gd name="T4" fmla="*/ 1400 w 1401"/>
              <a:gd name="T5" fmla="*/ 1050 h 1401"/>
              <a:gd name="T6" fmla="*/ 1375 w 1401"/>
              <a:gd name="T7" fmla="*/ 1113 h 1401"/>
              <a:gd name="T8" fmla="*/ 1086 w 1401"/>
              <a:gd name="T9" fmla="*/ 1400 h 1401"/>
              <a:gd name="T10" fmla="*/ 1039 w 1401"/>
              <a:gd name="T11" fmla="*/ 1353 h 1401"/>
              <a:gd name="T12" fmla="*/ 1020 w 1401"/>
              <a:gd name="T13" fmla="*/ 1307 h 1401"/>
              <a:gd name="T14" fmla="*/ 1061 w 1401"/>
              <a:gd name="T15" fmla="*/ 1107 h 1401"/>
              <a:gd name="T16" fmla="*/ 757 w 1401"/>
              <a:gd name="T17" fmla="*/ 1107 h 1401"/>
              <a:gd name="T18" fmla="*/ 700 w 1401"/>
              <a:gd name="T19" fmla="*/ 1050 h 1401"/>
              <a:gd name="T20" fmla="*/ 700 w 1401"/>
              <a:gd name="T21" fmla="*/ 976 h 1401"/>
              <a:gd name="T22" fmla="*/ 705 w 1401"/>
              <a:gd name="T23" fmla="*/ 946 h 1401"/>
              <a:gd name="T24" fmla="*/ 839 w 1401"/>
              <a:gd name="T25" fmla="*/ 637 h 1401"/>
              <a:gd name="T26" fmla="*/ 919 w 1401"/>
              <a:gd name="T27" fmla="*/ 582 h 1401"/>
              <a:gd name="T28" fmla="*/ 1312 w 1401"/>
              <a:gd name="T29" fmla="*/ 582 h 1401"/>
              <a:gd name="T30" fmla="*/ 1313 w 1401"/>
              <a:gd name="T31" fmla="*/ 582 h 1401"/>
              <a:gd name="T32" fmla="*/ 700 w 1401"/>
              <a:gd name="T33" fmla="*/ 424 h 1401"/>
              <a:gd name="T34" fmla="*/ 695 w 1401"/>
              <a:gd name="T35" fmla="*/ 454 h 1401"/>
              <a:gd name="T36" fmla="*/ 561 w 1401"/>
              <a:gd name="T37" fmla="*/ 763 h 1401"/>
              <a:gd name="T38" fmla="*/ 481 w 1401"/>
              <a:gd name="T39" fmla="*/ 817 h 1401"/>
              <a:gd name="T40" fmla="*/ 88 w 1401"/>
              <a:gd name="T41" fmla="*/ 817 h 1401"/>
              <a:gd name="T42" fmla="*/ 0 w 1401"/>
              <a:gd name="T43" fmla="*/ 730 h 1401"/>
              <a:gd name="T44" fmla="*/ 0 w 1401"/>
              <a:gd name="T45" fmla="*/ 350 h 1401"/>
              <a:gd name="T46" fmla="*/ 25 w 1401"/>
              <a:gd name="T47" fmla="*/ 287 h 1401"/>
              <a:gd name="T48" fmla="*/ 314 w 1401"/>
              <a:gd name="T49" fmla="*/ 0 h 1401"/>
              <a:gd name="T50" fmla="*/ 361 w 1401"/>
              <a:gd name="T51" fmla="*/ 46 h 1401"/>
              <a:gd name="T52" fmla="*/ 380 w 1401"/>
              <a:gd name="T53" fmla="*/ 93 h 1401"/>
              <a:gd name="T54" fmla="*/ 339 w 1401"/>
              <a:gd name="T55" fmla="*/ 293 h 1401"/>
              <a:gd name="T56" fmla="*/ 643 w 1401"/>
              <a:gd name="T57" fmla="*/ 293 h 1401"/>
              <a:gd name="T58" fmla="*/ 700 w 1401"/>
              <a:gd name="T59" fmla="*/ 350 h 1401"/>
              <a:gd name="T60" fmla="*/ 700 w 1401"/>
              <a:gd name="T61" fmla="*/ 424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401" h="1401">
                <a:moveTo>
                  <a:pt x="1313" y="582"/>
                </a:moveTo>
                <a:cubicBezTo>
                  <a:pt x="1362" y="582"/>
                  <a:pt x="1400" y="621"/>
                  <a:pt x="1400" y="670"/>
                </a:cubicBezTo>
                <a:lnTo>
                  <a:pt x="1400" y="1050"/>
                </a:lnTo>
                <a:cubicBezTo>
                  <a:pt x="1400" y="1074"/>
                  <a:pt x="1392" y="1096"/>
                  <a:pt x="1375" y="1113"/>
                </a:cubicBezTo>
                <a:lnTo>
                  <a:pt x="1086" y="1400"/>
                </a:lnTo>
                <a:lnTo>
                  <a:pt x="1039" y="1353"/>
                </a:lnTo>
                <a:cubicBezTo>
                  <a:pt x="1028" y="1342"/>
                  <a:pt x="1020" y="1326"/>
                  <a:pt x="1020" y="1307"/>
                </a:cubicBezTo>
                <a:cubicBezTo>
                  <a:pt x="1033" y="1240"/>
                  <a:pt x="1047" y="1174"/>
                  <a:pt x="1061" y="1107"/>
                </a:cubicBezTo>
                <a:lnTo>
                  <a:pt x="757" y="1107"/>
                </a:lnTo>
                <a:cubicBezTo>
                  <a:pt x="725" y="1107"/>
                  <a:pt x="700" y="1083"/>
                  <a:pt x="700" y="1050"/>
                </a:cubicBezTo>
                <a:lnTo>
                  <a:pt x="700" y="976"/>
                </a:lnTo>
                <a:cubicBezTo>
                  <a:pt x="700" y="965"/>
                  <a:pt x="703" y="957"/>
                  <a:pt x="705" y="946"/>
                </a:cubicBezTo>
                <a:lnTo>
                  <a:pt x="839" y="637"/>
                </a:lnTo>
                <a:cubicBezTo>
                  <a:pt x="853" y="607"/>
                  <a:pt x="883" y="582"/>
                  <a:pt x="919" y="582"/>
                </a:cubicBezTo>
                <a:lnTo>
                  <a:pt x="1312" y="582"/>
                </a:lnTo>
                <a:lnTo>
                  <a:pt x="1313" y="582"/>
                </a:lnTo>
                <a:close/>
                <a:moveTo>
                  <a:pt x="700" y="424"/>
                </a:moveTo>
                <a:cubicBezTo>
                  <a:pt x="700" y="435"/>
                  <a:pt x="697" y="443"/>
                  <a:pt x="695" y="454"/>
                </a:cubicBezTo>
                <a:lnTo>
                  <a:pt x="561" y="763"/>
                </a:lnTo>
                <a:cubicBezTo>
                  <a:pt x="547" y="793"/>
                  <a:pt x="517" y="817"/>
                  <a:pt x="481" y="817"/>
                </a:cubicBezTo>
                <a:lnTo>
                  <a:pt x="88" y="817"/>
                </a:lnTo>
                <a:cubicBezTo>
                  <a:pt x="38" y="817"/>
                  <a:pt x="0" y="779"/>
                  <a:pt x="0" y="730"/>
                </a:cubicBezTo>
                <a:lnTo>
                  <a:pt x="0" y="350"/>
                </a:lnTo>
                <a:cubicBezTo>
                  <a:pt x="0" y="325"/>
                  <a:pt x="8" y="303"/>
                  <a:pt x="25" y="287"/>
                </a:cubicBezTo>
                <a:lnTo>
                  <a:pt x="314" y="0"/>
                </a:lnTo>
                <a:lnTo>
                  <a:pt x="361" y="46"/>
                </a:lnTo>
                <a:cubicBezTo>
                  <a:pt x="372" y="57"/>
                  <a:pt x="380" y="74"/>
                  <a:pt x="380" y="93"/>
                </a:cubicBezTo>
                <a:cubicBezTo>
                  <a:pt x="367" y="160"/>
                  <a:pt x="353" y="226"/>
                  <a:pt x="339" y="293"/>
                </a:cubicBezTo>
                <a:lnTo>
                  <a:pt x="643" y="293"/>
                </a:lnTo>
                <a:cubicBezTo>
                  <a:pt x="675" y="293"/>
                  <a:pt x="700" y="317"/>
                  <a:pt x="700" y="350"/>
                </a:cubicBezTo>
                <a:lnTo>
                  <a:pt x="700" y="42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9" y="5059365"/>
            <a:ext cx="377825" cy="211137"/>
          </a:xfrm>
          <a:custGeom>
            <a:avLst/>
            <a:gdLst>
              <a:gd name="T0" fmla="*/ 932 w 1051"/>
              <a:gd name="T1" fmla="*/ 350 h 586"/>
              <a:gd name="T2" fmla="*/ 932 w 1051"/>
              <a:gd name="T3" fmla="*/ 235 h 586"/>
              <a:gd name="T4" fmla="*/ 1050 w 1051"/>
              <a:gd name="T5" fmla="*/ 235 h 586"/>
              <a:gd name="T6" fmla="*/ 1050 w 1051"/>
              <a:gd name="T7" fmla="*/ 350 h 586"/>
              <a:gd name="T8" fmla="*/ 932 w 1051"/>
              <a:gd name="T9" fmla="*/ 350 h 586"/>
              <a:gd name="T10" fmla="*/ 932 w 1051"/>
              <a:gd name="T11" fmla="*/ 0 h 586"/>
              <a:gd name="T12" fmla="*/ 1050 w 1051"/>
              <a:gd name="T13" fmla="*/ 0 h 586"/>
              <a:gd name="T14" fmla="*/ 1050 w 1051"/>
              <a:gd name="T15" fmla="*/ 117 h 586"/>
              <a:gd name="T16" fmla="*/ 932 w 1051"/>
              <a:gd name="T17" fmla="*/ 117 h 586"/>
              <a:gd name="T18" fmla="*/ 932 w 1051"/>
              <a:gd name="T19" fmla="*/ 0 h 586"/>
              <a:gd name="T20" fmla="*/ 932 w 1051"/>
              <a:gd name="T21" fmla="*/ 585 h 586"/>
              <a:gd name="T22" fmla="*/ 932 w 1051"/>
              <a:gd name="T23" fmla="*/ 467 h 586"/>
              <a:gd name="T24" fmla="*/ 1050 w 1051"/>
              <a:gd name="T25" fmla="*/ 467 h 586"/>
              <a:gd name="T26" fmla="*/ 1050 w 1051"/>
              <a:gd name="T27" fmla="*/ 585 h 586"/>
              <a:gd name="T28" fmla="*/ 932 w 1051"/>
              <a:gd name="T29" fmla="*/ 585 h 586"/>
              <a:gd name="T30" fmla="*/ 0 w 1051"/>
              <a:gd name="T31" fmla="*/ 585 h 586"/>
              <a:gd name="T32" fmla="*/ 0 w 1051"/>
              <a:gd name="T33" fmla="*/ 467 h 586"/>
              <a:gd name="T34" fmla="*/ 818 w 1051"/>
              <a:gd name="T35" fmla="*/ 467 h 586"/>
              <a:gd name="T36" fmla="*/ 818 w 1051"/>
              <a:gd name="T37" fmla="*/ 585 h 586"/>
              <a:gd name="T38" fmla="*/ 0 w 1051"/>
              <a:gd name="T39" fmla="*/ 585 h 586"/>
              <a:gd name="T40" fmla="*/ 0 w 1051"/>
              <a:gd name="T41" fmla="*/ 350 h 586"/>
              <a:gd name="T42" fmla="*/ 0 w 1051"/>
              <a:gd name="T43" fmla="*/ 235 h 586"/>
              <a:gd name="T44" fmla="*/ 818 w 1051"/>
              <a:gd name="T45" fmla="*/ 235 h 586"/>
              <a:gd name="T46" fmla="*/ 818 w 1051"/>
              <a:gd name="T47" fmla="*/ 350 h 586"/>
              <a:gd name="T48" fmla="*/ 0 w 1051"/>
              <a:gd name="T49" fmla="*/ 350 h 586"/>
              <a:gd name="T50" fmla="*/ 0 w 1051"/>
              <a:gd name="T51" fmla="*/ 117 h 586"/>
              <a:gd name="T52" fmla="*/ 0 w 1051"/>
              <a:gd name="T53" fmla="*/ 0 h 586"/>
              <a:gd name="T54" fmla="*/ 818 w 1051"/>
              <a:gd name="T55" fmla="*/ 0 h 586"/>
              <a:gd name="T56" fmla="*/ 818 w 1051"/>
              <a:gd name="T57" fmla="*/ 117 h 586"/>
              <a:gd name="T58" fmla="*/ 0 w 1051"/>
              <a:gd name="T59" fmla="*/ 117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51" h="586">
                <a:moveTo>
                  <a:pt x="932" y="350"/>
                </a:moveTo>
                <a:lnTo>
                  <a:pt x="932" y="235"/>
                </a:lnTo>
                <a:lnTo>
                  <a:pt x="1050" y="235"/>
                </a:lnTo>
                <a:lnTo>
                  <a:pt x="1050" y="350"/>
                </a:lnTo>
                <a:lnTo>
                  <a:pt x="932" y="350"/>
                </a:lnTo>
                <a:close/>
                <a:moveTo>
                  <a:pt x="932" y="0"/>
                </a:moveTo>
                <a:lnTo>
                  <a:pt x="1050" y="0"/>
                </a:lnTo>
                <a:lnTo>
                  <a:pt x="1050" y="117"/>
                </a:lnTo>
                <a:lnTo>
                  <a:pt x="932" y="117"/>
                </a:lnTo>
                <a:lnTo>
                  <a:pt x="932" y="0"/>
                </a:lnTo>
                <a:close/>
                <a:moveTo>
                  <a:pt x="932" y="585"/>
                </a:moveTo>
                <a:lnTo>
                  <a:pt x="932" y="467"/>
                </a:lnTo>
                <a:lnTo>
                  <a:pt x="1050" y="467"/>
                </a:lnTo>
                <a:lnTo>
                  <a:pt x="1050" y="585"/>
                </a:lnTo>
                <a:lnTo>
                  <a:pt x="932" y="585"/>
                </a:lnTo>
                <a:close/>
                <a:moveTo>
                  <a:pt x="0" y="585"/>
                </a:moveTo>
                <a:lnTo>
                  <a:pt x="0" y="467"/>
                </a:lnTo>
                <a:lnTo>
                  <a:pt x="818" y="467"/>
                </a:lnTo>
                <a:lnTo>
                  <a:pt x="818" y="585"/>
                </a:lnTo>
                <a:lnTo>
                  <a:pt x="0" y="585"/>
                </a:lnTo>
                <a:close/>
                <a:moveTo>
                  <a:pt x="0" y="350"/>
                </a:moveTo>
                <a:lnTo>
                  <a:pt x="0" y="235"/>
                </a:lnTo>
                <a:lnTo>
                  <a:pt x="818" y="235"/>
                </a:lnTo>
                <a:lnTo>
                  <a:pt x="818" y="350"/>
                </a:lnTo>
                <a:lnTo>
                  <a:pt x="0" y="350"/>
                </a:lnTo>
                <a:close/>
                <a:moveTo>
                  <a:pt x="0" y="117"/>
                </a:moveTo>
                <a:lnTo>
                  <a:pt x="0" y="0"/>
                </a:lnTo>
                <a:lnTo>
                  <a:pt x="818" y="0"/>
                </a:lnTo>
                <a:lnTo>
                  <a:pt x="818" y="117"/>
                </a:lnTo>
                <a:lnTo>
                  <a:pt x="0" y="1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76464" y="4954588"/>
            <a:ext cx="293687" cy="419100"/>
          </a:xfrm>
          <a:custGeom>
            <a:avLst/>
            <a:gdLst>
              <a:gd name="T0" fmla="*/ 700 w 816"/>
              <a:gd name="T1" fmla="*/ 700 h 1166"/>
              <a:gd name="T2" fmla="*/ 700 w 816"/>
              <a:gd name="T3" fmla="*/ 407 h 1166"/>
              <a:gd name="T4" fmla="*/ 115 w 816"/>
              <a:gd name="T5" fmla="*/ 407 h 1166"/>
              <a:gd name="T6" fmla="*/ 115 w 816"/>
              <a:gd name="T7" fmla="*/ 700 h 1166"/>
              <a:gd name="T8" fmla="*/ 700 w 816"/>
              <a:gd name="T9" fmla="*/ 700 h 1166"/>
              <a:gd name="T10" fmla="*/ 407 w 816"/>
              <a:gd name="T11" fmla="*/ 962 h 1166"/>
              <a:gd name="T12" fmla="*/ 495 w 816"/>
              <a:gd name="T13" fmla="*/ 875 h 1166"/>
              <a:gd name="T14" fmla="*/ 407 w 816"/>
              <a:gd name="T15" fmla="*/ 787 h 1166"/>
              <a:gd name="T16" fmla="*/ 320 w 816"/>
              <a:gd name="T17" fmla="*/ 875 h 1166"/>
              <a:gd name="T18" fmla="*/ 407 w 816"/>
              <a:gd name="T19" fmla="*/ 962 h 1166"/>
              <a:gd name="T20" fmla="*/ 815 w 816"/>
              <a:gd name="T21" fmla="*/ 869 h 1166"/>
              <a:gd name="T22" fmla="*/ 664 w 816"/>
              <a:gd name="T23" fmla="*/ 1050 h 1166"/>
              <a:gd name="T24" fmla="*/ 670 w 816"/>
              <a:gd name="T25" fmla="*/ 1050 h 1166"/>
              <a:gd name="T26" fmla="*/ 757 w 816"/>
              <a:gd name="T27" fmla="*/ 1137 h 1166"/>
              <a:gd name="T28" fmla="*/ 757 w 816"/>
              <a:gd name="T29" fmla="*/ 1165 h 1166"/>
              <a:gd name="T30" fmla="*/ 640 w 816"/>
              <a:gd name="T31" fmla="*/ 1165 h 1166"/>
              <a:gd name="T32" fmla="*/ 525 w 816"/>
              <a:gd name="T33" fmla="*/ 1050 h 1166"/>
              <a:gd name="T34" fmla="*/ 303 w 816"/>
              <a:gd name="T35" fmla="*/ 1050 h 1166"/>
              <a:gd name="T36" fmla="*/ 189 w 816"/>
              <a:gd name="T37" fmla="*/ 1165 h 1166"/>
              <a:gd name="T38" fmla="*/ 57 w 816"/>
              <a:gd name="T39" fmla="*/ 1165 h 1166"/>
              <a:gd name="T40" fmla="*/ 57 w 816"/>
              <a:gd name="T41" fmla="*/ 1137 h 1166"/>
              <a:gd name="T42" fmla="*/ 150 w 816"/>
              <a:gd name="T43" fmla="*/ 1044 h 1166"/>
              <a:gd name="T44" fmla="*/ 0 w 816"/>
              <a:gd name="T45" fmla="*/ 869 h 1166"/>
              <a:gd name="T46" fmla="*/ 0 w 816"/>
              <a:gd name="T47" fmla="*/ 377 h 1166"/>
              <a:gd name="T48" fmla="*/ 347 w 816"/>
              <a:gd name="T49" fmla="*/ 175 h 1166"/>
              <a:gd name="T50" fmla="*/ 394 w 816"/>
              <a:gd name="T51" fmla="*/ 87 h 1166"/>
              <a:gd name="T52" fmla="*/ 115 w 816"/>
              <a:gd name="T53" fmla="*/ 87 h 1166"/>
              <a:gd name="T54" fmla="*/ 115 w 816"/>
              <a:gd name="T55" fmla="*/ 0 h 1166"/>
              <a:gd name="T56" fmla="*/ 700 w 816"/>
              <a:gd name="T57" fmla="*/ 0 h 1166"/>
              <a:gd name="T58" fmla="*/ 700 w 816"/>
              <a:gd name="T59" fmla="*/ 87 h 1166"/>
              <a:gd name="T60" fmla="*/ 509 w 816"/>
              <a:gd name="T61" fmla="*/ 87 h 1166"/>
              <a:gd name="T62" fmla="*/ 465 w 816"/>
              <a:gd name="T63" fmla="*/ 175 h 1166"/>
              <a:gd name="T64" fmla="*/ 815 w 816"/>
              <a:gd name="T65" fmla="*/ 377 h 1166"/>
              <a:gd name="T66" fmla="*/ 815 w 816"/>
              <a:gd name="T67" fmla="*/ 869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16" h="1166">
                <a:moveTo>
                  <a:pt x="700" y="700"/>
                </a:moveTo>
                <a:lnTo>
                  <a:pt x="700" y="407"/>
                </a:lnTo>
                <a:lnTo>
                  <a:pt x="115" y="407"/>
                </a:lnTo>
                <a:lnTo>
                  <a:pt x="115" y="700"/>
                </a:lnTo>
                <a:lnTo>
                  <a:pt x="700" y="700"/>
                </a:lnTo>
                <a:close/>
                <a:moveTo>
                  <a:pt x="407" y="962"/>
                </a:moveTo>
                <a:cubicBezTo>
                  <a:pt x="457" y="962"/>
                  <a:pt x="495" y="924"/>
                  <a:pt x="495" y="875"/>
                </a:cubicBezTo>
                <a:cubicBezTo>
                  <a:pt x="495" y="826"/>
                  <a:pt x="456" y="787"/>
                  <a:pt x="407" y="787"/>
                </a:cubicBezTo>
                <a:cubicBezTo>
                  <a:pt x="357" y="787"/>
                  <a:pt x="320" y="826"/>
                  <a:pt x="320" y="875"/>
                </a:cubicBezTo>
                <a:cubicBezTo>
                  <a:pt x="320" y="924"/>
                  <a:pt x="358" y="962"/>
                  <a:pt x="407" y="962"/>
                </a:cubicBezTo>
                <a:close/>
                <a:moveTo>
                  <a:pt x="815" y="869"/>
                </a:moveTo>
                <a:cubicBezTo>
                  <a:pt x="815" y="968"/>
                  <a:pt x="763" y="1050"/>
                  <a:pt x="664" y="1050"/>
                </a:cubicBezTo>
                <a:lnTo>
                  <a:pt x="670" y="1050"/>
                </a:lnTo>
                <a:lnTo>
                  <a:pt x="757" y="1137"/>
                </a:lnTo>
                <a:lnTo>
                  <a:pt x="757" y="1165"/>
                </a:lnTo>
                <a:lnTo>
                  <a:pt x="640" y="1165"/>
                </a:lnTo>
                <a:lnTo>
                  <a:pt x="525" y="1050"/>
                </a:lnTo>
                <a:lnTo>
                  <a:pt x="303" y="1050"/>
                </a:lnTo>
                <a:lnTo>
                  <a:pt x="189" y="1165"/>
                </a:lnTo>
                <a:lnTo>
                  <a:pt x="57" y="1165"/>
                </a:lnTo>
                <a:lnTo>
                  <a:pt x="57" y="1137"/>
                </a:lnTo>
                <a:lnTo>
                  <a:pt x="150" y="1044"/>
                </a:lnTo>
                <a:cubicBezTo>
                  <a:pt x="68" y="1025"/>
                  <a:pt x="0" y="954"/>
                  <a:pt x="0" y="869"/>
                </a:cubicBezTo>
                <a:lnTo>
                  <a:pt x="0" y="377"/>
                </a:lnTo>
                <a:cubicBezTo>
                  <a:pt x="0" y="216"/>
                  <a:pt x="164" y="180"/>
                  <a:pt x="347" y="175"/>
                </a:cubicBezTo>
                <a:lnTo>
                  <a:pt x="394" y="87"/>
                </a:lnTo>
                <a:lnTo>
                  <a:pt x="115" y="87"/>
                </a:lnTo>
                <a:lnTo>
                  <a:pt x="115" y="0"/>
                </a:lnTo>
                <a:lnTo>
                  <a:pt x="700" y="0"/>
                </a:lnTo>
                <a:lnTo>
                  <a:pt x="700" y="87"/>
                </a:lnTo>
                <a:lnTo>
                  <a:pt x="509" y="87"/>
                </a:lnTo>
                <a:lnTo>
                  <a:pt x="465" y="175"/>
                </a:lnTo>
                <a:cubicBezTo>
                  <a:pt x="664" y="180"/>
                  <a:pt x="815" y="213"/>
                  <a:pt x="815" y="377"/>
                </a:cubicBezTo>
                <a:lnTo>
                  <a:pt x="815" y="86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232149" y="4964115"/>
            <a:ext cx="336550" cy="398461"/>
          </a:xfrm>
          <a:custGeom>
            <a:avLst/>
            <a:gdLst>
              <a:gd name="T0" fmla="*/ 730 w 936"/>
              <a:gd name="T1" fmla="*/ 874 h 1108"/>
              <a:gd name="T2" fmla="*/ 818 w 936"/>
              <a:gd name="T3" fmla="*/ 787 h 1108"/>
              <a:gd name="T4" fmla="*/ 730 w 936"/>
              <a:gd name="T5" fmla="*/ 699 h 1108"/>
              <a:gd name="T6" fmla="*/ 643 w 936"/>
              <a:gd name="T7" fmla="*/ 787 h 1108"/>
              <a:gd name="T8" fmla="*/ 730 w 936"/>
              <a:gd name="T9" fmla="*/ 874 h 1108"/>
              <a:gd name="T10" fmla="*/ 525 w 936"/>
              <a:gd name="T11" fmla="*/ 464 h 1108"/>
              <a:gd name="T12" fmla="*/ 818 w 936"/>
              <a:gd name="T13" fmla="*/ 464 h 1108"/>
              <a:gd name="T14" fmla="*/ 818 w 936"/>
              <a:gd name="T15" fmla="*/ 232 h 1108"/>
              <a:gd name="T16" fmla="*/ 525 w 936"/>
              <a:gd name="T17" fmla="*/ 232 h 1108"/>
              <a:gd name="T18" fmla="*/ 525 w 936"/>
              <a:gd name="T19" fmla="*/ 464 h 1108"/>
              <a:gd name="T20" fmla="*/ 410 w 936"/>
              <a:gd name="T21" fmla="*/ 464 h 1108"/>
              <a:gd name="T22" fmla="*/ 410 w 936"/>
              <a:gd name="T23" fmla="*/ 232 h 1108"/>
              <a:gd name="T24" fmla="*/ 118 w 936"/>
              <a:gd name="T25" fmla="*/ 232 h 1108"/>
              <a:gd name="T26" fmla="*/ 118 w 936"/>
              <a:gd name="T27" fmla="*/ 464 h 1108"/>
              <a:gd name="T28" fmla="*/ 410 w 936"/>
              <a:gd name="T29" fmla="*/ 464 h 1108"/>
              <a:gd name="T30" fmla="*/ 205 w 936"/>
              <a:gd name="T31" fmla="*/ 874 h 1108"/>
              <a:gd name="T32" fmla="*/ 293 w 936"/>
              <a:gd name="T33" fmla="*/ 787 h 1108"/>
              <a:gd name="T34" fmla="*/ 205 w 936"/>
              <a:gd name="T35" fmla="*/ 699 h 1108"/>
              <a:gd name="T36" fmla="*/ 118 w 936"/>
              <a:gd name="T37" fmla="*/ 787 h 1108"/>
              <a:gd name="T38" fmla="*/ 205 w 936"/>
              <a:gd name="T39" fmla="*/ 874 h 1108"/>
              <a:gd name="T40" fmla="*/ 468 w 936"/>
              <a:gd name="T41" fmla="*/ 0 h 1108"/>
              <a:gd name="T42" fmla="*/ 935 w 936"/>
              <a:gd name="T43" fmla="*/ 232 h 1108"/>
              <a:gd name="T44" fmla="*/ 935 w 936"/>
              <a:gd name="T45" fmla="*/ 787 h 1108"/>
              <a:gd name="T46" fmla="*/ 730 w 936"/>
              <a:gd name="T47" fmla="*/ 989 h 1108"/>
              <a:gd name="T48" fmla="*/ 818 w 936"/>
              <a:gd name="T49" fmla="*/ 1077 h 1108"/>
              <a:gd name="T50" fmla="*/ 818 w 936"/>
              <a:gd name="T51" fmla="*/ 1107 h 1108"/>
              <a:gd name="T52" fmla="*/ 700 w 936"/>
              <a:gd name="T53" fmla="*/ 1107 h 1108"/>
              <a:gd name="T54" fmla="*/ 585 w 936"/>
              <a:gd name="T55" fmla="*/ 989 h 1108"/>
              <a:gd name="T56" fmla="*/ 364 w 936"/>
              <a:gd name="T57" fmla="*/ 989 h 1108"/>
              <a:gd name="T58" fmla="*/ 249 w 936"/>
              <a:gd name="T59" fmla="*/ 1107 h 1108"/>
              <a:gd name="T60" fmla="*/ 118 w 936"/>
              <a:gd name="T61" fmla="*/ 1107 h 1108"/>
              <a:gd name="T62" fmla="*/ 118 w 936"/>
              <a:gd name="T63" fmla="*/ 1077 h 1108"/>
              <a:gd name="T64" fmla="*/ 205 w 936"/>
              <a:gd name="T65" fmla="*/ 989 h 1108"/>
              <a:gd name="T66" fmla="*/ 0 w 936"/>
              <a:gd name="T67" fmla="*/ 787 h 1108"/>
              <a:gd name="T68" fmla="*/ 0 w 936"/>
              <a:gd name="T69" fmla="*/ 232 h 1108"/>
              <a:gd name="T70" fmla="*/ 468 w 936"/>
              <a:gd name="T71" fmla="*/ 0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36" h="1108">
                <a:moveTo>
                  <a:pt x="730" y="874"/>
                </a:moveTo>
                <a:cubicBezTo>
                  <a:pt x="779" y="874"/>
                  <a:pt x="818" y="836"/>
                  <a:pt x="818" y="787"/>
                </a:cubicBezTo>
                <a:cubicBezTo>
                  <a:pt x="818" y="738"/>
                  <a:pt x="779" y="699"/>
                  <a:pt x="730" y="699"/>
                </a:cubicBezTo>
                <a:cubicBezTo>
                  <a:pt x="681" y="699"/>
                  <a:pt x="643" y="738"/>
                  <a:pt x="643" y="787"/>
                </a:cubicBezTo>
                <a:cubicBezTo>
                  <a:pt x="643" y="836"/>
                  <a:pt x="681" y="874"/>
                  <a:pt x="730" y="874"/>
                </a:cubicBezTo>
                <a:close/>
                <a:moveTo>
                  <a:pt x="525" y="464"/>
                </a:moveTo>
                <a:lnTo>
                  <a:pt x="818" y="464"/>
                </a:lnTo>
                <a:lnTo>
                  <a:pt x="818" y="232"/>
                </a:lnTo>
                <a:lnTo>
                  <a:pt x="525" y="232"/>
                </a:lnTo>
                <a:lnTo>
                  <a:pt x="525" y="464"/>
                </a:lnTo>
                <a:close/>
                <a:moveTo>
                  <a:pt x="410" y="464"/>
                </a:moveTo>
                <a:lnTo>
                  <a:pt x="410" y="232"/>
                </a:lnTo>
                <a:lnTo>
                  <a:pt x="118" y="232"/>
                </a:lnTo>
                <a:lnTo>
                  <a:pt x="118" y="464"/>
                </a:lnTo>
                <a:lnTo>
                  <a:pt x="410" y="464"/>
                </a:lnTo>
                <a:close/>
                <a:moveTo>
                  <a:pt x="205" y="874"/>
                </a:moveTo>
                <a:cubicBezTo>
                  <a:pt x="254" y="874"/>
                  <a:pt x="293" y="836"/>
                  <a:pt x="293" y="787"/>
                </a:cubicBezTo>
                <a:cubicBezTo>
                  <a:pt x="293" y="738"/>
                  <a:pt x="254" y="699"/>
                  <a:pt x="205" y="699"/>
                </a:cubicBezTo>
                <a:cubicBezTo>
                  <a:pt x="156" y="699"/>
                  <a:pt x="118" y="738"/>
                  <a:pt x="118" y="787"/>
                </a:cubicBezTo>
                <a:cubicBezTo>
                  <a:pt x="118" y="836"/>
                  <a:pt x="156" y="874"/>
                  <a:pt x="205" y="874"/>
                </a:cubicBezTo>
                <a:close/>
                <a:moveTo>
                  <a:pt x="468" y="0"/>
                </a:moveTo>
                <a:cubicBezTo>
                  <a:pt x="725" y="0"/>
                  <a:pt x="935" y="27"/>
                  <a:pt x="935" y="232"/>
                </a:cubicBezTo>
                <a:lnTo>
                  <a:pt x="935" y="787"/>
                </a:lnTo>
                <a:cubicBezTo>
                  <a:pt x="935" y="899"/>
                  <a:pt x="842" y="989"/>
                  <a:pt x="730" y="989"/>
                </a:cubicBezTo>
                <a:lnTo>
                  <a:pt x="818" y="1077"/>
                </a:lnTo>
                <a:lnTo>
                  <a:pt x="818" y="1107"/>
                </a:lnTo>
                <a:lnTo>
                  <a:pt x="700" y="1107"/>
                </a:lnTo>
                <a:lnTo>
                  <a:pt x="585" y="989"/>
                </a:lnTo>
                <a:lnTo>
                  <a:pt x="364" y="989"/>
                </a:lnTo>
                <a:lnTo>
                  <a:pt x="249" y="1107"/>
                </a:lnTo>
                <a:lnTo>
                  <a:pt x="118" y="1107"/>
                </a:lnTo>
                <a:lnTo>
                  <a:pt x="118" y="1077"/>
                </a:lnTo>
                <a:lnTo>
                  <a:pt x="205" y="989"/>
                </a:lnTo>
                <a:cubicBezTo>
                  <a:pt x="93" y="989"/>
                  <a:pt x="0" y="899"/>
                  <a:pt x="0" y="787"/>
                </a:cubicBezTo>
                <a:lnTo>
                  <a:pt x="0" y="232"/>
                </a:lnTo>
                <a:cubicBezTo>
                  <a:pt x="0" y="27"/>
                  <a:pt x="235" y="0"/>
                  <a:pt x="468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310062" y="4975227"/>
            <a:ext cx="336550" cy="377825"/>
          </a:xfrm>
          <a:custGeom>
            <a:avLst/>
            <a:gdLst>
              <a:gd name="T0" fmla="*/ 468 w 937"/>
              <a:gd name="T1" fmla="*/ 350 h 1051"/>
              <a:gd name="T2" fmla="*/ 586 w 937"/>
              <a:gd name="T3" fmla="*/ 233 h 1051"/>
              <a:gd name="T4" fmla="*/ 468 w 937"/>
              <a:gd name="T5" fmla="*/ 118 h 1051"/>
              <a:gd name="T6" fmla="*/ 350 w 937"/>
              <a:gd name="T7" fmla="*/ 233 h 1051"/>
              <a:gd name="T8" fmla="*/ 468 w 937"/>
              <a:gd name="T9" fmla="*/ 350 h 1051"/>
              <a:gd name="T10" fmla="*/ 468 w 937"/>
              <a:gd name="T11" fmla="*/ 643 h 1051"/>
              <a:gd name="T12" fmla="*/ 586 w 937"/>
              <a:gd name="T13" fmla="*/ 525 h 1051"/>
              <a:gd name="T14" fmla="*/ 468 w 937"/>
              <a:gd name="T15" fmla="*/ 408 h 1051"/>
              <a:gd name="T16" fmla="*/ 350 w 937"/>
              <a:gd name="T17" fmla="*/ 525 h 1051"/>
              <a:gd name="T18" fmla="*/ 468 w 937"/>
              <a:gd name="T19" fmla="*/ 643 h 1051"/>
              <a:gd name="T20" fmla="*/ 468 w 937"/>
              <a:gd name="T21" fmla="*/ 933 h 1051"/>
              <a:gd name="T22" fmla="*/ 586 w 937"/>
              <a:gd name="T23" fmla="*/ 818 h 1051"/>
              <a:gd name="T24" fmla="*/ 468 w 937"/>
              <a:gd name="T25" fmla="*/ 700 h 1051"/>
              <a:gd name="T26" fmla="*/ 350 w 937"/>
              <a:gd name="T27" fmla="*/ 818 h 1051"/>
              <a:gd name="T28" fmla="*/ 468 w 937"/>
              <a:gd name="T29" fmla="*/ 933 h 1051"/>
              <a:gd name="T30" fmla="*/ 936 w 937"/>
              <a:gd name="T31" fmla="*/ 408 h 1051"/>
              <a:gd name="T32" fmla="*/ 761 w 937"/>
              <a:gd name="T33" fmla="*/ 635 h 1051"/>
              <a:gd name="T34" fmla="*/ 761 w 937"/>
              <a:gd name="T35" fmla="*/ 700 h 1051"/>
              <a:gd name="T36" fmla="*/ 936 w 937"/>
              <a:gd name="T37" fmla="*/ 700 h 1051"/>
              <a:gd name="T38" fmla="*/ 761 w 937"/>
              <a:gd name="T39" fmla="*/ 924 h 1051"/>
              <a:gd name="T40" fmla="*/ 761 w 937"/>
              <a:gd name="T41" fmla="*/ 993 h 1051"/>
              <a:gd name="T42" fmla="*/ 700 w 937"/>
              <a:gd name="T43" fmla="*/ 1050 h 1051"/>
              <a:gd name="T44" fmla="*/ 236 w 937"/>
              <a:gd name="T45" fmla="*/ 1050 h 1051"/>
              <a:gd name="T46" fmla="*/ 175 w 937"/>
              <a:gd name="T47" fmla="*/ 993 h 1051"/>
              <a:gd name="T48" fmla="*/ 175 w 937"/>
              <a:gd name="T49" fmla="*/ 924 h 1051"/>
              <a:gd name="T50" fmla="*/ 0 w 937"/>
              <a:gd name="T51" fmla="*/ 700 h 1051"/>
              <a:gd name="T52" fmla="*/ 175 w 937"/>
              <a:gd name="T53" fmla="*/ 700 h 1051"/>
              <a:gd name="T54" fmla="*/ 175 w 937"/>
              <a:gd name="T55" fmla="*/ 635 h 1051"/>
              <a:gd name="T56" fmla="*/ 0 w 937"/>
              <a:gd name="T57" fmla="*/ 408 h 1051"/>
              <a:gd name="T58" fmla="*/ 175 w 937"/>
              <a:gd name="T59" fmla="*/ 408 h 1051"/>
              <a:gd name="T60" fmla="*/ 175 w 937"/>
              <a:gd name="T61" fmla="*/ 342 h 1051"/>
              <a:gd name="T62" fmla="*/ 0 w 937"/>
              <a:gd name="T63" fmla="*/ 118 h 1051"/>
              <a:gd name="T64" fmla="*/ 175 w 937"/>
              <a:gd name="T65" fmla="*/ 118 h 1051"/>
              <a:gd name="T66" fmla="*/ 175 w 937"/>
              <a:gd name="T67" fmla="*/ 58 h 1051"/>
              <a:gd name="T68" fmla="*/ 236 w 937"/>
              <a:gd name="T69" fmla="*/ 0 h 1051"/>
              <a:gd name="T70" fmla="*/ 700 w 937"/>
              <a:gd name="T71" fmla="*/ 0 h 1051"/>
              <a:gd name="T72" fmla="*/ 761 w 937"/>
              <a:gd name="T73" fmla="*/ 58 h 1051"/>
              <a:gd name="T74" fmla="*/ 761 w 937"/>
              <a:gd name="T75" fmla="*/ 118 h 1051"/>
              <a:gd name="T76" fmla="*/ 936 w 937"/>
              <a:gd name="T77" fmla="*/ 118 h 1051"/>
              <a:gd name="T78" fmla="*/ 761 w 937"/>
              <a:gd name="T79" fmla="*/ 342 h 1051"/>
              <a:gd name="T80" fmla="*/ 761 w 937"/>
              <a:gd name="T81" fmla="*/ 408 h 1051"/>
              <a:gd name="T82" fmla="*/ 936 w 937"/>
              <a:gd name="T83" fmla="*/ 408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37" h="1051">
                <a:moveTo>
                  <a:pt x="468" y="350"/>
                </a:moveTo>
                <a:cubicBezTo>
                  <a:pt x="534" y="350"/>
                  <a:pt x="586" y="296"/>
                  <a:pt x="586" y="233"/>
                </a:cubicBezTo>
                <a:cubicBezTo>
                  <a:pt x="586" y="167"/>
                  <a:pt x="531" y="118"/>
                  <a:pt x="468" y="118"/>
                </a:cubicBezTo>
                <a:cubicBezTo>
                  <a:pt x="402" y="118"/>
                  <a:pt x="350" y="167"/>
                  <a:pt x="350" y="233"/>
                </a:cubicBezTo>
                <a:cubicBezTo>
                  <a:pt x="350" y="296"/>
                  <a:pt x="402" y="350"/>
                  <a:pt x="468" y="350"/>
                </a:cubicBezTo>
                <a:close/>
                <a:moveTo>
                  <a:pt x="468" y="643"/>
                </a:moveTo>
                <a:cubicBezTo>
                  <a:pt x="534" y="643"/>
                  <a:pt x="586" y="588"/>
                  <a:pt x="586" y="525"/>
                </a:cubicBezTo>
                <a:cubicBezTo>
                  <a:pt x="586" y="462"/>
                  <a:pt x="531" y="408"/>
                  <a:pt x="468" y="408"/>
                </a:cubicBezTo>
                <a:cubicBezTo>
                  <a:pt x="402" y="408"/>
                  <a:pt x="350" y="462"/>
                  <a:pt x="350" y="525"/>
                </a:cubicBezTo>
                <a:cubicBezTo>
                  <a:pt x="350" y="588"/>
                  <a:pt x="402" y="643"/>
                  <a:pt x="468" y="643"/>
                </a:cubicBezTo>
                <a:close/>
                <a:moveTo>
                  <a:pt x="468" y="933"/>
                </a:moveTo>
                <a:cubicBezTo>
                  <a:pt x="534" y="933"/>
                  <a:pt x="586" y="881"/>
                  <a:pt x="586" y="818"/>
                </a:cubicBezTo>
                <a:cubicBezTo>
                  <a:pt x="586" y="755"/>
                  <a:pt x="531" y="700"/>
                  <a:pt x="468" y="700"/>
                </a:cubicBezTo>
                <a:cubicBezTo>
                  <a:pt x="402" y="700"/>
                  <a:pt x="350" y="755"/>
                  <a:pt x="350" y="818"/>
                </a:cubicBezTo>
                <a:cubicBezTo>
                  <a:pt x="350" y="881"/>
                  <a:pt x="402" y="933"/>
                  <a:pt x="468" y="933"/>
                </a:cubicBezTo>
                <a:close/>
                <a:moveTo>
                  <a:pt x="936" y="408"/>
                </a:moveTo>
                <a:cubicBezTo>
                  <a:pt x="936" y="517"/>
                  <a:pt x="862" y="607"/>
                  <a:pt x="761" y="635"/>
                </a:cubicBezTo>
                <a:lnTo>
                  <a:pt x="761" y="700"/>
                </a:lnTo>
                <a:lnTo>
                  <a:pt x="936" y="700"/>
                </a:lnTo>
                <a:cubicBezTo>
                  <a:pt x="936" y="810"/>
                  <a:pt x="862" y="897"/>
                  <a:pt x="761" y="924"/>
                </a:cubicBezTo>
                <a:lnTo>
                  <a:pt x="761" y="993"/>
                </a:lnTo>
                <a:cubicBezTo>
                  <a:pt x="761" y="1026"/>
                  <a:pt x="733" y="1050"/>
                  <a:pt x="700" y="1050"/>
                </a:cubicBezTo>
                <a:lnTo>
                  <a:pt x="236" y="1050"/>
                </a:lnTo>
                <a:cubicBezTo>
                  <a:pt x="203" y="1050"/>
                  <a:pt x="175" y="1026"/>
                  <a:pt x="175" y="993"/>
                </a:cubicBezTo>
                <a:lnTo>
                  <a:pt x="175" y="924"/>
                </a:lnTo>
                <a:cubicBezTo>
                  <a:pt x="74" y="897"/>
                  <a:pt x="0" y="810"/>
                  <a:pt x="0" y="700"/>
                </a:cubicBezTo>
                <a:lnTo>
                  <a:pt x="175" y="700"/>
                </a:lnTo>
                <a:lnTo>
                  <a:pt x="175" y="635"/>
                </a:lnTo>
                <a:cubicBezTo>
                  <a:pt x="74" y="607"/>
                  <a:pt x="0" y="517"/>
                  <a:pt x="0" y="408"/>
                </a:cubicBezTo>
                <a:lnTo>
                  <a:pt x="175" y="408"/>
                </a:lnTo>
                <a:lnTo>
                  <a:pt x="175" y="342"/>
                </a:lnTo>
                <a:cubicBezTo>
                  <a:pt x="74" y="315"/>
                  <a:pt x="0" y="227"/>
                  <a:pt x="0" y="118"/>
                </a:cubicBezTo>
                <a:lnTo>
                  <a:pt x="175" y="118"/>
                </a:lnTo>
                <a:lnTo>
                  <a:pt x="175" y="58"/>
                </a:lnTo>
                <a:cubicBezTo>
                  <a:pt x="175" y="25"/>
                  <a:pt x="203" y="0"/>
                  <a:pt x="236" y="0"/>
                </a:cubicBezTo>
                <a:lnTo>
                  <a:pt x="700" y="0"/>
                </a:lnTo>
                <a:cubicBezTo>
                  <a:pt x="733" y="0"/>
                  <a:pt x="761" y="25"/>
                  <a:pt x="761" y="58"/>
                </a:cubicBezTo>
                <a:lnTo>
                  <a:pt x="761" y="118"/>
                </a:lnTo>
                <a:lnTo>
                  <a:pt x="936" y="118"/>
                </a:lnTo>
                <a:cubicBezTo>
                  <a:pt x="936" y="227"/>
                  <a:pt x="862" y="315"/>
                  <a:pt x="761" y="342"/>
                </a:cubicBezTo>
                <a:lnTo>
                  <a:pt x="761" y="408"/>
                </a:lnTo>
                <a:lnTo>
                  <a:pt x="936" y="40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346699" y="4954588"/>
            <a:ext cx="419100" cy="419100"/>
          </a:xfrm>
          <a:custGeom>
            <a:avLst/>
            <a:gdLst>
              <a:gd name="T0" fmla="*/ 995 w 1166"/>
              <a:gd name="T1" fmla="*/ 169 h 1166"/>
              <a:gd name="T2" fmla="*/ 1165 w 1166"/>
              <a:gd name="T3" fmla="*/ 582 h 1166"/>
              <a:gd name="T4" fmla="*/ 582 w 1166"/>
              <a:gd name="T5" fmla="*/ 1165 h 1166"/>
              <a:gd name="T6" fmla="*/ 0 w 1166"/>
              <a:gd name="T7" fmla="*/ 582 h 1166"/>
              <a:gd name="T8" fmla="*/ 582 w 1166"/>
              <a:gd name="T9" fmla="*/ 0 h 1166"/>
              <a:gd name="T10" fmla="*/ 640 w 1166"/>
              <a:gd name="T11" fmla="*/ 0 h 1166"/>
              <a:gd name="T12" fmla="*/ 640 w 1166"/>
              <a:gd name="T13" fmla="*/ 481 h 1166"/>
              <a:gd name="T14" fmla="*/ 700 w 1166"/>
              <a:gd name="T15" fmla="*/ 582 h 1166"/>
              <a:gd name="T16" fmla="*/ 582 w 1166"/>
              <a:gd name="T17" fmla="*/ 700 h 1166"/>
              <a:gd name="T18" fmla="*/ 465 w 1166"/>
              <a:gd name="T19" fmla="*/ 582 h 1166"/>
              <a:gd name="T20" fmla="*/ 525 w 1166"/>
              <a:gd name="T21" fmla="*/ 481 h 1166"/>
              <a:gd name="T22" fmla="*/ 525 w 1166"/>
              <a:gd name="T23" fmla="*/ 358 h 1166"/>
              <a:gd name="T24" fmla="*/ 350 w 1166"/>
              <a:gd name="T25" fmla="*/ 582 h 1166"/>
              <a:gd name="T26" fmla="*/ 582 w 1166"/>
              <a:gd name="T27" fmla="*/ 815 h 1166"/>
              <a:gd name="T28" fmla="*/ 815 w 1166"/>
              <a:gd name="T29" fmla="*/ 582 h 1166"/>
              <a:gd name="T30" fmla="*/ 746 w 1166"/>
              <a:gd name="T31" fmla="*/ 418 h 1166"/>
              <a:gd name="T32" fmla="*/ 828 w 1166"/>
              <a:gd name="T33" fmla="*/ 336 h 1166"/>
              <a:gd name="T34" fmla="*/ 932 w 1166"/>
              <a:gd name="T35" fmla="*/ 582 h 1166"/>
              <a:gd name="T36" fmla="*/ 582 w 1166"/>
              <a:gd name="T37" fmla="*/ 932 h 1166"/>
              <a:gd name="T38" fmla="*/ 232 w 1166"/>
              <a:gd name="T39" fmla="*/ 582 h 1166"/>
              <a:gd name="T40" fmla="*/ 525 w 1166"/>
              <a:gd name="T41" fmla="*/ 238 h 1166"/>
              <a:gd name="T42" fmla="*/ 525 w 1166"/>
              <a:gd name="T43" fmla="*/ 120 h 1166"/>
              <a:gd name="T44" fmla="*/ 115 w 1166"/>
              <a:gd name="T45" fmla="*/ 582 h 1166"/>
              <a:gd name="T46" fmla="*/ 582 w 1166"/>
              <a:gd name="T47" fmla="*/ 1050 h 1166"/>
              <a:gd name="T48" fmla="*/ 1050 w 1166"/>
              <a:gd name="T49" fmla="*/ 582 h 1166"/>
              <a:gd name="T50" fmla="*/ 913 w 1166"/>
              <a:gd name="T51" fmla="*/ 251 h 1166"/>
              <a:gd name="T52" fmla="*/ 995 w 1166"/>
              <a:gd name="T53" fmla="*/ 169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166">
                <a:moveTo>
                  <a:pt x="995" y="169"/>
                </a:moveTo>
                <a:cubicBezTo>
                  <a:pt x="1102" y="276"/>
                  <a:pt x="1165" y="421"/>
                  <a:pt x="1165" y="582"/>
                </a:cubicBezTo>
                <a:cubicBezTo>
                  <a:pt x="1165" y="905"/>
                  <a:pt x="904" y="1165"/>
                  <a:pt x="582" y="1165"/>
                </a:cubicBezTo>
                <a:cubicBezTo>
                  <a:pt x="259" y="1165"/>
                  <a:pt x="0" y="905"/>
                  <a:pt x="0" y="582"/>
                </a:cubicBezTo>
                <a:cubicBezTo>
                  <a:pt x="0" y="260"/>
                  <a:pt x="260" y="0"/>
                  <a:pt x="582" y="0"/>
                </a:cubicBezTo>
                <a:lnTo>
                  <a:pt x="640" y="0"/>
                </a:lnTo>
                <a:lnTo>
                  <a:pt x="640" y="481"/>
                </a:lnTo>
                <a:cubicBezTo>
                  <a:pt x="675" y="500"/>
                  <a:pt x="700" y="538"/>
                  <a:pt x="700" y="582"/>
                </a:cubicBezTo>
                <a:cubicBezTo>
                  <a:pt x="700" y="645"/>
                  <a:pt x="645" y="700"/>
                  <a:pt x="582" y="700"/>
                </a:cubicBezTo>
                <a:cubicBezTo>
                  <a:pt x="519" y="700"/>
                  <a:pt x="465" y="645"/>
                  <a:pt x="465" y="582"/>
                </a:cubicBezTo>
                <a:cubicBezTo>
                  <a:pt x="465" y="538"/>
                  <a:pt x="489" y="500"/>
                  <a:pt x="525" y="481"/>
                </a:cubicBezTo>
                <a:lnTo>
                  <a:pt x="525" y="358"/>
                </a:lnTo>
                <a:cubicBezTo>
                  <a:pt x="424" y="385"/>
                  <a:pt x="350" y="473"/>
                  <a:pt x="350" y="582"/>
                </a:cubicBezTo>
                <a:cubicBezTo>
                  <a:pt x="350" y="711"/>
                  <a:pt x="454" y="815"/>
                  <a:pt x="582" y="815"/>
                </a:cubicBezTo>
                <a:cubicBezTo>
                  <a:pt x="711" y="815"/>
                  <a:pt x="815" y="711"/>
                  <a:pt x="815" y="582"/>
                </a:cubicBezTo>
                <a:cubicBezTo>
                  <a:pt x="815" y="519"/>
                  <a:pt x="787" y="462"/>
                  <a:pt x="746" y="418"/>
                </a:cubicBezTo>
                <a:lnTo>
                  <a:pt x="828" y="336"/>
                </a:lnTo>
                <a:cubicBezTo>
                  <a:pt x="891" y="399"/>
                  <a:pt x="932" y="486"/>
                  <a:pt x="932" y="582"/>
                </a:cubicBezTo>
                <a:cubicBezTo>
                  <a:pt x="932" y="776"/>
                  <a:pt x="776" y="932"/>
                  <a:pt x="582" y="932"/>
                </a:cubicBezTo>
                <a:cubicBezTo>
                  <a:pt x="388" y="932"/>
                  <a:pt x="232" y="776"/>
                  <a:pt x="232" y="582"/>
                </a:cubicBezTo>
                <a:cubicBezTo>
                  <a:pt x="232" y="410"/>
                  <a:pt x="358" y="265"/>
                  <a:pt x="525" y="238"/>
                </a:cubicBezTo>
                <a:lnTo>
                  <a:pt x="525" y="120"/>
                </a:lnTo>
                <a:cubicBezTo>
                  <a:pt x="295" y="147"/>
                  <a:pt x="115" y="344"/>
                  <a:pt x="115" y="582"/>
                </a:cubicBezTo>
                <a:cubicBezTo>
                  <a:pt x="115" y="839"/>
                  <a:pt x="325" y="1050"/>
                  <a:pt x="582" y="1050"/>
                </a:cubicBezTo>
                <a:cubicBezTo>
                  <a:pt x="839" y="1050"/>
                  <a:pt x="1050" y="839"/>
                  <a:pt x="1050" y="582"/>
                </a:cubicBezTo>
                <a:cubicBezTo>
                  <a:pt x="1050" y="454"/>
                  <a:pt x="998" y="336"/>
                  <a:pt x="913" y="251"/>
                </a:cubicBezTo>
                <a:lnTo>
                  <a:pt x="995" y="169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03974" y="4932363"/>
            <a:ext cx="463550" cy="463550"/>
          </a:xfrm>
          <a:custGeom>
            <a:avLst/>
            <a:gdLst>
              <a:gd name="T0" fmla="*/ 643 w 1286"/>
              <a:gd name="T1" fmla="*/ 642 h 1286"/>
              <a:gd name="T2" fmla="*/ 323 w 1286"/>
              <a:gd name="T3" fmla="*/ 962 h 1286"/>
              <a:gd name="T4" fmla="*/ 0 w 1286"/>
              <a:gd name="T5" fmla="*/ 642 h 1286"/>
              <a:gd name="T6" fmla="*/ 643 w 1286"/>
              <a:gd name="T7" fmla="*/ 642 h 1286"/>
              <a:gd name="T8" fmla="*/ 643 w 1286"/>
              <a:gd name="T9" fmla="*/ 642 h 1286"/>
              <a:gd name="T10" fmla="*/ 323 w 1286"/>
              <a:gd name="T11" fmla="*/ 322 h 1286"/>
              <a:gd name="T12" fmla="*/ 643 w 1286"/>
              <a:gd name="T13" fmla="*/ 0 h 1286"/>
              <a:gd name="T14" fmla="*/ 643 w 1286"/>
              <a:gd name="T15" fmla="*/ 642 h 1286"/>
              <a:gd name="T16" fmla="*/ 643 w 1286"/>
              <a:gd name="T17" fmla="*/ 642 h 1286"/>
              <a:gd name="T18" fmla="*/ 963 w 1286"/>
              <a:gd name="T19" fmla="*/ 962 h 1286"/>
              <a:gd name="T20" fmla="*/ 643 w 1286"/>
              <a:gd name="T21" fmla="*/ 1285 h 1286"/>
              <a:gd name="T22" fmla="*/ 643 w 1286"/>
              <a:gd name="T23" fmla="*/ 642 h 1286"/>
              <a:gd name="T24" fmla="*/ 643 w 1286"/>
              <a:gd name="T25" fmla="*/ 642 h 1286"/>
              <a:gd name="T26" fmla="*/ 963 w 1286"/>
              <a:gd name="T27" fmla="*/ 322 h 1286"/>
              <a:gd name="T28" fmla="*/ 1285 w 1286"/>
              <a:gd name="T29" fmla="*/ 642 h 1286"/>
              <a:gd name="T30" fmla="*/ 643 w 1286"/>
              <a:gd name="T31" fmla="*/ 642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86" h="1286">
                <a:moveTo>
                  <a:pt x="643" y="642"/>
                </a:moveTo>
                <a:cubicBezTo>
                  <a:pt x="643" y="817"/>
                  <a:pt x="498" y="962"/>
                  <a:pt x="323" y="962"/>
                </a:cubicBezTo>
                <a:cubicBezTo>
                  <a:pt x="148" y="962"/>
                  <a:pt x="0" y="817"/>
                  <a:pt x="0" y="642"/>
                </a:cubicBezTo>
                <a:lnTo>
                  <a:pt x="643" y="642"/>
                </a:lnTo>
                <a:close/>
                <a:moveTo>
                  <a:pt x="643" y="642"/>
                </a:moveTo>
                <a:cubicBezTo>
                  <a:pt x="468" y="642"/>
                  <a:pt x="323" y="497"/>
                  <a:pt x="323" y="322"/>
                </a:cubicBezTo>
                <a:cubicBezTo>
                  <a:pt x="323" y="147"/>
                  <a:pt x="468" y="0"/>
                  <a:pt x="643" y="0"/>
                </a:cubicBezTo>
                <a:lnTo>
                  <a:pt x="643" y="642"/>
                </a:lnTo>
                <a:close/>
                <a:moveTo>
                  <a:pt x="643" y="642"/>
                </a:moveTo>
                <a:cubicBezTo>
                  <a:pt x="818" y="642"/>
                  <a:pt x="963" y="787"/>
                  <a:pt x="963" y="962"/>
                </a:cubicBezTo>
                <a:cubicBezTo>
                  <a:pt x="963" y="1137"/>
                  <a:pt x="818" y="1285"/>
                  <a:pt x="643" y="1285"/>
                </a:cubicBezTo>
                <a:lnTo>
                  <a:pt x="643" y="642"/>
                </a:lnTo>
                <a:close/>
                <a:moveTo>
                  <a:pt x="643" y="642"/>
                </a:moveTo>
                <a:cubicBezTo>
                  <a:pt x="643" y="467"/>
                  <a:pt x="788" y="322"/>
                  <a:pt x="963" y="322"/>
                </a:cubicBezTo>
                <a:cubicBezTo>
                  <a:pt x="1138" y="322"/>
                  <a:pt x="1285" y="467"/>
                  <a:pt x="1285" y="642"/>
                </a:cubicBezTo>
                <a:lnTo>
                  <a:pt x="643" y="64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54914" y="4943477"/>
            <a:ext cx="314325" cy="441325"/>
          </a:xfrm>
          <a:custGeom>
            <a:avLst/>
            <a:gdLst>
              <a:gd name="T0" fmla="*/ 823 w 875"/>
              <a:gd name="T1" fmla="*/ 752 h 1226"/>
              <a:gd name="T2" fmla="*/ 874 w 875"/>
              <a:gd name="T3" fmla="*/ 831 h 1226"/>
              <a:gd name="T4" fmla="*/ 874 w 875"/>
              <a:gd name="T5" fmla="*/ 842 h 1226"/>
              <a:gd name="T6" fmla="*/ 831 w 875"/>
              <a:gd name="T7" fmla="*/ 1151 h 1226"/>
              <a:gd name="T8" fmla="*/ 746 w 875"/>
              <a:gd name="T9" fmla="*/ 1225 h 1226"/>
              <a:gd name="T10" fmla="*/ 350 w 875"/>
              <a:gd name="T11" fmla="*/ 1225 h 1226"/>
              <a:gd name="T12" fmla="*/ 289 w 875"/>
              <a:gd name="T13" fmla="*/ 1200 h 1226"/>
              <a:gd name="T14" fmla="*/ 0 w 875"/>
              <a:gd name="T15" fmla="*/ 910 h 1226"/>
              <a:gd name="T16" fmla="*/ 46 w 875"/>
              <a:gd name="T17" fmla="*/ 864 h 1226"/>
              <a:gd name="T18" fmla="*/ 93 w 875"/>
              <a:gd name="T19" fmla="*/ 845 h 1226"/>
              <a:gd name="T20" fmla="*/ 106 w 875"/>
              <a:gd name="T21" fmla="*/ 847 h 1226"/>
              <a:gd name="T22" fmla="*/ 306 w 875"/>
              <a:gd name="T23" fmla="*/ 888 h 1226"/>
              <a:gd name="T24" fmla="*/ 306 w 875"/>
              <a:gd name="T25" fmla="*/ 262 h 1226"/>
              <a:gd name="T26" fmla="*/ 393 w 875"/>
              <a:gd name="T27" fmla="*/ 175 h 1226"/>
              <a:gd name="T28" fmla="*/ 481 w 875"/>
              <a:gd name="T29" fmla="*/ 262 h 1226"/>
              <a:gd name="T30" fmla="*/ 481 w 875"/>
              <a:gd name="T31" fmla="*/ 612 h 1226"/>
              <a:gd name="T32" fmla="*/ 527 w 875"/>
              <a:gd name="T33" fmla="*/ 612 h 1226"/>
              <a:gd name="T34" fmla="*/ 557 w 875"/>
              <a:gd name="T35" fmla="*/ 618 h 1226"/>
              <a:gd name="T36" fmla="*/ 823 w 875"/>
              <a:gd name="T37" fmla="*/ 752 h 1226"/>
              <a:gd name="T38" fmla="*/ 248 w 875"/>
              <a:gd name="T39" fmla="*/ 481 h 1226"/>
              <a:gd name="T40" fmla="*/ 131 w 875"/>
              <a:gd name="T41" fmla="*/ 262 h 1226"/>
              <a:gd name="T42" fmla="*/ 393 w 875"/>
              <a:gd name="T43" fmla="*/ 0 h 1226"/>
              <a:gd name="T44" fmla="*/ 656 w 875"/>
              <a:gd name="T45" fmla="*/ 262 h 1226"/>
              <a:gd name="T46" fmla="*/ 541 w 875"/>
              <a:gd name="T47" fmla="*/ 481 h 1226"/>
              <a:gd name="T48" fmla="*/ 541 w 875"/>
              <a:gd name="T49" fmla="*/ 262 h 1226"/>
              <a:gd name="T50" fmla="*/ 393 w 875"/>
              <a:gd name="T51" fmla="*/ 117 h 1226"/>
              <a:gd name="T52" fmla="*/ 248 w 875"/>
              <a:gd name="T53" fmla="*/ 262 h 1226"/>
              <a:gd name="T54" fmla="*/ 248 w 875"/>
              <a:gd name="T55" fmla="*/ 481 h 1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75" h="1226">
                <a:moveTo>
                  <a:pt x="823" y="752"/>
                </a:moveTo>
                <a:cubicBezTo>
                  <a:pt x="853" y="765"/>
                  <a:pt x="874" y="795"/>
                  <a:pt x="874" y="831"/>
                </a:cubicBezTo>
                <a:lnTo>
                  <a:pt x="874" y="842"/>
                </a:lnTo>
                <a:lnTo>
                  <a:pt x="831" y="1151"/>
                </a:lnTo>
                <a:cubicBezTo>
                  <a:pt x="825" y="1195"/>
                  <a:pt x="790" y="1225"/>
                  <a:pt x="746" y="1225"/>
                </a:cubicBezTo>
                <a:lnTo>
                  <a:pt x="350" y="1225"/>
                </a:lnTo>
                <a:cubicBezTo>
                  <a:pt x="325" y="1225"/>
                  <a:pt x="306" y="1216"/>
                  <a:pt x="289" y="1200"/>
                </a:cubicBezTo>
                <a:lnTo>
                  <a:pt x="0" y="910"/>
                </a:lnTo>
                <a:lnTo>
                  <a:pt x="46" y="864"/>
                </a:lnTo>
                <a:cubicBezTo>
                  <a:pt x="57" y="853"/>
                  <a:pt x="73" y="845"/>
                  <a:pt x="93" y="845"/>
                </a:cubicBezTo>
                <a:cubicBezTo>
                  <a:pt x="98" y="845"/>
                  <a:pt x="101" y="847"/>
                  <a:pt x="106" y="847"/>
                </a:cubicBezTo>
                <a:lnTo>
                  <a:pt x="306" y="888"/>
                </a:lnTo>
                <a:lnTo>
                  <a:pt x="306" y="262"/>
                </a:lnTo>
                <a:cubicBezTo>
                  <a:pt x="306" y="213"/>
                  <a:pt x="344" y="175"/>
                  <a:pt x="393" y="175"/>
                </a:cubicBezTo>
                <a:cubicBezTo>
                  <a:pt x="443" y="175"/>
                  <a:pt x="481" y="213"/>
                  <a:pt x="481" y="262"/>
                </a:cubicBezTo>
                <a:lnTo>
                  <a:pt x="481" y="612"/>
                </a:lnTo>
                <a:lnTo>
                  <a:pt x="527" y="612"/>
                </a:lnTo>
                <a:cubicBezTo>
                  <a:pt x="538" y="612"/>
                  <a:pt x="546" y="615"/>
                  <a:pt x="557" y="618"/>
                </a:cubicBezTo>
                <a:lnTo>
                  <a:pt x="823" y="752"/>
                </a:lnTo>
                <a:close/>
                <a:moveTo>
                  <a:pt x="248" y="481"/>
                </a:moveTo>
                <a:cubicBezTo>
                  <a:pt x="177" y="434"/>
                  <a:pt x="131" y="352"/>
                  <a:pt x="131" y="262"/>
                </a:cubicBezTo>
                <a:cubicBezTo>
                  <a:pt x="131" y="117"/>
                  <a:pt x="248" y="0"/>
                  <a:pt x="393" y="0"/>
                </a:cubicBezTo>
                <a:cubicBezTo>
                  <a:pt x="538" y="0"/>
                  <a:pt x="656" y="117"/>
                  <a:pt x="656" y="262"/>
                </a:cubicBezTo>
                <a:cubicBezTo>
                  <a:pt x="656" y="352"/>
                  <a:pt x="612" y="434"/>
                  <a:pt x="541" y="481"/>
                </a:cubicBezTo>
                <a:lnTo>
                  <a:pt x="541" y="262"/>
                </a:lnTo>
                <a:cubicBezTo>
                  <a:pt x="541" y="183"/>
                  <a:pt x="473" y="117"/>
                  <a:pt x="393" y="117"/>
                </a:cubicBezTo>
                <a:cubicBezTo>
                  <a:pt x="314" y="117"/>
                  <a:pt x="248" y="183"/>
                  <a:pt x="248" y="262"/>
                </a:cubicBezTo>
                <a:lnTo>
                  <a:pt x="248" y="481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80437" y="4954588"/>
            <a:ext cx="419100" cy="419100"/>
          </a:xfrm>
          <a:custGeom>
            <a:avLst/>
            <a:gdLst>
              <a:gd name="T0" fmla="*/ 1034 w 1166"/>
              <a:gd name="T1" fmla="*/ 700 h 1166"/>
              <a:gd name="T2" fmla="*/ 1044 w 1166"/>
              <a:gd name="T3" fmla="*/ 640 h 1166"/>
              <a:gd name="T4" fmla="*/ 640 w 1166"/>
              <a:gd name="T5" fmla="*/ 640 h 1166"/>
              <a:gd name="T6" fmla="*/ 640 w 1166"/>
              <a:gd name="T7" fmla="*/ 700 h 1166"/>
              <a:gd name="T8" fmla="*/ 1034 w 1166"/>
              <a:gd name="T9" fmla="*/ 700 h 1166"/>
              <a:gd name="T10" fmla="*/ 946 w 1166"/>
              <a:gd name="T11" fmla="*/ 875 h 1166"/>
              <a:gd name="T12" fmla="*/ 987 w 1166"/>
              <a:gd name="T13" fmla="*/ 815 h 1166"/>
              <a:gd name="T14" fmla="*/ 640 w 1166"/>
              <a:gd name="T15" fmla="*/ 815 h 1166"/>
              <a:gd name="T16" fmla="*/ 640 w 1166"/>
              <a:gd name="T17" fmla="*/ 875 h 1166"/>
              <a:gd name="T18" fmla="*/ 946 w 1166"/>
              <a:gd name="T19" fmla="*/ 875 h 1166"/>
              <a:gd name="T20" fmla="*/ 640 w 1166"/>
              <a:gd name="T21" fmla="*/ 1044 h 1166"/>
              <a:gd name="T22" fmla="*/ 809 w 1166"/>
              <a:gd name="T23" fmla="*/ 990 h 1166"/>
              <a:gd name="T24" fmla="*/ 640 w 1166"/>
              <a:gd name="T25" fmla="*/ 990 h 1166"/>
              <a:gd name="T26" fmla="*/ 640 w 1166"/>
              <a:gd name="T27" fmla="*/ 1044 h 1166"/>
              <a:gd name="T28" fmla="*/ 640 w 1166"/>
              <a:gd name="T29" fmla="*/ 465 h 1166"/>
              <a:gd name="T30" fmla="*/ 640 w 1166"/>
              <a:gd name="T31" fmla="*/ 525 h 1166"/>
              <a:gd name="T32" fmla="*/ 1044 w 1166"/>
              <a:gd name="T33" fmla="*/ 525 h 1166"/>
              <a:gd name="T34" fmla="*/ 1034 w 1166"/>
              <a:gd name="T35" fmla="*/ 465 h 1166"/>
              <a:gd name="T36" fmla="*/ 640 w 1166"/>
              <a:gd name="T37" fmla="*/ 465 h 1166"/>
              <a:gd name="T38" fmla="*/ 640 w 1166"/>
              <a:gd name="T39" fmla="*/ 290 h 1166"/>
              <a:gd name="T40" fmla="*/ 640 w 1166"/>
              <a:gd name="T41" fmla="*/ 350 h 1166"/>
              <a:gd name="T42" fmla="*/ 987 w 1166"/>
              <a:gd name="T43" fmla="*/ 350 h 1166"/>
              <a:gd name="T44" fmla="*/ 946 w 1166"/>
              <a:gd name="T45" fmla="*/ 290 h 1166"/>
              <a:gd name="T46" fmla="*/ 640 w 1166"/>
              <a:gd name="T47" fmla="*/ 290 h 1166"/>
              <a:gd name="T48" fmla="*/ 640 w 1166"/>
              <a:gd name="T49" fmla="*/ 120 h 1166"/>
              <a:gd name="T50" fmla="*/ 640 w 1166"/>
              <a:gd name="T51" fmla="*/ 175 h 1166"/>
              <a:gd name="T52" fmla="*/ 809 w 1166"/>
              <a:gd name="T53" fmla="*/ 175 h 1166"/>
              <a:gd name="T54" fmla="*/ 640 w 1166"/>
              <a:gd name="T55" fmla="*/ 120 h 1166"/>
              <a:gd name="T56" fmla="*/ 525 w 1166"/>
              <a:gd name="T57" fmla="*/ 1044 h 1166"/>
              <a:gd name="T58" fmla="*/ 525 w 1166"/>
              <a:gd name="T59" fmla="*/ 120 h 1166"/>
              <a:gd name="T60" fmla="*/ 115 w 1166"/>
              <a:gd name="T61" fmla="*/ 582 h 1166"/>
              <a:gd name="T62" fmla="*/ 525 w 1166"/>
              <a:gd name="T63" fmla="*/ 1044 h 1166"/>
              <a:gd name="T64" fmla="*/ 582 w 1166"/>
              <a:gd name="T65" fmla="*/ 0 h 1166"/>
              <a:gd name="T66" fmla="*/ 1165 w 1166"/>
              <a:gd name="T67" fmla="*/ 582 h 1166"/>
              <a:gd name="T68" fmla="*/ 582 w 1166"/>
              <a:gd name="T69" fmla="*/ 1165 h 1166"/>
              <a:gd name="T70" fmla="*/ 0 w 1166"/>
              <a:gd name="T71" fmla="*/ 582 h 1166"/>
              <a:gd name="T72" fmla="*/ 582 w 1166"/>
              <a:gd name="T7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66" h="1166">
                <a:moveTo>
                  <a:pt x="1034" y="700"/>
                </a:moveTo>
                <a:cubicBezTo>
                  <a:pt x="1039" y="681"/>
                  <a:pt x="1042" y="659"/>
                  <a:pt x="1044" y="640"/>
                </a:cubicBezTo>
                <a:lnTo>
                  <a:pt x="640" y="640"/>
                </a:lnTo>
                <a:lnTo>
                  <a:pt x="640" y="700"/>
                </a:lnTo>
                <a:lnTo>
                  <a:pt x="1034" y="700"/>
                </a:lnTo>
                <a:close/>
                <a:moveTo>
                  <a:pt x="946" y="875"/>
                </a:moveTo>
                <a:cubicBezTo>
                  <a:pt x="960" y="856"/>
                  <a:pt x="976" y="834"/>
                  <a:pt x="987" y="815"/>
                </a:cubicBezTo>
                <a:lnTo>
                  <a:pt x="640" y="815"/>
                </a:lnTo>
                <a:lnTo>
                  <a:pt x="640" y="875"/>
                </a:lnTo>
                <a:lnTo>
                  <a:pt x="946" y="875"/>
                </a:lnTo>
                <a:close/>
                <a:moveTo>
                  <a:pt x="640" y="1044"/>
                </a:moveTo>
                <a:cubicBezTo>
                  <a:pt x="700" y="1036"/>
                  <a:pt x="757" y="1017"/>
                  <a:pt x="809" y="990"/>
                </a:cubicBezTo>
                <a:lnTo>
                  <a:pt x="640" y="990"/>
                </a:lnTo>
                <a:lnTo>
                  <a:pt x="640" y="1044"/>
                </a:lnTo>
                <a:close/>
                <a:moveTo>
                  <a:pt x="640" y="465"/>
                </a:moveTo>
                <a:lnTo>
                  <a:pt x="640" y="525"/>
                </a:lnTo>
                <a:lnTo>
                  <a:pt x="1044" y="525"/>
                </a:lnTo>
                <a:cubicBezTo>
                  <a:pt x="1042" y="506"/>
                  <a:pt x="1039" y="484"/>
                  <a:pt x="1034" y="465"/>
                </a:cubicBezTo>
                <a:lnTo>
                  <a:pt x="640" y="465"/>
                </a:lnTo>
                <a:close/>
                <a:moveTo>
                  <a:pt x="640" y="290"/>
                </a:moveTo>
                <a:lnTo>
                  <a:pt x="640" y="350"/>
                </a:lnTo>
                <a:lnTo>
                  <a:pt x="987" y="350"/>
                </a:lnTo>
                <a:cubicBezTo>
                  <a:pt x="976" y="331"/>
                  <a:pt x="960" y="309"/>
                  <a:pt x="946" y="290"/>
                </a:cubicBezTo>
                <a:lnTo>
                  <a:pt x="640" y="290"/>
                </a:lnTo>
                <a:close/>
                <a:moveTo>
                  <a:pt x="640" y="120"/>
                </a:moveTo>
                <a:lnTo>
                  <a:pt x="640" y="175"/>
                </a:lnTo>
                <a:lnTo>
                  <a:pt x="809" y="175"/>
                </a:lnTo>
                <a:cubicBezTo>
                  <a:pt x="757" y="147"/>
                  <a:pt x="700" y="128"/>
                  <a:pt x="640" y="120"/>
                </a:cubicBezTo>
                <a:close/>
                <a:moveTo>
                  <a:pt x="525" y="1044"/>
                </a:moveTo>
                <a:lnTo>
                  <a:pt x="525" y="120"/>
                </a:lnTo>
                <a:cubicBezTo>
                  <a:pt x="295" y="147"/>
                  <a:pt x="115" y="344"/>
                  <a:pt x="115" y="582"/>
                </a:cubicBezTo>
                <a:cubicBezTo>
                  <a:pt x="115" y="820"/>
                  <a:pt x="295" y="1017"/>
                  <a:pt x="525" y="1044"/>
                </a:cubicBezTo>
                <a:close/>
                <a:moveTo>
                  <a:pt x="582" y="0"/>
                </a:moveTo>
                <a:cubicBezTo>
                  <a:pt x="905" y="0"/>
                  <a:pt x="1165" y="260"/>
                  <a:pt x="1165" y="582"/>
                </a:cubicBezTo>
                <a:cubicBezTo>
                  <a:pt x="1165" y="905"/>
                  <a:pt x="905" y="1165"/>
                  <a:pt x="582" y="1165"/>
                </a:cubicBezTo>
                <a:cubicBezTo>
                  <a:pt x="260" y="1165"/>
                  <a:pt x="0" y="905"/>
                  <a:pt x="0" y="582"/>
                </a:cubicBezTo>
                <a:cubicBezTo>
                  <a:pt x="0" y="260"/>
                  <a:pt x="260" y="0"/>
                  <a:pt x="58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37712" y="4995863"/>
            <a:ext cx="463550" cy="336550"/>
          </a:xfrm>
          <a:custGeom>
            <a:avLst/>
            <a:gdLst>
              <a:gd name="T0" fmla="*/ 118 w 1286"/>
              <a:gd name="T1" fmla="*/ 467 h 936"/>
              <a:gd name="T2" fmla="*/ 350 w 1286"/>
              <a:gd name="T3" fmla="*/ 798 h 936"/>
              <a:gd name="T4" fmla="*/ 350 w 1286"/>
              <a:gd name="T5" fmla="*/ 918 h 936"/>
              <a:gd name="T6" fmla="*/ 0 w 1286"/>
              <a:gd name="T7" fmla="*/ 467 h 936"/>
              <a:gd name="T8" fmla="*/ 350 w 1286"/>
              <a:gd name="T9" fmla="*/ 16 h 936"/>
              <a:gd name="T10" fmla="*/ 350 w 1286"/>
              <a:gd name="T11" fmla="*/ 136 h 936"/>
              <a:gd name="T12" fmla="*/ 118 w 1286"/>
              <a:gd name="T13" fmla="*/ 467 h 936"/>
              <a:gd name="T14" fmla="*/ 818 w 1286"/>
              <a:gd name="T15" fmla="*/ 817 h 936"/>
              <a:gd name="T16" fmla="*/ 1168 w 1286"/>
              <a:gd name="T17" fmla="*/ 467 h 936"/>
              <a:gd name="T18" fmla="*/ 818 w 1286"/>
              <a:gd name="T19" fmla="*/ 117 h 936"/>
              <a:gd name="T20" fmla="*/ 468 w 1286"/>
              <a:gd name="T21" fmla="*/ 467 h 936"/>
              <a:gd name="T22" fmla="*/ 818 w 1286"/>
              <a:gd name="T23" fmla="*/ 817 h 936"/>
              <a:gd name="T24" fmla="*/ 818 w 1286"/>
              <a:gd name="T25" fmla="*/ 0 h 936"/>
              <a:gd name="T26" fmla="*/ 1285 w 1286"/>
              <a:gd name="T27" fmla="*/ 467 h 936"/>
              <a:gd name="T28" fmla="*/ 818 w 1286"/>
              <a:gd name="T29" fmla="*/ 935 h 936"/>
              <a:gd name="T30" fmla="*/ 350 w 1286"/>
              <a:gd name="T31" fmla="*/ 467 h 936"/>
              <a:gd name="T32" fmla="*/ 818 w 1286"/>
              <a:gd name="T33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86" h="936">
                <a:moveTo>
                  <a:pt x="118" y="467"/>
                </a:moveTo>
                <a:cubicBezTo>
                  <a:pt x="118" y="620"/>
                  <a:pt x="213" y="752"/>
                  <a:pt x="350" y="798"/>
                </a:cubicBezTo>
                <a:lnTo>
                  <a:pt x="350" y="918"/>
                </a:lnTo>
                <a:cubicBezTo>
                  <a:pt x="148" y="866"/>
                  <a:pt x="0" y="686"/>
                  <a:pt x="0" y="467"/>
                </a:cubicBezTo>
                <a:cubicBezTo>
                  <a:pt x="0" y="248"/>
                  <a:pt x="148" y="68"/>
                  <a:pt x="350" y="16"/>
                </a:cubicBezTo>
                <a:lnTo>
                  <a:pt x="350" y="136"/>
                </a:lnTo>
                <a:cubicBezTo>
                  <a:pt x="213" y="183"/>
                  <a:pt x="118" y="314"/>
                  <a:pt x="118" y="467"/>
                </a:cubicBezTo>
                <a:close/>
                <a:moveTo>
                  <a:pt x="818" y="817"/>
                </a:moveTo>
                <a:cubicBezTo>
                  <a:pt x="1012" y="817"/>
                  <a:pt x="1168" y="661"/>
                  <a:pt x="1168" y="467"/>
                </a:cubicBezTo>
                <a:cubicBezTo>
                  <a:pt x="1168" y="273"/>
                  <a:pt x="1012" y="117"/>
                  <a:pt x="818" y="117"/>
                </a:cubicBezTo>
                <a:cubicBezTo>
                  <a:pt x="624" y="117"/>
                  <a:pt x="468" y="273"/>
                  <a:pt x="468" y="467"/>
                </a:cubicBezTo>
                <a:cubicBezTo>
                  <a:pt x="468" y="661"/>
                  <a:pt x="624" y="817"/>
                  <a:pt x="818" y="817"/>
                </a:cubicBezTo>
                <a:close/>
                <a:moveTo>
                  <a:pt x="818" y="0"/>
                </a:moveTo>
                <a:cubicBezTo>
                  <a:pt x="1075" y="0"/>
                  <a:pt x="1285" y="210"/>
                  <a:pt x="1285" y="467"/>
                </a:cubicBezTo>
                <a:cubicBezTo>
                  <a:pt x="1285" y="724"/>
                  <a:pt x="1075" y="935"/>
                  <a:pt x="818" y="935"/>
                </a:cubicBezTo>
                <a:cubicBezTo>
                  <a:pt x="561" y="935"/>
                  <a:pt x="350" y="724"/>
                  <a:pt x="350" y="467"/>
                </a:cubicBezTo>
                <a:cubicBezTo>
                  <a:pt x="350" y="210"/>
                  <a:pt x="561" y="0"/>
                  <a:pt x="818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56901" y="4953001"/>
            <a:ext cx="377825" cy="420689"/>
          </a:xfrm>
          <a:custGeom>
            <a:avLst/>
            <a:gdLst>
              <a:gd name="T0" fmla="*/ 232 w 1051"/>
              <a:gd name="T1" fmla="*/ 525 h 1169"/>
              <a:gd name="T2" fmla="*/ 525 w 1051"/>
              <a:gd name="T3" fmla="*/ 525 h 1169"/>
              <a:gd name="T4" fmla="*/ 525 w 1051"/>
              <a:gd name="T5" fmla="*/ 818 h 1169"/>
              <a:gd name="T6" fmla="*/ 232 w 1051"/>
              <a:gd name="T7" fmla="*/ 818 h 1169"/>
              <a:gd name="T8" fmla="*/ 232 w 1051"/>
              <a:gd name="T9" fmla="*/ 525 h 1169"/>
              <a:gd name="T10" fmla="*/ 932 w 1051"/>
              <a:gd name="T11" fmla="*/ 1050 h 1169"/>
              <a:gd name="T12" fmla="*/ 932 w 1051"/>
              <a:gd name="T13" fmla="*/ 411 h 1169"/>
              <a:gd name="T14" fmla="*/ 118 w 1051"/>
              <a:gd name="T15" fmla="*/ 411 h 1169"/>
              <a:gd name="T16" fmla="*/ 118 w 1051"/>
              <a:gd name="T17" fmla="*/ 1050 h 1169"/>
              <a:gd name="T18" fmla="*/ 932 w 1051"/>
              <a:gd name="T19" fmla="*/ 1050 h 1169"/>
              <a:gd name="T20" fmla="*/ 1050 w 1051"/>
              <a:gd name="T21" fmla="*/ 236 h 1169"/>
              <a:gd name="T22" fmla="*/ 1050 w 1051"/>
              <a:gd name="T23" fmla="*/ 1050 h 1169"/>
              <a:gd name="T24" fmla="*/ 932 w 1051"/>
              <a:gd name="T25" fmla="*/ 1168 h 1169"/>
              <a:gd name="T26" fmla="*/ 118 w 1051"/>
              <a:gd name="T27" fmla="*/ 1168 h 1169"/>
              <a:gd name="T28" fmla="*/ 0 w 1051"/>
              <a:gd name="T29" fmla="*/ 1050 h 1169"/>
              <a:gd name="T30" fmla="*/ 0 w 1051"/>
              <a:gd name="T31" fmla="*/ 236 h 1169"/>
              <a:gd name="T32" fmla="*/ 118 w 1051"/>
              <a:gd name="T33" fmla="*/ 118 h 1169"/>
              <a:gd name="T34" fmla="*/ 175 w 1051"/>
              <a:gd name="T35" fmla="*/ 118 h 1169"/>
              <a:gd name="T36" fmla="*/ 175 w 1051"/>
              <a:gd name="T37" fmla="*/ 0 h 1169"/>
              <a:gd name="T38" fmla="*/ 293 w 1051"/>
              <a:gd name="T39" fmla="*/ 0 h 1169"/>
              <a:gd name="T40" fmla="*/ 293 w 1051"/>
              <a:gd name="T41" fmla="*/ 118 h 1169"/>
              <a:gd name="T42" fmla="*/ 757 w 1051"/>
              <a:gd name="T43" fmla="*/ 118 h 1169"/>
              <a:gd name="T44" fmla="*/ 757 w 1051"/>
              <a:gd name="T45" fmla="*/ 0 h 1169"/>
              <a:gd name="T46" fmla="*/ 875 w 1051"/>
              <a:gd name="T47" fmla="*/ 0 h 1169"/>
              <a:gd name="T48" fmla="*/ 875 w 1051"/>
              <a:gd name="T49" fmla="*/ 118 h 1169"/>
              <a:gd name="T50" fmla="*/ 932 w 1051"/>
              <a:gd name="T51" fmla="*/ 118 h 1169"/>
              <a:gd name="T52" fmla="*/ 1050 w 1051"/>
              <a:gd name="T53" fmla="*/ 236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1" h="1169">
                <a:moveTo>
                  <a:pt x="232" y="525"/>
                </a:moveTo>
                <a:lnTo>
                  <a:pt x="525" y="525"/>
                </a:lnTo>
                <a:lnTo>
                  <a:pt x="525" y="818"/>
                </a:lnTo>
                <a:lnTo>
                  <a:pt x="232" y="818"/>
                </a:lnTo>
                <a:lnTo>
                  <a:pt x="232" y="525"/>
                </a:lnTo>
                <a:close/>
                <a:moveTo>
                  <a:pt x="932" y="1050"/>
                </a:moveTo>
                <a:lnTo>
                  <a:pt x="932" y="411"/>
                </a:lnTo>
                <a:lnTo>
                  <a:pt x="118" y="411"/>
                </a:lnTo>
                <a:lnTo>
                  <a:pt x="118" y="1050"/>
                </a:lnTo>
                <a:lnTo>
                  <a:pt x="932" y="1050"/>
                </a:lnTo>
                <a:close/>
                <a:moveTo>
                  <a:pt x="1050" y="236"/>
                </a:moveTo>
                <a:lnTo>
                  <a:pt x="1050" y="1050"/>
                </a:lnTo>
                <a:cubicBezTo>
                  <a:pt x="1050" y="1113"/>
                  <a:pt x="995" y="1168"/>
                  <a:pt x="932" y="1168"/>
                </a:cubicBezTo>
                <a:lnTo>
                  <a:pt x="118" y="1168"/>
                </a:lnTo>
                <a:cubicBezTo>
                  <a:pt x="52" y="1168"/>
                  <a:pt x="0" y="1113"/>
                  <a:pt x="0" y="1050"/>
                </a:cubicBezTo>
                <a:lnTo>
                  <a:pt x="0" y="236"/>
                </a:lnTo>
                <a:cubicBezTo>
                  <a:pt x="0" y="173"/>
                  <a:pt x="52" y="118"/>
                  <a:pt x="118" y="118"/>
                </a:cubicBezTo>
                <a:lnTo>
                  <a:pt x="175" y="118"/>
                </a:lnTo>
                <a:lnTo>
                  <a:pt x="175" y="0"/>
                </a:lnTo>
                <a:lnTo>
                  <a:pt x="293" y="0"/>
                </a:lnTo>
                <a:lnTo>
                  <a:pt x="293" y="118"/>
                </a:lnTo>
                <a:lnTo>
                  <a:pt x="757" y="118"/>
                </a:lnTo>
                <a:lnTo>
                  <a:pt x="757" y="0"/>
                </a:lnTo>
                <a:lnTo>
                  <a:pt x="875" y="0"/>
                </a:lnTo>
                <a:lnTo>
                  <a:pt x="875" y="118"/>
                </a:lnTo>
                <a:lnTo>
                  <a:pt x="932" y="118"/>
                </a:lnTo>
                <a:cubicBezTo>
                  <a:pt x="995" y="118"/>
                  <a:pt x="1050" y="173"/>
                  <a:pt x="1050" y="236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7" y="5808665"/>
            <a:ext cx="419100" cy="452437"/>
          </a:xfrm>
          <a:custGeom>
            <a:avLst/>
            <a:gdLst>
              <a:gd name="T0" fmla="*/ 219 w 1166"/>
              <a:gd name="T1" fmla="*/ 432 h 1256"/>
              <a:gd name="T2" fmla="*/ 115 w 1166"/>
              <a:gd name="T3" fmla="*/ 476 h 1256"/>
              <a:gd name="T4" fmla="*/ 115 w 1166"/>
              <a:gd name="T5" fmla="*/ 670 h 1256"/>
              <a:gd name="T6" fmla="*/ 0 w 1166"/>
              <a:gd name="T7" fmla="*/ 670 h 1256"/>
              <a:gd name="T8" fmla="*/ 0 w 1166"/>
              <a:gd name="T9" fmla="*/ 396 h 1256"/>
              <a:gd name="T10" fmla="*/ 306 w 1166"/>
              <a:gd name="T11" fmla="*/ 271 h 1256"/>
              <a:gd name="T12" fmla="*/ 350 w 1166"/>
              <a:gd name="T13" fmla="*/ 262 h 1256"/>
              <a:gd name="T14" fmla="*/ 448 w 1166"/>
              <a:gd name="T15" fmla="*/ 317 h 1256"/>
              <a:gd name="T16" fmla="*/ 503 w 1166"/>
              <a:gd name="T17" fmla="*/ 410 h 1256"/>
              <a:gd name="T18" fmla="*/ 757 w 1166"/>
              <a:gd name="T19" fmla="*/ 555 h 1256"/>
              <a:gd name="T20" fmla="*/ 757 w 1166"/>
              <a:gd name="T21" fmla="*/ 670 h 1256"/>
              <a:gd name="T22" fmla="*/ 440 w 1166"/>
              <a:gd name="T23" fmla="*/ 519 h 1256"/>
              <a:gd name="T24" fmla="*/ 405 w 1166"/>
              <a:gd name="T25" fmla="*/ 694 h 1256"/>
              <a:gd name="T26" fmla="*/ 525 w 1166"/>
              <a:gd name="T27" fmla="*/ 815 h 1256"/>
              <a:gd name="T28" fmla="*/ 525 w 1166"/>
              <a:gd name="T29" fmla="*/ 1255 h 1256"/>
              <a:gd name="T30" fmla="*/ 407 w 1166"/>
              <a:gd name="T31" fmla="*/ 1255 h 1256"/>
              <a:gd name="T32" fmla="*/ 407 w 1166"/>
              <a:gd name="T33" fmla="*/ 905 h 1256"/>
              <a:gd name="T34" fmla="*/ 282 w 1166"/>
              <a:gd name="T35" fmla="*/ 787 h 1256"/>
              <a:gd name="T36" fmla="*/ 180 w 1166"/>
              <a:gd name="T37" fmla="*/ 1255 h 1256"/>
              <a:gd name="T38" fmla="*/ 57 w 1166"/>
              <a:gd name="T39" fmla="*/ 1255 h 1256"/>
              <a:gd name="T40" fmla="*/ 219 w 1166"/>
              <a:gd name="T41" fmla="*/ 432 h 1256"/>
              <a:gd name="T42" fmla="*/ 437 w 1166"/>
              <a:gd name="T43" fmla="*/ 232 h 1256"/>
              <a:gd name="T44" fmla="*/ 320 w 1166"/>
              <a:gd name="T45" fmla="*/ 118 h 1256"/>
              <a:gd name="T46" fmla="*/ 437 w 1166"/>
              <a:gd name="T47" fmla="*/ 0 h 1256"/>
              <a:gd name="T48" fmla="*/ 552 w 1166"/>
              <a:gd name="T49" fmla="*/ 118 h 1256"/>
              <a:gd name="T50" fmla="*/ 437 w 1166"/>
              <a:gd name="T51" fmla="*/ 232 h 1256"/>
              <a:gd name="T52" fmla="*/ 1020 w 1166"/>
              <a:gd name="T53" fmla="*/ 1064 h 1256"/>
              <a:gd name="T54" fmla="*/ 1020 w 1166"/>
              <a:gd name="T55" fmla="*/ 962 h 1256"/>
              <a:gd name="T56" fmla="*/ 1165 w 1166"/>
              <a:gd name="T57" fmla="*/ 1107 h 1256"/>
              <a:gd name="T58" fmla="*/ 1020 w 1166"/>
              <a:gd name="T59" fmla="*/ 1255 h 1256"/>
              <a:gd name="T60" fmla="*/ 1020 w 1166"/>
              <a:gd name="T61" fmla="*/ 1151 h 1256"/>
              <a:gd name="T62" fmla="*/ 700 w 1166"/>
              <a:gd name="T63" fmla="*/ 1151 h 1256"/>
              <a:gd name="T64" fmla="*/ 700 w 1166"/>
              <a:gd name="T65" fmla="*/ 1064 h 1256"/>
              <a:gd name="T66" fmla="*/ 1020 w 1166"/>
              <a:gd name="T67" fmla="*/ 1064 h 1256"/>
              <a:gd name="T68" fmla="*/ 845 w 1166"/>
              <a:gd name="T69" fmla="*/ 818 h 1256"/>
              <a:gd name="T70" fmla="*/ 1165 w 1166"/>
              <a:gd name="T71" fmla="*/ 818 h 1256"/>
              <a:gd name="T72" fmla="*/ 1165 w 1166"/>
              <a:gd name="T73" fmla="*/ 905 h 1256"/>
              <a:gd name="T74" fmla="*/ 845 w 1166"/>
              <a:gd name="T75" fmla="*/ 905 h 1256"/>
              <a:gd name="T76" fmla="*/ 845 w 1166"/>
              <a:gd name="T77" fmla="*/ 1006 h 1256"/>
              <a:gd name="T78" fmla="*/ 700 w 1166"/>
              <a:gd name="T79" fmla="*/ 861 h 1256"/>
              <a:gd name="T80" fmla="*/ 845 w 1166"/>
              <a:gd name="T81" fmla="*/ 714 h 1256"/>
              <a:gd name="T82" fmla="*/ 845 w 1166"/>
              <a:gd name="T83" fmla="*/ 818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66" h="1256">
                <a:moveTo>
                  <a:pt x="219" y="432"/>
                </a:moveTo>
                <a:lnTo>
                  <a:pt x="115" y="476"/>
                </a:lnTo>
                <a:lnTo>
                  <a:pt x="115" y="670"/>
                </a:lnTo>
                <a:lnTo>
                  <a:pt x="0" y="670"/>
                </a:lnTo>
                <a:lnTo>
                  <a:pt x="0" y="396"/>
                </a:lnTo>
                <a:lnTo>
                  <a:pt x="306" y="271"/>
                </a:lnTo>
                <a:cubicBezTo>
                  <a:pt x="320" y="265"/>
                  <a:pt x="336" y="262"/>
                  <a:pt x="350" y="262"/>
                </a:cubicBezTo>
                <a:cubicBezTo>
                  <a:pt x="391" y="262"/>
                  <a:pt x="429" y="282"/>
                  <a:pt x="448" y="317"/>
                </a:cubicBezTo>
                <a:lnTo>
                  <a:pt x="503" y="410"/>
                </a:lnTo>
                <a:cubicBezTo>
                  <a:pt x="555" y="495"/>
                  <a:pt x="651" y="555"/>
                  <a:pt x="757" y="555"/>
                </a:cubicBezTo>
                <a:lnTo>
                  <a:pt x="757" y="670"/>
                </a:lnTo>
                <a:cubicBezTo>
                  <a:pt x="629" y="670"/>
                  <a:pt x="517" y="612"/>
                  <a:pt x="440" y="519"/>
                </a:cubicBezTo>
                <a:lnTo>
                  <a:pt x="405" y="694"/>
                </a:lnTo>
                <a:lnTo>
                  <a:pt x="525" y="815"/>
                </a:lnTo>
                <a:lnTo>
                  <a:pt x="525" y="1255"/>
                </a:lnTo>
                <a:lnTo>
                  <a:pt x="407" y="1255"/>
                </a:lnTo>
                <a:lnTo>
                  <a:pt x="407" y="905"/>
                </a:lnTo>
                <a:lnTo>
                  <a:pt x="282" y="787"/>
                </a:lnTo>
                <a:lnTo>
                  <a:pt x="180" y="1255"/>
                </a:lnTo>
                <a:lnTo>
                  <a:pt x="57" y="1255"/>
                </a:lnTo>
                <a:lnTo>
                  <a:pt x="219" y="432"/>
                </a:lnTo>
                <a:close/>
                <a:moveTo>
                  <a:pt x="437" y="232"/>
                </a:moveTo>
                <a:cubicBezTo>
                  <a:pt x="375" y="232"/>
                  <a:pt x="320" y="180"/>
                  <a:pt x="320" y="118"/>
                </a:cubicBezTo>
                <a:cubicBezTo>
                  <a:pt x="320" y="55"/>
                  <a:pt x="374" y="0"/>
                  <a:pt x="437" y="0"/>
                </a:cubicBezTo>
                <a:cubicBezTo>
                  <a:pt x="499" y="0"/>
                  <a:pt x="552" y="55"/>
                  <a:pt x="552" y="118"/>
                </a:cubicBezTo>
                <a:cubicBezTo>
                  <a:pt x="552" y="180"/>
                  <a:pt x="500" y="232"/>
                  <a:pt x="437" y="232"/>
                </a:cubicBezTo>
                <a:close/>
                <a:moveTo>
                  <a:pt x="1020" y="1064"/>
                </a:moveTo>
                <a:lnTo>
                  <a:pt x="1020" y="962"/>
                </a:lnTo>
                <a:lnTo>
                  <a:pt x="1165" y="1107"/>
                </a:lnTo>
                <a:lnTo>
                  <a:pt x="1020" y="1255"/>
                </a:lnTo>
                <a:lnTo>
                  <a:pt x="1020" y="1151"/>
                </a:lnTo>
                <a:lnTo>
                  <a:pt x="700" y="1151"/>
                </a:lnTo>
                <a:lnTo>
                  <a:pt x="700" y="1064"/>
                </a:lnTo>
                <a:lnTo>
                  <a:pt x="1020" y="1064"/>
                </a:lnTo>
                <a:close/>
                <a:moveTo>
                  <a:pt x="845" y="818"/>
                </a:moveTo>
                <a:lnTo>
                  <a:pt x="1165" y="818"/>
                </a:lnTo>
                <a:lnTo>
                  <a:pt x="1165" y="905"/>
                </a:lnTo>
                <a:lnTo>
                  <a:pt x="845" y="905"/>
                </a:lnTo>
                <a:lnTo>
                  <a:pt x="845" y="1006"/>
                </a:lnTo>
                <a:lnTo>
                  <a:pt x="700" y="861"/>
                </a:lnTo>
                <a:lnTo>
                  <a:pt x="845" y="714"/>
                </a:lnTo>
                <a:lnTo>
                  <a:pt x="845" y="81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08199" y="5846764"/>
            <a:ext cx="463550" cy="377825"/>
          </a:xfrm>
          <a:custGeom>
            <a:avLst/>
            <a:gdLst>
              <a:gd name="T0" fmla="*/ 1168 w 1287"/>
              <a:gd name="T1" fmla="*/ 817 h 1050"/>
              <a:gd name="T2" fmla="*/ 1168 w 1287"/>
              <a:gd name="T3" fmla="*/ 117 h 1050"/>
              <a:gd name="T4" fmla="*/ 118 w 1287"/>
              <a:gd name="T5" fmla="*/ 117 h 1050"/>
              <a:gd name="T6" fmla="*/ 118 w 1287"/>
              <a:gd name="T7" fmla="*/ 817 h 1050"/>
              <a:gd name="T8" fmla="*/ 1168 w 1287"/>
              <a:gd name="T9" fmla="*/ 817 h 1050"/>
              <a:gd name="T10" fmla="*/ 1168 w 1287"/>
              <a:gd name="T11" fmla="*/ 0 h 1050"/>
              <a:gd name="T12" fmla="*/ 1286 w 1287"/>
              <a:gd name="T13" fmla="*/ 117 h 1050"/>
              <a:gd name="T14" fmla="*/ 1283 w 1287"/>
              <a:gd name="T15" fmla="*/ 817 h 1050"/>
              <a:gd name="T16" fmla="*/ 1168 w 1287"/>
              <a:gd name="T17" fmla="*/ 932 h 1050"/>
              <a:gd name="T18" fmla="*/ 875 w 1287"/>
              <a:gd name="T19" fmla="*/ 932 h 1050"/>
              <a:gd name="T20" fmla="*/ 875 w 1287"/>
              <a:gd name="T21" fmla="*/ 1049 h 1050"/>
              <a:gd name="T22" fmla="*/ 411 w 1287"/>
              <a:gd name="T23" fmla="*/ 1049 h 1050"/>
              <a:gd name="T24" fmla="*/ 411 w 1287"/>
              <a:gd name="T25" fmla="*/ 932 h 1050"/>
              <a:gd name="T26" fmla="*/ 118 w 1287"/>
              <a:gd name="T27" fmla="*/ 932 h 1050"/>
              <a:gd name="T28" fmla="*/ 0 w 1287"/>
              <a:gd name="T29" fmla="*/ 817 h 1050"/>
              <a:gd name="T30" fmla="*/ 0 w 1287"/>
              <a:gd name="T31" fmla="*/ 117 h 1050"/>
              <a:gd name="T32" fmla="*/ 118 w 1287"/>
              <a:gd name="T33" fmla="*/ 0 h 1050"/>
              <a:gd name="T34" fmla="*/ 1168 w 1287"/>
              <a:gd name="T35" fmla="*/ 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87" h="1050">
                <a:moveTo>
                  <a:pt x="1168" y="817"/>
                </a:moveTo>
                <a:lnTo>
                  <a:pt x="1168" y="117"/>
                </a:lnTo>
                <a:lnTo>
                  <a:pt x="118" y="117"/>
                </a:lnTo>
                <a:lnTo>
                  <a:pt x="118" y="817"/>
                </a:lnTo>
                <a:lnTo>
                  <a:pt x="1168" y="817"/>
                </a:lnTo>
                <a:close/>
                <a:moveTo>
                  <a:pt x="1168" y="0"/>
                </a:moveTo>
                <a:cubicBezTo>
                  <a:pt x="1231" y="0"/>
                  <a:pt x="1286" y="54"/>
                  <a:pt x="1286" y="117"/>
                </a:cubicBezTo>
                <a:lnTo>
                  <a:pt x="1283" y="817"/>
                </a:lnTo>
                <a:cubicBezTo>
                  <a:pt x="1283" y="880"/>
                  <a:pt x="1231" y="932"/>
                  <a:pt x="1168" y="932"/>
                </a:cubicBezTo>
                <a:lnTo>
                  <a:pt x="875" y="932"/>
                </a:lnTo>
                <a:lnTo>
                  <a:pt x="875" y="1049"/>
                </a:lnTo>
                <a:lnTo>
                  <a:pt x="411" y="1049"/>
                </a:lnTo>
                <a:lnTo>
                  <a:pt x="411" y="932"/>
                </a:lnTo>
                <a:lnTo>
                  <a:pt x="118" y="932"/>
                </a:lnTo>
                <a:cubicBezTo>
                  <a:pt x="55" y="932"/>
                  <a:pt x="0" y="880"/>
                  <a:pt x="0" y="817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265489" y="5846764"/>
            <a:ext cx="293687" cy="377825"/>
          </a:xfrm>
          <a:custGeom>
            <a:avLst/>
            <a:gdLst>
              <a:gd name="T0" fmla="*/ 815 w 816"/>
              <a:gd name="T1" fmla="*/ 117 h 1050"/>
              <a:gd name="T2" fmla="*/ 815 w 816"/>
              <a:gd name="T3" fmla="*/ 1049 h 1050"/>
              <a:gd name="T4" fmla="*/ 408 w 816"/>
              <a:gd name="T5" fmla="*/ 874 h 1050"/>
              <a:gd name="T6" fmla="*/ 0 w 816"/>
              <a:gd name="T7" fmla="*/ 1049 h 1050"/>
              <a:gd name="T8" fmla="*/ 0 w 816"/>
              <a:gd name="T9" fmla="*/ 117 h 1050"/>
              <a:gd name="T10" fmla="*/ 115 w 816"/>
              <a:gd name="T11" fmla="*/ 0 h 1050"/>
              <a:gd name="T12" fmla="*/ 700 w 816"/>
              <a:gd name="T13" fmla="*/ 0 h 1050"/>
              <a:gd name="T14" fmla="*/ 815 w 816"/>
              <a:gd name="T15" fmla="*/ 1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6" h="1050">
                <a:moveTo>
                  <a:pt x="815" y="117"/>
                </a:moveTo>
                <a:lnTo>
                  <a:pt x="815" y="1049"/>
                </a:lnTo>
                <a:lnTo>
                  <a:pt x="408" y="874"/>
                </a:lnTo>
                <a:lnTo>
                  <a:pt x="0" y="1049"/>
                </a:ln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700" y="0"/>
                </a:lnTo>
                <a:cubicBezTo>
                  <a:pt x="763" y="0"/>
                  <a:pt x="815" y="54"/>
                  <a:pt x="815" y="117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338639" y="5846764"/>
            <a:ext cx="293687" cy="377825"/>
          </a:xfrm>
          <a:custGeom>
            <a:avLst/>
            <a:gdLst>
              <a:gd name="T0" fmla="*/ 700 w 816"/>
              <a:gd name="T1" fmla="*/ 874 h 1050"/>
              <a:gd name="T2" fmla="*/ 700 w 816"/>
              <a:gd name="T3" fmla="*/ 117 h 1050"/>
              <a:gd name="T4" fmla="*/ 115 w 816"/>
              <a:gd name="T5" fmla="*/ 117 h 1050"/>
              <a:gd name="T6" fmla="*/ 115 w 816"/>
              <a:gd name="T7" fmla="*/ 874 h 1050"/>
              <a:gd name="T8" fmla="*/ 407 w 816"/>
              <a:gd name="T9" fmla="*/ 746 h 1050"/>
              <a:gd name="T10" fmla="*/ 700 w 816"/>
              <a:gd name="T11" fmla="*/ 874 h 1050"/>
              <a:gd name="T12" fmla="*/ 815 w 816"/>
              <a:gd name="T13" fmla="*/ 117 h 1050"/>
              <a:gd name="T14" fmla="*/ 815 w 816"/>
              <a:gd name="T15" fmla="*/ 1049 h 1050"/>
              <a:gd name="T16" fmla="*/ 407 w 816"/>
              <a:gd name="T17" fmla="*/ 874 h 1050"/>
              <a:gd name="T18" fmla="*/ 0 w 816"/>
              <a:gd name="T19" fmla="*/ 1049 h 1050"/>
              <a:gd name="T20" fmla="*/ 0 w 816"/>
              <a:gd name="T21" fmla="*/ 117 h 1050"/>
              <a:gd name="T22" fmla="*/ 115 w 816"/>
              <a:gd name="T23" fmla="*/ 0 h 1050"/>
              <a:gd name="T24" fmla="*/ 700 w 816"/>
              <a:gd name="T25" fmla="*/ 0 h 1050"/>
              <a:gd name="T26" fmla="*/ 815 w 816"/>
              <a:gd name="T27" fmla="*/ 1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16" h="1050">
                <a:moveTo>
                  <a:pt x="700" y="874"/>
                </a:moveTo>
                <a:lnTo>
                  <a:pt x="700" y="117"/>
                </a:lnTo>
                <a:lnTo>
                  <a:pt x="115" y="117"/>
                </a:lnTo>
                <a:lnTo>
                  <a:pt x="115" y="874"/>
                </a:lnTo>
                <a:lnTo>
                  <a:pt x="407" y="746"/>
                </a:lnTo>
                <a:lnTo>
                  <a:pt x="700" y="874"/>
                </a:lnTo>
                <a:close/>
                <a:moveTo>
                  <a:pt x="815" y="117"/>
                </a:moveTo>
                <a:lnTo>
                  <a:pt x="815" y="1049"/>
                </a:lnTo>
                <a:lnTo>
                  <a:pt x="407" y="874"/>
                </a:lnTo>
                <a:lnTo>
                  <a:pt x="0" y="1049"/>
                </a:lnTo>
                <a:lnTo>
                  <a:pt x="0" y="117"/>
                </a:lnTo>
                <a:cubicBezTo>
                  <a:pt x="0" y="54"/>
                  <a:pt x="52" y="0"/>
                  <a:pt x="115" y="0"/>
                </a:cubicBezTo>
                <a:lnTo>
                  <a:pt x="700" y="0"/>
                </a:lnTo>
                <a:cubicBezTo>
                  <a:pt x="763" y="0"/>
                  <a:pt x="815" y="54"/>
                  <a:pt x="81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370514" y="5846764"/>
            <a:ext cx="377825" cy="377825"/>
          </a:xfrm>
          <a:custGeom>
            <a:avLst/>
            <a:gdLst>
              <a:gd name="T0" fmla="*/ 700 w 1051"/>
              <a:gd name="T1" fmla="*/ 350 h 1050"/>
              <a:gd name="T2" fmla="*/ 700 w 1051"/>
              <a:gd name="T3" fmla="*/ 0 h 1050"/>
              <a:gd name="T4" fmla="*/ 817 w 1051"/>
              <a:gd name="T5" fmla="*/ 0 h 1050"/>
              <a:gd name="T6" fmla="*/ 817 w 1051"/>
              <a:gd name="T7" fmla="*/ 117 h 1050"/>
              <a:gd name="T8" fmla="*/ 1050 w 1051"/>
              <a:gd name="T9" fmla="*/ 117 h 1050"/>
              <a:gd name="T10" fmla="*/ 1050 w 1051"/>
              <a:gd name="T11" fmla="*/ 232 h 1050"/>
              <a:gd name="T12" fmla="*/ 817 w 1051"/>
              <a:gd name="T13" fmla="*/ 232 h 1050"/>
              <a:gd name="T14" fmla="*/ 817 w 1051"/>
              <a:gd name="T15" fmla="*/ 350 h 1050"/>
              <a:gd name="T16" fmla="*/ 700 w 1051"/>
              <a:gd name="T17" fmla="*/ 350 h 1050"/>
              <a:gd name="T18" fmla="*/ 1050 w 1051"/>
              <a:gd name="T19" fmla="*/ 582 h 1050"/>
              <a:gd name="T20" fmla="*/ 467 w 1051"/>
              <a:gd name="T21" fmla="*/ 582 h 1050"/>
              <a:gd name="T22" fmla="*/ 467 w 1051"/>
              <a:gd name="T23" fmla="*/ 467 h 1050"/>
              <a:gd name="T24" fmla="*/ 1050 w 1051"/>
              <a:gd name="T25" fmla="*/ 467 h 1050"/>
              <a:gd name="T26" fmla="*/ 1050 w 1051"/>
              <a:gd name="T27" fmla="*/ 582 h 1050"/>
              <a:gd name="T28" fmla="*/ 232 w 1051"/>
              <a:gd name="T29" fmla="*/ 350 h 1050"/>
              <a:gd name="T30" fmla="*/ 350 w 1051"/>
              <a:gd name="T31" fmla="*/ 350 h 1050"/>
              <a:gd name="T32" fmla="*/ 350 w 1051"/>
              <a:gd name="T33" fmla="*/ 699 h 1050"/>
              <a:gd name="T34" fmla="*/ 232 w 1051"/>
              <a:gd name="T35" fmla="*/ 699 h 1050"/>
              <a:gd name="T36" fmla="*/ 232 w 1051"/>
              <a:gd name="T37" fmla="*/ 582 h 1050"/>
              <a:gd name="T38" fmla="*/ 0 w 1051"/>
              <a:gd name="T39" fmla="*/ 582 h 1050"/>
              <a:gd name="T40" fmla="*/ 0 w 1051"/>
              <a:gd name="T41" fmla="*/ 467 h 1050"/>
              <a:gd name="T42" fmla="*/ 232 w 1051"/>
              <a:gd name="T43" fmla="*/ 467 h 1050"/>
              <a:gd name="T44" fmla="*/ 232 w 1051"/>
              <a:gd name="T45" fmla="*/ 350 h 1050"/>
              <a:gd name="T46" fmla="*/ 582 w 1051"/>
              <a:gd name="T47" fmla="*/ 1049 h 1050"/>
              <a:gd name="T48" fmla="*/ 467 w 1051"/>
              <a:gd name="T49" fmla="*/ 1049 h 1050"/>
              <a:gd name="T50" fmla="*/ 467 w 1051"/>
              <a:gd name="T51" fmla="*/ 699 h 1050"/>
              <a:gd name="T52" fmla="*/ 582 w 1051"/>
              <a:gd name="T53" fmla="*/ 699 h 1050"/>
              <a:gd name="T54" fmla="*/ 582 w 1051"/>
              <a:gd name="T55" fmla="*/ 817 h 1050"/>
              <a:gd name="T56" fmla="*/ 1050 w 1051"/>
              <a:gd name="T57" fmla="*/ 817 h 1050"/>
              <a:gd name="T58" fmla="*/ 1050 w 1051"/>
              <a:gd name="T59" fmla="*/ 932 h 1050"/>
              <a:gd name="T60" fmla="*/ 582 w 1051"/>
              <a:gd name="T61" fmla="*/ 932 h 1050"/>
              <a:gd name="T62" fmla="*/ 582 w 1051"/>
              <a:gd name="T63" fmla="*/ 1049 h 1050"/>
              <a:gd name="T64" fmla="*/ 0 w 1051"/>
              <a:gd name="T65" fmla="*/ 117 h 1050"/>
              <a:gd name="T66" fmla="*/ 582 w 1051"/>
              <a:gd name="T67" fmla="*/ 117 h 1050"/>
              <a:gd name="T68" fmla="*/ 582 w 1051"/>
              <a:gd name="T69" fmla="*/ 232 h 1050"/>
              <a:gd name="T70" fmla="*/ 0 w 1051"/>
              <a:gd name="T71" fmla="*/ 232 h 1050"/>
              <a:gd name="T72" fmla="*/ 0 w 1051"/>
              <a:gd name="T73" fmla="*/ 117 h 1050"/>
              <a:gd name="T74" fmla="*/ 0 w 1051"/>
              <a:gd name="T75" fmla="*/ 817 h 1050"/>
              <a:gd name="T76" fmla="*/ 350 w 1051"/>
              <a:gd name="T77" fmla="*/ 817 h 1050"/>
              <a:gd name="T78" fmla="*/ 350 w 1051"/>
              <a:gd name="T79" fmla="*/ 932 h 1050"/>
              <a:gd name="T80" fmla="*/ 0 w 1051"/>
              <a:gd name="T81" fmla="*/ 932 h 1050"/>
              <a:gd name="T82" fmla="*/ 0 w 1051"/>
              <a:gd name="T83" fmla="*/ 8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51" h="1050">
                <a:moveTo>
                  <a:pt x="700" y="350"/>
                </a:moveTo>
                <a:lnTo>
                  <a:pt x="700" y="0"/>
                </a:lnTo>
                <a:lnTo>
                  <a:pt x="817" y="0"/>
                </a:lnTo>
                <a:lnTo>
                  <a:pt x="817" y="117"/>
                </a:lnTo>
                <a:lnTo>
                  <a:pt x="1050" y="117"/>
                </a:lnTo>
                <a:lnTo>
                  <a:pt x="1050" y="232"/>
                </a:lnTo>
                <a:lnTo>
                  <a:pt x="817" y="232"/>
                </a:lnTo>
                <a:lnTo>
                  <a:pt x="817" y="350"/>
                </a:lnTo>
                <a:lnTo>
                  <a:pt x="700" y="350"/>
                </a:lnTo>
                <a:close/>
                <a:moveTo>
                  <a:pt x="1050" y="582"/>
                </a:moveTo>
                <a:lnTo>
                  <a:pt x="467" y="582"/>
                </a:lnTo>
                <a:lnTo>
                  <a:pt x="467" y="467"/>
                </a:lnTo>
                <a:lnTo>
                  <a:pt x="1050" y="467"/>
                </a:lnTo>
                <a:lnTo>
                  <a:pt x="1050" y="582"/>
                </a:lnTo>
                <a:close/>
                <a:moveTo>
                  <a:pt x="232" y="350"/>
                </a:moveTo>
                <a:lnTo>
                  <a:pt x="350" y="350"/>
                </a:lnTo>
                <a:lnTo>
                  <a:pt x="350" y="699"/>
                </a:lnTo>
                <a:lnTo>
                  <a:pt x="232" y="699"/>
                </a:lnTo>
                <a:lnTo>
                  <a:pt x="232" y="582"/>
                </a:lnTo>
                <a:lnTo>
                  <a:pt x="0" y="582"/>
                </a:lnTo>
                <a:lnTo>
                  <a:pt x="0" y="467"/>
                </a:lnTo>
                <a:lnTo>
                  <a:pt x="232" y="467"/>
                </a:lnTo>
                <a:lnTo>
                  <a:pt x="232" y="350"/>
                </a:lnTo>
                <a:close/>
                <a:moveTo>
                  <a:pt x="582" y="1049"/>
                </a:moveTo>
                <a:lnTo>
                  <a:pt x="467" y="1049"/>
                </a:lnTo>
                <a:lnTo>
                  <a:pt x="467" y="699"/>
                </a:lnTo>
                <a:lnTo>
                  <a:pt x="582" y="699"/>
                </a:lnTo>
                <a:lnTo>
                  <a:pt x="582" y="817"/>
                </a:lnTo>
                <a:lnTo>
                  <a:pt x="1050" y="817"/>
                </a:lnTo>
                <a:lnTo>
                  <a:pt x="1050" y="932"/>
                </a:lnTo>
                <a:lnTo>
                  <a:pt x="582" y="932"/>
                </a:lnTo>
                <a:lnTo>
                  <a:pt x="582" y="1049"/>
                </a:lnTo>
                <a:close/>
                <a:moveTo>
                  <a:pt x="0" y="117"/>
                </a:moveTo>
                <a:lnTo>
                  <a:pt x="582" y="117"/>
                </a:lnTo>
                <a:lnTo>
                  <a:pt x="582" y="232"/>
                </a:lnTo>
                <a:lnTo>
                  <a:pt x="0" y="232"/>
                </a:lnTo>
                <a:lnTo>
                  <a:pt x="0" y="117"/>
                </a:lnTo>
                <a:close/>
                <a:moveTo>
                  <a:pt x="0" y="817"/>
                </a:moveTo>
                <a:lnTo>
                  <a:pt x="350" y="817"/>
                </a:lnTo>
                <a:lnTo>
                  <a:pt x="350" y="932"/>
                </a:lnTo>
                <a:lnTo>
                  <a:pt x="0" y="932"/>
                </a:lnTo>
                <a:lnTo>
                  <a:pt x="0" y="81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8" name="Freeform 67"/>
          <p:cNvSpPr>
            <a:spLocks noChangeArrowheads="1"/>
          </p:cNvSpPr>
          <p:nvPr/>
        </p:nvSpPr>
        <p:spPr bwMode="auto">
          <a:xfrm>
            <a:off x="6423024" y="5908676"/>
            <a:ext cx="419100" cy="252412"/>
          </a:xfrm>
          <a:custGeom>
            <a:avLst/>
            <a:gdLst>
              <a:gd name="T0" fmla="*/ 815 w 1166"/>
              <a:gd name="T1" fmla="*/ 0 h 700"/>
              <a:gd name="T2" fmla="*/ 1165 w 1166"/>
              <a:gd name="T3" fmla="*/ 0 h 700"/>
              <a:gd name="T4" fmla="*/ 1165 w 1166"/>
              <a:gd name="T5" fmla="*/ 350 h 700"/>
              <a:gd name="T6" fmla="*/ 1031 w 1166"/>
              <a:gd name="T7" fmla="*/ 216 h 700"/>
              <a:gd name="T8" fmla="*/ 664 w 1166"/>
              <a:gd name="T9" fmla="*/ 582 h 700"/>
              <a:gd name="T10" fmla="*/ 432 w 1166"/>
              <a:gd name="T11" fmla="*/ 349 h 700"/>
              <a:gd name="T12" fmla="*/ 82 w 1166"/>
              <a:gd name="T13" fmla="*/ 699 h 700"/>
              <a:gd name="T14" fmla="*/ 0 w 1166"/>
              <a:gd name="T15" fmla="*/ 617 h 700"/>
              <a:gd name="T16" fmla="*/ 432 w 1166"/>
              <a:gd name="T17" fmla="*/ 185 h 700"/>
              <a:gd name="T18" fmla="*/ 664 w 1166"/>
              <a:gd name="T19" fmla="*/ 418 h 700"/>
              <a:gd name="T20" fmla="*/ 949 w 1166"/>
              <a:gd name="T21" fmla="*/ 134 h 700"/>
              <a:gd name="T22" fmla="*/ 815 w 1166"/>
              <a:gd name="T23" fmla="*/ 0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700">
                <a:moveTo>
                  <a:pt x="815" y="0"/>
                </a:moveTo>
                <a:lnTo>
                  <a:pt x="1165" y="0"/>
                </a:lnTo>
                <a:lnTo>
                  <a:pt x="1165" y="350"/>
                </a:lnTo>
                <a:lnTo>
                  <a:pt x="1031" y="216"/>
                </a:lnTo>
                <a:lnTo>
                  <a:pt x="664" y="582"/>
                </a:lnTo>
                <a:lnTo>
                  <a:pt x="432" y="349"/>
                </a:lnTo>
                <a:lnTo>
                  <a:pt x="82" y="699"/>
                </a:lnTo>
                <a:lnTo>
                  <a:pt x="0" y="617"/>
                </a:lnTo>
                <a:lnTo>
                  <a:pt x="432" y="185"/>
                </a:lnTo>
                <a:lnTo>
                  <a:pt x="664" y="418"/>
                </a:lnTo>
                <a:lnTo>
                  <a:pt x="949" y="134"/>
                </a:lnTo>
                <a:lnTo>
                  <a:pt x="815" y="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9" name="Freeform 68"/>
          <p:cNvSpPr>
            <a:spLocks noChangeArrowheads="1"/>
          </p:cNvSpPr>
          <p:nvPr/>
        </p:nvSpPr>
        <p:spPr bwMode="auto">
          <a:xfrm>
            <a:off x="7505701" y="5951539"/>
            <a:ext cx="398463" cy="168275"/>
          </a:xfrm>
          <a:custGeom>
            <a:avLst/>
            <a:gdLst>
              <a:gd name="T0" fmla="*/ 1108 w 1109"/>
              <a:gd name="T1" fmla="*/ 232 h 466"/>
              <a:gd name="T2" fmla="*/ 875 w 1109"/>
              <a:gd name="T3" fmla="*/ 465 h 466"/>
              <a:gd name="T4" fmla="*/ 875 w 1109"/>
              <a:gd name="T5" fmla="*/ 290 h 466"/>
              <a:gd name="T6" fmla="*/ 0 w 1109"/>
              <a:gd name="T7" fmla="*/ 290 h 466"/>
              <a:gd name="T8" fmla="*/ 0 w 1109"/>
              <a:gd name="T9" fmla="*/ 175 h 466"/>
              <a:gd name="T10" fmla="*/ 875 w 1109"/>
              <a:gd name="T11" fmla="*/ 175 h 466"/>
              <a:gd name="T12" fmla="*/ 875 w 1109"/>
              <a:gd name="T13" fmla="*/ 0 h 466"/>
              <a:gd name="T14" fmla="*/ 1108 w 1109"/>
              <a:gd name="T15" fmla="*/ 232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09" h="466">
                <a:moveTo>
                  <a:pt x="1108" y="232"/>
                </a:moveTo>
                <a:lnTo>
                  <a:pt x="875" y="465"/>
                </a:lnTo>
                <a:lnTo>
                  <a:pt x="875" y="290"/>
                </a:lnTo>
                <a:lnTo>
                  <a:pt x="0" y="290"/>
                </a:lnTo>
                <a:lnTo>
                  <a:pt x="0" y="175"/>
                </a:lnTo>
                <a:lnTo>
                  <a:pt x="875" y="175"/>
                </a:lnTo>
                <a:lnTo>
                  <a:pt x="875" y="0"/>
                </a:lnTo>
                <a:lnTo>
                  <a:pt x="1108" y="23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8569324" y="5908676"/>
            <a:ext cx="419100" cy="252412"/>
          </a:xfrm>
          <a:custGeom>
            <a:avLst/>
            <a:gdLst>
              <a:gd name="T0" fmla="*/ 949 w 1166"/>
              <a:gd name="T1" fmla="*/ 565 h 700"/>
              <a:gd name="T2" fmla="*/ 664 w 1166"/>
              <a:gd name="T3" fmla="*/ 281 h 700"/>
              <a:gd name="T4" fmla="*/ 432 w 1166"/>
              <a:gd name="T5" fmla="*/ 514 h 700"/>
              <a:gd name="T6" fmla="*/ 0 w 1166"/>
              <a:gd name="T7" fmla="*/ 82 h 700"/>
              <a:gd name="T8" fmla="*/ 82 w 1166"/>
              <a:gd name="T9" fmla="*/ 0 h 700"/>
              <a:gd name="T10" fmla="*/ 432 w 1166"/>
              <a:gd name="T11" fmla="*/ 349 h 700"/>
              <a:gd name="T12" fmla="*/ 664 w 1166"/>
              <a:gd name="T13" fmla="*/ 117 h 700"/>
              <a:gd name="T14" fmla="*/ 1031 w 1166"/>
              <a:gd name="T15" fmla="*/ 483 h 700"/>
              <a:gd name="T16" fmla="*/ 1165 w 1166"/>
              <a:gd name="T17" fmla="*/ 349 h 700"/>
              <a:gd name="T18" fmla="*/ 1165 w 1166"/>
              <a:gd name="T19" fmla="*/ 699 h 700"/>
              <a:gd name="T20" fmla="*/ 815 w 1166"/>
              <a:gd name="T21" fmla="*/ 699 h 700"/>
              <a:gd name="T22" fmla="*/ 949 w 1166"/>
              <a:gd name="T23" fmla="*/ 565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700">
                <a:moveTo>
                  <a:pt x="949" y="565"/>
                </a:moveTo>
                <a:lnTo>
                  <a:pt x="664" y="281"/>
                </a:lnTo>
                <a:lnTo>
                  <a:pt x="432" y="514"/>
                </a:lnTo>
                <a:lnTo>
                  <a:pt x="0" y="82"/>
                </a:lnTo>
                <a:lnTo>
                  <a:pt x="82" y="0"/>
                </a:lnTo>
                <a:lnTo>
                  <a:pt x="432" y="349"/>
                </a:lnTo>
                <a:lnTo>
                  <a:pt x="664" y="117"/>
                </a:lnTo>
                <a:lnTo>
                  <a:pt x="1031" y="483"/>
                </a:lnTo>
                <a:lnTo>
                  <a:pt x="1165" y="349"/>
                </a:lnTo>
                <a:lnTo>
                  <a:pt x="1165" y="699"/>
                </a:lnTo>
                <a:lnTo>
                  <a:pt x="815" y="699"/>
                </a:lnTo>
                <a:lnTo>
                  <a:pt x="949" y="565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20249" y="5826125"/>
            <a:ext cx="463550" cy="419100"/>
          </a:xfrm>
          <a:custGeom>
            <a:avLst/>
            <a:gdLst>
              <a:gd name="T0" fmla="*/ 870 w 1287"/>
              <a:gd name="T1" fmla="*/ 875 h 1166"/>
              <a:gd name="T2" fmla="*/ 1059 w 1287"/>
              <a:gd name="T3" fmla="*/ 875 h 1166"/>
              <a:gd name="T4" fmla="*/ 963 w 1287"/>
              <a:gd name="T5" fmla="*/ 621 h 1166"/>
              <a:gd name="T6" fmla="*/ 870 w 1287"/>
              <a:gd name="T7" fmla="*/ 875 h 1166"/>
              <a:gd name="T8" fmla="*/ 1023 w 1287"/>
              <a:gd name="T9" fmla="*/ 465 h 1166"/>
              <a:gd name="T10" fmla="*/ 1286 w 1287"/>
              <a:gd name="T11" fmla="*/ 1165 h 1166"/>
              <a:gd name="T12" fmla="*/ 1168 w 1287"/>
              <a:gd name="T13" fmla="*/ 1165 h 1166"/>
              <a:gd name="T14" fmla="*/ 1102 w 1287"/>
              <a:gd name="T15" fmla="*/ 990 h 1166"/>
              <a:gd name="T16" fmla="*/ 826 w 1287"/>
              <a:gd name="T17" fmla="*/ 990 h 1166"/>
              <a:gd name="T18" fmla="*/ 761 w 1287"/>
              <a:gd name="T19" fmla="*/ 1165 h 1166"/>
              <a:gd name="T20" fmla="*/ 643 w 1287"/>
              <a:gd name="T21" fmla="*/ 1165 h 1166"/>
              <a:gd name="T22" fmla="*/ 906 w 1287"/>
              <a:gd name="T23" fmla="*/ 465 h 1166"/>
              <a:gd name="T24" fmla="*/ 1023 w 1287"/>
              <a:gd name="T25" fmla="*/ 465 h 1166"/>
              <a:gd name="T26" fmla="*/ 695 w 1287"/>
              <a:gd name="T27" fmla="*/ 760 h 1166"/>
              <a:gd name="T28" fmla="*/ 648 w 1287"/>
              <a:gd name="T29" fmla="*/ 880 h 1166"/>
              <a:gd name="T30" fmla="*/ 468 w 1287"/>
              <a:gd name="T31" fmla="*/ 700 h 1166"/>
              <a:gd name="T32" fmla="*/ 175 w 1287"/>
              <a:gd name="T33" fmla="*/ 990 h 1166"/>
              <a:gd name="T34" fmla="*/ 93 w 1287"/>
              <a:gd name="T35" fmla="*/ 908 h 1166"/>
              <a:gd name="T36" fmla="*/ 391 w 1287"/>
              <a:gd name="T37" fmla="*/ 615 h 1166"/>
              <a:gd name="T38" fmla="*/ 216 w 1287"/>
              <a:gd name="T39" fmla="*/ 350 h 1166"/>
              <a:gd name="T40" fmla="*/ 334 w 1287"/>
              <a:gd name="T41" fmla="*/ 350 h 1166"/>
              <a:gd name="T42" fmla="*/ 468 w 1287"/>
              <a:gd name="T43" fmla="*/ 544 h 1166"/>
              <a:gd name="T44" fmla="*/ 654 w 1287"/>
              <a:gd name="T45" fmla="*/ 233 h 1166"/>
              <a:gd name="T46" fmla="*/ 0 w 1287"/>
              <a:gd name="T47" fmla="*/ 233 h 1166"/>
              <a:gd name="T48" fmla="*/ 0 w 1287"/>
              <a:gd name="T49" fmla="*/ 115 h 1166"/>
              <a:gd name="T50" fmla="*/ 411 w 1287"/>
              <a:gd name="T51" fmla="*/ 115 h 1166"/>
              <a:gd name="T52" fmla="*/ 411 w 1287"/>
              <a:gd name="T53" fmla="*/ 0 h 1166"/>
              <a:gd name="T54" fmla="*/ 525 w 1287"/>
              <a:gd name="T55" fmla="*/ 0 h 1166"/>
              <a:gd name="T56" fmla="*/ 525 w 1287"/>
              <a:gd name="T57" fmla="*/ 115 h 1166"/>
              <a:gd name="T58" fmla="*/ 936 w 1287"/>
              <a:gd name="T59" fmla="*/ 115 h 1166"/>
              <a:gd name="T60" fmla="*/ 936 w 1287"/>
              <a:gd name="T61" fmla="*/ 233 h 1166"/>
              <a:gd name="T62" fmla="*/ 763 w 1287"/>
              <a:gd name="T63" fmla="*/ 233 h 1166"/>
              <a:gd name="T64" fmla="*/ 547 w 1287"/>
              <a:gd name="T65" fmla="*/ 613 h 1166"/>
              <a:gd name="T66" fmla="*/ 545 w 1287"/>
              <a:gd name="T67" fmla="*/ 615 h 1166"/>
              <a:gd name="T68" fmla="*/ 695 w 1287"/>
              <a:gd name="T69" fmla="*/ 76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7" h="1166">
                <a:moveTo>
                  <a:pt x="870" y="875"/>
                </a:moveTo>
                <a:lnTo>
                  <a:pt x="1059" y="875"/>
                </a:lnTo>
                <a:lnTo>
                  <a:pt x="963" y="621"/>
                </a:lnTo>
                <a:lnTo>
                  <a:pt x="870" y="875"/>
                </a:lnTo>
                <a:close/>
                <a:moveTo>
                  <a:pt x="1023" y="465"/>
                </a:moveTo>
                <a:lnTo>
                  <a:pt x="1286" y="1165"/>
                </a:lnTo>
                <a:lnTo>
                  <a:pt x="1168" y="1165"/>
                </a:lnTo>
                <a:lnTo>
                  <a:pt x="1102" y="990"/>
                </a:lnTo>
                <a:lnTo>
                  <a:pt x="826" y="990"/>
                </a:lnTo>
                <a:lnTo>
                  <a:pt x="761" y="1165"/>
                </a:lnTo>
                <a:lnTo>
                  <a:pt x="643" y="1165"/>
                </a:lnTo>
                <a:lnTo>
                  <a:pt x="906" y="465"/>
                </a:lnTo>
                <a:lnTo>
                  <a:pt x="1023" y="465"/>
                </a:lnTo>
                <a:close/>
                <a:moveTo>
                  <a:pt x="695" y="760"/>
                </a:moveTo>
                <a:lnTo>
                  <a:pt x="648" y="880"/>
                </a:lnTo>
                <a:lnTo>
                  <a:pt x="468" y="700"/>
                </a:lnTo>
                <a:lnTo>
                  <a:pt x="175" y="990"/>
                </a:lnTo>
                <a:lnTo>
                  <a:pt x="93" y="908"/>
                </a:lnTo>
                <a:lnTo>
                  <a:pt x="391" y="615"/>
                </a:lnTo>
                <a:cubicBezTo>
                  <a:pt x="318" y="533"/>
                  <a:pt x="260" y="446"/>
                  <a:pt x="216" y="350"/>
                </a:cubicBezTo>
                <a:lnTo>
                  <a:pt x="334" y="350"/>
                </a:lnTo>
                <a:cubicBezTo>
                  <a:pt x="370" y="418"/>
                  <a:pt x="413" y="484"/>
                  <a:pt x="468" y="544"/>
                </a:cubicBezTo>
                <a:cubicBezTo>
                  <a:pt x="553" y="451"/>
                  <a:pt x="616" y="345"/>
                  <a:pt x="654" y="233"/>
                </a:cubicBezTo>
                <a:lnTo>
                  <a:pt x="0" y="233"/>
                </a:lnTo>
                <a:lnTo>
                  <a:pt x="0" y="115"/>
                </a:lnTo>
                <a:lnTo>
                  <a:pt x="411" y="115"/>
                </a:lnTo>
                <a:lnTo>
                  <a:pt x="411" y="0"/>
                </a:lnTo>
                <a:lnTo>
                  <a:pt x="525" y="0"/>
                </a:lnTo>
                <a:lnTo>
                  <a:pt x="525" y="115"/>
                </a:lnTo>
                <a:lnTo>
                  <a:pt x="936" y="115"/>
                </a:lnTo>
                <a:lnTo>
                  <a:pt x="936" y="233"/>
                </a:lnTo>
                <a:lnTo>
                  <a:pt x="763" y="233"/>
                </a:lnTo>
                <a:cubicBezTo>
                  <a:pt x="720" y="369"/>
                  <a:pt x="649" y="500"/>
                  <a:pt x="547" y="613"/>
                </a:cubicBezTo>
                <a:lnTo>
                  <a:pt x="545" y="615"/>
                </a:lnTo>
                <a:lnTo>
                  <a:pt x="695" y="76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2" name="Freeform 71"/>
          <p:cNvSpPr>
            <a:spLocks noChangeArrowheads="1"/>
          </p:cNvSpPr>
          <p:nvPr/>
        </p:nvSpPr>
        <p:spPr bwMode="auto">
          <a:xfrm>
            <a:off x="10883901" y="5908677"/>
            <a:ext cx="168275" cy="168275"/>
          </a:xfrm>
          <a:custGeom>
            <a:avLst/>
            <a:gdLst>
              <a:gd name="T0" fmla="*/ 0 w 469"/>
              <a:gd name="T1" fmla="*/ 117 h 468"/>
              <a:gd name="T2" fmla="*/ 0 w 469"/>
              <a:gd name="T3" fmla="*/ 0 h 468"/>
              <a:gd name="T4" fmla="*/ 350 w 469"/>
              <a:gd name="T5" fmla="*/ 0 h 468"/>
              <a:gd name="T6" fmla="*/ 468 w 469"/>
              <a:gd name="T7" fmla="*/ 117 h 468"/>
              <a:gd name="T8" fmla="*/ 468 w 469"/>
              <a:gd name="T9" fmla="*/ 467 h 468"/>
              <a:gd name="T10" fmla="*/ 350 w 469"/>
              <a:gd name="T11" fmla="*/ 467 h 468"/>
              <a:gd name="T12" fmla="*/ 350 w 469"/>
              <a:gd name="T13" fmla="*/ 117 h 468"/>
              <a:gd name="T14" fmla="*/ 0 w 469"/>
              <a:gd name="T15" fmla="*/ 117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9" h="468">
                <a:moveTo>
                  <a:pt x="0" y="117"/>
                </a:moveTo>
                <a:lnTo>
                  <a:pt x="0" y="0"/>
                </a:lnTo>
                <a:lnTo>
                  <a:pt x="350" y="0"/>
                </a:lnTo>
                <a:cubicBezTo>
                  <a:pt x="413" y="0"/>
                  <a:pt x="468" y="54"/>
                  <a:pt x="468" y="117"/>
                </a:cubicBezTo>
                <a:lnTo>
                  <a:pt x="468" y="467"/>
                </a:lnTo>
                <a:lnTo>
                  <a:pt x="350" y="467"/>
                </a:lnTo>
                <a:lnTo>
                  <a:pt x="350" y="117"/>
                </a:lnTo>
                <a:lnTo>
                  <a:pt x="0" y="117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2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1055689" y="637382"/>
            <a:ext cx="377825" cy="377825"/>
          </a:xfrm>
          <a:custGeom>
            <a:avLst/>
            <a:gdLst>
              <a:gd name="T0" fmla="*/ 123 w 1051"/>
              <a:gd name="T1" fmla="*/ 117 h 1050"/>
              <a:gd name="T2" fmla="*/ 927 w 1051"/>
              <a:gd name="T3" fmla="*/ 117 h 1050"/>
              <a:gd name="T4" fmla="*/ 872 w 1051"/>
              <a:gd name="T5" fmla="*/ 57 h 1050"/>
              <a:gd name="T6" fmla="*/ 172 w 1051"/>
              <a:gd name="T7" fmla="*/ 57 h 1050"/>
              <a:gd name="T8" fmla="*/ 123 w 1051"/>
              <a:gd name="T9" fmla="*/ 117 h 1050"/>
              <a:gd name="T10" fmla="*/ 525 w 1051"/>
              <a:gd name="T11" fmla="*/ 380 h 1050"/>
              <a:gd name="T12" fmla="*/ 205 w 1051"/>
              <a:gd name="T13" fmla="*/ 699 h 1050"/>
              <a:gd name="T14" fmla="*/ 407 w 1051"/>
              <a:gd name="T15" fmla="*/ 699 h 1050"/>
              <a:gd name="T16" fmla="*/ 407 w 1051"/>
              <a:gd name="T17" fmla="*/ 817 h 1050"/>
              <a:gd name="T18" fmla="*/ 643 w 1051"/>
              <a:gd name="T19" fmla="*/ 817 h 1050"/>
              <a:gd name="T20" fmla="*/ 643 w 1051"/>
              <a:gd name="T21" fmla="*/ 699 h 1050"/>
              <a:gd name="T22" fmla="*/ 845 w 1051"/>
              <a:gd name="T23" fmla="*/ 699 h 1050"/>
              <a:gd name="T24" fmla="*/ 525 w 1051"/>
              <a:gd name="T25" fmla="*/ 380 h 1050"/>
              <a:gd name="T26" fmla="*/ 1023 w 1051"/>
              <a:gd name="T27" fmla="*/ 128 h 1050"/>
              <a:gd name="T28" fmla="*/ 1050 w 1051"/>
              <a:gd name="T29" fmla="*/ 205 h 1050"/>
              <a:gd name="T30" fmla="*/ 1050 w 1051"/>
              <a:gd name="T31" fmla="*/ 932 h 1050"/>
              <a:gd name="T32" fmla="*/ 932 w 1051"/>
              <a:gd name="T33" fmla="*/ 1049 h 1050"/>
              <a:gd name="T34" fmla="*/ 118 w 1051"/>
              <a:gd name="T35" fmla="*/ 1049 h 1050"/>
              <a:gd name="T36" fmla="*/ 0 w 1051"/>
              <a:gd name="T37" fmla="*/ 932 h 1050"/>
              <a:gd name="T38" fmla="*/ 0 w 1051"/>
              <a:gd name="T39" fmla="*/ 205 h 1050"/>
              <a:gd name="T40" fmla="*/ 27 w 1051"/>
              <a:gd name="T41" fmla="*/ 128 h 1050"/>
              <a:gd name="T42" fmla="*/ 107 w 1051"/>
              <a:gd name="T43" fmla="*/ 32 h 1050"/>
              <a:gd name="T44" fmla="*/ 175 w 1051"/>
              <a:gd name="T45" fmla="*/ 0 h 1050"/>
              <a:gd name="T46" fmla="*/ 875 w 1051"/>
              <a:gd name="T47" fmla="*/ 0 h 1050"/>
              <a:gd name="T48" fmla="*/ 943 w 1051"/>
              <a:gd name="T49" fmla="*/ 32 h 1050"/>
              <a:gd name="T50" fmla="*/ 1023 w 1051"/>
              <a:gd name="T51" fmla="*/ 128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51" h="1050">
                <a:moveTo>
                  <a:pt x="123" y="117"/>
                </a:moveTo>
                <a:lnTo>
                  <a:pt x="927" y="117"/>
                </a:lnTo>
                <a:lnTo>
                  <a:pt x="872" y="57"/>
                </a:lnTo>
                <a:lnTo>
                  <a:pt x="172" y="57"/>
                </a:lnTo>
                <a:lnTo>
                  <a:pt x="123" y="117"/>
                </a:lnTo>
                <a:close/>
                <a:moveTo>
                  <a:pt x="525" y="380"/>
                </a:moveTo>
                <a:lnTo>
                  <a:pt x="205" y="699"/>
                </a:lnTo>
                <a:lnTo>
                  <a:pt x="407" y="699"/>
                </a:lnTo>
                <a:lnTo>
                  <a:pt x="407" y="817"/>
                </a:lnTo>
                <a:lnTo>
                  <a:pt x="643" y="817"/>
                </a:lnTo>
                <a:lnTo>
                  <a:pt x="643" y="699"/>
                </a:lnTo>
                <a:lnTo>
                  <a:pt x="845" y="699"/>
                </a:lnTo>
                <a:lnTo>
                  <a:pt x="525" y="380"/>
                </a:lnTo>
                <a:close/>
                <a:moveTo>
                  <a:pt x="1023" y="128"/>
                </a:moveTo>
                <a:cubicBezTo>
                  <a:pt x="1039" y="147"/>
                  <a:pt x="1050" y="177"/>
                  <a:pt x="1050" y="205"/>
                </a:cubicBezTo>
                <a:lnTo>
                  <a:pt x="1050" y="932"/>
                </a:lnTo>
                <a:cubicBezTo>
                  <a:pt x="1050" y="995"/>
                  <a:pt x="995" y="1049"/>
                  <a:pt x="932" y="1049"/>
                </a:cubicBezTo>
                <a:lnTo>
                  <a:pt x="118" y="1049"/>
                </a:lnTo>
                <a:cubicBezTo>
                  <a:pt x="52" y="1049"/>
                  <a:pt x="0" y="995"/>
                  <a:pt x="0" y="932"/>
                </a:cubicBezTo>
                <a:lnTo>
                  <a:pt x="0" y="205"/>
                </a:lnTo>
                <a:cubicBezTo>
                  <a:pt x="0" y="177"/>
                  <a:pt x="11" y="147"/>
                  <a:pt x="27" y="128"/>
                </a:cubicBezTo>
                <a:lnTo>
                  <a:pt x="107" y="32"/>
                </a:lnTo>
                <a:cubicBezTo>
                  <a:pt x="123" y="13"/>
                  <a:pt x="148" y="0"/>
                  <a:pt x="175" y="0"/>
                </a:cubicBezTo>
                <a:lnTo>
                  <a:pt x="875" y="0"/>
                </a:lnTo>
                <a:cubicBezTo>
                  <a:pt x="902" y="0"/>
                  <a:pt x="927" y="13"/>
                  <a:pt x="943" y="32"/>
                </a:cubicBezTo>
                <a:lnTo>
                  <a:pt x="1023" y="12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2152649" y="637382"/>
            <a:ext cx="336550" cy="377825"/>
          </a:xfrm>
          <a:custGeom>
            <a:avLst/>
            <a:gdLst>
              <a:gd name="T0" fmla="*/ 0 w 936"/>
              <a:gd name="T1" fmla="*/ 0 h 1050"/>
              <a:gd name="T2" fmla="*/ 935 w 936"/>
              <a:gd name="T3" fmla="*/ 0 h 1050"/>
              <a:gd name="T4" fmla="*/ 935 w 936"/>
              <a:gd name="T5" fmla="*/ 117 h 1050"/>
              <a:gd name="T6" fmla="*/ 0 w 936"/>
              <a:gd name="T7" fmla="*/ 117 h 1050"/>
              <a:gd name="T8" fmla="*/ 0 w 936"/>
              <a:gd name="T9" fmla="*/ 0 h 1050"/>
              <a:gd name="T10" fmla="*/ 235 w 936"/>
              <a:gd name="T11" fmla="*/ 467 h 1050"/>
              <a:gd name="T12" fmla="*/ 467 w 936"/>
              <a:gd name="T13" fmla="*/ 232 h 1050"/>
              <a:gd name="T14" fmla="*/ 700 w 936"/>
              <a:gd name="T15" fmla="*/ 467 h 1050"/>
              <a:gd name="T16" fmla="*/ 525 w 936"/>
              <a:gd name="T17" fmla="*/ 467 h 1050"/>
              <a:gd name="T18" fmla="*/ 525 w 936"/>
              <a:gd name="T19" fmla="*/ 1049 h 1050"/>
              <a:gd name="T20" fmla="*/ 410 w 936"/>
              <a:gd name="T21" fmla="*/ 1049 h 1050"/>
              <a:gd name="T22" fmla="*/ 410 w 936"/>
              <a:gd name="T23" fmla="*/ 467 h 1050"/>
              <a:gd name="T24" fmla="*/ 235 w 936"/>
              <a:gd name="T25" fmla="*/ 46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36" h="1050">
                <a:moveTo>
                  <a:pt x="0" y="0"/>
                </a:moveTo>
                <a:lnTo>
                  <a:pt x="935" y="0"/>
                </a:lnTo>
                <a:lnTo>
                  <a:pt x="935" y="117"/>
                </a:lnTo>
                <a:lnTo>
                  <a:pt x="0" y="117"/>
                </a:lnTo>
                <a:lnTo>
                  <a:pt x="0" y="0"/>
                </a:lnTo>
                <a:close/>
                <a:moveTo>
                  <a:pt x="235" y="467"/>
                </a:moveTo>
                <a:lnTo>
                  <a:pt x="467" y="232"/>
                </a:lnTo>
                <a:lnTo>
                  <a:pt x="700" y="467"/>
                </a:lnTo>
                <a:lnTo>
                  <a:pt x="525" y="467"/>
                </a:lnTo>
                <a:lnTo>
                  <a:pt x="525" y="1049"/>
                </a:lnTo>
                <a:lnTo>
                  <a:pt x="410" y="1049"/>
                </a:lnTo>
                <a:lnTo>
                  <a:pt x="410" y="467"/>
                </a:lnTo>
                <a:lnTo>
                  <a:pt x="235" y="46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3227387" y="594518"/>
            <a:ext cx="336550" cy="463550"/>
          </a:xfrm>
          <a:custGeom>
            <a:avLst/>
            <a:gdLst>
              <a:gd name="T0" fmla="*/ 0 w 936"/>
              <a:gd name="T1" fmla="*/ 585 h 1286"/>
              <a:gd name="T2" fmla="*/ 935 w 936"/>
              <a:gd name="T3" fmla="*/ 585 h 1286"/>
              <a:gd name="T4" fmla="*/ 935 w 936"/>
              <a:gd name="T5" fmla="*/ 700 h 1286"/>
              <a:gd name="T6" fmla="*/ 0 w 936"/>
              <a:gd name="T7" fmla="*/ 700 h 1286"/>
              <a:gd name="T8" fmla="*/ 0 w 936"/>
              <a:gd name="T9" fmla="*/ 585 h 1286"/>
              <a:gd name="T10" fmla="*/ 700 w 936"/>
              <a:gd name="T11" fmla="*/ 235 h 1286"/>
              <a:gd name="T12" fmla="*/ 468 w 936"/>
              <a:gd name="T13" fmla="*/ 468 h 1286"/>
              <a:gd name="T14" fmla="*/ 235 w 936"/>
              <a:gd name="T15" fmla="*/ 235 h 1286"/>
              <a:gd name="T16" fmla="*/ 410 w 936"/>
              <a:gd name="T17" fmla="*/ 235 h 1286"/>
              <a:gd name="T18" fmla="*/ 410 w 936"/>
              <a:gd name="T19" fmla="*/ 0 h 1286"/>
              <a:gd name="T20" fmla="*/ 525 w 936"/>
              <a:gd name="T21" fmla="*/ 0 h 1286"/>
              <a:gd name="T22" fmla="*/ 525 w 936"/>
              <a:gd name="T23" fmla="*/ 235 h 1286"/>
              <a:gd name="T24" fmla="*/ 700 w 936"/>
              <a:gd name="T25" fmla="*/ 235 h 1286"/>
              <a:gd name="T26" fmla="*/ 235 w 936"/>
              <a:gd name="T27" fmla="*/ 1050 h 1286"/>
              <a:gd name="T28" fmla="*/ 468 w 936"/>
              <a:gd name="T29" fmla="*/ 817 h 1286"/>
              <a:gd name="T30" fmla="*/ 700 w 936"/>
              <a:gd name="T31" fmla="*/ 1050 h 1286"/>
              <a:gd name="T32" fmla="*/ 525 w 936"/>
              <a:gd name="T33" fmla="*/ 1050 h 1286"/>
              <a:gd name="T34" fmla="*/ 525 w 936"/>
              <a:gd name="T35" fmla="*/ 1285 h 1286"/>
              <a:gd name="T36" fmla="*/ 410 w 936"/>
              <a:gd name="T37" fmla="*/ 1285 h 1286"/>
              <a:gd name="T38" fmla="*/ 410 w 936"/>
              <a:gd name="T39" fmla="*/ 1050 h 1286"/>
              <a:gd name="T40" fmla="*/ 235 w 936"/>
              <a:gd name="T41" fmla="*/ 105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1286">
                <a:moveTo>
                  <a:pt x="0" y="585"/>
                </a:moveTo>
                <a:lnTo>
                  <a:pt x="935" y="585"/>
                </a:lnTo>
                <a:lnTo>
                  <a:pt x="935" y="700"/>
                </a:lnTo>
                <a:lnTo>
                  <a:pt x="0" y="700"/>
                </a:lnTo>
                <a:lnTo>
                  <a:pt x="0" y="585"/>
                </a:lnTo>
                <a:close/>
                <a:moveTo>
                  <a:pt x="700" y="235"/>
                </a:moveTo>
                <a:lnTo>
                  <a:pt x="468" y="468"/>
                </a:lnTo>
                <a:lnTo>
                  <a:pt x="235" y="235"/>
                </a:lnTo>
                <a:lnTo>
                  <a:pt x="410" y="235"/>
                </a:lnTo>
                <a:lnTo>
                  <a:pt x="410" y="0"/>
                </a:lnTo>
                <a:lnTo>
                  <a:pt x="525" y="0"/>
                </a:lnTo>
                <a:lnTo>
                  <a:pt x="525" y="235"/>
                </a:lnTo>
                <a:lnTo>
                  <a:pt x="700" y="235"/>
                </a:lnTo>
                <a:close/>
                <a:moveTo>
                  <a:pt x="235" y="1050"/>
                </a:moveTo>
                <a:lnTo>
                  <a:pt x="468" y="817"/>
                </a:lnTo>
                <a:lnTo>
                  <a:pt x="700" y="1050"/>
                </a:lnTo>
                <a:lnTo>
                  <a:pt x="525" y="1050"/>
                </a:lnTo>
                <a:lnTo>
                  <a:pt x="525" y="1285"/>
                </a:lnTo>
                <a:lnTo>
                  <a:pt x="410" y="1285"/>
                </a:lnTo>
                <a:lnTo>
                  <a:pt x="410" y="1050"/>
                </a:lnTo>
                <a:lnTo>
                  <a:pt x="235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ChangeArrowheads="1"/>
          </p:cNvSpPr>
          <p:nvPr/>
        </p:nvSpPr>
        <p:spPr bwMode="auto">
          <a:xfrm>
            <a:off x="4302124" y="637382"/>
            <a:ext cx="336550" cy="377825"/>
          </a:xfrm>
          <a:custGeom>
            <a:avLst/>
            <a:gdLst>
              <a:gd name="T0" fmla="*/ 0 w 936"/>
              <a:gd name="T1" fmla="*/ 932 h 1050"/>
              <a:gd name="T2" fmla="*/ 935 w 936"/>
              <a:gd name="T3" fmla="*/ 932 h 1050"/>
              <a:gd name="T4" fmla="*/ 935 w 936"/>
              <a:gd name="T5" fmla="*/ 1049 h 1050"/>
              <a:gd name="T6" fmla="*/ 0 w 936"/>
              <a:gd name="T7" fmla="*/ 1049 h 1050"/>
              <a:gd name="T8" fmla="*/ 0 w 936"/>
              <a:gd name="T9" fmla="*/ 932 h 1050"/>
              <a:gd name="T10" fmla="*/ 700 w 936"/>
              <a:gd name="T11" fmla="*/ 582 h 1050"/>
              <a:gd name="T12" fmla="*/ 467 w 936"/>
              <a:gd name="T13" fmla="*/ 817 h 1050"/>
              <a:gd name="T14" fmla="*/ 235 w 936"/>
              <a:gd name="T15" fmla="*/ 582 h 1050"/>
              <a:gd name="T16" fmla="*/ 410 w 936"/>
              <a:gd name="T17" fmla="*/ 582 h 1050"/>
              <a:gd name="T18" fmla="*/ 410 w 936"/>
              <a:gd name="T19" fmla="*/ 0 h 1050"/>
              <a:gd name="T20" fmla="*/ 525 w 936"/>
              <a:gd name="T21" fmla="*/ 0 h 1050"/>
              <a:gd name="T22" fmla="*/ 525 w 936"/>
              <a:gd name="T23" fmla="*/ 582 h 1050"/>
              <a:gd name="T24" fmla="*/ 700 w 936"/>
              <a:gd name="T25" fmla="*/ 582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36" h="1050">
                <a:moveTo>
                  <a:pt x="0" y="932"/>
                </a:moveTo>
                <a:lnTo>
                  <a:pt x="935" y="932"/>
                </a:lnTo>
                <a:lnTo>
                  <a:pt x="935" y="1049"/>
                </a:lnTo>
                <a:lnTo>
                  <a:pt x="0" y="1049"/>
                </a:lnTo>
                <a:lnTo>
                  <a:pt x="0" y="932"/>
                </a:lnTo>
                <a:close/>
                <a:moveTo>
                  <a:pt x="700" y="582"/>
                </a:moveTo>
                <a:lnTo>
                  <a:pt x="467" y="817"/>
                </a:lnTo>
                <a:lnTo>
                  <a:pt x="235" y="582"/>
                </a:lnTo>
                <a:lnTo>
                  <a:pt x="410" y="582"/>
                </a:lnTo>
                <a:lnTo>
                  <a:pt x="410" y="0"/>
                </a:lnTo>
                <a:lnTo>
                  <a:pt x="525" y="0"/>
                </a:lnTo>
                <a:lnTo>
                  <a:pt x="525" y="582"/>
                </a:lnTo>
                <a:lnTo>
                  <a:pt x="700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" name="Freeform 6"/>
          <p:cNvSpPr>
            <a:spLocks noChangeArrowheads="1"/>
          </p:cNvSpPr>
          <p:nvPr/>
        </p:nvSpPr>
        <p:spPr bwMode="auto">
          <a:xfrm>
            <a:off x="5356226" y="594518"/>
            <a:ext cx="377825" cy="463550"/>
          </a:xfrm>
          <a:custGeom>
            <a:avLst/>
            <a:gdLst>
              <a:gd name="T0" fmla="*/ 407 w 1051"/>
              <a:gd name="T1" fmla="*/ 935 h 1286"/>
              <a:gd name="T2" fmla="*/ 875 w 1051"/>
              <a:gd name="T3" fmla="*/ 468 h 1286"/>
              <a:gd name="T4" fmla="*/ 793 w 1051"/>
              <a:gd name="T5" fmla="*/ 386 h 1286"/>
              <a:gd name="T6" fmla="*/ 407 w 1051"/>
              <a:gd name="T7" fmla="*/ 768 h 1286"/>
              <a:gd name="T8" fmla="*/ 257 w 1051"/>
              <a:gd name="T9" fmla="*/ 618 h 1286"/>
              <a:gd name="T10" fmla="*/ 175 w 1051"/>
              <a:gd name="T11" fmla="*/ 700 h 1286"/>
              <a:gd name="T12" fmla="*/ 407 w 1051"/>
              <a:gd name="T13" fmla="*/ 935 h 1286"/>
              <a:gd name="T14" fmla="*/ 525 w 1051"/>
              <a:gd name="T15" fmla="*/ 0 h 1286"/>
              <a:gd name="T16" fmla="*/ 1050 w 1051"/>
              <a:gd name="T17" fmla="*/ 235 h 1286"/>
              <a:gd name="T18" fmla="*/ 1050 w 1051"/>
              <a:gd name="T19" fmla="*/ 585 h 1286"/>
              <a:gd name="T20" fmla="*/ 525 w 1051"/>
              <a:gd name="T21" fmla="*/ 1285 h 1286"/>
              <a:gd name="T22" fmla="*/ 0 w 1051"/>
              <a:gd name="T23" fmla="*/ 585 h 1286"/>
              <a:gd name="T24" fmla="*/ 0 w 1051"/>
              <a:gd name="T25" fmla="*/ 235 h 1286"/>
              <a:gd name="T26" fmla="*/ 525 w 1051"/>
              <a:gd name="T27" fmla="*/ 0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1286">
                <a:moveTo>
                  <a:pt x="407" y="935"/>
                </a:moveTo>
                <a:lnTo>
                  <a:pt x="875" y="468"/>
                </a:lnTo>
                <a:lnTo>
                  <a:pt x="793" y="386"/>
                </a:lnTo>
                <a:lnTo>
                  <a:pt x="407" y="768"/>
                </a:lnTo>
                <a:lnTo>
                  <a:pt x="257" y="618"/>
                </a:lnTo>
                <a:lnTo>
                  <a:pt x="175" y="700"/>
                </a:lnTo>
                <a:lnTo>
                  <a:pt x="407" y="935"/>
                </a:lnTo>
                <a:close/>
                <a:moveTo>
                  <a:pt x="525" y="0"/>
                </a:moveTo>
                <a:lnTo>
                  <a:pt x="1050" y="235"/>
                </a:lnTo>
                <a:lnTo>
                  <a:pt x="1050" y="585"/>
                </a:lnTo>
                <a:cubicBezTo>
                  <a:pt x="1050" y="908"/>
                  <a:pt x="826" y="1211"/>
                  <a:pt x="525" y="1285"/>
                </a:cubicBezTo>
                <a:cubicBezTo>
                  <a:pt x="224" y="1211"/>
                  <a:pt x="0" y="908"/>
                  <a:pt x="0" y="585"/>
                </a:cubicBezTo>
                <a:lnTo>
                  <a:pt x="0" y="235"/>
                </a:lnTo>
                <a:lnTo>
                  <a:pt x="525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6470649" y="604044"/>
            <a:ext cx="298450" cy="446088"/>
          </a:xfrm>
          <a:custGeom>
            <a:avLst/>
            <a:gdLst>
              <a:gd name="T0" fmla="*/ 828 w 829"/>
              <a:gd name="T1" fmla="*/ 350 h 1240"/>
              <a:gd name="T2" fmla="*/ 828 w 829"/>
              <a:gd name="T3" fmla="*/ 585 h 1240"/>
              <a:gd name="T4" fmla="*/ 771 w 829"/>
              <a:gd name="T5" fmla="*/ 585 h 1240"/>
              <a:gd name="T6" fmla="*/ 771 w 829"/>
              <a:gd name="T7" fmla="*/ 700 h 1240"/>
              <a:gd name="T8" fmla="*/ 653 w 829"/>
              <a:gd name="T9" fmla="*/ 818 h 1240"/>
              <a:gd name="T10" fmla="*/ 478 w 829"/>
              <a:gd name="T11" fmla="*/ 818 h 1240"/>
              <a:gd name="T12" fmla="*/ 478 w 829"/>
              <a:gd name="T13" fmla="*/ 995 h 1240"/>
              <a:gd name="T14" fmla="*/ 550 w 829"/>
              <a:gd name="T15" fmla="*/ 1110 h 1240"/>
              <a:gd name="T16" fmla="*/ 421 w 829"/>
              <a:gd name="T17" fmla="*/ 1239 h 1240"/>
              <a:gd name="T18" fmla="*/ 293 w 829"/>
              <a:gd name="T19" fmla="*/ 1110 h 1240"/>
              <a:gd name="T20" fmla="*/ 364 w 829"/>
              <a:gd name="T21" fmla="*/ 995 h 1240"/>
              <a:gd name="T22" fmla="*/ 364 w 829"/>
              <a:gd name="T23" fmla="*/ 818 h 1240"/>
              <a:gd name="T24" fmla="*/ 189 w 829"/>
              <a:gd name="T25" fmla="*/ 818 h 1240"/>
              <a:gd name="T26" fmla="*/ 71 w 829"/>
              <a:gd name="T27" fmla="*/ 700 h 1240"/>
              <a:gd name="T28" fmla="*/ 71 w 829"/>
              <a:gd name="T29" fmla="*/ 580 h 1240"/>
              <a:gd name="T30" fmla="*/ 0 w 829"/>
              <a:gd name="T31" fmla="*/ 468 h 1240"/>
              <a:gd name="T32" fmla="*/ 128 w 829"/>
              <a:gd name="T33" fmla="*/ 339 h 1240"/>
              <a:gd name="T34" fmla="*/ 257 w 829"/>
              <a:gd name="T35" fmla="*/ 468 h 1240"/>
              <a:gd name="T36" fmla="*/ 189 w 829"/>
              <a:gd name="T37" fmla="*/ 580 h 1240"/>
              <a:gd name="T38" fmla="*/ 189 w 829"/>
              <a:gd name="T39" fmla="*/ 700 h 1240"/>
              <a:gd name="T40" fmla="*/ 364 w 829"/>
              <a:gd name="T41" fmla="*/ 700 h 1240"/>
              <a:gd name="T42" fmla="*/ 364 w 829"/>
              <a:gd name="T43" fmla="*/ 235 h 1240"/>
              <a:gd name="T44" fmla="*/ 246 w 829"/>
              <a:gd name="T45" fmla="*/ 235 h 1240"/>
              <a:gd name="T46" fmla="*/ 421 w 829"/>
              <a:gd name="T47" fmla="*/ 0 h 1240"/>
              <a:gd name="T48" fmla="*/ 596 w 829"/>
              <a:gd name="T49" fmla="*/ 235 h 1240"/>
              <a:gd name="T50" fmla="*/ 478 w 829"/>
              <a:gd name="T51" fmla="*/ 235 h 1240"/>
              <a:gd name="T52" fmla="*/ 478 w 829"/>
              <a:gd name="T53" fmla="*/ 700 h 1240"/>
              <a:gd name="T54" fmla="*/ 653 w 829"/>
              <a:gd name="T55" fmla="*/ 700 h 1240"/>
              <a:gd name="T56" fmla="*/ 653 w 829"/>
              <a:gd name="T57" fmla="*/ 585 h 1240"/>
              <a:gd name="T58" fmla="*/ 596 w 829"/>
              <a:gd name="T59" fmla="*/ 585 h 1240"/>
              <a:gd name="T60" fmla="*/ 596 w 829"/>
              <a:gd name="T61" fmla="*/ 350 h 1240"/>
              <a:gd name="T62" fmla="*/ 828 w 829"/>
              <a:gd name="T63" fmla="*/ 350 h 1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29" h="1240">
                <a:moveTo>
                  <a:pt x="828" y="350"/>
                </a:moveTo>
                <a:lnTo>
                  <a:pt x="828" y="585"/>
                </a:lnTo>
                <a:lnTo>
                  <a:pt x="771" y="585"/>
                </a:lnTo>
                <a:lnTo>
                  <a:pt x="771" y="700"/>
                </a:lnTo>
                <a:cubicBezTo>
                  <a:pt x="771" y="766"/>
                  <a:pt x="719" y="818"/>
                  <a:pt x="653" y="818"/>
                </a:cubicBezTo>
                <a:lnTo>
                  <a:pt x="478" y="818"/>
                </a:lnTo>
                <a:lnTo>
                  <a:pt x="478" y="995"/>
                </a:lnTo>
                <a:cubicBezTo>
                  <a:pt x="519" y="1017"/>
                  <a:pt x="550" y="1061"/>
                  <a:pt x="550" y="1110"/>
                </a:cubicBezTo>
                <a:cubicBezTo>
                  <a:pt x="550" y="1181"/>
                  <a:pt x="492" y="1239"/>
                  <a:pt x="421" y="1239"/>
                </a:cubicBezTo>
                <a:cubicBezTo>
                  <a:pt x="350" y="1239"/>
                  <a:pt x="293" y="1181"/>
                  <a:pt x="293" y="1110"/>
                </a:cubicBezTo>
                <a:cubicBezTo>
                  <a:pt x="293" y="1061"/>
                  <a:pt x="323" y="1017"/>
                  <a:pt x="364" y="995"/>
                </a:cubicBezTo>
                <a:lnTo>
                  <a:pt x="364" y="818"/>
                </a:lnTo>
                <a:lnTo>
                  <a:pt x="189" y="818"/>
                </a:lnTo>
                <a:cubicBezTo>
                  <a:pt x="123" y="818"/>
                  <a:pt x="71" y="766"/>
                  <a:pt x="71" y="700"/>
                </a:cubicBezTo>
                <a:lnTo>
                  <a:pt x="71" y="580"/>
                </a:lnTo>
                <a:cubicBezTo>
                  <a:pt x="30" y="558"/>
                  <a:pt x="0" y="517"/>
                  <a:pt x="0" y="468"/>
                </a:cubicBezTo>
                <a:cubicBezTo>
                  <a:pt x="0" y="397"/>
                  <a:pt x="57" y="339"/>
                  <a:pt x="128" y="339"/>
                </a:cubicBezTo>
                <a:cubicBezTo>
                  <a:pt x="200" y="339"/>
                  <a:pt x="257" y="397"/>
                  <a:pt x="257" y="468"/>
                </a:cubicBezTo>
                <a:cubicBezTo>
                  <a:pt x="257" y="517"/>
                  <a:pt x="230" y="558"/>
                  <a:pt x="189" y="580"/>
                </a:cubicBezTo>
                <a:lnTo>
                  <a:pt x="189" y="700"/>
                </a:lnTo>
                <a:lnTo>
                  <a:pt x="364" y="700"/>
                </a:lnTo>
                <a:lnTo>
                  <a:pt x="364" y="235"/>
                </a:lnTo>
                <a:lnTo>
                  <a:pt x="246" y="235"/>
                </a:lnTo>
                <a:lnTo>
                  <a:pt x="421" y="0"/>
                </a:lnTo>
                <a:lnTo>
                  <a:pt x="596" y="235"/>
                </a:lnTo>
                <a:lnTo>
                  <a:pt x="478" y="235"/>
                </a:lnTo>
                <a:lnTo>
                  <a:pt x="478" y="700"/>
                </a:lnTo>
                <a:lnTo>
                  <a:pt x="653" y="700"/>
                </a:lnTo>
                <a:lnTo>
                  <a:pt x="653" y="585"/>
                </a:lnTo>
                <a:lnTo>
                  <a:pt x="596" y="585"/>
                </a:lnTo>
                <a:lnTo>
                  <a:pt x="596" y="350"/>
                </a:lnTo>
                <a:lnTo>
                  <a:pt x="828" y="350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7488239" y="624683"/>
            <a:ext cx="396875" cy="409575"/>
          </a:xfrm>
          <a:custGeom>
            <a:avLst/>
            <a:gdLst>
              <a:gd name="T0" fmla="*/ 607 w 1103"/>
              <a:gd name="T1" fmla="*/ 331 h 1138"/>
              <a:gd name="T2" fmla="*/ 607 w 1103"/>
              <a:gd name="T3" fmla="*/ 577 h 1138"/>
              <a:gd name="T4" fmla="*/ 809 w 1103"/>
              <a:gd name="T5" fmla="*/ 700 h 1138"/>
              <a:gd name="T6" fmla="*/ 768 w 1103"/>
              <a:gd name="T7" fmla="*/ 771 h 1138"/>
              <a:gd name="T8" fmla="*/ 520 w 1103"/>
              <a:gd name="T9" fmla="*/ 621 h 1138"/>
              <a:gd name="T10" fmla="*/ 520 w 1103"/>
              <a:gd name="T11" fmla="*/ 331 h 1138"/>
              <a:gd name="T12" fmla="*/ 607 w 1103"/>
              <a:gd name="T13" fmla="*/ 331 h 1138"/>
              <a:gd name="T14" fmla="*/ 705 w 1103"/>
              <a:gd name="T15" fmla="*/ 454 h 1138"/>
              <a:gd name="T16" fmla="*/ 867 w 1103"/>
              <a:gd name="T17" fmla="*/ 290 h 1138"/>
              <a:gd name="T18" fmla="*/ 290 w 1103"/>
              <a:gd name="T19" fmla="*/ 284 h 1138"/>
              <a:gd name="T20" fmla="*/ 290 w 1103"/>
              <a:gd name="T21" fmla="*/ 853 h 1138"/>
              <a:gd name="T22" fmla="*/ 867 w 1103"/>
              <a:gd name="T23" fmla="*/ 853 h 1138"/>
              <a:gd name="T24" fmla="*/ 984 w 1103"/>
              <a:gd name="T25" fmla="*/ 569 h 1138"/>
              <a:gd name="T26" fmla="*/ 1102 w 1103"/>
              <a:gd name="T27" fmla="*/ 569 h 1138"/>
              <a:gd name="T28" fmla="*/ 949 w 1103"/>
              <a:gd name="T29" fmla="*/ 935 h 1138"/>
              <a:gd name="T30" fmla="*/ 205 w 1103"/>
              <a:gd name="T31" fmla="*/ 935 h 1138"/>
              <a:gd name="T32" fmla="*/ 205 w 1103"/>
              <a:gd name="T33" fmla="*/ 202 h 1138"/>
              <a:gd name="T34" fmla="*/ 943 w 1103"/>
              <a:gd name="T35" fmla="*/ 202 h 1138"/>
              <a:gd name="T36" fmla="*/ 1102 w 1103"/>
              <a:gd name="T37" fmla="*/ 38 h 1138"/>
              <a:gd name="T38" fmla="*/ 1102 w 1103"/>
              <a:gd name="T39" fmla="*/ 454 h 1138"/>
              <a:gd name="T40" fmla="*/ 705 w 1103"/>
              <a:gd name="T41" fmla="*/ 454 h 1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03" h="1138">
                <a:moveTo>
                  <a:pt x="607" y="331"/>
                </a:moveTo>
                <a:lnTo>
                  <a:pt x="607" y="577"/>
                </a:lnTo>
                <a:lnTo>
                  <a:pt x="809" y="700"/>
                </a:lnTo>
                <a:lnTo>
                  <a:pt x="768" y="771"/>
                </a:lnTo>
                <a:lnTo>
                  <a:pt x="520" y="621"/>
                </a:lnTo>
                <a:lnTo>
                  <a:pt x="520" y="331"/>
                </a:lnTo>
                <a:lnTo>
                  <a:pt x="607" y="331"/>
                </a:lnTo>
                <a:close/>
                <a:moveTo>
                  <a:pt x="705" y="454"/>
                </a:moveTo>
                <a:lnTo>
                  <a:pt x="867" y="290"/>
                </a:lnTo>
                <a:cubicBezTo>
                  <a:pt x="708" y="131"/>
                  <a:pt x="449" y="125"/>
                  <a:pt x="290" y="284"/>
                </a:cubicBezTo>
                <a:cubicBezTo>
                  <a:pt x="132" y="442"/>
                  <a:pt x="132" y="694"/>
                  <a:pt x="290" y="853"/>
                </a:cubicBezTo>
                <a:cubicBezTo>
                  <a:pt x="449" y="1012"/>
                  <a:pt x="708" y="1012"/>
                  <a:pt x="867" y="853"/>
                </a:cubicBezTo>
                <a:cubicBezTo>
                  <a:pt x="946" y="774"/>
                  <a:pt x="984" y="683"/>
                  <a:pt x="984" y="569"/>
                </a:cubicBezTo>
                <a:lnTo>
                  <a:pt x="1102" y="569"/>
                </a:lnTo>
                <a:cubicBezTo>
                  <a:pt x="1102" y="683"/>
                  <a:pt x="1053" y="834"/>
                  <a:pt x="949" y="935"/>
                </a:cubicBezTo>
                <a:cubicBezTo>
                  <a:pt x="744" y="1137"/>
                  <a:pt x="410" y="1137"/>
                  <a:pt x="205" y="935"/>
                </a:cubicBezTo>
                <a:cubicBezTo>
                  <a:pt x="0" y="733"/>
                  <a:pt x="0" y="405"/>
                  <a:pt x="205" y="202"/>
                </a:cubicBezTo>
                <a:cubicBezTo>
                  <a:pt x="410" y="0"/>
                  <a:pt x="738" y="0"/>
                  <a:pt x="943" y="202"/>
                </a:cubicBezTo>
                <a:lnTo>
                  <a:pt x="1102" y="38"/>
                </a:lnTo>
                <a:lnTo>
                  <a:pt x="1102" y="454"/>
                </a:lnTo>
                <a:lnTo>
                  <a:pt x="705" y="45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0" name="Freeform 9"/>
          <p:cNvSpPr>
            <a:spLocks noChangeArrowheads="1"/>
          </p:cNvSpPr>
          <p:nvPr/>
        </p:nvSpPr>
        <p:spPr bwMode="auto">
          <a:xfrm>
            <a:off x="8674101" y="637382"/>
            <a:ext cx="193675" cy="377825"/>
          </a:xfrm>
          <a:custGeom>
            <a:avLst/>
            <a:gdLst>
              <a:gd name="T0" fmla="*/ 268 w 537"/>
              <a:gd name="T1" fmla="*/ 885 h 1050"/>
              <a:gd name="T2" fmla="*/ 454 w 537"/>
              <a:gd name="T3" fmla="*/ 699 h 1050"/>
              <a:gd name="T4" fmla="*/ 536 w 537"/>
              <a:gd name="T5" fmla="*/ 781 h 1050"/>
              <a:gd name="T6" fmla="*/ 268 w 537"/>
              <a:gd name="T7" fmla="*/ 1049 h 1050"/>
              <a:gd name="T8" fmla="*/ 0 w 537"/>
              <a:gd name="T9" fmla="*/ 781 h 1050"/>
              <a:gd name="T10" fmla="*/ 82 w 537"/>
              <a:gd name="T11" fmla="*/ 699 h 1050"/>
              <a:gd name="T12" fmla="*/ 268 w 537"/>
              <a:gd name="T13" fmla="*/ 885 h 1050"/>
              <a:gd name="T14" fmla="*/ 268 w 537"/>
              <a:gd name="T15" fmla="*/ 164 h 1050"/>
              <a:gd name="T16" fmla="*/ 82 w 537"/>
              <a:gd name="T17" fmla="*/ 350 h 1050"/>
              <a:gd name="T18" fmla="*/ 0 w 537"/>
              <a:gd name="T19" fmla="*/ 267 h 1050"/>
              <a:gd name="T20" fmla="*/ 268 w 537"/>
              <a:gd name="T21" fmla="*/ 0 h 1050"/>
              <a:gd name="T22" fmla="*/ 536 w 537"/>
              <a:gd name="T23" fmla="*/ 267 h 1050"/>
              <a:gd name="T24" fmla="*/ 454 w 537"/>
              <a:gd name="T25" fmla="*/ 350 h 1050"/>
              <a:gd name="T26" fmla="*/ 268 w 537"/>
              <a:gd name="T27" fmla="*/ 164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37" h="1050">
                <a:moveTo>
                  <a:pt x="268" y="885"/>
                </a:moveTo>
                <a:lnTo>
                  <a:pt x="454" y="699"/>
                </a:lnTo>
                <a:lnTo>
                  <a:pt x="536" y="781"/>
                </a:lnTo>
                <a:lnTo>
                  <a:pt x="268" y="1049"/>
                </a:lnTo>
                <a:lnTo>
                  <a:pt x="0" y="781"/>
                </a:lnTo>
                <a:lnTo>
                  <a:pt x="82" y="699"/>
                </a:lnTo>
                <a:lnTo>
                  <a:pt x="268" y="885"/>
                </a:lnTo>
                <a:close/>
                <a:moveTo>
                  <a:pt x="268" y="164"/>
                </a:moveTo>
                <a:lnTo>
                  <a:pt x="82" y="350"/>
                </a:lnTo>
                <a:lnTo>
                  <a:pt x="0" y="267"/>
                </a:lnTo>
                <a:lnTo>
                  <a:pt x="268" y="0"/>
                </a:lnTo>
                <a:lnTo>
                  <a:pt x="536" y="267"/>
                </a:lnTo>
                <a:lnTo>
                  <a:pt x="454" y="350"/>
                </a:lnTo>
                <a:lnTo>
                  <a:pt x="268" y="16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1" name="Freeform 10"/>
          <p:cNvSpPr>
            <a:spLocks noChangeArrowheads="1"/>
          </p:cNvSpPr>
          <p:nvPr/>
        </p:nvSpPr>
        <p:spPr bwMode="auto">
          <a:xfrm>
            <a:off x="9748839" y="658018"/>
            <a:ext cx="193675" cy="336550"/>
          </a:xfrm>
          <a:custGeom>
            <a:avLst/>
            <a:gdLst>
              <a:gd name="T0" fmla="*/ 535 w 536"/>
              <a:gd name="T1" fmla="*/ 82 h 936"/>
              <a:gd name="T2" fmla="*/ 267 w 536"/>
              <a:gd name="T3" fmla="*/ 350 h 936"/>
              <a:gd name="T4" fmla="*/ 0 w 536"/>
              <a:gd name="T5" fmla="*/ 82 h 936"/>
              <a:gd name="T6" fmla="*/ 82 w 536"/>
              <a:gd name="T7" fmla="*/ 0 h 936"/>
              <a:gd name="T8" fmla="*/ 267 w 536"/>
              <a:gd name="T9" fmla="*/ 186 h 936"/>
              <a:gd name="T10" fmla="*/ 453 w 536"/>
              <a:gd name="T11" fmla="*/ 0 h 936"/>
              <a:gd name="T12" fmla="*/ 535 w 536"/>
              <a:gd name="T13" fmla="*/ 82 h 936"/>
              <a:gd name="T14" fmla="*/ 0 w 536"/>
              <a:gd name="T15" fmla="*/ 853 h 936"/>
              <a:gd name="T16" fmla="*/ 267 w 536"/>
              <a:gd name="T17" fmla="*/ 585 h 936"/>
              <a:gd name="T18" fmla="*/ 535 w 536"/>
              <a:gd name="T19" fmla="*/ 853 h 936"/>
              <a:gd name="T20" fmla="*/ 453 w 536"/>
              <a:gd name="T21" fmla="*/ 935 h 936"/>
              <a:gd name="T22" fmla="*/ 267 w 536"/>
              <a:gd name="T23" fmla="*/ 749 h 936"/>
              <a:gd name="T24" fmla="*/ 82 w 536"/>
              <a:gd name="T25" fmla="*/ 935 h 936"/>
              <a:gd name="T26" fmla="*/ 0 w 536"/>
              <a:gd name="T27" fmla="*/ 8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36" h="936">
                <a:moveTo>
                  <a:pt x="535" y="82"/>
                </a:moveTo>
                <a:lnTo>
                  <a:pt x="267" y="350"/>
                </a:lnTo>
                <a:lnTo>
                  <a:pt x="0" y="82"/>
                </a:lnTo>
                <a:lnTo>
                  <a:pt x="82" y="0"/>
                </a:lnTo>
                <a:lnTo>
                  <a:pt x="267" y="186"/>
                </a:lnTo>
                <a:lnTo>
                  <a:pt x="453" y="0"/>
                </a:lnTo>
                <a:lnTo>
                  <a:pt x="535" y="82"/>
                </a:lnTo>
                <a:close/>
                <a:moveTo>
                  <a:pt x="0" y="853"/>
                </a:moveTo>
                <a:lnTo>
                  <a:pt x="267" y="585"/>
                </a:lnTo>
                <a:lnTo>
                  <a:pt x="535" y="853"/>
                </a:lnTo>
                <a:lnTo>
                  <a:pt x="453" y="935"/>
                </a:lnTo>
                <a:lnTo>
                  <a:pt x="267" y="749"/>
                </a:lnTo>
                <a:lnTo>
                  <a:pt x="82" y="935"/>
                </a:lnTo>
                <a:lnTo>
                  <a:pt x="0" y="85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2" name="Freeform 11"/>
          <p:cNvSpPr>
            <a:spLocks noChangeArrowheads="1"/>
          </p:cNvSpPr>
          <p:nvPr/>
        </p:nvSpPr>
        <p:spPr bwMode="auto">
          <a:xfrm>
            <a:off x="10706101" y="732632"/>
            <a:ext cx="430213" cy="188913"/>
          </a:xfrm>
          <a:custGeom>
            <a:avLst/>
            <a:gdLst>
              <a:gd name="T0" fmla="*/ 612 w 1193"/>
              <a:gd name="T1" fmla="*/ 60 h 526"/>
              <a:gd name="T2" fmla="*/ 1192 w 1193"/>
              <a:gd name="T3" fmla="*/ 481 h 526"/>
              <a:gd name="T4" fmla="*/ 1055 w 1193"/>
              <a:gd name="T5" fmla="*/ 525 h 526"/>
              <a:gd name="T6" fmla="*/ 612 w 1193"/>
              <a:gd name="T7" fmla="*/ 205 h 526"/>
              <a:gd name="T8" fmla="*/ 312 w 1193"/>
              <a:gd name="T9" fmla="*/ 314 h 526"/>
              <a:gd name="T10" fmla="*/ 525 w 1193"/>
              <a:gd name="T11" fmla="*/ 525 h 526"/>
              <a:gd name="T12" fmla="*/ 0 w 1193"/>
              <a:gd name="T13" fmla="*/ 525 h 526"/>
              <a:gd name="T14" fmla="*/ 0 w 1193"/>
              <a:gd name="T15" fmla="*/ 0 h 526"/>
              <a:gd name="T16" fmla="*/ 208 w 1193"/>
              <a:gd name="T17" fmla="*/ 211 h 526"/>
              <a:gd name="T18" fmla="*/ 612 w 1193"/>
              <a:gd name="T19" fmla="*/ 6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193" h="526">
                <a:moveTo>
                  <a:pt x="612" y="60"/>
                </a:moveTo>
                <a:cubicBezTo>
                  <a:pt x="883" y="60"/>
                  <a:pt x="1110" y="238"/>
                  <a:pt x="1192" y="481"/>
                </a:cubicBezTo>
                <a:lnTo>
                  <a:pt x="1055" y="525"/>
                </a:lnTo>
                <a:cubicBezTo>
                  <a:pt x="995" y="339"/>
                  <a:pt x="820" y="205"/>
                  <a:pt x="612" y="205"/>
                </a:cubicBezTo>
                <a:cubicBezTo>
                  <a:pt x="497" y="205"/>
                  <a:pt x="394" y="246"/>
                  <a:pt x="312" y="314"/>
                </a:cubicBezTo>
                <a:lnTo>
                  <a:pt x="525" y="525"/>
                </a:lnTo>
                <a:lnTo>
                  <a:pt x="0" y="525"/>
                </a:lnTo>
                <a:lnTo>
                  <a:pt x="0" y="0"/>
                </a:lnTo>
                <a:lnTo>
                  <a:pt x="208" y="211"/>
                </a:lnTo>
                <a:cubicBezTo>
                  <a:pt x="314" y="118"/>
                  <a:pt x="456" y="60"/>
                  <a:pt x="612" y="60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1055689" y="1512095"/>
            <a:ext cx="504825" cy="377825"/>
          </a:xfrm>
          <a:custGeom>
            <a:avLst/>
            <a:gdLst>
              <a:gd name="T0" fmla="*/ 932 w 1401"/>
              <a:gd name="T1" fmla="*/ 932 h 1051"/>
              <a:gd name="T2" fmla="*/ 932 w 1401"/>
              <a:gd name="T3" fmla="*/ 117 h 1051"/>
              <a:gd name="T4" fmla="*/ 468 w 1401"/>
              <a:gd name="T5" fmla="*/ 117 h 1051"/>
              <a:gd name="T6" fmla="*/ 468 w 1401"/>
              <a:gd name="T7" fmla="*/ 932 h 1051"/>
              <a:gd name="T8" fmla="*/ 932 w 1401"/>
              <a:gd name="T9" fmla="*/ 932 h 1051"/>
              <a:gd name="T10" fmla="*/ 962 w 1401"/>
              <a:gd name="T11" fmla="*/ 0 h 1051"/>
              <a:gd name="T12" fmla="*/ 1050 w 1401"/>
              <a:gd name="T13" fmla="*/ 87 h 1051"/>
              <a:gd name="T14" fmla="*/ 1050 w 1401"/>
              <a:gd name="T15" fmla="*/ 962 h 1051"/>
              <a:gd name="T16" fmla="*/ 962 w 1401"/>
              <a:gd name="T17" fmla="*/ 1050 h 1051"/>
              <a:gd name="T18" fmla="*/ 437 w 1401"/>
              <a:gd name="T19" fmla="*/ 1050 h 1051"/>
              <a:gd name="T20" fmla="*/ 350 w 1401"/>
              <a:gd name="T21" fmla="*/ 962 h 1051"/>
              <a:gd name="T22" fmla="*/ 350 w 1401"/>
              <a:gd name="T23" fmla="*/ 87 h 1051"/>
              <a:gd name="T24" fmla="*/ 437 w 1401"/>
              <a:gd name="T25" fmla="*/ 0 h 1051"/>
              <a:gd name="T26" fmla="*/ 962 w 1401"/>
              <a:gd name="T27" fmla="*/ 0 h 1051"/>
              <a:gd name="T28" fmla="*/ 1107 w 1401"/>
              <a:gd name="T29" fmla="*/ 817 h 1051"/>
              <a:gd name="T30" fmla="*/ 1107 w 1401"/>
              <a:gd name="T31" fmla="*/ 232 h 1051"/>
              <a:gd name="T32" fmla="*/ 1225 w 1401"/>
              <a:gd name="T33" fmla="*/ 232 h 1051"/>
              <a:gd name="T34" fmla="*/ 1225 w 1401"/>
              <a:gd name="T35" fmla="*/ 817 h 1051"/>
              <a:gd name="T36" fmla="*/ 1107 w 1401"/>
              <a:gd name="T37" fmla="*/ 817 h 1051"/>
              <a:gd name="T38" fmla="*/ 1282 w 1401"/>
              <a:gd name="T39" fmla="*/ 350 h 1051"/>
              <a:gd name="T40" fmla="*/ 1400 w 1401"/>
              <a:gd name="T41" fmla="*/ 350 h 1051"/>
              <a:gd name="T42" fmla="*/ 1400 w 1401"/>
              <a:gd name="T43" fmla="*/ 700 h 1051"/>
              <a:gd name="T44" fmla="*/ 1282 w 1401"/>
              <a:gd name="T45" fmla="*/ 700 h 1051"/>
              <a:gd name="T46" fmla="*/ 1282 w 1401"/>
              <a:gd name="T47" fmla="*/ 350 h 1051"/>
              <a:gd name="T48" fmla="*/ 175 w 1401"/>
              <a:gd name="T49" fmla="*/ 817 h 1051"/>
              <a:gd name="T50" fmla="*/ 175 w 1401"/>
              <a:gd name="T51" fmla="*/ 232 h 1051"/>
              <a:gd name="T52" fmla="*/ 293 w 1401"/>
              <a:gd name="T53" fmla="*/ 232 h 1051"/>
              <a:gd name="T54" fmla="*/ 293 w 1401"/>
              <a:gd name="T55" fmla="*/ 817 h 1051"/>
              <a:gd name="T56" fmla="*/ 175 w 1401"/>
              <a:gd name="T57" fmla="*/ 817 h 1051"/>
              <a:gd name="T58" fmla="*/ 0 w 1401"/>
              <a:gd name="T59" fmla="*/ 700 h 1051"/>
              <a:gd name="T60" fmla="*/ 0 w 1401"/>
              <a:gd name="T61" fmla="*/ 350 h 1051"/>
              <a:gd name="T62" fmla="*/ 118 w 1401"/>
              <a:gd name="T63" fmla="*/ 350 h 1051"/>
              <a:gd name="T64" fmla="*/ 118 w 1401"/>
              <a:gd name="T65" fmla="*/ 700 h 1051"/>
              <a:gd name="T66" fmla="*/ 0 w 1401"/>
              <a:gd name="T67" fmla="*/ 70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01" h="1051">
                <a:moveTo>
                  <a:pt x="932" y="932"/>
                </a:moveTo>
                <a:lnTo>
                  <a:pt x="932" y="117"/>
                </a:lnTo>
                <a:lnTo>
                  <a:pt x="468" y="117"/>
                </a:lnTo>
                <a:lnTo>
                  <a:pt x="468" y="932"/>
                </a:lnTo>
                <a:lnTo>
                  <a:pt x="932" y="932"/>
                </a:lnTo>
                <a:close/>
                <a:moveTo>
                  <a:pt x="962" y="0"/>
                </a:moveTo>
                <a:cubicBezTo>
                  <a:pt x="1012" y="0"/>
                  <a:pt x="1050" y="38"/>
                  <a:pt x="1050" y="87"/>
                </a:cubicBezTo>
                <a:lnTo>
                  <a:pt x="1050" y="962"/>
                </a:lnTo>
                <a:cubicBezTo>
                  <a:pt x="1050" y="1011"/>
                  <a:pt x="1012" y="1050"/>
                  <a:pt x="962" y="1050"/>
                </a:cubicBezTo>
                <a:lnTo>
                  <a:pt x="437" y="1050"/>
                </a:lnTo>
                <a:cubicBezTo>
                  <a:pt x="388" y="1050"/>
                  <a:pt x="350" y="1011"/>
                  <a:pt x="350" y="962"/>
                </a:cubicBezTo>
                <a:lnTo>
                  <a:pt x="350" y="87"/>
                </a:lnTo>
                <a:cubicBezTo>
                  <a:pt x="350" y="38"/>
                  <a:pt x="388" y="0"/>
                  <a:pt x="437" y="0"/>
                </a:cubicBezTo>
                <a:lnTo>
                  <a:pt x="962" y="0"/>
                </a:lnTo>
                <a:close/>
                <a:moveTo>
                  <a:pt x="1107" y="817"/>
                </a:moveTo>
                <a:lnTo>
                  <a:pt x="1107" y="232"/>
                </a:lnTo>
                <a:lnTo>
                  <a:pt x="1225" y="232"/>
                </a:lnTo>
                <a:lnTo>
                  <a:pt x="1225" y="817"/>
                </a:lnTo>
                <a:lnTo>
                  <a:pt x="1107" y="817"/>
                </a:lnTo>
                <a:close/>
                <a:moveTo>
                  <a:pt x="1282" y="350"/>
                </a:moveTo>
                <a:lnTo>
                  <a:pt x="1400" y="350"/>
                </a:lnTo>
                <a:lnTo>
                  <a:pt x="1400" y="700"/>
                </a:lnTo>
                <a:lnTo>
                  <a:pt x="1282" y="700"/>
                </a:lnTo>
                <a:lnTo>
                  <a:pt x="1282" y="350"/>
                </a:lnTo>
                <a:close/>
                <a:moveTo>
                  <a:pt x="175" y="817"/>
                </a:moveTo>
                <a:lnTo>
                  <a:pt x="175" y="232"/>
                </a:lnTo>
                <a:lnTo>
                  <a:pt x="293" y="232"/>
                </a:lnTo>
                <a:lnTo>
                  <a:pt x="293" y="817"/>
                </a:lnTo>
                <a:lnTo>
                  <a:pt x="175" y="817"/>
                </a:lnTo>
                <a:close/>
                <a:moveTo>
                  <a:pt x="0" y="700"/>
                </a:moveTo>
                <a:lnTo>
                  <a:pt x="0" y="350"/>
                </a:lnTo>
                <a:lnTo>
                  <a:pt x="118" y="350"/>
                </a:lnTo>
                <a:lnTo>
                  <a:pt x="118" y="700"/>
                </a:lnTo>
                <a:lnTo>
                  <a:pt x="0" y="70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2170112" y="1543844"/>
            <a:ext cx="419100" cy="315914"/>
          </a:xfrm>
          <a:custGeom>
            <a:avLst/>
            <a:gdLst>
              <a:gd name="T0" fmla="*/ 933 w 1166"/>
              <a:gd name="T1" fmla="*/ 118 h 876"/>
              <a:gd name="T2" fmla="*/ 1165 w 1166"/>
              <a:gd name="T3" fmla="*/ 118 h 876"/>
              <a:gd name="T4" fmla="*/ 1165 w 1166"/>
              <a:gd name="T5" fmla="*/ 760 h 876"/>
              <a:gd name="T6" fmla="*/ 933 w 1166"/>
              <a:gd name="T7" fmla="*/ 760 h 876"/>
              <a:gd name="T8" fmla="*/ 933 w 1166"/>
              <a:gd name="T9" fmla="*/ 118 h 876"/>
              <a:gd name="T10" fmla="*/ 0 w 1166"/>
              <a:gd name="T11" fmla="*/ 760 h 876"/>
              <a:gd name="T12" fmla="*/ 0 w 1166"/>
              <a:gd name="T13" fmla="*/ 118 h 876"/>
              <a:gd name="T14" fmla="*/ 233 w 1166"/>
              <a:gd name="T15" fmla="*/ 118 h 876"/>
              <a:gd name="T16" fmla="*/ 233 w 1166"/>
              <a:gd name="T17" fmla="*/ 760 h 876"/>
              <a:gd name="T18" fmla="*/ 0 w 1166"/>
              <a:gd name="T19" fmla="*/ 760 h 876"/>
              <a:gd name="T20" fmla="*/ 290 w 1166"/>
              <a:gd name="T21" fmla="*/ 875 h 876"/>
              <a:gd name="T22" fmla="*/ 290 w 1166"/>
              <a:gd name="T23" fmla="*/ 0 h 876"/>
              <a:gd name="T24" fmla="*/ 875 w 1166"/>
              <a:gd name="T25" fmla="*/ 0 h 876"/>
              <a:gd name="T26" fmla="*/ 875 w 1166"/>
              <a:gd name="T27" fmla="*/ 875 h 876"/>
              <a:gd name="T28" fmla="*/ 290 w 1166"/>
              <a:gd name="T29" fmla="*/ 875 h 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66" h="876">
                <a:moveTo>
                  <a:pt x="933" y="118"/>
                </a:moveTo>
                <a:lnTo>
                  <a:pt x="1165" y="118"/>
                </a:lnTo>
                <a:lnTo>
                  <a:pt x="1165" y="760"/>
                </a:lnTo>
                <a:lnTo>
                  <a:pt x="933" y="760"/>
                </a:lnTo>
                <a:lnTo>
                  <a:pt x="933" y="118"/>
                </a:lnTo>
                <a:close/>
                <a:moveTo>
                  <a:pt x="0" y="760"/>
                </a:moveTo>
                <a:lnTo>
                  <a:pt x="0" y="118"/>
                </a:lnTo>
                <a:lnTo>
                  <a:pt x="233" y="118"/>
                </a:lnTo>
                <a:lnTo>
                  <a:pt x="233" y="760"/>
                </a:lnTo>
                <a:lnTo>
                  <a:pt x="0" y="760"/>
                </a:lnTo>
                <a:close/>
                <a:moveTo>
                  <a:pt x="290" y="875"/>
                </a:moveTo>
                <a:lnTo>
                  <a:pt x="290" y="0"/>
                </a:lnTo>
                <a:lnTo>
                  <a:pt x="875" y="0"/>
                </a:lnTo>
                <a:lnTo>
                  <a:pt x="875" y="875"/>
                </a:lnTo>
                <a:lnTo>
                  <a:pt x="290" y="8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3271839" y="1564481"/>
            <a:ext cx="357187" cy="273050"/>
          </a:xfrm>
          <a:custGeom>
            <a:avLst/>
            <a:gdLst>
              <a:gd name="T0" fmla="*/ 236 w 994"/>
              <a:gd name="T1" fmla="*/ 757 h 758"/>
              <a:gd name="T2" fmla="*/ 236 w 994"/>
              <a:gd name="T3" fmla="*/ 0 h 758"/>
              <a:gd name="T4" fmla="*/ 761 w 994"/>
              <a:gd name="T5" fmla="*/ 0 h 758"/>
              <a:gd name="T6" fmla="*/ 761 w 994"/>
              <a:gd name="T7" fmla="*/ 757 h 758"/>
              <a:gd name="T8" fmla="*/ 236 w 994"/>
              <a:gd name="T9" fmla="*/ 757 h 758"/>
              <a:gd name="T10" fmla="*/ 818 w 994"/>
              <a:gd name="T11" fmla="*/ 0 h 758"/>
              <a:gd name="T12" fmla="*/ 993 w 994"/>
              <a:gd name="T13" fmla="*/ 0 h 758"/>
              <a:gd name="T14" fmla="*/ 993 w 994"/>
              <a:gd name="T15" fmla="*/ 757 h 758"/>
              <a:gd name="T16" fmla="*/ 818 w 994"/>
              <a:gd name="T17" fmla="*/ 757 h 758"/>
              <a:gd name="T18" fmla="*/ 818 w 994"/>
              <a:gd name="T19" fmla="*/ 0 h 758"/>
              <a:gd name="T20" fmla="*/ 0 w 994"/>
              <a:gd name="T21" fmla="*/ 757 h 758"/>
              <a:gd name="T22" fmla="*/ 0 w 994"/>
              <a:gd name="T23" fmla="*/ 0 h 758"/>
              <a:gd name="T24" fmla="*/ 175 w 994"/>
              <a:gd name="T25" fmla="*/ 0 h 758"/>
              <a:gd name="T26" fmla="*/ 175 w 994"/>
              <a:gd name="T27" fmla="*/ 757 h 758"/>
              <a:gd name="T28" fmla="*/ 0 w 994"/>
              <a:gd name="T2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94" h="758">
                <a:moveTo>
                  <a:pt x="236" y="757"/>
                </a:moveTo>
                <a:lnTo>
                  <a:pt x="236" y="0"/>
                </a:lnTo>
                <a:lnTo>
                  <a:pt x="761" y="0"/>
                </a:lnTo>
                <a:lnTo>
                  <a:pt x="761" y="757"/>
                </a:lnTo>
                <a:lnTo>
                  <a:pt x="236" y="757"/>
                </a:lnTo>
                <a:close/>
                <a:moveTo>
                  <a:pt x="818" y="0"/>
                </a:moveTo>
                <a:lnTo>
                  <a:pt x="993" y="0"/>
                </a:lnTo>
                <a:lnTo>
                  <a:pt x="993" y="757"/>
                </a:lnTo>
                <a:lnTo>
                  <a:pt x="818" y="757"/>
                </a:lnTo>
                <a:lnTo>
                  <a:pt x="818" y="0"/>
                </a:lnTo>
                <a:close/>
                <a:moveTo>
                  <a:pt x="0" y="757"/>
                </a:moveTo>
                <a:lnTo>
                  <a:pt x="0" y="0"/>
                </a:lnTo>
                <a:lnTo>
                  <a:pt x="175" y="0"/>
                </a:lnTo>
                <a:lnTo>
                  <a:pt x="175" y="757"/>
                </a:lnTo>
                <a:lnTo>
                  <a:pt x="0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4321176" y="1512095"/>
            <a:ext cx="398463" cy="377825"/>
          </a:xfrm>
          <a:custGeom>
            <a:avLst/>
            <a:gdLst>
              <a:gd name="T0" fmla="*/ 1050 w 1108"/>
              <a:gd name="T1" fmla="*/ 0 h 1051"/>
              <a:gd name="T2" fmla="*/ 1107 w 1108"/>
              <a:gd name="T3" fmla="*/ 57 h 1051"/>
              <a:gd name="T4" fmla="*/ 1107 w 1108"/>
              <a:gd name="T5" fmla="*/ 407 h 1051"/>
              <a:gd name="T6" fmla="*/ 1050 w 1108"/>
              <a:gd name="T7" fmla="*/ 467 h 1051"/>
              <a:gd name="T8" fmla="*/ 57 w 1108"/>
              <a:gd name="T9" fmla="*/ 467 h 1051"/>
              <a:gd name="T10" fmla="*/ 0 w 1108"/>
              <a:gd name="T11" fmla="*/ 407 h 1051"/>
              <a:gd name="T12" fmla="*/ 0 w 1108"/>
              <a:gd name="T13" fmla="*/ 57 h 1051"/>
              <a:gd name="T14" fmla="*/ 57 w 1108"/>
              <a:gd name="T15" fmla="*/ 0 h 1051"/>
              <a:gd name="T16" fmla="*/ 1050 w 1108"/>
              <a:gd name="T17" fmla="*/ 0 h 1051"/>
              <a:gd name="T18" fmla="*/ 1050 w 1108"/>
              <a:gd name="T19" fmla="*/ 582 h 1051"/>
              <a:gd name="T20" fmla="*/ 1107 w 1108"/>
              <a:gd name="T21" fmla="*/ 642 h 1051"/>
              <a:gd name="T22" fmla="*/ 1107 w 1108"/>
              <a:gd name="T23" fmla="*/ 992 h 1051"/>
              <a:gd name="T24" fmla="*/ 1050 w 1108"/>
              <a:gd name="T25" fmla="*/ 1050 h 1051"/>
              <a:gd name="T26" fmla="*/ 57 w 1108"/>
              <a:gd name="T27" fmla="*/ 1050 h 1051"/>
              <a:gd name="T28" fmla="*/ 0 w 1108"/>
              <a:gd name="T29" fmla="*/ 992 h 1051"/>
              <a:gd name="T30" fmla="*/ 0 w 1108"/>
              <a:gd name="T31" fmla="*/ 642 h 1051"/>
              <a:gd name="T32" fmla="*/ 57 w 1108"/>
              <a:gd name="T33" fmla="*/ 582 h 1051"/>
              <a:gd name="T34" fmla="*/ 1050 w 1108"/>
              <a:gd name="T35" fmla="*/ 582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08" h="1051">
                <a:moveTo>
                  <a:pt x="1050" y="0"/>
                </a:moveTo>
                <a:cubicBezTo>
                  <a:pt x="1083" y="0"/>
                  <a:pt x="1107" y="24"/>
                  <a:pt x="1107" y="57"/>
                </a:cubicBezTo>
                <a:lnTo>
                  <a:pt x="1107" y="407"/>
                </a:lnTo>
                <a:cubicBezTo>
                  <a:pt x="1107" y="440"/>
                  <a:pt x="1083" y="467"/>
                  <a:pt x="1050" y="467"/>
                </a:cubicBezTo>
                <a:lnTo>
                  <a:pt x="57" y="467"/>
                </a:lnTo>
                <a:cubicBezTo>
                  <a:pt x="25" y="467"/>
                  <a:pt x="0" y="440"/>
                  <a:pt x="0" y="407"/>
                </a:cubicBezTo>
                <a:lnTo>
                  <a:pt x="0" y="57"/>
                </a:lnTo>
                <a:cubicBezTo>
                  <a:pt x="0" y="24"/>
                  <a:pt x="25" y="0"/>
                  <a:pt x="57" y="0"/>
                </a:cubicBezTo>
                <a:lnTo>
                  <a:pt x="1050" y="0"/>
                </a:lnTo>
                <a:close/>
                <a:moveTo>
                  <a:pt x="1050" y="582"/>
                </a:moveTo>
                <a:cubicBezTo>
                  <a:pt x="1083" y="582"/>
                  <a:pt x="1107" y="609"/>
                  <a:pt x="1107" y="642"/>
                </a:cubicBezTo>
                <a:lnTo>
                  <a:pt x="1107" y="992"/>
                </a:lnTo>
                <a:cubicBezTo>
                  <a:pt x="1107" y="1025"/>
                  <a:pt x="1083" y="1050"/>
                  <a:pt x="1050" y="1050"/>
                </a:cubicBezTo>
                <a:lnTo>
                  <a:pt x="57" y="1050"/>
                </a:lnTo>
                <a:cubicBezTo>
                  <a:pt x="25" y="1050"/>
                  <a:pt x="0" y="1025"/>
                  <a:pt x="0" y="992"/>
                </a:cubicBezTo>
                <a:lnTo>
                  <a:pt x="0" y="642"/>
                </a:lnTo>
                <a:cubicBezTo>
                  <a:pt x="0" y="609"/>
                  <a:pt x="25" y="582"/>
                  <a:pt x="57" y="582"/>
                </a:cubicBezTo>
                <a:lnTo>
                  <a:pt x="1050" y="58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5360987" y="1575594"/>
            <a:ext cx="463550" cy="252412"/>
          </a:xfrm>
          <a:custGeom>
            <a:avLst/>
            <a:gdLst>
              <a:gd name="T0" fmla="*/ 1080 w 1286"/>
              <a:gd name="T1" fmla="*/ 350 h 701"/>
              <a:gd name="T2" fmla="*/ 1168 w 1286"/>
              <a:gd name="T3" fmla="*/ 262 h 701"/>
              <a:gd name="T4" fmla="*/ 1080 w 1286"/>
              <a:gd name="T5" fmla="*/ 175 h 701"/>
              <a:gd name="T6" fmla="*/ 993 w 1286"/>
              <a:gd name="T7" fmla="*/ 262 h 701"/>
              <a:gd name="T8" fmla="*/ 1080 w 1286"/>
              <a:gd name="T9" fmla="*/ 350 h 701"/>
              <a:gd name="T10" fmla="*/ 848 w 1286"/>
              <a:gd name="T11" fmla="*/ 525 h 701"/>
              <a:gd name="T12" fmla="*/ 935 w 1286"/>
              <a:gd name="T13" fmla="*/ 437 h 701"/>
              <a:gd name="T14" fmla="*/ 848 w 1286"/>
              <a:gd name="T15" fmla="*/ 350 h 701"/>
              <a:gd name="T16" fmla="*/ 760 w 1286"/>
              <a:gd name="T17" fmla="*/ 437 h 701"/>
              <a:gd name="T18" fmla="*/ 848 w 1286"/>
              <a:gd name="T19" fmla="*/ 525 h 701"/>
              <a:gd name="T20" fmla="*/ 585 w 1286"/>
              <a:gd name="T21" fmla="*/ 407 h 701"/>
              <a:gd name="T22" fmla="*/ 585 w 1286"/>
              <a:gd name="T23" fmla="*/ 292 h 701"/>
              <a:gd name="T24" fmla="*/ 410 w 1286"/>
              <a:gd name="T25" fmla="*/ 292 h 701"/>
              <a:gd name="T26" fmla="*/ 410 w 1286"/>
              <a:gd name="T27" fmla="*/ 117 h 701"/>
              <a:gd name="T28" fmla="*/ 293 w 1286"/>
              <a:gd name="T29" fmla="*/ 117 h 701"/>
              <a:gd name="T30" fmla="*/ 293 w 1286"/>
              <a:gd name="T31" fmla="*/ 292 h 701"/>
              <a:gd name="T32" fmla="*/ 118 w 1286"/>
              <a:gd name="T33" fmla="*/ 292 h 701"/>
              <a:gd name="T34" fmla="*/ 118 w 1286"/>
              <a:gd name="T35" fmla="*/ 407 h 701"/>
              <a:gd name="T36" fmla="*/ 293 w 1286"/>
              <a:gd name="T37" fmla="*/ 407 h 701"/>
              <a:gd name="T38" fmla="*/ 293 w 1286"/>
              <a:gd name="T39" fmla="*/ 582 h 701"/>
              <a:gd name="T40" fmla="*/ 410 w 1286"/>
              <a:gd name="T41" fmla="*/ 582 h 701"/>
              <a:gd name="T42" fmla="*/ 410 w 1286"/>
              <a:gd name="T43" fmla="*/ 407 h 701"/>
              <a:gd name="T44" fmla="*/ 585 w 1286"/>
              <a:gd name="T45" fmla="*/ 407 h 701"/>
              <a:gd name="T46" fmla="*/ 1168 w 1286"/>
              <a:gd name="T47" fmla="*/ 0 h 701"/>
              <a:gd name="T48" fmla="*/ 1285 w 1286"/>
              <a:gd name="T49" fmla="*/ 117 h 701"/>
              <a:gd name="T50" fmla="*/ 1285 w 1286"/>
              <a:gd name="T51" fmla="*/ 582 h 701"/>
              <a:gd name="T52" fmla="*/ 1168 w 1286"/>
              <a:gd name="T53" fmla="*/ 700 h 701"/>
              <a:gd name="T54" fmla="*/ 118 w 1286"/>
              <a:gd name="T55" fmla="*/ 700 h 701"/>
              <a:gd name="T56" fmla="*/ 0 w 1286"/>
              <a:gd name="T57" fmla="*/ 582 h 701"/>
              <a:gd name="T58" fmla="*/ 0 w 1286"/>
              <a:gd name="T59" fmla="*/ 117 h 701"/>
              <a:gd name="T60" fmla="*/ 118 w 1286"/>
              <a:gd name="T61" fmla="*/ 0 h 701"/>
              <a:gd name="T62" fmla="*/ 1168 w 1286"/>
              <a:gd name="T63" fmla="*/ 0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86" h="701">
                <a:moveTo>
                  <a:pt x="1080" y="350"/>
                </a:moveTo>
                <a:cubicBezTo>
                  <a:pt x="1129" y="350"/>
                  <a:pt x="1168" y="311"/>
                  <a:pt x="1168" y="262"/>
                </a:cubicBezTo>
                <a:cubicBezTo>
                  <a:pt x="1168" y="213"/>
                  <a:pt x="1129" y="175"/>
                  <a:pt x="1080" y="175"/>
                </a:cubicBezTo>
                <a:cubicBezTo>
                  <a:pt x="1031" y="175"/>
                  <a:pt x="993" y="213"/>
                  <a:pt x="993" y="262"/>
                </a:cubicBezTo>
                <a:cubicBezTo>
                  <a:pt x="993" y="311"/>
                  <a:pt x="1031" y="350"/>
                  <a:pt x="1080" y="350"/>
                </a:cubicBezTo>
                <a:close/>
                <a:moveTo>
                  <a:pt x="848" y="525"/>
                </a:moveTo>
                <a:cubicBezTo>
                  <a:pt x="897" y="525"/>
                  <a:pt x="935" y="486"/>
                  <a:pt x="935" y="437"/>
                </a:cubicBezTo>
                <a:cubicBezTo>
                  <a:pt x="935" y="388"/>
                  <a:pt x="897" y="350"/>
                  <a:pt x="848" y="350"/>
                </a:cubicBezTo>
                <a:cubicBezTo>
                  <a:pt x="798" y="350"/>
                  <a:pt x="760" y="388"/>
                  <a:pt x="760" y="437"/>
                </a:cubicBezTo>
                <a:cubicBezTo>
                  <a:pt x="760" y="486"/>
                  <a:pt x="798" y="525"/>
                  <a:pt x="848" y="525"/>
                </a:cubicBezTo>
                <a:close/>
                <a:moveTo>
                  <a:pt x="585" y="407"/>
                </a:moveTo>
                <a:lnTo>
                  <a:pt x="585" y="292"/>
                </a:lnTo>
                <a:lnTo>
                  <a:pt x="410" y="292"/>
                </a:lnTo>
                <a:lnTo>
                  <a:pt x="410" y="117"/>
                </a:lnTo>
                <a:lnTo>
                  <a:pt x="293" y="117"/>
                </a:lnTo>
                <a:lnTo>
                  <a:pt x="293" y="292"/>
                </a:lnTo>
                <a:lnTo>
                  <a:pt x="118" y="292"/>
                </a:lnTo>
                <a:lnTo>
                  <a:pt x="118" y="407"/>
                </a:lnTo>
                <a:lnTo>
                  <a:pt x="293" y="407"/>
                </a:lnTo>
                <a:lnTo>
                  <a:pt x="293" y="582"/>
                </a:lnTo>
                <a:lnTo>
                  <a:pt x="410" y="582"/>
                </a:lnTo>
                <a:lnTo>
                  <a:pt x="410" y="407"/>
                </a:lnTo>
                <a:lnTo>
                  <a:pt x="585" y="407"/>
                </a:lnTo>
                <a:close/>
                <a:moveTo>
                  <a:pt x="1168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582"/>
                </a:lnTo>
                <a:cubicBezTo>
                  <a:pt x="1285" y="645"/>
                  <a:pt x="1230" y="700"/>
                  <a:pt x="1168" y="700"/>
                </a:cubicBezTo>
                <a:lnTo>
                  <a:pt x="118" y="700"/>
                </a:lnTo>
                <a:cubicBezTo>
                  <a:pt x="55" y="700"/>
                  <a:pt x="0" y="645"/>
                  <a:pt x="0" y="582"/>
                </a:cubicBezTo>
                <a:lnTo>
                  <a:pt x="0" y="117"/>
                </a:lnTo>
                <a:cubicBezTo>
                  <a:pt x="0" y="54"/>
                  <a:pt x="55" y="0"/>
                  <a:pt x="118" y="0"/>
                </a:cubicBezTo>
                <a:lnTo>
                  <a:pt x="1168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8" name="Freeform 17"/>
          <p:cNvSpPr>
            <a:spLocks noChangeArrowheads="1"/>
          </p:cNvSpPr>
          <p:nvPr/>
        </p:nvSpPr>
        <p:spPr bwMode="auto">
          <a:xfrm>
            <a:off x="6473826" y="1575594"/>
            <a:ext cx="377825" cy="252412"/>
          </a:xfrm>
          <a:custGeom>
            <a:avLst/>
            <a:gdLst>
              <a:gd name="T0" fmla="*/ 818 w 1051"/>
              <a:gd name="T1" fmla="*/ 262 h 701"/>
              <a:gd name="T2" fmla="*/ 1050 w 1051"/>
              <a:gd name="T3" fmla="*/ 30 h 701"/>
              <a:gd name="T4" fmla="*/ 1050 w 1051"/>
              <a:gd name="T5" fmla="*/ 669 h 701"/>
              <a:gd name="T6" fmla="*/ 818 w 1051"/>
              <a:gd name="T7" fmla="*/ 437 h 701"/>
              <a:gd name="T8" fmla="*/ 818 w 1051"/>
              <a:gd name="T9" fmla="*/ 642 h 701"/>
              <a:gd name="T10" fmla="*/ 758 w 1051"/>
              <a:gd name="T11" fmla="*/ 700 h 701"/>
              <a:gd name="T12" fmla="*/ 58 w 1051"/>
              <a:gd name="T13" fmla="*/ 700 h 701"/>
              <a:gd name="T14" fmla="*/ 0 w 1051"/>
              <a:gd name="T15" fmla="*/ 642 h 701"/>
              <a:gd name="T16" fmla="*/ 0 w 1051"/>
              <a:gd name="T17" fmla="*/ 57 h 701"/>
              <a:gd name="T18" fmla="*/ 58 w 1051"/>
              <a:gd name="T19" fmla="*/ 0 h 701"/>
              <a:gd name="T20" fmla="*/ 758 w 1051"/>
              <a:gd name="T21" fmla="*/ 0 h 701"/>
              <a:gd name="T22" fmla="*/ 818 w 1051"/>
              <a:gd name="T23" fmla="*/ 57 h 701"/>
              <a:gd name="T24" fmla="*/ 818 w 1051"/>
              <a:gd name="T25" fmla="*/ 262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51" h="701">
                <a:moveTo>
                  <a:pt x="818" y="262"/>
                </a:moveTo>
                <a:lnTo>
                  <a:pt x="1050" y="30"/>
                </a:lnTo>
                <a:lnTo>
                  <a:pt x="1050" y="669"/>
                </a:lnTo>
                <a:lnTo>
                  <a:pt x="818" y="437"/>
                </a:lnTo>
                <a:lnTo>
                  <a:pt x="818" y="642"/>
                </a:lnTo>
                <a:cubicBezTo>
                  <a:pt x="818" y="675"/>
                  <a:pt x="791" y="700"/>
                  <a:pt x="758" y="700"/>
                </a:cubicBezTo>
                <a:lnTo>
                  <a:pt x="58" y="700"/>
                </a:lnTo>
                <a:cubicBezTo>
                  <a:pt x="25" y="700"/>
                  <a:pt x="0" y="675"/>
                  <a:pt x="0" y="642"/>
                </a:cubicBezTo>
                <a:lnTo>
                  <a:pt x="0" y="57"/>
                </a:lnTo>
                <a:cubicBezTo>
                  <a:pt x="0" y="24"/>
                  <a:pt x="25" y="0"/>
                  <a:pt x="58" y="0"/>
                </a:cubicBezTo>
                <a:lnTo>
                  <a:pt x="758" y="0"/>
                </a:lnTo>
                <a:cubicBezTo>
                  <a:pt x="791" y="0"/>
                  <a:pt x="818" y="24"/>
                  <a:pt x="818" y="57"/>
                </a:cubicBezTo>
                <a:lnTo>
                  <a:pt x="818" y="262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19" name="Freeform 18"/>
          <p:cNvSpPr>
            <a:spLocks noChangeArrowheads="1"/>
          </p:cNvSpPr>
          <p:nvPr/>
        </p:nvSpPr>
        <p:spPr bwMode="auto">
          <a:xfrm>
            <a:off x="7534276" y="1502569"/>
            <a:ext cx="398463" cy="398463"/>
          </a:xfrm>
          <a:custGeom>
            <a:avLst/>
            <a:gdLst>
              <a:gd name="T0" fmla="*/ 73 w 1108"/>
              <a:gd name="T1" fmla="*/ 0 h 1108"/>
              <a:gd name="T2" fmla="*/ 1107 w 1108"/>
              <a:gd name="T3" fmla="*/ 1033 h 1108"/>
              <a:gd name="T4" fmla="*/ 1033 w 1108"/>
              <a:gd name="T5" fmla="*/ 1107 h 1108"/>
              <a:gd name="T6" fmla="*/ 847 w 1108"/>
              <a:gd name="T7" fmla="*/ 921 h 1108"/>
              <a:gd name="T8" fmla="*/ 814 w 1108"/>
              <a:gd name="T9" fmla="*/ 932 h 1108"/>
              <a:gd name="T10" fmla="*/ 114 w 1108"/>
              <a:gd name="T11" fmla="*/ 932 h 1108"/>
              <a:gd name="T12" fmla="*/ 57 w 1108"/>
              <a:gd name="T13" fmla="*/ 875 h 1108"/>
              <a:gd name="T14" fmla="*/ 57 w 1108"/>
              <a:gd name="T15" fmla="*/ 290 h 1108"/>
              <a:gd name="T16" fmla="*/ 114 w 1108"/>
              <a:gd name="T17" fmla="*/ 232 h 1108"/>
              <a:gd name="T18" fmla="*/ 158 w 1108"/>
              <a:gd name="T19" fmla="*/ 232 h 1108"/>
              <a:gd name="T20" fmla="*/ 0 w 1108"/>
              <a:gd name="T21" fmla="*/ 74 h 1108"/>
              <a:gd name="T22" fmla="*/ 73 w 1108"/>
              <a:gd name="T23" fmla="*/ 0 h 1108"/>
              <a:gd name="T24" fmla="*/ 1107 w 1108"/>
              <a:gd name="T25" fmla="*/ 262 h 1108"/>
              <a:gd name="T26" fmla="*/ 1107 w 1108"/>
              <a:gd name="T27" fmla="*/ 886 h 1108"/>
              <a:gd name="T28" fmla="*/ 454 w 1108"/>
              <a:gd name="T29" fmla="*/ 232 h 1108"/>
              <a:gd name="T30" fmla="*/ 814 w 1108"/>
              <a:gd name="T31" fmla="*/ 232 h 1108"/>
              <a:gd name="T32" fmla="*/ 875 w 1108"/>
              <a:gd name="T33" fmla="*/ 290 h 1108"/>
              <a:gd name="T34" fmla="*/ 875 w 1108"/>
              <a:gd name="T35" fmla="*/ 495 h 1108"/>
              <a:gd name="T36" fmla="*/ 1107 w 1108"/>
              <a:gd name="T37" fmla="*/ 262 h 1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08" h="1108">
                <a:moveTo>
                  <a:pt x="73" y="0"/>
                </a:moveTo>
                <a:lnTo>
                  <a:pt x="1107" y="1033"/>
                </a:lnTo>
                <a:lnTo>
                  <a:pt x="1033" y="1107"/>
                </a:lnTo>
                <a:lnTo>
                  <a:pt x="847" y="921"/>
                </a:lnTo>
                <a:cubicBezTo>
                  <a:pt x="839" y="927"/>
                  <a:pt x="825" y="932"/>
                  <a:pt x="814" y="932"/>
                </a:cubicBezTo>
                <a:lnTo>
                  <a:pt x="114" y="932"/>
                </a:lnTo>
                <a:cubicBezTo>
                  <a:pt x="82" y="932"/>
                  <a:pt x="57" y="908"/>
                  <a:pt x="57" y="875"/>
                </a:cubicBezTo>
                <a:lnTo>
                  <a:pt x="57" y="290"/>
                </a:lnTo>
                <a:cubicBezTo>
                  <a:pt x="57" y="257"/>
                  <a:pt x="82" y="232"/>
                  <a:pt x="114" y="232"/>
                </a:cubicBezTo>
                <a:lnTo>
                  <a:pt x="158" y="232"/>
                </a:lnTo>
                <a:lnTo>
                  <a:pt x="0" y="74"/>
                </a:lnTo>
                <a:lnTo>
                  <a:pt x="73" y="0"/>
                </a:lnTo>
                <a:close/>
                <a:moveTo>
                  <a:pt x="1107" y="262"/>
                </a:moveTo>
                <a:lnTo>
                  <a:pt x="1107" y="886"/>
                </a:lnTo>
                <a:lnTo>
                  <a:pt x="454" y="232"/>
                </a:lnTo>
                <a:lnTo>
                  <a:pt x="814" y="232"/>
                </a:lnTo>
                <a:cubicBezTo>
                  <a:pt x="847" y="232"/>
                  <a:pt x="875" y="257"/>
                  <a:pt x="875" y="290"/>
                </a:cubicBezTo>
                <a:lnTo>
                  <a:pt x="875" y="495"/>
                </a:lnTo>
                <a:lnTo>
                  <a:pt x="1107" y="26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>
            <a:spLocks noChangeArrowheads="1"/>
          </p:cNvSpPr>
          <p:nvPr/>
        </p:nvSpPr>
        <p:spPr bwMode="auto">
          <a:xfrm>
            <a:off x="8594724" y="1491456"/>
            <a:ext cx="419100" cy="419100"/>
          </a:xfrm>
          <a:custGeom>
            <a:avLst/>
            <a:gdLst>
              <a:gd name="T0" fmla="*/ 582 w 1166"/>
              <a:gd name="T1" fmla="*/ 727 h 1166"/>
              <a:gd name="T2" fmla="*/ 932 w 1166"/>
              <a:gd name="T3" fmla="*/ 465 h 1166"/>
              <a:gd name="T4" fmla="*/ 582 w 1166"/>
              <a:gd name="T5" fmla="*/ 203 h 1166"/>
              <a:gd name="T6" fmla="*/ 582 w 1166"/>
              <a:gd name="T7" fmla="*/ 727 h 1166"/>
              <a:gd name="T8" fmla="*/ 1050 w 1166"/>
              <a:gd name="T9" fmla="*/ 0 h 1166"/>
              <a:gd name="T10" fmla="*/ 1165 w 1166"/>
              <a:gd name="T11" fmla="*/ 115 h 1166"/>
              <a:gd name="T12" fmla="*/ 1165 w 1166"/>
              <a:gd name="T13" fmla="*/ 815 h 1166"/>
              <a:gd name="T14" fmla="*/ 1050 w 1166"/>
              <a:gd name="T15" fmla="*/ 933 h 1166"/>
              <a:gd name="T16" fmla="*/ 350 w 1166"/>
              <a:gd name="T17" fmla="*/ 933 h 1166"/>
              <a:gd name="T18" fmla="*/ 232 w 1166"/>
              <a:gd name="T19" fmla="*/ 815 h 1166"/>
              <a:gd name="T20" fmla="*/ 232 w 1166"/>
              <a:gd name="T21" fmla="*/ 115 h 1166"/>
              <a:gd name="T22" fmla="*/ 350 w 1166"/>
              <a:gd name="T23" fmla="*/ 0 h 1166"/>
              <a:gd name="T24" fmla="*/ 1050 w 1166"/>
              <a:gd name="T25" fmla="*/ 0 h 1166"/>
              <a:gd name="T26" fmla="*/ 115 w 1166"/>
              <a:gd name="T27" fmla="*/ 233 h 1166"/>
              <a:gd name="T28" fmla="*/ 115 w 1166"/>
              <a:gd name="T29" fmla="*/ 1050 h 1166"/>
              <a:gd name="T30" fmla="*/ 932 w 1166"/>
              <a:gd name="T31" fmla="*/ 1050 h 1166"/>
              <a:gd name="T32" fmla="*/ 932 w 1166"/>
              <a:gd name="T33" fmla="*/ 1165 h 1166"/>
              <a:gd name="T34" fmla="*/ 115 w 1166"/>
              <a:gd name="T35" fmla="*/ 1165 h 1166"/>
              <a:gd name="T36" fmla="*/ 0 w 1166"/>
              <a:gd name="T37" fmla="*/ 1050 h 1166"/>
              <a:gd name="T38" fmla="*/ 0 w 1166"/>
              <a:gd name="T39" fmla="*/ 233 h 1166"/>
              <a:gd name="T40" fmla="*/ 115 w 1166"/>
              <a:gd name="T41" fmla="*/ 233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66" h="1166">
                <a:moveTo>
                  <a:pt x="582" y="727"/>
                </a:moveTo>
                <a:lnTo>
                  <a:pt x="932" y="465"/>
                </a:lnTo>
                <a:lnTo>
                  <a:pt x="582" y="203"/>
                </a:lnTo>
                <a:lnTo>
                  <a:pt x="582" y="727"/>
                </a:lnTo>
                <a:close/>
                <a:moveTo>
                  <a:pt x="1050" y="0"/>
                </a:moveTo>
                <a:cubicBezTo>
                  <a:pt x="1113" y="0"/>
                  <a:pt x="1165" y="52"/>
                  <a:pt x="1165" y="115"/>
                </a:cubicBezTo>
                <a:lnTo>
                  <a:pt x="1165" y="815"/>
                </a:lnTo>
                <a:cubicBezTo>
                  <a:pt x="1165" y="878"/>
                  <a:pt x="1113" y="933"/>
                  <a:pt x="1050" y="933"/>
                </a:cubicBezTo>
                <a:lnTo>
                  <a:pt x="350" y="933"/>
                </a:lnTo>
                <a:cubicBezTo>
                  <a:pt x="287" y="933"/>
                  <a:pt x="232" y="878"/>
                  <a:pt x="232" y="815"/>
                </a:cubicBezTo>
                <a:lnTo>
                  <a:pt x="232" y="115"/>
                </a:lnTo>
                <a:cubicBezTo>
                  <a:pt x="232" y="52"/>
                  <a:pt x="287" y="0"/>
                  <a:pt x="350" y="0"/>
                </a:cubicBezTo>
                <a:lnTo>
                  <a:pt x="1050" y="0"/>
                </a:lnTo>
                <a:close/>
                <a:moveTo>
                  <a:pt x="115" y="233"/>
                </a:moveTo>
                <a:lnTo>
                  <a:pt x="115" y="1050"/>
                </a:lnTo>
                <a:lnTo>
                  <a:pt x="932" y="1050"/>
                </a:lnTo>
                <a:lnTo>
                  <a:pt x="932" y="1165"/>
                </a:lnTo>
                <a:lnTo>
                  <a:pt x="115" y="1165"/>
                </a:lnTo>
                <a:cubicBezTo>
                  <a:pt x="52" y="1165"/>
                  <a:pt x="0" y="1113"/>
                  <a:pt x="0" y="1050"/>
                </a:cubicBezTo>
                <a:lnTo>
                  <a:pt x="0" y="233"/>
                </a:lnTo>
                <a:lnTo>
                  <a:pt x="115" y="2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1" name="Freeform 20"/>
          <p:cNvSpPr>
            <a:spLocks noChangeArrowheads="1"/>
          </p:cNvSpPr>
          <p:nvPr/>
        </p:nvSpPr>
        <p:spPr bwMode="auto">
          <a:xfrm>
            <a:off x="9644062" y="1512095"/>
            <a:ext cx="463550" cy="377825"/>
          </a:xfrm>
          <a:custGeom>
            <a:avLst/>
            <a:gdLst>
              <a:gd name="T0" fmla="*/ 1167 w 1286"/>
              <a:gd name="T1" fmla="*/ 757 h 1051"/>
              <a:gd name="T2" fmla="*/ 1167 w 1286"/>
              <a:gd name="T3" fmla="*/ 117 h 1051"/>
              <a:gd name="T4" fmla="*/ 117 w 1286"/>
              <a:gd name="T5" fmla="*/ 117 h 1051"/>
              <a:gd name="T6" fmla="*/ 117 w 1286"/>
              <a:gd name="T7" fmla="*/ 757 h 1051"/>
              <a:gd name="T8" fmla="*/ 1167 w 1286"/>
              <a:gd name="T9" fmla="*/ 757 h 1051"/>
              <a:gd name="T10" fmla="*/ 1167 w 1286"/>
              <a:gd name="T11" fmla="*/ 0 h 1051"/>
              <a:gd name="T12" fmla="*/ 1285 w 1286"/>
              <a:gd name="T13" fmla="*/ 117 h 1051"/>
              <a:gd name="T14" fmla="*/ 1285 w 1286"/>
              <a:gd name="T15" fmla="*/ 932 h 1051"/>
              <a:gd name="T16" fmla="*/ 1167 w 1286"/>
              <a:gd name="T17" fmla="*/ 1050 h 1051"/>
              <a:gd name="T18" fmla="*/ 117 w 1286"/>
              <a:gd name="T19" fmla="*/ 1050 h 1051"/>
              <a:gd name="T20" fmla="*/ 0 w 1286"/>
              <a:gd name="T21" fmla="*/ 932 h 1051"/>
              <a:gd name="T22" fmla="*/ 0 w 1286"/>
              <a:gd name="T23" fmla="*/ 117 h 1051"/>
              <a:gd name="T24" fmla="*/ 117 w 1286"/>
              <a:gd name="T25" fmla="*/ 0 h 1051"/>
              <a:gd name="T26" fmla="*/ 1167 w 1286"/>
              <a:gd name="T2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1051">
                <a:moveTo>
                  <a:pt x="1167" y="757"/>
                </a:moveTo>
                <a:lnTo>
                  <a:pt x="1167" y="117"/>
                </a:lnTo>
                <a:lnTo>
                  <a:pt x="117" y="117"/>
                </a:lnTo>
                <a:lnTo>
                  <a:pt x="117" y="757"/>
                </a:lnTo>
                <a:lnTo>
                  <a:pt x="1167" y="757"/>
                </a:lnTo>
                <a:close/>
                <a:moveTo>
                  <a:pt x="1167" y="0"/>
                </a:moveTo>
                <a:cubicBezTo>
                  <a:pt x="1230" y="0"/>
                  <a:pt x="1285" y="54"/>
                  <a:pt x="1285" y="117"/>
                </a:cubicBezTo>
                <a:lnTo>
                  <a:pt x="1285" y="932"/>
                </a:lnTo>
                <a:cubicBezTo>
                  <a:pt x="1285" y="995"/>
                  <a:pt x="1230" y="1050"/>
                  <a:pt x="1167" y="1050"/>
                </a:cubicBezTo>
                <a:lnTo>
                  <a:pt x="117" y="1050"/>
                </a:lnTo>
                <a:cubicBezTo>
                  <a:pt x="54" y="1050"/>
                  <a:pt x="0" y="995"/>
                  <a:pt x="0" y="932"/>
                </a:cubicBezTo>
                <a:lnTo>
                  <a:pt x="0" y="117"/>
                </a:lnTo>
                <a:cubicBezTo>
                  <a:pt x="0" y="54"/>
                  <a:pt x="54" y="0"/>
                  <a:pt x="117" y="0"/>
                </a:cubicBezTo>
                <a:lnTo>
                  <a:pt x="1167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2" name="Freeform 21"/>
          <p:cNvSpPr>
            <a:spLocks noChangeArrowheads="1"/>
          </p:cNvSpPr>
          <p:nvPr/>
        </p:nvSpPr>
        <p:spPr bwMode="auto">
          <a:xfrm>
            <a:off x="10756901" y="1575594"/>
            <a:ext cx="377825" cy="252412"/>
          </a:xfrm>
          <a:custGeom>
            <a:avLst/>
            <a:gdLst>
              <a:gd name="T0" fmla="*/ 643 w 1051"/>
              <a:gd name="T1" fmla="*/ 407 h 701"/>
              <a:gd name="T2" fmla="*/ 643 w 1051"/>
              <a:gd name="T3" fmla="*/ 292 h 701"/>
              <a:gd name="T4" fmla="*/ 468 w 1051"/>
              <a:gd name="T5" fmla="*/ 292 h 701"/>
              <a:gd name="T6" fmla="*/ 468 w 1051"/>
              <a:gd name="T7" fmla="*/ 117 h 701"/>
              <a:gd name="T8" fmla="*/ 350 w 1051"/>
              <a:gd name="T9" fmla="*/ 117 h 701"/>
              <a:gd name="T10" fmla="*/ 350 w 1051"/>
              <a:gd name="T11" fmla="*/ 292 h 701"/>
              <a:gd name="T12" fmla="*/ 175 w 1051"/>
              <a:gd name="T13" fmla="*/ 292 h 701"/>
              <a:gd name="T14" fmla="*/ 175 w 1051"/>
              <a:gd name="T15" fmla="*/ 407 h 701"/>
              <a:gd name="T16" fmla="*/ 350 w 1051"/>
              <a:gd name="T17" fmla="*/ 407 h 701"/>
              <a:gd name="T18" fmla="*/ 350 w 1051"/>
              <a:gd name="T19" fmla="*/ 582 h 701"/>
              <a:gd name="T20" fmla="*/ 468 w 1051"/>
              <a:gd name="T21" fmla="*/ 582 h 701"/>
              <a:gd name="T22" fmla="*/ 468 w 1051"/>
              <a:gd name="T23" fmla="*/ 407 h 701"/>
              <a:gd name="T24" fmla="*/ 643 w 1051"/>
              <a:gd name="T25" fmla="*/ 407 h 701"/>
              <a:gd name="T26" fmla="*/ 818 w 1051"/>
              <a:gd name="T27" fmla="*/ 262 h 701"/>
              <a:gd name="T28" fmla="*/ 1050 w 1051"/>
              <a:gd name="T29" fmla="*/ 30 h 701"/>
              <a:gd name="T30" fmla="*/ 1050 w 1051"/>
              <a:gd name="T31" fmla="*/ 669 h 701"/>
              <a:gd name="T32" fmla="*/ 818 w 1051"/>
              <a:gd name="T33" fmla="*/ 437 h 701"/>
              <a:gd name="T34" fmla="*/ 818 w 1051"/>
              <a:gd name="T35" fmla="*/ 642 h 701"/>
              <a:gd name="T36" fmla="*/ 757 w 1051"/>
              <a:gd name="T37" fmla="*/ 700 h 701"/>
              <a:gd name="T38" fmla="*/ 57 w 1051"/>
              <a:gd name="T39" fmla="*/ 700 h 701"/>
              <a:gd name="T40" fmla="*/ 0 w 1051"/>
              <a:gd name="T41" fmla="*/ 642 h 701"/>
              <a:gd name="T42" fmla="*/ 0 w 1051"/>
              <a:gd name="T43" fmla="*/ 57 h 701"/>
              <a:gd name="T44" fmla="*/ 57 w 1051"/>
              <a:gd name="T45" fmla="*/ 0 h 701"/>
              <a:gd name="T46" fmla="*/ 757 w 1051"/>
              <a:gd name="T47" fmla="*/ 0 h 701"/>
              <a:gd name="T48" fmla="*/ 818 w 1051"/>
              <a:gd name="T49" fmla="*/ 57 h 701"/>
              <a:gd name="T50" fmla="*/ 818 w 1051"/>
              <a:gd name="T51" fmla="*/ 262 h 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51" h="701">
                <a:moveTo>
                  <a:pt x="643" y="407"/>
                </a:moveTo>
                <a:lnTo>
                  <a:pt x="643" y="292"/>
                </a:lnTo>
                <a:lnTo>
                  <a:pt x="468" y="292"/>
                </a:lnTo>
                <a:lnTo>
                  <a:pt x="468" y="117"/>
                </a:lnTo>
                <a:lnTo>
                  <a:pt x="350" y="117"/>
                </a:lnTo>
                <a:lnTo>
                  <a:pt x="350" y="292"/>
                </a:lnTo>
                <a:lnTo>
                  <a:pt x="175" y="292"/>
                </a:lnTo>
                <a:lnTo>
                  <a:pt x="175" y="407"/>
                </a:lnTo>
                <a:lnTo>
                  <a:pt x="350" y="407"/>
                </a:lnTo>
                <a:lnTo>
                  <a:pt x="350" y="582"/>
                </a:lnTo>
                <a:lnTo>
                  <a:pt x="468" y="582"/>
                </a:lnTo>
                <a:lnTo>
                  <a:pt x="468" y="407"/>
                </a:lnTo>
                <a:lnTo>
                  <a:pt x="643" y="407"/>
                </a:lnTo>
                <a:close/>
                <a:moveTo>
                  <a:pt x="818" y="262"/>
                </a:moveTo>
                <a:lnTo>
                  <a:pt x="1050" y="30"/>
                </a:lnTo>
                <a:lnTo>
                  <a:pt x="1050" y="669"/>
                </a:lnTo>
                <a:lnTo>
                  <a:pt x="818" y="437"/>
                </a:lnTo>
                <a:lnTo>
                  <a:pt x="818" y="642"/>
                </a:lnTo>
                <a:cubicBezTo>
                  <a:pt x="818" y="675"/>
                  <a:pt x="790" y="700"/>
                  <a:pt x="757" y="700"/>
                </a:cubicBezTo>
                <a:lnTo>
                  <a:pt x="57" y="700"/>
                </a:lnTo>
                <a:cubicBezTo>
                  <a:pt x="25" y="700"/>
                  <a:pt x="0" y="675"/>
                  <a:pt x="0" y="642"/>
                </a:cubicBezTo>
                <a:lnTo>
                  <a:pt x="0" y="57"/>
                </a:lnTo>
                <a:cubicBezTo>
                  <a:pt x="0" y="24"/>
                  <a:pt x="25" y="0"/>
                  <a:pt x="57" y="0"/>
                </a:cubicBezTo>
                <a:lnTo>
                  <a:pt x="757" y="0"/>
                </a:lnTo>
                <a:cubicBezTo>
                  <a:pt x="790" y="0"/>
                  <a:pt x="818" y="24"/>
                  <a:pt x="818" y="57"/>
                </a:cubicBezTo>
                <a:lnTo>
                  <a:pt x="818" y="26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3" name="Freeform 22"/>
          <p:cNvSpPr>
            <a:spLocks noChangeArrowheads="1"/>
          </p:cNvSpPr>
          <p:nvPr/>
        </p:nvSpPr>
        <p:spPr bwMode="auto">
          <a:xfrm>
            <a:off x="1055689" y="2439193"/>
            <a:ext cx="357187" cy="273050"/>
          </a:xfrm>
          <a:custGeom>
            <a:avLst/>
            <a:gdLst>
              <a:gd name="T0" fmla="*/ 700 w 994"/>
              <a:gd name="T1" fmla="*/ 0 h 758"/>
              <a:gd name="T2" fmla="*/ 993 w 994"/>
              <a:gd name="T3" fmla="*/ 0 h 758"/>
              <a:gd name="T4" fmla="*/ 993 w 994"/>
              <a:gd name="T5" fmla="*/ 757 h 758"/>
              <a:gd name="T6" fmla="*/ 700 w 994"/>
              <a:gd name="T7" fmla="*/ 757 h 758"/>
              <a:gd name="T8" fmla="*/ 700 w 994"/>
              <a:gd name="T9" fmla="*/ 0 h 758"/>
              <a:gd name="T10" fmla="*/ 0 w 994"/>
              <a:gd name="T11" fmla="*/ 757 h 758"/>
              <a:gd name="T12" fmla="*/ 0 w 994"/>
              <a:gd name="T13" fmla="*/ 0 h 758"/>
              <a:gd name="T14" fmla="*/ 293 w 994"/>
              <a:gd name="T15" fmla="*/ 0 h 758"/>
              <a:gd name="T16" fmla="*/ 293 w 994"/>
              <a:gd name="T17" fmla="*/ 757 h 758"/>
              <a:gd name="T18" fmla="*/ 0 w 994"/>
              <a:gd name="T19" fmla="*/ 757 h 758"/>
              <a:gd name="T20" fmla="*/ 350 w 994"/>
              <a:gd name="T21" fmla="*/ 757 h 758"/>
              <a:gd name="T22" fmla="*/ 350 w 994"/>
              <a:gd name="T23" fmla="*/ 0 h 758"/>
              <a:gd name="T24" fmla="*/ 643 w 994"/>
              <a:gd name="T25" fmla="*/ 0 h 758"/>
              <a:gd name="T26" fmla="*/ 643 w 994"/>
              <a:gd name="T27" fmla="*/ 757 h 758"/>
              <a:gd name="T28" fmla="*/ 350 w 994"/>
              <a:gd name="T2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94" h="758">
                <a:moveTo>
                  <a:pt x="700" y="0"/>
                </a:moveTo>
                <a:lnTo>
                  <a:pt x="993" y="0"/>
                </a:lnTo>
                <a:lnTo>
                  <a:pt x="993" y="757"/>
                </a:lnTo>
                <a:lnTo>
                  <a:pt x="700" y="757"/>
                </a:lnTo>
                <a:lnTo>
                  <a:pt x="700" y="0"/>
                </a:lnTo>
                <a:close/>
                <a:moveTo>
                  <a:pt x="0" y="757"/>
                </a:moveTo>
                <a:lnTo>
                  <a:pt x="0" y="0"/>
                </a:lnTo>
                <a:lnTo>
                  <a:pt x="293" y="0"/>
                </a:lnTo>
                <a:lnTo>
                  <a:pt x="293" y="757"/>
                </a:lnTo>
                <a:lnTo>
                  <a:pt x="0" y="757"/>
                </a:lnTo>
                <a:close/>
                <a:moveTo>
                  <a:pt x="350" y="757"/>
                </a:moveTo>
                <a:lnTo>
                  <a:pt x="350" y="0"/>
                </a:lnTo>
                <a:lnTo>
                  <a:pt x="643" y="0"/>
                </a:lnTo>
                <a:lnTo>
                  <a:pt x="643" y="757"/>
                </a:lnTo>
                <a:lnTo>
                  <a:pt x="350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4" name="Freeform 23"/>
          <p:cNvSpPr>
            <a:spLocks noChangeArrowheads="1"/>
          </p:cNvSpPr>
          <p:nvPr/>
        </p:nvSpPr>
        <p:spPr bwMode="auto">
          <a:xfrm>
            <a:off x="2112962" y="2429668"/>
            <a:ext cx="398462" cy="293688"/>
          </a:xfrm>
          <a:custGeom>
            <a:avLst/>
            <a:gdLst>
              <a:gd name="T0" fmla="*/ 640 w 1108"/>
              <a:gd name="T1" fmla="*/ 0 h 816"/>
              <a:gd name="T2" fmla="*/ 700 w 1108"/>
              <a:gd name="T3" fmla="*/ 58 h 816"/>
              <a:gd name="T4" fmla="*/ 700 w 1108"/>
              <a:gd name="T5" fmla="*/ 758 h 816"/>
              <a:gd name="T6" fmla="*/ 640 w 1108"/>
              <a:gd name="T7" fmla="*/ 815 h 816"/>
              <a:gd name="T8" fmla="*/ 465 w 1108"/>
              <a:gd name="T9" fmla="*/ 815 h 816"/>
              <a:gd name="T10" fmla="*/ 407 w 1108"/>
              <a:gd name="T11" fmla="*/ 758 h 816"/>
              <a:gd name="T12" fmla="*/ 407 w 1108"/>
              <a:gd name="T13" fmla="*/ 58 h 816"/>
              <a:gd name="T14" fmla="*/ 465 w 1108"/>
              <a:gd name="T15" fmla="*/ 0 h 816"/>
              <a:gd name="T16" fmla="*/ 640 w 1108"/>
              <a:gd name="T17" fmla="*/ 0 h 816"/>
              <a:gd name="T18" fmla="*/ 1050 w 1108"/>
              <a:gd name="T19" fmla="*/ 0 h 816"/>
              <a:gd name="T20" fmla="*/ 1107 w 1108"/>
              <a:gd name="T21" fmla="*/ 58 h 816"/>
              <a:gd name="T22" fmla="*/ 1107 w 1108"/>
              <a:gd name="T23" fmla="*/ 758 h 816"/>
              <a:gd name="T24" fmla="*/ 1050 w 1108"/>
              <a:gd name="T25" fmla="*/ 815 h 816"/>
              <a:gd name="T26" fmla="*/ 875 w 1108"/>
              <a:gd name="T27" fmla="*/ 815 h 816"/>
              <a:gd name="T28" fmla="*/ 815 w 1108"/>
              <a:gd name="T29" fmla="*/ 758 h 816"/>
              <a:gd name="T30" fmla="*/ 815 w 1108"/>
              <a:gd name="T31" fmla="*/ 58 h 816"/>
              <a:gd name="T32" fmla="*/ 875 w 1108"/>
              <a:gd name="T33" fmla="*/ 0 h 816"/>
              <a:gd name="T34" fmla="*/ 1050 w 1108"/>
              <a:gd name="T35" fmla="*/ 0 h 816"/>
              <a:gd name="T36" fmla="*/ 232 w 1108"/>
              <a:gd name="T37" fmla="*/ 0 h 816"/>
              <a:gd name="T38" fmla="*/ 290 w 1108"/>
              <a:gd name="T39" fmla="*/ 58 h 816"/>
              <a:gd name="T40" fmla="*/ 290 w 1108"/>
              <a:gd name="T41" fmla="*/ 758 h 816"/>
              <a:gd name="T42" fmla="*/ 232 w 1108"/>
              <a:gd name="T43" fmla="*/ 815 h 816"/>
              <a:gd name="T44" fmla="*/ 57 w 1108"/>
              <a:gd name="T45" fmla="*/ 815 h 816"/>
              <a:gd name="T46" fmla="*/ 0 w 1108"/>
              <a:gd name="T47" fmla="*/ 758 h 816"/>
              <a:gd name="T48" fmla="*/ 0 w 1108"/>
              <a:gd name="T49" fmla="*/ 58 h 816"/>
              <a:gd name="T50" fmla="*/ 57 w 1108"/>
              <a:gd name="T51" fmla="*/ 0 h 816"/>
              <a:gd name="T52" fmla="*/ 232 w 1108"/>
              <a:gd name="T53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08" h="816">
                <a:moveTo>
                  <a:pt x="640" y="0"/>
                </a:moveTo>
                <a:cubicBezTo>
                  <a:pt x="673" y="0"/>
                  <a:pt x="700" y="25"/>
                  <a:pt x="700" y="58"/>
                </a:cubicBezTo>
                <a:lnTo>
                  <a:pt x="700" y="758"/>
                </a:lnTo>
                <a:cubicBezTo>
                  <a:pt x="700" y="790"/>
                  <a:pt x="673" y="815"/>
                  <a:pt x="640" y="815"/>
                </a:cubicBezTo>
                <a:lnTo>
                  <a:pt x="465" y="815"/>
                </a:lnTo>
                <a:cubicBezTo>
                  <a:pt x="432" y="815"/>
                  <a:pt x="407" y="790"/>
                  <a:pt x="407" y="758"/>
                </a:cubicBezTo>
                <a:lnTo>
                  <a:pt x="407" y="58"/>
                </a:lnTo>
                <a:cubicBezTo>
                  <a:pt x="407" y="25"/>
                  <a:pt x="432" y="0"/>
                  <a:pt x="465" y="0"/>
                </a:cubicBezTo>
                <a:lnTo>
                  <a:pt x="640" y="0"/>
                </a:lnTo>
                <a:close/>
                <a:moveTo>
                  <a:pt x="1050" y="0"/>
                </a:moveTo>
                <a:cubicBezTo>
                  <a:pt x="1083" y="0"/>
                  <a:pt x="1107" y="25"/>
                  <a:pt x="1107" y="58"/>
                </a:cubicBezTo>
                <a:lnTo>
                  <a:pt x="1107" y="758"/>
                </a:lnTo>
                <a:cubicBezTo>
                  <a:pt x="1107" y="790"/>
                  <a:pt x="1083" y="815"/>
                  <a:pt x="1050" y="815"/>
                </a:cubicBezTo>
                <a:lnTo>
                  <a:pt x="875" y="815"/>
                </a:lnTo>
                <a:cubicBezTo>
                  <a:pt x="842" y="815"/>
                  <a:pt x="815" y="790"/>
                  <a:pt x="815" y="758"/>
                </a:cubicBezTo>
                <a:lnTo>
                  <a:pt x="815" y="58"/>
                </a:lnTo>
                <a:cubicBezTo>
                  <a:pt x="815" y="25"/>
                  <a:pt x="842" y="0"/>
                  <a:pt x="875" y="0"/>
                </a:cubicBezTo>
                <a:lnTo>
                  <a:pt x="1050" y="0"/>
                </a:lnTo>
                <a:close/>
                <a:moveTo>
                  <a:pt x="232" y="0"/>
                </a:moveTo>
                <a:cubicBezTo>
                  <a:pt x="265" y="0"/>
                  <a:pt x="290" y="25"/>
                  <a:pt x="290" y="58"/>
                </a:cubicBezTo>
                <a:lnTo>
                  <a:pt x="290" y="758"/>
                </a:lnTo>
                <a:cubicBezTo>
                  <a:pt x="290" y="790"/>
                  <a:pt x="265" y="815"/>
                  <a:pt x="232" y="815"/>
                </a:cubicBezTo>
                <a:lnTo>
                  <a:pt x="57" y="815"/>
                </a:lnTo>
                <a:cubicBezTo>
                  <a:pt x="25" y="815"/>
                  <a:pt x="0" y="790"/>
                  <a:pt x="0" y="758"/>
                </a:cubicBezTo>
                <a:lnTo>
                  <a:pt x="0" y="58"/>
                </a:lnTo>
                <a:cubicBezTo>
                  <a:pt x="0" y="25"/>
                  <a:pt x="25" y="0"/>
                  <a:pt x="57" y="0"/>
                </a:cubicBezTo>
                <a:lnTo>
                  <a:pt x="2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5" name="Freeform 24"/>
          <p:cNvSpPr>
            <a:spLocks noChangeArrowheads="1"/>
          </p:cNvSpPr>
          <p:nvPr/>
        </p:nvSpPr>
        <p:spPr bwMode="auto">
          <a:xfrm>
            <a:off x="3211514" y="2439193"/>
            <a:ext cx="357187" cy="273050"/>
          </a:xfrm>
          <a:custGeom>
            <a:avLst/>
            <a:gdLst>
              <a:gd name="T0" fmla="*/ 0 w 993"/>
              <a:gd name="T1" fmla="*/ 0 h 758"/>
              <a:gd name="T2" fmla="*/ 992 w 993"/>
              <a:gd name="T3" fmla="*/ 0 h 758"/>
              <a:gd name="T4" fmla="*/ 992 w 993"/>
              <a:gd name="T5" fmla="*/ 350 h 758"/>
              <a:gd name="T6" fmla="*/ 0 w 993"/>
              <a:gd name="T7" fmla="*/ 350 h 758"/>
              <a:gd name="T8" fmla="*/ 0 w 993"/>
              <a:gd name="T9" fmla="*/ 0 h 758"/>
              <a:gd name="T10" fmla="*/ 0 w 993"/>
              <a:gd name="T11" fmla="*/ 757 h 758"/>
              <a:gd name="T12" fmla="*/ 0 w 993"/>
              <a:gd name="T13" fmla="*/ 407 h 758"/>
              <a:gd name="T14" fmla="*/ 992 w 993"/>
              <a:gd name="T15" fmla="*/ 407 h 758"/>
              <a:gd name="T16" fmla="*/ 992 w 993"/>
              <a:gd name="T17" fmla="*/ 757 h 758"/>
              <a:gd name="T18" fmla="*/ 0 w 993"/>
              <a:gd name="T1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3" h="758">
                <a:moveTo>
                  <a:pt x="0" y="0"/>
                </a:moveTo>
                <a:lnTo>
                  <a:pt x="992" y="0"/>
                </a:lnTo>
                <a:lnTo>
                  <a:pt x="992" y="350"/>
                </a:lnTo>
                <a:lnTo>
                  <a:pt x="0" y="350"/>
                </a:lnTo>
                <a:lnTo>
                  <a:pt x="0" y="0"/>
                </a:lnTo>
                <a:close/>
                <a:moveTo>
                  <a:pt x="0" y="757"/>
                </a:moveTo>
                <a:lnTo>
                  <a:pt x="0" y="407"/>
                </a:lnTo>
                <a:lnTo>
                  <a:pt x="992" y="407"/>
                </a:lnTo>
                <a:lnTo>
                  <a:pt x="992" y="757"/>
                </a:lnTo>
                <a:lnTo>
                  <a:pt x="0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6" name="Freeform 25"/>
          <p:cNvSpPr>
            <a:spLocks noChangeArrowheads="1"/>
          </p:cNvSpPr>
          <p:nvPr/>
        </p:nvSpPr>
        <p:spPr bwMode="auto">
          <a:xfrm>
            <a:off x="4289424" y="2439193"/>
            <a:ext cx="357188" cy="273050"/>
          </a:xfrm>
          <a:custGeom>
            <a:avLst/>
            <a:gdLst>
              <a:gd name="T0" fmla="*/ 350 w 994"/>
              <a:gd name="T1" fmla="*/ 0 h 758"/>
              <a:gd name="T2" fmla="*/ 993 w 994"/>
              <a:gd name="T3" fmla="*/ 0 h 758"/>
              <a:gd name="T4" fmla="*/ 993 w 994"/>
              <a:gd name="T5" fmla="*/ 350 h 758"/>
              <a:gd name="T6" fmla="*/ 350 w 994"/>
              <a:gd name="T7" fmla="*/ 350 h 758"/>
              <a:gd name="T8" fmla="*/ 350 w 994"/>
              <a:gd name="T9" fmla="*/ 0 h 758"/>
              <a:gd name="T10" fmla="*/ 700 w 994"/>
              <a:gd name="T11" fmla="*/ 757 h 758"/>
              <a:gd name="T12" fmla="*/ 700 w 994"/>
              <a:gd name="T13" fmla="*/ 407 h 758"/>
              <a:gd name="T14" fmla="*/ 993 w 994"/>
              <a:gd name="T15" fmla="*/ 407 h 758"/>
              <a:gd name="T16" fmla="*/ 993 w 994"/>
              <a:gd name="T17" fmla="*/ 757 h 758"/>
              <a:gd name="T18" fmla="*/ 700 w 994"/>
              <a:gd name="T19" fmla="*/ 757 h 758"/>
              <a:gd name="T20" fmla="*/ 0 w 994"/>
              <a:gd name="T21" fmla="*/ 757 h 758"/>
              <a:gd name="T22" fmla="*/ 0 w 994"/>
              <a:gd name="T23" fmla="*/ 0 h 758"/>
              <a:gd name="T24" fmla="*/ 293 w 994"/>
              <a:gd name="T25" fmla="*/ 0 h 758"/>
              <a:gd name="T26" fmla="*/ 293 w 994"/>
              <a:gd name="T27" fmla="*/ 757 h 758"/>
              <a:gd name="T28" fmla="*/ 0 w 994"/>
              <a:gd name="T29" fmla="*/ 757 h 758"/>
              <a:gd name="T30" fmla="*/ 350 w 994"/>
              <a:gd name="T31" fmla="*/ 757 h 758"/>
              <a:gd name="T32" fmla="*/ 350 w 994"/>
              <a:gd name="T33" fmla="*/ 407 h 758"/>
              <a:gd name="T34" fmla="*/ 643 w 994"/>
              <a:gd name="T35" fmla="*/ 407 h 758"/>
              <a:gd name="T36" fmla="*/ 643 w 994"/>
              <a:gd name="T37" fmla="*/ 757 h 758"/>
              <a:gd name="T38" fmla="*/ 350 w 994"/>
              <a:gd name="T39" fmla="*/ 757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94" h="758">
                <a:moveTo>
                  <a:pt x="350" y="0"/>
                </a:moveTo>
                <a:lnTo>
                  <a:pt x="993" y="0"/>
                </a:lnTo>
                <a:lnTo>
                  <a:pt x="993" y="350"/>
                </a:lnTo>
                <a:lnTo>
                  <a:pt x="350" y="350"/>
                </a:lnTo>
                <a:lnTo>
                  <a:pt x="350" y="0"/>
                </a:lnTo>
                <a:close/>
                <a:moveTo>
                  <a:pt x="700" y="757"/>
                </a:moveTo>
                <a:lnTo>
                  <a:pt x="700" y="407"/>
                </a:lnTo>
                <a:lnTo>
                  <a:pt x="993" y="407"/>
                </a:lnTo>
                <a:lnTo>
                  <a:pt x="993" y="757"/>
                </a:lnTo>
                <a:lnTo>
                  <a:pt x="700" y="757"/>
                </a:lnTo>
                <a:close/>
                <a:moveTo>
                  <a:pt x="0" y="757"/>
                </a:moveTo>
                <a:lnTo>
                  <a:pt x="0" y="0"/>
                </a:lnTo>
                <a:lnTo>
                  <a:pt x="293" y="0"/>
                </a:lnTo>
                <a:lnTo>
                  <a:pt x="293" y="757"/>
                </a:lnTo>
                <a:lnTo>
                  <a:pt x="0" y="757"/>
                </a:lnTo>
                <a:close/>
                <a:moveTo>
                  <a:pt x="350" y="757"/>
                </a:moveTo>
                <a:lnTo>
                  <a:pt x="350" y="407"/>
                </a:lnTo>
                <a:lnTo>
                  <a:pt x="643" y="407"/>
                </a:lnTo>
                <a:lnTo>
                  <a:pt x="643" y="757"/>
                </a:lnTo>
                <a:lnTo>
                  <a:pt x="350" y="757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5367339" y="2439193"/>
            <a:ext cx="357187" cy="273050"/>
          </a:xfrm>
          <a:custGeom>
            <a:avLst/>
            <a:gdLst>
              <a:gd name="T0" fmla="*/ 700 w 994"/>
              <a:gd name="T1" fmla="*/ 0 h 758"/>
              <a:gd name="T2" fmla="*/ 993 w 994"/>
              <a:gd name="T3" fmla="*/ 0 h 758"/>
              <a:gd name="T4" fmla="*/ 993 w 994"/>
              <a:gd name="T5" fmla="*/ 350 h 758"/>
              <a:gd name="T6" fmla="*/ 700 w 994"/>
              <a:gd name="T7" fmla="*/ 350 h 758"/>
              <a:gd name="T8" fmla="*/ 700 w 994"/>
              <a:gd name="T9" fmla="*/ 0 h 758"/>
              <a:gd name="T10" fmla="*/ 350 w 994"/>
              <a:gd name="T11" fmla="*/ 350 h 758"/>
              <a:gd name="T12" fmla="*/ 350 w 994"/>
              <a:gd name="T13" fmla="*/ 0 h 758"/>
              <a:gd name="T14" fmla="*/ 643 w 994"/>
              <a:gd name="T15" fmla="*/ 0 h 758"/>
              <a:gd name="T16" fmla="*/ 643 w 994"/>
              <a:gd name="T17" fmla="*/ 350 h 758"/>
              <a:gd name="T18" fmla="*/ 350 w 994"/>
              <a:gd name="T19" fmla="*/ 350 h 758"/>
              <a:gd name="T20" fmla="*/ 700 w 994"/>
              <a:gd name="T21" fmla="*/ 757 h 758"/>
              <a:gd name="T22" fmla="*/ 700 w 994"/>
              <a:gd name="T23" fmla="*/ 407 h 758"/>
              <a:gd name="T24" fmla="*/ 993 w 994"/>
              <a:gd name="T25" fmla="*/ 407 h 758"/>
              <a:gd name="T26" fmla="*/ 993 w 994"/>
              <a:gd name="T27" fmla="*/ 757 h 758"/>
              <a:gd name="T28" fmla="*/ 700 w 994"/>
              <a:gd name="T29" fmla="*/ 757 h 758"/>
              <a:gd name="T30" fmla="*/ 350 w 994"/>
              <a:gd name="T31" fmla="*/ 757 h 758"/>
              <a:gd name="T32" fmla="*/ 350 w 994"/>
              <a:gd name="T33" fmla="*/ 407 h 758"/>
              <a:gd name="T34" fmla="*/ 643 w 994"/>
              <a:gd name="T35" fmla="*/ 407 h 758"/>
              <a:gd name="T36" fmla="*/ 643 w 994"/>
              <a:gd name="T37" fmla="*/ 757 h 758"/>
              <a:gd name="T38" fmla="*/ 350 w 994"/>
              <a:gd name="T39" fmla="*/ 757 h 758"/>
              <a:gd name="T40" fmla="*/ 0 w 994"/>
              <a:gd name="T41" fmla="*/ 757 h 758"/>
              <a:gd name="T42" fmla="*/ 0 w 994"/>
              <a:gd name="T43" fmla="*/ 407 h 758"/>
              <a:gd name="T44" fmla="*/ 293 w 994"/>
              <a:gd name="T45" fmla="*/ 407 h 758"/>
              <a:gd name="T46" fmla="*/ 293 w 994"/>
              <a:gd name="T47" fmla="*/ 757 h 758"/>
              <a:gd name="T48" fmla="*/ 0 w 994"/>
              <a:gd name="T49" fmla="*/ 757 h 758"/>
              <a:gd name="T50" fmla="*/ 0 w 994"/>
              <a:gd name="T51" fmla="*/ 350 h 758"/>
              <a:gd name="T52" fmla="*/ 0 w 994"/>
              <a:gd name="T53" fmla="*/ 0 h 758"/>
              <a:gd name="T54" fmla="*/ 293 w 994"/>
              <a:gd name="T55" fmla="*/ 0 h 758"/>
              <a:gd name="T56" fmla="*/ 293 w 994"/>
              <a:gd name="T57" fmla="*/ 350 h 758"/>
              <a:gd name="T58" fmla="*/ 0 w 994"/>
              <a:gd name="T59" fmla="*/ 350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94" h="758">
                <a:moveTo>
                  <a:pt x="700" y="0"/>
                </a:moveTo>
                <a:lnTo>
                  <a:pt x="993" y="0"/>
                </a:lnTo>
                <a:lnTo>
                  <a:pt x="993" y="350"/>
                </a:lnTo>
                <a:lnTo>
                  <a:pt x="700" y="350"/>
                </a:lnTo>
                <a:lnTo>
                  <a:pt x="700" y="0"/>
                </a:lnTo>
                <a:close/>
                <a:moveTo>
                  <a:pt x="350" y="350"/>
                </a:moveTo>
                <a:lnTo>
                  <a:pt x="350" y="0"/>
                </a:lnTo>
                <a:lnTo>
                  <a:pt x="643" y="0"/>
                </a:lnTo>
                <a:lnTo>
                  <a:pt x="643" y="350"/>
                </a:lnTo>
                <a:lnTo>
                  <a:pt x="350" y="350"/>
                </a:lnTo>
                <a:close/>
                <a:moveTo>
                  <a:pt x="700" y="757"/>
                </a:moveTo>
                <a:lnTo>
                  <a:pt x="700" y="407"/>
                </a:lnTo>
                <a:lnTo>
                  <a:pt x="993" y="407"/>
                </a:lnTo>
                <a:lnTo>
                  <a:pt x="993" y="757"/>
                </a:lnTo>
                <a:lnTo>
                  <a:pt x="700" y="757"/>
                </a:lnTo>
                <a:close/>
                <a:moveTo>
                  <a:pt x="350" y="757"/>
                </a:moveTo>
                <a:lnTo>
                  <a:pt x="350" y="407"/>
                </a:lnTo>
                <a:lnTo>
                  <a:pt x="643" y="407"/>
                </a:lnTo>
                <a:lnTo>
                  <a:pt x="643" y="757"/>
                </a:lnTo>
                <a:lnTo>
                  <a:pt x="350" y="757"/>
                </a:lnTo>
                <a:close/>
                <a:moveTo>
                  <a:pt x="0" y="757"/>
                </a:moveTo>
                <a:lnTo>
                  <a:pt x="0" y="407"/>
                </a:lnTo>
                <a:lnTo>
                  <a:pt x="293" y="407"/>
                </a:lnTo>
                <a:lnTo>
                  <a:pt x="293" y="757"/>
                </a:lnTo>
                <a:lnTo>
                  <a:pt x="0" y="757"/>
                </a:lnTo>
                <a:close/>
                <a:moveTo>
                  <a:pt x="0" y="350"/>
                </a:moveTo>
                <a:lnTo>
                  <a:pt x="0" y="0"/>
                </a:lnTo>
                <a:lnTo>
                  <a:pt x="293" y="0"/>
                </a:lnTo>
                <a:lnTo>
                  <a:pt x="293" y="350"/>
                </a:lnTo>
                <a:lnTo>
                  <a:pt x="0" y="3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6445249" y="2429668"/>
            <a:ext cx="357188" cy="293688"/>
          </a:xfrm>
          <a:custGeom>
            <a:avLst/>
            <a:gdLst>
              <a:gd name="T0" fmla="*/ 292 w 993"/>
              <a:gd name="T1" fmla="*/ 0 h 816"/>
              <a:gd name="T2" fmla="*/ 992 w 993"/>
              <a:gd name="T3" fmla="*/ 0 h 816"/>
              <a:gd name="T4" fmla="*/ 992 w 993"/>
              <a:gd name="T5" fmla="*/ 233 h 816"/>
              <a:gd name="T6" fmla="*/ 292 w 993"/>
              <a:gd name="T7" fmla="*/ 233 h 816"/>
              <a:gd name="T8" fmla="*/ 292 w 993"/>
              <a:gd name="T9" fmla="*/ 0 h 816"/>
              <a:gd name="T10" fmla="*/ 292 w 993"/>
              <a:gd name="T11" fmla="*/ 815 h 816"/>
              <a:gd name="T12" fmla="*/ 292 w 993"/>
              <a:gd name="T13" fmla="*/ 583 h 816"/>
              <a:gd name="T14" fmla="*/ 992 w 993"/>
              <a:gd name="T15" fmla="*/ 583 h 816"/>
              <a:gd name="T16" fmla="*/ 992 w 993"/>
              <a:gd name="T17" fmla="*/ 815 h 816"/>
              <a:gd name="T18" fmla="*/ 292 w 993"/>
              <a:gd name="T19" fmla="*/ 815 h 816"/>
              <a:gd name="T20" fmla="*/ 292 w 993"/>
              <a:gd name="T21" fmla="*/ 525 h 816"/>
              <a:gd name="T22" fmla="*/ 292 w 993"/>
              <a:gd name="T23" fmla="*/ 290 h 816"/>
              <a:gd name="T24" fmla="*/ 992 w 993"/>
              <a:gd name="T25" fmla="*/ 290 h 816"/>
              <a:gd name="T26" fmla="*/ 992 w 993"/>
              <a:gd name="T27" fmla="*/ 525 h 816"/>
              <a:gd name="T28" fmla="*/ 292 w 993"/>
              <a:gd name="T29" fmla="*/ 525 h 816"/>
              <a:gd name="T30" fmla="*/ 0 w 993"/>
              <a:gd name="T31" fmla="*/ 233 h 816"/>
              <a:gd name="T32" fmla="*/ 0 w 993"/>
              <a:gd name="T33" fmla="*/ 0 h 816"/>
              <a:gd name="T34" fmla="*/ 235 w 993"/>
              <a:gd name="T35" fmla="*/ 0 h 816"/>
              <a:gd name="T36" fmla="*/ 235 w 993"/>
              <a:gd name="T37" fmla="*/ 233 h 816"/>
              <a:gd name="T38" fmla="*/ 0 w 993"/>
              <a:gd name="T39" fmla="*/ 233 h 816"/>
              <a:gd name="T40" fmla="*/ 0 w 993"/>
              <a:gd name="T41" fmla="*/ 815 h 816"/>
              <a:gd name="T42" fmla="*/ 0 w 993"/>
              <a:gd name="T43" fmla="*/ 583 h 816"/>
              <a:gd name="T44" fmla="*/ 235 w 993"/>
              <a:gd name="T45" fmla="*/ 583 h 816"/>
              <a:gd name="T46" fmla="*/ 235 w 993"/>
              <a:gd name="T47" fmla="*/ 815 h 816"/>
              <a:gd name="T48" fmla="*/ 0 w 993"/>
              <a:gd name="T49" fmla="*/ 815 h 816"/>
              <a:gd name="T50" fmla="*/ 0 w 993"/>
              <a:gd name="T51" fmla="*/ 525 h 816"/>
              <a:gd name="T52" fmla="*/ 0 w 993"/>
              <a:gd name="T53" fmla="*/ 290 h 816"/>
              <a:gd name="T54" fmla="*/ 235 w 993"/>
              <a:gd name="T55" fmla="*/ 290 h 816"/>
              <a:gd name="T56" fmla="*/ 235 w 993"/>
              <a:gd name="T57" fmla="*/ 525 h 816"/>
              <a:gd name="T58" fmla="*/ 0 w 993"/>
              <a:gd name="T59" fmla="*/ 525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993" h="816">
                <a:moveTo>
                  <a:pt x="292" y="0"/>
                </a:moveTo>
                <a:lnTo>
                  <a:pt x="992" y="0"/>
                </a:lnTo>
                <a:lnTo>
                  <a:pt x="992" y="233"/>
                </a:lnTo>
                <a:lnTo>
                  <a:pt x="292" y="233"/>
                </a:lnTo>
                <a:lnTo>
                  <a:pt x="292" y="0"/>
                </a:lnTo>
                <a:close/>
                <a:moveTo>
                  <a:pt x="292" y="815"/>
                </a:moveTo>
                <a:lnTo>
                  <a:pt x="292" y="583"/>
                </a:lnTo>
                <a:lnTo>
                  <a:pt x="992" y="583"/>
                </a:lnTo>
                <a:lnTo>
                  <a:pt x="992" y="815"/>
                </a:lnTo>
                <a:lnTo>
                  <a:pt x="292" y="815"/>
                </a:lnTo>
                <a:close/>
                <a:moveTo>
                  <a:pt x="292" y="525"/>
                </a:moveTo>
                <a:lnTo>
                  <a:pt x="292" y="290"/>
                </a:lnTo>
                <a:lnTo>
                  <a:pt x="992" y="290"/>
                </a:lnTo>
                <a:lnTo>
                  <a:pt x="992" y="525"/>
                </a:lnTo>
                <a:lnTo>
                  <a:pt x="292" y="525"/>
                </a:lnTo>
                <a:close/>
                <a:moveTo>
                  <a:pt x="0" y="233"/>
                </a:moveTo>
                <a:lnTo>
                  <a:pt x="0" y="0"/>
                </a:lnTo>
                <a:lnTo>
                  <a:pt x="235" y="0"/>
                </a:lnTo>
                <a:lnTo>
                  <a:pt x="235" y="233"/>
                </a:lnTo>
                <a:lnTo>
                  <a:pt x="0" y="233"/>
                </a:lnTo>
                <a:close/>
                <a:moveTo>
                  <a:pt x="0" y="815"/>
                </a:moveTo>
                <a:lnTo>
                  <a:pt x="0" y="583"/>
                </a:lnTo>
                <a:lnTo>
                  <a:pt x="235" y="583"/>
                </a:lnTo>
                <a:lnTo>
                  <a:pt x="235" y="815"/>
                </a:lnTo>
                <a:lnTo>
                  <a:pt x="0" y="815"/>
                </a:lnTo>
                <a:close/>
                <a:moveTo>
                  <a:pt x="0" y="525"/>
                </a:moveTo>
                <a:lnTo>
                  <a:pt x="0" y="290"/>
                </a:lnTo>
                <a:lnTo>
                  <a:pt x="235" y="290"/>
                </a:lnTo>
                <a:lnTo>
                  <a:pt x="235" y="525"/>
                </a:lnTo>
                <a:lnTo>
                  <a:pt x="0" y="52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29" name="Freeform 28"/>
          <p:cNvSpPr>
            <a:spLocks noChangeArrowheads="1"/>
          </p:cNvSpPr>
          <p:nvPr/>
        </p:nvSpPr>
        <p:spPr bwMode="auto">
          <a:xfrm>
            <a:off x="7534274" y="2429668"/>
            <a:ext cx="336550" cy="293688"/>
          </a:xfrm>
          <a:custGeom>
            <a:avLst/>
            <a:gdLst>
              <a:gd name="T0" fmla="*/ 0 w 936"/>
              <a:gd name="T1" fmla="*/ 0 h 816"/>
              <a:gd name="T2" fmla="*/ 935 w 936"/>
              <a:gd name="T3" fmla="*/ 0 h 816"/>
              <a:gd name="T4" fmla="*/ 935 w 936"/>
              <a:gd name="T5" fmla="*/ 115 h 816"/>
              <a:gd name="T6" fmla="*/ 0 w 936"/>
              <a:gd name="T7" fmla="*/ 115 h 816"/>
              <a:gd name="T8" fmla="*/ 0 w 936"/>
              <a:gd name="T9" fmla="*/ 0 h 816"/>
              <a:gd name="T10" fmla="*/ 0 w 936"/>
              <a:gd name="T11" fmla="*/ 350 h 816"/>
              <a:gd name="T12" fmla="*/ 0 w 936"/>
              <a:gd name="T13" fmla="*/ 233 h 816"/>
              <a:gd name="T14" fmla="*/ 935 w 936"/>
              <a:gd name="T15" fmla="*/ 233 h 816"/>
              <a:gd name="T16" fmla="*/ 935 w 936"/>
              <a:gd name="T17" fmla="*/ 350 h 816"/>
              <a:gd name="T18" fmla="*/ 0 w 936"/>
              <a:gd name="T19" fmla="*/ 350 h 816"/>
              <a:gd name="T20" fmla="*/ 0 w 936"/>
              <a:gd name="T21" fmla="*/ 815 h 816"/>
              <a:gd name="T22" fmla="*/ 0 w 936"/>
              <a:gd name="T23" fmla="*/ 700 h 816"/>
              <a:gd name="T24" fmla="*/ 935 w 936"/>
              <a:gd name="T25" fmla="*/ 700 h 816"/>
              <a:gd name="T26" fmla="*/ 935 w 936"/>
              <a:gd name="T27" fmla="*/ 815 h 816"/>
              <a:gd name="T28" fmla="*/ 0 w 936"/>
              <a:gd name="T29" fmla="*/ 815 h 816"/>
              <a:gd name="T30" fmla="*/ 0 w 936"/>
              <a:gd name="T31" fmla="*/ 583 h 816"/>
              <a:gd name="T32" fmla="*/ 0 w 936"/>
              <a:gd name="T33" fmla="*/ 465 h 816"/>
              <a:gd name="T34" fmla="*/ 935 w 936"/>
              <a:gd name="T35" fmla="*/ 465 h 816"/>
              <a:gd name="T36" fmla="*/ 935 w 936"/>
              <a:gd name="T37" fmla="*/ 583 h 816"/>
              <a:gd name="T38" fmla="*/ 0 w 936"/>
              <a:gd name="T39" fmla="*/ 583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36" h="816">
                <a:moveTo>
                  <a:pt x="0" y="0"/>
                </a:moveTo>
                <a:lnTo>
                  <a:pt x="935" y="0"/>
                </a:lnTo>
                <a:lnTo>
                  <a:pt x="935" y="115"/>
                </a:lnTo>
                <a:lnTo>
                  <a:pt x="0" y="115"/>
                </a:lnTo>
                <a:lnTo>
                  <a:pt x="0" y="0"/>
                </a:lnTo>
                <a:close/>
                <a:moveTo>
                  <a:pt x="0" y="350"/>
                </a:moveTo>
                <a:lnTo>
                  <a:pt x="0" y="233"/>
                </a:lnTo>
                <a:lnTo>
                  <a:pt x="935" y="233"/>
                </a:lnTo>
                <a:lnTo>
                  <a:pt x="935" y="350"/>
                </a:lnTo>
                <a:lnTo>
                  <a:pt x="0" y="350"/>
                </a:lnTo>
                <a:close/>
                <a:moveTo>
                  <a:pt x="0" y="815"/>
                </a:moveTo>
                <a:lnTo>
                  <a:pt x="0" y="700"/>
                </a:lnTo>
                <a:lnTo>
                  <a:pt x="935" y="700"/>
                </a:lnTo>
                <a:lnTo>
                  <a:pt x="935" y="815"/>
                </a:lnTo>
                <a:lnTo>
                  <a:pt x="0" y="815"/>
                </a:lnTo>
                <a:close/>
                <a:moveTo>
                  <a:pt x="0" y="583"/>
                </a:moveTo>
                <a:lnTo>
                  <a:pt x="0" y="465"/>
                </a:lnTo>
                <a:lnTo>
                  <a:pt x="935" y="465"/>
                </a:lnTo>
                <a:lnTo>
                  <a:pt x="935" y="583"/>
                </a:lnTo>
                <a:lnTo>
                  <a:pt x="0" y="58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0" name="Freeform 29"/>
          <p:cNvSpPr>
            <a:spLocks noChangeArrowheads="1"/>
          </p:cNvSpPr>
          <p:nvPr/>
        </p:nvSpPr>
        <p:spPr bwMode="auto">
          <a:xfrm>
            <a:off x="8580437" y="2386808"/>
            <a:ext cx="398462" cy="377825"/>
          </a:xfrm>
          <a:custGeom>
            <a:avLst/>
            <a:gdLst>
              <a:gd name="T0" fmla="*/ 0 w 1108"/>
              <a:gd name="T1" fmla="*/ 0 h 1051"/>
              <a:gd name="T2" fmla="*/ 1107 w 1108"/>
              <a:gd name="T3" fmla="*/ 0 h 1051"/>
              <a:gd name="T4" fmla="*/ 1107 w 1108"/>
              <a:gd name="T5" fmla="*/ 175 h 1051"/>
              <a:gd name="T6" fmla="*/ 0 w 1108"/>
              <a:gd name="T7" fmla="*/ 175 h 1051"/>
              <a:gd name="T8" fmla="*/ 0 w 1108"/>
              <a:gd name="T9" fmla="*/ 0 h 1051"/>
              <a:gd name="T10" fmla="*/ 1050 w 1108"/>
              <a:gd name="T11" fmla="*/ 292 h 1051"/>
              <a:gd name="T12" fmla="*/ 1107 w 1108"/>
              <a:gd name="T13" fmla="*/ 350 h 1051"/>
              <a:gd name="T14" fmla="*/ 1107 w 1108"/>
              <a:gd name="T15" fmla="*/ 700 h 1051"/>
              <a:gd name="T16" fmla="*/ 1050 w 1108"/>
              <a:gd name="T17" fmla="*/ 757 h 1051"/>
              <a:gd name="T18" fmla="*/ 57 w 1108"/>
              <a:gd name="T19" fmla="*/ 757 h 1051"/>
              <a:gd name="T20" fmla="*/ 0 w 1108"/>
              <a:gd name="T21" fmla="*/ 700 h 1051"/>
              <a:gd name="T22" fmla="*/ 0 w 1108"/>
              <a:gd name="T23" fmla="*/ 350 h 1051"/>
              <a:gd name="T24" fmla="*/ 57 w 1108"/>
              <a:gd name="T25" fmla="*/ 292 h 1051"/>
              <a:gd name="T26" fmla="*/ 1050 w 1108"/>
              <a:gd name="T27" fmla="*/ 292 h 1051"/>
              <a:gd name="T28" fmla="*/ 0 w 1108"/>
              <a:gd name="T29" fmla="*/ 1050 h 1051"/>
              <a:gd name="T30" fmla="*/ 0 w 1108"/>
              <a:gd name="T31" fmla="*/ 875 h 1051"/>
              <a:gd name="T32" fmla="*/ 1107 w 1108"/>
              <a:gd name="T33" fmla="*/ 875 h 1051"/>
              <a:gd name="T34" fmla="*/ 1107 w 1108"/>
              <a:gd name="T35" fmla="*/ 1050 h 1051"/>
              <a:gd name="T36" fmla="*/ 0 w 1108"/>
              <a:gd name="T37" fmla="*/ 105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08" h="1051">
                <a:moveTo>
                  <a:pt x="0" y="0"/>
                </a:moveTo>
                <a:lnTo>
                  <a:pt x="1107" y="0"/>
                </a:lnTo>
                <a:lnTo>
                  <a:pt x="1107" y="175"/>
                </a:lnTo>
                <a:lnTo>
                  <a:pt x="0" y="175"/>
                </a:lnTo>
                <a:lnTo>
                  <a:pt x="0" y="0"/>
                </a:lnTo>
                <a:close/>
                <a:moveTo>
                  <a:pt x="1050" y="292"/>
                </a:moveTo>
                <a:cubicBezTo>
                  <a:pt x="1083" y="292"/>
                  <a:pt x="1107" y="317"/>
                  <a:pt x="1107" y="350"/>
                </a:cubicBezTo>
                <a:lnTo>
                  <a:pt x="1107" y="700"/>
                </a:lnTo>
                <a:cubicBezTo>
                  <a:pt x="1107" y="732"/>
                  <a:pt x="1083" y="757"/>
                  <a:pt x="1050" y="757"/>
                </a:cubicBezTo>
                <a:lnTo>
                  <a:pt x="57" y="757"/>
                </a:lnTo>
                <a:cubicBezTo>
                  <a:pt x="25" y="757"/>
                  <a:pt x="0" y="732"/>
                  <a:pt x="0" y="700"/>
                </a:cubicBezTo>
                <a:lnTo>
                  <a:pt x="0" y="350"/>
                </a:lnTo>
                <a:cubicBezTo>
                  <a:pt x="0" y="317"/>
                  <a:pt x="25" y="292"/>
                  <a:pt x="57" y="292"/>
                </a:cubicBezTo>
                <a:lnTo>
                  <a:pt x="1050" y="292"/>
                </a:lnTo>
                <a:close/>
                <a:moveTo>
                  <a:pt x="0" y="1050"/>
                </a:moveTo>
                <a:lnTo>
                  <a:pt x="0" y="875"/>
                </a:lnTo>
                <a:lnTo>
                  <a:pt x="1107" y="875"/>
                </a:lnTo>
                <a:lnTo>
                  <a:pt x="1107" y="1050"/>
                </a:lnTo>
                <a:lnTo>
                  <a:pt x="0" y="105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1" name="Freeform 30"/>
          <p:cNvSpPr>
            <a:spLocks noChangeArrowheads="1"/>
          </p:cNvSpPr>
          <p:nvPr/>
        </p:nvSpPr>
        <p:spPr bwMode="auto">
          <a:xfrm>
            <a:off x="9658351" y="2429668"/>
            <a:ext cx="398463" cy="293688"/>
          </a:xfrm>
          <a:custGeom>
            <a:avLst/>
            <a:gdLst>
              <a:gd name="T0" fmla="*/ 0 w 1109"/>
              <a:gd name="T1" fmla="*/ 0 h 816"/>
              <a:gd name="T2" fmla="*/ 1108 w 1109"/>
              <a:gd name="T3" fmla="*/ 0 h 816"/>
              <a:gd name="T4" fmla="*/ 1108 w 1109"/>
              <a:gd name="T5" fmla="*/ 350 h 816"/>
              <a:gd name="T6" fmla="*/ 0 w 1109"/>
              <a:gd name="T7" fmla="*/ 350 h 816"/>
              <a:gd name="T8" fmla="*/ 0 w 1109"/>
              <a:gd name="T9" fmla="*/ 0 h 816"/>
              <a:gd name="T10" fmla="*/ 408 w 1109"/>
              <a:gd name="T11" fmla="*/ 815 h 816"/>
              <a:gd name="T12" fmla="*/ 408 w 1109"/>
              <a:gd name="T13" fmla="*/ 408 h 816"/>
              <a:gd name="T14" fmla="*/ 1108 w 1109"/>
              <a:gd name="T15" fmla="*/ 408 h 816"/>
              <a:gd name="T16" fmla="*/ 1108 w 1109"/>
              <a:gd name="T17" fmla="*/ 815 h 816"/>
              <a:gd name="T18" fmla="*/ 408 w 1109"/>
              <a:gd name="T19" fmla="*/ 815 h 816"/>
              <a:gd name="T20" fmla="*/ 0 w 1109"/>
              <a:gd name="T21" fmla="*/ 815 h 816"/>
              <a:gd name="T22" fmla="*/ 0 w 1109"/>
              <a:gd name="T23" fmla="*/ 408 h 816"/>
              <a:gd name="T24" fmla="*/ 350 w 1109"/>
              <a:gd name="T25" fmla="*/ 408 h 816"/>
              <a:gd name="T26" fmla="*/ 350 w 1109"/>
              <a:gd name="T27" fmla="*/ 815 h 816"/>
              <a:gd name="T28" fmla="*/ 0 w 1109"/>
              <a:gd name="T29" fmla="*/ 815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09" h="816">
                <a:moveTo>
                  <a:pt x="0" y="0"/>
                </a:moveTo>
                <a:lnTo>
                  <a:pt x="1108" y="0"/>
                </a:lnTo>
                <a:lnTo>
                  <a:pt x="1108" y="350"/>
                </a:lnTo>
                <a:lnTo>
                  <a:pt x="0" y="350"/>
                </a:lnTo>
                <a:lnTo>
                  <a:pt x="0" y="0"/>
                </a:lnTo>
                <a:close/>
                <a:moveTo>
                  <a:pt x="408" y="815"/>
                </a:moveTo>
                <a:lnTo>
                  <a:pt x="408" y="408"/>
                </a:lnTo>
                <a:lnTo>
                  <a:pt x="1108" y="408"/>
                </a:lnTo>
                <a:lnTo>
                  <a:pt x="1108" y="815"/>
                </a:lnTo>
                <a:lnTo>
                  <a:pt x="408" y="815"/>
                </a:lnTo>
                <a:close/>
                <a:moveTo>
                  <a:pt x="0" y="815"/>
                </a:moveTo>
                <a:lnTo>
                  <a:pt x="0" y="408"/>
                </a:lnTo>
                <a:lnTo>
                  <a:pt x="350" y="408"/>
                </a:lnTo>
                <a:lnTo>
                  <a:pt x="350" y="815"/>
                </a:lnTo>
                <a:lnTo>
                  <a:pt x="0" y="8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2" name="Freeform 31"/>
          <p:cNvSpPr>
            <a:spLocks noChangeArrowheads="1"/>
          </p:cNvSpPr>
          <p:nvPr/>
        </p:nvSpPr>
        <p:spPr bwMode="auto">
          <a:xfrm>
            <a:off x="10736262" y="2429668"/>
            <a:ext cx="398462" cy="293688"/>
          </a:xfrm>
          <a:custGeom>
            <a:avLst/>
            <a:gdLst>
              <a:gd name="T0" fmla="*/ 875 w 1108"/>
              <a:gd name="T1" fmla="*/ 0 h 816"/>
              <a:gd name="T2" fmla="*/ 1107 w 1108"/>
              <a:gd name="T3" fmla="*/ 0 h 816"/>
              <a:gd name="T4" fmla="*/ 1107 w 1108"/>
              <a:gd name="T5" fmla="*/ 233 h 816"/>
              <a:gd name="T6" fmla="*/ 875 w 1108"/>
              <a:gd name="T7" fmla="*/ 233 h 816"/>
              <a:gd name="T8" fmla="*/ 875 w 1108"/>
              <a:gd name="T9" fmla="*/ 0 h 816"/>
              <a:gd name="T10" fmla="*/ 875 w 1108"/>
              <a:gd name="T11" fmla="*/ 815 h 816"/>
              <a:gd name="T12" fmla="*/ 875 w 1108"/>
              <a:gd name="T13" fmla="*/ 583 h 816"/>
              <a:gd name="T14" fmla="*/ 1107 w 1108"/>
              <a:gd name="T15" fmla="*/ 583 h 816"/>
              <a:gd name="T16" fmla="*/ 1107 w 1108"/>
              <a:gd name="T17" fmla="*/ 815 h 816"/>
              <a:gd name="T18" fmla="*/ 875 w 1108"/>
              <a:gd name="T19" fmla="*/ 815 h 816"/>
              <a:gd name="T20" fmla="*/ 582 w 1108"/>
              <a:gd name="T21" fmla="*/ 815 h 816"/>
              <a:gd name="T22" fmla="*/ 582 w 1108"/>
              <a:gd name="T23" fmla="*/ 583 h 816"/>
              <a:gd name="T24" fmla="*/ 817 w 1108"/>
              <a:gd name="T25" fmla="*/ 583 h 816"/>
              <a:gd name="T26" fmla="*/ 817 w 1108"/>
              <a:gd name="T27" fmla="*/ 815 h 816"/>
              <a:gd name="T28" fmla="*/ 582 w 1108"/>
              <a:gd name="T29" fmla="*/ 815 h 816"/>
              <a:gd name="T30" fmla="*/ 292 w 1108"/>
              <a:gd name="T31" fmla="*/ 815 h 816"/>
              <a:gd name="T32" fmla="*/ 292 w 1108"/>
              <a:gd name="T33" fmla="*/ 583 h 816"/>
              <a:gd name="T34" fmla="*/ 525 w 1108"/>
              <a:gd name="T35" fmla="*/ 583 h 816"/>
              <a:gd name="T36" fmla="*/ 525 w 1108"/>
              <a:gd name="T37" fmla="*/ 815 h 816"/>
              <a:gd name="T38" fmla="*/ 292 w 1108"/>
              <a:gd name="T39" fmla="*/ 815 h 816"/>
              <a:gd name="T40" fmla="*/ 0 w 1108"/>
              <a:gd name="T41" fmla="*/ 815 h 816"/>
              <a:gd name="T42" fmla="*/ 0 w 1108"/>
              <a:gd name="T43" fmla="*/ 583 h 816"/>
              <a:gd name="T44" fmla="*/ 232 w 1108"/>
              <a:gd name="T45" fmla="*/ 583 h 816"/>
              <a:gd name="T46" fmla="*/ 232 w 1108"/>
              <a:gd name="T47" fmla="*/ 815 h 816"/>
              <a:gd name="T48" fmla="*/ 0 w 1108"/>
              <a:gd name="T49" fmla="*/ 815 h 816"/>
              <a:gd name="T50" fmla="*/ 875 w 1108"/>
              <a:gd name="T51" fmla="*/ 525 h 816"/>
              <a:gd name="T52" fmla="*/ 875 w 1108"/>
              <a:gd name="T53" fmla="*/ 290 h 816"/>
              <a:gd name="T54" fmla="*/ 1107 w 1108"/>
              <a:gd name="T55" fmla="*/ 290 h 816"/>
              <a:gd name="T56" fmla="*/ 1107 w 1108"/>
              <a:gd name="T57" fmla="*/ 525 h 816"/>
              <a:gd name="T58" fmla="*/ 875 w 1108"/>
              <a:gd name="T59" fmla="*/ 525 h 816"/>
              <a:gd name="T60" fmla="*/ 582 w 1108"/>
              <a:gd name="T61" fmla="*/ 0 h 816"/>
              <a:gd name="T62" fmla="*/ 817 w 1108"/>
              <a:gd name="T63" fmla="*/ 0 h 816"/>
              <a:gd name="T64" fmla="*/ 817 w 1108"/>
              <a:gd name="T65" fmla="*/ 233 h 816"/>
              <a:gd name="T66" fmla="*/ 582 w 1108"/>
              <a:gd name="T67" fmla="*/ 233 h 816"/>
              <a:gd name="T68" fmla="*/ 582 w 1108"/>
              <a:gd name="T69" fmla="*/ 0 h 816"/>
              <a:gd name="T70" fmla="*/ 292 w 1108"/>
              <a:gd name="T71" fmla="*/ 233 h 816"/>
              <a:gd name="T72" fmla="*/ 292 w 1108"/>
              <a:gd name="T73" fmla="*/ 0 h 816"/>
              <a:gd name="T74" fmla="*/ 525 w 1108"/>
              <a:gd name="T75" fmla="*/ 0 h 816"/>
              <a:gd name="T76" fmla="*/ 525 w 1108"/>
              <a:gd name="T77" fmla="*/ 233 h 816"/>
              <a:gd name="T78" fmla="*/ 292 w 1108"/>
              <a:gd name="T79" fmla="*/ 233 h 816"/>
              <a:gd name="T80" fmla="*/ 582 w 1108"/>
              <a:gd name="T81" fmla="*/ 525 h 816"/>
              <a:gd name="T82" fmla="*/ 582 w 1108"/>
              <a:gd name="T83" fmla="*/ 290 h 816"/>
              <a:gd name="T84" fmla="*/ 817 w 1108"/>
              <a:gd name="T85" fmla="*/ 290 h 816"/>
              <a:gd name="T86" fmla="*/ 817 w 1108"/>
              <a:gd name="T87" fmla="*/ 525 h 816"/>
              <a:gd name="T88" fmla="*/ 582 w 1108"/>
              <a:gd name="T89" fmla="*/ 525 h 816"/>
              <a:gd name="T90" fmla="*/ 292 w 1108"/>
              <a:gd name="T91" fmla="*/ 525 h 816"/>
              <a:gd name="T92" fmla="*/ 292 w 1108"/>
              <a:gd name="T93" fmla="*/ 290 h 816"/>
              <a:gd name="T94" fmla="*/ 525 w 1108"/>
              <a:gd name="T95" fmla="*/ 290 h 816"/>
              <a:gd name="T96" fmla="*/ 525 w 1108"/>
              <a:gd name="T97" fmla="*/ 525 h 816"/>
              <a:gd name="T98" fmla="*/ 292 w 1108"/>
              <a:gd name="T99" fmla="*/ 525 h 816"/>
              <a:gd name="T100" fmla="*/ 0 w 1108"/>
              <a:gd name="T101" fmla="*/ 525 h 816"/>
              <a:gd name="T102" fmla="*/ 0 w 1108"/>
              <a:gd name="T103" fmla="*/ 290 h 816"/>
              <a:gd name="T104" fmla="*/ 232 w 1108"/>
              <a:gd name="T105" fmla="*/ 290 h 816"/>
              <a:gd name="T106" fmla="*/ 232 w 1108"/>
              <a:gd name="T107" fmla="*/ 525 h 816"/>
              <a:gd name="T108" fmla="*/ 0 w 1108"/>
              <a:gd name="T109" fmla="*/ 525 h 816"/>
              <a:gd name="T110" fmla="*/ 0 w 1108"/>
              <a:gd name="T111" fmla="*/ 233 h 816"/>
              <a:gd name="T112" fmla="*/ 0 w 1108"/>
              <a:gd name="T113" fmla="*/ 0 h 816"/>
              <a:gd name="T114" fmla="*/ 232 w 1108"/>
              <a:gd name="T115" fmla="*/ 0 h 816"/>
              <a:gd name="T116" fmla="*/ 232 w 1108"/>
              <a:gd name="T117" fmla="*/ 233 h 816"/>
              <a:gd name="T118" fmla="*/ 0 w 1108"/>
              <a:gd name="T119" fmla="*/ 233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08" h="816">
                <a:moveTo>
                  <a:pt x="875" y="0"/>
                </a:moveTo>
                <a:lnTo>
                  <a:pt x="1107" y="0"/>
                </a:lnTo>
                <a:lnTo>
                  <a:pt x="1107" y="233"/>
                </a:lnTo>
                <a:lnTo>
                  <a:pt x="875" y="233"/>
                </a:lnTo>
                <a:lnTo>
                  <a:pt x="875" y="0"/>
                </a:lnTo>
                <a:close/>
                <a:moveTo>
                  <a:pt x="875" y="815"/>
                </a:moveTo>
                <a:lnTo>
                  <a:pt x="875" y="583"/>
                </a:lnTo>
                <a:lnTo>
                  <a:pt x="1107" y="583"/>
                </a:lnTo>
                <a:lnTo>
                  <a:pt x="1107" y="815"/>
                </a:lnTo>
                <a:lnTo>
                  <a:pt x="875" y="815"/>
                </a:lnTo>
                <a:close/>
                <a:moveTo>
                  <a:pt x="582" y="815"/>
                </a:moveTo>
                <a:lnTo>
                  <a:pt x="582" y="583"/>
                </a:lnTo>
                <a:lnTo>
                  <a:pt x="817" y="583"/>
                </a:lnTo>
                <a:lnTo>
                  <a:pt x="817" y="815"/>
                </a:lnTo>
                <a:lnTo>
                  <a:pt x="582" y="815"/>
                </a:lnTo>
                <a:close/>
                <a:moveTo>
                  <a:pt x="292" y="815"/>
                </a:moveTo>
                <a:lnTo>
                  <a:pt x="292" y="583"/>
                </a:lnTo>
                <a:lnTo>
                  <a:pt x="525" y="583"/>
                </a:lnTo>
                <a:lnTo>
                  <a:pt x="525" y="815"/>
                </a:lnTo>
                <a:lnTo>
                  <a:pt x="292" y="815"/>
                </a:lnTo>
                <a:close/>
                <a:moveTo>
                  <a:pt x="0" y="815"/>
                </a:moveTo>
                <a:lnTo>
                  <a:pt x="0" y="583"/>
                </a:lnTo>
                <a:lnTo>
                  <a:pt x="232" y="583"/>
                </a:lnTo>
                <a:lnTo>
                  <a:pt x="232" y="815"/>
                </a:lnTo>
                <a:lnTo>
                  <a:pt x="0" y="815"/>
                </a:lnTo>
                <a:close/>
                <a:moveTo>
                  <a:pt x="875" y="525"/>
                </a:moveTo>
                <a:lnTo>
                  <a:pt x="875" y="290"/>
                </a:lnTo>
                <a:lnTo>
                  <a:pt x="1107" y="290"/>
                </a:lnTo>
                <a:lnTo>
                  <a:pt x="1107" y="525"/>
                </a:lnTo>
                <a:lnTo>
                  <a:pt x="875" y="525"/>
                </a:lnTo>
                <a:close/>
                <a:moveTo>
                  <a:pt x="582" y="0"/>
                </a:moveTo>
                <a:lnTo>
                  <a:pt x="817" y="0"/>
                </a:lnTo>
                <a:lnTo>
                  <a:pt x="817" y="233"/>
                </a:lnTo>
                <a:lnTo>
                  <a:pt x="582" y="233"/>
                </a:lnTo>
                <a:lnTo>
                  <a:pt x="582" y="0"/>
                </a:lnTo>
                <a:close/>
                <a:moveTo>
                  <a:pt x="292" y="233"/>
                </a:moveTo>
                <a:lnTo>
                  <a:pt x="292" y="0"/>
                </a:lnTo>
                <a:lnTo>
                  <a:pt x="525" y="0"/>
                </a:lnTo>
                <a:lnTo>
                  <a:pt x="525" y="233"/>
                </a:lnTo>
                <a:lnTo>
                  <a:pt x="292" y="233"/>
                </a:lnTo>
                <a:close/>
                <a:moveTo>
                  <a:pt x="582" y="525"/>
                </a:moveTo>
                <a:lnTo>
                  <a:pt x="582" y="290"/>
                </a:lnTo>
                <a:lnTo>
                  <a:pt x="817" y="290"/>
                </a:lnTo>
                <a:lnTo>
                  <a:pt x="817" y="525"/>
                </a:lnTo>
                <a:lnTo>
                  <a:pt x="582" y="525"/>
                </a:lnTo>
                <a:close/>
                <a:moveTo>
                  <a:pt x="292" y="525"/>
                </a:moveTo>
                <a:lnTo>
                  <a:pt x="292" y="290"/>
                </a:lnTo>
                <a:lnTo>
                  <a:pt x="525" y="290"/>
                </a:lnTo>
                <a:lnTo>
                  <a:pt x="525" y="525"/>
                </a:lnTo>
                <a:lnTo>
                  <a:pt x="292" y="525"/>
                </a:lnTo>
                <a:close/>
                <a:moveTo>
                  <a:pt x="0" y="525"/>
                </a:moveTo>
                <a:lnTo>
                  <a:pt x="0" y="290"/>
                </a:lnTo>
                <a:lnTo>
                  <a:pt x="232" y="290"/>
                </a:lnTo>
                <a:lnTo>
                  <a:pt x="232" y="525"/>
                </a:lnTo>
                <a:lnTo>
                  <a:pt x="0" y="525"/>
                </a:lnTo>
                <a:close/>
                <a:moveTo>
                  <a:pt x="0" y="233"/>
                </a:moveTo>
                <a:lnTo>
                  <a:pt x="0" y="0"/>
                </a:lnTo>
                <a:lnTo>
                  <a:pt x="232" y="0"/>
                </a:lnTo>
                <a:lnTo>
                  <a:pt x="232" y="233"/>
                </a:lnTo>
                <a:lnTo>
                  <a:pt x="0" y="2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3" name="Freeform 32"/>
          <p:cNvSpPr>
            <a:spLocks noChangeArrowheads="1"/>
          </p:cNvSpPr>
          <p:nvPr/>
        </p:nvSpPr>
        <p:spPr bwMode="auto">
          <a:xfrm>
            <a:off x="1055687" y="3261520"/>
            <a:ext cx="463550" cy="377825"/>
          </a:xfrm>
          <a:custGeom>
            <a:avLst/>
            <a:gdLst>
              <a:gd name="T0" fmla="*/ 643 w 1286"/>
              <a:gd name="T1" fmla="*/ 874 h 1050"/>
              <a:gd name="T2" fmla="*/ 1110 w 1286"/>
              <a:gd name="T3" fmla="*/ 524 h 1050"/>
              <a:gd name="T4" fmla="*/ 643 w 1286"/>
              <a:gd name="T5" fmla="*/ 175 h 1050"/>
              <a:gd name="T6" fmla="*/ 175 w 1286"/>
              <a:gd name="T7" fmla="*/ 524 h 1050"/>
              <a:gd name="T8" fmla="*/ 643 w 1286"/>
              <a:gd name="T9" fmla="*/ 874 h 1050"/>
              <a:gd name="T10" fmla="*/ 1285 w 1286"/>
              <a:gd name="T11" fmla="*/ 117 h 1050"/>
              <a:gd name="T12" fmla="*/ 1285 w 1286"/>
              <a:gd name="T13" fmla="*/ 931 h 1050"/>
              <a:gd name="T14" fmla="*/ 1168 w 1286"/>
              <a:gd name="T15" fmla="*/ 1049 h 1050"/>
              <a:gd name="T16" fmla="*/ 118 w 1286"/>
              <a:gd name="T17" fmla="*/ 1049 h 1050"/>
              <a:gd name="T18" fmla="*/ 0 w 1286"/>
              <a:gd name="T19" fmla="*/ 931 h 1050"/>
              <a:gd name="T20" fmla="*/ 0 w 1286"/>
              <a:gd name="T21" fmla="*/ 117 h 1050"/>
              <a:gd name="T22" fmla="*/ 118 w 1286"/>
              <a:gd name="T23" fmla="*/ 0 h 1050"/>
              <a:gd name="T24" fmla="*/ 1168 w 1286"/>
              <a:gd name="T25" fmla="*/ 0 h 1050"/>
              <a:gd name="T26" fmla="*/ 1285 w 1286"/>
              <a:gd name="T27" fmla="*/ 117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1050">
                <a:moveTo>
                  <a:pt x="643" y="874"/>
                </a:moveTo>
                <a:cubicBezTo>
                  <a:pt x="900" y="874"/>
                  <a:pt x="1110" y="718"/>
                  <a:pt x="1110" y="524"/>
                </a:cubicBezTo>
                <a:cubicBezTo>
                  <a:pt x="1110" y="331"/>
                  <a:pt x="900" y="175"/>
                  <a:pt x="643" y="175"/>
                </a:cubicBezTo>
                <a:cubicBezTo>
                  <a:pt x="386" y="175"/>
                  <a:pt x="175" y="331"/>
                  <a:pt x="175" y="524"/>
                </a:cubicBezTo>
                <a:cubicBezTo>
                  <a:pt x="175" y="718"/>
                  <a:pt x="386" y="874"/>
                  <a:pt x="643" y="874"/>
                </a:cubicBezTo>
                <a:close/>
                <a:moveTo>
                  <a:pt x="1285" y="117"/>
                </a:moveTo>
                <a:lnTo>
                  <a:pt x="1285" y="931"/>
                </a:lnTo>
                <a:cubicBezTo>
                  <a:pt x="1285" y="994"/>
                  <a:pt x="1230" y="1049"/>
                  <a:pt x="1168" y="1049"/>
                </a:cubicBezTo>
                <a:lnTo>
                  <a:pt x="118" y="1049"/>
                </a:lnTo>
                <a:cubicBezTo>
                  <a:pt x="55" y="1049"/>
                  <a:pt x="0" y="994"/>
                  <a:pt x="0" y="931"/>
                </a:cubicBezTo>
                <a:lnTo>
                  <a:pt x="0" y="117"/>
                </a:lnTo>
                <a:cubicBezTo>
                  <a:pt x="0" y="55"/>
                  <a:pt x="55" y="0"/>
                  <a:pt x="118" y="0"/>
                </a:cubicBezTo>
                <a:lnTo>
                  <a:pt x="1168" y="0"/>
                </a:lnTo>
                <a:cubicBezTo>
                  <a:pt x="1230" y="0"/>
                  <a:pt x="1285" y="55"/>
                  <a:pt x="1285" y="11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2124074" y="3325019"/>
            <a:ext cx="463550" cy="252412"/>
          </a:xfrm>
          <a:custGeom>
            <a:avLst/>
            <a:gdLst>
              <a:gd name="T0" fmla="*/ 350 w 1287"/>
              <a:gd name="T1" fmla="*/ 466 h 700"/>
              <a:gd name="T2" fmla="*/ 468 w 1287"/>
              <a:gd name="T3" fmla="*/ 349 h 700"/>
              <a:gd name="T4" fmla="*/ 350 w 1287"/>
              <a:gd name="T5" fmla="*/ 232 h 700"/>
              <a:gd name="T6" fmla="*/ 236 w 1287"/>
              <a:gd name="T7" fmla="*/ 349 h 700"/>
              <a:gd name="T8" fmla="*/ 350 w 1287"/>
              <a:gd name="T9" fmla="*/ 466 h 700"/>
              <a:gd name="T10" fmla="*/ 681 w 1287"/>
              <a:gd name="T11" fmla="*/ 232 h 700"/>
              <a:gd name="T12" fmla="*/ 1286 w 1287"/>
              <a:gd name="T13" fmla="*/ 232 h 700"/>
              <a:gd name="T14" fmla="*/ 1286 w 1287"/>
              <a:gd name="T15" fmla="*/ 466 h 700"/>
              <a:gd name="T16" fmla="*/ 1168 w 1287"/>
              <a:gd name="T17" fmla="*/ 466 h 700"/>
              <a:gd name="T18" fmla="*/ 1168 w 1287"/>
              <a:gd name="T19" fmla="*/ 699 h 700"/>
              <a:gd name="T20" fmla="*/ 936 w 1287"/>
              <a:gd name="T21" fmla="*/ 699 h 700"/>
              <a:gd name="T22" fmla="*/ 936 w 1287"/>
              <a:gd name="T23" fmla="*/ 466 h 700"/>
              <a:gd name="T24" fmla="*/ 681 w 1287"/>
              <a:gd name="T25" fmla="*/ 466 h 700"/>
              <a:gd name="T26" fmla="*/ 350 w 1287"/>
              <a:gd name="T27" fmla="*/ 699 h 700"/>
              <a:gd name="T28" fmla="*/ 0 w 1287"/>
              <a:gd name="T29" fmla="*/ 349 h 700"/>
              <a:gd name="T30" fmla="*/ 350 w 1287"/>
              <a:gd name="T31" fmla="*/ 0 h 700"/>
              <a:gd name="T32" fmla="*/ 681 w 1287"/>
              <a:gd name="T33" fmla="*/ 232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87" h="700">
                <a:moveTo>
                  <a:pt x="350" y="466"/>
                </a:moveTo>
                <a:cubicBezTo>
                  <a:pt x="413" y="466"/>
                  <a:pt x="468" y="412"/>
                  <a:pt x="468" y="349"/>
                </a:cubicBezTo>
                <a:cubicBezTo>
                  <a:pt x="468" y="287"/>
                  <a:pt x="413" y="232"/>
                  <a:pt x="350" y="232"/>
                </a:cubicBezTo>
                <a:cubicBezTo>
                  <a:pt x="287" y="232"/>
                  <a:pt x="236" y="287"/>
                  <a:pt x="236" y="349"/>
                </a:cubicBezTo>
                <a:cubicBezTo>
                  <a:pt x="236" y="412"/>
                  <a:pt x="287" y="466"/>
                  <a:pt x="350" y="466"/>
                </a:cubicBezTo>
                <a:close/>
                <a:moveTo>
                  <a:pt x="681" y="232"/>
                </a:moveTo>
                <a:lnTo>
                  <a:pt x="1286" y="232"/>
                </a:lnTo>
                <a:lnTo>
                  <a:pt x="1286" y="466"/>
                </a:lnTo>
                <a:lnTo>
                  <a:pt x="1168" y="466"/>
                </a:lnTo>
                <a:lnTo>
                  <a:pt x="1168" y="699"/>
                </a:lnTo>
                <a:lnTo>
                  <a:pt x="936" y="699"/>
                </a:lnTo>
                <a:lnTo>
                  <a:pt x="936" y="466"/>
                </a:lnTo>
                <a:lnTo>
                  <a:pt x="681" y="466"/>
                </a:lnTo>
                <a:cubicBezTo>
                  <a:pt x="635" y="603"/>
                  <a:pt x="503" y="699"/>
                  <a:pt x="350" y="699"/>
                </a:cubicBezTo>
                <a:cubicBezTo>
                  <a:pt x="156" y="699"/>
                  <a:pt x="0" y="543"/>
                  <a:pt x="0" y="349"/>
                </a:cubicBezTo>
                <a:cubicBezTo>
                  <a:pt x="0" y="156"/>
                  <a:pt x="156" y="0"/>
                  <a:pt x="350" y="0"/>
                </a:cubicBezTo>
                <a:cubicBezTo>
                  <a:pt x="503" y="0"/>
                  <a:pt x="635" y="96"/>
                  <a:pt x="681" y="232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3235326" y="3266281"/>
            <a:ext cx="377825" cy="368300"/>
          </a:xfrm>
          <a:custGeom>
            <a:avLst/>
            <a:gdLst>
              <a:gd name="T0" fmla="*/ 643 w 1051"/>
              <a:gd name="T1" fmla="*/ 0 h 1022"/>
              <a:gd name="T2" fmla="*/ 1050 w 1051"/>
              <a:gd name="T3" fmla="*/ 510 h 1022"/>
              <a:gd name="T4" fmla="*/ 643 w 1051"/>
              <a:gd name="T5" fmla="*/ 1021 h 1022"/>
              <a:gd name="T6" fmla="*/ 643 w 1051"/>
              <a:gd name="T7" fmla="*/ 901 h 1022"/>
              <a:gd name="T8" fmla="*/ 933 w 1051"/>
              <a:gd name="T9" fmla="*/ 510 h 1022"/>
              <a:gd name="T10" fmla="*/ 643 w 1051"/>
              <a:gd name="T11" fmla="*/ 120 h 1022"/>
              <a:gd name="T12" fmla="*/ 643 w 1051"/>
              <a:gd name="T13" fmla="*/ 0 h 1022"/>
              <a:gd name="T14" fmla="*/ 788 w 1051"/>
              <a:gd name="T15" fmla="*/ 510 h 1022"/>
              <a:gd name="T16" fmla="*/ 643 w 1051"/>
              <a:gd name="T17" fmla="*/ 745 h 1022"/>
              <a:gd name="T18" fmla="*/ 643 w 1051"/>
              <a:gd name="T19" fmla="*/ 276 h 1022"/>
              <a:gd name="T20" fmla="*/ 788 w 1051"/>
              <a:gd name="T21" fmla="*/ 510 h 1022"/>
              <a:gd name="T22" fmla="*/ 0 w 1051"/>
              <a:gd name="T23" fmla="*/ 336 h 1022"/>
              <a:gd name="T24" fmla="*/ 233 w 1051"/>
              <a:gd name="T25" fmla="*/ 336 h 1022"/>
              <a:gd name="T26" fmla="*/ 525 w 1051"/>
              <a:gd name="T27" fmla="*/ 43 h 1022"/>
              <a:gd name="T28" fmla="*/ 525 w 1051"/>
              <a:gd name="T29" fmla="*/ 977 h 1022"/>
              <a:gd name="T30" fmla="*/ 233 w 1051"/>
              <a:gd name="T31" fmla="*/ 685 h 1022"/>
              <a:gd name="T32" fmla="*/ 0 w 1051"/>
              <a:gd name="T33" fmla="*/ 685 h 1022"/>
              <a:gd name="T34" fmla="*/ 0 w 1051"/>
              <a:gd name="T35" fmla="*/ 336 h 10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051" h="1022">
                <a:moveTo>
                  <a:pt x="643" y="0"/>
                </a:moveTo>
                <a:cubicBezTo>
                  <a:pt x="878" y="51"/>
                  <a:pt x="1050" y="262"/>
                  <a:pt x="1050" y="510"/>
                </a:cubicBezTo>
                <a:cubicBezTo>
                  <a:pt x="1050" y="759"/>
                  <a:pt x="878" y="969"/>
                  <a:pt x="643" y="1021"/>
                </a:cubicBezTo>
                <a:lnTo>
                  <a:pt x="643" y="901"/>
                </a:lnTo>
                <a:cubicBezTo>
                  <a:pt x="812" y="852"/>
                  <a:pt x="933" y="696"/>
                  <a:pt x="933" y="510"/>
                </a:cubicBezTo>
                <a:cubicBezTo>
                  <a:pt x="933" y="325"/>
                  <a:pt x="812" y="169"/>
                  <a:pt x="643" y="120"/>
                </a:cubicBezTo>
                <a:lnTo>
                  <a:pt x="643" y="0"/>
                </a:lnTo>
                <a:close/>
                <a:moveTo>
                  <a:pt x="788" y="510"/>
                </a:moveTo>
                <a:cubicBezTo>
                  <a:pt x="788" y="614"/>
                  <a:pt x="730" y="701"/>
                  <a:pt x="643" y="745"/>
                </a:cubicBezTo>
                <a:lnTo>
                  <a:pt x="643" y="276"/>
                </a:lnTo>
                <a:cubicBezTo>
                  <a:pt x="730" y="319"/>
                  <a:pt x="788" y="407"/>
                  <a:pt x="788" y="510"/>
                </a:cubicBezTo>
                <a:close/>
                <a:moveTo>
                  <a:pt x="0" y="336"/>
                </a:moveTo>
                <a:lnTo>
                  <a:pt x="233" y="336"/>
                </a:lnTo>
                <a:lnTo>
                  <a:pt x="525" y="43"/>
                </a:lnTo>
                <a:lnTo>
                  <a:pt x="525" y="977"/>
                </a:lnTo>
                <a:lnTo>
                  <a:pt x="233" y="685"/>
                </a:lnTo>
                <a:lnTo>
                  <a:pt x="0" y="685"/>
                </a:lnTo>
                <a:lnTo>
                  <a:pt x="0" y="33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6" name="Freeform 35"/>
          <p:cNvSpPr>
            <a:spLocks noChangeArrowheads="1"/>
          </p:cNvSpPr>
          <p:nvPr/>
        </p:nvSpPr>
        <p:spPr bwMode="auto">
          <a:xfrm>
            <a:off x="4303714" y="3261520"/>
            <a:ext cx="377825" cy="377825"/>
          </a:xfrm>
          <a:custGeom>
            <a:avLst/>
            <a:gdLst>
              <a:gd name="T0" fmla="*/ 525 w 1051"/>
              <a:gd name="T1" fmla="*/ 57 h 1050"/>
              <a:gd name="T2" fmla="*/ 525 w 1051"/>
              <a:gd name="T3" fmla="*/ 303 h 1050"/>
              <a:gd name="T4" fmla="*/ 402 w 1051"/>
              <a:gd name="T5" fmla="*/ 180 h 1050"/>
              <a:gd name="T6" fmla="*/ 525 w 1051"/>
              <a:gd name="T7" fmla="*/ 57 h 1050"/>
              <a:gd name="T8" fmla="*/ 73 w 1051"/>
              <a:gd name="T9" fmla="*/ 0 h 1050"/>
              <a:gd name="T10" fmla="*/ 1050 w 1051"/>
              <a:gd name="T11" fmla="*/ 975 h 1050"/>
              <a:gd name="T12" fmla="*/ 976 w 1051"/>
              <a:gd name="T13" fmla="*/ 1049 h 1050"/>
              <a:gd name="T14" fmla="*/ 855 w 1051"/>
              <a:gd name="T15" fmla="*/ 928 h 1050"/>
              <a:gd name="T16" fmla="*/ 642 w 1051"/>
              <a:gd name="T17" fmla="*/ 1035 h 1050"/>
              <a:gd name="T18" fmla="*/ 642 w 1051"/>
              <a:gd name="T19" fmla="*/ 915 h 1050"/>
              <a:gd name="T20" fmla="*/ 773 w 1051"/>
              <a:gd name="T21" fmla="*/ 846 h 1050"/>
              <a:gd name="T22" fmla="*/ 525 w 1051"/>
              <a:gd name="T23" fmla="*/ 598 h 1050"/>
              <a:gd name="T24" fmla="*/ 525 w 1051"/>
              <a:gd name="T25" fmla="*/ 991 h 1050"/>
              <a:gd name="T26" fmla="*/ 232 w 1051"/>
              <a:gd name="T27" fmla="*/ 699 h 1050"/>
              <a:gd name="T28" fmla="*/ 0 w 1051"/>
              <a:gd name="T29" fmla="*/ 699 h 1050"/>
              <a:gd name="T30" fmla="*/ 0 w 1051"/>
              <a:gd name="T31" fmla="*/ 350 h 1050"/>
              <a:gd name="T32" fmla="*/ 276 w 1051"/>
              <a:gd name="T33" fmla="*/ 350 h 1050"/>
              <a:gd name="T34" fmla="*/ 0 w 1051"/>
              <a:gd name="T35" fmla="*/ 74 h 1050"/>
              <a:gd name="T36" fmla="*/ 73 w 1051"/>
              <a:gd name="T37" fmla="*/ 0 h 1050"/>
              <a:gd name="T38" fmla="*/ 932 w 1051"/>
              <a:gd name="T39" fmla="*/ 524 h 1050"/>
              <a:gd name="T40" fmla="*/ 642 w 1051"/>
              <a:gd name="T41" fmla="*/ 134 h 1050"/>
              <a:gd name="T42" fmla="*/ 642 w 1051"/>
              <a:gd name="T43" fmla="*/ 14 h 1050"/>
              <a:gd name="T44" fmla="*/ 1050 w 1051"/>
              <a:gd name="T45" fmla="*/ 524 h 1050"/>
              <a:gd name="T46" fmla="*/ 989 w 1051"/>
              <a:gd name="T47" fmla="*/ 767 h 1050"/>
              <a:gd name="T48" fmla="*/ 902 w 1051"/>
              <a:gd name="T49" fmla="*/ 677 h 1050"/>
              <a:gd name="T50" fmla="*/ 932 w 1051"/>
              <a:gd name="T51" fmla="*/ 524 h 1050"/>
              <a:gd name="T52" fmla="*/ 787 w 1051"/>
              <a:gd name="T53" fmla="*/ 524 h 1050"/>
              <a:gd name="T54" fmla="*/ 784 w 1051"/>
              <a:gd name="T55" fmla="*/ 559 h 1050"/>
              <a:gd name="T56" fmla="*/ 642 w 1051"/>
              <a:gd name="T57" fmla="*/ 418 h 1050"/>
              <a:gd name="T58" fmla="*/ 642 w 1051"/>
              <a:gd name="T59" fmla="*/ 290 h 1050"/>
              <a:gd name="T60" fmla="*/ 787 w 1051"/>
              <a:gd name="T61" fmla="*/ 524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51" h="1050">
                <a:moveTo>
                  <a:pt x="525" y="57"/>
                </a:moveTo>
                <a:lnTo>
                  <a:pt x="525" y="303"/>
                </a:lnTo>
                <a:lnTo>
                  <a:pt x="402" y="180"/>
                </a:lnTo>
                <a:lnTo>
                  <a:pt x="525" y="57"/>
                </a:lnTo>
                <a:close/>
                <a:moveTo>
                  <a:pt x="73" y="0"/>
                </a:moveTo>
                <a:lnTo>
                  <a:pt x="1050" y="975"/>
                </a:lnTo>
                <a:lnTo>
                  <a:pt x="976" y="1049"/>
                </a:lnTo>
                <a:lnTo>
                  <a:pt x="855" y="928"/>
                </a:lnTo>
                <a:cubicBezTo>
                  <a:pt x="793" y="978"/>
                  <a:pt x="722" y="1016"/>
                  <a:pt x="642" y="1035"/>
                </a:cubicBezTo>
                <a:lnTo>
                  <a:pt x="642" y="915"/>
                </a:lnTo>
                <a:cubicBezTo>
                  <a:pt x="691" y="901"/>
                  <a:pt x="735" y="876"/>
                  <a:pt x="773" y="846"/>
                </a:cubicBezTo>
                <a:lnTo>
                  <a:pt x="525" y="598"/>
                </a:lnTo>
                <a:lnTo>
                  <a:pt x="525" y="991"/>
                </a:lnTo>
                <a:lnTo>
                  <a:pt x="232" y="699"/>
                </a:lnTo>
                <a:lnTo>
                  <a:pt x="0" y="699"/>
                </a:lnTo>
                <a:lnTo>
                  <a:pt x="0" y="350"/>
                </a:lnTo>
                <a:lnTo>
                  <a:pt x="276" y="350"/>
                </a:lnTo>
                <a:lnTo>
                  <a:pt x="0" y="74"/>
                </a:lnTo>
                <a:lnTo>
                  <a:pt x="73" y="0"/>
                </a:lnTo>
                <a:close/>
                <a:moveTo>
                  <a:pt x="932" y="524"/>
                </a:moveTo>
                <a:cubicBezTo>
                  <a:pt x="932" y="339"/>
                  <a:pt x="812" y="183"/>
                  <a:pt x="642" y="134"/>
                </a:cubicBezTo>
                <a:lnTo>
                  <a:pt x="642" y="14"/>
                </a:lnTo>
                <a:cubicBezTo>
                  <a:pt x="877" y="65"/>
                  <a:pt x="1050" y="276"/>
                  <a:pt x="1050" y="524"/>
                </a:cubicBezTo>
                <a:cubicBezTo>
                  <a:pt x="1050" y="611"/>
                  <a:pt x="1028" y="696"/>
                  <a:pt x="989" y="767"/>
                </a:cubicBezTo>
                <a:lnTo>
                  <a:pt x="902" y="677"/>
                </a:lnTo>
                <a:cubicBezTo>
                  <a:pt x="921" y="630"/>
                  <a:pt x="932" y="578"/>
                  <a:pt x="932" y="524"/>
                </a:cubicBezTo>
                <a:close/>
                <a:moveTo>
                  <a:pt x="787" y="524"/>
                </a:moveTo>
                <a:cubicBezTo>
                  <a:pt x="787" y="537"/>
                  <a:pt x="787" y="548"/>
                  <a:pt x="784" y="559"/>
                </a:cubicBezTo>
                <a:lnTo>
                  <a:pt x="642" y="418"/>
                </a:lnTo>
                <a:lnTo>
                  <a:pt x="642" y="290"/>
                </a:lnTo>
                <a:cubicBezTo>
                  <a:pt x="730" y="333"/>
                  <a:pt x="787" y="421"/>
                  <a:pt x="787" y="524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7" name="Freeform 36"/>
          <p:cNvSpPr>
            <a:spLocks noChangeArrowheads="1"/>
          </p:cNvSpPr>
          <p:nvPr/>
        </p:nvSpPr>
        <p:spPr bwMode="auto">
          <a:xfrm>
            <a:off x="5467351" y="3282156"/>
            <a:ext cx="188913" cy="336550"/>
          </a:xfrm>
          <a:custGeom>
            <a:avLst/>
            <a:gdLst>
              <a:gd name="T0" fmla="*/ 0 w 525"/>
              <a:gd name="T1" fmla="*/ 293 h 935"/>
              <a:gd name="T2" fmla="*/ 235 w 525"/>
              <a:gd name="T3" fmla="*/ 293 h 935"/>
              <a:gd name="T4" fmla="*/ 524 w 525"/>
              <a:gd name="T5" fmla="*/ 0 h 935"/>
              <a:gd name="T6" fmla="*/ 524 w 525"/>
              <a:gd name="T7" fmla="*/ 934 h 935"/>
              <a:gd name="T8" fmla="*/ 235 w 525"/>
              <a:gd name="T9" fmla="*/ 642 h 935"/>
              <a:gd name="T10" fmla="*/ 0 w 525"/>
              <a:gd name="T11" fmla="*/ 642 h 935"/>
              <a:gd name="T12" fmla="*/ 0 w 525"/>
              <a:gd name="T13" fmla="*/ 293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5" h="935">
                <a:moveTo>
                  <a:pt x="0" y="293"/>
                </a:moveTo>
                <a:lnTo>
                  <a:pt x="235" y="293"/>
                </a:lnTo>
                <a:lnTo>
                  <a:pt x="524" y="0"/>
                </a:lnTo>
                <a:lnTo>
                  <a:pt x="524" y="934"/>
                </a:lnTo>
                <a:lnTo>
                  <a:pt x="235" y="642"/>
                </a:lnTo>
                <a:lnTo>
                  <a:pt x="0" y="642"/>
                </a:lnTo>
                <a:lnTo>
                  <a:pt x="0" y="29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8" name="Freeform 37"/>
          <p:cNvSpPr>
            <a:spLocks noChangeArrowheads="1"/>
          </p:cNvSpPr>
          <p:nvPr/>
        </p:nvSpPr>
        <p:spPr bwMode="auto">
          <a:xfrm>
            <a:off x="6488112" y="3282156"/>
            <a:ext cx="284162" cy="336550"/>
          </a:xfrm>
          <a:custGeom>
            <a:avLst/>
            <a:gdLst>
              <a:gd name="T0" fmla="*/ 0 w 788"/>
              <a:gd name="T1" fmla="*/ 293 h 935"/>
              <a:gd name="T2" fmla="*/ 232 w 788"/>
              <a:gd name="T3" fmla="*/ 293 h 935"/>
              <a:gd name="T4" fmla="*/ 525 w 788"/>
              <a:gd name="T5" fmla="*/ 0 h 935"/>
              <a:gd name="T6" fmla="*/ 525 w 788"/>
              <a:gd name="T7" fmla="*/ 934 h 935"/>
              <a:gd name="T8" fmla="*/ 232 w 788"/>
              <a:gd name="T9" fmla="*/ 642 h 935"/>
              <a:gd name="T10" fmla="*/ 0 w 788"/>
              <a:gd name="T11" fmla="*/ 642 h 935"/>
              <a:gd name="T12" fmla="*/ 0 w 788"/>
              <a:gd name="T13" fmla="*/ 293 h 935"/>
              <a:gd name="T14" fmla="*/ 787 w 788"/>
              <a:gd name="T15" fmla="*/ 467 h 935"/>
              <a:gd name="T16" fmla="*/ 639 w 788"/>
              <a:gd name="T17" fmla="*/ 702 h 935"/>
              <a:gd name="T18" fmla="*/ 639 w 788"/>
              <a:gd name="T19" fmla="*/ 233 h 935"/>
              <a:gd name="T20" fmla="*/ 787 w 788"/>
              <a:gd name="T21" fmla="*/ 467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88" h="935">
                <a:moveTo>
                  <a:pt x="0" y="293"/>
                </a:moveTo>
                <a:lnTo>
                  <a:pt x="232" y="293"/>
                </a:lnTo>
                <a:lnTo>
                  <a:pt x="525" y="0"/>
                </a:lnTo>
                <a:lnTo>
                  <a:pt x="525" y="934"/>
                </a:lnTo>
                <a:lnTo>
                  <a:pt x="232" y="642"/>
                </a:lnTo>
                <a:lnTo>
                  <a:pt x="0" y="642"/>
                </a:lnTo>
                <a:lnTo>
                  <a:pt x="0" y="293"/>
                </a:lnTo>
                <a:close/>
                <a:moveTo>
                  <a:pt x="787" y="467"/>
                </a:moveTo>
                <a:cubicBezTo>
                  <a:pt x="787" y="571"/>
                  <a:pt x="727" y="658"/>
                  <a:pt x="639" y="702"/>
                </a:cubicBezTo>
                <a:lnTo>
                  <a:pt x="639" y="233"/>
                </a:lnTo>
                <a:cubicBezTo>
                  <a:pt x="727" y="276"/>
                  <a:pt x="787" y="364"/>
                  <a:pt x="787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39" name="Freeform 38"/>
          <p:cNvSpPr>
            <a:spLocks noChangeArrowheads="1"/>
          </p:cNvSpPr>
          <p:nvPr/>
        </p:nvSpPr>
        <p:spPr bwMode="auto">
          <a:xfrm>
            <a:off x="7446964" y="3336132"/>
            <a:ext cx="504825" cy="231775"/>
          </a:xfrm>
          <a:custGeom>
            <a:avLst/>
            <a:gdLst>
              <a:gd name="T0" fmla="*/ 1080 w 1401"/>
              <a:gd name="T1" fmla="*/ 523 h 642"/>
              <a:gd name="T2" fmla="*/ 1282 w 1401"/>
              <a:gd name="T3" fmla="*/ 318 h 642"/>
              <a:gd name="T4" fmla="*/ 1080 w 1401"/>
              <a:gd name="T5" fmla="*/ 117 h 642"/>
              <a:gd name="T6" fmla="*/ 875 w 1401"/>
              <a:gd name="T7" fmla="*/ 318 h 642"/>
              <a:gd name="T8" fmla="*/ 1080 w 1401"/>
              <a:gd name="T9" fmla="*/ 523 h 642"/>
              <a:gd name="T10" fmla="*/ 320 w 1401"/>
              <a:gd name="T11" fmla="*/ 523 h 642"/>
              <a:gd name="T12" fmla="*/ 525 w 1401"/>
              <a:gd name="T13" fmla="*/ 318 h 642"/>
              <a:gd name="T14" fmla="*/ 320 w 1401"/>
              <a:gd name="T15" fmla="*/ 117 h 642"/>
              <a:gd name="T16" fmla="*/ 117 w 1401"/>
              <a:gd name="T17" fmla="*/ 318 h 642"/>
              <a:gd name="T18" fmla="*/ 320 w 1401"/>
              <a:gd name="T19" fmla="*/ 523 h 642"/>
              <a:gd name="T20" fmla="*/ 1080 w 1401"/>
              <a:gd name="T21" fmla="*/ 0 h 642"/>
              <a:gd name="T22" fmla="*/ 1400 w 1401"/>
              <a:gd name="T23" fmla="*/ 318 h 642"/>
              <a:gd name="T24" fmla="*/ 1080 w 1401"/>
              <a:gd name="T25" fmla="*/ 641 h 642"/>
              <a:gd name="T26" fmla="*/ 320 w 1401"/>
              <a:gd name="T27" fmla="*/ 641 h 642"/>
              <a:gd name="T28" fmla="*/ 0 w 1401"/>
              <a:gd name="T29" fmla="*/ 318 h 642"/>
              <a:gd name="T30" fmla="*/ 320 w 1401"/>
              <a:gd name="T31" fmla="*/ 0 h 642"/>
              <a:gd name="T32" fmla="*/ 642 w 1401"/>
              <a:gd name="T33" fmla="*/ 318 h 642"/>
              <a:gd name="T34" fmla="*/ 568 w 1401"/>
              <a:gd name="T35" fmla="*/ 523 h 642"/>
              <a:gd name="T36" fmla="*/ 831 w 1401"/>
              <a:gd name="T37" fmla="*/ 523 h 642"/>
              <a:gd name="T38" fmla="*/ 757 w 1401"/>
              <a:gd name="T39" fmla="*/ 318 h 642"/>
              <a:gd name="T40" fmla="*/ 1080 w 1401"/>
              <a:gd name="T41" fmla="*/ 0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01" h="642">
                <a:moveTo>
                  <a:pt x="1080" y="523"/>
                </a:moveTo>
                <a:cubicBezTo>
                  <a:pt x="1192" y="523"/>
                  <a:pt x="1282" y="431"/>
                  <a:pt x="1282" y="318"/>
                </a:cubicBezTo>
                <a:cubicBezTo>
                  <a:pt x="1282" y="207"/>
                  <a:pt x="1192" y="117"/>
                  <a:pt x="1080" y="117"/>
                </a:cubicBezTo>
                <a:cubicBezTo>
                  <a:pt x="968" y="117"/>
                  <a:pt x="875" y="207"/>
                  <a:pt x="875" y="318"/>
                </a:cubicBezTo>
                <a:cubicBezTo>
                  <a:pt x="875" y="430"/>
                  <a:pt x="968" y="523"/>
                  <a:pt x="1080" y="523"/>
                </a:cubicBezTo>
                <a:close/>
                <a:moveTo>
                  <a:pt x="320" y="523"/>
                </a:moveTo>
                <a:cubicBezTo>
                  <a:pt x="432" y="523"/>
                  <a:pt x="525" y="431"/>
                  <a:pt x="525" y="318"/>
                </a:cubicBezTo>
                <a:cubicBezTo>
                  <a:pt x="525" y="207"/>
                  <a:pt x="432" y="117"/>
                  <a:pt x="320" y="117"/>
                </a:cubicBezTo>
                <a:cubicBezTo>
                  <a:pt x="208" y="117"/>
                  <a:pt x="117" y="207"/>
                  <a:pt x="117" y="318"/>
                </a:cubicBezTo>
                <a:cubicBezTo>
                  <a:pt x="117" y="430"/>
                  <a:pt x="208" y="523"/>
                  <a:pt x="320" y="523"/>
                </a:cubicBezTo>
                <a:close/>
                <a:moveTo>
                  <a:pt x="1080" y="0"/>
                </a:moveTo>
                <a:cubicBezTo>
                  <a:pt x="1258" y="0"/>
                  <a:pt x="1400" y="141"/>
                  <a:pt x="1400" y="318"/>
                </a:cubicBezTo>
                <a:cubicBezTo>
                  <a:pt x="1400" y="496"/>
                  <a:pt x="1258" y="641"/>
                  <a:pt x="1080" y="641"/>
                </a:cubicBezTo>
                <a:lnTo>
                  <a:pt x="320" y="641"/>
                </a:lnTo>
                <a:cubicBezTo>
                  <a:pt x="142" y="641"/>
                  <a:pt x="0" y="496"/>
                  <a:pt x="0" y="318"/>
                </a:cubicBezTo>
                <a:cubicBezTo>
                  <a:pt x="0" y="141"/>
                  <a:pt x="143" y="0"/>
                  <a:pt x="320" y="0"/>
                </a:cubicBezTo>
                <a:cubicBezTo>
                  <a:pt x="498" y="0"/>
                  <a:pt x="642" y="142"/>
                  <a:pt x="642" y="318"/>
                </a:cubicBezTo>
                <a:cubicBezTo>
                  <a:pt x="642" y="395"/>
                  <a:pt x="615" y="469"/>
                  <a:pt x="568" y="523"/>
                </a:cubicBezTo>
                <a:lnTo>
                  <a:pt x="831" y="523"/>
                </a:lnTo>
                <a:cubicBezTo>
                  <a:pt x="784" y="469"/>
                  <a:pt x="757" y="395"/>
                  <a:pt x="757" y="318"/>
                </a:cubicBezTo>
                <a:cubicBezTo>
                  <a:pt x="757" y="142"/>
                  <a:pt x="902" y="0"/>
                  <a:pt x="1080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0" name="Freeform 39"/>
          <p:cNvSpPr>
            <a:spLocks noChangeArrowheads="1"/>
          </p:cNvSpPr>
          <p:nvPr/>
        </p:nvSpPr>
        <p:spPr bwMode="auto">
          <a:xfrm>
            <a:off x="8558212" y="3240881"/>
            <a:ext cx="419100" cy="419100"/>
          </a:xfrm>
          <a:custGeom>
            <a:avLst/>
            <a:gdLst>
              <a:gd name="T0" fmla="*/ 932 w 1165"/>
              <a:gd name="T1" fmla="*/ 699 h 1165"/>
              <a:gd name="T2" fmla="*/ 932 w 1165"/>
              <a:gd name="T3" fmla="*/ 233 h 1165"/>
              <a:gd name="T4" fmla="*/ 700 w 1165"/>
              <a:gd name="T5" fmla="*/ 419 h 1165"/>
              <a:gd name="T6" fmla="*/ 700 w 1165"/>
              <a:gd name="T7" fmla="*/ 233 h 1165"/>
              <a:gd name="T8" fmla="*/ 232 w 1165"/>
              <a:gd name="T9" fmla="*/ 233 h 1165"/>
              <a:gd name="T10" fmla="*/ 232 w 1165"/>
              <a:gd name="T11" fmla="*/ 699 h 1165"/>
              <a:gd name="T12" fmla="*/ 700 w 1165"/>
              <a:gd name="T13" fmla="*/ 699 h 1165"/>
              <a:gd name="T14" fmla="*/ 700 w 1165"/>
              <a:gd name="T15" fmla="*/ 512 h 1165"/>
              <a:gd name="T16" fmla="*/ 932 w 1165"/>
              <a:gd name="T17" fmla="*/ 699 h 1165"/>
              <a:gd name="T18" fmla="*/ 1050 w 1165"/>
              <a:gd name="T19" fmla="*/ 0 h 1165"/>
              <a:gd name="T20" fmla="*/ 1164 w 1165"/>
              <a:gd name="T21" fmla="*/ 115 h 1165"/>
              <a:gd name="T22" fmla="*/ 1164 w 1165"/>
              <a:gd name="T23" fmla="*/ 814 h 1165"/>
              <a:gd name="T24" fmla="*/ 1050 w 1165"/>
              <a:gd name="T25" fmla="*/ 932 h 1165"/>
              <a:gd name="T26" fmla="*/ 232 w 1165"/>
              <a:gd name="T27" fmla="*/ 932 h 1165"/>
              <a:gd name="T28" fmla="*/ 0 w 1165"/>
              <a:gd name="T29" fmla="*/ 1164 h 1165"/>
              <a:gd name="T30" fmla="*/ 0 w 1165"/>
              <a:gd name="T31" fmla="*/ 115 h 1165"/>
              <a:gd name="T32" fmla="*/ 115 w 1165"/>
              <a:gd name="T33" fmla="*/ 0 h 1165"/>
              <a:gd name="T34" fmla="*/ 1050 w 1165"/>
              <a:gd name="T35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5" h="1165">
                <a:moveTo>
                  <a:pt x="932" y="699"/>
                </a:moveTo>
                <a:lnTo>
                  <a:pt x="932" y="233"/>
                </a:lnTo>
                <a:lnTo>
                  <a:pt x="700" y="419"/>
                </a:lnTo>
                <a:lnTo>
                  <a:pt x="700" y="233"/>
                </a:lnTo>
                <a:lnTo>
                  <a:pt x="232" y="233"/>
                </a:lnTo>
                <a:lnTo>
                  <a:pt x="232" y="699"/>
                </a:lnTo>
                <a:lnTo>
                  <a:pt x="700" y="699"/>
                </a:lnTo>
                <a:lnTo>
                  <a:pt x="700" y="512"/>
                </a:lnTo>
                <a:lnTo>
                  <a:pt x="932" y="699"/>
                </a:lnTo>
                <a:close/>
                <a:moveTo>
                  <a:pt x="1050" y="0"/>
                </a:moveTo>
                <a:cubicBezTo>
                  <a:pt x="1113" y="0"/>
                  <a:pt x="1164" y="52"/>
                  <a:pt x="1164" y="115"/>
                </a:cubicBezTo>
                <a:lnTo>
                  <a:pt x="1164" y="814"/>
                </a:lnTo>
                <a:cubicBezTo>
                  <a:pt x="1164" y="877"/>
                  <a:pt x="1113" y="932"/>
                  <a:pt x="1050" y="932"/>
                </a:cubicBezTo>
                <a:lnTo>
                  <a:pt x="232" y="932"/>
                </a:lnTo>
                <a:lnTo>
                  <a:pt x="0" y="1164"/>
                </a:lnTo>
                <a:lnTo>
                  <a:pt x="0" y="115"/>
                </a:lnTo>
                <a:cubicBezTo>
                  <a:pt x="0" y="52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1" name="Freeform 40"/>
          <p:cNvSpPr>
            <a:spLocks noChangeArrowheads="1"/>
          </p:cNvSpPr>
          <p:nvPr/>
        </p:nvSpPr>
        <p:spPr bwMode="auto">
          <a:xfrm>
            <a:off x="9604374" y="3293270"/>
            <a:ext cx="463550" cy="314325"/>
          </a:xfrm>
          <a:custGeom>
            <a:avLst/>
            <a:gdLst>
              <a:gd name="T0" fmla="*/ 642 w 1286"/>
              <a:gd name="T1" fmla="*/ 263 h 875"/>
              <a:gd name="T2" fmla="*/ 817 w 1286"/>
              <a:gd name="T3" fmla="*/ 437 h 875"/>
              <a:gd name="T4" fmla="*/ 642 w 1286"/>
              <a:gd name="T5" fmla="*/ 612 h 875"/>
              <a:gd name="T6" fmla="*/ 467 w 1286"/>
              <a:gd name="T7" fmla="*/ 437 h 875"/>
              <a:gd name="T8" fmla="*/ 642 w 1286"/>
              <a:gd name="T9" fmla="*/ 263 h 875"/>
              <a:gd name="T10" fmla="*/ 642 w 1286"/>
              <a:gd name="T11" fmla="*/ 729 h 875"/>
              <a:gd name="T12" fmla="*/ 935 w 1286"/>
              <a:gd name="T13" fmla="*/ 437 h 875"/>
              <a:gd name="T14" fmla="*/ 642 w 1286"/>
              <a:gd name="T15" fmla="*/ 145 h 875"/>
              <a:gd name="T16" fmla="*/ 350 w 1286"/>
              <a:gd name="T17" fmla="*/ 437 h 875"/>
              <a:gd name="T18" fmla="*/ 642 w 1286"/>
              <a:gd name="T19" fmla="*/ 729 h 875"/>
              <a:gd name="T20" fmla="*/ 642 w 1286"/>
              <a:gd name="T21" fmla="*/ 0 h 875"/>
              <a:gd name="T22" fmla="*/ 1285 w 1286"/>
              <a:gd name="T23" fmla="*/ 437 h 875"/>
              <a:gd name="T24" fmla="*/ 642 w 1286"/>
              <a:gd name="T25" fmla="*/ 874 h 875"/>
              <a:gd name="T26" fmla="*/ 0 w 1286"/>
              <a:gd name="T27" fmla="*/ 437 h 875"/>
              <a:gd name="T28" fmla="*/ 642 w 1286"/>
              <a:gd name="T29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6" h="875">
                <a:moveTo>
                  <a:pt x="642" y="263"/>
                </a:moveTo>
                <a:cubicBezTo>
                  <a:pt x="738" y="263"/>
                  <a:pt x="817" y="342"/>
                  <a:pt x="817" y="437"/>
                </a:cubicBezTo>
                <a:cubicBezTo>
                  <a:pt x="817" y="533"/>
                  <a:pt x="738" y="612"/>
                  <a:pt x="642" y="612"/>
                </a:cubicBezTo>
                <a:cubicBezTo>
                  <a:pt x="547" y="612"/>
                  <a:pt x="467" y="533"/>
                  <a:pt x="467" y="437"/>
                </a:cubicBezTo>
                <a:cubicBezTo>
                  <a:pt x="467" y="342"/>
                  <a:pt x="547" y="263"/>
                  <a:pt x="642" y="263"/>
                </a:cubicBezTo>
                <a:close/>
                <a:moveTo>
                  <a:pt x="642" y="729"/>
                </a:moveTo>
                <a:cubicBezTo>
                  <a:pt x="804" y="729"/>
                  <a:pt x="935" y="598"/>
                  <a:pt x="935" y="437"/>
                </a:cubicBezTo>
                <a:cubicBezTo>
                  <a:pt x="935" y="276"/>
                  <a:pt x="804" y="145"/>
                  <a:pt x="642" y="145"/>
                </a:cubicBezTo>
                <a:cubicBezTo>
                  <a:pt x="481" y="145"/>
                  <a:pt x="350" y="276"/>
                  <a:pt x="350" y="437"/>
                </a:cubicBezTo>
                <a:cubicBezTo>
                  <a:pt x="350" y="598"/>
                  <a:pt x="481" y="729"/>
                  <a:pt x="642" y="729"/>
                </a:cubicBezTo>
                <a:close/>
                <a:moveTo>
                  <a:pt x="642" y="0"/>
                </a:moveTo>
                <a:cubicBezTo>
                  <a:pt x="935" y="0"/>
                  <a:pt x="1184" y="181"/>
                  <a:pt x="1285" y="437"/>
                </a:cubicBezTo>
                <a:cubicBezTo>
                  <a:pt x="1184" y="694"/>
                  <a:pt x="935" y="874"/>
                  <a:pt x="642" y="874"/>
                </a:cubicBezTo>
                <a:cubicBezTo>
                  <a:pt x="350" y="874"/>
                  <a:pt x="101" y="694"/>
                  <a:pt x="0" y="437"/>
                </a:cubicBezTo>
                <a:cubicBezTo>
                  <a:pt x="101" y="181"/>
                  <a:pt x="350" y="0"/>
                  <a:pt x="642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2" name="Freeform 41"/>
          <p:cNvSpPr>
            <a:spLocks noChangeArrowheads="1"/>
          </p:cNvSpPr>
          <p:nvPr/>
        </p:nvSpPr>
        <p:spPr bwMode="auto">
          <a:xfrm>
            <a:off x="10674351" y="3251995"/>
            <a:ext cx="461963" cy="398463"/>
          </a:xfrm>
          <a:custGeom>
            <a:avLst/>
            <a:gdLst>
              <a:gd name="T0" fmla="*/ 634 w 1283"/>
              <a:gd name="T1" fmla="*/ 350 h 1107"/>
              <a:gd name="T2" fmla="*/ 642 w 1283"/>
              <a:gd name="T3" fmla="*/ 350 h 1107"/>
              <a:gd name="T4" fmla="*/ 817 w 1283"/>
              <a:gd name="T5" fmla="*/ 524 h 1107"/>
              <a:gd name="T6" fmla="*/ 817 w 1283"/>
              <a:gd name="T7" fmla="*/ 535 h 1107"/>
              <a:gd name="T8" fmla="*/ 634 w 1283"/>
              <a:gd name="T9" fmla="*/ 350 h 1107"/>
              <a:gd name="T10" fmla="*/ 382 w 1283"/>
              <a:gd name="T11" fmla="*/ 397 h 1107"/>
              <a:gd name="T12" fmla="*/ 350 w 1283"/>
              <a:gd name="T13" fmla="*/ 524 h 1107"/>
              <a:gd name="T14" fmla="*/ 642 w 1283"/>
              <a:gd name="T15" fmla="*/ 817 h 1107"/>
              <a:gd name="T16" fmla="*/ 771 w 1283"/>
              <a:gd name="T17" fmla="*/ 784 h 1107"/>
              <a:gd name="T18" fmla="*/ 680 w 1283"/>
              <a:gd name="T19" fmla="*/ 694 h 1107"/>
              <a:gd name="T20" fmla="*/ 642 w 1283"/>
              <a:gd name="T21" fmla="*/ 699 h 1107"/>
              <a:gd name="T22" fmla="*/ 467 w 1283"/>
              <a:gd name="T23" fmla="*/ 524 h 1107"/>
              <a:gd name="T24" fmla="*/ 473 w 1283"/>
              <a:gd name="T25" fmla="*/ 487 h 1107"/>
              <a:gd name="T26" fmla="*/ 382 w 1283"/>
              <a:gd name="T27" fmla="*/ 397 h 1107"/>
              <a:gd name="T28" fmla="*/ 60 w 1283"/>
              <a:gd name="T29" fmla="*/ 74 h 1107"/>
              <a:gd name="T30" fmla="*/ 134 w 1283"/>
              <a:gd name="T31" fmla="*/ 0 h 1107"/>
              <a:gd name="T32" fmla="*/ 1167 w 1283"/>
              <a:gd name="T33" fmla="*/ 1033 h 1107"/>
              <a:gd name="T34" fmla="*/ 1093 w 1283"/>
              <a:gd name="T35" fmla="*/ 1106 h 1107"/>
              <a:gd name="T36" fmla="*/ 896 w 1283"/>
              <a:gd name="T37" fmla="*/ 912 h 1107"/>
              <a:gd name="T38" fmla="*/ 642 w 1283"/>
              <a:gd name="T39" fmla="*/ 962 h 1107"/>
              <a:gd name="T40" fmla="*/ 0 w 1283"/>
              <a:gd name="T41" fmla="*/ 524 h 1107"/>
              <a:gd name="T42" fmla="*/ 218 w 1283"/>
              <a:gd name="T43" fmla="*/ 235 h 1107"/>
              <a:gd name="T44" fmla="*/ 60 w 1283"/>
              <a:gd name="T45" fmla="*/ 74 h 1107"/>
              <a:gd name="T46" fmla="*/ 642 w 1283"/>
              <a:gd name="T47" fmla="*/ 233 h 1107"/>
              <a:gd name="T48" fmla="*/ 536 w 1283"/>
              <a:gd name="T49" fmla="*/ 254 h 1107"/>
              <a:gd name="T50" fmla="*/ 410 w 1283"/>
              <a:gd name="T51" fmla="*/ 129 h 1107"/>
              <a:gd name="T52" fmla="*/ 642 w 1283"/>
              <a:gd name="T53" fmla="*/ 88 h 1107"/>
              <a:gd name="T54" fmla="*/ 1282 w 1283"/>
              <a:gd name="T55" fmla="*/ 524 h 1107"/>
              <a:gd name="T56" fmla="*/ 1082 w 1283"/>
              <a:gd name="T57" fmla="*/ 800 h 1107"/>
              <a:gd name="T58" fmla="*/ 913 w 1283"/>
              <a:gd name="T59" fmla="*/ 631 h 1107"/>
              <a:gd name="T60" fmla="*/ 935 w 1283"/>
              <a:gd name="T61" fmla="*/ 524 h 1107"/>
              <a:gd name="T62" fmla="*/ 642 w 1283"/>
              <a:gd name="T63" fmla="*/ 233 h 1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83" h="1107">
                <a:moveTo>
                  <a:pt x="634" y="350"/>
                </a:moveTo>
                <a:lnTo>
                  <a:pt x="642" y="350"/>
                </a:lnTo>
                <a:cubicBezTo>
                  <a:pt x="738" y="350"/>
                  <a:pt x="817" y="429"/>
                  <a:pt x="817" y="524"/>
                </a:cubicBezTo>
                <a:lnTo>
                  <a:pt x="817" y="535"/>
                </a:lnTo>
                <a:lnTo>
                  <a:pt x="634" y="350"/>
                </a:lnTo>
                <a:close/>
                <a:moveTo>
                  <a:pt x="382" y="397"/>
                </a:moveTo>
                <a:cubicBezTo>
                  <a:pt x="363" y="435"/>
                  <a:pt x="350" y="479"/>
                  <a:pt x="350" y="524"/>
                </a:cubicBezTo>
                <a:cubicBezTo>
                  <a:pt x="350" y="685"/>
                  <a:pt x="481" y="817"/>
                  <a:pt x="642" y="817"/>
                </a:cubicBezTo>
                <a:cubicBezTo>
                  <a:pt x="689" y="817"/>
                  <a:pt x="732" y="803"/>
                  <a:pt x="771" y="784"/>
                </a:cubicBezTo>
                <a:lnTo>
                  <a:pt x="680" y="694"/>
                </a:lnTo>
                <a:cubicBezTo>
                  <a:pt x="670" y="696"/>
                  <a:pt x="656" y="699"/>
                  <a:pt x="642" y="699"/>
                </a:cubicBezTo>
                <a:cubicBezTo>
                  <a:pt x="546" y="699"/>
                  <a:pt x="467" y="620"/>
                  <a:pt x="467" y="524"/>
                </a:cubicBezTo>
                <a:cubicBezTo>
                  <a:pt x="467" y="510"/>
                  <a:pt x="470" y="497"/>
                  <a:pt x="473" y="487"/>
                </a:cubicBezTo>
                <a:lnTo>
                  <a:pt x="382" y="397"/>
                </a:lnTo>
                <a:close/>
                <a:moveTo>
                  <a:pt x="60" y="74"/>
                </a:moveTo>
                <a:lnTo>
                  <a:pt x="134" y="0"/>
                </a:lnTo>
                <a:lnTo>
                  <a:pt x="1167" y="1033"/>
                </a:lnTo>
                <a:lnTo>
                  <a:pt x="1093" y="1106"/>
                </a:lnTo>
                <a:cubicBezTo>
                  <a:pt x="1028" y="1042"/>
                  <a:pt x="962" y="977"/>
                  <a:pt x="896" y="912"/>
                </a:cubicBezTo>
                <a:cubicBezTo>
                  <a:pt x="817" y="945"/>
                  <a:pt x="732" y="962"/>
                  <a:pt x="642" y="962"/>
                </a:cubicBezTo>
                <a:cubicBezTo>
                  <a:pt x="350" y="962"/>
                  <a:pt x="101" y="781"/>
                  <a:pt x="0" y="524"/>
                </a:cubicBezTo>
                <a:cubicBezTo>
                  <a:pt x="46" y="410"/>
                  <a:pt x="123" y="312"/>
                  <a:pt x="218" y="235"/>
                </a:cubicBezTo>
                <a:cubicBezTo>
                  <a:pt x="165" y="182"/>
                  <a:pt x="113" y="128"/>
                  <a:pt x="60" y="74"/>
                </a:cubicBezTo>
                <a:close/>
                <a:moveTo>
                  <a:pt x="642" y="233"/>
                </a:moveTo>
                <a:cubicBezTo>
                  <a:pt x="604" y="233"/>
                  <a:pt x="568" y="241"/>
                  <a:pt x="536" y="254"/>
                </a:cubicBezTo>
                <a:lnTo>
                  <a:pt x="410" y="129"/>
                </a:lnTo>
                <a:cubicBezTo>
                  <a:pt x="481" y="101"/>
                  <a:pt x="560" y="88"/>
                  <a:pt x="642" y="88"/>
                </a:cubicBezTo>
                <a:cubicBezTo>
                  <a:pt x="935" y="88"/>
                  <a:pt x="1181" y="268"/>
                  <a:pt x="1282" y="524"/>
                </a:cubicBezTo>
                <a:cubicBezTo>
                  <a:pt x="1238" y="633"/>
                  <a:pt x="1170" y="726"/>
                  <a:pt x="1082" y="800"/>
                </a:cubicBezTo>
                <a:lnTo>
                  <a:pt x="913" y="631"/>
                </a:lnTo>
                <a:cubicBezTo>
                  <a:pt x="927" y="598"/>
                  <a:pt x="935" y="562"/>
                  <a:pt x="935" y="524"/>
                </a:cubicBezTo>
                <a:cubicBezTo>
                  <a:pt x="935" y="364"/>
                  <a:pt x="804" y="233"/>
                  <a:pt x="642" y="233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3" name="Freeform 42"/>
          <p:cNvSpPr>
            <a:spLocks noChangeArrowheads="1"/>
          </p:cNvSpPr>
          <p:nvPr/>
        </p:nvSpPr>
        <p:spPr bwMode="auto">
          <a:xfrm>
            <a:off x="1055687" y="4093368"/>
            <a:ext cx="463550" cy="463550"/>
          </a:xfrm>
          <a:custGeom>
            <a:avLst/>
            <a:gdLst>
              <a:gd name="T0" fmla="*/ 525 w 1286"/>
              <a:gd name="T1" fmla="*/ 1165 h 1286"/>
              <a:gd name="T2" fmla="*/ 525 w 1286"/>
              <a:gd name="T3" fmla="*/ 1050 h 1286"/>
              <a:gd name="T4" fmla="*/ 410 w 1286"/>
              <a:gd name="T5" fmla="*/ 935 h 1286"/>
              <a:gd name="T6" fmla="*/ 410 w 1286"/>
              <a:gd name="T7" fmla="*/ 875 h 1286"/>
              <a:gd name="T8" fmla="*/ 129 w 1286"/>
              <a:gd name="T9" fmla="*/ 596 h 1286"/>
              <a:gd name="T10" fmla="*/ 118 w 1286"/>
              <a:gd name="T11" fmla="*/ 700 h 1286"/>
              <a:gd name="T12" fmla="*/ 525 w 1286"/>
              <a:gd name="T13" fmla="*/ 1165 h 1286"/>
              <a:gd name="T14" fmla="*/ 1047 w 1286"/>
              <a:gd name="T15" fmla="*/ 643 h 1286"/>
              <a:gd name="T16" fmla="*/ 1165 w 1286"/>
              <a:gd name="T17" fmla="*/ 643 h 1286"/>
              <a:gd name="T18" fmla="*/ 1168 w 1286"/>
              <a:gd name="T19" fmla="*/ 700 h 1286"/>
              <a:gd name="T20" fmla="*/ 585 w 1286"/>
              <a:gd name="T21" fmla="*/ 1285 h 1286"/>
              <a:gd name="T22" fmla="*/ 0 w 1286"/>
              <a:gd name="T23" fmla="*/ 700 h 1286"/>
              <a:gd name="T24" fmla="*/ 585 w 1286"/>
              <a:gd name="T25" fmla="*/ 118 h 1286"/>
              <a:gd name="T26" fmla="*/ 760 w 1286"/>
              <a:gd name="T27" fmla="*/ 145 h 1286"/>
              <a:gd name="T28" fmla="*/ 760 w 1286"/>
              <a:gd name="T29" fmla="*/ 293 h 1286"/>
              <a:gd name="T30" fmla="*/ 643 w 1286"/>
              <a:gd name="T31" fmla="*/ 410 h 1286"/>
              <a:gd name="T32" fmla="*/ 525 w 1286"/>
              <a:gd name="T33" fmla="*/ 410 h 1286"/>
              <a:gd name="T34" fmla="*/ 525 w 1286"/>
              <a:gd name="T35" fmla="*/ 525 h 1286"/>
              <a:gd name="T36" fmla="*/ 468 w 1286"/>
              <a:gd name="T37" fmla="*/ 585 h 1286"/>
              <a:gd name="T38" fmla="*/ 350 w 1286"/>
              <a:gd name="T39" fmla="*/ 585 h 1286"/>
              <a:gd name="T40" fmla="*/ 350 w 1286"/>
              <a:gd name="T41" fmla="*/ 700 h 1286"/>
              <a:gd name="T42" fmla="*/ 700 w 1286"/>
              <a:gd name="T43" fmla="*/ 700 h 1286"/>
              <a:gd name="T44" fmla="*/ 760 w 1286"/>
              <a:gd name="T45" fmla="*/ 760 h 1286"/>
              <a:gd name="T46" fmla="*/ 760 w 1286"/>
              <a:gd name="T47" fmla="*/ 935 h 1286"/>
              <a:gd name="T48" fmla="*/ 818 w 1286"/>
              <a:gd name="T49" fmla="*/ 935 h 1286"/>
              <a:gd name="T50" fmla="*/ 930 w 1286"/>
              <a:gd name="T51" fmla="*/ 1015 h 1286"/>
              <a:gd name="T52" fmla="*/ 1050 w 1286"/>
              <a:gd name="T53" fmla="*/ 700 h 1286"/>
              <a:gd name="T54" fmla="*/ 1047 w 1286"/>
              <a:gd name="T55" fmla="*/ 643 h 1286"/>
              <a:gd name="T56" fmla="*/ 1178 w 1286"/>
              <a:gd name="T57" fmla="*/ 175 h 1286"/>
              <a:gd name="T58" fmla="*/ 1178 w 1286"/>
              <a:gd name="T59" fmla="*/ 148 h 1286"/>
              <a:gd name="T60" fmla="*/ 1080 w 1286"/>
              <a:gd name="T61" fmla="*/ 47 h 1286"/>
              <a:gd name="T62" fmla="*/ 982 w 1286"/>
              <a:gd name="T63" fmla="*/ 148 h 1286"/>
              <a:gd name="T64" fmla="*/ 982 w 1286"/>
              <a:gd name="T65" fmla="*/ 175 h 1286"/>
              <a:gd name="T66" fmla="*/ 1178 w 1286"/>
              <a:gd name="T67" fmla="*/ 175 h 1286"/>
              <a:gd name="T68" fmla="*/ 1225 w 1286"/>
              <a:gd name="T69" fmla="*/ 175 h 1286"/>
              <a:gd name="T70" fmla="*/ 1285 w 1286"/>
              <a:gd name="T71" fmla="*/ 236 h 1286"/>
              <a:gd name="T72" fmla="*/ 1285 w 1286"/>
              <a:gd name="T73" fmla="*/ 468 h 1286"/>
              <a:gd name="T74" fmla="*/ 1225 w 1286"/>
              <a:gd name="T75" fmla="*/ 525 h 1286"/>
              <a:gd name="T76" fmla="*/ 935 w 1286"/>
              <a:gd name="T77" fmla="*/ 525 h 1286"/>
              <a:gd name="T78" fmla="*/ 875 w 1286"/>
              <a:gd name="T79" fmla="*/ 468 h 1286"/>
              <a:gd name="T80" fmla="*/ 875 w 1286"/>
              <a:gd name="T81" fmla="*/ 236 h 1286"/>
              <a:gd name="T82" fmla="*/ 935 w 1286"/>
              <a:gd name="T83" fmla="*/ 175 h 1286"/>
              <a:gd name="T84" fmla="*/ 935 w 1286"/>
              <a:gd name="T85" fmla="*/ 148 h 1286"/>
              <a:gd name="T86" fmla="*/ 1080 w 1286"/>
              <a:gd name="T87" fmla="*/ 0 h 1286"/>
              <a:gd name="T88" fmla="*/ 1225 w 1286"/>
              <a:gd name="T89" fmla="*/ 148 h 1286"/>
              <a:gd name="T90" fmla="*/ 1225 w 1286"/>
              <a:gd name="T91" fmla="*/ 175 h 1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86" h="1286">
                <a:moveTo>
                  <a:pt x="525" y="1165"/>
                </a:moveTo>
                <a:lnTo>
                  <a:pt x="525" y="1050"/>
                </a:lnTo>
                <a:cubicBezTo>
                  <a:pt x="462" y="1050"/>
                  <a:pt x="410" y="998"/>
                  <a:pt x="410" y="935"/>
                </a:cubicBezTo>
                <a:lnTo>
                  <a:pt x="410" y="875"/>
                </a:lnTo>
                <a:lnTo>
                  <a:pt x="129" y="596"/>
                </a:lnTo>
                <a:cubicBezTo>
                  <a:pt x="120" y="629"/>
                  <a:pt x="118" y="665"/>
                  <a:pt x="118" y="700"/>
                </a:cubicBezTo>
                <a:cubicBezTo>
                  <a:pt x="118" y="938"/>
                  <a:pt x="295" y="1138"/>
                  <a:pt x="525" y="1165"/>
                </a:cubicBezTo>
                <a:close/>
                <a:moveTo>
                  <a:pt x="1047" y="643"/>
                </a:moveTo>
                <a:lnTo>
                  <a:pt x="1165" y="643"/>
                </a:lnTo>
                <a:cubicBezTo>
                  <a:pt x="1168" y="662"/>
                  <a:pt x="1168" y="681"/>
                  <a:pt x="1168" y="700"/>
                </a:cubicBezTo>
                <a:cubicBezTo>
                  <a:pt x="1168" y="1023"/>
                  <a:pt x="908" y="1285"/>
                  <a:pt x="585" y="1285"/>
                </a:cubicBezTo>
                <a:cubicBezTo>
                  <a:pt x="262" y="1285"/>
                  <a:pt x="0" y="1023"/>
                  <a:pt x="0" y="700"/>
                </a:cubicBezTo>
                <a:cubicBezTo>
                  <a:pt x="0" y="378"/>
                  <a:pt x="262" y="118"/>
                  <a:pt x="585" y="118"/>
                </a:cubicBezTo>
                <a:cubicBezTo>
                  <a:pt x="645" y="118"/>
                  <a:pt x="705" y="129"/>
                  <a:pt x="760" y="145"/>
                </a:cubicBezTo>
                <a:lnTo>
                  <a:pt x="760" y="293"/>
                </a:lnTo>
                <a:cubicBezTo>
                  <a:pt x="760" y="356"/>
                  <a:pt x="705" y="410"/>
                  <a:pt x="643" y="410"/>
                </a:cubicBezTo>
                <a:lnTo>
                  <a:pt x="525" y="410"/>
                </a:lnTo>
                <a:lnTo>
                  <a:pt x="525" y="525"/>
                </a:lnTo>
                <a:cubicBezTo>
                  <a:pt x="525" y="558"/>
                  <a:pt x="500" y="585"/>
                  <a:pt x="468" y="585"/>
                </a:cubicBezTo>
                <a:lnTo>
                  <a:pt x="350" y="585"/>
                </a:lnTo>
                <a:lnTo>
                  <a:pt x="350" y="700"/>
                </a:lnTo>
                <a:lnTo>
                  <a:pt x="700" y="700"/>
                </a:lnTo>
                <a:cubicBezTo>
                  <a:pt x="733" y="700"/>
                  <a:pt x="760" y="728"/>
                  <a:pt x="760" y="760"/>
                </a:cubicBezTo>
                <a:lnTo>
                  <a:pt x="760" y="935"/>
                </a:lnTo>
                <a:lnTo>
                  <a:pt x="818" y="935"/>
                </a:lnTo>
                <a:cubicBezTo>
                  <a:pt x="870" y="935"/>
                  <a:pt x="913" y="968"/>
                  <a:pt x="930" y="1015"/>
                </a:cubicBezTo>
                <a:cubicBezTo>
                  <a:pt x="1006" y="933"/>
                  <a:pt x="1050" y="821"/>
                  <a:pt x="1050" y="700"/>
                </a:cubicBezTo>
                <a:cubicBezTo>
                  <a:pt x="1050" y="681"/>
                  <a:pt x="1050" y="662"/>
                  <a:pt x="1047" y="643"/>
                </a:cubicBezTo>
                <a:close/>
                <a:moveTo>
                  <a:pt x="1178" y="175"/>
                </a:moveTo>
                <a:lnTo>
                  <a:pt x="1178" y="148"/>
                </a:lnTo>
                <a:cubicBezTo>
                  <a:pt x="1178" y="93"/>
                  <a:pt x="1135" y="47"/>
                  <a:pt x="1080" y="47"/>
                </a:cubicBezTo>
                <a:cubicBezTo>
                  <a:pt x="1025" y="47"/>
                  <a:pt x="982" y="93"/>
                  <a:pt x="982" y="148"/>
                </a:cubicBezTo>
                <a:lnTo>
                  <a:pt x="982" y="175"/>
                </a:lnTo>
                <a:lnTo>
                  <a:pt x="1178" y="175"/>
                </a:lnTo>
                <a:close/>
                <a:moveTo>
                  <a:pt x="1225" y="175"/>
                </a:moveTo>
                <a:cubicBezTo>
                  <a:pt x="1258" y="175"/>
                  <a:pt x="1285" y="203"/>
                  <a:pt x="1285" y="236"/>
                </a:cubicBezTo>
                <a:lnTo>
                  <a:pt x="1285" y="468"/>
                </a:lnTo>
                <a:cubicBezTo>
                  <a:pt x="1285" y="501"/>
                  <a:pt x="1258" y="525"/>
                  <a:pt x="1225" y="525"/>
                </a:cubicBezTo>
                <a:lnTo>
                  <a:pt x="935" y="525"/>
                </a:lnTo>
                <a:cubicBezTo>
                  <a:pt x="902" y="525"/>
                  <a:pt x="875" y="501"/>
                  <a:pt x="875" y="468"/>
                </a:cubicBezTo>
                <a:lnTo>
                  <a:pt x="875" y="236"/>
                </a:lnTo>
                <a:cubicBezTo>
                  <a:pt x="875" y="203"/>
                  <a:pt x="902" y="175"/>
                  <a:pt x="935" y="175"/>
                </a:cubicBezTo>
                <a:lnTo>
                  <a:pt x="935" y="148"/>
                </a:lnTo>
                <a:cubicBezTo>
                  <a:pt x="935" y="69"/>
                  <a:pt x="1001" y="0"/>
                  <a:pt x="1080" y="0"/>
                </a:cubicBezTo>
                <a:cubicBezTo>
                  <a:pt x="1159" y="0"/>
                  <a:pt x="1225" y="69"/>
                  <a:pt x="1225" y="148"/>
                </a:cubicBezTo>
                <a:lnTo>
                  <a:pt x="1225" y="17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4" name="Freeform 43"/>
          <p:cNvSpPr>
            <a:spLocks noChangeArrowheads="1"/>
          </p:cNvSpPr>
          <p:nvPr/>
        </p:nvSpPr>
        <p:spPr bwMode="auto">
          <a:xfrm>
            <a:off x="2127249" y="4094957"/>
            <a:ext cx="463550" cy="460375"/>
          </a:xfrm>
          <a:custGeom>
            <a:avLst/>
            <a:gdLst>
              <a:gd name="T0" fmla="*/ 150 w 1286"/>
              <a:gd name="T1" fmla="*/ 1050 h 1278"/>
              <a:gd name="T2" fmla="*/ 254 w 1286"/>
              <a:gd name="T3" fmla="*/ 944 h 1278"/>
              <a:gd name="T4" fmla="*/ 336 w 1286"/>
              <a:gd name="T5" fmla="*/ 1026 h 1278"/>
              <a:gd name="T6" fmla="*/ 232 w 1286"/>
              <a:gd name="T7" fmla="*/ 1132 h 1278"/>
              <a:gd name="T8" fmla="*/ 150 w 1286"/>
              <a:gd name="T9" fmla="*/ 1050 h 1278"/>
              <a:gd name="T10" fmla="*/ 585 w 1286"/>
              <a:gd name="T11" fmla="*/ 1277 h 1278"/>
              <a:gd name="T12" fmla="*/ 585 w 1286"/>
              <a:gd name="T13" fmla="*/ 1105 h 1278"/>
              <a:gd name="T14" fmla="*/ 700 w 1286"/>
              <a:gd name="T15" fmla="*/ 1105 h 1278"/>
              <a:gd name="T16" fmla="*/ 700 w 1286"/>
              <a:gd name="T17" fmla="*/ 1277 h 1278"/>
              <a:gd name="T18" fmla="*/ 585 w 1286"/>
              <a:gd name="T19" fmla="*/ 1277 h 1278"/>
              <a:gd name="T20" fmla="*/ 642 w 1286"/>
              <a:gd name="T21" fmla="*/ 288 h 1278"/>
              <a:gd name="T22" fmla="*/ 992 w 1286"/>
              <a:gd name="T23" fmla="*/ 638 h 1278"/>
              <a:gd name="T24" fmla="*/ 642 w 1286"/>
              <a:gd name="T25" fmla="*/ 987 h 1278"/>
              <a:gd name="T26" fmla="*/ 292 w 1286"/>
              <a:gd name="T27" fmla="*/ 638 h 1278"/>
              <a:gd name="T28" fmla="*/ 642 w 1286"/>
              <a:gd name="T29" fmla="*/ 288 h 1278"/>
              <a:gd name="T30" fmla="*/ 1110 w 1286"/>
              <a:gd name="T31" fmla="*/ 580 h 1278"/>
              <a:gd name="T32" fmla="*/ 1285 w 1286"/>
              <a:gd name="T33" fmla="*/ 580 h 1278"/>
              <a:gd name="T34" fmla="*/ 1285 w 1286"/>
              <a:gd name="T35" fmla="*/ 698 h 1278"/>
              <a:gd name="T36" fmla="*/ 1110 w 1286"/>
              <a:gd name="T37" fmla="*/ 698 h 1278"/>
              <a:gd name="T38" fmla="*/ 1110 w 1286"/>
              <a:gd name="T39" fmla="*/ 580 h 1278"/>
              <a:gd name="T40" fmla="*/ 949 w 1286"/>
              <a:gd name="T41" fmla="*/ 1026 h 1278"/>
              <a:gd name="T42" fmla="*/ 1031 w 1286"/>
              <a:gd name="T43" fmla="*/ 946 h 1278"/>
              <a:gd name="T44" fmla="*/ 1135 w 1286"/>
              <a:gd name="T45" fmla="*/ 1050 h 1278"/>
              <a:gd name="T46" fmla="*/ 1053 w 1286"/>
              <a:gd name="T47" fmla="*/ 1132 h 1278"/>
              <a:gd name="T48" fmla="*/ 949 w 1286"/>
              <a:gd name="T49" fmla="*/ 1026 h 1278"/>
              <a:gd name="T50" fmla="*/ 1135 w 1286"/>
              <a:gd name="T51" fmla="*/ 227 h 1278"/>
              <a:gd name="T52" fmla="*/ 1031 w 1286"/>
              <a:gd name="T53" fmla="*/ 331 h 1278"/>
              <a:gd name="T54" fmla="*/ 949 w 1286"/>
              <a:gd name="T55" fmla="*/ 249 h 1278"/>
              <a:gd name="T56" fmla="*/ 1053 w 1286"/>
              <a:gd name="T57" fmla="*/ 145 h 1278"/>
              <a:gd name="T58" fmla="*/ 1135 w 1286"/>
              <a:gd name="T59" fmla="*/ 227 h 1278"/>
              <a:gd name="T60" fmla="*/ 700 w 1286"/>
              <a:gd name="T61" fmla="*/ 0 h 1278"/>
              <a:gd name="T62" fmla="*/ 700 w 1286"/>
              <a:gd name="T63" fmla="*/ 173 h 1278"/>
              <a:gd name="T64" fmla="*/ 585 w 1286"/>
              <a:gd name="T65" fmla="*/ 173 h 1278"/>
              <a:gd name="T66" fmla="*/ 585 w 1286"/>
              <a:gd name="T67" fmla="*/ 0 h 1278"/>
              <a:gd name="T68" fmla="*/ 700 w 1286"/>
              <a:gd name="T69" fmla="*/ 0 h 1278"/>
              <a:gd name="T70" fmla="*/ 175 w 1286"/>
              <a:gd name="T71" fmla="*/ 580 h 1278"/>
              <a:gd name="T72" fmla="*/ 175 w 1286"/>
              <a:gd name="T73" fmla="*/ 698 h 1278"/>
              <a:gd name="T74" fmla="*/ 0 w 1286"/>
              <a:gd name="T75" fmla="*/ 698 h 1278"/>
              <a:gd name="T76" fmla="*/ 0 w 1286"/>
              <a:gd name="T77" fmla="*/ 580 h 1278"/>
              <a:gd name="T78" fmla="*/ 175 w 1286"/>
              <a:gd name="T79" fmla="*/ 580 h 1278"/>
              <a:gd name="T80" fmla="*/ 336 w 1286"/>
              <a:gd name="T81" fmla="*/ 249 h 1278"/>
              <a:gd name="T82" fmla="*/ 254 w 1286"/>
              <a:gd name="T83" fmla="*/ 331 h 1278"/>
              <a:gd name="T84" fmla="*/ 150 w 1286"/>
              <a:gd name="T85" fmla="*/ 227 h 1278"/>
              <a:gd name="T86" fmla="*/ 232 w 1286"/>
              <a:gd name="T87" fmla="*/ 145 h 1278"/>
              <a:gd name="T88" fmla="*/ 336 w 1286"/>
              <a:gd name="T89" fmla="*/ 249 h 1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286" h="1278">
                <a:moveTo>
                  <a:pt x="150" y="1050"/>
                </a:moveTo>
                <a:lnTo>
                  <a:pt x="254" y="944"/>
                </a:lnTo>
                <a:lnTo>
                  <a:pt x="336" y="1026"/>
                </a:lnTo>
                <a:lnTo>
                  <a:pt x="232" y="1132"/>
                </a:lnTo>
                <a:lnTo>
                  <a:pt x="150" y="1050"/>
                </a:lnTo>
                <a:close/>
                <a:moveTo>
                  <a:pt x="585" y="1277"/>
                </a:moveTo>
                <a:lnTo>
                  <a:pt x="585" y="1105"/>
                </a:lnTo>
                <a:lnTo>
                  <a:pt x="700" y="1105"/>
                </a:lnTo>
                <a:lnTo>
                  <a:pt x="700" y="1277"/>
                </a:lnTo>
                <a:lnTo>
                  <a:pt x="585" y="1277"/>
                </a:lnTo>
                <a:close/>
                <a:moveTo>
                  <a:pt x="642" y="288"/>
                </a:moveTo>
                <a:cubicBezTo>
                  <a:pt x="837" y="288"/>
                  <a:pt x="992" y="444"/>
                  <a:pt x="992" y="638"/>
                </a:cubicBezTo>
                <a:cubicBezTo>
                  <a:pt x="992" y="833"/>
                  <a:pt x="836" y="987"/>
                  <a:pt x="642" y="987"/>
                </a:cubicBezTo>
                <a:cubicBezTo>
                  <a:pt x="447" y="987"/>
                  <a:pt x="292" y="833"/>
                  <a:pt x="292" y="638"/>
                </a:cubicBezTo>
                <a:cubicBezTo>
                  <a:pt x="292" y="444"/>
                  <a:pt x="448" y="288"/>
                  <a:pt x="642" y="288"/>
                </a:cubicBezTo>
                <a:close/>
                <a:moveTo>
                  <a:pt x="1110" y="580"/>
                </a:moveTo>
                <a:lnTo>
                  <a:pt x="1285" y="580"/>
                </a:lnTo>
                <a:lnTo>
                  <a:pt x="1285" y="698"/>
                </a:lnTo>
                <a:lnTo>
                  <a:pt x="1110" y="698"/>
                </a:lnTo>
                <a:lnTo>
                  <a:pt x="1110" y="580"/>
                </a:lnTo>
                <a:close/>
                <a:moveTo>
                  <a:pt x="949" y="1026"/>
                </a:moveTo>
                <a:lnTo>
                  <a:pt x="1031" y="946"/>
                </a:lnTo>
                <a:lnTo>
                  <a:pt x="1135" y="1050"/>
                </a:lnTo>
                <a:lnTo>
                  <a:pt x="1053" y="1132"/>
                </a:lnTo>
                <a:lnTo>
                  <a:pt x="949" y="1026"/>
                </a:lnTo>
                <a:close/>
                <a:moveTo>
                  <a:pt x="1135" y="227"/>
                </a:moveTo>
                <a:lnTo>
                  <a:pt x="1031" y="331"/>
                </a:lnTo>
                <a:lnTo>
                  <a:pt x="949" y="249"/>
                </a:lnTo>
                <a:lnTo>
                  <a:pt x="1053" y="145"/>
                </a:lnTo>
                <a:lnTo>
                  <a:pt x="1135" y="227"/>
                </a:lnTo>
                <a:close/>
                <a:moveTo>
                  <a:pt x="700" y="0"/>
                </a:moveTo>
                <a:lnTo>
                  <a:pt x="700" y="173"/>
                </a:lnTo>
                <a:lnTo>
                  <a:pt x="585" y="173"/>
                </a:lnTo>
                <a:lnTo>
                  <a:pt x="585" y="0"/>
                </a:lnTo>
                <a:lnTo>
                  <a:pt x="700" y="0"/>
                </a:lnTo>
                <a:close/>
                <a:moveTo>
                  <a:pt x="175" y="580"/>
                </a:moveTo>
                <a:lnTo>
                  <a:pt x="175" y="698"/>
                </a:lnTo>
                <a:lnTo>
                  <a:pt x="0" y="698"/>
                </a:lnTo>
                <a:lnTo>
                  <a:pt x="0" y="580"/>
                </a:lnTo>
                <a:lnTo>
                  <a:pt x="175" y="580"/>
                </a:lnTo>
                <a:close/>
                <a:moveTo>
                  <a:pt x="336" y="249"/>
                </a:moveTo>
                <a:lnTo>
                  <a:pt x="254" y="331"/>
                </a:lnTo>
                <a:lnTo>
                  <a:pt x="150" y="227"/>
                </a:lnTo>
                <a:lnTo>
                  <a:pt x="232" y="145"/>
                </a:lnTo>
                <a:lnTo>
                  <a:pt x="336" y="249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5" name="Freeform 44"/>
          <p:cNvSpPr>
            <a:spLocks noChangeArrowheads="1"/>
          </p:cNvSpPr>
          <p:nvPr/>
        </p:nvSpPr>
        <p:spPr bwMode="auto">
          <a:xfrm>
            <a:off x="3252787" y="4094957"/>
            <a:ext cx="355600" cy="460375"/>
          </a:xfrm>
          <a:custGeom>
            <a:avLst/>
            <a:gdLst>
              <a:gd name="T0" fmla="*/ 82 w 986"/>
              <a:gd name="T1" fmla="*/ 1132 h 1278"/>
              <a:gd name="T2" fmla="*/ 0 w 986"/>
              <a:gd name="T3" fmla="*/ 1048 h 1278"/>
              <a:gd name="T4" fmla="*/ 104 w 986"/>
              <a:gd name="T5" fmla="*/ 944 h 1278"/>
              <a:gd name="T6" fmla="*/ 186 w 986"/>
              <a:gd name="T7" fmla="*/ 1026 h 1278"/>
              <a:gd name="T8" fmla="*/ 82 w 986"/>
              <a:gd name="T9" fmla="*/ 1132 h 1278"/>
              <a:gd name="T10" fmla="*/ 0 w 986"/>
              <a:gd name="T11" fmla="*/ 227 h 1278"/>
              <a:gd name="T12" fmla="*/ 82 w 986"/>
              <a:gd name="T13" fmla="*/ 145 h 1278"/>
              <a:gd name="T14" fmla="*/ 186 w 986"/>
              <a:gd name="T15" fmla="*/ 249 h 1278"/>
              <a:gd name="T16" fmla="*/ 104 w 986"/>
              <a:gd name="T17" fmla="*/ 331 h 1278"/>
              <a:gd name="T18" fmla="*/ 0 w 986"/>
              <a:gd name="T19" fmla="*/ 227 h 1278"/>
              <a:gd name="T20" fmla="*/ 985 w 986"/>
              <a:gd name="T21" fmla="*/ 1050 h 1278"/>
              <a:gd name="T22" fmla="*/ 902 w 986"/>
              <a:gd name="T23" fmla="*/ 1132 h 1278"/>
              <a:gd name="T24" fmla="*/ 799 w 986"/>
              <a:gd name="T25" fmla="*/ 1026 h 1278"/>
              <a:gd name="T26" fmla="*/ 881 w 986"/>
              <a:gd name="T27" fmla="*/ 944 h 1278"/>
              <a:gd name="T28" fmla="*/ 985 w 986"/>
              <a:gd name="T29" fmla="*/ 1050 h 1278"/>
              <a:gd name="T30" fmla="*/ 550 w 986"/>
              <a:gd name="T31" fmla="*/ 1277 h 1278"/>
              <a:gd name="T32" fmla="*/ 435 w 986"/>
              <a:gd name="T33" fmla="*/ 1277 h 1278"/>
              <a:gd name="T34" fmla="*/ 435 w 986"/>
              <a:gd name="T35" fmla="*/ 1105 h 1278"/>
              <a:gd name="T36" fmla="*/ 550 w 986"/>
              <a:gd name="T37" fmla="*/ 1105 h 1278"/>
              <a:gd name="T38" fmla="*/ 550 w 986"/>
              <a:gd name="T39" fmla="*/ 1277 h 1278"/>
              <a:gd name="T40" fmla="*/ 902 w 986"/>
              <a:gd name="T41" fmla="*/ 145 h 1278"/>
              <a:gd name="T42" fmla="*/ 985 w 986"/>
              <a:gd name="T43" fmla="*/ 227 h 1278"/>
              <a:gd name="T44" fmla="*/ 881 w 986"/>
              <a:gd name="T45" fmla="*/ 331 h 1278"/>
              <a:gd name="T46" fmla="*/ 799 w 986"/>
              <a:gd name="T47" fmla="*/ 249 h 1278"/>
              <a:gd name="T48" fmla="*/ 902 w 986"/>
              <a:gd name="T49" fmla="*/ 145 h 1278"/>
              <a:gd name="T50" fmla="*/ 435 w 986"/>
              <a:gd name="T51" fmla="*/ 0 h 1278"/>
              <a:gd name="T52" fmla="*/ 550 w 986"/>
              <a:gd name="T53" fmla="*/ 0 h 1278"/>
              <a:gd name="T54" fmla="*/ 550 w 986"/>
              <a:gd name="T55" fmla="*/ 173 h 1278"/>
              <a:gd name="T56" fmla="*/ 435 w 986"/>
              <a:gd name="T57" fmla="*/ 173 h 1278"/>
              <a:gd name="T58" fmla="*/ 435 w 986"/>
              <a:gd name="T59" fmla="*/ 0 h 1278"/>
              <a:gd name="T60" fmla="*/ 85 w 986"/>
              <a:gd name="T61" fmla="*/ 812 h 1278"/>
              <a:gd name="T62" fmla="*/ 85 w 986"/>
              <a:gd name="T63" fmla="*/ 463 h 1278"/>
              <a:gd name="T64" fmla="*/ 900 w 986"/>
              <a:gd name="T65" fmla="*/ 463 h 1278"/>
              <a:gd name="T66" fmla="*/ 900 w 986"/>
              <a:gd name="T67" fmla="*/ 812 h 1278"/>
              <a:gd name="T68" fmla="*/ 85 w 986"/>
              <a:gd name="T69" fmla="*/ 812 h 1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86" h="1278">
                <a:moveTo>
                  <a:pt x="82" y="1132"/>
                </a:moveTo>
                <a:lnTo>
                  <a:pt x="0" y="1048"/>
                </a:lnTo>
                <a:lnTo>
                  <a:pt x="104" y="944"/>
                </a:lnTo>
                <a:lnTo>
                  <a:pt x="186" y="1026"/>
                </a:lnTo>
                <a:lnTo>
                  <a:pt x="82" y="1132"/>
                </a:lnTo>
                <a:close/>
                <a:moveTo>
                  <a:pt x="0" y="227"/>
                </a:moveTo>
                <a:lnTo>
                  <a:pt x="82" y="145"/>
                </a:lnTo>
                <a:lnTo>
                  <a:pt x="186" y="249"/>
                </a:lnTo>
                <a:lnTo>
                  <a:pt x="104" y="331"/>
                </a:lnTo>
                <a:lnTo>
                  <a:pt x="0" y="227"/>
                </a:lnTo>
                <a:close/>
                <a:moveTo>
                  <a:pt x="985" y="1050"/>
                </a:moveTo>
                <a:lnTo>
                  <a:pt x="902" y="1132"/>
                </a:lnTo>
                <a:lnTo>
                  <a:pt x="799" y="1026"/>
                </a:lnTo>
                <a:lnTo>
                  <a:pt x="881" y="944"/>
                </a:lnTo>
                <a:lnTo>
                  <a:pt x="985" y="1050"/>
                </a:lnTo>
                <a:close/>
                <a:moveTo>
                  <a:pt x="550" y="1277"/>
                </a:moveTo>
                <a:lnTo>
                  <a:pt x="435" y="1277"/>
                </a:lnTo>
                <a:lnTo>
                  <a:pt x="435" y="1105"/>
                </a:lnTo>
                <a:lnTo>
                  <a:pt x="550" y="1105"/>
                </a:lnTo>
                <a:lnTo>
                  <a:pt x="550" y="1277"/>
                </a:lnTo>
                <a:close/>
                <a:moveTo>
                  <a:pt x="902" y="145"/>
                </a:moveTo>
                <a:lnTo>
                  <a:pt x="985" y="227"/>
                </a:lnTo>
                <a:lnTo>
                  <a:pt x="881" y="331"/>
                </a:lnTo>
                <a:lnTo>
                  <a:pt x="799" y="249"/>
                </a:lnTo>
                <a:lnTo>
                  <a:pt x="902" y="145"/>
                </a:lnTo>
                <a:close/>
                <a:moveTo>
                  <a:pt x="435" y="0"/>
                </a:moveTo>
                <a:lnTo>
                  <a:pt x="550" y="0"/>
                </a:lnTo>
                <a:lnTo>
                  <a:pt x="550" y="173"/>
                </a:lnTo>
                <a:lnTo>
                  <a:pt x="435" y="173"/>
                </a:lnTo>
                <a:lnTo>
                  <a:pt x="435" y="0"/>
                </a:lnTo>
                <a:close/>
                <a:moveTo>
                  <a:pt x="85" y="812"/>
                </a:moveTo>
                <a:lnTo>
                  <a:pt x="85" y="463"/>
                </a:lnTo>
                <a:lnTo>
                  <a:pt x="900" y="463"/>
                </a:lnTo>
                <a:lnTo>
                  <a:pt x="900" y="812"/>
                </a:lnTo>
                <a:lnTo>
                  <a:pt x="85" y="812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6" name="Freeform 45"/>
          <p:cNvSpPr>
            <a:spLocks noChangeArrowheads="1"/>
          </p:cNvSpPr>
          <p:nvPr/>
        </p:nvSpPr>
        <p:spPr bwMode="auto">
          <a:xfrm>
            <a:off x="4268787" y="4106068"/>
            <a:ext cx="463550" cy="439738"/>
          </a:xfrm>
          <a:custGeom>
            <a:avLst/>
            <a:gdLst>
              <a:gd name="T0" fmla="*/ 948 w 1286"/>
              <a:gd name="T1" fmla="*/ 970 h 1223"/>
              <a:gd name="T2" fmla="*/ 1030 w 1286"/>
              <a:gd name="T3" fmla="*/ 891 h 1223"/>
              <a:gd name="T4" fmla="*/ 1134 w 1286"/>
              <a:gd name="T5" fmla="*/ 995 h 1223"/>
              <a:gd name="T6" fmla="*/ 1052 w 1286"/>
              <a:gd name="T7" fmla="*/ 1077 h 1223"/>
              <a:gd name="T8" fmla="*/ 948 w 1286"/>
              <a:gd name="T9" fmla="*/ 970 h 1223"/>
              <a:gd name="T10" fmla="*/ 1110 w 1286"/>
              <a:gd name="T11" fmla="*/ 525 h 1223"/>
              <a:gd name="T12" fmla="*/ 1285 w 1286"/>
              <a:gd name="T13" fmla="*/ 525 h 1223"/>
              <a:gd name="T14" fmla="*/ 1285 w 1286"/>
              <a:gd name="T15" fmla="*/ 642 h 1223"/>
              <a:gd name="T16" fmla="*/ 1110 w 1286"/>
              <a:gd name="T17" fmla="*/ 642 h 1223"/>
              <a:gd name="T18" fmla="*/ 1110 w 1286"/>
              <a:gd name="T19" fmla="*/ 525 h 1223"/>
              <a:gd name="T20" fmla="*/ 817 w 1286"/>
              <a:gd name="T21" fmla="*/ 281 h 1223"/>
              <a:gd name="T22" fmla="*/ 992 w 1286"/>
              <a:gd name="T23" fmla="*/ 582 h 1223"/>
              <a:gd name="T24" fmla="*/ 642 w 1286"/>
              <a:gd name="T25" fmla="*/ 932 h 1223"/>
              <a:gd name="T26" fmla="*/ 292 w 1286"/>
              <a:gd name="T27" fmla="*/ 582 h 1223"/>
              <a:gd name="T28" fmla="*/ 467 w 1286"/>
              <a:gd name="T29" fmla="*/ 281 h 1223"/>
              <a:gd name="T30" fmla="*/ 467 w 1286"/>
              <a:gd name="T31" fmla="*/ 0 h 1223"/>
              <a:gd name="T32" fmla="*/ 817 w 1286"/>
              <a:gd name="T33" fmla="*/ 0 h 1223"/>
              <a:gd name="T34" fmla="*/ 817 w 1286"/>
              <a:gd name="T35" fmla="*/ 281 h 1223"/>
              <a:gd name="T36" fmla="*/ 175 w 1286"/>
              <a:gd name="T37" fmla="*/ 525 h 1223"/>
              <a:gd name="T38" fmla="*/ 175 w 1286"/>
              <a:gd name="T39" fmla="*/ 642 h 1223"/>
              <a:gd name="T40" fmla="*/ 0 w 1286"/>
              <a:gd name="T41" fmla="*/ 642 h 1223"/>
              <a:gd name="T42" fmla="*/ 0 w 1286"/>
              <a:gd name="T43" fmla="*/ 525 h 1223"/>
              <a:gd name="T44" fmla="*/ 175 w 1286"/>
              <a:gd name="T45" fmla="*/ 525 h 1223"/>
              <a:gd name="T46" fmla="*/ 585 w 1286"/>
              <a:gd name="T47" fmla="*/ 1222 h 1223"/>
              <a:gd name="T48" fmla="*/ 585 w 1286"/>
              <a:gd name="T49" fmla="*/ 1050 h 1223"/>
              <a:gd name="T50" fmla="*/ 700 w 1286"/>
              <a:gd name="T51" fmla="*/ 1050 h 1223"/>
              <a:gd name="T52" fmla="*/ 700 w 1286"/>
              <a:gd name="T53" fmla="*/ 1222 h 1223"/>
              <a:gd name="T54" fmla="*/ 585 w 1286"/>
              <a:gd name="T55" fmla="*/ 1222 h 1223"/>
              <a:gd name="T56" fmla="*/ 150 w 1286"/>
              <a:gd name="T57" fmla="*/ 995 h 1223"/>
              <a:gd name="T58" fmla="*/ 254 w 1286"/>
              <a:gd name="T59" fmla="*/ 888 h 1223"/>
              <a:gd name="T60" fmla="*/ 336 w 1286"/>
              <a:gd name="T61" fmla="*/ 970 h 1223"/>
              <a:gd name="T62" fmla="*/ 232 w 1286"/>
              <a:gd name="T63" fmla="*/ 1077 h 1223"/>
              <a:gd name="T64" fmla="*/ 150 w 1286"/>
              <a:gd name="T65" fmla="*/ 995 h 1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6" h="1223">
                <a:moveTo>
                  <a:pt x="948" y="970"/>
                </a:moveTo>
                <a:lnTo>
                  <a:pt x="1030" y="891"/>
                </a:lnTo>
                <a:lnTo>
                  <a:pt x="1134" y="995"/>
                </a:lnTo>
                <a:lnTo>
                  <a:pt x="1052" y="1077"/>
                </a:lnTo>
                <a:lnTo>
                  <a:pt x="948" y="970"/>
                </a:lnTo>
                <a:close/>
                <a:moveTo>
                  <a:pt x="1110" y="525"/>
                </a:moveTo>
                <a:lnTo>
                  <a:pt x="1285" y="525"/>
                </a:lnTo>
                <a:lnTo>
                  <a:pt x="1285" y="642"/>
                </a:lnTo>
                <a:lnTo>
                  <a:pt x="1110" y="642"/>
                </a:lnTo>
                <a:lnTo>
                  <a:pt x="1110" y="525"/>
                </a:lnTo>
                <a:close/>
                <a:moveTo>
                  <a:pt x="817" y="281"/>
                </a:moveTo>
                <a:cubicBezTo>
                  <a:pt x="921" y="342"/>
                  <a:pt x="992" y="454"/>
                  <a:pt x="992" y="582"/>
                </a:cubicBezTo>
                <a:cubicBezTo>
                  <a:pt x="992" y="776"/>
                  <a:pt x="836" y="932"/>
                  <a:pt x="642" y="932"/>
                </a:cubicBezTo>
                <a:cubicBezTo>
                  <a:pt x="448" y="932"/>
                  <a:pt x="292" y="776"/>
                  <a:pt x="292" y="582"/>
                </a:cubicBezTo>
                <a:cubicBezTo>
                  <a:pt x="292" y="454"/>
                  <a:pt x="363" y="342"/>
                  <a:pt x="467" y="281"/>
                </a:cubicBezTo>
                <a:lnTo>
                  <a:pt x="467" y="0"/>
                </a:lnTo>
                <a:lnTo>
                  <a:pt x="817" y="0"/>
                </a:lnTo>
                <a:lnTo>
                  <a:pt x="817" y="281"/>
                </a:lnTo>
                <a:close/>
                <a:moveTo>
                  <a:pt x="175" y="525"/>
                </a:moveTo>
                <a:lnTo>
                  <a:pt x="175" y="642"/>
                </a:lnTo>
                <a:lnTo>
                  <a:pt x="0" y="642"/>
                </a:lnTo>
                <a:lnTo>
                  <a:pt x="0" y="525"/>
                </a:lnTo>
                <a:lnTo>
                  <a:pt x="175" y="525"/>
                </a:lnTo>
                <a:close/>
                <a:moveTo>
                  <a:pt x="585" y="1222"/>
                </a:moveTo>
                <a:lnTo>
                  <a:pt x="585" y="1050"/>
                </a:lnTo>
                <a:lnTo>
                  <a:pt x="700" y="1050"/>
                </a:lnTo>
                <a:lnTo>
                  <a:pt x="700" y="1222"/>
                </a:lnTo>
                <a:lnTo>
                  <a:pt x="585" y="1222"/>
                </a:lnTo>
                <a:close/>
                <a:moveTo>
                  <a:pt x="150" y="995"/>
                </a:moveTo>
                <a:lnTo>
                  <a:pt x="254" y="888"/>
                </a:lnTo>
                <a:lnTo>
                  <a:pt x="336" y="970"/>
                </a:lnTo>
                <a:lnTo>
                  <a:pt x="232" y="1077"/>
                </a:lnTo>
                <a:lnTo>
                  <a:pt x="150" y="99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7" name="Freeform 46"/>
          <p:cNvSpPr>
            <a:spLocks noChangeArrowheads="1"/>
          </p:cNvSpPr>
          <p:nvPr/>
        </p:nvSpPr>
        <p:spPr bwMode="auto">
          <a:xfrm>
            <a:off x="5319714" y="4156868"/>
            <a:ext cx="504825" cy="336550"/>
          </a:xfrm>
          <a:custGeom>
            <a:avLst/>
            <a:gdLst>
              <a:gd name="T0" fmla="*/ 1129 w 1401"/>
              <a:gd name="T1" fmla="*/ 353 h 936"/>
              <a:gd name="T2" fmla="*/ 1400 w 1401"/>
              <a:gd name="T3" fmla="*/ 643 h 936"/>
              <a:gd name="T4" fmla="*/ 1108 w 1401"/>
              <a:gd name="T5" fmla="*/ 935 h 936"/>
              <a:gd name="T6" fmla="*/ 350 w 1401"/>
              <a:gd name="T7" fmla="*/ 935 h 936"/>
              <a:gd name="T8" fmla="*/ 0 w 1401"/>
              <a:gd name="T9" fmla="*/ 585 h 936"/>
              <a:gd name="T10" fmla="*/ 312 w 1401"/>
              <a:gd name="T11" fmla="*/ 238 h 936"/>
              <a:gd name="T12" fmla="*/ 700 w 1401"/>
              <a:gd name="T13" fmla="*/ 0 h 936"/>
              <a:gd name="T14" fmla="*/ 1129 w 1401"/>
              <a:gd name="T15" fmla="*/ 35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01" h="936">
                <a:moveTo>
                  <a:pt x="1129" y="353"/>
                </a:moveTo>
                <a:cubicBezTo>
                  <a:pt x="1280" y="364"/>
                  <a:pt x="1400" y="490"/>
                  <a:pt x="1400" y="643"/>
                </a:cubicBezTo>
                <a:cubicBezTo>
                  <a:pt x="1400" y="804"/>
                  <a:pt x="1269" y="935"/>
                  <a:pt x="1108" y="935"/>
                </a:cubicBezTo>
                <a:lnTo>
                  <a:pt x="350" y="935"/>
                </a:lnTo>
                <a:cubicBezTo>
                  <a:pt x="156" y="935"/>
                  <a:pt x="0" y="780"/>
                  <a:pt x="0" y="585"/>
                </a:cubicBezTo>
                <a:cubicBezTo>
                  <a:pt x="0" y="405"/>
                  <a:pt x="137" y="257"/>
                  <a:pt x="312" y="238"/>
                </a:cubicBezTo>
                <a:cubicBezTo>
                  <a:pt x="386" y="99"/>
                  <a:pt x="531" y="0"/>
                  <a:pt x="700" y="0"/>
                </a:cubicBezTo>
                <a:cubicBezTo>
                  <a:pt x="913" y="0"/>
                  <a:pt x="1088" y="151"/>
                  <a:pt x="1129" y="353"/>
                </a:cubicBez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8" name="Freeform 47"/>
          <p:cNvSpPr>
            <a:spLocks noChangeArrowheads="1"/>
          </p:cNvSpPr>
          <p:nvPr/>
        </p:nvSpPr>
        <p:spPr bwMode="auto">
          <a:xfrm>
            <a:off x="6392862" y="4156868"/>
            <a:ext cx="500062" cy="336550"/>
          </a:xfrm>
          <a:custGeom>
            <a:avLst/>
            <a:gdLst>
              <a:gd name="T0" fmla="*/ 601 w 1390"/>
              <a:gd name="T1" fmla="*/ 700 h 936"/>
              <a:gd name="T2" fmla="*/ 710 w 1390"/>
              <a:gd name="T3" fmla="*/ 700 h 936"/>
              <a:gd name="T4" fmla="*/ 524 w 1390"/>
              <a:gd name="T5" fmla="*/ 175 h 936"/>
              <a:gd name="T6" fmla="*/ 407 w 1390"/>
              <a:gd name="T7" fmla="*/ 175 h 936"/>
              <a:gd name="T8" fmla="*/ 221 w 1390"/>
              <a:gd name="T9" fmla="*/ 700 h 936"/>
              <a:gd name="T10" fmla="*/ 333 w 1390"/>
              <a:gd name="T11" fmla="*/ 700 h 936"/>
              <a:gd name="T12" fmla="*/ 374 w 1390"/>
              <a:gd name="T13" fmla="*/ 585 h 936"/>
              <a:gd name="T14" fmla="*/ 560 w 1390"/>
              <a:gd name="T15" fmla="*/ 585 h 936"/>
              <a:gd name="T16" fmla="*/ 601 w 1390"/>
              <a:gd name="T17" fmla="*/ 700 h 936"/>
              <a:gd name="T18" fmla="*/ 1282 w 1390"/>
              <a:gd name="T19" fmla="*/ 175 h 936"/>
              <a:gd name="T20" fmla="*/ 1389 w 1390"/>
              <a:gd name="T21" fmla="*/ 175 h 936"/>
              <a:gd name="T22" fmla="*/ 1268 w 1390"/>
              <a:gd name="T23" fmla="*/ 700 h 936"/>
              <a:gd name="T24" fmla="*/ 1167 w 1390"/>
              <a:gd name="T25" fmla="*/ 700 h 936"/>
              <a:gd name="T26" fmla="*/ 1080 w 1390"/>
              <a:gd name="T27" fmla="*/ 345 h 936"/>
              <a:gd name="T28" fmla="*/ 992 w 1390"/>
              <a:gd name="T29" fmla="*/ 700 h 936"/>
              <a:gd name="T30" fmla="*/ 888 w 1390"/>
              <a:gd name="T31" fmla="*/ 700 h 936"/>
              <a:gd name="T32" fmla="*/ 883 w 1390"/>
              <a:gd name="T33" fmla="*/ 676 h 936"/>
              <a:gd name="T34" fmla="*/ 467 w 1390"/>
              <a:gd name="T35" fmla="*/ 935 h 936"/>
              <a:gd name="T36" fmla="*/ 0 w 1390"/>
              <a:gd name="T37" fmla="*/ 468 h 936"/>
              <a:gd name="T38" fmla="*/ 467 w 1390"/>
              <a:gd name="T39" fmla="*/ 0 h 936"/>
              <a:gd name="T40" fmla="*/ 831 w 1390"/>
              <a:gd name="T41" fmla="*/ 175 h 936"/>
              <a:gd name="T42" fmla="*/ 874 w 1390"/>
              <a:gd name="T43" fmla="*/ 175 h 936"/>
              <a:gd name="T44" fmla="*/ 946 w 1390"/>
              <a:gd name="T45" fmla="*/ 544 h 936"/>
              <a:gd name="T46" fmla="*/ 1033 w 1390"/>
              <a:gd name="T47" fmla="*/ 175 h 936"/>
              <a:gd name="T48" fmla="*/ 1126 w 1390"/>
              <a:gd name="T49" fmla="*/ 175 h 936"/>
              <a:gd name="T50" fmla="*/ 1214 w 1390"/>
              <a:gd name="T51" fmla="*/ 544 h 936"/>
              <a:gd name="T52" fmla="*/ 1282 w 1390"/>
              <a:gd name="T53" fmla="*/ 175 h 936"/>
              <a:gd name="T54" fmla="*/ 399 w 1390"/>
              <a:gd name="T55" fmla="*/ 506 h 936"/>
              <a:gd name="T56" fmla="*/ 467 w 1390"/>
              <a:gd name="T57" fmla="*/ 293 h 936"/>
              <a:gd name="T58" fmla="*/ 533 w 1390"/>
              <a:gd name="T59" fmla="*/ 506 h 936"/>
              <a:gd name="T60" fmla="*/ 399 w 1390"/>
              <a:gd name="T61" fmla="*/ 506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390" h="936">
                <a:moveTo>
                  <a:pt x="601" y="700"/>
                </a:moveTo>
                <a:lnTo>
                  <a:pt x="710" y="700"/>
                </a:lnTo>
                <a:lnTo>
                  <a:pt x="524" y="175"/>
                </a:lnTo>
                <a:lnTo>
                  <a:pt x="407" y="175"/>
                </a:lnTo>
                <a:lnTo>
                  <a:pt x="221" y="700"/>
                </a:lnTo>
                <a:lnTo>
                  <a:pt x="333" y="700"/>
                </a:lnTo>
                <a:lnTo>
                  <a:pt x="374" y="585"/>
                </a:lnTo>
                <a:lnTo>
                  <a:pt x="560" y="585"/>
                </a:lnTo>
                <a:lnTo>
                  <a:pt x="601" y="700"/>
                </a:lnTo>
                <a:close/>
                <a:moveTo>
                  <a:pt x="1282" y="175"/>
                </a:moveTo>
                <a:lnTo>
                  <a:pt x="1389" y="175"/>
                </a:lnTo>
                <a:lnTo>
                  <a:pt x="1268" y="700"/>
                </a:lnTo>
                <a:lnTo>
                  <a:pt x="1167" y="700"/>
                </a:lnTo>
                <a:lnTo>
                  <a:pt x="1080" y="345"/>
                </a:lnTo>
                <a:lnTo>
                  <a:pt x="992" y="700"/>
                </a:lnTo>
                <a:lnTo>
                  <a:pt x="888" y="700"/>
                </a:lnTo>
                <a:lnTo>
                  <a:pt x="883" y="676"/>
                </a:lnTo>
                <a:cubicBezTo>
                  <a:pt x="806" y="829"/>
                  <a:pt x="650" y="935"/>
                  <a:pt x="467" y="935"/>
                </a:cubicBezTo>
                <a:cubicBezTo>
                  <a:pt x="210" y="935"/>
                  <a:pt x="0" y="725"/>
                  <a:pt x="0" y="468"/>
                </a:cubicBezTo>
                <a:cubicBezTo>
                  <a:pt x="0" y="211"/>
                  <a:pt x="210" y="0"/>
                  <a:pt x="467" y="0"/>
                </a:cubicBezTo>
                <a:cubicBezTo>
                  <a:pt x="615" y="0"/>
                  <a:pt x="746" y="69"/>
                  <a:pt x="831" y="175"/>
                </a:cubicBezTo>
                <a:lnTo>
                  <a:pt x="874" y="175"/>
                </a:lnTo>
                <a:lnTo>
                  <a:pt x="946" y="544"/>
                </a:lnTo>
                <a:lnTo>
                  <a:pt x="1033" y="175"/>
                </a:lnTo>
                <a:lnTo>
                  <a:pt x="1126" y="175"/>
                </a:lnTo>
                <a:lnTo>
                  <a:pt x="1214" y="544"/>
                </a:lnTo>
                <a:lnTo>
                  <a:pt x="1282" y="175"/>
                </a:lnTo>
                <a:close/>
                <a:moveTo>
                  <a:pt x="399" y="506"/>
                </a:moveTo>
                <a:lnTo>
                  <a:pt x="467" y="293"/>
                </a:lnTo>
                <a:lnTo>
                  <a:pt x="533" y="506"/>
                </a:lnTo>
                <a:lnTo>
                  <a:pt x="399" y="50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49" name="Freeform 48"/>
          <p:cNvSpPr>
            <a:spLocks noChangeArrowheads="1"/>
          </p:cNvSpPr>
          <p:nvPr/>
        </p:nvSpPr>
        <p:spPr bwMode="auto">
          <a:xfrm>
            <a:off x="7543799" y="4072732"/>
            <a:ext cx="336550" cy="504825"/>
          </a:xfrm>
          <a:custGeom>
            <a:avLst/>
            <a:gdLst>
              <a:gd name="T0" fmla="*/ 118 w 936"/>
              <a:gd name="T1" fmla="*/ 700 h 1401"/>
              <a:gd name="T2" fmla="*/ 468 w 936"/>
              <a:gd name="T3" fmla="*/ 1050 h 1401"/>
              <a:gd name="T4" fmla="*/ 818 w 936"/>
              <a:gd name="T5" fmla="*/ 700 h 1401"/>
              <a:gd name="T6" fmla="*/ 468 w 936"/>
              <a:gd name="T7" fmla="*/ 350 h 1401"/>
              <a:gd name="T8" fmla="*/ 118 w 936"/>
              <a:gd name="T9" fmla="*/ 700 h 1401"/>
              <a:gd name="T10" fmla="*/ 935 w 936"/>
              <a:gd name="T11" fmla="*/ 700 h 1401"/>
              <a:gd name="T12" fmla="*/ 758 w 936"/>
              <a:gd name="T13" fmla="*/ 1066 h 1401"/>
              <a:gd name="T14" fmla="*/ 700 w 936"/>
              <a:gd name="T15" fmla="*/ 1400 h 1401"/>
              <a:gd name="T16" fmla="*/ 235 w 936"/>
              <a:gd name="T17" fmla="*/ 1400 h 1401"/>
              <a:gd name="T18" fmla="*/ 178 w 936"/>
              <a:gd name="T19" fmla="*/ 1066 h 1401"/>
              <a:gd name="T20" fmla="*/ 0 w 936"/>
              <a:gd name="T21" fmla="*/ 700 h 1401"/>
              <a:gd name="T22" fmla="*/ 178 w 936"/>
              <a:gd name="T23" fmla="*/ 334 h 1401"/>
              <a:gd name="T24" fmla="*/ 235 w 936"/>
              <a:gd name="T25" fmla="*/ 0 h 1401"/>
              <a:gd name="T26" fmla="*/ 700 w 936"/>
              <a:gd name="T27" fmla="*/ 0 h 1401"/>
              <a:gd name="T28" fmla="*/ 758 w 936"/>
              <a:gd name="T29" fmla="*/ 334 h 1401"/>
              <a:gd name="T30" fmla="*/ 935 w 936"/>
              <a:gd name="T31" fmla="*/ 700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36" h="1401">
                <a:moveTo>
                  <a:pt x="118" y="700"/>
                </a:moveTo>
                <a:cubicBezTo>
                  <a:pt x="118" y="894"/>
                  <a:pt x="274" y="1050"/>
                  <a:pt x="468" y="1050"/>
                </a:cubicBezTo>
                <a:cubicBezTo>
                  <a:pt x="662" y="1050"/>
                  <a:pt x="818" y="894"/>
                  <a:pt x="818" y="700"/>
                </a:cubicBezTo>
                <a:cubicBezTo>
                  <a:pt x="818" y="506"/>
                  <a:pt x="662" y="350"/>
                  <a:pt x="468" y="350"/>
                </a:cubicBezTo>
                <a:cubicBezTo>
                  <a:pt x="274" y="350"/>
                  <a:pt x="118" y="506"/>
                  <a:pt x="118" y="700"/>
                </a:cubicBezTo>
                <a:close/>
                <a:moveTo>
                  <a:pt x="935" y="700"/>
                </a:moveTo>
                <a:cubicBezTo>
                  <a:pt x="935" y="848"/>
                  <a:pt x="864" y="981"/>
                  <a:pt x="758" y="1066"/>
                </a:cubicBezTo>
                <a:lnTo>
                  <a:pt x="700" y="1400"/>
                </a:lnTo>
                <a:lnTo>
                  <a:pt x="235" y="1400"/>
                </a:lnTo>
                <a:lnTo>
                  <a:pt x="178" y="1066"/>
                </a:lnTo>
                <a:cubicBezTo>
                  <a:pt x="69" y="981"/>
                  <a:pt x="0" y="848"/>
                  <a:pt x="0" y="700"/>
                </a:cubicBezTo>
                <a:cubicBezTo>
                  <a:pt x="0" y="552"/>
                  <a:pt x="69" y="418"/>
                  <a:pt x="178" y="334"/>
                </a:cubicBezTo>
                <a:lnTo>
                  <a:pt x="235" y="0"/>
                </a:lnTo>
                <a:lnTo>
                  <a:pt x="700" y="0"/>
                </a:lnTo>
                <a:lnTo>
                  <a:pt x="758" y="334"/>
                </a:lnTo>
                <a:cubicBezTo>
                  <a:pt x="864" y="418"/>
                  <a:pt x="935" y="552"/>
                  <a:pt x="935" y="70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0" name="Freeform 49"/>
          <p:cNvSpPr>
            <a:spLocks noChangeArrowheads="1"/>
          </p:cNvSpPr>
          <p:nvPr/>
        </p:nvSpPr>
        <p:spPr bwMode="auto">
          <a:xfrm>
            <a:off x="8574087" y="4115593"/>
            <a:ext cx="419100" cy="419100"/>
          </a:xfrm>
          <a:custGeom>
            <a:avLst/>
            <a:gdLst>
              <a:gd name="T0" fmla="*/ 829 w 1166"/>
              <a:gd name="T1" fmla="*/ 828 h 1165"/>
              <a:gd name="T2" fmla="*/ 875 w 1166"/>
              <a:gd name="T3" fmla="*/ 751 h 1165"/>
              <a:gd name="T4" fmla="*/ 613 w 1166"/>
              <a:gd name="T5" fmla="*/ 593 h 1165"/>
              <a:gd name="T6" fmla="*/ 613 w 1166"/>
              <a:gd name="T7" fmla="*/ 289 h 1165"/>
              <a:gd name="T8" fmla="*/ 525 w 1166"/>
              <a:gd name="T9" fmla="*/ 289 h 1165"/>
              <a:gd name="T10" fmla="*/ 525 w 1166"/>
              <a:gd name="T11" fmla="*/ 639 h 1165"/>
              <a:gd name="T12" fmla="*/ 829 w 1166"/>
              <a:gd name="T13" fmla="*/ 828 h 1165"/>
              <a:gd name="T14" fmla="*/ 583 w 1166"/>
              <a:gd name="T15" fmla="*/ 0 h 1165"/>
              <a:gd name="T16" fmla="*/ 1165 w 1166"/>
              <a:gd name="T17" fmla="*/ 582 h 1165"/>
              <a:gd name="T18" fmla="*/ 583 w 1166"/>
              <a:gd name="T19" fmla="*/ 1164 h 1165"/>
              <a:gd name="T20" fmla="*/ 0 w 1166"/>
              <a:gd name="T21" fmla="*/ 582 h 1165"/>
              <a:gd name="T22" fmla="*/ 583 w 1166"/>
              <a:gd name="T23" fmla="*/ 0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66" h="1165">
                <a:moveTo>
                  <a:pt x="829" y="828"/>
                </a:moveTo>
                <a:lnTo>
                  <a:pt x="875" y="751"/>
                </a:lnTo>
                <a:lnTo>
                  <a:pt x="613" y="593"/>
                </a:lnTo>
                <a:lnTo>
                  <a:pt x="613" y="289"/>
                </a:lnTo>
                <a:lnTo>
                  <a:pt x="525" y="289"/>
                </a:lnTo>
                <a:lnTo>
                  <a:pt x="525" y="639"/>
                </a:lnTo>
                <a:lnTo>
                  <a:pt x="829" y="828"/>
                </a:lnTo>
                <a:close/>
                <a:moveTo>
                  <a:pt x="583" y="0"/>
                </a:moveTo>
                <a:cubicBezTo>
                  <a:pt x="903" y="0"/>
                  <a:pt x="1165" y="262"/>
                  <a:pt x="1165" y="582"/>
                </a:cubicBezTo>
                <a:cubicBezTo>
                  <a:pt x="1165" y="902"/>
                  <a:pt x="903" y="1164"/>
                  <a:pt x="583" y="1164"/>
                </a:cubicBezTo>
                <a:cubicBezTo>
                  <a:pt x="263" y="1164"/>
                  <a:pt x="0" y="902"/>
                  <a:pt x="0" y="582"/>
                </a:cubicBezTo>
                <a:cubicBezTo>
                  <a:pt x="0" y="262"/>
                  <a:pt x="263" y="0"/>
                  <a:pt x="583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1" name="Freeform 50"/>
          <p:cNvSpPr>
            <a:spLocks noChangeArrowheads="1"/>
          </p:cNvSpPr>
          <p:nvPr/>
        </p:nvSpPr>
        <p:spPr bwMode="auto">
          <a:xfrm>
            <a:off x="9623424" y="4126708"/>
            <a:ext cx="463550" cy="398461"/>
          </a:xfrm>
          <a:custGeom>
            <a:avLst/>
            <a:gdLst>
              <a:gd name="T0" fmla="*/ 700 w 1286"/>
              <a:gd name="T1" fmla="*/ 700 h 1109"/>
              <a:gd name="T2" fmla="*/ 700 w 1286"/>
              <a:gd name="T3" fmla="*/ 465 h 1109"/>
              <a:gd name="T4" fmla="*/ 585 w 1286"/>
              <a:gd name="T5" fmla="*/ 465 h 1109"/>
              <a:gd name="T6" fmla="*/ 585 w 1286"/>
              <a:gd name="T7" fmla="*/ 700 h 1109"/>
              <a:gd name="T8" fmla="*/ 700 w 1286"/>
              <a:gd name="T9" fmla="*/ 700 h 1109"/>
              <a:gd name="T10" fmla="*/ 700 w 1286"/>
              <a:gd name="T11" fmla="*/ 933 h 1109"/>
              <a:gd name="T12" fmla="*/ 700 w 1286"/>
              <a:gd name="T13" fmla="*/ 815 h 1109"/>
              <a:gd name="T14" fmla="*/ 585 w 1286"/>
              <a:gd name="T15" fmla="*/ 815 h 1109"/>
              <a:gd name="T16" fmla="*/ 585 w 1286"/>
              <a:gd name="T17" fmla="*/ 933 h 1109"/>
              <a:gd name="T18" fmla="*/ 700 w 1286"/>
              <a:gd name="T19" fmla="*/ 933 h 1109"/>
              <a:gd name="T20" fmla="*/ 0 w 1286"/>
              <a:gd name="T21" fmla="*/ 1108 h 1109"/>
              <a:gd name="T22" fmla="*/ 643 w 1286"/>
              <a:gd name="T23" fmla="*/ 0 h 1109"/>
              <a:gd name="T24" fmla="*/ 1285 w 1286"/>
              <a:gd name="T25" fmla="*/ 1108 h 1109"/>
              <a:gd name="T26" fmla="*/ 0 w 1286"/>
              <a:gd name="T27" fmla="*/ 1108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1109">
                <a:moveTo>
                  <a:pt x="700" y="700"/>
                </a:moveTo>
                <a:lnTo>
                  <a:pt x="700" y="465"/>
                </a:lnTo>
                <a:lnTo>
                  <a:pt x="585" y="465"/>
                </a:lnTo>
                <a:lnTo>
                  <a:pt x="585" y="700"/>
                </a:lnTo>
                <a:lnTo>
                  <a:pt x="700" y="700"/>
                </a:lnTo>
                <a:close/>
                <a:moveTo>
                  <a:pt x="700" y="933"/>
                </a:moveTo>
                <a:lnTo>
                  <a:pt x="700" y="815"/>
                </a:lnTo>
                <a:lnTo>
                  <a:pt x="585" y="815"/>
                </a:lnTo>
                <a:lnTo>
                  <a:pt x="585" y="933"/>
                </a:lnTo>
                <a:lnTo>
                  <a:pt x="700" y="933"/>
                </a:lnTo>
                <a:close/>
                <a:moveTo>
                  <a:pt x="0" y="1108"/>
                </a:moveTo>
                <a:lnTo>
                  <a:pt x="643" y="0"/>
                </a:lnTo>
                <a:lnTo>
                  <a:pt x="1285" y="1108"/>
                </a:lnTo>
                <a:lnTo>
                  <a:pt x="0" y="1108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2" name="Freeform 51"/>
          <p:cNvSpPr>
            <a:spLocks noChangeArrowheads="1"/>
          </p:cNvSpPr>
          <p:nvPr/>
        </p:nvSpPr>
        <p:spPr bwMode="auto">
          <a:xfrm>
            <a:off x="10715624" y="4115593"/>
            <a:ext cx="419100" cy="419100"/>
          </a:xfrm>
          <a:custGeom>
            <a:avLst/>
            <a:gdLst>
              <a:gd name="T0" fmla="*/ 115 w 1166"/>
              <a:gd name="T1" fmla="*/ 639 h 1165"/>
              <a:gd name="T2" fmla="*/ 115 w 1166"/>
              <a:gd name="T3" fmla="*/ 1049 h 1165"/>
              <a:gd name="T4" fmla="*/ 525 w 1166"/>
              <a:gd name="T5" fmla="*/ 1049 h 1165"/>
              <a:gd name="T6" fmla="*/ 525 w 1166"/>
              <a:gd name="T7" fmla="*/ 1164 h 1165"/>
              <a:gd name="T8" fmla="*/ 115 w 1166"/>
              <a:gd name="T9" fmla="*/ 1164 h 1165"/>
              <a:gd name="T10" fmla="*/ 0 w 1166"/>
              <a:gd name="T11" fmla="*/ 1049 h 1165"/>
              <a:gd name="T12" fmla="*/ 0 w 1166"/>
              <a:gd name="T13" fmla="*/ 639 h 1165"/>
              <a:gd name="T14" fmla="*/ 115 w 1166"/>
              <a:gd name="T15" fmla="*/ 639 h 1165"/>
              <a:gd name="T16" fmla="*/ 1050 w 1166"/>
              <a:gd name="T17" fmla="*/ 1049 h 1165"/>
              <a:gd name="T18" fmla="*/ 1050 w 1166"/>
              <a:gd name="T19" fmla="*/ 639 h 1165"/>
              <a:gd name="T20" fmla="*/ 1165 w 1166"/>
              <a:gd name="T21" fmla="*/ 639 h 1165"/>
              <a:gd name="T22" fmla="*/ 1165 w 1166"/>
              <a:gd name="T23" fmla="*/ 1049 h 1165"/>
              <a:gd name="T24" fmla="*/ 1050 w 1166"/>
              <a:gd name="T25" fmla="*/ 1164 h 1165"/>
              <a:gd name="T26" fmla="*/ 640 w 1166"/>
              <a:gd name="T27" fmla="*/ 1164 h 1165"/>
              <a:gd name="T28" fmla="*/ 640 w 1166"/>
              <a:gd name="T29" fmla="*/ 1049 h 1165"/>
              <a:gd name="T30" fmla="*/ 1050 w 1166"/>
              <a:gd name="T31" fmla="*/ 1049 h 1165"/>
              <a:gd name="T32" fmla="*/ 1050 w 1166"/>
              <a:gd name="T33" fmla="*/ 0 h 1165"/>
              <a:gd name="T34" fmla="*/ 1165 w 1166"/>
              <a:gd name="T35" fmla="*/ 114 h 1165"/>
              <a:gd name="T36" fmla="*/ 1165 w 1166"/>
              <a:gd name="T37" fmla="*/ 524 h 1165"/>
              <a:gd name="T38" fmla="*/ 1050 w 1166"/>
              <a:gd name="T39" fmla="*/ 524 h 1165"/>
              <a:gd name="T40" fmla="*/ 1050 w 1166"/>
              <a:gd name="T41" fmla="*/ 114 h 1165"/>
              <a:gd name="T42" fmla="*/ 640 w 1166"/>
              <a:gd name="T43" fmla="*/ 114 h 1165"/>
              <a:gd name="T44" fmla="*/ 640 w 1166"/>
              <a:gd name="T45" fmla="*/ 0 h 1165"/>
              <a:gd name="T46" fmla="*/ 1050 w 1166"/>
              <a:gd name="T47" fmla="*/ 0 h 1165"/>
              <a:gd name="T48" fmla="*/ 875 w 1166"/>
              <a:gd name="T49" fmla="*/ 377 h 1165"/>
              <a:gd name="T50" fmla="*/ 788 w 1166"/>
              <a:gd name="T51" fmla="*/ 464 h 1165"/>
              <a:gd name="T52" fmla="*/ 700 w 1166"/>
              <a:gd name="T53" fmla="*/ 377 h 1165"/>
              <a:gd name="T54" fmla="*/ 788 w 1166"/>
              <a:gd name="T55" fmla="*/ 289 h 1165"/>
              <a:gd name="T56" fmla="*/ 875 w 1166"/>
              <a:gd name="T57" fmla="*/ 377 h 1165"/>
              <a:gd name="T58" fmla="*/ 465 w 1166"/>
              <a:gd name="T59" fmla="*/ 639 h 1165"/>
              <a:gd name="T60" fmla="*/ 640 w 1166"/>
              <a:gd name="T61" fmla="*/ 855 h 1165"/>
              <a:gd name="T62" fmla="*/ 758 w 1166"/>
              <a:gd name="T63" fmla="*/ 699 h 1165"/>
              <a:gd name="T64" fmla="*/ 933 w 1166"/>
              <a:gd name="T65" fmla="*/ 932 h 1165"/>
              <a:gd name="T66" fmla="*/ 233 w 1166"/>
              <a:gd name="T67" fmla="*/ 932 h 1165"/>
              <a:gd name="T68" fmla="*/ 465 w 1166"/>
              <a:gd name="T69" fmla="*/ 639 h 1165"/>
              <a:gd name="T70" fmla="*/ 115 w 1166"/>
              <a:gd name="T71" fmla="*/ 114 h 1165"/>
              <a:gd name="T72" fmla="*/ 115 w 1166"/>
              <a:gd name="T73" fmla="*/ 524 h 1165"/>
              <a:gd name="T74" fmla="*/ 0 w 1166"/>
              <a:gd name="T75" fmla="*/ 524 h 1165"/>
              <a:gd name="T76" fmla="*/ 0 w 1166"/>
              <a:gd name="T77" fmla="*/ 114 h 1165"/>
              <a:gd name="T78" fmla="*/ 115 w 1166"/>
              <a:gd name="T79" fmla="*/ 0 h 1165"/>
              <a:gd name="T80" fmla="*/ 525 w 1166"/>
              <a:gd name="T81" fmla="*/ 0 h 1165"/>
              <a:gd name="T82" fmla="*/ 525 w 1166"/>
              <a:gd name="T83" fmla="*/ 114 h 1165"/>
              <a:gd name="T84" fmla="*/ 115 w 1166"/>
              <a:gd name="T85" fmla="*/ 11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166" h="1165">
                <a:moveTo>
                  <a:pt x="115" y="639"/>
                </a:moveTo>
                <a:lnTo>
                  <a:pt x="115" y="1049"/>
                </a:lnTo>
                <a:lnTo>
                  <a:pt x="525" y="1049"/>
                </a:lnTo>
                <a:lnTo>
                  <a:pt x="525" y="1164"/>
                </a:lnTo>
                <a:lnTo>
                  <a:pt x="115" y="1164"/>
                </a:lnTo>
                <a:cubicBezTo>
                  <a:pt x="52" y="1164"/>
                  <a:pt x="0" y="1112"/>
                  <a:pt x="0" y="1049"/>
                </a:cubicBezTo>
                <a:lnTo>
                  <a:pt x="0" y="639"/>
                </a:lnTo>
                <a:lnTo>
                  <a:pt x="115" y="639"/>
                </a:lnTo>
                <a:close/>
                <a:moveTo>
                  <a:pt x="1050" y="1049"/>
                </a:moveTo>
                <a:lnTo>
                  <a:pt x="1050" y="639"/>
                </a:lnTo>
                <a:lnTo>
                  <a:pt x="1165" y="639"/>
                </a:lnTo>
                <a:lnTo>
                  <a:pt x="1165" y="1049"/>
                </a:lnTo>
                <a:cubicBezTo>
                  <a:pt x="1165" y="1112"/>
                  <a:pt x="1113" y="1164"/>
                  <a:pt x="1050" y="1164"/>
                </a:cubicBezTo>
                <a:lnTo>
                  <a:pt x="640" y="1164"/>
                </a:lnTo>
                <a:lnTo>
                  <a:pt x="640" y="1049"/>
                </a:lnTo>
                <a:lnTo>
                  <a:pt x="1050" y="1049"/>
                </a:lnTo>
                <a:close/>
                <a:moveTo>
                  <a:pt x="1050" y="0"/>
                </a:moveTo>
                <a:cubicBezTo>
                  <a:pt x="1113" y="0"/>
                  <a:pt x="1165" y="51"/>
                  <a:pt x="1165" y="114"/>
                </a:cubicBezTo>
                <a:lnTo>
                  <a:pt x="1165" y="524"/>
                </a:lnTo>
                <a:lnTo>
                  <a:pt x="1050" y="524"/>
                </a:lnTo>
                <a:lnTo>
                  <a:pt x="1050" y="114"/>
                </a:lnTo>
                <a:lnTo>
                  <a:pt x="640" y="114"/>
                </a:lnTo>
                <a:lnTo>
                  <a:pt x="640" y="0"/>
                </a:lnTo>
                <a:lnTo>
                  <a:pt x="1050" y="0"/>
                </a:lnTo>
                <a:close/>
                <a:moveTo>
                  <a:pt x="875" y="377"/>
                </a:moveTo>
                <a:cubicBezTo>
                  <a:pt x="875" y="426"/>
                  <a:pt x="838" y="464"/>
                  <a:pt x="788" y="464"/>
                </a:cubicBezTo>
                <a:cubicBezTo>
                  <a:pt x="739" y="464"/>
                  <a:pt x="700" y="426"/>
                  <a:pt x="700" y="377"/>
                </a:cubicBezTo>
                <a:cubicBezTo>
                  <a:pt x="700" y="328"/>
                  <a:pt x="739" y="289"/>
                  <a:pt x="788" y="289"/>
                </a:cubicBezTo>
                <a:cubicBezTo>
                  <a:pt x="838" y="289"/>
                  <a:pt x="875" y="328"/>
                  <a:pt x="875" y="377"/>
                </a:cubicBezTo>
                <a:close/>
                <a:moveTo>
                  <a:pt x="465" y="639"/>
                </a:moveTo>
                <a:lnTo>
                  <a:pt x="640" y="855"/>
                </a:lnTo>
                <a:lnTo>
                  <a:pt x="758" y="699"/>
                </a:lnTo>
                <a:lnTo>
                  <a:pt x="933" y="932"/>
                </a:lnTo>
                <a:lnTo>
                  <a:pt x="233" y="932"/>
                </a:lnTo>
                <a:lnTo>
                  <a:pt x="465" y="639"/>
                </a:lnTo>
                <a:close/>
                <a:moveTo>
                  <a:pt x="115" y="114"/>
                </a:moveTo>
                <a:lnTo>
                  <a:pt x="115" y="524"/>
                </a:lnTo>
                <a:lnTo>
                  <a:pt x="0" y="524"/>
                </a:lnTo>
                <a:lnTo>
                  <a:pt x="0" y="114"/>
                </a:lnTo>
                <a:cubicBezTo>
                  <a:pt x="0" y="51"/>
                  <a:pt x="52" y="0"/>
                  <a:pt x="115" y="0"/>
                </a:cubicBezTo>
                <a:lnTo>
                  <a:pt x="525" y="0"/>
                </a:lnTo>
                <a:lnTo>
                  <a:pt x="525" y="114"/>
                </a:lnTo>
                <a:lnTo>
                  <a:pt x="115" y="11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3" name="Freeform 52"/>
          <p:cNvSpPr>
            <a:spLocks noChangeArrowheads="1"/>
          </p:cNvSpPr>
          <p:nvPr/>
        </p:nvSpPr>
        <p:spPr bwMode="auto">
          <a:xfrm>
            <a:off x="1055689" y="4990306"/>
            <a:ext cx="357187" cy="419100"/>
          </a:xfrm>
          <a:custGeom>
            <a:avLst/>
            <a:gdLst>
              <a:gd name="T0" fmla="*/ 730 w 994"/>
              <a:gd name="T1" fmla="*/ 232 h 1165"/>
              <a:gd name="T2" fmla="*/ 612 w 994"/>
              <a:gd name="T3" fmla="*/ 114 h 1165"/>
              <a:gd name="T4" fmla="*/ 730 w 994"/>
              <a:gd name="T5" fmla="*/ 0 h 1165"/>
              <a:gd name="T6" fmla="*/ 848 w 994"/>
              <a:gd name="T7" fmla="*/ 114 h 1165"/>
              <a:gd name="T8" fmla="*/ 730 w 994"/>
              <a:gd name="T9" fmla="*/ 232 h 1165"/>
              <a:gd name="T10" fmla="*/ 205 w 994"/>
              <a:gd name="T11" fmla="*/ 232 h 1165"/>
              <a:gd name="T12" fmla="*/ 87 w 994"/>
              <a:gd name="T13" fmla="*/ 114 h 1165"/>
              <a:gd name="T14" fmla="*/ 205 w 994"/>
              <a:gd name="T15" fmla="*/ 0 h 1165"/>
              <a:gd name="T16" fmla="*/ 323 w 994"/>
              <a:gd name="T17" fmla="*/ 114 h 1165"/>
              <a:gd name="T18" fmla="*/ 205 w 994"/>
              <a:gd name="T19" fmla="*/ 232 h 1165"/>
              <a:gd name="T20" fmla="*/ 818 w 994"/>
              <a:gd name="T21" fmla="*/ 1164 h 1165"/>
              <a:gd name="T22" fmla="*/ 643 w 994"/>
              <a:gd name="T23" fmla="*/ 1164 h 1165"/>
              <a:gd name="T24" fmla="*/ 643 w 994"/>
              <a:gd name="T25" fmla="*/ 814 h 1165"/>
              <a:gd name="T26" fmla="*/ 468 w 994"/>
              <a:gd name="T27" fmla="*/ 814 h 1165"/>
              <a:gd name="T28" fmla="*/ 615 w 994"/>
              <a:gd name="T29" fmla="*/ 371 h 1165"/>
              <a:gd name="T30" fmla="*/ 727 w 994"/>
              <a:gd name="T31" fmla="*/ 289 h 1165"/>
              <a:gd name="T32" fmla="*/ 733 w 994"/>
              <a:gd name="T33" fmla="*/ 289 h 1165"/>
              <a:gd name="T34" fmla="*/ 845 w 994"/>
              <a:gd name="T35" fmla="*/ 371 h 1165"/>
              <a:gd name="T36" fmla="*/ 993 w 994"/>
              <a:gd name="T37" fmla="*/ 814 h 1165"/>
              <a:gd name="T38" fmla="*/ 818 w 994"/>
              <a:gd name="T39" fmla="*/ 814 h 1165"/>
              <a:gd name="T40" fmla="*/ 818 w 994"/>
              <a:gd name="T41" fmla="*/ 1164 h 1165"/>
              <a:gd name="T42" fmla="*/ 87 w 994"/>
              <a:gd name="T43" fmla="*/ 1164 h 1165"/>
              <a:gd name="T44" fmla="*/ 87 w 994"/>
              <a:gd name="T45" fmla="*/ 727 h 1165"/>
              <a:gd name="T46" fmla="*/ 0 w 994"/>
              <a:gd name="T47" fmla="*/ 727 h 1165"/>
              <a:gd name="T48" fmla="*/ 0 w 994"/>
              <a:gd name="T49" fmla="*/ 407 h 1165"/>
              <a:gd name="T50" fmla="*/ 118 w 994"/>
              <a:gd name="T51" fmla="*/ 289 h 1165"/>
              <a:gd name="T52" fmla="*/ 293 w 994"/>
              <a:gd name="T53" fmla="*/ 289 h 1165"/>
              <a:gd name="T54" fmla="*/ 410 w 994"/>
              <a:gd name="T55" fmla="*/ 407 h 1165"/>
              <a:gd name="T56" fmla="*/ 410 w 994"/>
              <a:gd name="T57" fmla="*/ 727 h 1165"/>
              <a:gd name="T58" fmla="*/ 323 w 994"/>
              <a:gd name="T59" fmla="*/ 727 h 1165"/>
              <a:gd name="T60" fmla="*/ 323 w 994"/>
              <a:gd name="T61" fmla="*/ 1164 h 1165"/>
              <a:gd name="T62" fmla="*/ 87 w 994"/>
              <a:gd name="T63" fmla="*/ 1164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94" h="1165">
                <a:moveTo>
                  <a:pt x="730" y="232"/>
                </a:moveTo>
                <a:cubicBezTo>
                  <a:pt x="664" y="232"/>
                  <a:pt x="612" y="180"/>
                  <a:pt x="612" y="114"/>
                </a:cubicBezTo>
                <a:cubicBezTo>
                  <a:pt x="612" y="49"/>
                  <a:pt x="664" y="0"/>
                  <a:pt x="730" y="0"/>
                </a:cubicBezTo>
                <a:cubicBezTo>
                  <a:pt x="796" y="0"/>
                  <a:pt x="848" y="49"/>
                  <a:pt x="848" y="114"/>
                </a:cubicBezTo>
                <a:cubicBezTo>
                  <a:pt x="848" y="180"/>
                  <a:pt x="796" y="232"/>
                  <a:pt x="730" y="232"/>
                </a:cubicBezTo>
                <a:close/>
                <a:moveTo>
                  <a:pt x="205" y="232"/>
                </a:moveTo>
                <a:cubicBezTo>
                  <a:pt x="139" y="232"/>
                  <a:pt x="87" y="180"/>
                  <a:pt x="87" y="114"/>
                </a:cubicBezTo>
                <a:cubicBezTo>
                  <a:pt x="87" y="49"/>
                  <a:pt x="139" y="0"/>
                  <a:pt x="205" y="0"/>
                </a:cubicBezTo>
                <a:cubicBezTo>
                  <a:pt x="271" y="0"/>
                  <a:pt x="323" y="49"/>
                  <a:pt x="323" y="114"/>
                </a:cubicBezTo>
                <a:cubicBezTo>
                  <a:pt x="323" y="180"/>
                  <a:pt x="271" y="232"/>
                  <a:pt x="205" y="232"/>
                </a:cubicBezTo>
                <a:close/>
                <a:moveTo>
                  <a:pt x="818" y="1164"/>
                </a:moveTo>
                <a:lnTo>
                  <a:pt x="643" y="1164"/>
                </a:lnTo>
                <a:lnTo>
                  <a:pt x="643" y="814"/>
                </a:lnTo>
                <a:lnTo>
                  <a:pt x="468" y="814"/>
                </a:lnTo>
                <a:lnTo>
                  <a:pt x="615" y="371"/>
                </a:lnTo>
                <a:cubicBezTo>
                  <a:pt x="632" y="325"/>
                  <a:pt x="678" y="289"/>
                  <a:pt x="727" y="289"/>
                </a:cubicBezTo>
                <a:lnTo>
                  <a:pt x="733" y="289"/>
                </a:lnTo>
                <a:cubicBezTo>
                  <a:pt x="782" y="289"/>
                  <a:pt x="828" y="325"/>
                  <a:pt x="845" y="371"/>
                </a:cubicBezTo>
                <a:lnTo>
                  <a:pt x="993" y="814"/>
                </a:lnTo>
                <a:lnTo>
                  <a:pt x="818" y="814"/>
                </a:lnTo>
                <a:lnTo>
                  <a:pt x="818" y="1164"/>
                </a:lnTo>
                <a:close/>
                <a:moveTo>
                  <a:pt x="87" y="1164"/>
                </a:moveTo>
                <a:lnTo>
                  <a:pt x="87" y="727"/>
                </a:lnTo>
                <a:lnTo>
                  <a:pt x="0" y="727"/>
                </a:lnTo>
                <a:lnTo>
                  <a:pt x="0" y="407"/>
                </a:lnTo>
                <a:cubicBezTo>
                  <a:pt x="0" y="344"/>
                  <a:pt x="55" y="289"/>
                  <a:pt x="118" y="289"/>
                </a:cubicBezTo>
                <a:lnTo>
                  <a:pt x="293" y="289"/>
                </a:lnTo>
                <a:cubicBezTo>
                  <a:pt x="355" y="289"/>
                  <a:pt x="410" y="344"/>
                  <a:pt x="410" y="407"/>
                </a:cubicBezTo>
                <a:lnTo>
                  <a:pt x="410" y="727"/>
                </a:lnTo>
                <a:lnTo>
                  <a:pt x="323" y="727"/>
                </a:lnTo>
                <a:lnTo>
                  <a:pt x="323" y="1164"/>
                </a:lnTo>
                <a:lnTo>
                  <a:pt x="87" y="1164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4" name="Freeform 53"/>
          <p:cNvSpPr>
            <a:spLocks noChangeArrowheads="1"/>
          </p:cNvSpPr>
          <p:nvPr/>
        </p:nvSpPr>
        <p:spPr bwMode="auto">
          <a:xfrm>
            <a:off x="2103437" y="5001420"/>
            <a:ext cx="419100" cy="398463"/>
          </a:xfrm>
          <a:custGeom>
            <a:avLst/>
            <a:gdLst>
              <a:gd name="T0" fmla="*/ 700 w 1166"/>
              <a:gd name="T1" fmla="*/ 233 h 1109"/>
              <a:gd name="T2" fmla="*/ 700 w 1166"/>
              <a:gd name="T3" fmla="*/ 115 h 1109"/>
              <a:gd name="T4" fmla="*/ 465 w 1166"/>
              <a:gd name="T5" fmla="*/ 115 h 1109"/>
              <a:gd name="T6" fmla="*/ 465 w 1166"/>
              <a:gd name="T7" fmla="*/ 233 h 1109"/>
              <a:gd name="T8" fmla="*/ 700 w 1166"/>
              <a:gd name="T9" fmla="*/ 233 h 1109"/>
              <a:gd name="T10" fmla="*/ 1050 w 1166"/>
              <a:gd name="T11" fmla="*/ 233 h 1109"/>
              <a:gd name="T12" fmla="*/ 1165 w 1166"/>
              <a:gd name="T13" fmla="*/ 350 h 1109"/>
              <a:gd name="T14" fmla="*/ 1165 w 1166"/>
              <a:gd name="T15" fmla="*/ 990 h 1109"/>
              <a:gd name="T16" fmla="*/ 1050 w 1166"/>
              <a:gd name="T17" fmla="*/ 1108 h 1109"/>
              <a:gd name="T18" fmla="*/ 115 w 1166"/>
              <a:gd name="T19" fmla="*/ 1108 h 1109"/>
              <a:gd name="T20" fmla="*/ 0 w 1166"/>
              <a:gd name="T21" fmla="*/ 990 h 1109"/>
              <a:gd name="T22" fmla="*/ 0 w 1166"/>
              <a:gd name="T23" fmla="*/ 350 h 1109"/>
              <a:gd name="T24" fmla="*/ 115 w 1166"/>
              <a:gd name="T25" fmla="*/ 233 h 1109"/>
              <a:gd name="T26" fmla="*/ 350 w 1166"/>
              <a:gd name="T27" fmla="*/ 233 h 1109"/>
              <a:gd name="T28" fmla="*/ 350 w 1166"/>
              <a:gd name="T29" fmla="*/ 115 h 1109"/>
              <a:gd name="T30" fmla="*/ 465 w 1166"/>
              <a:gd name="T31" fmla="*/ 0 h 1109"/>
              <a:gd name="T32" fmla="*/ 700 w 1166"/>
              <a:gd name="T33" fmla="*/ 0 h 1109"/>
              <a:gd name="T34" fmla="*/ 815 w 1166"/>
              <a:gd name="T35" fmla="*/ 115 h 1109"/>
              <a:gd name="T36" fmla="*/ 815 w 1166"/>
              <a:gd name="T37" fmla="*/ 233 h 1109"/>
              <a:gd name="T38" fmla="*/ 1050 w 1166"/>
              <a:gd name="T39" fmla="*/ 233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1109">
                <a:moveTo>
                  <a:pt x="700" y="233"/>
                </a:moveTo>
                <a:lnTo>
                  <a:pt x="700" y="115"/>
                </a:lnTo>
                <a:lnTo>
                  <a:pt x="465" y="115"/>
                </a:lnTo>
                <a:lnTo>
                  <a:pt x="465" y="233"/>
                </a:lnTo>
                <a:lnTo>
                  <a:pt x="700" y="233"/>
                </a:lnTo>
                <a:close/>
                <a:moveTo>
                  <a:pt x="1050" y="233"/>
                </a:moveTo>
                <a:cubicBezTo>
                  <a:pt x="1116" y="233"/>
                  <a:pt x="1165" y="285"/>
                  <a:pt x="1165" y="350"/>
                </a:cubicBezTo>
                <a:lnTo>
                  <a:pt x="1165" y="990"/>
                </a:lnTo>
                <a:cubicBezTo>
                  <a:pt x="1165" y="1056"/>
                  <a:pt x="1116" y="1108"/>
                  <a:pt x="1050" y="1108"/>
                </a:cubicBezTo>
                <a:lnTo>
                  <a:pt x="115" y="1108"/>
                </a:lnTo>
                <a:cubicBezTo>
                  <a:pt x="50" y="1108"/>
                  <a:pt x="0" y="1056"/>
                  <a:pt x="0" y="990"/>
                </a:cubicBezTo>
                <a:lnTo>
                  <a:pt x="0" y="350"/>
                </a:lnTo>
                <a:cubicBezTo>
                  <a:pt x="0" y="285"/>
                  <a:pt x="50" y="233"/>
                  <a:pt x="115" y="233"/>
                </a:cubicBezTo>
                <a:lnTo>
                  <a:pt x="350" y="233"/>
                </a:lnTo>
                <a:lnTo>
                  <a:pt x="350" y="115"/>
                </a:lnTo>
                <a:cubicBezTo>
                  <a:pt x="350" y="50"/>
                  <a:pt x="400" y="0"/>
                  <a:pt x="465" y="0"/>
                </a:cubicBezTo>
                <a:lnTo>
                  <a:pt x="700" y="0"/>
                </a:lnTo>
                <a:cubicBezTo>
                  <a:pt x="766" y="0"/>
                  <a:pt x="815" y="50"/>
                  <a:pt x="815" y="115"/>
                </a:cubicBezTo>
                <a:lnTo>
                  <a:pt x="815" y="233"/>
                </a:lnTo>
                <a:lnTo>
                  <a:pt x="1050" y="23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5" name="Freeform 54"/>
          <p:cNvSpPr>
            <a:spLocks noChangeArrowheads="1"/>
          </p:cNvSpPr>
          <p:nvPr/>
        </p:nvSpPr>
        <p:spPr bwMode="auto">
          <a:xfrm>
            <a:off x="3162299" y="5004595"/>
            <a:ext cx="463550" cy="358775"/>
          </a:xfrm>
          <a:custGeom>
            <a:avLst/>
            <a:gdLst>
              <a:gd name="T0" fmla="*/ 235 w 1286"/>
              <a:gd name="T1" fmla="*/ 585 h 996"/>
              <a:gd name="T2" fmla="*/ 1050 w 1286"/>
              <a:gd name="T3" fmla="*/ 585 h 996"/>
              <a:gd name="T4" fmla="*/ 935 w 1286"/>
              <a:gd name="T5" fmla="*/ 703 h 996"/>
              <a:gd name="T6" fmla="*/ 350 w 1286"/>
              <a:gd name="T7" fmla="*/ 703 h 996"/>
              <a:gd name="T8" fmla="*/ 235 w 1286"/>
              <a:gd name="T9" fmla="*/ 585 h 996"/>
              <a:gd name="T10" fmla="*/ 467 w 1286"/>
              <a:gd name="T11" fmla="*/ 820 h 996"/>
              <a:gd name="T12" fmla="*/ 817 w 1286"/>
              <a:gd name="T13" fmla="*/ 820 h 996"/>
              <a:gd name="T14" fmla="*/ 642 w 1286"/>
              <a:gd name="T15" fmla="*/ 995 h 996"/>
              <a:gd name="T16" fmla="*/ 467 w 1286"/>
              <a:gd name="T17" fmla="*/ 820 h 996"/>
              <a:gd name="T18" fmla="*/ 0 w 1286"/>
              <a:gd name="T19" fmla="*/ 353 h 996"/>
              <a:gd name="T20" fmla="*/ 1285 w 1286"/>
              <a:gd name="T21" fmla="*/ 353 h 996"/>
              <a:gd name="T22" fmla="*/ 1167 w 1286"/>
              <a:gd name="T23" fmla="*/ 471 h 996"/>
              <a:gd name="T24" fmla="*/ 117 w 1286"/>
              <a:gd name="T25" fmla="*/ 471 h 996"/>
              <a:gd name="T26" fmla="*/ 0 w 1286"/>
              <a:gd name="T27" fmla="*/ 353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6" h="996">
                <a:moveTo>
                  <a:pt x="235" y="585"/>
                </a:moveTo>
                <a:cubicBezTo>
                  <a:pt x="462" y="361"/>
                  <a:pt x="826" y="361"/>
                  <a:pt x="1050" y="585"/>
                </a:cubicBezTo>
                <a:lnTo>
                  <a:pt x="935" y="703"/>
                </a:lnTo>
                <a:cubicBezTo>
                  <a:pt x="774" y="542"/>
                  <a:pt x="511" y="542"/>
                  <a:pt x="350" y="703"/>
                </a:cubicBezTo>
                <a:lnTo>
                  <a:pt x="235" y="585"/>
                </a:lnTo>
                <a:close/>
                <a:moveTo>
                  <a:pt x="467" y="820"/>
                </a:moveTo>
                <a:cubicBezTo>
                  <a:pt x="563" y="725"/>
                  <a:pt x="722" y="725"/>
                  <a:pt x="817" y="820"/>
                </a:cubicBezTo>
                <a:lnTo>
                  <a:pt x="642" y="995"/>
                </a:lnTo>
                <a:lnTo>
                  <a:pt x="467" y="820"/>
                </a:lnTo>
                <a:close/>
                <a:moveTo>
                  <a:pt x="0" y="353"/>
                </a:moveTo>
                <a:cubicBezTo>
                  <a:pt x="355" y="0"/>
                  <a:pt x="932" y="0"/>
                  <a:pt x="1285" y="353"/>
                </a:cubicBezTo>
                <a:lnTo>
                  <a:pt x="1167" y="471"/>
                </a:lnTo>
                <a:cubicBezTo>
                  <a:pt x="877" y="181"/>
                  <a:pt x="407" y="181"/>
                  <a:pt x="117" y="471"/>
                </a:cubicBezTo>
                <a:lnTo>
                  <a:pt x="0" y="35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6" name="Freeform 55"/>
          <p:cNvSpPr>
            <a:spLocks noChangeArrowheads="1"/>
          </p:cNvSpPr>
          <p:nvPr/>
        </p:nvSpPr>
        <p:spPr bwMode="auto">
          <a:xfrm>
            <a:off x="4262437" y="5004595"/>
            <a:ext cx="419100" cy="392113"/>
          </a:xfrm>
          <a:custGeom>
            <a:avLst/>
            <a:gdLst>
              <a:gd name="T0" fmla="*/ 583 w 1166"/>
              <a:gd name="T1" fmla="*/ 0 h 1089"/>
              <a:gd name="T2" fmla="*/ 1165 w 1166"/>
              <a:gd name="T3" fmla="*/ 582 h 1089"/>
              <a:gd name="T4" fmla="*/ 875 w 1166"/>
              <a:gd name="T5" fmla="*/ 1088 h 1089"/>
              <a:gd name="T6" fmla="*/ 815 w 1166"/>
              <a:gd name="T7" fmla="*/ 987 h 1089"/>
              <a:gd name="T8" fmla="*/ 1050 w 1166"/>
              <a:gd name="T9" fmla="*/ 582 h 1089"/>
              <a:gd name="T10" fmla="*/ 583 w 1166"/>
              <a:gd name="T11" fmla="*/ 117 h 1089"/>
              <a:gd name="T12" fmla="*/ 115 w 1166"/>
              <a:gd name="T13" fmla="*/ 582 h 1089"/>
              <a:gd name="T14" fmla="*/ 348 w 1166"/>
              <a:gd name="T15" fmla="*/ 987 h 1089"/>
              <a:gd name="T16" fmla="*/ 290 w 1166"/>
              <a:gd name="T17" fmla="*/ 1088 h 1089"/>
              <a:gd name="T18" fmla="*/ 0 w 1166"/>
              <a:gd name="T19" fmla="*/ 582 h 1089"/>
              <a:gd name="T20" fmla="*/ 583 w 1166"/>
              <a:gd name="T21" fmla="*/ 0 h 1089"/>
              <a:gd name="T22" fmla="*/ 933 w 1166"/>
              <a:gd name="T23" fmla="*/ 582 h 1089"/>
              <a:gd name="T24" fmla="*/ 758 w 1166"/>
              <a:gd name="T25" fmla="*/ 886 h 1089"/>
              <a:gd name="T26" fmla="*/ 700 w 1166"/>
              <a:gd name="T27" fmla="*/ 785 h 1089"/>
              <a:gd name="T28" fmla="*/ 815 w 1166"/>
              <a:gd name="T29" fmla="*/ 582 h 1089"/>
              <a:gd name="T30" fmla="*/ 583 w 1166"/>
              <a:gd name="T31" fmla="*/ 350 h 1089"/>
              <a:gd name="T32" fmla="*/ 350 w 1166"/>
              <a:gd name="T33" fmla="*/ 582 h 1089"/>
              <a:gd name="T34" fmla="*/ 465 w 1166"/>
              <a:gd name="T35" fmla="*/ 785 h 1089"/>
              <a:gd name="T36" fmla="*/ 408 w 1166"/>
              <a:gd name="T37" fmla="*/ 886 h 1089"/>
              <a:gd name="T38" fmla="*/ 233 w 1166"/>
              <a:gd name="T39" fmla="*/ 582 h 1089"/>
              <a:gd name="T40" fmla="*/ 583 w 1166"/>
              <a:gd name="T41" fmla="*/ 232 h 1089"/>
              <a:gd name="T42" fmla="*/ 933 w 1166"/>
              <a:gd name="T43" fmla="*/ 582 h 1089"/>
              <a:gd name="T44" fmla="*/ 583 w 1166"/>
              <a:gd name="T45" fmla="*/ 467 h 1089"/>
              <a:gd name="T46" fmla="*/ 700 w 1166"/>
              <a:gd name="T47" fmla="*/ 582 h 1089"/>
              <a:gd name="T48" fmla="*/ 583 w 1166"/>
              <a:gd name="T49" fmla="*/ 700 h 1089"/>
              <a:gd name="T50" fmla="*/ 465 w 1166"/>
              <a:gd name="T51" fmla="*/ 582 h 1089"/>
              <a:gd name="T52" fmla="*/ 583 w 1166"/>
              <a:gd name="T53" fmla="*/ 467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66" h="1089">
                <a:moveTo>
                  <a:pt x="583" y="0"/>
                </a:moveTo>
                <a:cubicBezTo>
                  <a:pt x="906" y="0"/>
                  <a:pt x="1165" y="260"/>
                  <a:pt x="1165" y="582"/>
                </a:cubicBezTo>
                <a:cubicBezTo>
                  <a:pt x="1165" y="798"/>
                  <a:pt x="1050" y="987"/>
                  <a:pt x="875" y="1088"/>
                </a:cubicBezTo>
                <a:lnTo>
                  <a:pt x="815" y="987"/>
                </a:lnTo>
                <a:cubicBezTo>
                  <a:pt x="955" y="905"/>
                  <a:pt x="1050" y="754"/>
                  <a:pt x="1050" y="582"/>
                </a:cubicBezTo>
                <a:cubicBezTo>
                  <a:pt x="1050" y="325"/>
                  <a:pt x="840" y="117"/>
                  <a:pt x="583" y="117"/>
                </a:cubicBezTo>
                <a:cubicBezTo>
                  <a:pt x="326" y="117"/>
                  <a:pt x="115" y="325"/>
                  <a:pt x="115" y="582"/>
                </a:cubicBezTo>
                <a:cubicBezTo>
                  <a:pt x="115" y="754"/>
                  <a:pt x="208" y="905"/>
                  <a:pt x="348" y="987"/>
                </a:cubicBezTo>
                <a:lnTo>
                  <a:pt x="290" y="1088"/>
                </a:lnTo>
                <a:cubicBezTo>
                  <a:pt x="115" y="987"/>
                  <a:pt x="0" y="798"/>
                  <a:pt x="0" y="582"/>
                </a:cubicBezTo>
                <a:cubicBezTo>
                  <a:pt x="0" y="260"/>
                  <a:pt x="260" y="0"/>
                  <a:pt x="583" y="0"/>
                </a:cubicBezTo>
                <a:close/>
                <a:moveTo>
                  <a:pt x="933" y="582"/>
                </a:moveTo>
                <a:cubicBezTo>
                  <a:pt x="933" y="711"/>
                  <a:pt x="862" y="826"/>
                  <a:pt x="758" y="886"/>
                </a:cubicBezTo>
                <a:lnTo>
                  <a:pt x="700" y="785"/>
                </a:lnTo>
                <a:cubicBezTo>
                  <a:pt x="769" y="744"/>
                  <a:pt x="815" y="670"/>
                  <a:pt x="815" y="582"/>
                </a:cubicBezTo>
                <a:cubicBezTo>
                  <a:pt x="815" y="454"/>
                  <a:pt x="711" y="350"/>
                  <a:pt x="583" y="350"/>
                </a:cubicBezTo>
                <a:cubicBezTo>
                  <a:pt x="454" y="350"/>
                  <a:pt x="350" y="454"/>
                  <a:pt x="350" y="582"/>
                </a:cubicBezTo>
                <a:cubicBezTo>
                  <a:pt x="350" y="670"/>
                  <a:pt x="397" y="744"/>
                  <a:pt x="465" y="785"/>
                </a:cubicBezTo>
                <a:lnTo>
                  <a:pt x="408" y="886"/>
                </a:lnTo>
                <a:cubicBezTo>
                  <a:pt x="304" y="826"/>
                  <a:pt x="233" y="711"/>
                  <a:pt x="233" y="582"/>
                </a:cubicBezTo>
                <a:cubicBezTo>
                  <a:pt x="233" y="388"/>
                  <a:pt x="389" y="232"/>
                  <a:pt x="583" y="232"/>
                </a:cubicBezTo>
                <a:cubicBezTo>
                  <a:pt x="777" y="232"/>
                  <a:pt x="933" y="388"/>
                  <a:pt x="933" y="582"/>
                </a:cubicBezTo>
                <a:close/>
                <a:moveTo>
                  <a:pt x="583" y="467"/>
                </a:moveTo>
                <a:cubicBezTo>
                  <a:pt x="646" y="467"/>
                  <a:pt x="700" y="519"/>
                  <a:pt x="700" y="582"/>
                </a:cubicBezTo>
                <a:cubicBezTo>
                  <a:pt x="700" y="645"/>
                  <a:pt x="646" y="700"/>
                  <a:pt x="583" y="700"/>
                </a:cubicBezTo>
                <a:cubicBezTo>
                  <a:pt x="520" y="700"/>
                  <a:pt x="465" y="645"/>
                  <a:pt x="465" y="582"/>
                </a:cubicBezTo>
                <a:cubicBezTo>
                  <a:pt x="465" y="519"/>
                  <a:pt x="520" y="467"/>
                  <a:pt x="583" y="46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7" name="Freeform 56"/>
          <p:cNvSpPr>
            <a:spLocks noChangeArrowheads="1"/>
          </p:cNvSpPr>
          <p:nvPr/>
        </p:nvSpPr>
        <p:spPr bwMode="auto">
          <a:xfrm>
            <a:off x="5299076" y="4990306"/>
            <a:ext cx="504825" cy="419100"/>
          </a:xfrm>
          <a:custGeom>
            <a:avLst/>
            <a:gdLst>
              <a:gd name="T0" fmla="*/ 1283 w 1401"/>
              <a:gd name="T1" fmla="*/ 814 h 1165"/>
              <a:gd name="T2" fmla="*/ 1283 w 1401"/>
              <a:gd name="T3" fmla="*/ 727 h 1165"/>
              <a:gd name="T4" fmla="*/ 1195 w 1401"/>
              <a:gd name="T5" fmla="*/ 639 h 1165"/>
              <a:gd name="T6" fmla="*/ 1108 w 1401"/>
              <a:gd name="T7" fmla="*/ 727 h 1165"/>
              <a:gd name="T8" fmla="*/ 1108 w 1401"/>
              <a:gd name="T9" fmla="*/ 814 h 1165"/>
              <a:gd name="T10" fmla="*/ 1283 w 1401"/>
              <a:gd name="T11" fmla="*/ 814 h 1165"/>
              <a:gd name="T12" fmla="*/ 1343 w 1401"/>
              <a:gd name="T13" fmla="*/ 814 h 1165"/>
              <a:gd name="T14" fmla="*/ 1400 w 1401"/>
              <a:gd name="T15" fmla="*/ 874 h 1165"/>
              <a:gd name="T16" fmla="*/ 1400 w 1401"/>
              <a:gd name="T17" fmla="*/ 1107 h 1165"/>
              <a:gd name="T18" fmla="*/ 1343 w 1401"/>
              <a:gd name="T19" fmla="*/ 1164 h 1165"/>
              <a:gd name="T20" fmla="*/ 1050 w 1401"/>
              <a:gd name="T21" fmla="*/ 1164 h 1165"/>
              <a:gd name="T22" fmla="*/ 993 w 1401"/>
              <a:gd name="T23" fmla="*/ 1107 h 1165"/>
              <a:gd name="T24" fmla="*/ 993 w 1401"/>
              <a:gd name="T25" fmla="*/ 874 h 1165"/>
              <a:gd name="T26" fmla="*/ 1050 w 1401"/>
              <a:gd name="T27" fmla="*/ 814 h 1165"/>
              <a:gd name="T28" fmla="*/ 1050 w 1401"/>
              <a:gd name="T29" fmla="*/ 727 h 1165"/>
              <a:gd name="T30" fmla="*/ 1195 w 1401"/>
              <a:gd name="T31" fmla="*/ 582 h 1165"/>
              <a:gd name="T32" fmla="*/ 1343 w 1401"/>
              <a:gd name="T33" fmla="*/ 727 h 1165"/>
              <a:gd name="T34" fmla="*/ 1343 w 1401"/>
              <a:gd name="T35" fmla="*/ 814 h 1165"/>
              <a:gd name="T36" fmla="*/ 1195 w 1401"/>
              <a:gd name="T37" fmla="*/ 437 h 1165"/>
              <a:gd name="T38" fmla="*/ 905 w 1401"/>
              <a:gd name="T39" fmla="*/ 727 h 1165"/>
              <a:gd name="T40" fmla="*/ 905 w 1401"/>
              <a:gd name="T41" fmla="*/ 894 h 1165"/>
              <a:gd name="T42" fmla="*/ 700 w 1401"/>
              <a:gd name="T43" fmla="*/ 1164 h 1165"/>
              <a:gd name="T44" fmla="*/ 0 w 1401"/>
              <a:gd name="T45" fmla="*/ 232 h 1165"/>
              <a:gd name="T46" fmla="*/ 700 w 1401"/>
              <a:gd name="T47" fmla="*/ 0 h 1165"/>
              <a:gd name="T48" fmla="*/ 1400 w 1401"/>
              <a:gd name="T49" fmla="*/ 232 h 1165"/>
              <a:gd name="T50" fmla="*/ 1245 w 1401"/>
              <a:gd name="T51" fmla="*/ 440 h 1165"/>
              <a:gd name="T52" fmla="*/ 1195 w 1401"/>
              <a:gd name="T53" fmla="*/ 437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01" h="1165">
                <a:moveTo>
                  <a:pt x="1283" y="814"/>
                </a:moveTo>
                <a:lnTo>
                  <a:pt x="1283" y="727"/>
                </a:lnTo>
                <a:cubicBezTo>
                  <a:pt x="1283" y="678"/>
                  <a:pt x="1244" y="639"/>
                  <a:pt x="1195" y="639"/>
                </a:cubicBezTo>
                <a:cubicBezTo>
                  <a:pt x="1145" y="639"/>
                  <a:pt x="1108" y="678"/>
                  <a:pt x="1108" y="727"/>
                </a:cubicBezTo>
                <a:lnTo>
                  <a:pt x="1108" y="814"/>
                </a:lnTo>
                <a:lnTo>
                  <a:pt x="1283" y="814"/>
                </a:lnTo>
                <a:close/>
                <a:moveTo>
                  <a:pt x="1343" y="814"/>
                </a:moveTo>
                <a:cubicBezTo>
                  <a:pt x="1376" y="814"/>
                  <a:pt x="1400" y="842"/>
                  <a:pt x="1400" y="874"/>
                </a:cubicBezTo>
                <a:lnTo>
                  <a:pt x="1400" y="1107"/>
                </a:lnTo>
                <a:cubicBezTo>
                  <a:pt x="1400" y="1140"/>
                  <a:pt x="1376" y="1164"/>
                  <a:pt x="1343" y="1164"/>
                </a:cubicBezTo>
                <a:lnTo>
                  <a:pt x="1050" y="1164"/>
                </a:lnTo>
                <a:cubicBezTo>
                  <a:pt x="1018" y="1164"/>
                  <a:pt x="993" y="1140"/>
                  <a:pt x="993" y="1107"/>
                </a:cubicBezTo>
                <a:lnTo>
                  <a:pt x="993" y="874"/>
                </a:lnTo>
                <a:cubicBezTo>
                  <a:pt x="993" y="842"/>
                  <a:pt x="1018" y="814"/>
                  <a:pt x="1050" y="814"/>
                </a:cubicBezTo>
                <a:lnTo>
                  <a:pt x="1050" y="727"/>
                </a:lnTo>
                <a:cubicBezTo>
                  <a:pt x="1050" y="648"/>
                  <a:pt x="1115" y="582"/>
                  <a:pt x="1195" y="582"/>
                </a:cubicBezTo>
                <a:cubicBezTo>
                  <a:pt x="1274" y="582"/>
                  <a:pt x="1343" y="648"/>
                  <a:pt x="1343" y="727"/>
                </a:cubicBezTo>
                <a:lnTo>
                  <a:pt x="1343" y="814"/>
                </a:lnTo>
                <a:close/>
                <a:moveTo>
                  <a:pt x="1195" y="437"/>
                </a:moveTo>
                <a:cubicBezTo>
                  <a:pt x="1034" y="437"/>
                  <a:pt x="905" y="566"/>
                  <a:pt x="905" y="727"/>
                </a:cubicBezTo>
                <a:lnTo>
                  <a:pt x="905" y="894"/>
                </a:lnTo>
                <a:lnTo>
                  <a:pt x="700" y="1164"/>
                </a:lnTo>
                <a:lnTo>
                  <a:pt x="0" y="232"/>
                </a:lnTo>
                <a:cubicBezTo>
                  <a:pt x="195" y="84"/>
                  <a:pt x="437" y="0"/>
                  <a:pt x="700" y="0"/>
                </a:cubicBezTo>
                <a:cubicBezTo>
                  <a:pt x="962" y="0"/>
                  <a:pt x="1206" y="84"/>
                  <a:pt x="1400" y="232"/>
                </a:cubicBezTo>
                <a:lnTo>
                  <a:pt x="1245" y="440"/>
                </a:lnTo>
                <a:cubicBezTo>
                  <a:pt x="1228" y="437"/>
                  <a:pt x="1212" y="437"/>
                  <a:pt x="1195" y="43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8" name="Freeform 57"/>
          <p:cNvSpPr>
            <a:spLocks noChangeArrowheads="1"/>
          </p:cNvSpPr>
          <p:nvPr/>
        </p:nvSpPr>
        <p:spPr bwMode="auto">
          <a:xfrm>
            <a:off x="6427787" y="4998243"/>
            <a:ext cx="406400" cy="406400"/>
          </a:xfrm>
          <a:custGeom>
            <a:avLst/>
            <a:gdLst>
              <a:gd name="T0" fmla="*/ 795 w 1127"/>
              <a:gd name="T1" fmla="*/ 0 h 1127"/>
              <a:gd name="T2" fmla="*/ 1126 w 1127"/>
              <a:gd name="T3" fmla="*/ 331 h 1127"/>
              <a:gd name="T4" fmla="*/ 795 w 1127"/>
              <a:gd name="T5" fmla="*/ 659 h 1127"/>
              <a:gd name="T6" fmla="*/ 1050 w 1127"/>
              <a:gd name="T7" fmla="*/ 659 h 1127"/>
              <a:gd name="T8" fmla="*/ 1050 w 1127"/>
              <a:gd name="T9" fmla="*/ 1126 h 1127"/>
              <a:gd name="T10" fmla="*/ 582 w 1127"/>
              <a:gd name="T11" fmla="*/ 1126 h 1127"/>
              <a:gd name="T12" fmla="*/ 582 w 1127"/>
              <a:gd name="T13" fmla="*/ 659 h 1127"/>
              <a:gd name="T14" fmla="*/ 795 w 1127"/>
              <a:gd name="T15" fmla="*/ 659 h 1127"/>
              <a:gd name="T16" fmla="*/ 467 w 1127"/>
              <a:gd name="T17" fmla="*/ 331 h 1127"/>
              <a:gd name="T18" fmla="*/ 795 w 1127"/>
              <a:gd name="T19" fmla="*/ 0 h 1127"/>
              <a:gd name="T20" fmla="*/ 467 w 1127"/>
              <a:gd name="T21" fmla="*/ 331 h 1127"/>
              <a:gd name="T22" fmla="*/ 467 w 1127"/>
              <a:gd name="T23" fmla="*/ 544 h 1127"/>
              <a:gd name="T24" fmla="*/ 0 w 1127"/>
              <a:gd name="T25" fmla="*/ 544 h 1127"/>
              <a:gd name="T26" fmla="*/ 0 w 1127"/>
              <a:gd name="T27" fmla="*/ 76 h 1127"/>
              <a:gd name="T28" fmla="*/ 467 w 1127"/>
              <a:gd name="T29" fmla="*/ 76 h 1127"/>
              <a:gd name="T30" fmla="*/ 467 w 1127"/>
              <a:gd name="T31" fmla="*/ 331 h 1127"/>
              <a:gd name="T32" fmla="*/ 0 w 1127"/>
              <a:gd name="T33" fmla="*/ 1126 h 1127"/>
              <a:gd name="T34" fmla="*/ 0 w 1127"/>
              <a:gd name="T35" fmla="*/ 659 h 1127"/>
              <a:gd name="T36" fmla="*/ 467 w 1127"/>
              <a:gd name="T37" fmla="*/ 659 h 1127"/>
              <a:gd name="T38" fmla="*/ 467 w 1127"/>
              <a:gd name="T39" fmla="*/ 1126 h 1127"/>
              <a:gd name="T40" fmla="*/ 0 w 1127"/>
              <a:gd name="T41" fmla="*/ 1126 h 1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27" h="1127">
                <a:moveTo>
                  <a:pt x="795" y="0"/>
                </a:moveTo>
                <a:lnTo>
                  <a:pt x="1126" y="331"/>
                </a:lnTo>
                <a:lnTo>
                  <a:pt x="795" y="659"/>
                </a:lnTo>
                <a:lnTo>
                  <a:pt x="1050" y="659"/>
                </a:lnTo>
                <a:lnTo>
                  <a:pt x="1050" y="1126"/>
                </a:lnTo>
                <a:lnTo>
                  <a:pt x="582" y="1126"/>
                </a:lnTo>
                <a:lnTo>
                  <a:pt x="582" y="659"/>
                </a:lnTo>
                <a:lnTo>
                  <a:pt x="795" y="659"/>
                </a:lnTo>
                <a:lnTo>
                  <a:pt x="467" y="331"/>
                </a:lnTo>
                <a:lnTo>
                  <a:pt x="795" y="0"/>
                </a:lnTo>
                <a:close/>
                <a:moveTo>
                  <a:pt x="467" y="331"/>
                </a:moveTo>
                <a:lnTo>
                  <a:pt x="467" y="544"/>
                </a:lnTo>
                <a:lnTo>
                  <a:pt x="0" y="544"/>
                </a:lnTo>
                <a:lnTo>
                  <a:pt x="0" y="76"/>
                </a:lnTo>
                <a:lnTo>
                  <a:pt x="467" y="76"/>
                </a:lnTo>
                <a:lnTo>
                  <a:pt x="467" y="331"/>
                </a:lnTo>
                <a:close/>
                <a:moveTo>
                  <a:pt x="0" y="1126"/>
                </a:moveTo>
                <a:lnTo>
                  <a:pt x="0" y="659"/>
                </a:lnTo>
                <a:lnTo>
                  <a:pt x="467" y="659"/>
                </a:lnTo>
                <a:lnTo>
                  <a:pt x="467" y="1126"/>
                </a:lnTo>
                <a:lnTo>
                  <a:pt x="0" y="1126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59" name="Freeform 58"/>
          <p:cNvSpPr>
            <a:spLocks noChangeArrowheads="1"/>
          </p:cNvSpPr>
          <p:nvPr/>
        </p:nvSpPr>
        <p:spPr bwMode="auto">
          <a:xfrm>
            <a:off x="7540624" y="4976020"/>
            <a:ext cx="336550" cy="447675"/>
          </a:xfrm>
          <a:custGeom>
            <a:avLst/>
            <a:gdLst>
              <a:gd name="T0" fmla="*/ 451 w 936"/>
              <a:gd name="T1" fmla="*/ 1069 h 1245"/>
              <a:gd name="T2" fmla="*/ 730 w 936"/>
              <a:gd name="T3" fmla="*/ 790 h 1245"/>
              <a:gd name="T4" fmla="*/ 697 w 936"/>
              <a:gd name="T5" fmla="*/ 555 h 1245"/>
              <a:gd name="T6" fmla="*/ 426 w 936"/>
              <a:gd name="T7" fmla="*/ 705 h 1245"/>
              <a:gd name="T8" fmla="*/ 262 w 936"/>
              <a:gd name="T9" fmla="*/ 886 h 1245"/>
              <a:gd name="T10" fmla="*/ 451 w 936"/>
              <a:gd name="T11" fmla="*/ 1069 h 1245"/>
              <a:gd name="T12" fmla="*/ 555 w 936"/>
              <a:gd name="T13" fmla="*/ 0 h 1245"/>
              <a:gd name="T14" fmla="*/ 935 w 936"/>
              <a:gd name="T15" fmla="*/ 779 h 1245"/>
              <a:gd name="T16" fmla="*/ 467 w 936"/>
              <a:gd name="T17" fmla="*/ 1244 h 1245"/>
              <a:gd name="T18" fmla="*/ 0 w 936"/>
              <a:gd name="T19" fmla="*/ 779 h 1245"/>
              <a:gd name="T20" fmla="*/ 189 w 936"/>
              <a:gd name="T21" fmla="*/ 260 h 1245"/>
              <a:gd name="T22" fmla="*/ 189 w 936"/>
              <a:gd name="T23" fmla="*/ 282 h 1245"/>
              <a:gd name="T24" fmla="*/ 399 w 936"/>
              <a:gd name="T25" fmla="*/ 498 h 1245"/>
              <a:gd name="T26" fmla="*/ 599 w 936"/>
              <a:gd name="T27" fmla="*/ 282 h 1245"/>
              <a:gd name="T28" fmla="*/ 555 w 936"/>
              <a:gd name="T29" fmla="*/ 0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36" h="1245">
                <a:moveTo>
                  <a:pt x="451" y="1069"/>
                </a:moveTo>
                <a:cubicBezTo>
                  <a:pt x="607" y="1069"/>
                  <a:pt x="730" y="946"/>
                  <a:pt x="730" y="790"/>
                </a:cubicBezTo>
                <a:cubicBezTo>
                  <a:pt x="730" y="708"/>
                  <a:pt x="719" y="632"/>
                  <a:pt x="697" y="555"/>
                </a:cubicBezTo>
                <a:cubicBezTo>
                  <a:pt x="637" y="634"/>
                  <a:pt x="530" y="683"/>
                  <a:pt x="426" y="705"/>
                </a:cubicBezTo>
                <a:cubicBezTo>
                  <a:pt x="323" y="727"/>
                  <a:pt x="262" y="790"/>
                  <a:pt x="262" y="886"/>
                </a:cubicBezTo>
                <a:cubicBezTo>
                  <a:pt x="262" y="987"/>
                  <a:pt x="347" y="1069"/>
                  <a:pt x="451" y="1069"/>
                </a:cubicBezTo>
                <a:close/>
                <a:moveTo>
                  <a:pt x="555" y="0"/>
                </a:moveTo>
                <a:cubicBezTo>
                  <a:pt x="782" y="183"/>
                  <a:pt x="935" y="465"/>
                  <a:pt x="935" y="779"/>
                </a:cubicBezTo>
                <a:cubicBezTo>
                  <a:pt x="935" y="1036"/>
                  <a:pt x="724" y="1244"/>
                  <a:pt x="467" y="1244"/>
                </a:cubicBezTo>
                <a:cubicBezTo>
                  <a:pt x="210" y="1244"/>
                  <a:pt x="0" y="1036"/>
                  <a:pt x="0" y="779"/>
                </a:cubicBezTo>
                <a:cubicBezTo>
                  <a:pt x="0" y="582"/>
                  <a:pt x="71" y="399"/>
                  <a:pt x="189" y="260"/>
                </a:cubicBezTo>
                <a:lnTo>
                  <a:pt x="189" y="282"/>
                </a:lnTo>
                <a:cubicBezTo>
                  <a:pt x="189" y="402"/>
                  <a:pt x="279" y="498"/>
                  <a:pt x="399" y="498"/>
                </a:cubicBezTo>
                <a:cubicBezTo>
                  <a:pt x="519" y="498"/>
                  <a:pt x="599" y="402"/>
                  <a:pt x="599" y="282"/>
                </a:cubicBezTo>
                <a:cubicBezTo>
                  <a:pt x="599" y="156"/>
                  <a:pt x="555" y="0"/>
                  <a:pt x="555" y="0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0" name="Freeform 59"/>
          <p:cNvSpPr>
            <a:spLocks noChangeArrowheads="1"/>
          </p:cNvSpPr>
          <p:nvPr/>
        </p:nvSpPr>
        <p:spPr bwMode="auto">
          <a:xfrm>
            <a:off x="8556624" y="5053807"/>
            <a:ext cx="463550" cy="293688"/>
          </a:xfrm>
          <a:custGeom>
            <a:avLst/>
            <a:gdLst>
              <a:gd name="T0" fmla="*/ 993 w 1287"/>
              <a:gd name="T1" fmla="*/ 0 h 815"/>
              <a:gd name="T2" fmla="*/ 1111 w 1287"/>
              <a:gd name="T3" fmla="*/ 114 h 815"/>
              <a:gd name="T4" fmla="*/ 1111 w 1287"/>
              <a:gd name="T5" fmla="*/ 240 h 815"/>
              <a:gd name="T6" fmla="*/ 993 w 1287"/>
              <a:gd name="T7" fmla="*/ 404 h 815"/>
              <a:gd name="T8" fmla="*/ 993 w 1287"/>
              <a:gd name="T9" fmla="*/ 525 h 815"/>
              <a:gd name="T10" fmla="*/ 293 w 1287"/>
              <a:gd name="T11" fmla="*/ 525 h 815"/>
              <a:gd name="T12" fmla="*/ 293 w 1287"/>
              <a:gd name="T13" fmla="*/ 404 h 815"/>
              <a:gd name="T14" fmla="*/ 175 w 1287"/>
              <a:gd name="T15" fmla="*/ 240 h 815"/>
              <a:gd name="T16" fmla="*/ 175 w 1287"/>
              <a:gd name="T17" fmla="*/ 114 h 815"/>
              <a:gd name="T18" fmla="*/ 293 w 1287"/>
              <a:gd name="T19" fmla="*/ 0 h 815"/>
              <a:gd name="T20" fmla="*/ 993 w 1287"/>
              <a:gd name="T21" fmla="*/ 0 h 815"/>
              <a:gd name="T22" fmla="*/ 1168 w 1287"/>
              <a:gd name="T23" fmla="*/ 289 h 815"/>
              <a:gd name="T24" fmla="*/ 1286 w 1287"/>
              <a:gd name="T25" fmla="*/ 407 h 815"/>
              <a:gd name="T26" fmla="*/ 1286 w 1287"/>
              <a:gd name="T27" fmla="*/ 700 h 815"/>
              <a:gd name="T28" fmla="*/ 1168 w 1287"/>
              <a:gd name="T29" fmla="*/ 814 h 815"/>
              <a:gd name="T30" fmla="*/ 118 w 1287"/>
              <a:gd name="T31" fmla="*/ 814 h 815"/>
              <a:gd name="T32" fmla="*/ 0 w 1287"/>
              <a:gd name="T33" fmla="*/ 700 h 815"/>
              <a:gd name="T34" fmla="*/ 0 w 1287"/>
              <a:gd name="T35" fmla="*/ 407 h 815"/>
              <a:gd name="T36" fmla="*/ 118 w 1287"/>
              <a:gd name="T37" fmla="*/ 289 h 815"/>
              <a:gd name="T38" fmla="*/ 236 w 1287"/>
              <a:gd name="T39" fmla="*/ 407 h 815"/>
              <a:gd name="T40" fmla="*/ 236 w 1287"/>
              <a:gd name="T41" fmla="*/ 582 h 815"/>
              <a:gd name="T42" fmla="*/ 1050 w 1287"/>
              <a:gd name="T43" fmla="*/ 582 h 815"/>
              <a:gd name="T44" fmla="*/ 1050 w 1287"/>
              <a:gd name="T45" fmla="*/ 407 h 815"/>
              <a:gd name="T46" fmla="*/ 1168 w 1287"/>
              <a:gd name="T47" fmla="*/ 289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87" h="815">
                <a:moveTo>
                  <a:pt x="993" y="0"/>
                </a:moveTo>
                <a:cubicBezTo>
                  <a:pt x="1056" y="0"/>
                  <a:pt x="1111" y="52"/>
                  <a:pt x="1111" y="114"/>
                </a:cubicBezTo>
                <a:lnTo>
                  <a:pt x="1111" y="240"/>
                </a:lnTo>
                <a:cubicBezTo>
                  <a:pt x="1042" y="265"/>
                  <a:pt x="993" y="328"/>
                  <a:pt x="993" y="404"/>
                </a:cubicBezTo>
                <a:lnTo>
                  <a:pt x="993" y="525"/>
                </a:lnTo>
                <a:lnTo>
                  <a:pt x="293" y="525"/>
                </a:lnTo>
                <a:lnTo>
                  <a:pt x="293" y="404"/>
                </a:lnTo>
                <a:cubicBezTo>
                  <a:pt x="293" y="328"/>
                  <a:pt x="244" y="265"/>
                  <a:pt x="175" y="240"/>
                </a:cubicBezTo>
                <a:lnTo>
                  <a:pt x="175" y="114"/>
                </a:lnTo>
                <a:cubicBezTo>
                  <a:pt x="175" y="52"/>
                  <a:pt x="230" y="0"/>
                  <a:pt x="293" y="0"/>
                </a:cubicBezTo>
                <a:lnTo>
                  <a:pt x="993" y="0"/>
                </a:lnTo>
                <a:close/>
                <a:moveTo>
                  <a:pt x="1168" y="289"/>
                </a:moveTo>
                <a:cubicBezTo>
                  <a:pt x="1231" y="289"/>
                  <a:pt x="1286" y="344"/>
                  <a:pt x="1286" y="407"/>
                </a:cubicBezTo>
                <a:lnTo>
                  <a:pt x="1286" y="700"/>
                </a:lnTo>
                <a:cubicBezTo>
                  <a:pt x="1286" y="762"/>
                  <a:pt x="1231" y="814"/>
                  <a:pt x="1168" y="814"/>
                </a:cubicBezTo>
                <a:lnTo>
                  <a:pt x="118" y="814"/>
                </a:lnTo>
                <a:cubicBezTo>
                  <a:pt x="55" y="814"/>
                  <a:pt x="0" y="762"/>
                  <a:pt x="0" y="700"/>
                </a:cubicBezTo>
                <a:lnTo>
                  <a:pt x="0" y="407"/>
                </a:lnTo>
                <a:cubicBezTo>
                  <a:pt x="0" y="344"/>
                  <a:pt x="55" y="289"/>
                  <a:pt x="118" y="289"/>
                </a:cubicBezTo>
                <a:cubicBezTo>
                  <a:pt x="181" y="289"/>
                  <a:pt x="236" y="344"/>
                  <a:pt x="236" y="407"/>
                </a:cubicBezTo>
                <a:lnTo>
                  <a:pt x="236" y="582"/>
                </a:lnTo>
                <a:lnTo>
                  <a:pt x="1050" y="582"/>
                </a:lnTo>
                <a:lnTo>
                  <a:pt x="1050" y="407"/>
                </a:lnTo>
                <a:cubicBezTo>
                  <a:pt x="1050" y="344"/>
                  <a:pt x="1105" y="289"/>
                  <a:pt x="1168" y="28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1" name="Freeform 60"/>
          <p:cNvSpPr>
            <a:spLocks noChangeArrowheads="1"/>
          </p:cNvSpPr>
          <p:nvPr/>
        </p:nvSpPr>
        <p:spPr bwMode="auto">
          <a:xfrm>
            <a:off x="9658349" y="5031581"/>
            <a:ext cx="419100" cy="336550"/>
          </a:xfrm>
          <a:custGeom>
            <a:avLst/>
            <a:gdLst>
              <a:gd name="T0" fmla="*/ 1050 w 1166"/>
              <a:gd name="T1" fmla="*/ 818 h 936"/>
              <a:gd name="T2" fmla="*/ 1050 w 1166"/>
              <a:gd name="T3" fmla="*/ 293 h 936"/>
              <a:gd name="T4" fmla="*/ 815 w 1166"/>
              <a:gd name="T5" fmla="*/ 293 h 936"/>
              <a:gd name="T6" fmla="*/ 815 w 1166"/>
              <a:gd name="T7" fmla="*/ 818 h 936"/>
              <a:gd name="T8" fmla="*/ 1050 w 1166"/>
              <a:gd name="T9" fmla="*/ 818 h 936"/>
              <a:gd name="T10" fmla="*/ 757 w 1166"/>
              <a:gd name="T11" fmla="*/ 525 h 936"/>
              <a:gd name="T12" fmla="*/ 757 w 1166"/>
              <a:gd name="T13" fmla="*/ 293 h 936"/>
              <a:gd name="T14" fmla="*/ 115 w 1166"/>
              <a:gd name="T15" fmla="*/ 293 h 936"/>
              <a:gd name="T16" fmla="*/ 115 w 1166"/>
              <a:gd name="T17" fmla="*/ 525 h 936"/>
              <a:gd name="T18" fmla="*/ 757 w 1166"/>
              <a:gd name="T19" fmla="*/ 525 h 936"/>
              <a:gd name="T20" fmla="*/ 757 w 1166"/>
              <a:gd name="T21" fmla="*/ 818 h 936"/>
              <a:gd name="T22" fmla="*/ 757 w 1166"/>
              <a:gd name="T23" fmla="*/ 586 h 936"/>
              <a:gd name="T24" fmla="*/ 115 w 1166"/>
              <a:gd name="T25" fmla="*/ 586 h 936"/>
              <a:gd name="T26" fmla="*/ 115 w 1166"/>
              <a:gd name="T27" fmla="*/ 818 h 936"/>
              <a:gd name="T28" fmla="*/ 757 w 1166"/>
              <a:gd name="T29" fmla="*/ 818 h 936"/>
              <a:gd name="T30" fmla="*/ 1050 w 1166"/>
              <a:gd name="T31" fmla="*/ 0 h 936"/>
              <a:gd name="T32" fmla="*/ 1165 w 1166"/>
              <a:gd name="T33" fmla="*/ 118 h 936"/>
              <a:gd name="T34" fmla="*/ 1165 w 1166"/>
              <a:gd name="T35" fmla="*/ 818 h 936"/>
              <a:gd name="T36" fmla="*/ 1050 w 1166"/>
              <a:gd name="T37" fmla="*/ 935 h 936"/>
              <a:gd name="T38" fmla="*/ 115 w 1166"/>
              <a:gd name="T39" fmla="*/ 935 h 936"/>
              <a:gd name="T40" fmla="*/ 0 w 1166"/>
              <a:gd name="T41" fmla="*/ 818 h 936"/>
              <a:gd name="T42" fmla="*/ 0 w 1166"/>
              <a:gd name="T43" fmla="*/ 118 h 936"/>
              <a:gd name="T44" fmla="*/ 115 w 1166"/>
              <a:gd name="T45" fmla="*/ 0 h 936"/>
              <a:gd name="T46" fmla="*/ 1050 w 1166"/>
              <a:gd name="T47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66" h="936">
                <a:moveTo>
                  <a:pt x="1050" y="818"/>
                </a:moveTo>
                <a:lnTo>
                  <a:pt x="1050" y="293"/>
                </a:lnTo>
                <a:lnTo>
                  <a:pt x="815" y="293"/>
                </a:lnTo>
                <a:lnTo>
                  <a:pt x="815" y="818"/>
                </a:lnTo>
                <a:lnTo>
                  <a:pt x="1050" y="818"/>
                </a:lnTo>
                <a:close/>
                <a:moveTo>
                  <a:pt x="757" y="525"/>
                </a:moveTo>
                <a:lnTo>
                  <a:pt x="757" y="293"/>
                </a:lnTo>
                <a:lnTo>
                  <a:pt x="115" y="293"/>
                </a:lnTo>
                <a:lnTo>
                  <a:pt x="115" y="525"/>
                </a:lnTo>
                <a:lnTo>
                  <a:pt x="757" y="525"/>
                </a:lnTo>
                <a:close/>
                <a:moveTo>
                  <a:pt x="757" y="818"/>
                </a:moveTo>
                <a:lnTo>
                  <a:pt x="757" y="586"/>
                </a:lnTo>
                <a:lnTo>
                  <a:pt x="115" y="586"/>
                </a:lnTo>
                <a:lnTo>
                  <a:pt x="115" y="818"/>
                </a:lnTo>
                <a:lnTo>
                  <a:pt x="757" y="818"/>
                </a:lnTo>
                <a:close/>
                <a:moveTo>
                  <a:pt x="1050" y="0"/>
                </a:moveTo>
                <a:cubicBezTo>
                  <a:pt x="1113" y="0"/>
                  <a:pt x="1165" y="55"/>
                  <a:pt x="1165" y="118"/>
                </a:cubicBezTo>
                <a:lnTo>
                  <a:pt x="1165" y="818"/>
                </a:lnTo>
                <a:cubicBezTo>
                  <a:pt x="1165" y="881"/>
                  <a:pt x="1113" y="935"/>
                  <a:pt x="1050" y="935"/>
                </a:cubicBezTo>
                <a:lnTo>
                  <a:pt x="115" y="935"/>
                </a:lnTo>
                <a:cubicBezTo>
                  <a:pt x="52" y="935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2" y="0"/>
                  <a:pt x="115" y="0"/>
                </a:cubicBezTo>
                <a:lnTo>
                  <a:pt x="105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2" name="Freeform 61"/>
          <p:cNvSpPr>
            <a:spLocks noChangeArrowheads="1"/>
          </p:cNvSpPr>
          <p:nvPr/>
        </p:nvSpPr>
        <p:spPr bwMode="auto">
          <a:xfrm>
            <a:off x="10756901" y="5031581"/>
            <a:ext cx="377825" cy="336550"/>
          </a:xfrm>
          <a:custGeom>
            <a:avLst/>
            <a:gdLst>
              <a:gd name="T0" fmla="*/ 932 w 1051"/>
              <a:gd name="T1" fmla="*/ 818 h 936"/>
              <a:gd name="T2" fmla="*/ 932 w 1051"/>
              <a:gd name="T3" fmla="*/ 236 h 936"/>
              <a:gd name="T4" fmla="*/ 118 w 1051"/>
              <a:gd name="T5" fmla="*/ 236 h 936"/>
              <a:gd name="T6" fmla="*/ 118 w 1051"/>
              <a:gd name="T7" fmla="*/ 818 h 936"/>
              <a:gd name="T8" fmla="*/ 932 w 1051"/>
              <a:gd name="T9" fmla="*/ 818 h 936"/>
              <a:gd name="T10" fmla="*/ 932 w 1051"/>
              <a:gd name="T11" fmla="*/ 0 h 936"/>
              <a:gd name="T12" fmla="*/ 1050 w 1051"/>
              <a:gd name="T13" fmla="*/ 118 h 936"/>
              <a:gd name="T14" fmla="*/ 1050 w 1051"/>
              <a:gd name="T15" fmla="*/ 818 h 936"/>
              <a:gd name="T16" fmla="*/ 932 w 1051"/>
              <a:gd name="T17" fmla="*/ 935 h 936"/>
              <a:gd name="T18" fmla="*/ 118 w 1051"/>
              <a:gd name="T19" fmla="*/ 935 h 936"/>
              <a:gd name="T20" fmla="*/ 0 w 1051"/>
              <a:gd name="T21" fmla="*/ 818 h 936"/>
              <a:gd name="T22" fmla="*/ 0 w 1051"/>
              <a:gd name="T23" fmla="*/ 118 h 936"/>
              <a:gd name="T24" fmla="*/ 118 w 1051"/>
              <a:gd name="T25" fmla="*/ 0 h 936"/>
              <a:gd name="T26" fmla="*/ 932 w 1051"/>
              <a:gd name="T27" fmla="*/ 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51" h="936">
                <a:moveTo>
                  <a:pt x="932" y="818"/>
                </a:moveTo>
                <a:lnTo>
                  <a:pt x="932" y="236"/>
                </a:lnTo>
                <a:lnTo>
                  <a:pt x="118" y="236"/>
                </a:lnTo>
                <a:lnTo>
                  <a:pt x="118" y="818"/>
                </a:lnTo>
                <a:lnTo>
                  <a:pt x="932" y="818"/>
                </a:lnTo>
                <a:close/>
                <a:moveTo>
                  <a:pt x="932" y="0"/>
                </a:moveTo>
                <a:cubicBezTo>
                  <a:pt x="998" y="0"/>
                  <a:pt x="1050" y="55"/>
                  <a:pt x="1050" y="118"/>
                </a:cubicBezTo>
                <a:lnTo>
                  <a:pt x="1050" y="818"/>
                </a:lnTo>
                <a:cubicBezTo>
                  <a:pt x="1050" y="881"/>
                  <a:pt x="995" y="935"/>
                  <a:pt x="932" y="935"/>
                </a:cubicBezTo>
                <a:lnTo>
                  <a:pt x="118" y="935"/>
                </a:lnTo>
                <a:cubicBezTo>
                  <a:pt x="52" y="935"/>
                  <a:pt x="0" y="881"/>
                  <a:pt x="0" y="818"/>
                </a:cubicBezTo>
                <a:lnTo>
                  <a:pt x="0" y="118"/>
                </a:lnTo>
                <a:cubicBezTo>
                  <a:pt x="0" y="55"/>
                  <a:pt x="52" y="0"/>
                  <a:pt x="118" y="0"/>
                </a:cubicBezTo>
                <a:lnTo>
                  <a:pt x="932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3" name="Freeform 62"/>
          <p:cNvSpPr>
            <a:spLocks noChangeArrowheads="1"/>
          </p:cNvSpPr>
          <p:nvPr/>
        </p:nvSpPr>
        <p:spPr bwMode="auto">
          <a:xfrm>
            <a:off x="1055689" y="5907881"/>
            <a:ext cx="357187" cy="336550"/>
          </a:xfrm>
          <a:custGeom>
            <a:avLst/>
            <a:gdLst>
              <a:gd name="T0" fmla="*/ 760 w 994"/>
              <a:gd name="T1" fmla="*/ 350 h 933"/>
              <a:gd name="T2" fmla="*/ 993 w 994"/>
              <a:gd name="T3" fmla="*/ 582 h 933"/>
              <a:gd name="T4" fmla="*/ 760 w 994"/>
              <a:gd name="T5" fmla="*/ 815 h 933"/>
              <a:gd name="T6" fmla="*/ 643 w 994"/>
              <a:gd name="T7" fmla="*/ 815 h 933"/>
              <a:gd name="T8" fmla="*/ 643 w 994"/>
              <a:gd name="T9" fmla="*/ 932 h 933"/>
              <a:gd name="T10" fmla="*/ 468 w 994"/>
              <a:gd name="T11" fmla="*/ 757 h 933"/>
              <a:gd name="T12" fmla="*/ 643 w 994"/>
              <a:gd name="T13" fmla="*/ 582 h 933"/>
              <a:gd name="T14" fmla="*/ 643 w 994"/>
              <a:gd name="T15" fmla="*/ 700 h 933"/>
              <a:gd name="T16" fmla="*/ 774 w 994"/>
              <a:gd name="T17" fmla="*/ 700 h 933"/>
              <a:gd name="T18" fmla="*/ 891 w 994"/>
              <a:gd name="T19" fmla="*/ 582 h 933"/>
              <a:gd name="T20" fmla="*/ 774 w 994"/>
              <a:gd name="T21" fmla="*/ 465 h 933"/>
              <a:gd name="T22" fmla="*/ 0 w 994"/>
              <a:gd name="T23" fmla="*/ 465 h 933"/>
              <a:gd name="T24" fmla="*/ 0 w 994"/>
              <a:gd name="T25" fmla="*/ 350 h 933"/>
              <a:gd name="T26" fmla="*/ 760 w 994"/>
              <a:gd name="T27" fmla="*/ 350 h 933"/>
              <a:gd name="T28" fmla="*/ 935 w 994"/>
              <a:gd name="T29" fmla="*/ 0 h 933"/>
              <a:gd name="T30" fmla="*/ 935 w 994"/>
              <a:gd name="T31" fmla="*/ 115 h 933"/>
              <a:gd name="T32" fmla="*/ 0 w 994"/>
              <a:gd name="T33" fmla="*/ 115 h 933"/>
              <a:gd name="T34" fmla="*/ 0 w 994"/>
              <a:gd name="T35" fmla="*/ 0 h 933"/>
              <a:gd name="T36" fmla="*/ 935 w 994"/>
              <a:gd name="T37" fmla="*/ 0 h 933"/>
              <a:gd name="T38" fmla="*/ 0 w 994"/>
              <a:gd name="T39" fmla="*/ 815 h 933"/>
              <a:gd name="T40" fmla="*/ 0 w 994"/>
              <a:gd name="T41" fmla="*/ 700 h 933"/>
              <a:gd name="T42" fmla="*/ 350 w 994"/>
              <a:gd name="T43" fmla="*/ 700 h 933"/>
              <a:gd name="T44" fmla="*/ 350 w 994"/>
              <a:gd name="T45" fmla="*/ 815 h 933"/>
              <a:gd name="T46" fmla="*/ 0 w 994"/>
              <a:gd name="T47" fmla="*/ 815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994" h="933">
                <a:moveTo>
                  <a:pt x="760" y="350"/>
                </a:moveTo>
                <a:cubicBezTo>
                  <a:pt x="889" y="350"/>
                  <a:pt x="993" y="454"/>
                  <a:pt x="993" y="582"/>
                </a:cubicBezTo>
                <a:cubicBezTo>
                  <a:pt x="993" y="711"/>
                  <a:pt x="889" y="815"/>
                  <a:pt x="760" y="815"/>
                </a:cubicBezTo>
                <a:lnTo>
                  <a:pt x="643" y="815"/>
                </a:lnTo>
                <a:lnTo>
                  <a:pt x="643" y="932"/>
                </a:lnTo>
                <a:lnTo>
                  <a:pt x="468" y="757"/>
                </a:lnTo>
                <a:lnTo>
                  <a:pt x="643" y="582"/>
                </a:lnTo>
                <a:lnTo>
                  <a:pt x="643" y="700"/>
                </a:lnTo>
                <a:lnTo>
                  <a:pt x="774" y="700"/>
                </a:lnTo>
                <a:cubicBezTo>
                  <a:pt x="837" y="700"/>
                  <a:pt x="891" y="645"/>
                  <a:pt x="891" y="582"/>
                </a:cubicBezTo>
                <a:cubicBezTo>
                  <a:pt x="891" y="519"/>
                  <a:pt x="837" y="465"/>
                  <a:pt x="774" y="465"/>
                </a:cubicBezTo>
                <a:lnTo>
                  <a:pt x="0" y="465"/>
                </a:lnTo>
                <a:lnTo>
                  <a:pt x="0" y="350"/>
                </a:lnTo>
                <a:lnTo>
                  <a:pt x="760" y="350"/>
                </a:lnTo>
                <a:close/>
                <a:moveTo>
                  <a:pt x="935" y="0"/>
                </a:moveTo>
                <a:lnTo>
                  <a:pt x="935" y="115"/>
                </a:lnTo>
                <a:lnTo>
                  <a:pt x="0" y="115"/>
                </a:lnTo>
                <a:lnTo>
                  <a:pt x="0" y="0"/>
                </a:lnTo>
                <a:lnTo>
                  <a:pt x="935" y="0"/>
                </a:lnTo>
                <a:close/>
                <a:moveTo>
                  <a:pt x="0" y="815"/>
                </a:moveTo>
                <a:lnTo>
                  <a:pt x="0" y="700"/>
                </a:lnTo>
                <a:lnTo>
                  <a:pt x="350" y="700"/>
                </a:lnTo>
                <a:lnTo>
                  <a:pt x="350" y="815"/>
                </a:lnTo>
                <a:lnTo>
                  <a:pt x="0" y="815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4" name="Freeform 63"/>
          <p:cNvSpPr>
            <a:spLocks noChangeArrowheads="1"/>
          </p:cNvSpPr>
          <p:nvPr/>
        </p:nvSpPr>
        <p:spPr bwMode="auto">
          <a:xfrm>
            <a:off x="2103437" y="5892006"/>
            <a:ext cx="368300" cy="368300"/>
          </a:xfrm>
          <a:custGeom>
            <a:avLst/>
            <a:gdLst>
              <a:gd name="T0" fmla="*/ 233 w 1021"/>
              <a:gd name="T1" fmla="*/ 350 h 1021"/>
              <a:gd name="T2" fmla="*/ 525 w 1021"/>
              <a:gd name="T3" fmla="*/ 350 h 1021"/>
              <a:gd name="T4" fmla="*/ 525 w 1021"/>
              <a:gd name="T5" fmla="*/ 408 h 1021"/>
              <a:gd name="T6" fmla="*/ 233 w 1021"/>
              <a:gd name="T7" fmla="*/ 408 h 1021"/>
              <a:gd name="T8" fmla="*/ 233 w 1021"/>
              <a:gd name="T9" fmla="*/ 350 h 1021"/>
              <a:gd name="T10" fmla="*/ 380 w 1021"/>
              <a:gd name="T11" fmla="*/ 643 h 1021"/>
              <a:gd name="T12" fmla="*/ 643 w 1021"/>
              <a:gd name="T13" fmla="*/ 380 h 1021"/>
              <a:gd name="T14" fmla="*/ 380 w 1021"/>
              <a:gd name="T15" fmla="*/ 118 h 1021"/>
              <a:gd name="T16" fmla="*/ 118 w 1021"/>
              <a:gd name="T17" fmla="*/ 380 h 1021"/>
              <a:gd name="T18" fmla="*/ 380 w 1021"/>
              <a:gd name="T19" fmla="*/ 643 h 1021"/>
              <a:gd name="T20" fmla="*/ 730 w 1021"/>
              <a:gd name="T21" fmla="*/ 643 h 1021"/>
              <a:gd name="T22" fmla="*/ 1020 w 1021"/>
              <a:gd name="T23" fmla="*/ 932 h 1021"/>
              <a:gd name="T24" fmla="*/ 933 w 1021"/>
              <a:gd name="T25" fmla="*/ 1020 h 1021"/>
              <a:gd name="T26" fmla="*/ 643 w 1021"/>
              <a:gd name="T27" fmla="*/ 730 h 1021"/>
              <a:gd name="T28" fmla="*/ 643 w 1021"/>
              <a:gd name="T29" fmla="*/ 684 h 1021"/>
              <a:gd name="T30" fmla="*/ 627 w 1021"/>
              <a:gd name="T31" fmla="*/ 667 h 1021"/>
              <a:gd name="T32" fmla="*/ 380 w 1021"/>
              <a:gd name="T33" fmla="*/ 757 h 1021"/>
              <a:gd name="T34" fmla="*/ 0 w 1021"/>
              <a:gd name="T35" fmla="*/ 380 h 1021"/>
              <a:gd name="T36" fmla="*/ 380 w 1021"/>
              <a:gd name="T37" fmla="*/ 0 h 1021"/>
              <a:gd name="T38" fmla="*/ 758 w 1021"/>
              <a:gd name="T39" fmla="*/ 380 h 1021"/>
              <a:gd name="T40" fmla="*/ 668 w 1021"/>
              <a:gd name="T41" fmla="*/ 626 h 1021"/>
              <a:gd name="T42" fmla="*/ 684 w 1021"/>
              <a:gd name="T43" fmla="*/ 643 h 1021"/>
              <a:gd name="T44" fmla="*/ 730 w 1021"/>
              <a:gd name="T45" fmla="*/ 643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21" h="1021">
                <a:moveTo>
                  <a:pt x="233" y="350"/>
                </a:moveTo>
                <a:lnTo>
                  <a:pt x="525" y="350"/>
                </a:lnTo>
                <a:lnTo>
                  <a:pt x="525" y="408"/>
                </a:lnTo>
                <a:lnTo>
                  <a:pt x="233" y="408"/>
                </a:lnTo>
                <a:lnTo>
                  <a:pt x="233" y="350"/>
                </a:lnTo>
                <a:close/>
                <a:moveTo>
                  <a:pt x="380" y="643"/>
                </a:moveTo>
                <a:cubicBezTo>
                  <a:pt x="525" y="643"/>
                  <a:pt x="643" y="525"/>
                  <a:pt x="643" y="380"/>
                </a:cubicBezTo>
                <a:cubicBezTo>
                  <a:pt x="643" y="235"/>
                  <a:pt x="525" y="118"/>
                  <a:pt x="380" y="118"/>
                </a:cubicBezTo>
                <a:cubicBezTo>
                  <a:pt x="236" y="118"/>
                  <a:pt x="118" y="235"/>
                  <a:pt x="118" y="380"/>
                </a:cubicBezTo>
                <a:cubicBezTo>
                  <a:pt x="118" y="525"/>
                  <a:pt x="236" y="643"/>
                  <a:pt x="380" y="643"/>
                </a:cubicBezTo>
                <a:close/>
                <a:moveTo>
                  <a:pt x="730" y="643"/>
                </a:moveTo>
                <a:lnTo>
                  <a:pt x="1020" y="932"/>
                </a:lnTo>
                <a:lnTo>
                  <a:pt x="933" y="1020"/>
                </a:lnTo>
                <a:lnTo>
                  <a:pt x="643" y="730"/>
                </a:lnTo>
                <a:lnTo>
                  <a:pt x="643" y="684"/>
                </a:lnTo>
                <a:lnTo>
                  <a:pt x="627" y="667"/>
                </a:lnTo>
                <a:cubicBezTo>
                  <a:pt x="561" y="725"/>
                  <a:pt x="473" y="757"/>
                  <a:pt x="380" y="757"/>
                </a:cubicBezTo>
                <a:cubicBezTo>
                  <a:pt x="170" y="757"/>
                  <a:pt x="0" y="591"/>
                  <a:pt x="0" y="380"/>
                </a:cubicBezTo>
                <a:cubicBezTo>
                  <a:pt x="0" y="170"/>
                  <a:pt x="169" y="0"/>
                  <a:pt x="380" y="0"/>
                </a:cubicBezTo>
                <a:cubicBezTo>
                  <a:pt x="590" y="0"/>
                  <a:pt x="758" y="170"/>
                  <a:pt x="758" y="380"/>
                </a:cubicBezTo>
                <a:cubicBezTo>
                  <a:pt x="758" y="473"/>
                  <a:pt x="725" y="561"/>
                  <a:pt x="668" y="626"/>
                </a:cubicBezTo>
                <a:lnTo>
                  <a:pt x="684" y="643"/>
                </a:lnTo>
                <a:lnTo>
                  <a:pt x="730" y="64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5" name="Freeform 64"/>
          <p:cNvSpPr>
            <a:spLocks noChangeArrowheads="1"/>
          </p:cNvSpPr>
          <p:nvPr/>
        </p:nvSpPr>
        <p:spPr bwMode="auto">
          <a:xfrm>
            <a:off x="3162301" y="5885658"/>
            <a:ext cx="377825" cy="377825"/>
          </a:xfrm>
          <a:custGeom>
            <a:avLst/>
            <a:gdLst>
              <a:gd name="T0" fmla="*/ 0 w 1051"/>
              <a:gd name="T1" fmla="*/ 1050 h 1051"/>
              <a:gd name="T2" fmla="*/ 0 w 1051"/>
              <a:gd name="T3" fmla="*/ 700 h 1051"/>
              <a:gd name="T4" fmla="*/ 134 w 1051"/>
              <a:gd name="T5" fmla="*/ 834 h 1051"/>
              <a:gd name="T6" fmla="*/ 301 w 1051"/>
              <a:gd name="T7" fmla="*/ 665 h 1051"/>
              <a:gd name="T8" fmla="*/ 385 w 1051"/>
              <a:gd name="T9" fmla="*/ 749 h 1051"/>
              <a:gd name="T10" fmla="*/ 216 w 1051"/>
              <a:gd name="T11" fmla="*/ 916 h 1051"/>
              <a:gd name="T12" fmla="*/ 350 w 1051"/>
              <a:gd name="T13" fmla="*/ 1050 h 1051"/>
              <a:gd name="T14" fmla="*/ 0 w 1051"/>
              <a:gd name="T15" fmla="*/ 1050 h 1051"/>
              <a:gd name="T16" fmla="*/ 0 w 1051"/>
              <a:gd name="T17" fmla="*/ 350 h 1051"/>
              <a:gd name="T18" fmla="*/ 0 w 1051"/>
              <a:gd name="T19" fmla="*/ 0 h 1051"/>
              <a:gd name="T20" fmla="*/ 350 w 1051"/>
              <a:gd name="T21" fmla="*/ 0 h 1051"/>
              <a:gd name="T22" fmla="*/ 216 w 1051"/>
              <a:gd name="T23" fmla="*/ 134 h 1051"/>
              <a:gd name="T24" fmla="*/ 385 w 1051"/>
              <a:gd name="T25" fmla="*/ 301 h 1051"/>
              <a:gd name="T26" fmla="*/ 301 w 1051"/>
              <a:gd name="T27" fmla="*/ 386 h 1051"/>
              <a:gd name="T28" fmla="*/ 134 w 1051"/>
              <a:gd name="T29" fmla="*/ 216 h 1051"/>
              <a:gd name="T30" fmla="*/ 0 w 1051"/>
              <a:gd name="T31" fmla="*/ 350 h 1051"/>
              <a:gd name="T32" fmla="*/ 700 w 1051"/>
              <a:gd name="T33" fmla="*/ 0 h 1051"/>
              <a:gd name="T34" fmla="*/ 1050 w 1051"/>
              <a:gd name="T35" fmla="*/ 0 h 1051"/>
              <a:gd name="T36" fmla="*/ 1050 w 1051"/>
              <a:gd name="T37" fmla="*/ 350 h 1051"/>
              <a:gd name="T38" fmla="*/ 916 w 1051"/>
              <a:gd name="T39" fmla="*/ 216 h 1051"/>
              <a:gd name="T40" fmla="*/ 749 w 1051"/>
              <a:gd name="T41" fmla="*/ 386 h 1051"/>
              <a:gd name="T42" fmla="*/ 664 w 1051"/>
              <a:gd name="T43" fmla="*/ 301 h 1051"/>
              <a:gd name="T44" fmla="*/ 834 w 1051"/>
              <a:gd name="T45" fmla="*/ 134 h 1051"/>
              <a:gd name="T46" fmla="*/ 700 w 1051"/>
              <a:gd name="T47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51" h="1051">
                <a:moveTo>
                  <a:pt x="0" y="1050"/>
                </a:moveTo>
                <a:lnTo>
                  <a:pt x="0" y="700"/>
                </a:lnTo>
                <a:lnTo>
                  <a:pt x="134" y="834"/>
                </a:lnTo>
                <a:lnTo>
                  <a:pt x="301" y="665"/>
                </a:lnTo>
                <a:lnTo>
                  <a:pt x="385" y="749"/>
                </a:lnTo>
                <a:lnTo>
                  <a:pt x="216" y="916"/>
                </a:lnTo>
                <a:lnTo>
                  <a:pt x="350" y="1050"/>
                </a:lnTo>
                <a:lnTo>
                  <a:pt x="0" y="1050"/>
                </a:lnTo>
                <a:close/>
                <a:moveTo>
                  <a:pt x="0" y="350"/>
                </a:moveTo>
                <a:lnTo>
                  <a:pt x="0" y="0"/>
                </a:lnTo>
                <a:lnTo>
                  <a:pt x="350" y="0"/>
                </a:lnTo>
                <a:lnTo>
                  <a:pt x="216" y="134"/>
                </a:lnTo>
                <a:lnTo>
                  <a:pt x="385" y="301"/>
                </a:lnTo>
                <a:lnTo>
                  <a:pt x="301" y="386"/>
                </a:lnTo>
                <a:lnTo>
                  <a:pt x="134" y="216"/>
                </a:lnTo>
                <a:lnTo>
                  <a:pt x="0" y="350"/>
                </a:lnTo>
                <a:close/>
                <a:moveTo>
                  <a:pt x="700" y="0"/>
                </a:moveTo>
                <a:lnTo>
                  <a:pt x="1050" y="0"/>
                </a:lnTo>
                <a:lnTo>
                  <a:pt x="1050" y="350"/>
                </a:lnTo>
                <a:lnTo>
                  <a:pt x="916" y="216"/>
                </a:lnTo>
                <a:lnTo>
                  <a:pt x="749" y="386"/>
                </a:lnTo>
                <a:lnTo>
                  <a:pt x="664" y="301"/>
                </a:lnTo>
                <a:lnTo>
                  <a:pt x="834" y="134"/>
                </a:lnTo>
                <a:lnTo>
                  <a:pt x="700" y="0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6" name="Freeform 65"/>
          <p:cNvSpPr>
            <a:spLocks noChangeArrowheads="1"/>
          </p:cNvSpPr>
          <p:nvPr/>
        </p:nvSpPr>
        <p:spPr bwMode="auto">
          <a:xfrm>
            <a:off x="4262437" y="5892006"/>
            <a:ext cx="368300" cy="368300"/>
          </a:xfrm>
          <a:custGeom>
            <a:avLst/>
            <a:gdLst>
              <a:gd name="T0" fmla="*/ 525 w 1021"/>
              <a:gd name="T1" fmla="*/ 408 h 1021"/>
              <a:gd name="T2" fmla="*/ 408 w 1021"/>
              <a:gd name="T3" fmla="*/ 408 h 1021"/>
              <a:gd name="T4" fmla="*/ 408 w 1021"/>
              <a:gd name="T5" fmla="*/ 525 h 1021"/>
              <a:gd name="T6" fmla="*/ 350 w 1021"/>
              <a:gd name="T7" fmla="*/ 525 h 1021"/>
              <a:gd name="T8" fmla="*/ 350 w 1021"/>
              <a:gd name="T9" fmla="*/ 408 h 1021"/>
              <a:gd name="T10" fmla="*/ 233 w 1021"/>
              <a:gd name="T11" fmla="*/ 408 h 1021"/>
              <a:gd name="T12" fmla="*/ 233 w 1021"/>
              <a:gd name="T13" fmla="*/ 350 h 1021"/>
              <a:gd name="T14" fmla="*/ 350 w 1021"/>
              <a:gd name="T15" fmla="*/ 350 h 1021"/>
              <a:gd name="T16" fmla="*/ 350 w 1021"/>
              <a:gd name="T17" fmla="*/ 233 h 1021"/>
              <a:gd name="T18" fmla="*/ 408 w 1021"/>
              <a:gd name="T19" fmla="*/ 233 h 1021"/>
              <a:gd name="T20" fmla="*/ 408 w 1021"/>
              <a:gd name="T21" fmla="*/ 350 h 1021"/>
              <a:gd name="T22" fmla="*/ 525 w 1021"/>
              <a:gd name="T23" fmla="*/ 350 h 1021"/>
              <a:gd name="T24" fmla="*/ 525 w 1021"/>
              <a:gd name="T25" fmla="*/ 408 h 1021"/>
              <a:gd name="T26" fmla="*/ 381 w 1021"/>
              <a:gd name="T27" fmla="*/ 643 h 1021"/>
              <a:gd name="T28" fmla="*/ 643 w 1021"/>
              <a:gd name="T29" fmla="*/ 380 h 1021"/>
              <a:gd name="T30" fmla="*/ 381 w 1021"/>
              <a:gd name="T31" fmla="*/ 118 h 1021"/>
              <a:gd name="T32" fmla="*/ 118 w 1021"/>
              <a:gd name="T33" fmla="*/ 380 h 1021"/>
              <a:gd name="T34" fmla="*/ 381 w 1021"/>
              <a:gd name="T35" fmla="*/ 643 h 1021"/>
              <a:gd name="T36" fmla="*/ 730 w 1021"/>
              <a:gd name="T37" fmla="*/ 643 h 1021"/>
              <a:gd name="T38" fmla="*/ 1020 w 1021"/>
              <a:gd name="T39" fmla="*/ 932 h 1021"/>
              <a:gd name="T40" fmla="*/ 933 w 1021"/>
              <a:gd name="T41" fmla="*/ 1020 h 1021"/>
              <a:gd name="T42" fmla="*/ 643 w 1021"/>
              <a:gd name="T43" fmla="*/ 730 h 1021"/>
              <a:gd name="T44" fmla="*/ 643 w 1021"/>
              <a:gd name="T45" fmla="*/ 684 h 1021"/>
              <a:gd name="T46" fmla="*/ 627 w 1021"/>
              <a:gd name="T47" fmla="*/ 667 h 1021"/>
              <a:gd name="T48" fmla="*/ 381 w 1021"/>
              <a:gd name="T49" fmla="*/ 757 h 1021"/>
              <a:gd name="T50" fmla="*/ 0 w 1021"/>
              <a:gd name="T51" fmla="*/ 380 h 1021"/>
              <a:gd name="T52" fmla="*/ 381 w 1021"/>
              <a:gd name="T53" fmla="*/ 0 h 1021"/>
              <a:gd name="T54" fmla="*/ 758 w 1021"/>
              <a:gd name="T55" fmla="*/ 380 h 1021"/>
              <a:gd name="T56" fmla="*/ 668 w 1021"/>
              <a:gd name="T57" fmla="*/ 626 h 1021"/>
              <a:gd name="T58" fmla="*/ 684 w 1021"/>
              <a:gd name="T59" fmla="*/ 643 h 1021"/>
              <a:gd name="T60" fmla="*/ 730 w 1021"/>
              <a:gd name="T61" fmla="*/ 643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21" h="1021">
                <a:moveTo>
                  <a:pt x="525" y="408"/>
                </a:moveTo>
                <a:lnTo>
                  <a:pt x="408" y="408"/>
                </a:lnTo>
                <a:lnTo>
                  <a:pt x="408" y="525"/>
                </a:lnTo>
                <a:lnTo>
                  <a:pt x="350" y="525"/>
                </a:lnTo>
                <a:lnTo>
                  <a:pt x="350" y="408"/>
                </a:lnTo>
                <a:lnTo>
                  <a:pt x="233" y="408"/>
                </a:lnTo>
                <a:lnTo>
                  <a:pt x="233" y="350"/>
                </a:lnTo>
                <a:lnTo>
                  <a:pt x="350" y="350"/>
                </a:lnTo>
                <a:lnTo>
                  <a:pt x="350" y="233"/>
                </a:lnTo>
                <a:lnTo>
                  <a:pt x="408" y="233"/>
                </a:lnTo>
                <a:lnTo>
                  <a:pt x="408" y="350"/>
                </a:lnTo>
                <a:lnTo>
                  <a:pt x="525" y="350"/>
                </a:lnTo>
                <a:lnTo>
                  <a:pt x="525" y="408"/>
                </a:lnTo>
                <a:close/>
                <a:moveTo>
                  <a:pt x="381" y="643"/>
                </a:moveTo>
                <a:cubicBezTo>
                  <a:pt x="525" y="643"/>
                  <a:pt x="643" y="525"/>
                  <a:pt x="643" y="380"/>
                </a:cubicBezTo>
                <a:cubicBezTo>
                  <a:pt x="643" y="235"/>
                  <a:pt x="525" y="118"/>
                  <a:pt x="381" y="118"/>
                </a:cubicBezTo>
                <a:cubicBezTo>
                  <a:pt x="236" y="118"/>
                  <a:pt x="118" y="235"/>
                  <a:pt x="118" y="380"/>
                </a:cubicBezTo>
                <a:cubicBezTo>
                  <a:pt x="118" y="525"/>
                  <a:pt x="236" y="643"/>
                  <a:pt x="381" y="643"/>
                </a:cubicBezTo>
                <a:close/>
                <a:moveTo>
                  <a:pt x="730" y="643"/>
                </a:moveTo>
                <a:lnTo>
                  <a:pt x="1020" y="932"/>
                </a:lnTo>
                <a:lnTo>
                  <a:pt x="933" y="1020"/>
                </a:lnTo>
                <a:lnTo>
                  <a:pt x="643" y="730"/>
                </a:lnTo>
                <a:lnTo>
                  <a:pt x="643" y="684"/>
                </a:lnTo>
                <a:lnTo>
                  <a:pt x="627" y="667"/>
                </a:lnTo>
                <a:cubicBezTo>
                  <a:pt x="561" y="725"/>
                  <a:pt x="473" y="757"/>
                  <a:pt x="381" y="757"/>
                </a:cubicBezTo>
                <a:cubicBezTo>
                  <a:pt x="170" y="757"/>
                  <a:pt x="0" y="591"/>
                  <a:pt x="0" y="380"/>
                </a:cubicBezTo>
                <a:cubicBezTo>
                  <a:pt x="0" y="170"/>
                  <a:pt x="170" y="0"/>
                  <a:pt x="381" y="0"/>
                </a:cubicBezTo>
                <a:cubicBezTo>
                  <a:pt x="591" y="0"/>
                  <a:pt x="758" y="170"/>
                  <a:pt x="758" y="380"/>
                </a:cubicBezTo>
                <a:cubicBezTo>
                  <a:pt x="758" y="473"/>
                  <a:pt x="725" y="561"/>
                  <a:pt x="668" y="626"/>
                </a:cubicBezTo>
                <a:lnTo>
                  <a:pt x="684" y="643"/>
                </a:lnTo>
                <a:lnTo>
                  <a:pt x="730" y="643"/>
                </a:ln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67" name="Freeform 66"/>
          <p:cNvSpPr>
            <a:spLocks noChangeArrowheads="1"/>
          </p:cNvSpPr>
          <p:nvPr/>
        </p:nvSpPr>
        <p:spPr bwMode="auto">
          <a:xfrm>
            <a:off x="5299074" y="5892006"/>
            <a:ext cx="419100" cy="368300"/>
          </a:xfrm>
          <a:custGeom>
            <a:avLst/>
            <a:gdLst>
              <a:gd name="T0" fmla="*/ 875 w 1166"/>
              <a:gd name="T1" fmla="*/ 643 h 1021"/>
              <a:gd name="T2" fmla="*/ 1165 w 1166"/>
              <a:gd name="T3" fmla="*/ 932 h 1021"/>
              <a:gd name="T4" fmla="*/ 1080 w 1166"/>
              <a:gd name="T5" fmla="*/ 1020 h 1021"/>
              <a:gd name="T6" fmla="*/ 788 w 1166"/>
              <a:gd name="T7" fmla="*/ 727 h 1021"/>
              <a:gd name="T8" fmla="*/ 788 w 1166"/>
              <a:gd name="T9" fmla="*/ 684 h 1021"/>
              <a:gd name="T10" fmla="*/ 771 w 1166"/>
              <a:gd name="T11" fmla="*/ 667 h 1021"/>
              <a:gd name="T12" fmla="*/ 525 w 1166"/>
              <a:gd name="T13" fmla="*/ 758 h 1021"/>
              <a:gd name="T14" fmla="*/ 331 w 1166"/>
              <a:gd name="T15" fmla="*/ 706 h 1021"/>
              <a:gd name="T16" fmla="*/ 419 w 1166"/>
              <a:gd name="T17" fmla="*/ 621 h 1021"/>
              <a:gd name="T18" fmla="*/ 525 w 1166"/>
              <a:gd name="T19" fmla="*/ 643 h 1021"/>
              <a:gd name="T20" fmla="*/ 788 w 1166"/>
              <a:gd name="T21" fmla="*/ 380 h 1021"/>
              <a:gd name="T22" fmla="*/ 525 w 1166"/>
              <a:gd name="T23" fmla="*/ 118 h 1021"/>
              <a:gd name="T24" fmla="*/ 263 w 1166"/>
              <a:gd name="T25" fmla="*/ 380 h 1021"/>
              <a:gd name="T26" fmla="*/ 465 w 1166"/>
              <a:gd name="T27" fmla="*/ 380 h 1021"/>
              <a:gd name="T28" fmla="*/ 225 w 1166"/>
              <a:gd name="T29" fmla="*/ 613 h 1021"/>
              <a:gd name="T30" fmla="*/ 0 w 1166"/>
              <a:gd name="T31" fmla="*/ 380 h 1021"/>
              <a:gd name="T32" fmla="*/ 145 w 1166"/>
              <a:gd name="T33" fmla="*/ 380 h 1021"/>
              <a:gd name="T34" fmla="*/ 525 w 1166"/>
              <a:gd name="T35" fmla="*/ 0 h 1021"/>
              <a:gd name="T36" fmla="*/ 905 w 1166"/>
              <a:gd name="T37" fmla="*/ 380 h 1021"/>
              <a:gd name="T38" fmla="*/ 813 w 1166"/>
              <a:gd name="T39" fmla="*/ 626 h 1021"/>
              <a:gd name="T40" fmla="*/ 829 w 1166"/>
              <a:gd name="T41" fmla="*/ 643 h 1021"/>
              <a:gd name="T42" fmla="*/ 875 w 1166"/>
              <a:gd name="T43" fmla="*/ 643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66" h="1021">
                <a:moveTo>
                  <a:pt x="875" y="643"/>
                </a:moveTo>
                <a:lnTo>
                  <a:pt x="1165" y="932"/>
                </a:lnTo>
                <a:lnTo>
                  <a:pt x="1080" y="1020"/>
                </a:lnTo>
                <a:lnTo>
                  <a:pt x="788" y="727"/>
                </a:lnTo>
                <a:lnTo>
                  <a:pt x="788" y="684"/>
                </a:lnTo>
                <a:lnTo>
                  <a:pt x="771" y="667"/>
                </a:lnTo>
                <a:cubicBezTo>
                  <a:pt x="706" y="725"/>
                  <a:pt x="618" y="758"/>
                  <a:pt x="525" y="758"/>
                </a:cubicBezTo>
                <a:cubicBezTo>
                  <a:pt x="454" y="758"/>
                  <a:pt x="389" y="738"/>
                  <a:pt x="331" y="706"/>
                </a:cubicBezTo>
                <a:lnTo>
                  <a:pt x="419" y="621"/>
                </a:lnTo>
                <a:cubicBezTo>
                  <a:pt x="452" y="635"/>
                  <a:pt x="487" y="643"/>
                  <a:pt x="525" y="643"/>
                </a:cubicBezTo>
                <a:cubicBezTo>
                  <a:pt x="670" y="643"/>
                  <a:pt x="788" y="525"/>
                  <a:pt x="788" y="380"/>
                </a:cubicBezTo>
                <a:cubicBezTo>
                  <a:pt x="788" y="235"/>
                  <a:pt x="670" y="118"/>
                  <a:pt x="525" y="118"/>
                </a:cubicBezTo>
                <a:cubicBezTo>
                  <a:pt x="380" y="118"/>
                  <a:pt x="263" y="235"/>
                  <a:pt x="263" y="380"/>
                </a:cubicBezTo>
                <a:lnTo>
                  <a:pt x="465" y="380"/>
                </a:lnTo>
                <a:lnTo>
                  <a:pt x="225" y="613"/>
                </a:lnTo>
                <a:lnTo>
                  <a:pt x="0" y="380"/>
                </a:lnTo>
                <a:lnTo>
                  <a:pt x="145" y="380"/>
                </a:lnTo>
                <a:cubicBezTo>
                  <a:pt x="145" y="175"/>
                  <a:pt x="314" y="0"/>
                  <a:pt x="525" y="0"/>
                </a:cubicBezTo>
                <a:cubicBezTo>
                  <a:pt x="735" y="0"/>
                  <a:pt x="905" y="170"/>
                  <a:pt x="905" y="380"/>
                </a:cubicBezTo>
                <a:cubicBezTo>
                  <a:pt x="905" y="476"/>
                  <a:pt x="870" y="561"/>
                  <a:pt x="813" y="626"/>
                </a:cubicBezTo>
                <a:lnTo>
                  <a:pt x="829" y="643"/>
                </a:lnTo>
                <a:lnTo>
                  <a:pt x="875" y="643"/>
                </a:lnTo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0" name="Freeform 69"/>
          <p:cNvSpPr>
            <a:spLocks noChangeArrowheads="1"/>
          </p:cNvSpPr>
          <p:nvPr/>
        </p:nvSpPr>
        <p:spPr bwMode="auto">
          <a:xfrm>
            <a:off x="10718171" y="5906720"/>
            <a:ext cx="416555" cy="353587"/>
          </a:xfrm>
          <a:custGeom>
            <a:avLst/>
            <a:gdLst>
              <a:gd name="T0" fmla="*/ 349 w 759"/>
              <a:gd name="T1" fmla="*/ 87 h 642"/>
              <a:gd name="T2" fmla="*/ 349 w 759"/>
              <a:gd name="T3" fmla="*/ 408 h 642"/>
              <a:gd name="T4" fmla="*/ 116 w 759"/>
              <a:gd name="T5" fmla="*/ 641 h 642"/>
              <a:gd name="T6" fmla="*/ 87 w 759"/>
              <a:gd name="T7" fmla="*/ 641 h 642"/>
              <a:gd name="T8" fmla="*/ 58 w 759"/>
              <a:gd name="T9" fmla="*/ 612 h 642"/>
              <a:gd name="T10" fmla="*/ 58 w 759"/>
              <a:gd name="T11" fmla="*/ 553 h 642"/>
              <a:gd name="T12" fmla="*/ 87 w 759"/>
              <a:gd name="T13" fmla="*/ 524 h 642"/>
              <a:gd name="T14" fmla="*/ 116 w 759"/>
              <a:gd name="T15" fmla="*/ 524 h 642"/>
              <a:gd name="T16" fmla="*/ 233 w 759"/>
              <a:gd name="T17" fmla="*/ 408 h 642"/>
              <a:gd name="T18" fmla="*/ 233 w 759"/>
              <a:gd name="T19" fmla="*/ 393 h 642"/>
              <a:gd name="T20" fmla="*/ 189 w 759"/>
              <a:gd name="T21" fmla="*/ 349 h 642"/>
              <a:gd name="T22" fmla="*/ 87 w 759"/>
              <a:gd name="T23" fmla="*/ 349 h 642"/>
              <a:gd name="T24" fmla="*/ 0 w 759"/>
              <a:gd name="T25" fmla="*/ 262 h 642"/>
              <a:gd name="T26" fmla="*/ 0 w 759"/>
              <a:gd name="T27" fmla="*/ 87 h 642"/>
              <a:gd name="T28" fmla="*/ 87 w 759"/>
              <a:gd name="T29" fmla="*/ 0 h 642"/>
              <a:gd name="T30" fmla="*/ 262 w 759"/>
              <a:gd name="T31" fmla="*/ 0 h 642"/>
              <a:gd name="T32" fmla="*/ 349 w 759"/>
              <a:gd name="T33" fmla="*/ 87 h 642"/>
              <a:gd name="T34" fmla="*/ 758 w 759"/>
              <a:gd name="T35" fmla="*/ 87 h 642"/>
              <a:gd name="T36" fmla="*/ 758 w 759"/>
              <a:gd name="T37" fmla="*/ 408 h 642"/>
              <a:gd name="T38" fmla="*/ 524 w 759"/>
              <a:gd name="T39" fmla="*/ 641 h 642"/>
              <a:gd name="T40" fmla="*/ 495 w 759"/>
              <a:gd name="T41" fmla="*/ 641 h 642"/>
              <a:gd name="T42" fmla="*/ 466 w 759"/>
              <a:gd name="T43" fmla="*/ 612 h 642"/>
              <a:gd name="T44" fmla="*/ 466 w 759"/>
              <a:gd name="T45" fmla="*/ 553 h 642"/>
              <a:gd name="T46" fmla="*/ 495 w 759"/>
              <a:gd name="T47" fmla="*/ 524 h 642"/>
              <a:gd name="T48" fmla="*/ 524 w 759"/>
              <a:gd name="T49" fmla="*/ 524 h 642"/>
              <a:gd name="T50" fmla="*/ 641 w 759"/>
              <a:gd name="T51" fmla="*/ 408 h 642"/>
              <a:gd name="T52" fmla="*/ 641 w 759"/>
              <a:gd name="T53" fmla="*/ 393 h 642"/>
              <a:gd name="T54" fmla="*/ 597 w 759"/>
              <a:gd name="T55" fmla="*/ 349 h 642"/>
              <a:gd name="T56" fmla="*/ 495 w 759"/>
              <a:gd name="T57" fmla="*/ 349 h 642"/>
              <a:gd name="T58" fmla="*/ 408 w 759"/>
              <a:gd name="T59" fmla="*/ 262 h 642"/>
              <a:gd name="T60" fmla="*/ 408 w 759"/>
              <a:gd name="T61" fmla="*/ 87 h 642"/>
              <a:gd name="T62" fmla="*/ 495 w 759"/>
              <a:gd name="T63" fmla="*/ 0 h 642"/>
              <a:gd name="T64" fmla="*/ 670 w 759"/>
              <a:gd name="T65" fmla="*/ 0 h 642"/>
              <a:gd name="T66" fmla="*/ 758 w 759"/>
              <a:gd name="T67" fmla="*/ 87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9" h="642">
                <a:moveTo>
                  <a:pt x="349" y="87"/>
                </a:moveTo>
                <a:lnTo>
                  <a:pt x="349" y="408"/>
                </a:lnTo>
                <a:cubicBezTo>
                  <a:pt x="349" y="536"/>
                  <a:pt x="245" y="641"/>
                  <a:pt x="116" y="641"/>
                </a:cubicBezTo>
                <a:lnTo>
                  <a:pt x="87" y="641"/>
                </a:lnTo>
                <a:cubicBezTo>
                  <a:pt x="71" y="641"/>
                  <a:pt x="58" y="628"/>
                  <a:pt x="58" y="612"/>
                </a:cubicBezTo>
                <a:lnTo>
                  <a:pt x="58" y="553"/>
                </a:lnTo>
                <a:cubicBezTo>
                  <a:pt x="58" y="537"/>
                  <a:pt x="71" y="524"/>
                  <a:pt x="87" y="524"/>
                </a:cubicBezTo>
                <a:lnTo>
                  <a:pt x="116" y="524"/>
                </a:lnTo>
                <a:cubicBezTo>
                  <a:pt x="180" y="524"/>
                  <a:pt x="233" y="472"/>
                  <a:pt x="233" y="408"/>
                </a:cubicBezTo>
                <a:lnTo>
                  <a:pt x="233" y="393"/>
                </a:lnTo>
                <a:cubicBezTo>
                  <a:pt x="233" y="369"/>
                  <a:pt x="213" y="349"/>
                  <a:pt x="189" y="349"/>
                </a:cubicBezTo>
                <a:lnTo>
                  <a:pt x="87" y="349"/>
                </a:lnTo>
                <a:cubicBezTo>
                  <a:pt x="39" y="349"/>
                  <a:pt x="0" y="310"/>
                  <a:pt x="0" y="262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lnTo>
                  <a:pt x="262" y="0"/>
                </a:lnTo>
                <a:cubicBezTo>
                  <a:pt x="310" y="0"/>
                  <a:pt x="349" y="39"/>
                  <a:pt x="349" y="87"/>
                </a:cubicBezTo>
                <a:close/>
                <a:moveTo>
                  <a:pt x="758" y="87"/>
                </a:moveTo>
                <a:lnTo>
                  <a:pt x="758" y="408"/>
                </a:lnTo>
                <a:cubicBezTo>
                  <a:pt x="758" y="536"/>
                  <a:pt x="653" y="641"/>
                  <a:pt x="524" y="641"/>
                </a:cubicBezTo>
                <a:lnTo>
                  <a:pt x="495" y="641"/>
                </a:lnTo>
                <a:cubicBezTo>
                  <a:pt x="479" y="641"/>
                  <a:pt x="466" y="628"/>
                  <a:pt x="466" y="612"/>
                </a:cubicBezTo>
                <a:lnTo>
                  <a:pt x="466" y="553"/>
                </a:lnTo>
                <a:cubicBezTo>
                  <a:pt x="466" y="537"/>
                  <a:pt x="479" y="524"/>
                  <a:pt x="495" y="524"/>
                </a:cubicBezTo>
                <a:lnTo>
                  <a:pt x="524" y="524"/>
                </a:lnTo>
                <a:cubicBezTo>
                  <a:pt x="589" y="524"/>
                  <a:pt x="641" y="472"/>
                  <a:pt x="641" y="408"/>
                </a:cubicBezTo>
                <a:lnTo>
                  <a:pt x="641" y="393"/>
                </a:lnTo>
                <a:cubicBezTo>
                  <a:pt x="641" y="369"/>
                  <a:pt x="621" y="349"/>
                  <a:pt x="597" y="349"/>
                </a:cubicBezTo>
                <a:lnTo>
                  <a:pt x="495" y="349"/>
                </a:lnTo>
                <a:cubicBezTo>
                  <a:pt x="447" y="349"/>
                  <a:pt x="408" y="310"/>
                  <a:pt x="408" y="262"/>
                </a:cubicBezTo>
                <a:lnTo>
                  <a:pt x="408" y="87"/>
                </a:lnTo>
                <a:cubicBezTo>
                  <a:pt x="408" y="39"/>
                  <a:pt x="447" y="0"/>
                  <a:pt x="495" y="0"/>
                </a:cubicBezTo>
                <a:lnTo>
                  <a:pt x="670" y="0"/>
                </a:lnTo>
                <a:cubicBezTo>
                  <a:pt x="718" y="0"/>
                  <a:pt x="758" y="39"/>
                  <a:pt x="758" y="87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  <p:sp>
        <p:nvSpPr>
          <p:cNvPr id="71" name="Freeform 70"/>
          <p:cNvSpPr>
            <a:spLocks noChangeArrowheads="1"/>
          </p:cNvSpPr>
          <p:nvPr/>
        </p:nvSpPr>
        <p:spPr bwMode="auto">
          <a:xfrm>
            <a:off x="9660895" y="5906720"/>
            <a:ext cx="416555" cy="353587"/>
          </a:xfrm>
          <a:custGeom>
            <a:avLst/>
            <a:gdLst>
              <a:gd name="T0" fmla="*/ 350 w 759"/>
              <a:gd name="T1" fmla="*/ 379 h 642"/>
              <a:gd name="T2" fmla="*/ 350 w 759"/>
              <a:gd name="T3" fmla="*/ 554 h 642"/>
              <a:gd name="T4" fmla="*/ 263 w 759"/>
              <a:gd name="T5" fmla="*/ 641 h 642"/>
              <a:gd name="T6" fmla="*/ 88 w 759"/>
              <a:gd name="T7" fmla="*/ 641 h 642"/>
              <a:gd name="T8" fmla="*/ 0 w 759"/>
              <a:gd name="T9" fmla="*/ 554 h 642"/>
              <a:gd name="T10" fmla="*/ 0 w 759"/>
              <a:gd name="T11" fmla="*/ 233 h 642"/>
              <a:gd name="T12" fmla="*/ 233 w 759"/>
              <a:gd name="T13" fmla="*/ 0 h 642"/>
              <a:gd name="T14" fmla="*/ 263 w 759"/>
              <a:gd name="T15" fmla="*/ 0 h 642"/>
              <a:gd name="T16" fmla="*/ 292 w 759"/>
              <a:gd name="T17" fmla="*/ 29 h 642"/>
              <a:gd name="T18" fmla="*/ 292 w 759"/>
              <a:gd name="T19" fmla="*/ 87 h 642"/>
              <a:gd name="T20" fmla="*/ 263 w 759"/>
              <a:gd name="T21" fmla="*/ 116 h 642"/>
              <a:gd name="T22" fmla="*/ 233 w 759"/>
              <a:gd name="T23" fmla="*/ 116 h 642"/>
              <a:gd name="T24" fmla="*/ 117 w 759"/>
              <a:gd name="T25" fmla="*/ 233 h 642"/>
              <a:gd name="T26" fmla="*/ 117 w 759"/>
              <a:gd name="T27" fmla="*/ 248 h 642"/>
              <a:gd name="T28" fmla="*/ 161 w 759"/>
              <a:gd name="T29" fmla="*/ 291 h 642"/>
              <a:gd name="T30" fmla="*/ 263 w 759"/>
              <a:gd name="T31" fmla="*/ 291 h 642"/>
              <a:gd name="T32" fmla="*/ 350 w 759"/>
              <a:gd name="T33" fmla="*/ 379 h 642"/>
              <a:gd name="T34" fmla="*/ 758 w 759"/>
              <a:gd name="T35" fmla="*/ 379 h 642"/>
              <a:gd name="T36" fmla="*/ 758 w 759"/>
              <a:gd name="T37" fmla="*/ 554 h 642"/>
              <a:gd name="T38" fmla="*/ 671 w 759"/>
              <a:gd name="T39" fmla="*/ 641 h 642"/>
              <a:gd name="T40" fmla="*/ 496 w 759"/>
              <a:gd name="T41" fmla="*/ 641 h 642"/>
              <a:gd name="T42" fmla="*/ 408 w 759"/>
              <a:gd name="T43" fmla="*/ 554 h 642"/>
              <a:gd name="T44" fmla="*/ 408 w 759"/>
              <a:gd name="T45" fmla="*/ 233 h 642"/>
              <a:gd name="T46" fmla="*/ 642 w 759"/>
              <a:gd name="T47" fmla="*/ 0 h 642"/>
              <a:gd name="T48" fmla="*/ 671 w 759"/>
              <a:gd name="T49" fmla="*/ 0 h 642"/>
              <a:gd name="T50" fmla="*/ 700 w 759"/>
              <a:gd name="T51" fmla="*/ 29 h 642"/>
              <a:gd name="T52" fmla="*/ 700 w 759"/>
              <a:gd name="T53" fmla="*/ 87 h 642"/>
              <a:gd name="T54" fmla="*/ 671 w 759"/>
              <a:gd name="T55" fmla="*/ 116 h 642"/>
              <a:gd name="T56" fmla="*/ 642 w 759"/>
              <a:gd name="T57" fmla="*/ 116 h 642"/>
              <a:gd name="T58" fmla="*/ 525 w 759"/>
              <a:gd name="T59" fmla="*/ 233 h 642"/>
              <a:gd name="T60" fmla="*/ 525 w 759"/>
              <a:gd name="T61" fmla="*/ 248 h 642"/>
              <a:gd name="T62" fmla="*/ 569 w 759"/>
              <a:gd name="T63" fmla="*/ 291 h 642"/>
              <a:gd name="T64" fmla="*/ 671 w 759"/>
              <a:gd name="T65" fmla="*/ 291 h 642"/>
              <a:gd name="T66" fmla="*/ 758 w 759"/>
              <a:gd name="T67" fmla="*/ 379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59" h="642">
                <a:moveTo>
                  <a:pt x="350" y="379"/>
                </a:moveTo>
                <a:lnTo>
                  <a:pt x="350" y="554"/>
                </a:lnTo>
                <a:cubicBezTo>
                  <a:pt x="350" y="602"/>
                  <a:pt x="311" y="641"/>
                  <a:pt x="263" y="641"/>
                </a:cubicBezTo>
                <a:lnTo>
                  <a:pt x="88" y="641"/>
                </a:lnTo>
                <a:cubicBezTo>
                  <a:pt x="39" y="641"/>
                  <a:pt x="0" y="602"/>
                  <a:pt x="0" y="554"/>
                </a:cubicBezTo>
                <a:lnTo>
                  <a:pt x="0" y="233"/>
                </a:lnTo>
                <a:cubicBezTo>
                  <a:pt x="0" y="105"/>
                  <a:pt x="105" y="0"/>
                  <a:pt x="233" y="0"/>
                </a:cubicBezTo>
                <a:lnTo>
                  <a:pt x="263" y="0"/>
                </a:lnTo>
                <a:cubicBezTo>
                  <a:pt x="279" y="0"/>
                  <a:pt x="292" y="13"/>
                  <a:pt x="292" y="29"/>
                </a:cubicBezTo>
                <a:lnTo>
                  <a:pt x="292" y="87"/>
                </a:lnTo>
                <a:cubicBezTo>
                  <a:pt x="292" y="103"/>
                  <a:pt x="279" y="116"/>
                  <a:pt x="263" y="116"/>
                </a:cubicBezTo>
                <a:lnTo>
                  <a:pt x="233" y="116"/>
                </a:lnTo>
                <a:cubicBezTo>
                  <a:pt x="169" y="116"/>
                  <a:pt x="117" y="169"/>
                  <a:pt x="117" y="233"/>
                </a:cubicBezTo>
                <a:lnTo>
                  <a:pt x="117" y="248"/>
                </a:lnTo>
                <a:cubicBezTo>
                  <a:pt x="117" y="272"/>
                  <a:pt x="136" y="291"/>
                  <a:pt x="161" y="291"/>
                </a:cubicBezTo>
                <a:lnTo>
                  <a:pt x="263" y="291"/>
                </a:lnTo>
                <a:cubicBezTo>
                  <a:pt x="311" y="291"/>
                  <a:pt x="350" y="330"/>
                  <a:pt x="350" y="379"/>
                </a:cubicBezTo>
                <a:close/>
                <a:moveTo>
                  <a:pt x="758" y="379"/>
                </a:moveTo>
                <a:lnTo>
                  <a:pt x="758" y="554"/>
                </a:lnTo>
                <a:cubicBezTo>
                  <a:pt x="758" y="602"/>
                  <a:pt x="719" y="641"/>
                  <a:pt x="671" y="641"/>
                </a:cubicBezTo>
                <a:lnTo>
                  <a:pt x="496" y="641"/>
                </a:lnTo>
                <a:cubicBezTo>
                  <a:pt x="447" y="641"/>
                  <a:pt x="408" y="602"/>
                  <a:pt x="408" y="554"/>
                </a:cubicBezTo>
                <a:lnTo>
                  <a:pt x="408" y="233"/>
                </a:lnTo>
                <a:cubicBezTo>
                  <a:pt x="408" y="105"/>
                  <a:pt x="513" y="0"/>
                  <a:pt x="642" y="0"/>
                </a:cubicBezTo>
                <a:lnTo>
                  <a:pt x="671" y="0"/>
                </a:lnTo>
                <a:cubicBezTo>
                  <a:pt x="687" y="0"/>
                  <a:pt x="700" y="13"/>
                  <a:pt x="700" y="29"/>
                </a:cubicBezTo>
                <a:lnTo>
                  <a:pt x="700" y="87"/>
                </a:lnTo>
                <a:cubicBezTo>
                  <a:pt x="700" y="103"/>
                  <a:pt x="687" y="116"/>
                  <a:pt x="671" y="116"/>
                </a:cubicBezTo>
                <a:lnTo>
                  <a:pt x="642" y="116"/>
                </a:lnTo>
                <a:cubicBezTo>
                  <a:pt x="577" y="116"/>
                  <a:pt x="525" y="169"/>
                  <a:pt x="525" y="233"/>
                </a:cubicBezTo>
                <a:lnTo>
                  <a:pt x="525" y="248"/>
                </a:lnTo>
                <a:cubicBezTo>
                  <a:pt x="525" y="272"/>
                  <a:pt x="545" y="291"/>
                  <a:pt x="569" y="291"/>
                </a:cubicBezTo>
                <a:lnTo>
                  <a:pt x="671" y="291"/>
                </a:lnTo>
                <a:cubicBezTo>
                  <a:pt x="719" y="291"/>
                  <a:pt x="758" y="330"/>
                  <a:pt x="758" y="379"/>
                </a:cubicBezTo>
                <a:close/>
              </a:path>
            </a:pathLst>
          </a:custGeom>
          <a:solidFill>
            <a:schemeClr val="tx2">
              <a:lumMod val="85000"/>
              <a:lumOff val="1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GB"/>
            </a:defPPr>
            <a:lvl1pPr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22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w enforcemen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37825</TotalTime>
  <Words>1949</Words>
  <Application>Microsoft Macintosh PowerPoint</Application>
  <PresentationFormat>Widescreen</PresentationFormat>
  <Paragraphs>248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61" baseType="lpstr">
      <vt:lpstr>Arimo</vt:lpstr>
      <vt:lpstr>Calibri</vt:lpstr>
      <vt:lpstr>Helmet</vt:lpstr>
      <vt:lpstr>Lao UI</vt:lpstr>
      <vt:lpstr>Latha</vt:lpstr>
      <vt:lpstr>Lato</vt:lpstr>
      <vt:lpstr>Open Sans</vt:lpstr>
      <vt:lpstr>Open Sans Extrabold</vt:lpstr>
      <vt:lpstr>Playfair Display</vt:lpstr>
      <vt:lpstr>PT Sans</vt:lpstr>
      <vt:lpstr>Roboto</vt:lpstr>
      <vt:lpstr>Roboto Slab</vt:lpstr>
      <vt:lpstr>SimSun</vt:lpstr>
      <vt:lpstr>Source Sans Pro</vt:lpstr>
      <vt:lpstr>Source Serif Pro</vt:lpstr>
      <vt:lpstr>Times New Roman</vt:lpstr>
      <vt:lpstr>Times Sans 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Dewa Pastika Bagya</dc:creator>
  <cp:lastModifiedBy>Budi Nusyirwan</cp:lastModifiedBy>
  <cp:revision>2293</cp:revision>
  <cp:lastPrinted>2020-04-21T23:39:45Z</cp:lastPrinted>
  <dcterms:created xsi:type="dcterms:W3CDTF">2018-11-21T06:39:41Z</dcterms:created>
  <dcterms:modified xsi:type="dcterms:W3CDTF">2020-04-21T23:40:23Z</dcterms:modified>
</cp:coreProperties>
</file>